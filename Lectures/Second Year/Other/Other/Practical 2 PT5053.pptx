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21"/>
  </p:notes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Metcalfe" userId="3f57b64c-a3e0-43bb-b464-d2c22f71326d" providerId="ADAL" clId="{D1EB25C5-E13D-41A2-8FB2-3B1664120573}"/>
    <pc:docChg chg="custSel addSld modSld">
      <pc:chgData name="Lucy Metcalfe" userId="3f57b64c-a3e0-43bb-b464-d2c22f71326d" providerId="ADAL" clId="{D1EB25C5-E13D-41A2-8FB2-3B1664120573}" dt="2026-02-08T11:11:53.003" v="78" actId="20577"/>
      <pc:docMkLst>
        <pc:docMk/>
      </pc:docMkLst>
      <pc:sldChg chg="addSp delSp modSp mod">
        <pc:chgData name="Lucy Metcalfe" userId="3f57b64c-a3e0-43bb-b464-d2c22f71326d" providerId="ADAL" clId="{D1EB25C5-E13D-41A2-8FB2-3B1664120573}" dt="2026-02-08T11:09:43.234" v="35" actId="1076"/>
        <pc:sldMkLst>
          <pc:docMk/>
          <pc:sldMk cId="3119599235" sldId="256"/>
        </pc:sldMkLst>
        <pc:spChg chg="mod">
          <ac:chgData name="Lucy Metcalfe" userId="3f57b64c-a3e0-43bb-b464-d2c22f71326d" providerId="ADAL" clId="{D1EB25C5-E13D-41A2-8FB2-3B1664120573}" dt="2026-02-08T11:09:18.670" v="0" actId="26606"/>
          <ac:spMkLst>
            <pc:docMk/>
            <pc:sldMk cId="3119599235" sldId="256"/>
            <ac:spMk id="2" creationId="{CD49F6DD-FA9C-41E0-B6BC-B6DB2D8CCFF2}"/>
          </ac:spMkLst>
        </pc:spChg>
        <pc:spChg chg="mod">
          <ac:chgData name="Lucy Metcalfe" userId="3f57b64c-a3e0-43bb-b464-d2c22f71326d" providerId="ADAL" clId="{D1EB25C5-E13D-41A2-8FB2-3B1664120573}" dt="2026-02-08T11:09:43.234" v="35" actId="1076"/>
          <ac:spMkLst>
            <pc:docMk/>
            <pc:sldMk cId="3119599235" sldId="256"/>
            <ac:spMk id="3" creationId="{869AAE18-F6F6-EEC4-E16A-537AC2FDD32D}"/>
          </ac:spMkLst>
        </pc:spChg>
        <pc:spChg chg="del">
          <ac:chgData name="Lucy Metcalfe" userId="3f57b64c-a3e0-43bb-b464-d2c22f71326d" providerId="ADAL" clId="{D1EB25C5-E13D-41A2-8FB2-3B1664120573}" dt="2026-02-08T11:09:18.670" v="0" actId="26606"/>
          <ac:spMkLst>
            <pc:docMk/>
            <pc:sldMk cId="3119599235" sldId="256"/>
            <ac:spMk id="9" creationId="{659FA55D-DBF3-44BD-8BAA-FC35FD1CE702}"/>
          </ac:spMkLst>
        </pc:spChg>
        <pc:spChg chg="del">
          <ac:chgData name="Lucy Metcalfe" userId="3f57b64c-a3e0-43bb-b464-d2c22f71326d" providerId="ADAL" clId="{D1EB25C5-E13D-41A2-8FB2-3B1664120573}" dt="2026-02-08T11:09:18.670" v="0" actId="26606"/>
          <ac:spMkLst>
            <pc:docMk/>
            <pc:sldMk cId="3119599235" sldId="256"/>
            <ac:spMk id="11" creationId="{81D34478-6122-494B-BC0B-DB0603948E50}"/>
          </ac:spMkLst>
        </pc:spChg>
        <pc:spChg chg="del">
          <ac:chgData name="Lucy Metcalfe" userId="3f57b64c-a3e0-43bb-b464-d2c22f71326d" providerId="ADAL" clId="{D1EB25C5-E13D-41A2-8FB2-3B1664120573}" dt="2026-02-08T11:09:18.670" v="0" actId="26606"/>
          <ac:spMkLst>
            <pc:docMk/>
            <pc:sldMk cId="3119599235" sldId="256"/>
            <ac:spMk id="13" creationId="{C87AACE3-D796-459A-88F7-2091CC177D63}"/>
          </ac:spMkLst>
        </pc:spChg>
        <pc:spChg chg="add">
          <ac:chgData name="Lucy Metcalfe" userId="3f57b64c-a3e0-43bb-b464-d2c22f71326d" providerId="ADAL" clId="{D1EB25C5-E13D-41A2-8FB2-3B1664120573}" dt="2026-02-08T11:09:18.670" v="0" actId="26606"/>
          <ac:spMkLst>
            <pc:docMk/>
            <pc:sldMk cId="3119599235" sldId="256"/>
            <ac:spMk id="18" creationId="{421117CB-D197-45F3-B441-4AC4D215E71B}"/>
          </ac:spMkLst>
        </pc:spChg>
        <pc:spChg chg="add">
          <ac:chgData name="Lucy Metcalfe" userId="3f57b64c-a3e0-43bb-b464-d2c22f71326d" providerId="ADAL" clId="{D1EB25C5-E13D-41A2-8FB2-3B1664120573}" dt="2026-02-08T11:09:18.670" v="0" actId="26606"/>
          <ac:spMkLst>
            <pc:docMk/>
            <pc:sldMk cId="3119599235" sldId="256"/>
            <ac:spMk id="20" creationId="{4F4BB964-F5AA-45BD-906E-192DA00A90A1}"/>
          </ac:spMkLst>
        </pc:spChg>
        <pc:spChg chg="add">
          <ac:chgData name="Lucy Metcalfe" userId="3f57b64c-a3e0-43bb-b464-d2c22f71326d" providerId="ADAL" clId="{D1EB25C5-E13D-41A2-8FB2-3B1664120573}" dt="2026-02-08T11:09:18.670" v="0" actId="26606"/>
          <ac:spMkLst>
            <pc:docMk/>
            <pc:sldMk cId="3119599235" sldId="256"/>
            <ac:spMk id="22" creationId="{45D11A2A-27EA-453B-9A61-585A893F35A0}"/>
          </ac:spMkLst>
        </pc:spChg>
        <pc:picChg chg="mod ord">
          <ac:chgData name="Lucy Metcalfe" userId="3f57b64c-a3e0-43bb-b464-d2c22f71326d" providerId="ADAL" clId="{D1EB25C5-E13D-41A2-8FB2-3B1664120573}" dt="2026-02-08T11:09:18.670" v="0" actId="26606"/>
          <ac:picMkLst>
            <pc:docMk/>
            <pc:sldMk cId="3119599235" sldId="256"/>
            <ac:picMk id="4" creationId="{B5B84B10-F896-7F0D-CD5B-DEDFD9A32979}"/>
          </ac:picMkLst>
        </pc:picChg>
      </pc:sldChg>
      <pc:sldChg chg="addSp delSp modSp new mod setBg">
        <pc:chgData name="Lucy Metcalfe" userId="3f57b64c-a3e0-43bb-b464-d2c22f71326d" providerId="ADAL" clId="{D1EB25C5-E13D-41A2-8FB2-3B1664120573}" dt="2026-02-08T11:11:03.542" v="50" actId="962"/>
        <pc:sldMkLst>
          <pc:docMk/>
          <pc:sldMk cId="4264793829" sldId="273"/>
        </pc:sldMkLst>
        <pc:spChg chg="mod">
          <ac:chgData name="Lucy Metcalfe" userId="3f57b64c-a3e0-43bb-b464-d2c22f71326d" providerId="ADAL" clId="{D1EB25C5-E13D-41A2-8FB2-3B1664120573}" dt="2026-02-08T11:10:21.609" v="47" actId="26606"/>
          <ac:spMkLst>
            <pc:docMk/>
            <pc:sldMk cId="4264793829" sldId="273"/>
            <ac:spMk id="2" creationId="{13EA5F1D-45F1-4914-6548-1C183A532701}"/>
          </ac:spMkLst>
        </pc:spChg>
        <pc:spChg chg="del mod">
          <ac:chgData name="Lucy Metcalfe" userId="3f57b64c-a3e0-43bb-b464-d2c22f71326d" providerId="ADAL" clId="{D1EB25C5-E13D-41A2-8FB2-3B1664120573}" dt="2026-02-08T11:11:03.100" v="48" actId="22"/>
          <ac:spMkLst>
            <pc:docMk/>
            <pc:sldMk cId="4264793829" sldId="273"/>
            <ac:spMk id="3" creationId="{D5365B53-A7FF-E8B1-EB11-14DFE87F6631}"/>
          </ac:spMkLst>
        </pc:spChg>
        <pc:spChg chg="add">
          <ac:chgData name="Lucy Metcalfe" userId="3f57b64c-a3e0-43bb-b464-d2c22f71326d" providerId="ADAL" clId="{D1EB25C5-E13D-41A2-8FB2-3B1664120573}" dt="2026-02-08T11:10:21.609" v="47" actId="26606"/>
          <ac:spMkLst>
            <pc:docMk/>
            <pc:sldMk cId="4264793829" sldId="273"/>
            <ac:spMk id="8" creationId="{C8D9769A-E1A8-4890-A4B7-FF5D5C1DC5A1}"/>
          </ac:spMkLst>
        </pc:spChg>
        <pc:spChg chg="add">
          <ac:chgData name="Lucy Metcalfe" userId="3f57b64c-a3e0-43bb-b464-d2c22f71326d" providerId="ADAL" clId="{D1EB25C5-E13D-41A2-8FB2-3B1664120573}" dt="2026-02-08T11:10:21.609" v="47" actId="26606"/>
          <ac:spMkLst>
            <pc:docMk/>
            <pc:sldMk cId="4264793829" sldId="273"/>
            <ac:spMk id="10" creationId="{65030541-939E-4D9D-82AB-34D32FD167B7}"/>
          </ac:spMkLst>
        </pc:spChg>
        <pc:spChg chg="add">
          <ac:chgData name="Lucy Metcalfe" userId="3f57b64c-a3e0-43bb-b464-d2c22f71326d" providerId="ADAL" clId="{D1EB25C5-E13D-41A2-8FB2-3B1664120573}" dt="2026-02-08T11:10:21.609" v="47" actId="26606"/>
          <ac:spMkLst>
            <pc:docMk/>
            <pc:sldMk cId="4264793829" sldId="273"/>
            <ac:spMk id="12" creationId="{42C72092-2B09-4FBA-B639-9D86325451BC}"/>
          </ac:spMkLst>
        </pc:spChg>
        <pc:spChg chg="add">
          <ac:chgData name="Lucy Metcalfe" userId="3f57b64c-a3e0-43bb-b464-d2c22f71326d" providerId="ADAL" clId="{D1EB25C5-E13D-41A2-8FB2-3B1664120573}" dt="2026-02-08T11:10:21.609" v="47" actId="26606"/>
          <ac:spMkLst>
            <pc:docMk/>
            <pc:sldMk cId="4264793829" sldId="273"/>
            <ac:spMk id="14" creationId="{75DB81DD-8F8C-4933-94B4-0E5595C5A72C}"/>
          </ac:spMkLst>
        </pc:spChg>
        <pc:spChg chg="add">
          <ac:chgData name="Lucy Metcalfe" userId="3f57b64c-a3e0-43bb-b464-d2c22f71326d" providerId="ADAL" clId="{D1EB25C5-E13D-41A2-8FB2-3B1664120573}" dt="2026-02-08T11:10:21.609" v="47" actId="26606"/>
          <ac:spMkLst>
            <pc:docMk/>
            <pc:sldMk cId="4264793829" sldId="273"/>
            <ac:spMk id="16" creationId="{E10B73D1-A4C3-4A71-836A-5FD28F3264CE}"/>
          </ac:spMkLst>
        </pc:spChg>
        <pc:picChg chg="add mod ord">
          <ac:chgData name="Lucy Metcalfe" userId="3f57b64c-a3e0-43bb-b464-d2c22f71326d" providerId="ADAL" clId="{D1EB25C5-E13D-41A2-8FB2-3B1664120573}" dt="2026-02-08T11:11:03.542" v="50" actId="962"/>
          <ac:picMkLst>
            <pc:docMk/>
            <pc:sldMk cId="4264793829" sldId="273"/>
            <ac:picMk id="5" creationId="{535BFE7C-0598-D24F-A3C1-D27B1F5E4C00}"/>
          </ac:picMkLst>
        </pc:picChg>
      </pc:sldChg>
      <pc:sldChg chg="addSp delSp modSp new mod setBg">
        <pc:chgData name="Lucy Metcalfe" userId="3f57b64c-a3e0-43bb-b464-d2c22f71326d" providerId="ADAL" clId="{D1EB25C5-E13D-41A2-8FB2-3B1664120573}" dt="2026-02-08T11:11:53.003" v="78" actId="20577"/>
        <pc:sldMkLst>
          <pc:docMk/>
          <pc:sldMk cId="517094784" sldId="274"/>
        </pc:sldMkLst>
        <pc:spChg chg="mod">
          <ac:chgData name="Lucy Metcalfe" userId="3f57b64c-a3e0-43bb-b464-d2c22f71326d" providerId="ADAL" clId="{D1EB25C5-E13D-41A2-8FB2-3B1664120573}" dt="2026-02-08T11:11:53.003" v="78" actId="20577"/>
          <ac:spMkLst>
            <pc:docMk/>
            <pc:sldMk cId="517094784" sldId="274"/>
            <ac:spMk id="2" creationId="{9B22F84B-6F3E-FF35-7A70-4AD285ED43EC}"/>
          </ac:spMkLst>
        </pc:spChg>
        <pc:spChg chg="del">
          <ac:chgData name="Lucy Metcalfe" userId="3f57b64c-a3e0-43bb-b464-d2c22f71326d" providerId="ADAL" clId="{D1EB25C5-E13D-41A2-8FB2-3B1664120573}" dt="2026-02-08T11:11:35.227" v="52" actId="22"/>
          <ac:spMkLst>
            <pc:docMk/>
            <pc:sldMk cId="517094784" sldId="274"/>
            <ac:spMk id="3" creationId="{0CA195A3-00DE-72C1-E069-CF31D48A3A90}"/>
          </ac:spMkLst>
        </pc:spChg>
        <pc:spChg chg="add">
          <ac:chgData name="Lucy Metcalfe" userId="3f57b64c-a3e0-43bb-b464-d2c22f71326d" providerId="ADAL" clId="{D1EB25C5-E13D-41A2-8FB2-3B1664120573}" dt="2026-02-08T11:11:45.951" v="55" actId="26606"/>
          <ac:spMkLst>
            <pc:docMk/>
            <pc:sldMk cId="517094784" sldId="274"/>
            <ac:spMk id="10" creationId="{96A35EAA-ED80-4FF1-942C-82B1D483AF60}"/>
          </ac:spMkLst>
        </pc:spChg>
        <pc:spChg chg="add">
          <ac:chgData name="Lucy Metcalfe" userId="3f57b64c-a3e0-43bb-b464-d2c22f71326d" providerId="ADAL" clId="{D1EB25C5-E13D-41A2-8FB2-3B1664120573}" dt="2026-02-08T11:11:45.951" v="55" actId="26606"/>
          <ac:spMkLst>
            <pc:docMk/>
            <pc:sldMk cId="517094784" sldId="274"/>
            <ac:spMk id="12" creationId="{D415F49B-3CBC-46CF-AFB5-988852D0479E}"/>
          </ac:spMkLst>
        </pc:spChg>
        <pc:spChg chg="add">
          <ac:chgData name="Lucy Metcalfe" userId="3f57b64c-a3e0-43bb-b464-d2c22f71326d" providerId="ADAL" clId="{D1EB25C5-E13D-41A2-8FB2-3B1664120573}" dt="2026-02-08T11:11:45.951" v="55" actId="26606"/>
          <ac:spMkLst>
            <pc:docMk/>
            <pc:sldMk cId="517094784" sldId="274"/>
            <ac:spMk id="14" creationId="{76FB0F23-3B45-4057-92D7-60A175991BCC}"/>
          </ac:spMkLst>
        </pc:spChg>
        <pc:spChg chg="add">
          <ac:chgData name="Lucy Metcalfe" userId="3f57b64c-a3e0-43bb-b464-d2c22f71326d" providerId="ADAL" clId="{D1EB25C5-E13D-41A2-8FB2-3B1664120573}" dt="2026-02-08T11:11:45.951" v="55" actId="26606"/>
          <ac:spMkLst>
            <pc:docMk/>
            <pc:sldMk cId="517094784" sldId="274"/>
            <ac:spMk id="16" creationId="{19953613-5A5A-4383-B8C2-6A202946FB3C}"/>
          </ac:spMkLst>
        </pc:spChg>
        <pc:picChg chg="add mod ord">
          <ac:chgData name="Lucy Metcalfe" userId="3f57b64c-a3e0-43bb-b464-d2c22f71326d" providerId="ADAL" clId="{D1EB25C5-E13D-41A2-8FB2-3B1664120573}" dt="2026-02-08T11:11:45.951" v="55" actId="26606"/>
          <ac:picMkLst>
            <pc:docMk/>
            <pc:sldMk cId="517094784" sldId="274"/>
            <ac:picMk id="5" creationId="{FE151C85-28D3-95AA-775B-03497FC542E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0:52:14.5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0,'105'5,"117"20,-114-11,-15-1,76 7,-71-11,85 5,-149-12,-1 2,64 15,29 4,-37-11,-44-5,49 1,-64-6,45 8,-44-4,42 1,-38-6,10-2,-1 3,1 2,76 17,49 11,-127-25,81 6,-18-2,-9-2,36 6,-78-8,0-2,109-5,-65-2,123 2,-201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0:52:17.7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1,'376'0,"-357"1,-1 1,1 1,-1 1,1 1,-1 0,0 2,-1 0,25 13,-24-11,1-2,0 0,1-1,-1-1,1-1,0-1,29 1,-28-3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0:52:20.5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0,'922'102'0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0:52:28.0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0,'51'2,"85"13,50 22,-78-15,-67-14,17 4,79 6,-27-9,65 2,-54-1,-11-1,-2 1,10-1,872-10,-923-2,77-13,-78 6,80 0,37 12,175-3,-298-5,111-26,20-2,-57 14,27-1,58 18,-117 5,-86-2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0:52:33.8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77,'44'20,"77"24,-47-19,-14-4,733 247,-545-215,3-21,-77-11,94-9,-192-12,-1 3,85 14,-75-1,229 35,317 35,-248-31,-224-50,-100-5,68 9,-76-3,1-3,99-5,-147 1,0 1,0-1,-1 0,1 0,0 0,0-1,-1 1,1-1,-1 0,1 0,-1 0,0 0,1-1,-1 1,4-5,-3 1,1 0,-1 0,0 0,-1 0,1-1,-1 0,4-12,-1-6,-1 1,-2-1,2-46,-3 32,-2-1,-11-77,8 100,-1 0,-1 0,0 0,-1 0,-1 1,0 0,-1 1,-1 0,-13-17,4 9,-1 1,-1 1,-1 1,-1 1,-33-24,44 37,0 0,0 1,-1 0,1 1,-1 1,-15-4,-76-7,73 11,-79-5,-131 9,221-1,-338 34,237-19,-16-5,-154-9,130-3,-406 2,525 2,0 2,-43 9,41-5,-74 4,-533-12,289-1,352 1,0 1,1 0,-1 1,1 0,-1 0,1 1,-8 4,-57 30,51-25,-5 3,1 0,-31 25,38-27,0-1,0-1,-2-1,-34 13,26-11,-38 20,53-25,9-5,0 0,0 1,1-1,-1 1,1 1,-5 3,8-7,1 1,-1-1,1 1,-1 0,1-1,0 1,-1 0,1-1,0 1,-1 0,1-1,0 1,0 0,0 0,0-1,0 1,0 0,0 0,0-1,0 2,0-1,1 1,-1-1,1 0,0 0,-1 1,1-1,0 0,0 0,0 0,0 0,0 0,0 0,0 0,3 1,6 4,1 0,-1-1,1 0,1 0,-1-1,1-1,21 4,2-2,51 0,515-5,-271-2,-4 14,-41 26,-232-31,0-3,92-5,-60-1,294 13,148-1,-329-12,217 2,-387 2,38 6,24 1,13 1,-67-5,42 0,-62-5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0:52:38.8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21,'979'0,"-946"-2,40-7,-40 5,39-2,353 7,-300 9,2 0,453-10,-571 0,1 2,0-1,-1 1,0 1,1-1,11 7,-11-5,1 0,-1-1,1 0,20 2,45-5,-60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0:52:41.4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0,'1273'0,"-1256"1,0 1,30 7,-5-1,-1-1,-17-2,44 2,-64-7,0 0,0 0,0 1,1-1,-1 1,0 0,0 1,0-1,0 1,0-1,-1 1,1 0,0 1,-1-1,1 1,-1-1,0 1,4 5,1-2,-1-1,1 1,0-1,10 4,-17-9,10 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0:52:43.4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0,'2272'191'0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0:52:46.7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0,'860'58'0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0:52:49.2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1,'460'0,"-446"1,0 0,0 2,0-1,26 10,-25-7,-1-1,1 0,0-1,21 1,-30-4,0 1,0 0,0 0,0 1,0 0,0 0,-1 0,1 0,-1 1,1 0,7 6,-3-2,-1 1,1 1,-2 0,15 17,-15-15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0:52:56.3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1,'1053'0,"-1023"2,1 1,49 11,-49-7,0-2,45 3,355-8,-186-1,-218 3,-1 0,0 2,30 9,30 4,-5-7,114 0,-149-12,-28 0,1 2,-1 0,1 1,28 5,-44-6,0 1,0 0,0 1,0-1,-1 0,1 1,3 2,3 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B4963-C4E4-410F-95E0-636ACFB61E4B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8447F-6270-4579-A74E-9DE9FCDE5C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40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8447F-6270-4579-A74E-9DE9FCDE5C1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304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6A35EAA-ED80-4FF1-942C-82B1D483AF60}"/>
              </a:ext>
            </a:extLst>
          </p:cNvPr>
          <p:cNvSpPr/>
          <p:nvPr/>
        </p:nvSpPr>
        <p:spPr>
          <a:xfrm rot="21133683" flipH="1">
            <a:off x="977627" y="481134"/>
            <a:ext cx="9378187" cy="5238589"/>
          </a:xfrm>
          <a:custGeom>
            <a:avLst/>
            <a:gdLst>
              <a:gd name="connsiteX0" fmla="*/ 628580 w 1248448"/>
              <a:gd name="connsiteY0" fmla="*/ 873029 h 873038"/>
              <a:gd name="connsiteX1" fmla="*/ 820985 w 1248448"/>
              <a:gd name="connsiteY1" fmla="*/ 803115 h 873038"/>
              <a:gd name="connsiteX2" fmla="*/ 1179791 w 1248448"/>
              <a:gd name="connsiteY2" fmla="*/ 630332 h 873038"/>
              <a:gd name="connsiteX3" fmla="*/ 1178744 w 1248448"/>
              <a:gd name="connsiteY3" fmla="*/ 192753 h 873038"/>
              <a:gd name="connsiteX4" fmla="*/ 459416 w 1248448"/>
              <a:gd name="connsiteY4" fmla="*/ 32447 h 873038"/>
              <a:gd name="connsiteX5" fmla="*/ 7264 w 1248448"/>
              <a:gd name="connsiteY5" fmla="*/ 595184 h 873038"/>
              <a:gd name="connsiteX6" fmla="*/ 545617 w 1248448"/>
              <a:gd name="connsiteY6" fmla="*/ 737202 h 873038"/>
              <a:gd name="connsiteX7" fmla="*/ 628580 w 1248448"/>
              <a:gd name="connsiteY7" fmla="*/ 873029 h 873038"/>
              <a:gd name="connsiteX0" fmla="*/ 628618 w 1248446"/>
              <a:gd name="connsiteY0" fmla="*/ 873038 h 873038"/>
              <a:gd name="connsiteX1" fmla="*/ 821023 w 1248446"/>
              <a:gd name="connsiteY1" fmla="*/ 803124 h 873038"/>
              <a:gd name="connsiteX2" fmla="*/ 1179829 w 1248446"/>
              <a:gd name="connsiteY2" fmla="*/ 630341 h 873038"/>
              <a:gd name="connsiteX3" fmla="*/ 1178782 w 1248446"/>
              <a:gd name="connsiteY3" fmla="*/ 192762 h 873038"/>
              <a:gd name="connsiteX4" fmla="*/ 459454 w 1248446"/>
              <a:gd name="connsiteY4" fmla="*/ 32456 h 873038"/>
              <a:gd name="connsiteX5" fmla="*/ 7302 w 1248446"/>
              <a:gd name="connsiteY5" fmla="*/ 595193 h 873038"/>
              <a:gd name="connsiteX6" fmla="*/ 547734 w 1248446"/>
              <a:gd name="connsiteY6" fmla="*/ 751246 h 873038"/>
              <a:gd name="connsiteX7" fmla="*/ 628618 w 1248446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49939"/>
              <a:gd name="connsiteY0" fmla="*/ 873038 h 873038"/>
              <a:gd name="connsiteX1" fmla="*/ 828272 w 1249939"/>
              <a:gd name="connsiteY1" fmla="*/ 793767 h 873038"/>
              <a:gd name="connsiteX2" fmla="*/ 1187078 w 1249939"/>
              <a:gd name="connsiteY2" fmla="*/ 630341 h 873038"/>
              <a:gd name="connsiteX3" fmla="*/ 1186031 w 1249939"/>
              <a:gd name="connsiteY3" fmla="*/ 192762 h 873038"/>
              <a:gd name="connsiteX4" fmla="*/ 466703 w 1249939"/>
              <a:gd name="connsiteY4" fmla="*/ 32456 h 873038"/>
              <a:gd name="connsiteX5" fmla="*/ 14551 w 1249939"/>
              <a:gd name="connsiteY5" fmla="*/ 595193 h 873038"/>
              <a:gd name="connsiteX6" fmla="*/ 554983 w 1249939"/>
              <a:gd name="connsiteY6" fmla="*/ 751246 h 873038"/>
              <a:gd name="connsiteX7" fmla="*/ 635867 w 1249939"/>
              <a:gd name="connsiteY7" fmla="*/ 873038 h 873038"/>
              <a:gd name="connsiteX0" fmla="*/ 615218 w 1229290"/>
              <a:gd name="connsiteY0" fmla="*/ 861281 h 861281"/>
              <a:gd name="connsiteX1" fmla="*/ 807623 w 1229290"/>
              <a:gd name="connsiteY1" fmla="*/ 782010 h 861281"/>
              <a:gd name="connsiteX2" fmla="*/ 1166429 w 1229290"/>
              <a:gd name="connsiteY2" fmla="*/ 618584 h 861281"/>
              <a:gd name="connsiteX3" fmla="*/ 1165382 w 1229290"/>
              <a:gd name="connsiteY3" fmla="*/ 181005 h 861281"/>
              <a:gd name="connsiteX4" fmla="*/ 446054 w 1229290"/>
              <a:gd name="connsiteY4" fmla="*/ 20699 h 861281"/>
              <a:gd name="connsiteX5" fmla="*/ 5663 w 1229290"/>
              <a:gd name="connsiteY5" fmla="*/ 576828 h 861281"/>
              <a:gd name="connsiteX6" fmla="*/ 534334 w 1229290"/>
              <a:gd name="connsiteY6" fmla="*/ 739489 h 861281"/>
              <a:gd name="connsiteX7" fmla="*/ 615218 w 1229290"/>
              <a:gd name="connsiteY7" fmla="*/ 861281 h 861281"/>
              <a:gd name="connsiteX0" fmla="*/ 619617 w 1233689"/>
              <a:gd name="connsiteY0" fmla="*/ 861281 h 861281"/>
              <a:gd name="connsiteX1" fmla="*/ 812022 w 1233689"/>
              <a:gd name="connsiteY1" fmla="*/ 782010 h 861281"/>
              <a:gd name="connsiteX2" fmla="*/ 1170828 w 1233689"/>
              <a:gd name="connsiteY2" fmla="*/ 618584 h 861281"/>
              <a:gd name="connsiteX3" fmla="*/ 1169781 w 1233689"/>
              <a:gd name="connsiteY3" fmla="*/ 181005 h 861281"/>
              <a:gd name="connsiteX4" fmla="*/ 450453 w 1233689"/>
              <a:gd name="connsiteY4" fmla="*/ 20699 h 861281"/>
              <a:gd name="connsiteX5" fmla="*/ 10062 w 1233689"/>
              <a:gd name="connsiteY5" fmla="*/ 576828 h 861281"/>
              <a:gd name="connsiteX6" fmla="*/ 538733 w 1233689"/>
              <a:gd name="connsiteY6" fmla="*/ 739489 h 861281"/>
              <a:gd name="connsiteX7" fmla="*/ 619617 w 1233689"/>
              <a:gd name="connsiteY7" fmla="*/ 861281 h 861281"/>
              <a:gd name="connsiteX0" fmla="*/ 619579 w 1239236"/>
              <a:gd name="connsiteY0" fmla="*/ 863398 h 863398"/>
              <a:gd name="connsiteX1" fmla="*/ 811984 w 1239236"/>
              <a:gd name="connsiteY1" fmla="*/ 784127 h 863398"/>
              <a:gd name="connsiteX2" fmla="*/ 1170790 w 1239236"/>
              <a:gd name="connsiteY2" fmla="*/ 620701 h 863398"/>
              <a:gd name="connsiteX3" fmla="*/ 1169743 w 1239236"/>
              <a:gd name="connsiteY3" fmla="*/ 183122 h 863398"/>
              <a:gd name="connsiteX4" fmla="*/ 451887 w 1239236"/>
              <a:gd name="connsiteY4" fmla="*/ 17855 h 863398"/>
              <a:gd name="connsiteX5" fmla="*/ 10024 w 1239236"/>
              <a:gd name="connsiteY5" fmla="*/ 578945 h 863398"/>
              <a:gd name="connsiteX6" fmla="*/ 538695 w 1239236"/>
              <a:gd name="connsiteY6" fmla="*/ 741606 h 863398"/>
              <a:gd name="connsiteX7" fmla="*/ 619579 w 1239236"/>
              <a:gd name="connsiteY7" fmla="*/ 863398 h 863398"/>
              <a:gd name="connsiteX0" fmla="*/ 623569 w 1243226"/>
              <a:gd name="connsiteY0" fmla="*/ 870437 h 870437"/>
              <a:gd name="connsiteX1" fmla="*/ 815974 w 1243226"/>
              <a:gd name="connsiteY1" fmla="*/ 791166 h 870437"/>
              <a:gd name="connsiteX2" fmla="*/ 1174780 w 1243226"/>
              <a:gd name="connsiteY2" fmla="*/ 627740 h 870437"/>
              <a:gd name="connsiteX3" fmla="*/ 1173733 w 1243226"/>
              <a:gd name="connsiteY3" fmla="*/ 190161 h 870437"/>
              <a:gd name="connsiteX4" fmla="*/ 455877 w 1243226"/>
              <a:gd name="connsiteY4" fmla="*/ 24894 h 870437"/>
              <a:gd name="connsiteX5" fmla="*/ 14014 w 1243226"/>
              <a:gd name="connsiteY5" fmla="*/ 585984 h 870437"/>
              <a:gd name="connsiteX6" fmla="*/ 542685 w 1243226"/>
              <a:gd name="connsiteY6" fmla="*/ 748645 h 870437"/>
              <a:gd name="connsiteX7" fmla="*/ 623569 w 1243226"/>
              <a:gd name="connsiteY7" fmla="*/ 870437 h 870437"/>
              <a:gd name="connsiteX0" fmla="*/ 624861 w 1244518"/>
              <a:gd name="connsiteY0" fmla="*/ 869274 h 869274"/>
              <a:gd name="connsiteX1" fmla="*/ 817266 w 1244518"/>
              <a:gd name="connsiteY1" fmla="*/ 790003 h 869274"/>
              <a:gd name="connsiteX2" fmla="*/ 1176072 w 1244518"/>
              <a:gd name="connsiteY2" fmla="*/ 626577 h 869274"/>
              <a:gd name="connsiteX3" fmla="*/ 1175025 w 1244518"/>
              <a:gd name="connsiteY3" fmla="*/ 188998 h 869274"/>
              <a:gd name="connsiteX4" fmla="*/ 457169 w 1244518"/>
              <a:gd name="connsiteY4" fmla="*/ 23731 h 869274"/>
              <a:gd name="connsiteX5" fmla="*/ 15306 w 1244518"/>
              <a:gd name="connsiteY5" fmla="*/ 584821 h 869274"/>
              <a:gd name="connsiteX6" fmla="*/ 543977 w 1244518"/>
              <a:gd name="connsiteY6" fmla="*/ 747482 h 869274"/>
              <a:gd name="connsiteX7" fmla="*/ 624861 w 1244518"/>
              <a:gd name="connsiteY7" fmla="*/ 869274 h 869274"/>
              <a:gd name="connsiteX0" fmla="*/ 619558 w 1235941"/>
              <a:gd name="connsiteY0" fmla="*/ 867295 h 867295"/>
              <a:gd name="connsiteX1" fmla="*/ 811963 w 1235941"/>
              <a:gd name="connsiteY1" fmla="*/ 788024 h 867295"/>
              <a:gd name="connsiteX2" fmla="*/ 1170769 w 1235941"/>
              <a:gd name="connsiteY2" fmla="*/ 624598 h 867295"/>
              <a:gd name="connsiteX3" fmla="*/ 1164738 w 1235941"/>
              <a:gd name="connsiteY3" fmla="*/ 164190 h 867295"/>
              <a:gd name="connsiteX4" fmla="*/ 451866 w 1235941"/>
              <a:gd name="connsiteY4" fmla="*/ 21752 h 867295"/>
              <a:gd name="connsiteX5" fmla="*/ 10003 w 1235941"/>
              <a:gd name="connsiteY5" fmla="*/ 582842 h 867295"/>
              <a:gd name="connsiteX6" fmla="*/ 538674 w 1235941"/>
              <a:gd name="connsiteY6" fmla="*/ 745503 h 867295"/>
              <a:gd name="connsiteX7" fmla="*/ 619558 w 1235941"/>
              <a:gd name="connsiteY7" fmla="*/ 867295 h 867295"/>
              <a:gd name="connsiteX0" fmla="*/ 622435 w 1238818"/>
              <a:gd name="connsiteY0" fmla="*/ 868328 h 868328"/>
              <a:gd name="connsiteX1" fmla="*/ 814840 w 1238818"/>
              <a:gd name="connsiteY1" fmla="*/ 789057 h 868328"/>
              <a:gd name="connsiteX2" fmla="*/ 1173646 w 1238818"/>
              <a:gd name="connsiteY2" fmla="*/ 625631 h 868328"/>
              <a:gd name="connsiteX3" fmla="*/ 1167615 w 1238818"/>
              <a:gd name="connsiteY3" fmla="*/ 165223 h 868328"/>
              <a:gd name="connsiteX4" fmla="*/ 454743 w 1238818"/>
              <a:gd name="connsiteY4" fmla="*/ 22785 h 868328"/>
              <a:gd name="connsiteX5" fmla="*/ 12880 w 1238818"/>
              <a:gd name="connsiteY5" fmla="*/ 583875 h 868328"/>
              <a:gd name="connsiteX6" fmla="*/ 541551 w 1238818"/>
              <a:gd name="connsiteY6" fmla="*/ 746536 h 868328"/>
              <a:gd name="connsiteX7" fmla="*/ 622435 w 1238818"/>
              <a:gd name="connsiteY7" fmla="*/ 868328 h 868328"/>
              <a:gd name="connsiteX0" fmla="*/ 618931 w 1201319"/>
              <a:gd name="connsiteY0" fmla="*/ 879992 h 879992"/>
              <a:gd name="connsiteX1" fmla="*/ 811336 w 1201319"/>
              <a:gd name="connsiteY1" fmla="*/ 800721 h 879992"/>
              <a:gd name="connsiteX2" fmla="*/ 1170142 w 1201319"/>
              <a:gd name="connsiteY2" fmla="*/ 637295 h 879992"/>
              <a:gd name="connsiteX3" fmla="*/ 1164111 w 1201319"/>
              <a:gd name="connsiteY3" fmla="*/ 176887 h 879992"/>
              <a:gd name="connsiteX4" fmla="*/ 1005959 w 1201319"/>
              <a:gd name="connsiteY4" fmla="*/ 73552 h 879992"/>
              <a:gd name="connsiteX5" fmla="*/ 451239 w 1201319"/>
              <a:gd name="connsiteY5" fmla="*/ 34449 h 879992"/>
              <a:gd name="connsiteX6" fmla="*/ 9376 w 1201319"/>
              <a:gd name="connsiteY6" fmla="*/ 595539 h 879992"/>
              <a:gd name="connsiteX7" fmla="*/ 538047 w 1201319"/>
              <a:gd name="connsiteY7" fmla="*/ 758200 h 879992"/>
              <a:gd name="connsiteX8" fmla="*/ 618931 w 1201319"/>
              <a:gd name="connsiteY8" fmla="*/ 879992 h 879992"/>
              <a:gd name="connsiteX0" fmla="*/ 618931 w 1214866"/>
              <a:gd name="connsiteY0" fmla="*/ 879992 h 879992"/>
              <a:gd name="connsiteX1" fmla="*/ 811336 w 1214866"/>
              <a:gd name="connsiteY1" fmla="*/ 800721 h 879992"/>
              <a:gd name="connsiteX2" fmla="*/ 1170142 w 1214866"/>
              <a:gd name="connsiteY2" fmla="*/ 637295 h 879992"/>
              <a:gd name="connsiteX3" fmla="*/ 1164111 w 1214866"/>
              <a:gd name="connsiteY3" fmla="*/ 176887 h 879992"/>
              <a:gd name="connsiteX4" fmla="*/ 1005959 w 1214866"/>
              <a:gd name="connsiteY4" fmla="*/ 73552 h 879992"/>
              <a:gd name="connsiteX5" fmla="*/ 451239 w 1214866"/>
              <a:gd name="connsiteY5" fmla="*/ 34449 h 879992"/>
              <a:gd name="connsiteX6" fmla="*/ 9376 w 1214866"/>
              <a:gd name="connsiteY6" fmla="*/ 595539 h 879992"/>
              <a:gd name="connsiteX7" fmla="*/ 538047 w 1214866"/>
              <a:gd name="connsiteY7" fmla="*/ 758200 h 879992"/>
              <a:gd name="connsiteX8" fmla="*/ 618931 w 1214866"/>
              <a:gd name="connsiteY8" fmla="*/ 879992 h 879992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20039 w 1203184"/>
              <a:gd name="connsiteY0" fmla="*/ 874240 h 874240"/>
              <a:gd name="connsiteX1" fmla="*/ 812444 w 1203184"/>
              <a:gd name="connsiteY1" fmla="*/ 794969 h 874240"/>
              <a:gd name="connsiteX2" fmla="*/ 1171250 w 1203184"/>
              <a:gd name="connsiteY2" fmla="*/ 631543 h 874240"/>
              <a:gd name="connsiteX3" fmla="*/ 1165219 w 1203184"/>
              <a:gd name="connsiteY3" fmla="*/ 171135 h 874240"/>
              <a:gd name="connsiteX4" fmla="*/ 990916 w 1203184"/>
              <a:gd name="connsiteY4" fmla="*/ 39669 h 874240"/>
              <a:gd name="connsiteX5" fmla="*/ 406775 w 1203184"/>
              <a:gd name="connsiteY5" fmla="*/ 50168 h 874240"/>
              <a:gd name="connsiteX6" fmla="*/ 10484 w 1203184"/>
              <a:gd name="connsiteY6" fmla="*/ 589787 h 874240"/>
              <a:gd name="connsiteX7" fmla="*/ 539155 w 1203184"/>
              <a:gd name="connsiteY7" fmla="*/ 752448 h 874240"/>
              <a:gd name="connsiteX8" fmla="*/ 620039 w 1203184"/>
              <a:gd name="connsiteY8" fmla="*/ 874240 h 874240"/>
              <a:gd name="connsiteX0" fmla="*/ 620213 w 1203358"/>
              <a:gd name="connsiteY0" fmla="*/ 867642 h 867642"/>
              <a:gd name="connsiteX1" fmla="*/ 812618 w 1203358"/>
              <a:gd name="connsiteY1" fmla="*/ 788371 h 867642"/>
              <a:gd name="connsiteX2" fmla="*/ 1171424 w 1203358"/>
              <a:gd name="connsiteY2" fmla="*/ 624945 h 867642"/>
              <a:gd name="connsiteX3" fmla="*/ 1165393 w 1203358"/>
              <a:gd name="connsiteY3" fmla="*/ 164537 h 867642"/>
              <a:gd name="connsiteX4" fmla="*/ 991090 w 1203358"/>
              <a:gd name="connsiteY4" fmla="*/ 33071 h 867642"/>
              <a:gd name="connsiteX5" fmla="*/ 406949 w 1203358"/>
              <a:gd name="connsiteY5" fmla="*/ 43570 h 867642"/>
              <a:gd name="connsiteX6" fmla="*/ 10658 w 1203358"/>
              <a:gd name="connsiteY6" fmla="*/ 583189 h 867642"/>
              <a:gd name="connsiteX7" fmla="*/ 539329 w 1203358"/>
              <a:gd name="connsiteY7" fmla="*/ 745850 h 867642"/>
              <a:gd name="connsiteX8" fmla="*/ 620213 w 1203358"/>
              <a:gd name="connsiteY8" fmla="*/ 867642 h 867642"/>
              <a:gd name="connsiteX0" fmla="*/ 621220 w 1204365"/>
              <a:gd name="connsiteY0" fmla="*/ 864871 h 864871"/>
              <a:gd name="connsiteX1" fmla="*/ 813625 w 1204365"/>
              <a:gd name="connsiteY1" fmla="*/ 785600 h 864871"/>
              <a:gd name="connsiteX2" fmla="*/ 1172431 w 1204365"/>
              <a:gd name="connsiteY2" fmla="*/ 622174 h 864871"/>
              <a:gd name="connsiteX3" fmla="*/ 1166400 w 1204365"/>
              <a:gd name="connsiteY3" fmla="*/ 161766 h 864871"/>
              <a:gd name="connsiteX4" fmla="*/ 992097 w 1204365"/>
              <a:gd name="connsiteY4" fmla="*/ 30300 h 864871"/>
              <a:gd name="connsiteX5" fmla="*/ 407956 w 1204365"/>
              <a:gd name="connsiteY5" fmla="*/ 40799 h 864871"/>
              <a:gd name="connsiteX6" fmla="*/ 11665 w 1204365"/>
              <a:gd name="connsiteY6" fmla="*/ 580418 h 864871"/>
              <a:gd name="connsiteX7" fmla="*/ 540336 w 1204365"/>
              <a:gd name="connsiteY7" fmla="*/ 743079 h 864871"/>
              <a:gd name="connsiteX8" fmla="*/ 621220 w 1204365"/>
              <a:gd name="connsiteY8" fmla="*/ 864871 h 864871"/>
              <a:gd name="connsiteX0" fmla="*/ 619935 w 1204190"/>
              <a:gd name="connsiteY0" fmla="*/ 873669 h 873669"/>
              <a:gd name="connsiteX1" fmla="*/ 812340 w 1204190"/>
              <a:gd name="connsiteY1" fmla="*/ 794398 h 873669"/>
              <a:gd name="connsiteX2" fmla="*/ 1171146 w 1204190"/>
              <a:gd name="connsiteY2" fmla="*/ 630972 h 873669"/>
              <a:gd name="connsiteX3" fmla="*/ 1165115 w 1204190"/>
              <a:gd name="connsiteY3" fmla="*/ 170564 h 873669"/>
              <a:gd name="connsiteX4" fmla="*/ 967884 w 1204190"/>
              <a:gd name="connsiteY4" fmla="*/ 40405 h 873669"/>
              <a:gd name="connsiteX5" fmla="*/ 406671 w 1204190"/>
              <a:gd name="connsiteY5" fmla="*/ 49597 h 873669"/>
              <a:gd name="connsiteX6" fmla="*/ 10380 w 1204190"/>
              <a:gd name="connsiteY6" fmla="*/ 589216 h 873669"/>
              <a:gd name="connsiteX7" fmla="*/ 539051 w 1204190"/>
              <a:gd name="connsiteY7" fmla="*/ 751877 h 873669"/>
              <a:gd name="connsiteX8" fmla="*/ 619935 w 1204190"/>
              <a:gd name="connsiteY8" fmla="*/ 873669 h 873669"/>
              <a:gd name="connsiteX0" fmla="*/ 628446 w 1212701"/>
              <a:gd name="connsiteY0" fmla="*/ 842371 h 842371"/>
              <a:gd name="connsiteX1" fmla="*/ 820851 w 1212701"/>
              <a:gd name="connsiteY1" fmla="*/ 763100 h 842371"/>
              <a:gd name="connsiteX2" fmla="*/ 1179657 w 1212701"/>
              <a:gd name="connsiteY2" fmla="*/ 599674 h 842371"/>
              <a:gd name="connsiteX3" fmla="*/ 1173626 w 1212701"/>
              <a:gd name="connsiteY3" fmla="*/ 139266 h 842371"/>
              <a:gd name="connsiteX4" fmla="*/ 976395 w 1212701"/>
              <a:gd name="connsiteY4" fmla="*/ 9107 h 842371"/>
              <a:gd name="connsiteX5" fmla="*/ 246714 w 1212701"/>
              <a:gd name="connsiteY5" fmla="*/ 97247 h 842371"/>
              <a:gd name="connsiteX6" fmla="*/ 18891 w 1212701"/>
              <a:gd name="connsiteY6" fmla="*/ 557918 h 842371"/>
              <a:gd name="connsiteX7" fmla="*/ 547562 w 1212701"/>
              <a:gd name="connsiteY7" fmla="*/ 720579 h 842371"/>
              <a:gd name="connsiteX8" fmla="*/ 628446 w 1212701"/>
              <a:gd name="connsiteY8" fmla="*/ 842371 h 842371"/>
              <a:gd name="connsiteX0" fmla="*/ 628446 w 1211895"/>
              <a:gd name="connsiteY0" fmla="*/ 842371 h 842371"/>
              <a:gd name="connsiteX1" fmla="*/ 820851 w 1211895"/>
              <a:gd name="connsiteY1" fmla="*/ 763100 h 842371"/>
              <a:gd name="connsiteX2" fmla="*/ 1178477 w 1211895"/>
              <a:gd name="connsiteY2" fmla="*/ 606951 h 842371"/>
              <a:gd name="connsiteX3" fmla="*/ 1173626 w 1211895"/>
              <a:gd name="connsiteY3" fmla="*/ 139266 h 842371"/>
              <a:gd name="connsiteX4" fmla="*/ 976395 w 1211895"/>
              <a:gd name="connsiteY4" fmla="*/ 9107 h 842371"/>
              <a:gd name="connsiteX5" fmla="*/ 246714 w 1211895"/>
              <a:gd name="connsiteY5" fmla="*/ 97247 h 842371"/>
              <a:gd name="connsiteX6" fmla="*/ 18891 w 1211895"/>
              <a:gd name="connsiteY6" fmla="*/ 557918 h 842371"/>
              <a:gd name="connsiteX7" fmla="*/ 547562 w 1211895"/>
              <a:gd name="connsiteY7" fmla="*/ 720579 h 842371"/>
              <a:gd name="connsiteX8" fmla="*/ 628446 w 1211895"/>
              <a:gd name="connsiteY8" fmla="*/ 842371 h 842371"/>
              <a:gd name="connsiteX0" fmla="*/ 628446 w 1218918"/>
              <a:gd name="connsiteY0" fmla="*/ 842371 h 842371"/>
              <a:gd name="connsiteX1" fmla="*/ 820851 w 1218918"/>
              <a:gd name="connsiteY1" fmla="*/ 763100 h 842371"/>
              <a:gd name="connsiteX2" fmla="*/ 1178477 w 1218918"/>
              <a:gd name="connsiteY2" fmla="*/ 606951 h 842371"/>
              <a:gd name="connsiteX3" fmla="*/ 1173626 w 1218918"/>
              <a:gd name="connsiteY3" fmla="*/ 139266 h 842371"/>
              <a:gd name="connsiteX4" fmla="*/ 976395 w 1218918"/>
              <a:gd name="connsiteY4" fmla="*/ 9107 h 842371"/>
              <a:gd name="connsiteX5" fmla="*/ 246714 w 1218918"/>
              <a:gd name="connsiteY5" fmla="*/ 97247 h 842371"/>
              <a:gd name="connsiteX6" fmla="*/ 18891 w 1218918"/>
              <a:gd name="connsiteY6" fmla="*/ 557918 h 842371"/>
              <a:gd name="connsiteX7" fmla="*/ 547562 w 1218918"/>
              <a:gd name="connsiteY7" fmla="*/ 720579 h 842371"/>
              <a:gd name="connsiteX8" fmla="*/ 628446 w 1218918"/>
              <a:gd name="connsiteY8" fmla="*/ 842371 h 842371"/>
              <a:gd name="connsiteX0" fmla="*/ 628446 w 1223727"/>
              <a:gd name="connsiteY0" fmla="*/ 842371 h 842371"/>
              <a:gd name="connsiteX1" fmla="*/ 820851 w 1223727"/>
              <a:gd name="connsiteY1" fmla="*/ 763100 h 842371"/>
              <a:gd name="connsiteX2" fmla="*/ 1178477 w 1223727"/>
              <a:gd name="connsiteY2" fmla="*/ 606951 h 842371"/>
              <a:gd name="connsiteX3" fmla="*/ 1173626 w 1223727"/>
              <a:gd name="connsiteY3" fmla="*/ 139266 h 842371"/>
              <a:gd name="connsiteX4" fmla="*/ 976395 w 1223727"/>
              <a:gd name="connsiteY4" fmla="*/ 9107 h 842371"/>
              <a:gd name="connsiteX5" fmla="*/ 246714 w 1223727"/>
              <a:gd name="connsiteY5" fmla="*/ 97247 h 842371"/>
              <a:gd name="connsiteX6" fmla="*/ 18891 w 1223727"/>
              <a:gd name="connsiteY6" fmla="*/ 557918 h 842371"/>
              <a:gd name="connsiteX7" fmla="*/ 547562 w 1223727"/>
              <a:gd name="connsiteY7" fmla="*/ 720579 h 842371"/>
              <a:gd name="connsiteX8" fmla="*/ 628446 w 1223727"/>
              <a:gd name="connsiteY8" fmla="*/ 842371 h 842371"/>
              <a:gd name="connsiteX0" fmla="*/ 628446 w 1232687"/>
              <a:gd name="connsiteY0" fmla="*/ 842371 h 842371"/>
              <a:gd name="connsiteX1" fmla="*/ 820851 w 1232687"/>
              <a:gd name="connsiteY1" fmla="*/ 763100 h 842371"/>
              <a:gd name="connsiteX2" fmla="*/ 1178477 w 1232687"/>
              <a:gd name="connsiteY2" fmla="*/ 606951 h 842371"/>
              <a:gd name="connsiteX3" fmla="*/ 1188606 w 1232687"/>
              <a:gd name="connsiteY3" fmla="*/ 158133 h 842371"/>
              <a:gd name="connsiteX4" fmla="*/ 976395 w 1232687"/>
              <a:gd name="connsiteY4" fmla="*/ 9107 h 842371"/>
              <a:gd name="connsiteX5" fmla="*/ 246714 w 1232687"/>
              <a:gd name="connsiteY5" fmla="*/ 97247 h 842371"/>
              <a:gd name="connsiteX6" fmla="*/ 18891 w 1232687"/>
              <a:gd name="connsiteY6" fmla="*/ 557918 h 842371"/>
              <a:gd name="connsiteX7" fmla="*/ 547562 w 1232687"/>
              <a:gd name="connsiteY7" fmla="*/ 720579 h 842371"/>
              <a:gd name="connsiteX8" fmla="*/ 628446 w 1232687"/>
              <a:gd name="connsiteY8" fmla="*/ 842371 h 842371"/>
              <a:gd name="connsiteX0" fmla="*/ 628446 w 1238631"/>
              <a:gd name="connsiteY0" fmla="*/ 842371 h 842371"/>
              <a:gd name="connsiteX1" fmla="*/ 820851 w 1238631"/>
              <a:gd name="connsiteY1" fmla="*/ 763100 h 842371"/>
              <a:gd name="connsiteX2" fmla="*/ 1178477 w 1238631"/>
              <a:gd name="connsiteY2" fmla="*/ 606951 h 842371"/>
              <a:gd name="connsiteX3" fmla="*/ 1197715 w 1238631"/>
              <a:gd name="connsiteY3" fmla="*/ 163763 h 842371"/>
              <a:gd name="connsiteX4" fmla="*/ 976395 w 1238631"/>
              <a:gd name="connsiteY4" fmla="*/ 9107 h 842371"/>
              <a:gd name="connsiteX5" fmla="*/ 246714 w 1238631"/>
              <a:gd name="connsiteY5" fmla="*/ 97247 h 842371"/>
              <a:gd name="connsiteX6" fmla="*/ 18891 w 1238631"/>
              <a:gd name="connsiteY6" fmla="*/ 557918 h 842371"/>
              <a:gd name="connsiteX7" fmla="*/ 547562 w 1238631"/>
              <a:gd name="connsiteY7" fmla="*/ 720579 h 842371"/>
              <a:gd name="connsiteX8" fmla="*/ 628446 w 1238631"/>
              <a:gd name="connsiteY8" fmla="*/ 842371 h 842371"/>
              <a:gd name="connsiteX0" fmla="*/ 632386 w 1242571"/>
              <a:gd name="connsiteY0" fmla="*/ 846766 h 846766"/>
              <a:gd name="connsiteX1" fmla="*/ 824791 w 1242571"/>
              <a:gd name="connsiteY1" fmla="*/ 767495 h 846766"/>
              <a:gd name="connsiteX2" fmla="*/ 1182417 w 1242571"/>
              <a:gd name="connsiteY2" fmla="*/ 611346 h 846766"/>
              <a:gd name="connsiteX3" fmla="*/ 1201655 w 1242571"/>
              <a:gd name="connsiteY3" fmla="*/ 168158 h 846766"/>
              <a:gd name="connsiteX4" fmla="*/ 980335 w 1242571"/>
              <a:gd name="connsiteY4" fmla="*/ 13502 h 846766"/>
              <a:gd name="connsiteX5" fmla="*/ 250654 w 1242571"/>
              <a:gd name="connsiteY5" fmla="*/ 101642 h 846766"/>
              <a:gd name="connsiteX6" fmla="*/ 22831 w 1242571"/>
              <a:gd name="connsiteY6" fmla="*/ 562313 h 846766"/>
              <a:gd name="connsiteX7" fmla="*/ 551502 w 1242571"/>
              <a:gd name="connsiteY7" fmla="*/ 724974 h 846766"/>
              <a:gd name="connsiteX8" fmla="*/ 632386 w 1242571"/>
              <a:gd name="connsiteY8" fmla="*/ 846766 h 846766"/>
              <a:gd name="connsiteX0" fmla="*/ 633056 w 1243241"/>
              <a:gd name="connsiteY0" fmla="*/ 846832 h 846832"/>
              <a:gd name="connsiteX1" fmla="*/ 825461 w 1243241"/>
              <a:gd name="connsiteY1" fmla="*/ 767561 h 846832"/>
              <a:gd name="connsiteX2" fmla="*/ 1183087 w 1243241"/>
              <a:gd name="connsiteY2" fmla="*/ 611412 h 846832"/>
              <a:gd name="connsiteX3" fmla="*/ 1202325 w 1243241"/>
              <a:gd name="connsiteY3" fmla="*/ 168224 h 846832"/>
              <a:gd name="connsiteX4" fmla="*/ 981005 w 1243241"/>
              <a:gd name="connsiteY4" fmla="*/ 13568 h 846832"/>
              <a:gd name="connsiteX5" fmla="*/ 245994 w 1243241"/>
              <a:gd name="connsiteY5" fmla="*/ 86692 h 846832"/>
              <a:gd name="connsiteX6" fmla="*/ 23501 w 1243241"/>
              <a:gd name="connsiteY6" fmla="*/ 562379 h 846832"/>
              <a:gd name="connsiteX7" fmla="*/ 552172 w 1243241"/>
              <a:gd name="connsiteY7" fmla="*/ 725040 h 846832"/>
              <a:gd name="connsiteX8" fmla="*/ 633056 w 1243241"/>
              <a:gd name="connsiteY8" fmla="*/ 846832 h 846832"/>
              <a:gd name="connsiteX0" fmla="*/ 633056 w 1243241"/>
              <a:gd name="connsiteY0" fmla="*/ 848503 h 848503"/>
              <a:gd name="connsiteX1" fmla="*/ 825461 w 1243241"/>
              <a:gd name="connsiteY1" fmla="*/ 769232 h 848503"/>
              <a:gd name="connsiteX2" fmla="*/ 1183087 w 1243241"/>
              <a:gd name="connsiteY2" fmla="*/ 613083 h 848503"/>
              <a:gd name="connsiteX3" fmla="*/ 1202325 w 1243241"/>
              <a:gd name="connsiteY3" fmla="*/ 169895 h 848503"/>
              <a:gd name="connsiteX4" fmla="*/ 981005 w 1243241"/>
              <a:gd name="connsiteY4" fmla="*/ 15239 h 848503"/>
              <a:gd name="connsiteX5" fmla="*/ 245994 w 1243241"/>
              <a:gd name="connsiteY5" fmla="*/ 88363 h 848503"/>
              <a:gd name="connsiteX6" fmla="*/ 23501 w 1243241"/>
              <a:gd name="connsiteY6" fmla="*/ 564050 h 848503"/>
              <a:gd name="connsiteX7" fmla="*/ 552172 w 1243241"/>
              <a:gd name="connsiteY7" fmla="*/ 726711 h 848503"/>
              <a:gd name="connsiteX8" fmla="*/ 633056 w 1243241"/>
              <a:gd name="connsiteY8" fmla="*/ 848503 h 848503"/>
              <a:gd name="connsiteX0" fmla="*/ 633056 w 1243241"/>
              <a:gd name="connsiteY0" fmla="*/ 852489 h 852489"/>
              <a:gd name="connsiteX1" fmla="*/ 825461 w 1243241"/>
              <a:gd name="connsiteY1" fmla="*/ 773218 h 852489"/>
              <a:gd name="connsiteX2" fmla="*/ 1183087 w 1243241"/>
              <a:gd name="connsiteY2" fmla="*/ 617069 h 852489"/>
              <a:gd name="connsiteX3" fmla="*/ 1202325 w 1243241"/>
              <a:gd name="connsiteY3" fmla="*/ 173881 h 852489"/>
              <a:gd name="connsiteX4" fmla="*/ 981005 w 1243241"/>
              <a:gd name="connsiteY4" fmla="*/ 19225 h 852489"/>
              <a:gd name="connsiteX5" fmla="*/ 245994 w 1243241"/>
              <a:gd name="connsiteY5" fmla="*/ 92349 h 852489"/>
              <a:gd name="connsiteX6" fmla="*/ 23501 w 1243241"/>
              <a:gd name="connsiteY6" fmla="*/ 568036 h 852489"/>
              <a:gd name="connsiteX7" fmla="*/ 552172 w 1243241"/>
              <a:gd name="connsiteY7" fmla="*/ 730697 h 852489"/>
              <a:gd name="connsiteX8" fmla="*/ 633056 w 1243241"/>
              <a:gd name="connsiteY8" fmla="*/ 852489 h 852489"/>
              <a:gd name="connsiteX0" fmla="*/ 633056 w 1238870"/>
              <a:gd name="connsiteY0" fmla="*/ 852489 h 852489"/>
              <a:gd name="connsiteX1" fmla="*/ 825461 w 1238870"/>
              <a:gd name="connsiteY1" fmla="*/ 773218 h 852489"/>
              <a:gd name="connsiteX2" fmla="*/ 1183087 w 1238870"/>
              <a:gd name="connsiteY2" fmla="*/ 617069 h 852489"/>
              <a:gd name="connsiteX3" fmla="*/ 1202325 w 1238870"/>
              <a:gd name="connsiteY3" fmla="*/ 173881 h 852489"/>
              <a:gd name="connsiteX4" fmla="*/ 981005 w 1238870"/>
              <a:gd name="connsiteY4" fmla="*/ 19225 h 852489"/>
              <a:gd name="connsiteX5" fmla="*/ 245994 w 1238870"/>
              <a:gd name="connsiteY5" fmla="*/ 92349 h 852489"/>
              <a:gd name="connsiteX6" fmla="*/ 23501 w 1238870"/>
              <a:gd name="connsiteY6" fmla="*/ 568036 h 852489"/>
              <a:gd name="connsiteX7" fmla="*/ 552172 w 1238870"/>
              <a:gd name="connsiteY7" fmla="*/ 730697 h 852489"/>
              <a:gd name="connsiteX8" fmla="*/ 633056 w 1238870"/>
              <a:gd name="connsiteY8" fmla="*/ 852489 h 852489"/>
              <a:gd name="connsiteX0" fmla="*/ 633056 w 1237972"/>
              <a:gd name="connsiteY0" fmla="*/ 852489 h 852489"/>
              <a:gd name="connsiteX1" fmla="*/ 825461 w 1237972"/>
              <a:gd name="connsiteY1" fmla="*/ 773218 h 852489"/>
              <a:gd name="connsiteX2" fmla="*/ 1183087 w 1237972"/>
              <a:gd name="connsiteY2" fmla="*/ 617069 h 852489"/>
              <a:gd name="connsiteX3" fmla="*/ 1202325 w 1237972"/>
              <a:gd name="connsiteY3" fmla="*/ 173881 h 852489"/>
              <a:gd name="connsiteX4" fmla="*/ 981005 w 1237972"/>
              <a:gd name="connsiteY4" fmla="*/ 19225 h 852489"/>
              <a:gd name="connsiteX5" fmla="*/ 245994 w 1237972"/>
              <a:gd name="connsiteY5" fmla="*/ 92349 h 852489"/>
              <a:gd name="connsiteX6" fmla="*/ 23501 w 1237972"/>
              <a:gd name="connsiteY6" fmla="*/ 568036 h 852489"/>
              <a:gd name="connsiteX7" fmla="*/ 552172 w 1237972"/>
              <a:gd name="connsiteY7" fmla="*/ 730697 h 852489"/>
              <a:gd name="connsiteX8" fmla="*/ 633056 w 1237972"/>
              <a:gd name="connsiteY8" fmla="*/ 852489 h 85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415F49B-3CBC-46CF-AFB5-988852D0479E}"/>
              </a:ext>
            </a:extLst>
          </p:cNvPr>
          <p:cNvSpPr/>
          <p:nvPr/>
        </p:nvSpPr>
        <p:spPr>
          <a:xfrm rot="21133683" flipH="1">
            <a:off x="1010574" y="456230"/>
            <a:ext cx="9378187" cy="5238589"/>
          </a:xfrm>
          <a:custGeom>
            <a:avLst/>
            <a:gdLst>
              <a:gd name="connsiteX0" fmla="*/ 628580 w 1248448"/>
              <a:gd name="connsiteY0" fmla="*/ 873029 h 873038"/>
              <a:gd name="connsiteX1" fmla="*/ 820985 w 1248448"/>
              <a:gd name="connsiteY1" fmla="*/ 803115 h 873038"/>
              <a:gd name="connsiteX2" fmla="*/ 1179791 w 1248448"/>
              <a:gd name="connsiteY2" fmla="*/ 630332 h 873038"/>
              <a:gd name="connsiteX3" fmla="*/ 1178744 w 1248448"/>
              <a:gd name="connsiteY3" fmla="*/ 192753 h 873038"/>
              <a:gd name="connsiteX4" fmla="*/ 459416 w 1248448"/>
              <a:gd name="connsiteY4" fmla="*/ 32447 h 873038"/>
              <a:gd name="connsiteX5" fmla="*/ 7264 w 1248448"/>
              <a:gd name="connsiteY5" fmla="*/ 595184 h 873038"/>
              <a:gd name="connsiteX6" fmla="*/ 545617 w 1248448"/>
              <a:gd name="connsiteY6" fmla="*/ 737202 h 873038"/>
              <a:gd name="connsiteX7" fmla="*/ 628580 w 1248448"/>
              <a:gd name="connsiteY7" fmla="*/ 873029 h 873038"/>
              <a:gd name="connsiteX0" fmla="*/ 628618 w 1248446"/>
              <a:gd name="connsiteY0" fmla="*/ 873038 h 873038"/>
              <a:gd name="connsiteX1" fmla="*/ 821023 w 1248446"/>
              <a:gd name="connsiteY1" fmla="*/ 803124 h 873038"/>
              <a:gd name="connsiteX2" fmla="*/ 1179829 w 1248446"/>
              <a:gd name="connsiteY2" fmla="*/ 630341 h 873038"/>
              <a:gd name="connsiteX3" fmla="*/ 1178782 w 1248446"/>
              <a:gd name="connsiteY3" fmla="*/ 192762 h 873038"/>
              <a:gd name="connsiteX4" fmla="*/ 459454 w 1248446"/>
              <a:gd name="connsiteY4" fmla="*/ 32456 h 873038"/>
              <a:gd name="connsiteX5" fmla="*/ 7302 w 1248446"/>
              <a:gd name="connsiteY5" fmla="*/ 595193 h 873038"/>
              <a:gd name="connsiteX6" fmla="*/ 547734 w 1248446"/>
              <a:gd name="connsiteY6" fmla="*/ 751246 h 873038"/>
              <a:gd name="connsiteX7" fmla="*/ 628618 w 1248446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49939"/>
              <a:gd name="connsiteY0" fmla="*/ 873038 h 873038"/>
              <a:gd name="connsiteX1" fmla="*/ 828272 w 1249939"/>
              <a:gd name="connsiteY1" fmla="*/ 793767 h 873038"/>
              <a:gd name="connsiteX2" fmla="*/ 1187078 w 1249939"/>
              <a:gd name="connsiteY2" fmla="*/ 630341 h 873038"/>
              <a:gd name="connsiteX3" fmla="*/ 1186031 w 1249939"/>
              <a:gd name="connsiteY3" fmla="*/ 192762 h 873038"/>
              <a:gd name="connsiteX4" fmla="*/ 466703 w 1249939"/>
              <a:gd name="connsiteY4" fmla="*/ 32456 h 873038"/>
              <a:gd name="connsiteX5" fmla="*/ 14551 w 1249939"/>
              <a:gd name="connsiteY5" fmla="*/ 595193 h 873038"/>
              <a:gd name="connsiteX6" fmla="*/ 554983 w 1249939"/>
              <a:gd name="connsiteY6" fmla="*/ 751246 h 873038"/>
              <a:gd name="connsiteX7" fmla="*/ 635867 w 1249939"/>
              <a:gd name="connsiteY7" fmla="*/ 873038 h 873038"/>
              <a:gd name="connsiteX0" fmla="*/ 615218 w 1229290"/>
              <a:gd name="connsiteY0" fmla="*/ 861281 h 861281"/>
              <a:gd name="connsiteX1" fmla="*/ 807623 w 1229290"/>
              <a:gd name="connsiteY1" fmla="*/ 782010 h 861281"/>
              <a:gd name="connsiteX2" fmla="*/ 1166429 w 1229290"/>
              <a:gd name="connsiteY2" fmla="*/ 618584 h 861281"/>
              <a:gd name="connsiteX3" fmla="*/ 1165382 w 1229290"/>
              <a:gd name="connsiteY3" fmla="*/ 181005 h 861281"/>
              <a:gd name="connsiteX4" fmla="*/ 446054 w 1229290"/>
              <a:gd name="connsiteY4" fmla="*/ 20699 h 861281"/>
              <a:gd name="connsiteX5" fmla="*/ 5663 w 1229290"/>
              <a:gd name="connsiteY5" fmla="*/ 576828 h 861281"/>
              <a:gd name="connsiteX6" fmla="*/ 534334 w 1229290"/>
              <a:gd name="connsiteY6" fmla="*/ 739489 h 861281"/>
              <a:gd name="connsiteX7" fmla="*/ 615218 w 1229290"/>
              <a:gd name="connsiteY7" fmla="*/ 861281 h 861281"/>
              <a:gd name="connsiteX0" fmla="*/ 619617 w 1233689"/>
              <a:gd name="connsiteY0" fmla="*/ 861281 h 861281"/>
              <a:gd name="connsiteX1" fmla="*/ 812022 w 1233689"/>
              <a:gd name="connsiteY1" fmla="*/ 782010 h 861281"/>
              <a:gd name="connsiteX2" fmla="*/ 1170828 w 1233689"/>
              <a:gd name="connsiteY2" fmla="*/ 618584 h 861281"/>
              <a:gd name="connsiteX3" fmla="*/ 1169781 w 1233689"/>
              <a:gd name="connsiteY3" fmla="*/ 181005 h 861281"/>
              <a:gd name="connsiteX4" fmla="*/ 450453 w 1233689"/>
              <a:gd name="connsiteY4" fmla="*/ 20699 h 861281"/>
              <a:gd name="connsiteX5" fmla="*/ 10062 w 1233689"/>
              <a:gd name="connsiteY5" fmla="*/ 576828 h 861281"/>
              <a:gd name="connsiteX6" fmla="*/ 538733 w 1233689"/>
              <a:gd name="connsiteY6" fmla="*/ 739489 h 861281"/>
              <a:gd name="connsiteX7" fmla="*/ 619617 w 1233689"/>
              <a:gd name="connsiteY7" fmla="*/ 861281 h 861281"/>
              <a:gd name="connsiteX0" fmla="*/ 619579 w 1239236"/>
              <a:gd name="connsiteY0" fmla="*/ 863398 h 863398"/>
              <a:gd name="connsiteX1" fmla="*/ 811984 w 1239236"/>
              <a:gd name="connsiteY1" fmla="*/ 784127 h 863398"/>
              <a:gd name="connsiteX2" fmla="*/ 1170790 w 1239236"/>
              <a:gd name="connsiteY2" fmla="*/ 620701 h 863398"/>
              <a:gd name="connsiteX3" fmla="*/ 1169743 w 1239236"/>
              <a:gd name="connsiteY3" fmla="*/ 183122 h 863398"/>
              <a:gd name="connsiteX4" fmla="*/ 451887 w 1239236"/>
              <a:gd name="connsiteY4" fmla="*/ 17855 h 863398"/>
              <a:gd name="connsiteX5" fmla="*/ 10024 w 1239236"/>
              <a:gd name="connsiteY5" fmla="*/ 578945 h 863398"/>
              <a:gd name="connsiteX6" fmla="*/ 538695 w 1239236"/>
              <a:gd name="connsiteY6" fmla="*/ 741606 h 863398"/>
              <a:gd name="connsiteX7" fmla="*/ 619579 w 1239236"/>
              <a:gd name="connsiteY7" fmla="*/ 863398 h 863398"/>
              <a:gd name="connsiteX0" fmla="*/ 623569 w 1243226"/>
              <a:gd name="connsiteY0" fmla="*/ 870437 h 870437"/>
              <a:gd name="connsiteX1" fmla="*/ 815974 w 1243226"/>
              <a:gd name="connsiteY1" fmla="*/ 791166 h 870437"/>
              <a:gd name="connsiteX2" fmla="*/ 1174780 w 1243226"/>
              <a:gd name="connsiteY2" fmla="*/ 627740 h 870437"/>
              <a:gd name="connsiteX3" fmla="*/ 1173733 w 1243226"/>
              <a:gd name="connsiteY3" fmla="*/ 190161 h 870437"/>
              <a:gd name="connsiteX4" fmla="*/ 455877 w 1243226"/>
              <a:gd name="connsiteY4" fmla="*/ 24894 h 870437"/>
              <a:gd name="connsiteX5" fmla="*/ 14014 w 1243226"/>
              <a:gd name="connsiteY5" fmla="*/ 585984 h 870437"/>
              <a:gd name="connsiteX6" fmla="*/ 542685 w 1243226"/>
              <a:gd name="connsiteY6" fmla="*/ 748645 h 870437"/>
              <a:gd name="connsiteX7" fmla="*/ 623569 w 1243226"/>
              <a:gd name="connsiteY7" fmla="*/ 870437 h 870437"/>
              <a:gd name="connsiteX0" fmla="*/ 624861 w 1244518"/>
              <a:gd name="connsiteY0" fmla="*/ 869274 h 869274"/>
              <a:gd name="connsiteX1" fmla="*/ 817266 w 1244518"/>
              <a:gd name="connsiteY1" fmla="*/ 790003 h 869274"/>
              <a:gd name="connsiteX2" fmla="*/ 1176072 w 1244518"/>
              <a:gd name="connsiteY2" fmla="*/ 626577 h 869274"/>
              <a:gd name="connsiteX3" fmla="*/ 1175025 w 1244518"/>
              <a:gd name="connsiteY3" fmla="*/ 188998 h 869274"/>
              <a:gd name="connsiteX4" fmla="*/ 457169 w 1244518"/>
              <a:gd name="connsiteY4" fmla="*/ 23731 h 869274"/>
              <a:gd name="connsiteX5" fmla="*/ 15306 w 1244518"/>
              <a:gd name="connsiteY5" fmla="*/ 584821 h 869274"/>
              <a:gd name="connsiteX6" fmla="*/ 543977 w 1244518"/>
              <a:gd name="connsiteY6" fmla="*/ 747482 h 869274"/>
              <a:gd name="connsiteX7" fmla="*/ 624861 w 1244518"/>
              <a:gd name="connsiteY7" fmla="*/ 869274 h 869274"/>
              <a:gd name="connsiteX0" fmla="*/ 619558 w 1235941"/>
              <a:gd name="connsiteY0" fmla="*/ 867295 h 867295"/>
              <a:gd name="connsiteX1" fmla="*/ 811963 w 1235941"/>
              <a:gd name="connsiteY1" fmla="*/ 788024 h 867295"/>
              <a:gd name="connsiteX2" fmla="*/ 1170769 w 1235941"/>
              <a:gd name="connsiteY2" fmla="*/ 624598 h 867295"/>
              <a:gd name="connsiteX3" fmla="*/ 1164738 w 1235941"/>
              <a:gd name="connsiteY3" fmla="*/ 164190 h 867295"/>
              <a:gd name="connsiteX4" fmla="*/ 451866 w 1235941"/>
              <a:gd name="connsiteY4" fmla="*/ 21752 h 867295"/>
              <a:gd name="connsiteX5" fmla="*/ 10003 w 1235941"/>
              <a:gd name="connsiteY5" fmla="*/ 582842 h 867295"/>
              <a:gd name="connsiteX6" fmla="*/ 538674 w 1235941"/>
              <a:gd name="connsiteY6" fmla="*/ 745503 h 867295"/>
              <a:gd name="connsiteX7" fmla="*/ 619558 w 1235941"/>
              <a:gd name="connsiteY7" fmla="*/ 867295 h 867295"/>
              <a:gd name="connsiteX0" fmla="*/ 622435 w 1238818"/>
              <a:gd name="connsiteY0" fmla="*/ 868328 h 868328"/>
              <a:gd name="connsiteX1" fmla="*/ 814840 w 1238818"/>
              <a:gd name="connsiteY1" fmla="*/ 789057 h 868328"/>
              <a:gd name="connsiteX2" fmla="*/ 1173646 w 1238818"/>
              <a:gd name="connsiteY2" fmla="*/ 625631 h 868328"/>
              <a:gd name="connsiteX3" fmla="*/ 1167615 w 1238818"/>
              <a:gd name="connsiteY3" fmla="*/ 165223 h 868328"/>
              <a:gd name="connsiteX4" fmla="*/ 454743 w 1238818"/>
              <a:gd name="connsiteY4" fmla="*/ 22785 h 868328"/>
              <a:gd name="connsiteX5" fmla="*/ 12880 w 1238818"/>
              <a:gd name="connsiteY5" fmla="*/ 583875 h 868328"/>
              <a:gd name="connsiteX6" fmla="*/ 541551 w 1238818"/>
              <a:gd name="connsiteY6" fmla="*/ 746536 h 868328"/>
              <a:gd name="connsiteX7" fmla="*/ 622435 w 1238818"/>
              <a:gd name="connsiteY7" fmla="*/ 868328 h 868328"/>
              <a:gd name="connsiteX0" fmla="*/ 618931 w 1201319"/>
              <a:gd name="connsiteY0" fmla="*/ 879992 h 879992"/>
              <a:gd name="connsiteX1" fmla="*/ 811336 w 1201319"/>
              <a:gd name="connsiteY1" fmla="*/ 800721 h 879992"/>
              <a:gd name="connsiteX2" fmla="*/ 1170142 w 1201319"/>
              <a:gd name="connsiteY2" fmla="*/ 637295 h 879992"/>
              <a:gd name="connsiteX3" fmla="*/ 1164111 w 1201319"/>
              <a:gd name="connsiteY3" fmla="*/ 176887 h 879992"/>
              <a:gd name="connsiteX4" fmla="*/ 1005959 w 1201319"/>
              <a:gd name="connsiteY4" fmla="*/ 73552 h 879992"/>
              <a:gd name="connsiteX5" fmla="*/ 451239 w 1201319"/>
              <a:gd name="connsiteY5" fmla="*/ 34449 h 879992"/>
              <a:gd name="connsiteX6" fmla="*/ 9376 w 1201319"/>
              <a:gd name="connsiteY6" fmla="*/ 595539 h 879992"/>
              <a:gd name="connsiteX7" fmla="*/ 538047 w 1201319"/>
              <a:gd name="connsiteY7" fmla="*/ 758200 h 879992"/>
              <a:gd name="connsiteX8" fmla="*/ 618931 w 1201319"/>
              <a:gd name="connsiteY8" fmla="*/ 879992 h 879992"/>
              <a:gd name="connsiteX0" fmla="*/ 618931 w 1214866"/>
              <a:gd name="connsiteY0" fmla="*/ 879992 h 879992"/>
              <a:gd name="connsiteX1" fmla="*/ 811336 w 1214866"/>
              <a:gd name="connsiteY1" fmla="*/ 800721 h 879992"/>
              <a:gd name="connsiteX2" fmla="*/ 1170142 w 1214866"/>
              <a:gd name="connsiteY2" fmla="*/ 637295 h 879992"/>
              <a:gd name="connsiteX3" fmla="*/ 1164111 w 1214866"/>
              <a:gd name="connsiteY3" fmla="*/ 176887 h 879992"/>
              <a:gd name="connsiteX4" fmla="*/ 1005959 w 1214866"/>
              <a:gd name="connsiteY4" fmla="*/ 73552 h 879992"/>
              <a:gd name="connsiteX5" fmla="*/ 451239 w 1214866"/>
              <a:gd name="connsiteY5" fmla="*/ 34449 h 879992"/>
              <a:gd name="connsiteX6" fmla="*/ 9376 w 1214866"/>
              <a:gd name="connsiteY6" fmla="*/ 595539 h 879992"/>
              <a:gd name="connsiteX7" fmla="*/ 538047 w 1214866"/>
              <a:gd name="connsiteY7" fmla="*/ 758200 h 879992"/>
              <a:gd name="connsiteX8" fmla="*/ 618931 w 1214866"/>
              <a:gd name="connsiteY8" fmla="*/ 879992 h 879992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20039 w 1203184"/>
              <a:gd name="connsiteY0" fmla="*/ 874240 h 874240"/>
              <a:gd name="connsiteX1" fmla="*/ 812444 w 1203184"/>
              <a:gd name="connsiteY1" fmla="*/ 794969 h 874240"/>
              <a:gd name="connsiteX2" fmla="*/ 1171250 w 1203184"/>
              <a:gd name="connsiteY2" fmla="*/ 631543 h 874240"/>
              <a:gd name="connsiteX3" fmla="*/ 1165219 w 1203184"/>
              <a:gd name="connsiteY3" fmla="*/ 171135 h 874240"/>
              <a:gd name="connsiteX4" fmla="*/ 990916 w 1203184"/>
              <a:gd name="connsiteY4" fmla="*/ 39669 h 874240"/>
              <a:gd name="connsiteX5" fmla="*/ 406775 w 1203184"/>
              <a:gd name="connsiteY5" fmla="*/ 50168 h 874240"/>
              <a:gd name="connsiteX6" fmla="*/ 10484 w 1203184"/>
              <a:gd name="connsiteY6" fmla="*/ 589787 h 874240"/>
              <a:gd name="connsiteX7" fmla="*/ 539155 w 1203184"/>
              <a:gd name="connsiteY7" fmla="*/ 752448 h 874240"/>
              <a:gd name="connsiteX8" fmla="*/ 620039 w 1203184"/>
              <a:gd name="connsiteY8" fmla="*/ 874240 h 874240"/>
              <a:gd name="connsiteX0" fmla="*/ 620213 w 1203358"/>
              <a:gd name="connsiteY0" fmla="*/ 867642 h 867642"/>
              <a:gd name="connsiteX1" fmla="*/ 812618 w 1203358"/>
              <a:gd name="connsiteY1" fmla="*/ 788371 h 867642"/>
              <a:gd name="connsiteX2" fmla="*/ 1171424 w 1203358"/>
              <a:gd name="connsiteY2" fmla="*/ 624945 h 867642"/>
              <a:gd name="connsiteX3" fmla="*/ 1165393 w 1203358"/>
              <a:gd name="connsiteY3" fmla="*/ 164537 h 867642"/>
              <a:gd name="connsiteX4" fmla="*/ 991090 w 1203358"/>
              <a:gd name="connsiteY4" fmla="*/ 33071 h 867642"/>
              <a:gd name="connsiteX5" fmla="*/ 406949 w 1203358"/>
              <a:gd name="connsiteY5" fmla="*/ 43570 h 867642"/>
              <a:gd name="connsiteX6" fmla="*/ 10658 w 1203358"/>
              <a:gd name="connsiteY6" fmla="*/ 583189 h 867642"/>
              <a:gd name="connsiteX7" fmla="*/ 539329 w 1203358"/>
              <a:gd name="connsiteY7" fmla="*/ 745850 h 867642"/>
              <a:gd name="connsiteX8" fmla="*/ 620213 w 1203358"/>
              <a:gd name="connsiteY8" fmla="*/ 867642 h 867642"/>
              <a:gd name="connsiteX0" fmla="*/ 621220 w 1204365"/>
              <a:gd name="connsiteY0" fmla="*/ 864871 h 864871"/>
              <a:gd name="connsiteX1" fmla="*/ 813625 w 1204365"/>
              <a:gd name="connsiteY1" fmla="*/ 785600 h 864871"/>
              <a:gd name="connsiteX2" fmla="*/ 1172431 w 1204365"/>
              <a:gd name="connsiteY2" fmla="*/ 622174 h 864871"/>
              <a:gd name="connsiteX3" fmla="*/ 1166400 w 1204365"/>
              <a:gd name="connsiteY3" fmla="*/ 161766 h 864871"/>
              <a:gd name="connsiteX4" fmla="*/ 992097 w 1204365"/>
              <a:gd name="connsiteY4" fmla="*/ 30300 h 864871"/>
              <a:gd name="connsiteX5" fmla="*/ 407956 w 1204365"/>
              <a:gd name="connsiteY5" fmla="*/ 40799 h 864871"/>
              <a:gd name="connsiteX6" fmla="*/ 11665 w 1204365"/>
              <a:gd name="connsiteY6" fmla="*/ 580418 h 864871"/>
              <a:gd name="connsiteX7" fmla="*/ 540336 w 1204365"/>
              <a:gd name="connsiteY7" fmla="*/ 743079 h 864871"/>
              <a:gd name="connsiteX8" fmla="*/ 621220 w 1204365"/>
              <a:gd name="connsiteY8" fmla="*/ 864871 h 864871"/>
              <a:gd name="connsiteX0" fmla="*/ 619935 w 1204190"/>
              <a:gd name="connsiteY0" fmla="*/ 873669 h 873669"/>
              <a:gd name="connsiteX1" fmla="*/ 812340 w 1204190"/>
              <a:gd name="connsiteY1" fmla="*/ 794398 h 873669"/>
              <a:gd name="connsiteX2" fmla="*/ 1171146 w 1204190"/>
              <a:gd name="connsiteY2" fmla="*/ 630972 h 873669"/>
              <a:gd name="connsiteX3" fmla="*/ 1165115 w 1204190"/>
              <a:gd name="connsiteY3" fmla="*/ 170564 h 873669"/>
              <a:gd name="connsiteX4" fmla="*/ 967884 w 1204190"/>
              <a:gd name="connsiteY4" fmla="*/ 40405 h 873669"/>
              <a:gd name="connsiteX5" fmla="*/ 406671 w 1204190"/>
              <a:gd name="connsiteY5" fmla="*/ 49597 h 873669"/>
              <a:gd name="connsiteX6" fmla="*/ 10380 w 1204190"/>
              <a:gd name="connsiteY6" fmla="*/ 589216 h 873669"/>
              <a:gd name="connsiteX7" fmla="*/ 539051 w 1204190"/>
              <a:gd name="connsiteY7" fmla="*/ 751877 h 873669"/>
              <a:gd name="connsiteX8" fmla="*/ 619935 w 1204190"/>
              <a:gd name="connsiteY8" fmla="*/ 873669 h 873669"/>
              <a:gd name="connsiteX0" fmla="*/ 628446 w 1212701"/>
              <a:gd name="connsiteY0" fmla="*/ 842371 h 842371"/>
              <a:gd name="connsiteX1" fmla="*/ 820851 w 1212701"/>
              <a:gd name="connsiteY1" fmla="*/ 763100 h 842371"/>
              <a:gd name="connsiteX2" fmla="*/ 1179657 w 1212701"/>
              <a:gd name="connsiteY2" fmla="*/ 599674 h 842371"/>
              <a:gd name="connsiteX3" fmla="*/ 1173626 w 1212701"/>
              <a:gd name="connsiteY3" fmla="*/ 139266 h 842371"/>
              <a:gd name="connsiteX4" fmla="*/ 976395 w 1212701"/>
              <a:gd name="connsiteY4" fmla="*/ 9107 h 842371"/>
              <a:gd name="connsiteX5" fmla="*/ 246714 w 1212701"/>
              <a:gd name="connsiteY5" fmla="*/ 97247 h 842371"/>
              <a:gd name="connsiteX6" fmla="*/ 18891 w 1212701"/>
              <a:gd name="connsiteY6" fmla="*/ 557918 h 842371"/>
              <a:gd name="connsiteX7" fmla="*/ 547562 w 1212701"/>
              <a:gd name="connsiteY7" fmla="*/ 720579 h 842371"/>
              <a:gd name="connsiteX8" fmla="*/ 628446 w 1212701"/>
              <a:gd name="connsiteY8" fmla="*/ 842371 h 842371"/>
              <a:gd name="connsiteX0" fmla="*/ 628446 w 1211895"/>
              <a:gd name="connsiteY0" fmla="*/ 842371 h 842371"/>
              <a:gd name="connsiteX1" fmla="*/ 820851 w 1211895"/>
              <a:gd name="connsiteY1" fmla="*/ 763100 h 842371"/>
              <a:gd name="connsiteX2" fmla="*/ 1178477 w 1211895"/>
              <a:gd name="connsiteY2" fmla="*/ 606951 h 842371"/>
              <a:gd name="connsiteX3" fmla="*/ 1173626 w 1211895"/>
              <a:gd name="connsiteY3" fmla="*/ 139266 h 842371"/>
              <a:gd name="connsiteX4" fmla="*/ 976395 w 1211895"/>
              <a:gd name="connsiteY4" fmla="*/ 9107 h 842371"/>
              <a:gd name="connsiteX5" fmla="*/ 246714 w 1211895"/>
              <a:gd name="connsiteY5" fmla="*/ 97247 h 842371"/>
              <a:gd name="connsiteX6" fmla="*/ 18891 w 1211895"/>
              <a:gd name="connsiteY6" fmla="*/ 557918 h 842371"/>
              <a:gd name="connsiteX7" fmla="*/ 547562 w 1211895"/>
              <a:gd name="connsiteY7" fmla="*/ 720579 h 842371"/>
              <a:gd name="connsiteX8" fmla="*/ 628446 w 1211895"/>
              <a:gd name="connsiteY8" fmla="*/ 842371 h 842371"/>
              <a:gd name="connsiteX0" fmla="*/ 628446 w 1218918"/>
              <a:gd name="connsiteY0" fmla="*/ 842371 h 842371"/>
              <a:gd name="connsiteX1" fmla="*/ 820851 w 1218918"/>
              <a:gd name="connsiteY1" fmla="*/ 763100 h 842371"/>
              <a:gd name="connsiteX2" fmla="*/ 1178477 w 1218918"/>
              <a:gd name="connsiteY2" fmla="*/ 606951 h 842371"/>
              <a:gd name="connsiteX3" fmla="*/ 1173626 w 1218918"/>
              <a:gd name="connsiteY3" fmla="*/ 139266 h 842371"/>
              <a:gd name="connsiteX4" fmla="*/ 976395 w 1218918"/>
              <a:gd name="connsiteY4" fmla="*/ 9107 h 842371"/>
              <a:gd name="connsiteX5" fmla="*/ 246714 w 1218918"/>
              <a:gd name="connsiteY5" fmla="*/ 97247 h 842371"/>
              <a:gd name="connsiteX6" fmla="*/ 18891 w 1218918"/>
              <a:gd name="connsiteY6" fmla="*/ 557918 h 842371"/>
              <a:gd name="connsiteX7" fmla="*/ 547562 w 1218918"/>
              <a:gd name="connsiteY7" fmla="*/ 720579 h 842371"/>
              <a:gd name="connsiteX8" fmla="*/ 628446 w 1218918"/>
              <a:gd name="connsiteY8" fmla="*/ 842371 h 842371"/>
              <a:gd name="connsiteX0" fmla="*/ 628446 w 1223727"/>
              <a:gd name="connsiteY0" fmla="*/ 842371 h 842371"/>
              <a:gd name="connsiteX1" fmla="*/ 820851 w 1223727"/>
              <a:gd name="connsiteY1" fmla="*/ 763100 h 842371"/>
              <a:gd name="connsiteX2" fmla="*/ 1178477 w 1223727"/>
              <a:gd name="connsiteY2" fmla="*/ 606951 h 842371"/>
              <a:gd name="connsiteX3" fmla="*/ 1173626 w 1223727"/>
              <a:gd name="connsiteY3" fmla="*/ 139266 h 842371"/>
              <a:gd name="connsiteX4" fmla="*/ 976395 w 1223727"/>
              <a:gd name="connsiteY4" fmla="*/ 9107 h 842371"/>
              <a:gd name="connsiteX5" fmla="*/ 246714 w 1223727"/>
              <a:gd name="connsiteY5" fmla="*/ 97247 h 842371"/>
              <a:gd name="connsiteX6" fmla="*/ 18891 w 1223727"/>
              <a:gd name="connsiteY6" fmla="*/ 557918 h 842371"/>
              <a:gd name="connsiteX7" fmla="*/ 547562 w 1223727"/>
              <a:gd name="connsiteY7" fmla="*/ 720579 h 842371"/>
              <a:gd name="connsiteX8" fmla="*/ 628446 w 1223727"/>
              <a:gd name="connsiteY8" fmla="*/ 842371 h 842371"/>
              <a:gd name="connsiteX0" fmla="*/ 628446 w 1232687"/>
              <a:gd name="connsiteY0" fmla="*/ 842371 h 842371"/>
              <a:gd name="connsiteX1" fmla="*/ 820851 w 1232687"/>
              <a:gd name="connsiteY1" fmla="*/ 763100 h 842371"/>
              <a:gd name="connsiteX2" fmla="*/ 1178477 w 1232687"/>
              <a:gd name="connsiteY2" fmla="*/ 606951 h 842371"/>
              <a:gd name="connsiteX3" fmla="*/ 1188606 w 1232687"/>
              <a:gd name="connsiteY3" fmla="*/ 158133 h 842371"/>
              <a:gd name="connsiteX4" fmla="*/ 976395 w 1232687"/>
              <a:gd name="connsiteY4" fmla="*/ 9107 h 842371"/>
              <a:gd name="connsiteX5" fmla="*/ 246714 w 1232687"/>
              <a:gd name="connsiteY5" fmla="*/ 97247 h 842371"/>
              <a:gd name="connsiteX6" fmla="*/ 18891 w 1232687"/>
              <a:gd name="connsiteY6" fmla="*/ 557918 h 842371"/>
              <a:gd name="connsiteX7" fmla="*/ 547562 w 1232687"/>
              <a:gd name="connsiteY7" fmla="*/ 720579 h 842371"/>
              <a:gd name="connsiteX8" fmla="*/ 628446 w 1232687"/>
              <a:gd name="connsiteY8" fmla="*/ 842371 h 842371"/>
              <a:gd name="connsiteX0" fmla="*/ 628446 w 1238631"/>
              <a:gd name="connsiteY0" fmla="*/ 842371 h 842371"/>
              <a:gd name="connsiteX1" fmla="*/ 820851 w 1238631"/>
              <a:gd name="connsiteY1" fmla="*/ 763100 h 842371"/>
              <a:gd name="connsiteX2" fmla="*/ 1178477 w 1238631"/>
              <a:gd name="connsiteY2" fmla="*/ 606951 h 842371"/>
              <a:gd name="connsiteX3" fmla="*/ 1197715 w 1238631"/>
              <a:gd name="connsiteY3" fmla="*/ 163763 h 842371"/>
              <a:gd name="connsiteX4" fmla="*/ 976395 w 1238631"/>
              <a:gd name="connsiteY4" fmla="*/ 9107 h 842371"/>
              <a:gd name="connsiteX5" fmla="*/ 246714 w 1238631"/>
              <a:gd name="connsiteY5" fmla="*/ 97247 h 842371"/>
              <a:gd name="connsiteX6" fmla="*/ 18891 w 1238631"/>
              <a:gd name="connsiteY6" fmla="*/ 557918 h 842371"/>
              <a:gd name="connsiteX7" fmla="*/ 547562 w 1238631"/>
              <a:gd name="connsiteY7" fmla="*/ 720579 h 842371"/>
              <a:gd name="connsiteX8" fmla="*/ 628446 w 1238631"/>
              <a:gd name="connsiteY8" fmla="*/ 842371 h 842371"/>
              <a:gd name="connsiteX0" fmla="*/ 632386 w 1242571"/>
              <a:gd name="connsiteY0" fmla="*/ 846766 h 846766"/>
              <a:gd name="connsiteX1" fmla="*/ 824791 w 1242571"/>
              <a:gd name="connsiteY1" fmla="*/ 767495 h 846766"/>
              <a:gd name="connsiteX2" fmla="*/ 1182417 w 1242571"/>
              <a:gd name="connsiteY2" fmla="*/ 611346 h 846766"/>
              <a:gd name="connsiteX3" fmla="*/ 1201655 w 1242571"/>
              <a:gd name="connsiteY3" fmla="*/ 168158 h 846766"/>
              <a:gd name="connsiteX4" fmla="*/ 980335 w 1242571"/>
              <a:gd name="connsiteY4" fmla="*/ 13502 h 846766"/>
              <a:gd name="connsiteX5" fmla="*/ 250654 w 1242571"/>
              <a:gd name="connsiteY5" fmla="*/ 101642 h 846766"/>
              <a:gd name="connsiteX6" fmla="*/ 22831 w 1242571"/>
              <a:gd name="connsiteY6" fmla="*/ 562313 h 846766"/>
              <a:gd name="connsiteX7" fmla="*/ 551502 w 1242571"/>
              <a:gd name="connsiteY7" fmla="*/ 724974 h 846766"/>
              <a:gd name="connsiteX8" fmla="*/ 632386 w 1242571"/>
              <a:gd name="connsiteY8" fmla="*/ 846766 h 846766"/>
              <a:gd name="connsiteX0" fmla="*/ 633056 w 1243241"/>
              <a:gd name="connsiteY0" fmla="*/ 846832 h 846832"/>
              <a:gd name="connsiteX1" fmla="*/ 825461 w 1243241"/>
              <a:gd name="connsiteY1" fmla="*/ 767561 h 846832"/>
              <a:gd name="connsiteX2" fmla="*/ 1183087 w 1243241"/>
              <a:gd name="connsiteY2" fmla="*/ 611412 h 846832"/>
              <a:gd name="connsiteX3" fmla="*/ 1202325 w 1243241"/>
              <a:gd name="connsiteY3" fmla="*/ 168224 h 846832"/>
              <a:gd name="connsiteX4" fmla="*/ 981005 w 1243241"/>
              <a:gd name="connsiteY4" fmla="*/ 13568 h 846832"/>
              <a:gd name="connsiteX5" fmla="*/ 245994 w 1243241"/>
              <a:gd name="connsiteY5" fmla="*/ 86692 h 846832"/>
              <a:gd name="connsiteX6" fmla="*/ 23501 w 1243241"/>
              <a:gd name="connsiteY6" fmla="*/ 562379 h 846832"/>
              <a:gd name="connsiteX7" fmla="*/ 552172 w 1243241"/>
              <a:gd name="connsiteY7" fmla="*/ 725040 h 846832"/>
              <a:gd name="connsiteX8" fmla="*/ 633056 w 1243241"/>
              <a:gd name="connsiteY8" fmla="*/ 846832 h 846832"/>
              <a:gd name="connsiteX0" fmla="*/ 633056 w 1243241"/>
              <a:gd name="connsiteY0" fmla="*/ 848503 h 848503"/>
              <a:gd name="connsiteX1" fmla="*/ 825461 w 1243241"/>
              <a:gd name="connsiteY1" fmla="*/ 769232 h 848503"/>
              <a:gd name="connsiteX2" fmla="*/ 1183087 w 1243241"/>
              <a:gd name="connsiteY2" fmla="*/ 613083 h 848503"/>
              <a:gd name="connsiteX3" fmla="*/ 1202325 w 1243241"/>
              <a:gd name="connsiteY3" fmla="*/ 169895 h 848503"/>
              <a:gd name="connsiteX4" fmla="*/ 981005 w 1243241"/>
              <a:gd name="connsiteY4" fmla="*/ 15239 h 848503"/>
              <a:gd name="connsiteX5" fmla="*/ 245994 w 1243241"/>
              <a:gd name="connsiteY5" fmla="*/ 88363 h 848503"/>
              <a:gd name="connsiteX6" fmla="*/ 23501 w 1243241"/>
              <a:gd name="connsiteY6" fmla="*/ 564050 h 848503"/>
              <a:gd name="connsiteX7" fmla="*/ 552172 w 1243241"/>
              <a:gd name="connsiteY7" fmla="*/ 726711 h 848503"/>
              <a:gd name="connsiteX8" fmla="*/ 633056 w 1243241"/>
              <a:gd name="connsiteY8" fmla="*/ 848503 h 848503"/>
              <a:gd name="connsiteX0" fmla="*/ 633056 w 1243241"/>
              <a:gd name="connsiteY0" fmla="*/ 852489 h 852489"/>
              <a:gd name="connsiteX1" fmla="*/ 825461 w 1243241"/>
              <a:gd name="connsiteY1" fmla="*/ 773218 h 852489"/>
              <a:gd name="connsiteX2" fmla="*/ 1183087 w 1243241"/>
              <a:gd name="connsiteY2" fmla="*/ 617069 h 852489"/>
              <a:gd name="connsiteX3" fmla="*/ 1202325 w 1243241"/>
              <a:gd name="connsiteY3" fmla="*/ 173881 h 852489"/>
              <a:gd name="connsiteX4" fmla="*/ 981005 w 1243241"/>
              <a:gd name="connsiteY4" fmla="*/ 19225 h 852489"/>
              <a:gd name="connsiteX5" fmla="*/ 245994 w 1243241"/>
              <a:gd name="connsiteY5" fmla="*/ 92349 h 852489"/>
              <a:gd name="connsiteX6" fmla="*/ 23501 w 1243241"/>
              <a:gd name="connsiteY6" fmla="*/ 568036 h 852489"/>
              <a:gd name="connsiteX7" fmla="*/ 552172 w 1243241"/>
              <a:gd name="connsiteY7" fmla="*/ 730697 h 852489"/>
              <a:gd name="connsiteX8" fmla="*/ 633056 w 1243241"/>
              <a:gd name="connsiteY8" fmla="*/ 852489 h 852489"/>
              <a:gd name="connsiteX0" fmla="*/ 633056 w 1238870"/>
              <a:gd name="connsiteY0" fmla="*/ 852489 h 852489"/>
              <a:gd name="connsiteX1" fmla="*/ 825461 w 1238870"/>
              <a:gd name="connsiteY1" fmla="*/ 773218 h 852489"/>
              <a:gd name="connsiteX2" fmla="*/ 1183087 w 1238870"/>
              <a:gd name="connsiteY2" fmla="*/ 617069 h 852489"/>
              <a:gd name="connsiteX3" fmla="*/ 1202325 w 1238870"/>
              <a:gd name="connsiteY3" fmla="*/ 173881 h 852489"/>
              <a:gd name="connsiteX4" fmla="*/ 981005 w 1238870"/>
              <a:gd name="connsiteY4" fmla="*/ 19225 h 852489"/>
              <a:gd name="connsiteX5" fmla="*/ 245994 w 1238870"/>
              <a:gd name="connsiteY5" fmla="*/ 92349 h 852489"/>
              <a:gd name="connsiteX6" fmla="*/ 23501 w 1238870"/>
              <a:gd name="connsiteY6" fmla="*/ 568036 h 852489"/>
              <a:gd name="connsiteX7" fmla="*/ 552172 w 1238870"/>
              <a:gd name="connsiteY7" fmla="*/ 730697 h 852489"/>
              <a:gd name="connsiteX8" fmla="*/ 633056 w 1238870"/>
              <a:gd name="connsiteY8" fmla="*/ 852489 h 852489"/>
              <a:gd name="connsiteX0" fmla="*/ 633056 w 1237972"/>
              <a:gd name="connsiteY0" fmla="*/ 852489 h 852489"/>
              <a:gd name="connsiteX1" fmla="*/ 825461 w 1237972"/>
              <a:gd name="connsiteY1" fmla="*/ 773218 h 852489"/>
              <a:gd name="connsiteX2" fmla="*/ 1183087 w 1237972"/>
              <a:gd name="connsiteY2" fmla="*/ 617069 h 852489"/>
              <a:gd name="connsiteX3" fmla="*/ 1202325 w 1237972"/>
              <a:gd name="connsiteY3" fmla="*/ 173881 h 852489"/>
              <a:gd name="connsiteX4" fmla="*/ 981005 w 1237972"/>
              <a:gd name="connsiteY4" fmla="*/ 19225 h 852489"/>
              <a:gd name="connsiteX5" fmla="*/ 245994 w 1237972"/>
              <a:gd name="connsiteY5" fmla="*/ 92349 h 852489"/>
              <a:gd name="connsiteX6" fmla="*/ 23501 w 1237972"/>
              <a:gd name="connsiteY6" fmla="*/ 568036 h 852489"/>
              <a:gd name="connsiteX7" fmla="*/ 552172 w 1237972"/>
              <a:gd name="connsiteY7" fmla="*/ 730697 h 852489"/>
              <a:gd name="connsiteX8" fmla="*/ 633056 w 1237972"/>
              <a:gd name="connsiteY8" fmla="*/ 852489 h 85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FF0C0-FC1A-4C5B-9FE5-09BA33FF7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6392" y="1398181"/>
            <a:ext cx="7134446" cy="2870791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89092-15F8-4341-8D94-9E799301C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0835" y="5135527"/>
            <a:ext cx="4397164" cy="1057938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7328B-E858-4921-99C2-3B0BE172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81296-9B7B-4EF3-89B3-8B33E607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FE59-6CD1-4D0F-8A06-10CA2D38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7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C77D-9BA0-4A3B-B823-2059DC3C3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811DB-C16F-4CED-97C6-73ABD71F3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14D3C-7343-4DD7-B816-0D4D66BD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409C8-4D7C-40EE-A12E-59CB555C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22D5-7193-4F59-83B4-3C19E8B1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6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BEFA1-A4AB-4CF4-B02E-57AAED571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971" y="1709738"/>
            <a:ext cx="9165772" cy="296327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B406C-F19A-4393-9AD1-A300A7E45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1971" y="4875028"/>
            <a:ext cx="9165772" cy="1052623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D7AE7-47F6-4023-8D44-8BA1DAB0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32FC-A974-44FC-9804-F871EE51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9ADE9-F40E-4E3B-AB8D-68CB1F48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5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4D816-3E01-4EFD-AD9C-783D674D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53D69-34A7-451D-A902-5F6CD1334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0722" y="2095500"/>
            <a:ext cx="4999077" cy="3973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1E0E2-7D34-48E0-8795-546D2F00E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056" y="2095500"/>
            <a:ext cx="5072743" cy="3973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05476-6B6D-4BA3-919B-5335D642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B6D41-07E2-4F6D-BB39-217957FE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0CA9C-BFED-484F-B765-EA8CE4B4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4AD2-5208-4201-90A7-F9618761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02129"/>
            <a:ext cx="10326688" cy="11256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3FF53-BE24-42E9-BA12-BC5863CBF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1827804"/>
            <a:ext cx="4968875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84776-6678-4D27-9BE9-5D83FC9E8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8700" y="2642191"/>
            <a:ext cx="4968875" cy="34024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CA2E2-5B30-43B4-8FCD-23015451F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1054" y="1827804"/>
            <a:ext cx="5087034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7B7A1-E670-4E7E-AEBA-340893DE8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1054" y="2642191"/>
            <a:ext cx="5087034" cy="34024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4D3AE-982A-4CC3-8456-4D4B0E35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E3087-09F9-4436-8236-8693EA49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413CB-0E24-4F96-AF8C-EE269ACC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57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CAD1C-D319-4A48-8DF9-50699231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D0181-83E0-4AB1-B372-24D6C075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0352C-6317-4DD0-84C4-AE7DDAC5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8F340C5-9EBB-43D9-91F5-F767DBD59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492880">
            <a:off x="2401240" y="1130240"/>
            <a:ext cx="8982171" cy="5009917"/>
          </a:xfrm>
          <a:custGeom>
            <a:avLst/>
            <a:gdLst>
              <a:gd name="connsiteX0" fmla="*/ 284628 w 960507"/>
              <a:gd name="connsiteY0" fmla="*/ 725426 h 725435"/>
              <a:gd name="connsiteX1" fmla="*/ 429979 w 960507"/>
              <a:gd name="connsiteY1" fmla="*/ 636749 h 725435"/>
              <a:gd name="connsiteX2" fmla="*/ 805646 w 960507"/>
              <a:gd name="connsiteY2" fmla="*/ 523401 h 725435"/>
              <a:gd name="connsiteX3" fmla="*/ 954521 w 960507"/>
              <a:gd name="connsiteY3" fmla="*/ 257273 h 725435"/>
              <a:gd name="connsiteX4" fmla="*/ 674486 w 960507"/>
              <a:gd name="connsiteY4" fmla="*/ 5622 h 725435"/>
              <a:gd name="connsiteX5" fmla="*/ 15261 w 960507"/>
              <a:gd name="connsiteY5" fmla="*/ 246605 h 725435"/>
              <a:gd name="connsiteX6" fmla="*/ 217286 w 960507"/>
              <a:gd name="connsiteY6" fmla="*/ 650655 h 725435"/>
              <a:gd name="connsiteX7" fmla="*/ 284628 w 960507"/>
              <a:gd name="connsiteY7" fmla="*/ 725426 h 725435"/>
              <a:gd name="connsiteX0" fmla="*/ 284667 w 961601"/>
              <a:gd name="connsiteY0" fmla="*/ 725435 h 725435"/>
              <a:gd name="connsiteX1" fmla="*/ 430018 w 961601"/>
              <a:gd name="connsiteY1" fmla="*/ 636758 h 725435"/>
              <a:gd name="connsiteX2" fmla="*/ 820834 w 961601"/>
              <a:gd name="connsiteY2" fmla="*/ 548364 h 725435"/>
              <a:gd name="connsiteX3" fmla="*/ 954560 w 961601"/>
              <a:gd name="connsiteY3" fmla="*/ 257282 h 725435"/>
              <a:gd name="connsiteX4" fmla="*/ 674525 w 961601"/>
              <a:gd name="connsiteY4" fmla="*/ 5631 h 725435"/>
              <a:gd name="connsiteX5" fmla="*/ 15300 w 961601"/>
              <a:gd name="connsiteY5" fmla="*/ 246614 h 725435"/>
              <a:gd name="connsiteX6" fmla="*/ 217325 w 961601"/>
              <a:gd name="connsiteY6" fmla="*/ 650664 h 725435"/>
              <a:gd name="connsiteX7" fmla="*/ 284667 w 961601"/>
              <a:gd name="connsiteY7" fmla="*/ 725435 h 725435"/>
              <a:gd name="connsiteX0" fmla="*/ 284667 w 961601"/>
              <a:gd name="connsiteY0" fmla="*/ 725962 h 725962"/>
              <a:gd name="connsiteX1" fmla="*/ 430018 w 961601"/>
              <a:gd name="connsiteY1" fmla="*/ 637285 h 725962"/>
              <a:gd name="connsiteX2" fmla="*/ 820834 w 961601"/>
              <a:gd name="connsiteY2" fmla="*/ 548891 h 725962"/>
              <a:gd name="connsiteX3" fmla="*/ 954560 w 961601"/>
              <a:gd name="connsiteY3" fmla="*/ 257809 h 725962"/>
              <a:gd name="connsiteX4" fmla="*/ 674525 w 961601"/>
              <a:gd name="connsiteY4" fmla="*/ 6158 h 725962"/>
              <a:gd name="connsiteX5" fmla="*/ 15300 w 961601"/>
              <a:gd name="connsiteY5" fmla="*/ 247141 h 725962"/>
              <a:gd name="connsiteX6" fmla="*/ 217325 w 961601"/>
              <a:gd name="connsiteY6" fmla="*/ 651191 h 725962"/>
              <a:gd name="connsiteX7" fmla="*/ 284667 w 961601"/>
              <a:gd name="connsiteY7" fmla="*/ 725962 h 725962"/>
              <a:gd name="connsiteX0" fmla="*/ 410902 w 1087836"/>
              <a:gd name="connsiteY0" fmla="*/ 719810 h 719810"/>
              <a:gd name="connsiteX1" fmla="*/ 556253 w 1087836"/>
              <a:gd name="connsiteY1" fmla="*/ 631133 h 719810"/>
              <a:gd name="connsiteX2" fmla="*/ 947069 w 1087836"/>
              <a:gd name="connsiteY2" fmla="*/ 542739 h 719810"/>
              <a:gd name="connsiteX3" fmla="*/ 1080795 w 1087836"/>
              <a:gd name="connsiteY3" fmla="*/ 251657 h 719810"/>
              <a:gd name="connsiteX4" fmla="*/ 800760 w 1087836"/>
              <a:gd name="connsiteY4" fmla="*/ 6 h 719810"/>
              <a:gd name="connsiteX5" fmla="*/ 5261 w 1087836"/>
              <a:gd name="connsiteY5" fmla="*/ 248982 h 719810"/>
              <a:gd name="connsiteX6" fmla="*/ 343560 w 1087836"/>
              <a:gd name="connsiteY6" fmla="*/ 645039 h 719810"/>
              <a:gd name="connsiteX7" fmla="*/ 410902 w 1087836"/>
              <a:gd name="connsiteY7" fmla="*/ 719810 h 719810"/>
              <a:gd name="connsiteX0" fmla="*/ 412791 w 1089725"/>
              <a:gd name="connsiteY0" fmla="*/ 726835 h 726835"/>
              <a:gd name="connsiteX1" fmla="*/ 558142 w 1089725"/>
              <a:gd name="connsiteY1" fmla="*/ 638158 h 726835"/>
              <a:gd name="connsiteX2" fmla="*/ 948958 w 1089725"/>
              <a:gd name="connsiteY2" fmla="*/ 549764 h 726835"/>
              <a:gd name="connsiteX3" fmla="*/ 1082684 w 1089725"/>
              <a:gd name="connsiteY3" fmla="*/ 258682 h 726835"/>
              <a:gd name="connsiteX4" fmla="*/ 802649 w 1089725"/>
              <a:gd name="connsiteY4" fmla="*/ 7031 h 726835"/>
              <a:gd name="connsiteX5" fmla="*/ 171027 w 1089725"/>
              <a:gd name="connsiteY5" fmla="*/ 85967 h 726835"/>
              <a:gd name="connsiteX6" fmla="*/ 7150 w 1089725"/>
              <a:gd name="connsiteY6" fmla="*/ 256007 h 726835"/>
              <a:gd name="connsiteX7" fmla="*/ 345449 w 1089725"/>
              <a:gd name="connsiteY7" fmla="*/ 652064 h 726835"/>
              <a:gd name="connsiteX8" fmla="*/ 412791 w 1089725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7340 w 1084274"/>
              <a:gd name="connsiteY0" fmla="*/ 726835 h 726835"/>
              <a:gd name="connsiteX1" fmla="*/ 552691 w 1084274"/>
              <a:gd name="connsiteY1" fmla="*/ 638158 h 726835"/>
              <a:gd name="connsiteX2" fmla="*/ 943507 w 1084274"/>
              <a:gd name="connsiteY2" fmla="*/ 549764 h 726835"/>
              <a:gd name="connsiteX3" fmla="*/ 1077233 w 1084274"/>
              <a:gd name="connsiteY3" fmla="*/ 258682 h 726835"/>
              <a:gd name="connsiteX4" fmla="*/ 797198 w 1084274"/>
              <a:gd name="connsiteY4" fmla="*/ 7031 h 726835"/>
              <a:gd name="connsiteX5" fmla="*/ 165576 w 1084274"/>
              <a:gd name="connsiteY5" fmla="*/ 85967 h 726835"/>
              <a:gd name="connsiteX6" fmla="*/ 5798 w 1084274"/>
              <a:gd name="connsiteY6" fmla="*/ 285590 h 726835"/>
              <a:gd name="connsiteX7" fmla="*/ 339998 w 1084274"/>
              <a:gd name="connsiteY7" fmla="*/ 652064 h 726835"/>
              <a:gd name="connsiteX8" fmla="*/ 407340 w 1084274"/>
              <a:gd name="connsiteY8" fmla="*/ 726835 h 726835"/>
              <a:gd name="connsiteX0" fmla="*/ 405193 w 1082127"/>
              <a:gd name="connsiteY0" fmla="*/ 726835 h 726835"/>
              <a:gd name="connsiteX1" fmla="*/ 550544 w 1082127"/>
              <a:gd name="connsiteY1" fmla="*/ 638158 h 726835"/>
              <a:gd name="connsiteX2" fmla="*/ 941360 w 1082127"/>
              <a:gd name="connsiteY2" fmla="*/ 549764 h 726835"/>
              <a:gd name="connsiteX3" fmla="*/ 1075086 w 1082127"/>
              <a:gd name="connsiteY3" fmla="*/ 258682 h 726835"/>
              <a:gd name="connsiteX4" fmla="*/ 795051 w 1082127"/>
              <a:gd name="connsiteY4" fmla="*/ 7031 h 726835"/>
              <a:gd name="connsiteX5" fmla="*/ 163429 w 1082127"/>
              <a:gd name="connsiteY5" fmla="*/ 85967 h 726835"/>
              <a:gd name="connsiteX6" fmla="*/ 5959 w 1082127"/>
              <a:gd name="connsiteY6" fmla="*/ 336874 h 726835"/>
              <a:gd name="connsiteX7" fmla="*/ 337851 w 1082127"/>
              <a:gd name="connsiteY7" fmla="*/ 652064 h 726835"/>
              <a:gd name="connsiteX8" fmla="*/ 405193 w 1082127"/>
              <a:gd name="connsiteY8" fmla="*/ 726835 h 726835"/>
              <a:gd name="connsiteX0" fmla="*/ 405097 w 1082031"/>
              <a:gd name="connsiteY0" fmla="*/ 727553 h 727553"/>
              <a:gd name="connsiteX1" fmla="*/ 550448 w 1082031"/>
              <a:gd name="connsiteY1" fmla="*/ 638876 h 727553"/>
              <a:gd name="connsiteX2" fmla="*/ 941264 w 1082031"/>
              <a:gd name="connsiteY2" fmla="*/ 550482 h 727553"/>
              <a:gd name="connsiteX3" fmla="*/ 1074990 w 1082031"/>
              <a:gd name="connsiteY3" fmla="*/ 259400 h 727553"/>
              <a:gd name="connsiteX4" fmla="*/ 794955 w 1082031"/>
              <a:gd name="connsiteY4" fmla="*/ 7749 h 727553"/>
              <a:gd name="connsiteX5" fmla="*/ 164686 w 1082031"/>
              <a:gd name="connsiteY5" fmla="*/ 81610 h 727553"/>
              <a:gd name="connsiteX6" fmla="*/ 5863 w 1082031"/>
              <a:gd name="connsiteY6" fmla="*/ 337592 h 727553"/>
              <a:gd name="connsiteX7" fmla="*/ 337755 w 1082031"/>
              <a:gd name="connsiteY7" fmla="*/ 652782 h 727553"/>
              <a:gd name="connsiteX8" fmla="*/ 405097 w 1082031"/>
              <a:gd name="connsiteY8" fmla="*/ 727553 h 727553"/>
              <a:gd name="connsiteX0" fmla="*/ 427815 w 1104749"/>
              <a:gd name="connsiteY0" fmla="*/ 727553 h 727553"/>
              <a:gd name="connsiteX1" fmla="*/ 573166 w 1104749"/>
              <a:gd name="connsiteY1" fmla="*/ 638876 h 727553"/>
              <a:gd name="connsiteX2" fmla="*/ 963982 w 1104749"/>
              <a:gd name="connsiteY2" fmla="*/ 550482 h 727553"/>
              <a:gd name="connsiteX3" fmla="*/ 1097708 w 1104749"/>
              <a:gd name="connsiteY3" fmla="*/ 259400 h 727553"/>
              <a:gd name="connsiteX4" fmla="*/ 817673 w 1104749"/>
              <a:gd name="connsiteY4" fmla="*/ 7749 h 727553"/>
              <a:gd name="connsiteX5" fmla="*/ 187404 w 1104749"/>
              <a:gd name="connsiteY5" fmla="*/ 81610 h 727553"/>
              <a:gd name="connsiteX6" fmla="*/ 4537 w 1104749"/>
              <a:gd name="connsiteY6" fmla="*/ 344274 h 727553"/>
              <a:gd name="connsiteX7" fmla="*/ 360473 w 1104749"/>
              <a:gd name="connsiteY7" fmla="*/ 652782 h 727553"/>
              <a:gd name="connsiteX8" fmla="*/ 427815 w 1104749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37503 w 1114437"/>
              <a:gd name="connsiteY0" fmla="*/ 727553 h 727553"/>
              <a:gd name="connsiteX1" fmla="*/ 582854 w 1114437"/>
              <a:gd name="connsiteY1" fmla="*/ 638876 h 727553"/>
              <a:gd name="connsiteX2" fmla="*/ 973670 w 1114437"/>
              <a:gd name="connsiteY2" fmla="*/ 550482 h 727553"/>
              <a:gd name="connsiteX3" fmla="*/ 1107396 w 1114437"/>
              <a:gd name="connsiteY3" fmla="*/ 259400 h 727553"/>
              <a:gd name="connsiteX4" fmla="*/ 827361 w 1114437"/>
              <a:gd name="connsiteY4" fmla="*/ 7749 h 727553"/>
              <a:gd name="connsiteX5" fmla="*/ 197092 w 1114437"/>
              <a:gd name="connsiteY5" fmla="*/ 81610 h 727553"/>
              <a:gd name="connsiteX6" fmla="*/ 0 w 1114437"/>
              <a:gd name="connsiteY6" fmla="*/ 341962 h 727553"/>
              <a:gd name="connsiteX7" fmla="*/ 370161 w 1114437"/>
              <a:gd name="connsiteY7" fmla="*/ 652782 h 727553"/>
              <a:gd name="connsiteX8" fmla="*/ 437503 w 1114437"/>
              <a:gd name="connsiteY8" fmla="*/ 727553 h 727553"/>
              <a:gd name="connsiteX0" fmla="*/ 463684 w 1140618"/>
              <a:gd name="connsiteY0" fmla="*/ 727553 h 727553"/>
              <a:gd name="connsiteX1" fmla="*/ 609035 w 1140618"/>
              <a:gd name="connsiteY1" fmla="*/ 638876 h 727553"/>
              <a:gd name="connsiteX2" fmla="*/ 999851 w 1140618"/>
              <a:gd name="connsiteY2" fmla="*/ 550482 h 727553"/>
              <a:gd name="connsiteX3" fmla="*/ 1133577 w 1140618"/>
              <a:gd name="connsiteY3" fmla="*/ 259400 h 727553"/>
              <a:gd name="connsiteX4" fmla="*/ 853542 w 1140618"/>
              <a:gd name="connsiteY4" fmla="*/ 7749 h 727553"/>
              <a:gd name="connsiteX5" fmla="*/ 223273 w 1140618"/>
              <a:gd name="connsiteY5" fmla="*/ 81610 h 727553"/>
              <a:gd name="connsiteX6" fmla="*/ 0 w 1140618"/>
              <a:gd name="connsiteY6" fmla="*/ 343816 h 727553"/>
              <a:gd name="connsiteX7" fmla="*/ 396342 w 1140618"/>
              <a:gd name="connsiteY7" fmla="*/ 652782 h 727553"/>
              <a:gd name="connsiteX8" fmla="*/ 463684 w 1140618"/>
              <a:gd name="connsiteY8" fmla="*/ 727553 h 727553"/>
              <a:gd name="connsiteX0" fmla="*/ 463684 w 1140714"/>
              <a:gd name="connsiteY0" fmla="*/ 719277 h 719277"/>
              <a:gd name="connsiteX1" fmla="*/ 609035 w 1140714"/>
              <a:gd name="connsiteY1" fmla="*/ 630600 h 719277"/>
              <a:gd name="connsiteX2" fmla="*/ 999851 w 1140714"/>
              <a:gd name="connsiteY2" fmla="*/ 542206 h 719277"/>
              <a:gd name="connsiteX3" fmla="*/ 1133577 w 1140714"/>
              <a:gd name="connsiteY3" fmla="*/ 251124 h 719277"/>
              <a:gd name="connsiteX4" fmla="*/ 852002 w 1140714"/>
              <a:gd name="connsiteY4" fmla="*/ 8636 h 719277"/>
              <a:gd name="connsiteX5" fmla="*/ 223273 w 1140714"/>
              <a:gd name="connsiteY5" fmla="*/ 73334 h 719277"/>
              <a:gd name="connsiteX6" fmla="*/ 0 w 1140714"/>
              <a:gd name="connsiteY6" fmla="*/ 335540 h 719277"/>
              <a:gd name="connsiteX7" fmla="*/ 396342 w 1140714"/>
              <a:gd name="connsiteY7" fmla="*/ 644506 h 719277"/>
              <a:gd name="connsiteX8" fmla="*/ 463684 w 1140714"/>
              <a:gd name="connsiteY8" fmla="*/ 719277 h 719277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6732"/>
              <a:gd name="connsiteY0" fmla="*/ 721380 h 721380"/>
              <a:gd name="connsiteX1" fmla="*/ 610575 w 1136732"/>
              <a:gd name="connsiteY1" fmla="*/ 643699 h 721380"/>
              <a:gd name="connsiteX2" fmla="*/ 999851 w 1136732"/>
              <a:gd name="connsiteY2" fmla="*/ 544309 h 721380"/>
              <a:gd name="connsiteX3" fmla="*/ 1133577 w 1136732"/>
              <a:gd name="connsiteY3" fmla="*/ 253227 h 721380"/>
              <a:gd name="connsiteX4" fmla="*/ 852002 w 1136732"/>
              <a:gd name="connsiteY4" fmla="*/ 10739 h 721380"/>
              <a:gd name="connsiteX5" fmla="*/ 223273 w 1136732"/>
              <a:gd name="connsiteY5" fmla="*/ 64441 h 721380"/>
              <a:gd name="connsiteX6" fmla="*/ 0 w 1136732"/>
              <a:gd name="connsiteY6" fmla="*/ 337643 h 721380"/>
              <a:gd name="connsiteX7" fmla="*/ 396342 w 1136732"/>
              <a:gd name="connsiteY7" fmla="*/ 646609 h 721380"/>
              <a:gd name="connsiteX8" fmla="*/ 463684 w 1136732"/>
              <a:gd name="connsiteY8" fmla="*/ 721380 h 721380"/>
              <a:gd name="connsiteX0" fmla="*/ 463684 w 1121891"/>
              <a:gd name="connsiteY0" fmla="*/ 721255 h 721255"/>
              <a:gd name="connsiteX1" fmla="*/ 610575 w 1121891"/>
              <a:gd name="connsiteY1" fmla="*/ 643574 h 721255"/>
              <a:gd name="connsiteX2" fmla="*/ 999851 w 1121891"/>
              <a:gd name="connsiteY2" fmla="*/ 544184 h 721255"/>
              <a:gd name="connsiteX3" fmla="*/ 1118177 w 1121891"/>
              <a:gd name="connsiteY3" fmla="*/ 251269 h 721255"/>
              <a:gd name="connsiteX4" fmla="*/ 852002 w 1121891"/>
              <a:gd name="connsiteY4" fmla="*/ 10614 h 721255"/>
              <a:gd name="connsiteX5" fmla="*/ 223273 w 1121891"/>
              <a:gd name="connsiteY5" fmla="*/ 64316 h 721255"/>
              <a:gd name="connsiteX6" fmla="*/ 0 w 1121891"/>
              <a:gd name="connsiteY6" fmla="*/ 337518 h 721255"/>
              <a:gd name="connsiteX7" fmla="*/ 396342 w 1121891"/>
              <a:gd name="connsiteY7" fmla="*/ 646484 h 721255"/>
              <a:gd name="connsiteX8" fmla="*/ 463684 w 1121891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354"/>
              <a:gd name="connsiteY0" fmla="*/ 721255 h 721255"/>
              <a:gd name="connsiteX1" fmla="*/ 610575 w 1123354"/>
              <a:gd name="connsiteY1" fmla="*/ 643574 h 721255"/>
              <a:gd name="connsiteX2" fmla="*/ 999851 w 1123354"/>
              <a:gd name="connsiteY2" fmla="*/ 549682 h 721255"/>
              <a:gd name="connsiteX3" fmla="*/ 1118177 w 1123354"/>
              <a:gd name="connsiteY3" fmla="*/ 251269 h 721255"/>
              <a:gd name="connsiteX4" fmla="*/ 852002 w 1123354"/>
              <a:gd name="connsiteY4" fmla="*/ 10614 h 721255"/>
              <a:gd name="connsiteX5" fmla="*/ 223273 w 1123354"/>
              <a:gd name="connsiteY5" fmla="*/ 64316 h 721255"/>
              <a:gd name="connsiteX6" fmla="*/ 0 w 1123354"/>
              <a:gd name="connsiteY6" fmla="*/ 337518 h 721255"/>
              <a:gd name="connsiteX7" fmla="*/ 396342 w 1123354"/>
              <a:gd name="connsiteY7" fmla="*/ 646484 h 721255"/>
              <a:gd name="connsiteX8" fmla="*/ 463684 w 1123354"/>
              <a:gd name="connsiteY8" fmla="*/ 721255 h 721255"/>
              <a:gd name="connsiteX0" fmla="*/ 411324 w 1070994"/>
              <a:gd name="connsiteY0" fmla="*/ 721255 h 721255"/>
              <a:gd name="connsiteX1" fmla="*/ 558215 w 1070994"/>
              <a:gd name="connsiteY1" fmla="*/ 643574 h 721255"/>
              <a:gd name="connsiteX2" fmla="*/ 947491 w 1070994"/>
              <a:gd name="connsiteY2" fmla="*/ 549682 h 721255"/>
              <a:gd name="connsiteX3" fmla="*/ 1065817 w 1070994"/>
              <a:gd name="connsiteY3" fmla="*/ 251269 h 721255"/>
              <a:gd name="connsiteX4" fmla="*/ 799642 w 1070994"/>
              <a:gd name="connsiteY4" fmla="*/ 10614 h 721255"/>
              <a:gd name="connsiteX5" fmla="*/ 170913 w 1070994"/>
              <a:gd name="connsiteY5" fmla="*/ 64316 h 721255"/>
              <a:gd name="connsiteX6" fmla="*/ 0 w 1070994"/>
              <a:gd name="connsiteY6" fmla="*/ 339351 h 721255"/>
              <a:gd name="connsiteX7" fmla="*/ 343982 w 1070994"/>
              <a:gd name="connsiteY7" fmla="*/ 646484 h 721255"/>
              <a:gd name="connsiteX8" fmla="*/ 411324 w 107099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3864 h 723864"/>
              <a:gd name="connsiteX1" fmla="*/ 538195 w 1050974"/>
              <a:gd name="connsiteY1" fmla="*/ 646183 h 723864"/>
              <a:gd name="connsiteX2" fmla="*/ 927471 w 1050974"/>
              <a:gd name="connsiteY2" fmla="*/ 552291 h 723864"/>
              <a:gd name="connsiteX3" fmla="*/ 1045797 w 1050974"/>
              <a:gd name="connsiteY3" fmla="*/ 253878 h 723864"/>
              <a:gd name="connsiteX4" fmla="*/ 779622 w 1050974"/>
              <a:gd name="connsiteY4" fmla="*/ 13223 h 723864"/>
              <a:gd name="connsiteX5" fmla="*/ 201713 w 1050974"/>
              <a:gd name="connsiteY5" fmla="*/ 55929 h 723864"/>
              <a:gd name="connsiteX6" fmla="*/ 0 w 1050974"/>
              <a:gd name="connsiteY6" fmla="*/ 341960 h 723864"/>
              <a:gd name="connsiteX7" fmla="*/ 323962 w 1050974"/>
              <a:gd name="connsiteY7" fmla="*/ 649093 h 723864"/>
              <a:gd name="connsiteX8" fmla="*/ 391304 w 1050974"/>
              <a:gd name="connsiteY8" fmla="*/ 723864 h 723864"/>
              <a:gd name="connsiteX0" fmla="*/ 391304 w 1050974"/>
              <a:gd name="connsiteY0" fmla="*/ 722931 h 722931"/>
              <a:gd name="connsiteX1" fmla="*/ 538195 w 1050974"/>
              <a:gd name="connsiteY1" fmla="*/ 645250 h 722931"/>
              <a:gd name="connsiteX2" fmla="*/ 927471 w 1050974"/>
              <a:gd name="connsiteY2" fmla="*/ 551358 h 722931"/>
              <a:gd name="connsiteX3" fmla="*/ 1045797 w 1050974"/>
              <a:gd name="connsiteY3" fmla="*/ 252945 h 722931"/>
              <a:gd name="connsiteX4" fmla="*/ 779622 w 1050974"/>
              <a:gd name="connsiteY4" fmla="*/ 12290 h 722931"/>
              <a:gd name="connsiteX5" fmla="*/ 215573 w 1050974"/>
              <a:gd name="connsiteY5" fmla="*/ 58661 h 722931"/>
              <a:gd name="connsiteX6" fmla="*/ 0 w 1050974"/>
              <a:gd name="connsiteY6" fmla="*/ 341027 h 722931"/>
              <a:gd name="connsiteX7" fmla="*/ 323962 w 1050974"/>
              <a:gd name="connsiteY7" fmla="*/ 648160 h 722931"/>
              <a:gd name="connsiteX8" fmla="*/ 391304 w 1050974"/>
              <a:gd name="connsiteY8" fmla="*/ 722931 h 722931"/>
              <a:gd name="connsiteX0" fmla="*/ 382064 w 1041734"/>
              <a:gd name="connsiteY0" fmla="*/ 722931 h 722931"/>
              <a:gd name="connsiteX1" fmla="*/ 528955 w 1041734"/>
              <a:gd name="connsiteY1" fmla="*/ 645250 h 722931"/>
              <a:gd name="connsiteX2" fmla="*/ 918231 w 1041734"/>
              <a:gd name="connsiteY2" fmla="*/ 551358 h 722931"/>
              <a:gd name="connsiteX3" fmla="*/ 1036557 w 1041734"/>
              <a:gd name="connsiteY3" fmla="*/ 252945 h 722931"/>
              <a:gd name="connsiteX4" fmla="*/ 770382 w 1041734"/>
              <a:gd name="connsiteY4" fmla="*/ 12290 h 722931"/>
              <a:gd name="connsiteX5" fmla="*/ 206333 w 1041734"/>
              <a:gd name="connsiteY5" fmla="*/ 58661 h 722931"/>
              <a:gd name="connsiteX6" fmla="*/ 0 w 1041734"/>
              <a:gd name="connsiteY6" fmla="*/ 342860 h 722931"/>
              <a:gd name="connsiteX7" fmla="*/ 314722 w 1041734"/>
              <a:gd name="connsiteY7" fmla="*/ 648160 h 722931"/>
              <a:gd name="connsiteX8" fmla="*/ 382064 w 1041734"/>
              <a:gd name="connsiteY8" fmla="*/ 722931 h 72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1734" h="722931">
                <a:moveTo>
                  <a:pt x="382064" y="722931"/>
                </a:moveTo>
                <a:cubicBezTo>
                  <a:pt x="406019" y="660055"/>
                  <a:pt x="439594" y="666515"/>
                  <a:pt x="528955" y="645250"/>
                </a:cubicBezTo>
                <a:cubicBezTo>
                  <a:pt x="618316" y="623985"/>
                  <a:pt x="833631" y="616742"/>
                  <a:pt x="918231" y="551358"/>
                </a:cubicBezTo>
                <a:cubicBezTo>
                  <a:pt x="1002831" y="485974"/>
                  <a:pt x="1059658" y="370279"/>
                  <a:pt x="1036557" y="252945"/>
                </a:cubicBezTo>
                <a:cubicBezTo>
                  <a:pt x="1013456" y="135611"/>
                  <a:pt x="908753" y="44671"/>
                  <a:pt x="770382" y="12290"/>
                </a:cubicBezTo>
                <a:cubicBezTo>
                  <a:pt x="632011" y="-20091"/>
                  <a:pt x="338916" y="17165"/>
                  <a:pt x="206333" y="58661"/>
                </a:cubicBezTo>
                <a:cubicBezTo>
                  <a:pt x="73750" y="100157"/>
                  <a:pt x="1822" y="199023"/>
                  <a:pt x="0" y="342860"/>
                </a:cubicBezTo>
                <a:cubicBezTo>
                  <a:pt x="27105" y="498943"/>
                  <a:pt x="87932" y="573770"/>
                  <a:pt x="314722" y="648160"/>
                </a:cubicBezTo>
                <a:cubicBezTo>
                  <a:pt x="367872" y="666162"/>
                  <a:pt x="382064" y="722931"/>
                  <a:pt x="382064" y="722931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CC812-F2A9-46D4-9B78-6659C68E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671" y="1932214"/>
            <a:ext cx="6966858" cy="309154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7A37F60-69E7-41AC-BC9A-9DBC3B57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492880">
            <a:off x="2455668" y="1103025"/>
            <a:ext cx="8982171" cy="5009917"/>
          </a:xfrm>
          <a:custGeom>
            <a:avLst/>
            <a:gdLst>
              <a:gd name="connsiteX0" fmla="*/ 284628 w 960507"/>
              <a:gd name="connsiteY0" fmla="*/ 725426 h 725435"/>
              <a:gd name="connsiteX1" fmla="*/ 429979 w 960507"/>
              <a:gd name="connsiteY1" fmla="*/ 636749 h 725435"/>
              <a:gd name="connsiteX2" fmla="*/ 805646 w 960507"/>
              <a:gd name="connsiteY2" fmla="*/ 523401 h 725435"/>
              <a:gd name="connsiteX3" fmla="*/ 954521 w 960507"/>
              <a:gd name="connsiteY3" fmla="*/ 257273 h 725435"/>
              <a:gd name="connsiteX4" fmla="*/ 674486 w 960507"/>
              <a:gd name="connsiteY4" fmla="*/ 5622 h 725435"/>
              <a:gd name="connsiteX5" fmla="*/ 15261 w 960507"/>
              <a:gd name="connsiteY5" fmla="*/ 246605 h 725435"/>
              <a:gd name="connsiteX6" fmla="*/ 217286 w 960507"/>
              <a:gd name="connsiteY6" fmla="*/ 650655 h 725435"/>
              <a:gd name="connsiteX7" fmla="*/ 284628 w 960507"/>
              <a:gd name="connsiteY7" fmla="*/ 725426 h 725435"/>
              <a:gd name="connsiteX0" fmla="*/ 284667 w 961601"/>
              <a:gd name="connsiteY0" fmla="*/ 725435 h 725435"/>
              <a:gd name="connsiteX1" fmla="*/ 430018 w 961601"/>
              <a:gd name="connsiteY1" fmla="*/ 636758 h 725435"/>
              <a:gd name="connsiteX2" fmla="*/ 820834 w 961601"/>
              <a:gd name="connsiteY2" fmla="*/ 548364 h 725435"/>
              <a:gd name="connsiteX3" fmla="*/ 954560 w 961601"/>
              <a:gd name="connsiteY3" fmla="*/ 257282 h 725435"/>
              <a:gd name="connsiteX4" fmla="*/ 674525 w 961601"/>
              <a:gd name="connsiteY4" fmla="*/ 5631 h 725435"/>
              <a:gd name="connsiteX5" fmla="*/ 15300 w 961601"/>
              <a:gd name="connsiteY5" fmla="*/ 246614 h 725435"/>
              <a:gd name="connsiteX6" fmla="*/ 217325 w 961601"/>
              <a:gd name="connsiteY6" fmla="*/ 650664 h 725435"/>
              <a:gd name="connsiteX7" fmla="*/ 284667 w 961601"/>
              <a:gd name="connsiteY7" fmla="*/ 725435 h 725435"/>
              <a:gd name="connsiteX0" fmla="*/ 284667 w 961601"/>
              <a:gd name="connsiteY0" fmla="*/ 725962 h 725962"/>
              <a:gd name="connsiteX1" fmla="*/ 430018 w 961601"/>
              <a:gd name="connsiteY1" fmla="*/ 637285 h 725962"/>
              <a:gd name="connsiteX2" fmla="*/ 820834 w 961601"/>
              <a:gd name="connsiteY2" fmla="*/ 548891 h 725962"/>
              <a:gd name="connsiteX3" fmla="*/ 954560 w 961601"/>
              <a:gd name="connsiteY3" fmla="*/ 257809 h 725962"/>
              <a:gd name="connsiteX4" fmla="*/ 674525 w 961601"/>
              <a:gd name="connsiteY4" fmla="*/ 6158 h 725962"/>
              <a:gd name="connsiteX5" fmla="*/ 15300 w 961601"/>
              <a:gd name="connsiteY5" fmla="*/ 247141 h 725962"/>
              <a:gd name="connsiteX6" fmla="*/ 217325 w 961601"/>
              <a:gd name="connsiteY6" fmla="*/ 651191 h 725962"/>
              <a:gd name="connsiteX7" fmla="*/ 284667 w 961601"/>
              <a:gd name="connsiteY7" fmla="*/ 725962 h 725962"/>
              <a:gd name="connsiteX0" fmla="*/ 410902 w 1087836"/>
              <a:gd name="connsiteY0" fmla="*/ 719810 h 719810"/>
              <a:gd name="connsiteX1" fmla="*/ 556253 w 1087836"/>
              <a:gd name="connsiteY1" fmla="*/ 631133 h 719810"/>
              <a:gd name="connsiteX2" fmla="*/ 947069 w 1087836"/>
              <a:gd name="connsiteY2" fmla="*/ 542739 h 719810"/>
              <a:gd name="connsiteX3" fmla="*/ 1080795 w 1087836"/>
              <a:gd name="connsiteY3" fmla="*/ 251657 h 719810"/>
              <a:gd name="connsiteX4" fmla="*/ 800760 w 1087836"/>
              <a:gd name="connsiteY4" fmla="*/ 6 h 719810"/>
              <a:gd name="connsiteX5" fmla="*/ 5261 w 1087836"/>
              <a:gd name="connsiteY5" fmla="*/ 248982 h 719810"/>
              <a:gd name="connsiteX6" fmla="*/ 343560 w 1087836"/>
              <a:gd name="connsiteY6" fmla="*/ 645039 h 719810"/>
              <a:gd name="connsiteX7" fmla="*/ 410902 w 1087836"/>
              <a:gd name="connsiteY7" fmla="*/ 719810 h 719810"/>
              <a:gd name="connsiteX0" fmla="*/ 412791 w 1089725"/>
              <a:gd name="connsiteY0" fmla="*/ 726835 h 726835"/>
              <a:gd name="connsiteX1" fmla="*/ 558142 w 1089725"/>
              <a:gd name="connsiteY1" fmla="*/ 638158 h 726835"/>
              <a:gd name="connsiteX2" fmla="*/ 948958 w 1089725"/>
              <a:gd name="connsiteY2" fmla="*/ 549764 h 726835"/>
              <a:gd name="connsiteX3" fmla="*/ 1082684 w 1089725"/>
              <a:gd name="connsiteY3" fmla="*/ 258682 h 726835"/>
              <a:gd name="connsiteX4" fmla="*/ 802649 w 1089725"/>
              <a:gd name="connsiteY4" fmla="*/ 7031 h 726835"/>
              <a:gd name="connsiteX5" fmla="*/ 171027 w 1089725"/>
              <a:gd name="connsiteY5" fmla="*/ 85967 h 726835"/>
              <a:gd name="connsiteX6" fmla="*/ 7150 w 1089725"/>
              <a:gd name="connsiteY6" fmla="*/ 256007 h 726835"/>
              <a:gd name="connsiteX7" fmla="*/ 345449 w 1089725"/>
              <a:gd name="connsiteY7" fmla="*/ 652064 h 726835"/>
              <a:gd name="connsiteX8" fmla="*/ 412791 w 1089725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7340 w 1084274"/>
              <a:gd name="connsiteY0" fmla="*/ 726835 h 726835"/>
              <a:gd name="connsiteX1" fmla="*/ 552691 w 1084274"/>
              <a:gd name="connsiteY1" fmla="*/ 638158 h 726835"/>
              <a:gd name="connsiteX2" fmla="*/ 943507 w 1084274"/>
              <a:gd name="connsiteY2" fmla="*/ 549764 h 726835"/>
              <a:gd name="connsiteX3" fmla="*/ 1077233 w 1084274"/>
              <a:gd name="connsiteY3" fmla="*/ 258682 h 726835"/>
              <a:gd name="connsiteX4" fmla="*/ 797198 w 1084274"/>
              <a:gd name="connsiteY4" fmla="*/ 7031 h 726835"/>
              <a:gd name="connsiteX5" fmla="*/ 165576 w 1084274"/>
              <a:gd name="connsiteY5" fmla="*/ 85967 h 726835"/>
              <a:gd name="connsiteX6" fmla="*/ 5798 w 1084274"/>
              <a:gd name="connsiteY6" fmla="*/ 285590 h 726835"/>
              <a:gd name="connsiteX7" fmla="*/ 339998 w 1084274"/>
              <a:gd name="connsiteY7" fmla="*/ 652064 h 726835"/>
              <a:gd name="connsiteX8" fmla="*/ 407340 w 1084274"/>
              <a:gd name="connsiteY8" fmla="*/ 726835 h 726835"/>
              <a:gd name="connsiteX0" fmla="*/ 405193 w 1082127"/>
              <a:gd name="connsiteY0" fmla="*/ 726835 h 726835"/>
              <a:gd name="connsiteX1" fmla="*/ 550544 w 1082127"/>
              <a:gd name="connsiteY1" fmla="*/ 638158 h 726835"/>
              <a:gd name="connsiteX2" fmla="*/ 941360 w 1082127"/>
              <a:gd name="connsiteY2" fmla="*/ 549764 h 726835"/>
              <a:gd name="connsiteX3" fmla="*/ 1075086 w 1082127"/>
              <a:gd name="connsiteY3" fmla="*/ 258682 h 726835"/>
              <a:gd name="connsiteX4" fmla="*/ 795051 w 1082127"/>
              <a:gd name="connsiteY4" fmla="*/ 7031 h 726835"/>
              <a:gd name="connsiteX5" fmla="*/ 163429 w 1082127"/>
              <a:gd name="connsiteY5" fmla="*/ 85967 h 726835"/>
              <a:gd name="connsiteX6" fmla="*/ 5959 w 1082127"/>
              <a:gd name="connsiteY6" fmla="*/ 336874 h 726835"/>
              <a:gd name="connsiteX7" fmla="*/ 337851 w 1082127"/>
              <a:gd name="connsiteY7" fmla="*/ 652064 h 726835"/>
              <a:gd name="connsiteX8" fmla="*/ 405193 w 1082127"/>
              <a:gd name="connsiteY8" fmla="*/ 726835 h 726835"/>
              <a:gd name="connsiteX0" fmla="*/ 405097 w 1082031"/>
              <a:gd name="connsiteY0" fmla="*/ 727553 h 727553"/>
              <a:gd name="connsiteX1" fmla="*/ 550448 w 1082031"/>
              <a:gd name="connsiteY1" fmla="*/ 638876 h 727553"/>
              <a:gd name="connsiteX2" fmla="*/ 941264 w 1082031"/>
              <a:gd name="connsiteY2" fmla="*/ 550482 h 727553"/>
              <a:gd name="connsiteX3" fmla="*/ 1074990 w 1082031"/>
              <a:gd name="connsiteY3" fmla="*/ 259400 h 727553"/>
              <a:gd name="connsiteX4" fmla="*/ 794955 w 1082031"/>
              <a:gd name="connsiteY4" fmla="*/ 7749 h 727553"/>
              <a:gd name="connsiteX5" fmla="*/ 164686 w 1082031"/>
              <a:gd name="connsiteY5" fmla="*/ 81610 h 727553"/>
              <a:gd name="connsiteX6" fmla="*/ 5863 w 1082031"/>
              <a:gd name="connsiteY6" fmla="*/ 337592 h 727553"/>
              <a:gd name="connsiteX7" fmla="*/ 337755 w 1082031"/>
              <a:gd name="connsiteY7" fmla="*/ 652782 h 727553"/>
              <a:gd name="connsiteX8" fmla="*/ 405097 w 1082031"/>
              <a:gd name="connsiteY8" fmla="*/ 727553 h 727553"/>
              <a:gd name="connsiteX0" fmla="*/ 427815 w 1104749"/>
              <a:gd name="connsiteY0" fmla="*/ 727553 h 727553"/>
              <a:gd name="connsiteX1" fmla="*/ 573166 w 1104749"/>
              <a:gd name="connsiteY1" fmla="*/ 638876 h 727553"/>
              <a:gd name="connsiteX2" fmla="*/ 963982 w 1104749"/>
              <a:gd name="connsiteY2" fmla="*/ 550482 h 727553"/>
              <a:gd name="connsiteX3" fmla="*/ 1097708 w 1104749"/>
              <a:gd name="connsiteY3" fmla="*/ 259400 h 727553"/>
              <a:gd name="connsiteX4" fmla="*/ 817673 w 1104749"/>
              <a:gd name="connsiteY4" fmla="*/ 7749 h 727553"/>
              <a:gd name="connsiteX5" fmla="*/ 187404 w 1104749"/>
              <a:gd name="connsiteY5" fmla="*/ 81610 h 727553"/>
              <a:gd name="connsiteX6" fmla="*/ 4537 w 1104749"/>
              <a:gd name="connsiteY6" fmla="*/ 344274 h 727553"/>
              <a:gd name="connsiteX7" fmla="*/ 360473 w 1104749"/>
              <a:gd name="connsiteY7" fmla="*/ 652782 h 727553"/>
              <a:gd name="connsiteX8" fmla="*/ 427815 w 1104749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37503 w 1114437"/>
              <a:gd name="connsiteY0" fmla="*/ 727553 h 727553"/>
              <a:gd name="connsiteX1" fmla="*/ 582854 w 1114437"/>
              <a:gd name="connsiteY1" fmla="*/ 638876 h 727553"/>
              <a:gd name="connsiteX2" fmla="*/ 973670 w 1114437"/>
              <a:gd name="connsiteY2" fmla="*/ 550482 h 727553"/>
              <a:gd name="connsiteX3" fmla="*/ 1107396 w 1114437"/>
              <a:gd name="connsiteY3" fmla="*/ 259400 h 727553"/>
              <a:gd name="connsiteX4" fmla="*/ 827361 w 1114437"/>
              <a:gd name="connsiteY4" fmla="*/ 7749 h 727553"/>
              <a:gd name="connsiteX5" fmla="*/ 197092 w 1114437"/>
              <a:gd name="connsiteY5" fmla="*/ 81610 h 727553"/>
              <a:gd name="connsiteX6" fmla="*/ 0 w 1114437"/>
              <a:gd name="connsiteY6" fmla="*/ 341962 h 727553"/>
              <a:gd name="connsiteX7" fmla="*/ 370161 w 1114437"/>
              <a:gd name="connsiteY7" fmla="*/ 652782 h 727553"/>
              <a:gd name="connsiteX8" fmla="*/ 437503 w 1114437"/>
              <a:gd name="connsiteY8" fmla="*/ 727553 h 727553"/>
              <a:gd name="connsiteX0" fmla="*/ 463684 w 1140618"/>
              <a:gd name="connsiteY0" fmla="*/ 727553 h 727553"/>
              <a:gd name="connsiteX1" fmla="*/ 609035 w 1140618"/>
              <a:gd name="connsiteY1" fmla="*/ 638876 h 727553"/>
              <a:gd name="connsiteX2" fmla="*/ 999851 w 1140618"/>
              <a:gd name="connsiteY2" fmla="*/ 550482 h 727553"/>
              <a:gd name="connsiteX3" fmla="*/ 1133577 w 1140618"/>
              <a:gd name="connsiteY3" fmla="*/ 259400 h 727553"/>
              <a:gd name="connsiteX4" fmla="*/ 853542 w 1140618"/>
              <a:gd name="connsiteY4" fmla="*/ 7749 h 727553"/>
              <a:gd name="connsiteX5" fmla="*/ 223273 w 1140618"/>
              <a:gd name="connsiteY5" fmla="*/ 81610 h 727553"/>
              <a:gd name="connsiteX6" fmla="*/ 0 w 1140618"/>
              <a:gd name="connsiteY6" fmla="*/ 343816 h 727553"/>
              <a:gd name="connsiteX7" fmla="*/ 396342 w 1140618"/>
              <a:gd name="connsiteY7" fmla="*/ 652782 h 727553"/>
              <a:gd name="connsiteX8" fmla="*/ 463684 w 1140618"/>
              <a:gd name="connsiteY8" fmla="*/ 727553 h 727553"/>
              <a:gd name="connsiteX0" fmla="*/ 463684 w 1140714"/>
              <a:gd name="connsiteY0" fmla="*/ 719277 h 719277"/>
              <a:gd name="connsiteX1" fmla="*/ 609035 w 1140714"/>
              <a:gd name="connsiteY1" fmla="*/ 630600 h 719277"/>
              <a:gd name="connsiteX2" fmla="*/ 999851 w 1140714"/>
              <a:gd name="connsiteY2" fmla="*/ 542206 h 719277"/>
              <a:gd name="connsiteX3" fmla="*/ 1133577 w 1140714"/>
              <a:gd name="connsiteY3" fmla="*/ 251124 h 719277"/>
              <a:gd name="connsiteX4" fmla="*/ 852002 w 1140714"/>
              <a:gd name="connsiteY4" fmla="*/ 8636 h 719277"/>
              <a:gd name="connsiteX5" fmla="*/ 223273 w 1140714"/>
              <a:gd name="connsiteY5" fmla="*/ 73334 h 719277"/>
              <a:gd name="connsiteX6" fmla="*/ 0 w 1140714"/>
              <a:gd name="connsiteY6" fmla="*/ 335540 h 719277"/>
              <a:gd name="connsiteX7" fmla="*/ 396342 w 1140714"/>
              <a:gd name="connsiteY7" fmla="*/ 644506 h 719277"/>
              <a:gd name="connsiteX8" fmla="*/ 463684 w 1140714"/>
              <a:gd name="connsiteY8" fmla="*/ 719277 h 719277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6732"/>
              <a:gd name="connsiteY0" fmla="*/ 721380 h 721380"/>
              <a:gd name="connsiteX1" fmla="*/ 610575 w 1136732"/>
              <a:gd name="connsiteY1" fmla="*/ 643699 h 721380"/>
              <a:gd name="connsiteX2" fmla="*/ 999851 w 1136732"/>
              <a:gd name="connsiteY2" fmla="*/ 544309 h 721380"/>
              <a:gd name="connsiteX3" fmla="*/ 1133577 w 1136732"/>
              <a:gd name="connsiteY3" fmla="*/ 253227 h 721380"/>
              <a:gd name="connsiteX4" fmla="*/ 852002 w 1136732"/>
              <a:gd name="connsiteY4" fmla="*/ 10739 h 721380"/>
              <a:gd name="connsiteX5" fmla="*/ 223273 w 1136732"/>
              <a:gd name="connsiteY5" fmla="*/ 64441 h 721380"/>
              <a:gd name="connsiteX6" fmla="*/ 0 w 1136732"/>
              <a:gd name="connsiteY6" fmla="*/ 337643 h 721380"/>
              <a:gd name="connsiteX7" fmla="*/ 396342 w 1136732"/>
              <a:gd name="connsiteY7" fmla="*/ 646609 h 721380"/>
              <a:gd name="connsiteX8" fmla="*/ 463684 w 1136732"/>
              <a:gd name="connsiteY8" fmla="*/ 721380 h 721380"/>
              <a:gd name="connsiteX0" fmla="*/ 463684 w 1121891"/>
              <a:gd name="connsiteY0" fmla="*/ 721255 h 721255"/>
              <a:gd name="connsiteX1" fmla="*/ 610575 w 1121891"/>
              <a:gd name="connsiteY1" fmla="*/ 643574 h 721255"/>
              <a:gd name="connsiteX2" fmla="*/ 999851 w 1121891"/>
              <a:gd name="connsiteY2" fmla="*/ 544184 h 721255"/>
              <a:gd name="connsiteX3" fmla="*/ 1118177 w 1121891"/>
              <a:gd name="connsiteY3" fmla="*/ 251269 h 721255"/>
              <a:gd name="connsiteX4" fmla="*/ 852002 w 1121891"/>
              <a:gd name="connsiteY4" fmla="*/ 10614 h 721255"/>
              <a:gd name="connsiteX5" fmla="*/ 223273 w 1121891"/>
              <a:gd name="connsiteY5" fmla="*/ 64316 h 721255"/>
              <a:gd name="connsiteX6" fmla="*/ 0 w 1121891"/>
              <a:gd name="connsiteY6" fmla="*/ 337518 h 721255"/>
              <a:gd name="connsiteX7" fmla="*/ 396342 w 1121891"/>
              <a:gd name="connsiteY7" fmla="*/ 646484 h 721255"/>
              <a:gd name="connsiteX8" fmla="*/ 463684 w 1121891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354"/>
              <a:gd name="connsiteY0" fmla="*/ 721255 h 721255"/>
              <a:gd name="connsiteX1" fmla="*/ 610575 w 1123354"/>
              <a:gd name="connsiteY1" fmla="*/ 643574 h 721255"/>
              <a:gd name="connsiteX2" fmla="*/ 999851 w 1123354"/>
              <a:gd name="connsiteY2" fmla="*/ 549682 h 721255"/>
              <a:gd name="connsiteX3" fmla="*/ 1118177 w 1123354"/>
              <a:gd name="connsiteY3" fmla="*/ 251269 h 721255"/>
              <a:gd name="connsiteX4" fmla="*/ 852002 w 1123354"/>
              <a:gd name="connsiteY4" fmla="*/ 10614 h 721255"/>
              <a:gd name="connsiteX5" fmla="*/ 223273 w 1123354"/>
              <a:gd name="connsiteY5" fmla="*/ 64316 h 721255"/>
              <a:gd name="connsiteX6" fmla="*/ 0 w 1123354"/>
              <a:gd name="connsiteY6" fmla="*/ 337518 h 721255"/>
              <a:gd name="connsiteX7" fmla="*/ 396342 w 1123354"/>
              <a:gd name="connsiteY7" fmla="*/ 646484 h 721255"/>
              <a:gd name="connsiteX8" fmla="*/ 463684 w 1123354"/>
              <a:gd name="connsiteY8" fmla="*/ 721255 h 721255"/>
              <a:gd name="connsiteX0" fmla="*/ 411324 w 1070994"/>
              <a:gd name="connsiteY0" fmla="*/ 721255 h 721255"/>
              <a:gd name="connsiteX1" fmla="*/ 558215 w 1070994"/>
              <a:gd name="connsiteY1" fmla="*/ 643574 h 721255"/>
              <a:gd name="connsiteX2" fmla="*/ 947491 w 1070994"/>
              <a:gd name="connsiteY2" fmla="*/ 549682 h 721255"/>
              <a:gd name="connsiteX3" fmla="*/ 1065817 w 1070994"/>
              <a:gd name="connsiteY3" fmla="*/ 251269 h 721255"/>
              <a:gd name="connsiteX4" fmla="*/ 799642 w 1070994"/>
              <a:gd name="connsiteY4" fmla="*/ 10614 h 721255"/>
              <a:gd name="connsiteX5" fmla="*/ 170913 w 1070994"/>
              <a:gd name="connsiteY5" fmla="*/ 64316 h 721255"/>
              <a:gd name="connsiteX6" fmla="*/ 0 w 1070994"/>
              <a:gd name="connsiteY6" fmla="*/ 339351 h 721255"/>
              <a:gd name="connsiteX7" fmla="*/ 343982 w 1070994"/>
              <a:gd name="connsiteY7" fmla="*/ 646484 h 721255"/>
              <a:gd name="connsiteX8" fmla="*/ 411324 w 107099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3864 h 723864"/>
              <a:gd name="connsiteX1" fmla="*/ 538195 w 1050974"/>
              <a:gd name="connsiteY1" fmla="*/ 646183 h 723864"/>
              <a:gd name="connsiteX2" fmla="*/ 927471 w 1050974"/>
              <a:gd name="connsiteY2" fmla="*/ 552291 h 723864"/>
              <a:gd name="connsiteX3" fmla="*/ 1045797 w 1050974"/>
              <a:gd name="connsiteY3" fmla="*/ 253878 h 723864"/>
              <a:gd name="connsiteX4" fmla="*/ 779622 w 1050974"/>
              <a:gd name="connsiteY4" fmla="*/ 13223 h 723864"/>
              <a:gd name="connsiteX5" fmla="*/ 201713 w 1050974"/>
              <a:gd name="connsiteY5" fmla="*/ 55929 h 723864"/>
              <a:gd name="connsiteX6" fmla="*/ 0 w 1050974"/>
              <a:gd name="connsiteY6" fmla="*/ 341960 h 723864"/>
              <a:gd name="connsiteX7" fmla="*/ 323962 w 1050974"/>
              <a:gd name="connsiteY7" fmla="*/ 649093 h 723864"/>
              <a:gd name="connsiteX8" fmla="*/ 391304 w 1050974"/>
              <a:gd name="connsiteY8" fmla="*/ 723864 h 723864"/>
              <a:gd name="connsiteX0" fmla="*/ 391304 w 1050974"/>
              <a:gd name="connsiteY0" fmla="*/ 722931 h 722931"/>
              <a:gd name="connsiteX1" fmla="*/ 538195 w 1050974"/>
              <a:gd name="connsiteY1" fmla="*/ 645250 h 722931"/>
              <a:gd name="connsiteX2" fmla="*/ 927471 w 1050974"/>
              <a:gd name="connsiteY2" fmla="*/ 551358 h 722931"/>
              <a:gd name="connsiteX3" fmla="*/ 1045797 w 1050974"/>
              <a:gd name="connsiteY3" fmla="*/ 252945 h 722931"/>
              <a:gd name="connsiteX4" fmla="*/ 779622 w 1050974"/>
              <a:gd name="connsiteY4" fmla="*/ 12290 h 722931"/>
              <a:gd name="connsiteX5" fmla="*/ 215573 w 1050974"/>
              <a:gd name="connsiteY5" fmla="*/ 58661 h 722931"/>
              <a:gd name="connsiteX6" fmla="*/ 0 w 1050974"/>
              <a:gd name="connsiteY6" fmla="*/ 341027 h 722931"/>
              <a:gd name="connsiteX7" fmla="*/ 323962 w 1050974"/>
              <a:gd name="connsiteY7" fmla="*/ 648160 h 722931"/>
              <a:gd name="connsiteX8" fmla="*/ 391304 w 1050974"/>
              <a:gd name="connsiteY8" fmla="*/ 722931 h 722931"/>
              <a:gd name="connsiteX0" fmla="*/ 382064 w 1041734"/>
              <a:gd name="connsiteY0" fmla="*/ 722931 h 722931"/>
              <a:gd name="connsiteX1" fmla="*/ 528955 w 1041734"/>
              <a:gd name="connsiteY1" fmla="*/ 645250 h 722931"/>
              <a:gd name="connsiteX2" fmla="*/ 918231 w 1041734"/>
              <a:gd name="connsiteY2" fmla="*/ 551358 h 722931"/>
              <a:gd name="connsiteX3" fmla="*/ 1036557 w 1041734"/>
              <a:gd name="connsiteY3" fmla="*/ 252945 h 722931"/>
              <a:gd name="connsiteX4" fmla="*/ 770382 w 1041734"/>
              <a:gd name="connsiteY4" fmla="*/ 12290 h 722931"/>
              <a:gd name="connsiteX5" fmla="*/ 206333 w 1041734"/>
              <a:gd name="connsiteY5" fmla="*/ 58661 h 722931"/>
              <a:gd name="connsiteX6" fmla="*/ 0 w 1041734"/>
              <a:gd name="connsiteY6" fmla="*/ 342860 h 722931"/>
              <a:gd name="connsiteX7" fmla="*/ 314722 w 1041734"/>
              <a:gd name="connsiteY7" fmla="*/ 648160 h 722931"/>
              <a:gd name="connsiteX8" fmla="*/ 382064 w 1041734"/>
              <a:gd name="connsiteY8" fmla="*/ 722931 h 72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1734" h="722931">
                <a:moveTo>
                  <a:pt x="382064" y="722931"/>
                </a:moveTo>
                <a:cubicBezTo>
                  <a:pt x="406019" y="660055"/>
                  <a:pt x="439594" y="666515"/>
                  <a:pt x="528955" y="645250"/>
                </a:cubicBezTo>
                <a:cubicBezTo>
                  <a:pt x="618316" y="623985"/>
                  <a:pt x="833631" y="616742"/>
                  <a:pt x="918231" y="551358"/>
                </a:cubicBezTo>
                <a:cubicBezTo>
                  <a:pt x="1002831" y="485974"/>
                  <a:pt x="1059658" y="370279"/>
                  <a:pt x="1036557" y="252945"/>
                </a:cubicBezTo>
                <a:cubicBezTo>
                  <a:pt x="1013456" y="135611"/>
                  <a:pt x="908753" y="44671"/>
                  <a:pt x="770382" y="12290"/>
                </a:cubicBezTo>
                <a:cubicBezTo>
                  <a:pt x="632011" y="-20091"/>
                  <a:pt x="338916" y="17165"/>
                  <a:pt x="206333" y="58661"/>
                </a:cubicBezTo>
                <a:cubicBezTo>
                  <a:pt x="73750" y="100157"/>
                  <a:pt x="1822" y="199023"/>
                  <a:pt x="0" y="342860"/>
                </a:cubicBezTo>
                <a:cubicBezTo>
                  <a:pt x="27105" y="498943"/>
                  <a:pt x="87932" y="573770"/>
                  <a:pt x="314722" y="648160"/>
                </a:cubicBezTo>
                <a:cubicBezTo>
                  <a:pt x="367872" y="666162"/>
                  <a:pt x="382064" y="722931"/>
                  <a:pt x="382064" y="722931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30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D441F-9FBB-4F90-987A-39793DE0E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92B1E-8D5D-45CA-9A8B-53E3B7FE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89E71-49A9-4CE9-AD1D-780A876B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17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053A-B2EE-4E20-9723-6BB0BBD5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53272"/>
            <a:ext cx="3932237" cy="173272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65AB-0DF3-4C86-AB5F-EB65021FD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5642" y="987425"/>
            <a:ext cx="593974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99FAE-8825-466D-9F1E-3B7BAED2C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8550"/>
            <a:ext cx="3932237" cy="350043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A6375-677F-4A58-B98D-18F3DEF8E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40F2C-7AE7-481B-856A-B3E26AE8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7C48C-9BD9-41CB-915E-A905B886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8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6DE4-025D-4D93-A5D0-FB458972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15915"/>
            <a:ext cx="3932237" cy="16700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93EE21-471F-4B7B-B7AF-192243A12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6B769-8E40-42E6-8F62-C4347B0CE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5744"/>
            <a:ext cx="3932237" cy="35032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84DC6-1AA3-4779-8EDF-F4A87750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7F83E-FAF9-43E1-95CC-6F4EDD76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D8C7B-B211-4BAF-9C05-09CF993B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87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39E3-FB89-4585-A22D-15851E8D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4B498-70D2-4956-A576-83345B38D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A84CB-FF9E-43D6-8805-B4ABB520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7EE14-0A60-428B-BC0E-A50951E0E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A9A22-BBF2-4B23-B17F-B32AC87D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1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CC51B-E0BE-4D50-A04A-571F8BCAE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99550" y="692150"/>
            <a:ext cx="2254250" cy="53099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F5607-7A89-4981-87F4-98BC7CE0A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692150"/>
            <a:ext cx="8108950" cy="53099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0D5BE-275A-42D5-BCE1-357D53FC5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25F9A-B406-4028-AC92-D1245051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70F0A-5147-4274-A0A1-BD2191794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0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AAE2DA9-9BAF-4D46-BC97-20425C5321FD}"/>
              </a:ext>
            </a:extLst>
          </p:cNvPr>
          <p:cNvSpPr/>
          <p:nvPr/>
        </p:nvSpPr>
        <p:spPr>
          <a:xfrm>
            <a:off x="372926" y="367993"/>
            <a:ext cx="11499601" cy="6203902"/>
          </a:xfrm>
          <a:custGeom>
            <a:avLst/>
            <a:gdLst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321880 w 11499601"/>
              <a:gd name="connsiteY17" fmla="*/ 5943328 h 6250474"/>
              <a:gd name="connsiteX18" fmla="*/ 2161451 w 11499601"/>
              <a:gd name="connsiteY18" fmla="*/ 5941720 h 6250474"/>
              <a:gd name="connsiteX19" fmla="*/ 1884575 w 11499601"/>
              <a:gd name="connsiteY19" fmla="*/ 5937508 h 6250474"/>
              <a:gd name="connsiteX20" fmla="*/ 1731597 w 11499601"/>
              <a:gd name="connsiteY20" fmla="*/ 5934968 h 6250474"/>
              <a:gd name="connsiteX21" fmla="*/ 1588500 w 11499601"/>
              <a:gd name="connsiteY21" fmla="*/ 5940418 h 6250474"/>
              <a:gd name="connsiteX22" fmla="*/ 671167 w 11499601"/>
              <a:gd name="connsiteY22" fmla="*/ 5948382 h 6250474"/>
              <a:gd name="connsiteX23" fmla="*/ 94741 w 11499601"/>
              <a:gd name="connsiteY23" fmla="*/ 5957415 h 6250474"/>
              <a:gd name="connsiteX24" fmla="*/ 37859 w 11499601"/>
              <a:gd name="connsiteY24" fmla="*/ 5876060 h 6250474"/>
              <a:gd name="connsiteX25" fmla="*/ 28975 w 11499601"/>
              <a:gd name="connsiteY25" fmla="*/ 2606888 h 6250474"/>
              <a:gd name="connsiteX26" fmla="*/ 33539 w 11499601"/>
              <a:gd name="connsiteY26" fmla="*/ 59860 h 6250474"/>
              <a:gd name="connsiteX27" fmla="*/ 39830 w 11499601"/>
              <a:gd name="connsiteY27" fmla="*/ 42028 h 6250474"/>
              <a:gd name="connsiteX28" fmla="*/ 88659 w 11499601"/>
              <a:gd name="connsiteY28" fmla="*/ 37282 h 6250474"/>
              <a:gd name="connsiteX29" fmla="*/ 301554 w 11499601"/>
              <a:gd name="connsiteY29" fmla="*/ 37282 h 6250474"/>
              <a:gd name="connsiteX30" fmla="*/ 416464 w 11499601"/>
              <a:gd name="connsiteY30" fmla="*/ 30725 h 6250474"/>
              <a:gd name="connsiteX31" fmla="*/ 907723 w 11499601"/>
              <a:gd name="connsiteY31" fmla="*/ 24269 h 6250474"/>
              <a:gd name="connsiteX32" fmla="*/ 3989089 w 11499601"/>
              <a:gd name="connsiteY32" fmla="*/ 29653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161451 w 11499601"/>
              <a:gd name="connsiteY17" fmla="*/ 5941720 h 6250474"/>
              <a:gd name="connsiteX18" fmla="*/ 1884575 w 11499601"/>
              <a:gd name="connsiteY18" fmla="*/ 5937508 h 6250474"/>
              <a:gd name="connsiteX19" fmla="*/ 1731597 w 11499601"/>
              <a:gd name="connsiteY19" fmla="*/ 5934968 h 6250474"/>
              <a:gd name="connsiteX20" fmla="*/ 1588500 w 11499601"/>
              <a:gd name="connsiteY20" fmla="*/ 5940418 h 6250474"/>
              <a:gd name="connsiteX21" fmla="*/ 671167 w 11499601"/>
              <a:gd name="connsiteY21" fmla="*/ 5948382 h 6250474"/>
              <a:gd name="connsiteX22" fmla="*/ 94741 w 11499601"/>
              <a:gd name="connsiteY22" fmla="*/ 5957415 h 6250474"/>
              <a:gd name="connsiteX23" fmla="*/ 37859 w 11499601"/>
              <a:gd name="connsiteY23" fmla="*/ 5876060 h 6250474"/>
              <a:gd name="connsiteX24" fmla="*/ 28975 w 11499601"/>
              <a:gd name="connsiteY24" fmla="*/ 2606888 h 6250474"/>
              <a:gd name="connsiteX25" fmla="*/ 33539 w 11499601"/>
              <a:gd name="connsiteY25" fmla="*/ 59860 h 6250474"/>
              <a:gd name="connsiteX26" fmla="*/ 39830 w 11499601"/>
              <a:gd name="connsiteY26" fmla="*/ 42028 h 6250474"/>
              <a:gd name="connsiteX27" fmla="*/ 88659 w 11499601"/>
              <a:gd name="connsiteY27" fmla="*/ 37282 h 6250474"/>
              <a:gd name="connsiteX28" fmla="*/ 301554 w 11499601"/>
              <a:gd name="connsiteY28" fmla="*/ 37282 h 6250474"/>
              <a:gd name="connsiteX29" fmla="*/ 416464 w 11499601"/>
              <a:gd name="connsiteY29" fmla="*/ 30725 h 6250474"/>
              <a:gd name="connsiteX30" fmla="*/ 907723 w 11499601"/>
              <a:gd name="connsiteY30" fmla="*/ 24269 h 6250474"/>
              <a:gd name="connsiteX31" fmla="*/ 3989089 w 11499601"/>
              <a:gd name="connsiteY31" fmla="*/ 29653 h 6250474"/>
              <a:gd name="connsiteX32" fmla="*/ 9680053 w 11499601"/>
              <a:gd name="connsiteY32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1884575 w 11499601"/>
              <a:gd name="connsiteY17" fmla="*/ 5937508 h 6250474"/>
              <a:gd name="connsiteX18" fmla="*/ 1731597 w 11499601"/>
              <a:gd name="connsiteY18" fmla="*/ 5934968 h 6250474"/>
              <a:gd name="connsiteX19" fmla="*/ 1588500 w 11499601"/>
              <a:gd name="connsiteY19" fmla="*/ 5940418 h 6250474"/>
              <a:gd name="connsiteX20" fmla="*/ 671167 w 11499601"/>
              <a:gd name="connsiteY20" fmla="*/ 5948382 h 6250474"/>
              <a:gd name="connsiteX21" fmla="*/ 94741 w 11499601"/>
              <a:gd name="connsiteY21" fmla="*/ 5957415 h 6250474"/>
              <a:gd name="connsiteX22" fmla="*/ 37859 w 11499601"/>
              <a:gd name="connsiteY22" fmla="*/ 5876060 h 6250474"/>
              <a:gd name="connsiteX23" fmla="*/ 28975 w 11499601"/>
              <a:gd name="connsiteY23" fmla="*/ 2606888 h 6250474"/>
              <a:gd name="connsiteX24" fmla="*/ 33539 w 11499601"/>
              <a:gd name="connsiteY24" fmla="*/ 59860 h 6250474"/>
              <a:gd name="connsiteX25" fmla="*/ 39830 w 11499601"/>
              <a:gd name="connsiteY25" fmla="*/ 42028 h 6250474"/>
              <a:gd name="connsiteX26" fmla="*/ 88659 w 11499601"/>
              <a:gd name="connsiteY26" fmla="*/ 37282 h 6250474"/>
              <a:gd name="connsiteX27" fmla="*/ 301554 w 11499601"/>
              <a:gd name="connsiteY27" fmla="*/ 37282 h 6250474"/>
              <a:gd name="connsiteX28" fmla="*/ 416464 w 11499601"/>
              <a:gd name="connsiteY28" fmla="*/ 30725 h 6250474"/>
              <a:gd name="connsiteX29" fmla="*/ 907723 w 11499601"/>
              <a:gd name="connsiteY29" fmla="*/ 24269 h 6250474"/>
              <a:gd name="connsiteX30" fmla="*/ 3989089 w 11499601"/>
              <a:gd name="connsiteY30" fmla="*/ 29653 h 6250474"/>
              <a:gd name="connsiteX31" fmla="*/ 9680053 w 11499601"/>
              <a:gd name="connsiteY31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11590 w 11499601"/>
              <a:gd name="connsiteY9" fmla="*/ 5989374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01402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731597 w 11499601"/>
              <a:gd name="connsiteY16" fmla="*/ 5934968 h 6250474"/>
              <a:gd name="connsiteX17" fmla="*/ 1588500 w 11499601"/>
              <a:gd name="connsiteY17" fmla="*/ 5940418 h 6250474"/>
              <a:gd name="connsiteX18" fmla="*/ 671167 w 11499601"/>
              <a:gd name="connsiteY18" fmla="*/ 5948382 h 6250474"/>
              <a:gd name="connsiteX19" fmla="*/ 94741 w 11499601"/>
              <a:gd name="connsiteY19" fmla="*/ 5957415 h 6250474"/>
              <a:gd name="connsiteX20" fmla="*/ 37859 w 11499601"/>
              <a:gd name="connsiteY20" fmla="*/ 5876060 h 6250474"/>
              <a:gd name="connsiteX21" fmla="*/ 28975 w 11499601"/>
              <a:gd name="connsiteY21" fmla="*/ 2606888 h 6250474"/>
              <a:gd name="connsiteX22" fmla="*/ 33539 w 11499601"/>
              <a:gd name="connsiteY22" fmla="*/ 59860 h 6250474"/>
              <a:gd name="connsiteX23" fmla="*/ 39830 w 11499601"/>
              <a:gd name="connsiteY23" fmla="*/ 42028 h 6250474"/>
              <a:gd name="connsiteX24" fmla="*/ 88659 w 11499601"/>
              <a:gd name="connsiteY24" fmla="*/ 37282 h 6250474"/>
              <a:gd name="connsiteX25" fmla="*/ 301554 w 11499601"/>
              <a:gd name="connsiteY25" fmla="*/ 37282 h 6250474"/>
              <a:gd name="connsiteX26" fmla="*/ 416464 w 11499601"/>
              <a:gd name="connsiteY26" fmla="*/ 30725 h 6250474"/>
              <a:gd name="connsiteX27" fmla="*/ 907723 w 11499601"/>
              <a:gd name="connsiteY27" fmla="*/ 24269 h 6250474"/>
              <a:gd name="connsiteX28" fmla="*/ 3989089 w 11499601"/>
              <a:gd name="connsiteY28" fmla="*/ 29653 h 6250474"/>
              <a:gd name="connsiteX29" fmla="*/ 9680053 w 11499601"/>
              <a:gd name="connsiteY29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88500 w 11499601"/>
              <a:gd name="connsiteY16" fmla="*/ 5940418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16786 w 11499601"/>
              <a:gd name="connsiteY15" fmla="*/ 5901423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71167 w 11499601"/>
              <a:gd name="connsiteY16" fmla="*/ 5948382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99601" h="6250474">
                <a:moveTo>
                  <a:pt x="9680053" y="0"/>
                </a:moveTo>
                <a:lnTo>
                  <a:pt x="11263634" y="10894"/>
                </a:lnTo>
                <a:cubicBezTo>
                  <a:pt x="11382518" y="17609"/>
                  <a:pt x="11468807" y="-29564"/>
                  <a:pt x="11499601" y="84193"/>
                </a:cubicBezTo>
                <a:lnTo>
                  <a:pt x="11496115" y="333210"/>
                </a:lnTo>
                <a:cubicBezTo>
                  <a:pt x="11496285" y="489431"/>
                  <a:pt x="11496456" y="645651"/>
                  <a:pt x="11496626" y="801872"/>
                </a:cubicBezTo>
                <a:cubicBezTo>
                  <a:pt x="11485119" y="918570"/>
                  <a:pt x="11483798" y="1773917"/>
                  <a:pt x="11482477" y="1834579"/>
                </a:cubicBezTo>
                <a:cubicBezTo>
                  <a:pt x="11462397" y="2645173"/>
                  <a:pt x="11489491" y="2970847"/>
                  <a:pt x="11478714" y="3520214"/>
                </a:cubicBezTo>
                <a:cubicBezTo>
                  <a:pt x="11462615" y="5654060"/>
                  <a:pt x="11560172" y="6010354"/>
                  <a:pt x="11419375" y="5982433"/>
                </a:cubicBezTo>
                <a:cubicBezTo>
                  <a:pt x="9251879" y="6044921"/>
                  <a:pt x="7569480" y="6004728"/>
                  <a:pt x="5959453" y="5973386"/>
                </a:cubicBezTo>
                <a:lnTo>
                  <a:pt x="4858766" y="5999562"/>
                </a:lnTo>
                <a:lnTo>
                  <a:pt x="3239306" y="5972741"/>
                </a:lnTo>
                <a:lnTo>
                  <a:pt x="3217554" y="6005912"/>
                </a:lnTo>
                <a:cubicBezTo>
                  <a:pt x="3195952" y="6047442"/>
                  <a:pt x="3201415" y="6144511"/>
                  <a:pt x="3219866" y="6250474"/>
                </a:cubicBezTo>
                <a:cubicBezTo>
                  <a:pt x="3113618" y="6201492"/>
                  <a:pt x="2980145" y="6145854"/>
                  <a:pt x="2870715" y="6056161"/>
                </a:cubicBezTo>
                <a:lnTo>
                  <a:pt x="2785655" y="5972741"/>
                </a:lnTo>
                <a:lnTo>
                  <a:pt x="2301504" y="5967647"/>
                </a:lnTo>
                <a:lnTo>
                  <a:pt x="666073" y="5958571"/>
                </a:lnTo>
                <a:cubicBezTo>
                  <a:pt x="416338" y="5959078"/>
                  <a:pt x="199443" y="5971167"/>
                  <a:pt x="94741" y="5957415"/>
                </a:cubicBezTo>
                <a:cubicBezTo>
                  <a:pt x="-9961" y="5943663"/>
                  <a:pt x="43390" y="5957506"/>
                  <a:pt x="37859" y="5876060"/>
                </a:cubicBezTo>
                <a:cubicBezTo>
                  <a:pt x="13485" y="5737802"/>
                  <a:pt x="42281" y="4414258"/>
                  <a:pt x="28975" y="2606888"/>
                </a:cubicBezTo>
                <a:cubicBezTo>
                  <a:pt x="-19249" y="1512253"/>
                  <a:pt x="110" y="488851"/>
                  <a:pt x="33539" y="59860"/>
                </a:cubicBezTo>
                <a:cubicBezTo>
                  <a:pt x="34137" y="52184"/>
                  <a:pt x="36271" y="46366"/>
                  <a:pt x="39830" y="42028"/>
                </a:cubicBezTo>
                <a:lnTo>
                  <a:pt x="88659" y="37282"/>
                </a:lnTo>
                <a:lnTo>
                  <a:pt x="301554" y="37282"/>
                </a:lnTo>
                <a:lnTo>
                  <a:pt x="416464" y="30725"/>
                </a:lnTo>
                <a:lnTo>
                  <a:pt x="907723" y="24269"/>
                </a:lnTo>
                <a:lnTo>
                  <a:pt x="3989089" y="29653"/>
                </a:lnTo>
                <a:lnTo>
                  <a:pt x="968005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489E99-8A12-4C4F-92F9-95B01D81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24" y="558209"/>
            <a:ext cx="10333075" cy="1414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1B211-A6C3-4384-AA0B-7A8561A53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0726" y="2089298"/>
            <a:ext cx="10333074" cy="3827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07E98-5ED3-41C2-BC39-EA8FB826A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93049-EC55-4ABD-8F77-F5A84AE38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1B6DF-CCDC-4ED0-A4B2-1512B668F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2D2C6CA-56BB-4A08-A1E2-342F83955EDB}"/>
              </a:ext>
            </a:extLst>
          </p:cNvPr>
          <p:cNvSpPr/>
          <p:nvPr/>
        </p:nvSpPr>
        <p:spPr>
          <a:xfrm>
            <a:off x="403284" y="389461"/>
            <a:ext cx="11499601" cy="6203902"/>
          </a:xfrm>
          <a:custGeom>
            <a:avLst/>
            <a:gdLst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321880 w 11499601"/>
              <a:gd name="connsiteY17" fmla="*/ 5943328 h 6250474"/>
              <a:gd name="connsiteX18" fmla="*/ 2161451 w 11499601"/>
              <a:gd name="connsiteY18" fmla="*/ 5941720 h 6250474"/>
              <a:gd name="connsiteX19" fmla="*/ 1884575 w 11499601"/>
              <a:gd name="connsiteY19" fmla="*/ 5937508 h 6250474"/>
              <a:gd name="connsiteX20" fmla="*/ 1731597 w 11499601"/>
              <a:gd name="connsiteY20" fmla="*/ 5934968 h 6250474"/>
              <a:gd name="connsiteX21" fmla="*/ 1588500 w 11499601"/>
              <a:gd name="connsiteY21" fmla="*/ 5940418 h 6250474"/>
              <a:gd name="connsiteX22" fmla="*/ 671167 w 11499601"/>
              <a:gd name="connsiteY22" fmla="*/ 5948382 h 6250474"/>
              <a:gd name="connsiteX23" fmla="*/ 94741 w 11499601"/>
              <a:gd name="connsiteY23" fmla="*/ 5957415 h 6250474"/>
              <a:gd name="connsiteX24" fmla="*/ 37859 w 11499601"/>
              <a:gd name="connsiteY24" fmla="*/ 5876060 h 6250474"/>
              <a:gd name="connsiteX25" fmla="*/ 28975 w 11499601"/>
              <a:gd name="connsiteY25" fmla="*/ 2606888 h 6250474"/>
              <a:gd name="connsiteX26" fmla="*/ 33539 w 11499601"/>
              <a:gd name="connsiteY26" fmla="*/ 59860 h 6250474"/>
              <a:gd name="connsiteX27" fmla="*/ 39830 w 11499601"/>
              <a:gd name="connsiteY27" fmla="*/ 42028 h 6250474"/>
              <a:gd name="connsiteX28" fmla="*/ 88659 w 11499601"/>
              <a:gd name="connsiteY28" fmla="*/ 37282 h 6250474"/>
              <a:gd name="connsiteX29" fmla="*/ 301554 w 11499601"/>
              <a:gd name="connsiteY29" fmla="*/ 37282 h 6250474"/>
              <a:gd name="connsiteX30" fmla="*/ 416464 w 11499601"/>
              <a:gd name="connsiteY30" fmla="*/ 30725 h 6250474"/>
              <a:gd name="connsiteX31" fmla="*/ 907723 w 11499601"/>
              <a:gd name="connsiteY31" fmla="*/ 24269 h 6250474"/>
              <a:gd name="connsiteX32" fmla="*/ 3989089 w 11499601"/>
              <a:gd name="connsiteY32" fmla="*/ 29653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161451 w 11499601"/>
              <a:gd name="connsiteY17" fmla="*/ 5941720 h 6250474"/>
              <a:gd name="connsiteX18" fmla="*/ 1884575 w 11499601"/>
              <a:gd name="connsiteY18" fmla="*/ 5937508 h 6250474"/>
              <a:gd name="connsiteX19" fmla="*/ 1731597 w 11499601"/>
              <a:gd name="connsiteY19" fmla="*/ 5934968 h 6250474"/>
              <a:gd name="connsiteX20" fmla="*/ 1588500 w 11499601"/>
              <a:gd name="connsiteY20" fmla="*/ 5940418 h 6250474"/>
              <a:gd name="connsiteX21" fmla="*/ 671167 w 11499601"/>
              <a:gd name="connsiteY21" fmla="*/ 5948382 h 6250474"/>
              <a:gd name="connsiteX22" fmla="*/ 94741 w 11499601"/>
              <a:gd name="connsiteY22" fmla="*/ 5957415 h 6250474"/>
              <a:gd name="connsiteX23" fmla="*/ 37859 w 11499601"/>
              <a:gd name="connsiteY23" fmla="*/ 5876060 h 6250474"/>
              <a:gd name="connsiteX24" fmla="*/ 28975 w 11499601"/>
              <a:gd name="connsiteY24" fmla="*/ 2606888 h 6250474"/>
              <a:gd name="connsiteX25" fmla="*/ 33539 w 11499601"/>
              <a:gd name="connsiteY25" fmla="*/ 59860 h 6250474"/>
              <a:gd name="connsiteX26" fmla="*/ 39830 w 11499601"/>
              <a:gd name="connsiteY26" fmla="*/ 42028 h 6250474"/>
              <a:gd name="connsiteX27" fmla="*/ 88659 w 11499601"/>
              <a:gd name="connsiteY27" fmla="*/ 37282 h 6250474"/>
              <a:gd name="connsiteX28" fmla="*/ 301554 w 11499601"/>
              <a:gd name="connsiteY28" fmla="*/ 37282 h 6250474"/>
              <a:gd name="connsiteX29" fmla="*/ 416464 w 11499601"/>
              <a:gd name="connsiteY29" fmla="*/ 30725 h 6250474"/>
              <a:gd name="connsiteX30" fmla="*/ 907723 w 11499601"/>
              <a:gd name="connsiteY30" fmla="*/ 24269 h 6250474"/>
              <a:gd name="connsiteX31" fmla="*/ 3989089 w 11499601"/>
              <a:gd name="connsiteY31" fmla="*/ 29653 h 6250474"/>
              <a:gd name="connsiteX32" fmla="*/ 9680053 w 11499601"/>
              <a:gd name="connsiteY32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1884575 w 11499601"/>
              <a:gd name="connsiteY17" fmla="*/ 5937508 h 6250474"/>
              <a:gd name="connsiteX18" fmla="*/ 1731597 w 11499601"/>
              <a:gd name="connsiteY18" fmla="*/ 5934968 h 6250474"/>
              <a:gd name="connsiteX19" fmla="*/ 1588500 w 11499601"/>
              <a:gd name="connsiteY19" fmla="*/ 5940418 h 6250474"/>
              <a:gd name="connsiteX20" fmla="*/ 671167 w 11499601"/>
              <a:gd name="connsiteY20" fmla="*/ 5948382 h 6250474"/>
              <a:gd name="connsiteX21" fmla="*/ 94741 w 11499601"/>
              <a:gd name="connsiteY21" fmla="*/ 5957415 h 6250474"/>
              <a:gd name="connsiteX22" fmla="*/ 37859 w 11499601"/>
              <a:gd name="connsiteY22" fmla="*/ 5876060 h 6250474"/>
              <a:gd name="connsiteX23" fmla="*/ 28975 w 11499601"/>
              <a:gd name="connsiteY23" fmla="*/ 2606888 h 6250474"/>
              <a:gd name="connsiteX24" fmla="*/ 33539 w 11499601"/>
              <a:gd name="connsiteY24" fmla="*/ 59860 h 6250474"/>
              <a:gd name="connsiteX25" fmla="*/ 39830 w 11499601"/>
              <a:gd name="connsiteY25" fmla="*/ 42028 h 6250474"/>
              <a:gd name="connsiteX26" fmla="*/ 88659 w 11499601"/>
              <a:gd name="connsiteY26" fmla="*/ 37282 h 6250474"/>
              <a:gd name="connsiteX27" fmla="*/ 301554 w 11499601"/>
              <a:gd name="connsiteY27" fmla="*/ 37282 h 6250474"/>
              <a:gd name="connsiteX28" fmla="*/ 416464 w 11499601"/>
              <a:gd name="connsiteY28" fmla="*/ 30725 h 6250474"/>
              <a:gd name="connsiteX29" fmla="*/ 907723 w 11499601"/>
              <a:gd name="connsiteY29" fmla="*/ 24269 h 6250474"/>
              <a:gd name="connsiteX30" fmla="*/ 3989089 w 11499601"/>
              <a:gd name="connsiteY30" fmla="*/ 29653 h 6250474"/>
              <a:gd name="connsiteX31" fmla="*/ 9680053 w 11499601"/>
              <a:gd name="connsiteY31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11590 w 11499601"/>
              <a:gd name="connsiteY9" fmla="*/ 5989374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01402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731597 w 11499601"/>
              <a:gd name="connsiteY16" fmla="*/ 5934968 h 6250474"/>
              <a:gd name="connsiteX17" fmla="*/ 1588500 w 11499601"/>
              <a:gd name="connsiteY17" fmla="*/ 5940418 h 6250474"/>
              <a:gd name="connsiteX18" fmla="*/ 671167 w 11499601"/>
              <a:gd name="connsiteY18" fmla="*/ 5948382 h 6250474"/>
              <a:gd name="connsiteX19" fmla="*/ 94741 w 11499601"/>
              <a:gd name="connsiteY19" fmla="*/ 5957415 h 6250474"/>
              <a:gd name="connsiteX20" fmla="*/ 37859 w 11499601"/>
              <a:gd name="connsiteY20" fmla="*/ 5876060 h 6250474"/>
              <a:gd name="connsiteX21" fmla="*/ 28975 w 11499601"/>
              <a:gd name="connsiteY21" fmla="*/ 2606888 h 6250474"/>
              <a:gd name="connsiteX22" fmla="*/ 33539 w 11499601"/>
              <a:gd name="connsiteY22" fmla="*/ 59860 h 6250474"/>
              <a:gd name="connsiteX23" fmla="*/ 39830 w 11499601"/>
              <a:gd name="connsiteY23" fmla="*/ 42028 h 6250474"/>
              <a:gd name="connsiteX24" fmla="*/ 88659 w 11499601"/>
              <a:gd name="connsiteY24" fmla="*/ 37282 h 6250474"/>
              <a:gd name="connsiteX25" fmla="*/ 301554 w 11499601"/>
              <a:gd name="connsiteY25" fmla="*/ 37282 h 6250474"/>
              <a:gd name="connsiteX26" fmla="*/ 416464 w 11499601"/>
              <a:gd name="connsiteY26" fmla="*/ 30725 h 6250474"/>
              <a:gd name="connsiteX27" fmla="*/ 907723 w 11499601"/>
              <a:gd name="connsiteY27" fmla="*/ 24269 h 6250474"/>
              <a:gd name="connsiteX28" fmla="*/ 3989089 w 11499601"/>
              <a:gd name="connsiteY28" fmla="*/ 29653 h 6250474"/>
              <a:gd name="connsiteX29" fmla="*/ 9680053 w 11499601"/>
              <a:gd name="connsiteY29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88500 w 11499601"/>
              <a:gd name="connsiteY16" fmla="*/ 5940418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16786 w 11499601"/>
              <a:gd name="connsiteY15" fmla="*/ 5901423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71167 w 11499601"/>
              <a:gd name="connsiteY16" fmla="*/ 5948382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5500 h 6255974"/>
              <a:gd name="connsiteX1" fmla="*/ 11263634 w 11499601"/>
              <a:gd name="connsiteY1" fmla="*/ 16394 h 6255974"/>
              <a:gd name="connsiteX2" fmla="*/ 11499601 w 11499601"/>
              <a:gd name="connsiteY2" fmla="*/ 64794 h 6255974"/>
              <a:gd name="connsiteX3" fmla="*/ 11496115 w 11499601"/>
              <a:gd name="connsiteY3" fmla="*/ 338710 h 6255974"/>
              <a:gd name="connsiteX4" fmla="*/ 11496626 w 11499601"/>
              <a:gd name="connsiteY4" fmla="*/ 807372 h 6255974"/>
              <a:gd name="connsiteX5" fmla="*/ 11482477 w 11499601"/>
              <a:gd name="connsiteY5" fmla="*/ 1840079 h 6255974"/>
              <a:gd name="connsiteX6" fmla="*/ 11478714 w 11499601"/>
              <a:gd name="connsiteY6" fmla="*/ 3525714 h 6255974"/>
              <a:gd name="connsiteX7" fmla="*/ 11419375 w 11499601"/>
              <a:gd name="connsiteY7" fmla="*/ 5987933 h 6255974"/>
              <a:gd name="connsiteX8" fmla="*/ 5959453 w 11499601"/>
              <a:gd name="connsiteY8" fmla="*/ 5978886 h 6255974"/>
              <a:gd name="connsiteX9" fmla="*/ 4858766 w 11499601"/>
              <a:gd name="connsiteY9" fmla="*/ 6005062 h 6255974"/>
              <a:gd name="connsiteX10" fmla="*/ 3239306 w 11499601"/>
              <a:gd name="connsiteY10" fmla="*/ 5978241 h 6255974"/>
              <a:gd name="connsiteX11" fmla="*/ 3217554 w 11499601"/>
              <a:gd name="connsiteY11" fmla="*/ 6011412 h 6255974"/>
              <a:gd name="connsiteX12" fmla="*/ 3219866 w 11499601"/>
              <a:gd name="connsiteY12" fmla="*/ 6255974 h 6255974"/>
              <a:gd name="connsiteX13" fmla="*/ 2870715 w 11499601"/>
              <a:gd name="connsiteY13" fmla="*/ 6061661 h 6255974"/>
              <a:gd name="connsiteX14" fmla="*/ 2785655 w 11499601"/>
              <a:gd name="connsiteY14" fmla="*/ 5978241 h 6255974"/>
              <a:gd name="connsiteX15" fmla="*/ 2301504 w 11499601"/>
              <a:gd name="connsiteY15" fmla="*/ 5973147 h 6255974"/>
              <a:gd name="connsiteX16" fmla="*/ 666073 w 11499601"/>
              <a:gd name="connsiteY16" fmla="*/ 5964071 h 6255974"/>
              <a:gd name="connsiteX17" fmla="*/ 94741 w 11499601"/>
              <a:gd name="connsiteY17" fmla="*/ 5962915 h 6255974"/>
              <a:gd name="connsiteX18" fmla="*/ 37859 w 11499601"/>
              <a:gd name="connsiteY18" fmla="*/ 5881560 h 6255974"/>
              <a:gd name="connsiteX19" fmla="*/ 28975 w 11499601"/>
              <a:gd name="connsiteY19" fmla="*/ 2612388 h 6255974"/>
              <a:gd name="connsiteX20" fmla="*/ 33539 w 11499601"/>
              <a:gd name="connsiteY20" fmla="*/ 65360 h 6255974"/>
              <a:gd name="connsiteX21" fmla="*/ 39830 w 11499601"/>
              <a:gd name="connsiteY21" fmla="*/ 47528 h 6255974"/>
              <a:gd name="connsiteX22" fmla="*/ 88659 w 11499601"/>
              <a:gd name="connsiteY22" fmla="*/ 42782 h 6255974"/>
              <a:gd name="connsiteX23" fmla="*/ 301554 w 11499601"/>
              <a:gd name="connsiteY23" fmla="*/ 42782 h 6255974"/>
              <a:gd name="connsiteX24" fmla="*/ 416464 w 11499601"/>
              <a:gd name="connsiteY24" fmla="*/ 36225 h 6255974"/>
              <a:gd name="connsiteX25" fmla="*/ 907723 w 11499601"/>
              <a:gd name="connsiteY25" fmla="*/ 29769 h 6255974"/>
              <a:gd name="connsiteX26" fmla="*/ 3989089 w 11499601"/>
              <a:gd name="connsiteY26" fmla="*/ 35153 h 6255974"/>
              <a:gd name="connsiteX27" fmla="*/ 9680053 w 11499601"/>
              <a:gd name="connsiteY27" fmla="*/ 5500 h 62559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5929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1172 w 11499601"/>
              <a:gd name="connsiteY3" fmla="*/ 31329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99601" h="6250474">
                <a:moveTo>
                  <a:pt x="9680053" y="0"/>
                </a:moveTo>
                <a:lnTo>
                  <a:pt x="11263634" y="10894"/>
                </a:lnTo>
                <a:cubicBezTo>
                  <a:pt x="11382518" y="17609"/>
                  <a:pt x="11483635" y="5293"/>
                  <a:pt x="11499601" y="39374"/>
                </a:cubicBezTo>
                <a:lnTo>
                  <a:pt x="11491172" y="313290"/>
                </a:lnTo>
                <a:cubicBezTo>
                  <a:pt x="11491342" y="469511"/>
                  <a:pt x="11496456" y="645651"/>
                  <a:pt x="11496626" y="801872"/>
                </a:cubicBezTo>
                <a:cubicBezTo>
                  <a:pt x="11485119" y="918570"/>
                  <a:pt x="11483798" y="1773917"/>
                  <a:pt x="11482477" y="1834579"/>
                </a:cubicBezTo>
                <a:cubicBezTo>
                  <a:pt x="11462397" y="2645173"/>
                  <a:pt x="11489491" y="2970847"/>
                  <a:pt x="11478714" y="3520214"/>
                </a:cubicBezTo>
                <a:cubicBezTo>
                  <a:pt x="11462615" y="5654060"/>
                  <a:pt x="11560172" y="6010354"/>
                  <a:pt x="11419375" y="5982433"/>
                </a:cubicBezTo>
                <a:cubicBezTo>
                  <a:pt x="9251879" y="6044921"/>
                  <a:pt x="7569480" y="6004728"/>
                  <a:pt x="5959453" y="5973386"/>
                </a:cubicBezTo>
                <a:lnTo>
                  <a:pt x="4858766" y="5999562"/>
                </a:lnTo>
                <a:lnTo>
                  <a:pt x="3239306" y="5972741"/>
                </a:lnTo>
                <a:lnTo>
                  <a:pt x="3217554" y="6005912"/>
                </a:lnTo>
                <a:cubicBezTo>
                  <a:pt x="3195952" y="6047442"/>
                  <a:pt x="3201415" y="6144511"/>
                  <a:pt x="3219866" y="6250474"/>
                </a:cubicBezTo>
                <a:cubicBezTo>
                  <a:pt x="3113618" y="6201492"/>
                  <a:pt x="2980145" y="6145854"/>
                  <a:pt x="2870715" y="6056161"/>
                </a:cubicBezTo>
                <a:lnTo>
                  <a:pt x="2785655" y="5972741"/>
                </a:lnTo>
                <a:lnTo>
                  <a:pt x="2301504" y="5967647"/>
                </a:lnTo>
                <a:lnTo>
                  <a:pt x="666073" y="5958571"/>
                </a:lnTo>
                <a:cubicBezTo>
                  <a:pt x="416338" y="5959078"/>
                  <a:pt x="199443" y="5971167"/>
                  <a:pt x="94741" y="5957415"/>
                </a:cubicBezTo>
                <a:cubicBezTo>
                  <a:pt x="-9961" y="5943663"/>
                  <a:pt x="43390" y="5957506"/>
                  <a:pt x="37859" y="5876060"/>
                </a:cubicBezTo>
                <a:cubicBezTo>
                  <a:pt x="13485" y="5737802"/>
                  <a:pt x="42281" y="4414258"/>
                  <a:pt x="28975" y="2606888"/>
                </a:cubicBezTo>
                <a:cubicBezTo>
                  <a:pt x="-19249" y="1512253"/>
                  <a:pt x="110" y="488851"/>
                  <a:pt x="33539" y="59860"/>
                </a:cubicBezTo>
                <a:cubicBezTo>
                  <a:pt x="34137" y="52184"/>
                  <a:pt x="36271" y="46366"/>
                  <a:pt x="39830" y="42028"/>
                </a:cubicBezTo>
                <a:lnTo>
                  <a:pt x="88659" y="37282"/>
                </a:lnTo>
                <a:lnTo>
                  <a:pt x="301554" y="37282"/>
                </a:lnTo>
                <a:lnTo>
                  <a:pt x="416464" y="30725"/>
                </a:lnTo>
                <a:lnTo>
                  <a:pt x="907723" y="24269"/>
                </a:lnTo>
                <a:lnTo>
                  <a:pt x="3989089" y="29653"/>
                </a:lnTo>
                <a:lnTo>
                  <a:pt x="9680053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84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b="1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SzPct val="73000"/>
        <a:buFontTx/>
        <a:buNone/>
        <a:defRPr sz="3200" b="1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18288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800" b="1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0000"/>
        </a:lnSpc>
        <a:spcBef>
          <a:spcPts val="500"/>
        </a:spcBef>
        <a:buSzPct val="73000"/>
        <a:buFontTx/>
        <a:buNone/>
        <a:defRPr sz="24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500"/>
        </a:spcBef>
        <a:buSzPct val="73000"/>
        <a:buFont typeface="Arial" panose="020B0604020202020204" pitchFamily="34" charset="0"/>
        <a:buChar char="•"/>
        <a:defRPr sz="2000" b="1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00000"/>
        </a:lnSpc>
        <a:spcBef>
          <a:spcPts val="500"/>
        </a:spcBef>
        <a:buSzPct val="73000"/>
        <a:buFontTx/>
        <a:buNone/>
        <a:defRPr sz="20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4.png"/><Relationship Id="rId18" Type="http://schemas.openxmlformats.org/officeDocument/2006/relationships/customXml" Target="../ink/ink8.xml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1.png"/><Relationship Id="rId12" Type="http://schemas.openxmlformats.org/officeDocument/2006/relationships/customXml" Target="../ink/ink5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3.png"/><Relationship Id="rId24" Type="http://schemas.openxmlformats.org/officeDocument/2006/relationships/customXml" Target="../ink/ink11.xml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10" Type="http://schemas.openxmlformats.org/officeDocument/2006/relationships/customXml" Target="../ink/ink4.xml"/><Relationship Id="rId19" Type="http://schemas.openxmlformats.org/officeDocument/2006/relationships/image" Target="../media/image17.png"/><Relationship Id="rId4" Type="http://schemas.openxmlformats.org/officeDocument/2006/relationships/customXml" Target="../ink/ink1.xml"/><Relationship Id="rId9" Type="http://schemas.openxmlformats.org/officeDocument/2006/relationships/image" Target="../media/image12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21117CB-D197-45F3-B441-4AC4D215E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F4BB964-F5AA-45BD-906E-192DA00A9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564605" y="1208504"/>
            <a:ext cx="4728955" cy="4459758"/>
          </a:xfrm>
          <a:custGeom>
            <a:avLst/>
            <a:gdLst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168400 w 11603130"/>
              <a:gd name="connsiteY10" fmla="*/ 5914173 h 6362961"/>
              <a:gd name="connsiteX11" fmla="*/ 8334742 w 11603130"/>
              <a:gd name="connsiteY11" fmla="*/ 5912754 h 6362961"/>
              <a:gd name="connsiteX12" fmla="*/ 8343333 w 11603130"/>
              <a:gd name="connsiteY12" fmla="*/ 6362961 h 6362961"/>
              <a:gd name="connsiteX13" fmla="*/ 8951337 w 11603130"/>
              <a:gd name="connsiteY13" fmla="*/ 5912879 h 6362961"/>
              <a:gd name="connsiteX14" fmla="*/ 9710371 w 11603130"/>
              <a:gd name="connsiteY14" fmla="*/ 5911624 h 6362961"/>
              <a:gd name="connsiteX15" fmla="*/ 9804791 w 11603130"/>
              <a:gd name="connsiteY15" fmla="*/ 5908320 h 6362961"/>
              <a:gd name="connsiteX16" fmla="*/ 9863784 w 11603130"/>
              <a:gd name="connsiteY16" fmla="*/ 5909115 h 6362961"/>
              <a:gd name="connsiteX17" fmla="*/ 10007288 w 11603130"/>
              <a:gd name="connsiteY17" fmla="*/ 5914499 h 6362961"/>
              <a:gd name="connsiteX18" fmla="*/ 10927227 w 11603130"/>
              <a:gd name="connsiteY18" fmla="*/ 5922366 h 6362961"/>
              <a:gd name="connsiteX19" fmla="*/ 11562333 w 11603130"/>
              <a:gd name="connsiteY19" fmla="*/ 5906085 h 6362961"/>
              <a:gd name="connsiteX20" fmla="*/ 11571244 w 11603130"/>
              <a:gd name="connsiteY20" fmla="*/ 2621674 h 6362961"/>
              <a:gd name="connsiteX21" fmla="*/ 11561892 w 11603130"/>
              <a:gd name="connsiteY21" fmla="*/ 176313 h 6362961"/>
              <a:gd name="connsiteX22" fmla="*/ 11289537 w 11603130"/>
              <a:gd name="connsiteY22" fmla="*/ 107615 h 6362961"/>
              <a:gd name="connsiteX23" fmla="*/ 10689999 w 11603130"/>
              <a:gd name="connsiteY23" fmla="*/ 70591 h 6362961"/>
              <a:gd name="connsiteX24" fmla="*/ 7599878 w 11603130"/>
              <a:gd name="connsiteY24" fmla="*/ 7591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168400 w 11603130"/>
              <a:gd name="connsiteY10" fmla="*/ 5914173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444794 w 11603130"/>
              <a:gd name="connsiteY10" fmla="*/ 5914172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6347077 w 11603130"/>
              <a:gd name="connsiteY9" fmla="*/ 5954091 h 6362961"/>
              <a:gd name="connsiteX10" fmla="*/ 8444794 w 11603130"/>
              <a:gd name="connsiteY10" fmla="*/ 5914172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2638911 w 11603130"/>
              <a:gd name="connsiteY8" fmla="*/ 5933377 h 6362961"/>
              <a:gd name="connsiteX9" fmla="*/ 6347077 w 11603130"/>
              <a:gd name="connsiteY9" fmla="*/ 5954091 h 6362961"/>
              <a:gd name="connsiteX10" fmla="*/ 8444794 w 11603130"/>
              <a:gd name="connsiteY10" fmla="*/ 5914172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2638911 w 11603130"/>
              <a:gd name="connsiteY8" fmla="*/ 5933377 h 6362961"/>
              <a:gd name="connsiteX9" fmla="*/ 4080684 w 11603130"/>
              <a:gd name="connsiteY9" fmla="*/ 5926717 h 6362961"/>
              <a:gd name="connsiteX10" fmla="*/ 8444794 w 11603130"/>
              <a:gd name="connsiteY10" fmla="*/ 5914172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2638911 w 11603130"/>
              <a:gd name="connsiteY8" fmla="*/ 5933377 h 6362961"/>
              <a:gd name="connsiteX9" fmla="*/ 4080684 w 11603130"/>
              <a:gd name="connsiteY9" fmla="*/ 5926717 h 6362961"/>
              <a:gd name="connsiteX10" fmla="*/ 5045206 w 11603130"/>
              <a:gd name="connsiteY10" fmla="*/ 5927859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8951337 w 11603130"/>
              <a:gd name="connsiteY12" fmla="*/ 5912879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9863784 w 11603130"/>
              <a:gd name="connsiteY15" fmla="*/ 5909115 h 6335587"/>
              <a:gd name="connsiteX16" fmla="*/ 10007288 w 11603130"/>
              <a:gd name="connsiteY16" fmla="*/ 5914499 h 6335587"/>
              <a:gd name="connsiteX17" fmla="*/ 10927227 w 11603130"/>
              <a:gd name="connsiteY17" fmla="*/ 5922366 h 6335587"/>
              <a:gd name="connsiteX18" fmla="*/ 11562333 w 11603130"/>
              <a:gd name="connsiteY18" fmla="*/ 5906085 h 6335587"/>
              <a:gd name="connsiteX19" fmla="*/ 11571244 w 11603130"/>
              <a:gd name="connsiteY19" fmla="*/ 2621674 h 6335587"/>
              <a:gd name="connsiteX20" fmla="*/ 11561892 w 11603130"/>
              <a:gd name="connsiteY20" fmla="*/ 176313 h 6335587"/>
              <a:gd name="connsiteX21" fmla="*/ 11289537 w 11603130"/>
              <a:gd name="connsiteY21" fmla="*/ 107615 h 6335587"/>
              <a:gd name="connsiteX22" fmla="*/ 10689999 w 11603130"/>
              <a:gd name="connsiteY22" fmla="*/ 70591 h 6335587"/>
              <a:gd name="connsiteX23" fmla="*/ 7599878 w 11603130"/>
              <a:gd name="connsiteY23" fmla="*/ 75910 h 6335587"/>
              <a:gd name="connsiteX24" fmla="*/ 1892744 w 11603130"/>
              <a:gd name="connsiteY24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42722 w 11603130"/>
              <a:gd name="connsiteY12" fmla="*/ 5885506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9863784 w 11603130"/>
              <a:gd name="connsiteY15" fmla="*/ 5909115 h 6335587"/>
              <a:gd name="connsiteX16" fmla="*/ 10007288 w 11603130"/>
              <a:gd name="connsiteY16" fmla="*/ 5914499 h 6335587"/>
              <a:gd name="connsiteX17" fmla="*/ 10927227 w 11603130"/>
              <a:gd name="connsiteY17" fmla="*/ 5922366 h 6335587"/>
              <a:gd name="connsiteX18" fmla="*/ 11562333 w 11603130"/>
              <a:gd name="connsiteY18" fmla="*/ 5906085 h 6335587"/>
              <a:gd name="connsiteX19" fmla="*/ 11571244 w 11603130"/>
              <a:gd name="connsiteY19" fmla="*/ 2621674 h 6335587"/>
              <a:gd name="connsiteX20" fmla="*/ 11561892 w 11603130"/>
              <a:gd name="connsiteY20" fmla="*/ 176313 h 6335587"/>
              <a:gd name="connsiteX21" fmla="*/ 11289537 w 11603130"/>
              <a:gd name="connsiteY21" fmla="*/ 107615 h 6335587"/>
              <a:gd name="connsiteX22" fmla="*/ 10689999 w 11603130"/>
              <a:gd name="connsiteY22" fmla="*/ 70591 h 6335587"/>
              <a:gd name="connsiteX23" fmla="*/ 7599878 w 11603130"/>
              <a:gd name="connsiteY23" fmla="*/ 75910 h 6335587"/>
              <a:gd name="connsiteX24" fmla="*/ 1892744 w 11603130"/>
              <a:gd name="connsiteY24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408556 w 11603130"/>
              <a:gd name="connsiteY12" fmla="*/ 5899194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9863784 w 11603130"/>
              <a:gd name="connsiteY15" fmla="*/ 5909115 h 6335587"/>
              <a:gd name="connsiteX16" fmla="*/ 10007288 w 11603130"/>
              <a:gd name="connsiteY16" fmla="*/ 5914499 h 6335587"/>
              <a:gd name="connsiteX17" fmla="*/ 10927227 w 11603130"/>
              <a:gd name="connsiteY17" fmla="*/ 5922366 h 6335587"/>
              <a:gd name="connsiteX18" fmla="*/ 11562333 w 11603130"/>
              <a:gd name="connsiteY18" fmla="*/ 5906085 h 6335587"/>
              <a:gd name="connsiteX19" fmla="*/ 11571244 w 11603130"/>
              <a:gd name="connsiteY19" fmla="*/ 2621674 h 6335587"/>
              <a:gd name="connsiteX20" fmla="*/ 11561892 w 11603130"/>
              <a:gd name="connsiteY20" fmla="*/ 176313 h 6335587"/>
              <a:gd name="connsiteX21" fmla="*/ 11289537 w 11603130"/>
              <a:gd name="connsiteY21" fmla="*/ 107615 h 6335587"/>
              <a:gd name="connsiteX22" fmla="*/ 10689999 w 11603130"/>
              <a:gd name="connsiteY22" fmla="*/ 70591 h 6335587"/>
              <a:gd name="connsiteX23" fmla="*/ 7599878 w 11603130"/>
              <a:gd name="connsiteY23" fmla="*/ 75910 h 6335587"/>
              <a:gd name="connsiteX24" fmla="*/ 1892744 w 11603130"/>
              <a:gd name="connsiteY24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408556 w 11603130"/>
              <a:gd name="connsiteY12" fmla="*/ 5899194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408556 w 11603130"/>
              <a:gd name="connsiteY12" fmla="*/ 5899194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408556 w 11603130"/>
              <a:gd name="connsiteY12" fmla="*/ 5899194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408556 w 11603130"/>
              <a:gd name="connsiteY12" fmla="*/ 5899194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710371 w 11603130"/>
              <a:gd name="connsiteY13" fmla="*/ 5911624 h 6335587"/>
              <a:gd name="connsiteX14" fmla="*/ 10007288 w 11603130"/>
              <a:gd name="connsiteY14" fmla="*/ 5914499 h 6335587"/>
              <a:gd name="connsiteX15" fmla="*/ 10927227 w 11603130"/>
              <a:gd name="connsiteY15" fmla="*/ 5922366 h 6335587"/>
              <a:gd name="connsiteX16" fmla="*/ 11562333 w 11603130"/>
              <a:gd name="connsiteY16" fmla="*/ 5906085 h 6335587"/>
              <a:gd name="connsiteX17" fmla="*/ 11571244 w 11603130"/>
              <a:gd name="connsiteY17" fmla="*/ 2621674 h 6335587"/>
              <a:gd name="connsiteX18" fmla="*/ 11561892 w 11603130"/>
              <a:gd name="connsiteY18" fmla="*/ 176313 h 6335587"/>
              <a:gd name="connsiteX19" fmla="*/ 11289537 w 11603130"/>
              <a:gd name="connsiteY19" fmla="*/ 107615 h 6335587"/>
              <a:gd name="connsiteX20" fmla="*/ 10689999 w 11603130"/>
              <a:gd name="connsiteY20" fmla="*/ 70591 h 6335587"/>
              <a:gd name="connsiteX21" fmla="*/ 7599878 w 11603130"/>
              <a:gd name="connsiteY21" fmla="*/ 75910 h 6335587"/>
              <a:gd name="connsiteX22" fmla="*/ 1892744 w 11603130"/>
              <a:gd name="connsiteY22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710371 w 11603130"/>
              <a:gd name="connsiteY13" fmla="*/ 5911624 h 6335587"/>
              <a:gd name="connsiteX14" fmla="*/ 10007288 w 11603130"/>
              <a:gd name="connsiteY14" fmla="*/ 5914499 h 6335587"/>
              <a:gd name="connsiteX15" fmla="*/ 10927227 w 11603130"/>
              <a:gd name="connsiteY15" fmla="*/ 5922366 h 6335587"/>
              <a:gd name="connsiteX16" fmla="*/ 11562333 w 11603130"/>
              <a:gd name="connsiteY16" fmla="*/ 5906085 h 6335587"/>
              <a:gd name="connsiteX17" fmla="*/ 11571244 w 11603130"/>
              <a:gd name="connsiteY17" fmla="*/ 2621674 h 6335587"/>
              <a:gd name="connsiteX18" fmla="*/ 11561892 w 11603130"/>
              <a:gd name="connsiteY18" fmla="*/ 176313 h 6335587"/>
              <a:gd name="connsiteX19" fmla="*/ 11289537 w 11603130"/>
              <a:gd name="connsiteY19" fmla="*/ 107615 h 6335587"/>
              <a:gd name="connsiteX20" fmla="*/ 10689999 w 11603130"/>
              <a:gd name="connsiteY20" fmla="*/ 70591 h 6335587"/>
              <a:gd name="connsiteX21" fmla="*/ 7599878 w 11603130"/>
              <a:gd name="connsiteY21" fmla="*/ 75910 h 6335587"/>
              <a:gd name="connsiteX22" fmla="*/ 1892744 w 11603130"/>
              <a:gd name="connsiteY22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710371 w 11603130"/>
              <a:gd name="connsiteY13" fmla="*/ 5911624 h 6335587"/>
              <a:gd name="connsiteX14" fmla="*/ 10007288 w 11603130"/>
              <a:gd name="connsiteY14" fmla="*/ 5914499 h 6335587"/>
              <a:gd name="connsiteX15" fmla="*/ 10927227 w 11603130"/>
              <a:gd name="connsiteY15" fmla="*/ 5922366 h 6335587"/>
              <a:gd name="connsiteX16" fmla="*/ 11562333 w 11603130"/>
              <a:gd name="connsiteY16" fmla="*/ 5906085 h 6335587"/>
              <a:gd name="connsiteX17" fmla="*/ 11571244 w 11603130"/>
              <a:gd name="connsiteY17" fmla="*/ 2621674 h 6335587"/>
              <a:gd name="connsiteX18" fmla="*/ 11561892 w 11603130"/>
              <a:gd name="connsiteY18" fmla="*/ 176313 h 6335587"/>
              <a:gd name="connsiteX19" fmla="*/ 11289537 w 11603130"/>
              <a:gd name="connsiteY19" fmla="*/ 107615 h 6335587"/>
              <a:gd name="connsiteX20" fmla="*/ 10689999 w 11603130"/>
              <a:gd name="connsiteY20" fmla="*/ 70591 h 6335587"/>
              <a:gd name="connsiteX21" fmla="*/ 7599878 w 11603130"/>
              <a:gd name="connsiteY21" fmla="*/ 75910 h 6335587"/>
              <a:gd name="connsiteX22" fmla="*/ 1892744 w 11603130"/>
              <a:gd name="connsiteY22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098386 w 11603130"/>
              <a:gd name="connsiteY13" fmla="*/ 5911624 h 6335587"/>
              <a:gd name="connsiteX14" fmla="*/ 10007288 w 11603130"/>
              <a:gd name="connsiteY14" fmla="*/ 5914499 h 6335587"/>
              <a:gd name="connsiteX15" fmla="*/ 10927227 w 11603130"/>
              <a:gd name="connsiteY15" fmla="*/ 5922366 h 6335587"/>
              <a:gd name="connsiteX16" fmla="*/ 11562333 w 11603130"/>
              <a:gd name="connsiteY16" fmla="*/ 5906085 h 6335587"/>
              <a:gd name="connsiteX17" fmla="*/ 11571244 w 11603130"/>
              <a:gd name="connsiteY17" fmla="*/ 2621674 h 6335587"/>
              <a:gd name="connsiteX18" fmla="*/ 11561892 w 11603130"/>
              <a:gd name="connsiteY18" fmla="*/ 176313 h 6335587"/>
              <a:gd name="connsiteX19" fmla="*/ 11289537 w 11603130"/>
              <a:gd name="connsiteY19" fmla="*/ 107615 h 6335587"/>
              <a:gd name="connsiteX20" fmla="*/ 10689999 w 11603130"/>
              <a:gd name="connsiteY20" fmla="*/ 70591 h 6335587"/>
              <a:gd name="connsiteX21" fmla="*/ 7599878 w 11603130"/>
              <a:gd name="connsiteY21" fmla="*/ 75910 h 6335587"/>
              <a:gd name="connsiteX22" fmla="*/ 1892744 w 11603130"/>
              <a:gd name="connsiteY22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8972 w 11603130"/>
              <a:gd name="connsiteY5" fmla="*/ 3523848 h 6335587"/>
              <a:gd name="connsiteX6" fmla="*/ 148480 w 11603130"/>
              <a:gd name="connsiteY6" fmla="*/ 5930841 h 6335587"/>
              <a:gd name="connsiteX7" fmla="*/ 2638911 w 11603130"/>
              <a:gd name="connsiteY7" fmla="*/ 5933377 h 6335587"/>
              <a:gd name="connsiteX8" fmla="*/ 4080684 w 11603130"/>
              <a:gd name="connsiteY8" fmla="*/ 5926717 h 6335587"/>
              <a:gd name="connsiteX9" fmla="*/ 5045206 w 11603130"/>
              <a:gd name="connsiteY9" fmla="*/ 5927859 h 6335587"/>
              <a:gd name="connsiteX10" fmla="*/ 5855834 w 11603130"/>
              <a:gd name="connsiteY10" fmla="*/ 6335587 h 6335587"/>
              <a:gd name="connsiteX11" fmla="*/ 6274422 w 11603130"/>
              <a:gd name="connsiteY11" fmla="*/ 5903346 h 6335587"/>
              <a:gd name="connsiteX12" fmla="*/ 9098386 w 11603130"/>
              <a:gd name="connsiteY12" fmla="*/ 5911624 h 6335587"/>
              <a:gd name="connsiteX13" fmla="*/ 10007288 w 11603130"/>
              <a:gd name="connsiteY13" fmla="*/ 5914499 h 6335587"/>
              <a:gd name="connsiteX14" fmla="*/ 10927227 w 11603130"/>
              <a:gd name="connsiteY14" fmla="*/ 5922366 h 6335587"/>
              <a:gd name="connsiteX15" fmla="*/ 11562333 w 11603130"/>
              <a:gd name="connsiteY15" fmla="*/ 5906085 h 6335587"/>
              <a:gd name="connsiteX16" fmla="*/ 11571244 w 11603130"/>
              <a:gd name="connsiteY16" fmla="*/ 2621674 h 6335587"/>
              <a:gd name="connsiteX17" fmla="*/ 11561892 w 11603130"/>
              <a:gd name="connsiteY17" fmla="*/ 176313 h 6335587"/>
              <a:gd name="connsiteX18" fmla="*/ 11289537 w 11603130"/>
              <a:gd name="connsiteY18" fmla="*/ 107615 h 6335587"/>
              <a:gd name="connsiteX19" fmla="*/ 10689999 w 11603130"/>
              <a:gd name="connsiteY19" fmla="*/ 70591 h 6335587"/>
              <a:gd name="connsiteX20" fmla="*/ 7599878 w 11603130"/>
              <a:gd name="connsiteY20" fmla="*/ 75910 h 6335587"/>
              <a:gd name="connsiteX21" fmla="*/ 1892744 w 11603130"/>
              <a:gd name="connsiteY21" fmla="*/ 0 h 6335587"/>
              <a:gd name="connsiteX0" fmla="*/ 1892744 w 12087184"/>
              <a:gd name="connsiteY0" fmla="*/ 0 h 6335587"/>
              <a:gd name="connsiteX1" fmla="*/ 304663 w 12087184"/>
              <a:gd name="connsiteY1" fmla="*/ 10761 h 6335587"/>
              <a:gd name="connsiteX2" fmla="*/ 0 w 12087184"/>
              <a:gd name="connsiteY2" fmla="*/ 47942 h 6335587"/>
              <a:gd name="connsiteX3" fmla="*/ 0 w 12087184"/>
              <a:gd name="connsiteY3" fmla="*/ 909146 h 6335587"/>
              <a:gd name="connsiteX4" fmla="*/ 4597 w 12087184"/>
              <a:gd name="connsiteY4" fmla="*/ 909146 h 6335587"/>
              <a:gd name="connsiteX5" fmla="*/ 88972 w 12087184"/>
              <a:gd name="connsiteY5" fmla="*/ 3523848 h 6335587"/>
              <a:gd name="connsiteX6" fmla="*/ 148480 w 12087184"/>
              <a:gd name="connsiteY6" fmla="*/ 5930841 h 6335587"/>
              <a:gd name="connsiteX7" fmla="*/ 2638911 w 12087184"/>
              <a:gd name="connsiteY7" fmla="*/ 5933377 h 6335587"/>
              <a:gd name="connsiteX8" fmla="*/ 4080684 w 12087184"/>
              <a:gd name="connsiteY8" fmla="*/ 5926717 h 6335587"/>
              <a:gd name="connsiteX9" fmla="*/ 5045206 w 12087184"/>
              <a:gd name="connsiteY9" fmla="*/ 5927859 h 6335587"/>
              <a:gd name="connsiteX10" fmla="*/ 5855834 w 12087184"/>
              <a:gd name="connsiteY10" fmla="*/ 6335587 h 6335587"/>
              <a:gd name="connsiteX11" fmla="*/ 6274422 w 12087184"/>
              <a:gd name="connsiteY11" fmla="*/ 5903346 h 6335587"/>
              <a:gd name="connsiteX12" fmla="*/ 9098386 w 12087184"/>
              <a:gd name="connsiteY12" fmla="*/ 5911624 h 6335587"/>
              <a:gd name="connsiteX13" fmla="*/ 10007288 w 12087184"/>
              <a:gd name="connsiteY13" fmla="*/ 5914499 h 6335587"/>
              <a:gd name="connsiteX14" fmla="*/ 10927227 w 12087184"/>
              <a:gd name="connsiteY14" fmla="*/ 5922366 h 6335587"/>
              <a:gd name="connsiteX15" fmla="*/ 12085310 w 12087184"/>
              <a:gd name="connsiteY15" fmla="*/ 5921320 h 6335587"/>
              <a:gd name="connsiteX16" fmla="*/ 11571244 w 12087184"/>
              <a:gd name="connsiteY16" fmla="*/ 2621674 h 6335587"/>
              <a:gd name="connsiteX17" fmla="*/ 11561892 w 12087184"/>
              <a:gd name="connsiteY17" fmla="*/ 176313 h 6335587"/>
              <a:gd name="connsiteX18" fmla="*/ 11289537 w 12087184"/>
              <a:gd name="connsiteY18" fmla="*/ 107615 h 6335587"/>
              <a:gd name="connsiteX19" fmla="*/ 10689999 w 12087184"/>
              <a:gd name="connsiteY19" fmla="*/ 70591 h 6335587"/>
              <a:gd name="connsiteX20" fmla="*/ 7599878 w 12087184"/>
              <a:gd name="connsiteY20" fmla="*/ 75910 h 6335587"/>
              <a:gd name="connsiteX21" fmla="*/ 1892744 w 12087184"/>
              <a:gd name="connsiteY21" fmla="*/ 0 h 6335587"/>
              <a:gd name="connsiteX0" fmla="*/ 1892744 w 12096545"/>
              <a:gd name="connsiteY0" fmla="*/ 24998 h 6360585"/>
              <a:gd name="connsiteX1" fmla="*/ 304663 w 12096545"/>
              <a:gd name="connsiteY1" fmla="*/ 35759 h 6360585"/>
              <a:gd name="connsiteX2" fmla="*/ 0 w 12096545"/>
              <a:gd name="connsiteY2" fmla="*/ 72940 h 6360585"/>
              <a:gd name="connsiteX3" fmla="*/ 0 w 12096545"/>
              <a:gd name="connsiteY3" fmla="*/ 934144 h 6360585"/>
              <a:gd name="connsiteX4" fmla="*/ 4597 w 12096545"/>
              <a:gd name="connsiteY4" fmla="*/ 934144 h 6360585"/>
              <a:gd name="connsiteX5" fmla="*/ 88972 w 12096545"/>
              <a:gd name="connsiteY5" fmla="*/ 3548846 h 6360585"/>
              <a:gd name="connsiteX6" fmla="*/ 148480 w 12096545"/>
              <a:gd name="connsiteY6" fmla="*/ 5955839 h 6360585"/>
              <a:gd name="connsiteX7" fmla="*/ 2638911 w 12096545"/>
              <a:gd name="connsiteY7" fmla="*/ 5958375 h 6360585"/>
              <a:gd name="connsiteX8" fmla="*/ 4080684 w 12096545"/>
              <a:gd name="connsiteY8" fmla="*/ 5951715 h 6360585"/>
              <a:gd name="connsiteX9" fmla="*/ 5045206 w 12096545"/>
              <a:gd name="connsiteY9" fmla="*/ 5952857 h 6360585"/>
              <a:gd name="connsiteX10" fmla="*/ 5855834 w 12096545"/>
              <a:gd name="connsiteY10" fmla="*/ 6360585 h 6360585"/>
              <a:gd name="connsiteX11" fmla="*/ 6274422 w 12096545"/>
              <a:gd name="connsiteY11" fmla="*/ 5928344 h 6360585"/>
              <a:gd name="connsiteX12" fmla="*/ 9098386 w 12096545"/>
              <a:gd name="connsiteY12" fmla="*/ 5936622 h 6360585"/>
              <a:gd name="connsiteX13" fmla="*/ 10007288 w 12096545"/>
              <a:gd name="connsiteY13" fmla="*/ 5939497 h 6360585"/>
              <a:gd name="connsiteX14" fmla="*/ 10927227 w 12096545"/>
              <a:gd name="connsiteY14" fmla="*/ 5947364 h 6360585"/>
              <a:gd name="connsiteX15" fmla="*/ 12085310 w 12096545"/>
              <a:gd name="connsiteY15" fmla="*/ 5946318 h 6360585"/>
              <a:gd name="connsiteX16" fmla="*/ 12063456 w 12096545"/>
              <a:gd name="connsiteY16" fmla="*/ 2646672 h 6360585"/>
              <a:gd name="connsiteX17" fmla="*/ 11561892 w 12096545"/>
              <a:gd name="connsiteY17" fmla="*/ 201311 h 6360585"/>
              <a:gd name="connsiteX18" fmla="*/ 11289537 w 12096545"/>
              <a:gd name="connsiteY18" fmla="*/ 132613 h 6360585"/>
              <a:gd name="connsiteX19" fmla="*/ 10689999 w 12096545"/>
              <a:gd name="connsiteY19" fmla="*/ 95589 h 6360585"/>
              <a:gd name="connsiteX20" fmla="*/ 7599878 w 12096545"/>
              <a:gd name="connsiteY20" fmla="*/ 100908 h 6360585"/>
              <a:gd name="connsiteX21" fmla="*/ 1892744 w 12096545"/>
              <a:gd name="connsiteY21" fmla="*/ 24998 h 6360585"/>
              <a:gd name="connsiteX0" fmla="*/ 1892744 w 12127183"/>
              <a:gd name="connsiteY0" fmla="*/ 24998 h 6360585"/>
              <a:gd name="connsiteX1" fmla="*/ 304663 w 12127183"/>
              <a:gd name="connsiteY1" fmla="*/ 35759 h 6360585"/>
              <a:gd name="connsiteX2" fmla="*/ 0 w 12127183"/>
              <a:gd name="connsiteY2" fmla="*/ 72940 h 6360585"/>
              <a:gd name="connsiteX3" fmla="*/ 0 w 12127183"/>
              <a:gd name="connsiteY3" fmla="*/ 934144 h 6360585"/>
              <a:gd name="connsiteX4" fmla="*/ 4597 w 12127183"/>
              <a:gd name="connsiteY4" fmla="*/ 934144 h 6360585"/>
              <a:gd name="connsiteX5" fmla="*/ 88972 w 12127183"/>
              <a:gd name="connsiteY5" fmla="*/ 3548846 h 6360585"/>
              <a:gd name="connsiteX6" fmla="*/ 148480 w 12127183"/>
              <a:gd name="connsiteY6" fmla="*/ 5955839 h 6360585"/>
              <a:gd name="connsiteX7" fmla="*/ 2638911 w 12127183"/>
              <a:gd name="connsiteY7" fmla="*/ 5958375 h 6360585"/>
              <a:gd name="connsiteX8" fmla="*/ 4080684 w 12127183"/>
              <a:gd name="connsiteY8" fmla="*/ 5951715 h 6360585"/>
              <a:gd name="connsiteX9" fmla="*/ 5045206 w 12127183"/>
              <a:gd name="connsiteY9" fmla="*/ 5952857 h 6360585"/>
              <a:gd name="connsiteX10" fmla="*/ 5855834 w 12127183"/>
              <a:gd name="connsiteY10" fmla="*/ 6360585 h 6360585"/>
              <a:gd name="connsiteX11" fmla="*/ 6274422 w 12127183"/>
              <a:gd name="connsiteY11" fmla="*/ 5928344 h 6360585"/>
              <a:gd name="connsiteX12" fmla="*/ 9098386 w 12127183"/>
              <a:gd name="connsiteY12" fmla="*/ 5936622 h 6360585"/>
              <a:gd name="connsiteX13" fmla="*/ 10007288 w 12127183"/>
              <a:gd name="connsiteY13" fmla="*/ 5939497 h 6360585"/>
              <a:gd name="connsiteX14" fmla="*/ 10927227 w 12127183"/>
              <a:gd name="connsiteY14" fmla="*/ 5947364 h 6360585"/>
              <a:gd name="connsiteX15" fmla="*/ 12085310 w 12127183"/>
              <a:gd name="connsiteY15" fmla="*/ 5946318 h 6360585"/>
              <a:gd name="connsiteX16" fmla="*/ 12063456 w 12127183"/>
              <a:gd name="connsiteY16" fmla="*/ 2646672 h 6360585"/>
              <a:gd name="connsiteX17" fmla="*/ 12054104 w 12127183"/>
              <a:gd name="connsiteY17" fmla="*/ 201311 h 6360585"/>
              <a:gd name="connsiteX18" fmla="*/ 11289537 w 12127183"/>
              <a:gd name="connsiteY18" fmla="*/ 132613 h 6360585"/>
              <a:gd name="connsiteX19" fmla="*/ 10689999 w 12127183"/>
              <a:gd name="connsiteY19" fmla="*/ 95589 h 6360585"/>
              <a:gd name="connsiteX20" fmla="*/ 7599878 w 12127183"/>
              <a:gd name="connsiteY20" fmla="*/ 100908 h 6360585"/>
              <a:gd name="connsiteX21" fmla="*/ 1892744 w 12127183"/>
              <a:gd name="connsiteY21" fmla="*/ 24998 h 6360585"/>
              <a:gd name="connsiteX0" fmla="*/ 1892744 w 12114255"/>
              <a:gd name="connsiteY0" fmla="*/ 0 h 6335587"/>
              <a:gd name="connsiteX1" fmla="*/ 304663 w 12114255"/>
              <a:gd name="connsiteY1" fmla="*/ 10761 h 6335587"/>
              <a:gd name="connsiteX2" fmla="*/ 0 w 12114255"/>
              <a:gd name="connsiteY2" fmla="*/ 47942 h 6335587"/>
              <a:gd name="connsiteX3" fmla="*/ 0 w 12114255"/>
              <a:gd name="connsiteY3" fmla="*/ 909146 h 6335587"/>
              <a:gd name="connsiteX4" fmla="*/ 4597 w 12114255"/>
              <a:gd name="connsiteY4" fmla="*/ 909146 h 6335587"/>
              <a:gd name="connsiteX5" fmla="*/ 88972 w 12114255"/>
              <a:gd name="connsiteY5" fmla="*/ 3523848 h 6335587"/>
              <a:gd name="connsiteX6" fmla="*/ 148480 w 12114255"/>
              <a:gd name="connsiteY6" fmla="*/ 5930841 h 6335587"/>
              <a:gd name="connsiteX7" fmla="*/ 2638911 w 12114255"/>
              <a:gd name="connsiteY7" fmla="*/ 5933377 h 6335587"/>
              <a:gd name="connsiteX8" fmla="*/ 4080684 w 12114255"/>
              <a:gd name="connsiteY8" fmla="*/ 5926717 h 6335587"/>
              <a:gd name="connsiteX9" fmla="*/ 5045206 w 12114255"/>
              <a:gd name="connsiteY9" fmla="*/ 5927859 h 6335587"/>
              <a:gd name="connsiteX10" fmla="*/ 5855834 w 12114255"/>
              <a:gd name="connsiteY10" fmla="*/ 6335587 h 6335587"/>
              <a:gd name="connsiteX11" fmla="*/ 6274422 w 12114255"/>
              <a:gd name="connsiteY11" fmla="*/ 5903346 h 6335587"/>
              <a:gd name="connsiteX12" fmla="*/ 9098386 w 12114255"/>
              <a:gd name="connsiteY12" fmla="*/ 5911624 h 6335587"/>
              <a:gd name="connsiteX13" fmla="*/ 10007288 w 12114255"/>
              <a:gd name="connsiteY13" fmla="*/ 5914499 h 6335587"/>
              <a:gd name="connsiteX14" fmla="*/ 10927227 w 12114255"/>
              <a:gd name="connsiteY14" fmla="*/ 5922366 h 6335587"/>
              <a:gd name="connsiteX15" fmla="*/ 12085310 w 12114255"/>
              <a:gd name="connsiteY15" fmla="*/ 5921320 h 6335587"/>
              <a:gd name="connsiteX16" fmla="*/ 12063456 w 12114255"/>
              <a:gd name="connsiteY16" fmla="*/ 2621674 h 6335587"/>
              <a:gd name="connsiteX17" fmla="*/ 12054104 w 12114255"/>
              <a:gd name="connsiteY17" fmla="*/ 176313 h 6335587"/>
              <a:gd name="connsiteX18" fmla="*/ 11289537 w 12114255"/>
              <a:gd name="connsiteY18" fmla="*/ 107615 h 6335587"/>
              <a:gd name="connsiteX19" fmla="*/ 10689999 w 12114255"/>
              <a:gd name="connsiteY19" fmla="*/ 70591 h 6335587"/>
              <a:gd name="connsiteX20" fmla="*/ 7599878 w 12114255"/>
              <a:gd name="connsiteY20" fmla="*/ 75910 h 6335587"/>
              <a:gd name="connsiteX21" fmla="*/ 1892744 w 12114255"/>
              <a:gd name="connsiteY21" fmla="*/ 0 h 6335587"/>
              <a:gd name="connsiteX0" fmla="*/ 1892744 w 12114253"/>
              <a:gd name="connsiteY0" fmla="*/ 0 h 6335587"/>
              <a:gd name="connsiteX1" fmla="*/ 304663 w 12114253"/>
              <a:gd name="connsiteY1" fmla="*/ 10761 h 6335587"/>
              <a:gd name="connsiteX2" fmla="*/ 0 w 12114253"/>
              <a:gd name="connsiteY2" fmla="*/ 47942 h 6335587"/>
              <a:gd name="connsiteX3" fmla="*/ 0 w 12114253"/>
              <a:gd name="connsiteY3" fmla="*/ 909146 h 6335587"/>
              <a:gd name="connsiteX4" fmla="*/ 4597 w 12114253"/>
              <a:gd name="connsiteY4" fmla="*/ 909146 h 6335587"/>
              <a:gd name="connsiteX5" fmla="*/ 88972 w 12114253"/>
              <a:gd name="connsiteY5" fmla="*/ 3523848 h 6335587"/>
              <a:gd name="connsiteX6" fmla="*/ 148480 w 12114253"/>
              <a:gd name="connsiteY6" fmla="*/ 5930841 h 6335587"/>
              <a:gd name="connsiteX7" fmla="*/ 2638911 w 12114253"/>
              <a:gd name="connsiteY7" fmla="*/ 5933377 h 6335587"/>
              <a:gd name="connsiteX8" fmla="*/ 4080684 w 12114253"/>
              <a:gd name="connsiteY8" fmla="*/ 5926717 h 6335587"/>
              <a:gd name="connsiteX9" fmla="*/ 5045206 w 12114253"/>
              <a:gd name="connsiteY9" fmla="*/ 5927859 h 6335587"/>
              <a:gd name="connsiteX10" fmla="*/ 5855834 w 12114253"/>
              <a:gd name="connsiteY10" fmla="*/ 6335587 h 6335587"/>
              <a:gd name="connsiteX11" fmla="*/ 6274422 w 12114253"/>
              <a:gd name="connsiteY11" fmla="*/ 5903346 h 6335587"/>
              <a:gd name="connsiteX12" fmla="*/ 9098386 w 12114253"/>
              <a:gd name="connsiteY12" fmla="*/ 5911624 h 6335587"/>
              <a:gd name="connsiteX13" fmla="*/ 10007288 w 12114253"/>
              <a:gd name="connsiteY13" fmla="*/ 5914499 h 6335587"/>
              <a:gd name="connsiteX14" fmla="*/ 10927227 w 12114253"/>
              <a:gd name="connsiteY14" fmla="*/ 5922366 h 6335587"/>
              <a:gd name="connsiteX15" fmla="*/ 12085310 w 12114253"/>
              <a:gd name="connsiteY15" fmla="*/ 5921320 h 6335587"/>
              <a:gd name="connsiteX16" fmla="*/ 12063456 w 12114253"/>
              <a:gd name="connsiteY16" fmla="*/ 2621674 h 6335587"/>
              <a:gd name="connsiteX17" fmla="*/ 12054104 w 12114253"/>
              <a:gd name="connsiteY17" fmla="*/ 176313 h 6335587"/>
              <a:gd name="connsiteX18" fmla="*/ 11289537 w 12114253"/>
              <a:gd name="connsiteY18" fmla="*/ 107615 h 6335587"/>
              <a:gd name="connsiteX19" fmla="*/ 10259313 w 12114253"/>
              <a:gd name="connsiteY19" fmla="*/ 101059 h 6335587"/>
              <a:gd name="connsiteX20" fmla="*/ 7599878 w 12114253"/>
              <a:gd name="connsiteY20" fmla="*/ 75910 h 6335587"/>
              <a:gd name="connsiteX21" fmla="*/ 1892744 w 12114253"/>
              <a:gd name="connsiteY21" fmla="*/ 0 h 6335587"/>
              <a:gd name="connsiteX0" fmla="*/ 1892744 w 12114255"/>
              <a:gd name="connsiteY0" fmla="*/ 0 h 6335587"/>
              <a:gd name="connsiteX1" fmla="*/ 304663 w 12114255"/>
              <a:gd name="connsiteY1" fmla="*/ 10761 h 6335587"/>
              <a:gd name="connsiteX2" fmla="*/ 0 w 12114255"/>
              <a:gd name="connsiteY2" fmla="*/ 47942 h 6335587"/>
              <a:gd name="connsiteX3" fmla="*/ 0 w 12114255"/>
              <a:gd name="connsiteY3" fmla="*/ 909146 h 6335587"/>
              <a:gd name="connsiteX4" fmla="*/ 4597 w 12114255"/>
              <a:gd name="connsiteY4" fmla="*/ 909146 h 6335587"/>
              <a:gd name="connsiteX5" fmla="*/ 88972 w 12114255"/>
              <a:gd name="connsiteY5" fmla="*/ 3523848 h 6335587"/>
              <a:gd name="connsiteX6" fmla="*/ 148480 w 12114255"/>
              <a:gd name="connsiteY6" fmla="*/ 5930841 h 6335587"/>
              <a:gd name="connsiteX7" fmla="*/ 2638911 w 12114255"/>
              <a:gd name="connsiteY7" fmla="*/ 5933377 h 6335587"/>
              <a:gd name="connsiteX8" fmla="*/ 4080684 w 12114255"/>
              <a:gd name="connsiteY8" fmla="*/ 5926717 h 6335587"/>
              <a:gd name="connsiteX9" fmla="*/ 5045206 w 12114255"/>
              <a:gd name="connsiteY9" fmla="*/ 5927859 h 6335587"/>
              <a:gd name="connsiteX10" fmla="*/ 5855834 w 12114255"/>
              <a:gd name="connsiteY10" fmla="*/ 6335587 h 6335587"/>
              <a:gd name="connsiteX11" fmla="*/ 6274422 w 12114255"/>
              <a:gd name="connsiteY11" fmla="*/ 5903346 h 6335587"/>
              <a:gd name="connsiteX12" fmla="*/ 9098386 w 12114255"/>
              <a:gd name="connsiteY12" fmla="*/ 5911624 h 6335587"/>
              <a:gd name="connsiteX13" fmla="*/ 10007288 w 12114255"/>
              <a:gd name="connsiteY13" fmla="*/ 5914499 h 6335587"/>
              <a:gd name="connsiteX14" fmla="*/ 10927227 w 12114255"/>
              <a:gd name="connsiteY14" fmla="*/ 5922366 h 6335587"/>
              <a:gd name="connsiteX15" fmla="*/ 12085310 w 12114255"/>
              <a:gd name="connsiteY15" fmla="*/ 5921320 h 6335587"/>
              <a:gd name="connsiteX16" fmla="*/ 12063456 w 12114255"/>
              <a:gd name="connsiteY16" fmla="*/ 2621674 h 6335587"/>
              <a:gd name="connsiteX17" fmla="*/ 12054104 w 12114255"/>
              <a:gd name="connsiteY17" fmla="*/ 176313 h 6335587"/>
              <a:gd name="connsiteX18" fmla="*/ 11289537 w 12114255"/>
              <a:gd name="connsiteY18" fmla="*/ 107615 h 6335587"/>
              <a:gd name="connsiteX19" fmla="*/ 10259313 w 12114255"/>
              <a:gd name="connsiteY19" fmla="*/ 101059 h 6335587"/>
              <a:gd name="connsiteX20" fmla="*/ 7599878 w 12114255"/>
              <a:gd name="connsiteY20" fmla="*/ 75910 h 6335587"/>
              <a:gd name="connsiteX21" fmla="*/ 1892744 w 12114255"/>
              <a:gd name="connsiteY21" fmla="*/ 0 h 6335587"/>
              <a:gd name="connsiteX0" fmla="*/ 1892744 w 12114253"/>
              <a:gd name="connsiteY0" fmla="*/ 0 h 6330524"/>
              <a:gd name="connsiteX1" fmla="*/ 304663 w 12114253"/>
              <a:gd name="connsiteY1" fmla="*/ 10761 h 6330524"/>
              <a:gd name="connsiteX2" fmla="*/ 0 w 12114253"/>
              <a:gd name="connsiteY2" fmla="*/ 47942 h 6330524"/>
              <a:gd name="connsiteX3" fmla="*/ 0 w 12114253"/>
              <a:gd name="connsiteY3" fmla="*/ 909146 h 6330524"/>
              <a:gd name="connsiteX4" fmla="*/ 4597 w 12114253"/>
              <a:gd name="connsiteY4" fmla="*/ 909146 h 6330524"/>
              <a:gd name="connsiteX5" fmla="*/ 88972 w 12114253"/>
              <a:gd name="connsiteY5" fmla="*/ 3523848 h 6330524"/>
              <a:gd name="connsiteX6" fmla="*/ 148480 w 12114253"/>
              <a:gd name="connsiteY6" fmla="*/ 5930841 h 6330524"/>
              <a:gd name="connsiteX7" fmla="*/ 2638911 w 12114253"/>
              <a:gd name="connsiteY7" fmla="*/ 5933377 h 6330524"/>
              <a:gd name="connsiteX8" fmla="*/ 4080684 w 12114253"/>
              <a:gd name="connsiteY8" fmla="*/ 5926717 h 6330524"/>
              <a:gd name="connsiteX9" fmla="*/ 5045206 w 12114253"/>
              <a:gd name="connsiteY9" fmla="*/ 5927859 h 6330524"/>
              <a:gd name="connsiteX10" fmla="*/ 5731339 w 12114253"/>
              <a:gd name="connsiteY10" fmla="*/ 6330524 h 6330524"/>
              <a:gd name="connsiteX11" fmla="*/ 6274422 w 12114253"/>
              <a:gd name="connsiteY11" fmla="*/ 5903346 h 6330524"/>
              <a:gd name="connsiteX12" fmla="*/ 9098386 w 12114253"/>
              <a:gd name="connsiteY12" fmla="*/ 5911624 h 6330524"/>
              <a:gd name="connsiteX13" fmla="*/ 10007288 w 12114253"/>
              <a:gd name="connsiteY13" fmla="*/ 5914499 h 6330524"/>
              <a:gd name="connsiteX14" fmla="*/ 10927227 w 12114253"/>
              <a:gd name="connsiteY14" fmla="*/ 5922366 h 6330524"/>
              <a:gd name="connsiteX15" fmla="*/ 12085310 w 12114253"/>
              <a:gd name="connsiteY15" fmla="*/ 5921320 h 6330524"/>
              <a:gd name="connsiteX16" fmla="*/ 12063456 w 12114253"/>
              <a:gd name="connsiteY16" fmla="*/ 2621674 h 6330524"/>
              <a:gd name="connsiteX17" fmla="*/ 12054104 w 12114253"/>
              <a:gd name="connsiteY17" fmla="*/ 176313 h 6330524"/>
              <a:gd name="connsiteX18" fmla="*/ 11289537 w 12114253"/>
              <a:gd name="connsiteY18" fmla="*/ 107615 h 6330524"/>
              <a:gd name="connsiteX19" fmla="*/ 10259313 w 12114253"/>
              <a:gd name="connsiteY19" fmla="*/ 101059 h 6330524"/>
              <a:gd name="connsiteX20" fmla="*/ 7599878 w 12114253"/>
              <a:gd name="connsiteY20" fmla="*/ 75910 h 6330524"/>
              <a:gd name="connsiteX21" fmla="*/ 1892744 w 12114253"/>
              <a:gd name="connsiteY21" fmla="*/ 0 h 6330524"/>
              <a:gd name="connsiteX0" fmla="*/ 1892744 w 12114255"/>
              <a:gd name="connsiteY0" fmla="*/ 0 h 6330524"/>
              <a:gd name="connsiteX1" fmla="*/ 304663 w 12114255"/>
              <a:gd name="connsiteY1" fmla="*/ 10761 h 6330524"/>
              <a:gd name="connsiteX2" fmla="*/ 0 w 12114255"/>
              <a:gd name="connsiteY2" fmla="*/ 47942 h 6330524"/>
              <a:gd name="connsiteX3" fmla="*/ 0 w 12114255"/>
              <a:gd name="connsiteY3" fmla="*/ 909146 h 6330524"/>
              <a:gd name="connsiteX4" fmla="*/ 4597 w 12114255"/>
              <a:gd name="connsiteY4" fmla="*/ 909146 h 6330524"/>
              <a:gd name="connsiteX5" fmla="*/ 88972 w 12114255"/>
              <a:gd name="connsiteY5" fmla="*/ 3523848 h 6330524"/>
              <a:gd name="connsiteX6" fmla="*/ 148480 w 12114255"/>
              <a:gd name="connsiteY6" fmla="*/ 5930841 h 6330524"/>
              <a:gd name="connsiteX7" fmla="*/ 2638911 w 12114255"/>
              <a:gd name="connsiteY7" fmla="*/ 5933377 h 6330524"/>
              <a:gd name="connsiteX8" fmla="*/ 4080684 w 12114255"/>
              <a:gd name="connsiteY8" fmla="*/ 5926717 h 6330524"/>
              <a:gd name="connsiteX9" fmla="*/ 5045206 w 12114255"/>
              <a:gd name="connsiteY9" fmla="*/ 5927859 h 6330524"/>
              <a:gd name="connsiteX10" fmla="*/ 5731339 w 12114255"/>
              <a:gd name="connsiteY10" fmla="*/ 6330524 h 6330524"/>
              <a:gd name="connsiteX11" fmla="*/ 6077302 w 12114255"/>
              <a:gd name="connsiteY11" fmla="*/ 5908409 h 6330524"/>
              <a:gd name="connsiteX12" fmla="*/ 9098386 w 12114255"/>
              <a:gd name="connsiteY12" fmla="*/ 5911624 h 6330524"/>
              <a:gd name="connsiteX13" fmla="*/ 10007288 w 12114255"/>
              <a:gd name="connsiteY13" fmla="*/ 5914499 h 6330524"/>
              <a:gd name="connsiteX14" fmla="*/ 10927227 w 12114255"/>
              <a:gd name="connsiteY14" fmla="*/ 5922366 h 6330524"/>
              <a:gd name="connsiteX15" fmla="*/ 12085310 w 12114255"/>
              <a:gd name="connsiteY15" fmla="*/ 5921320 h 6330524"/>
              <a:gd name="connsiteX16" fmla="*/ 12063456 w 12114255"/>
              <a:gd name="connsiteY16" fmla="*/ 2621674 h 6330524"/>
              <a:gd name="connsiteX17" fmla="*/ 12054104 w 12114255"/>
              <a:gd name="connsiteY17" fmla="*/ 176313 h 6330524"/>
              <a:gd name="connsiteX18" fmla="*/ 11289537 w 12114255"/>
              <a:gd name="connsiteY18" fmla="*/ 107615 h 6330524"/>
              <a:gd name="connsiteX19" fmla="*/ 10259313 w 12114255"/>
              <a:gd name="connsiteY19" fmla="*/ 101059 h 6330524"/>
              <a:gd name="connsiteX20" fmla="*/ 7599878 w 12114255"/>
              <a:gd name="connsiteY20" fmla="*/ 75910 h 6330524"/>
              <a:gd name="connsiteX21" fmla="*/ 1892744 w 12114255"/>
              <a:gd name="connsiteY21" fmla="*/ 0 h 6330524"/>
              <a:gd name="connsiteX0" fmla="*/ 1892744 w 12114253"/>
              <a:gd name="connsiteY0" fmla="*/ 0 h 6330524"/>
              <a:gd name="connsiteX1" fmla="*/ 304663 w 12114253"/>
              <a:gd name="connsiteY1" fmla="*/ 10761 h 6330524"/>
              <a:gd name="connsiteX2" fmla="*/ 0 w 12114253"/>
              <a:gd name="connsiteY2" fmla="*/ 47942 h 6330524"/>
              <a:gd name="connsiteX3" fmla="*/ 0 w 12114253"/>
              <a:gd name="connsiteY3" fmla="*/ 909146 h 6330524"/>
              <a:gd name="connsiteX4" fmla="*/ 4597 w 12114253"/>
              <a:gd name="connsiteY4" fmla="*/ 909146 h 6330524"/>
              <a:gd name="connsiteX5" fmla="*/ 88972 w 12114253"/>
              <a:gd name="connsiteY5" fmla="*/ 3523848 h 6330524"/>
              <a:gd name="connsiteX6" fmla="*/ 148480 w 12114253"/>
              <a:gd name="connsiteY6" fmla="*/ 5930841 h 6330524"/>
              <a:gd name="connsiteX7" fmla="*/ 2638911 w 12114253"/>
              <a:gd name="connsiteY7" fmla="*/ 5933377 h 6330524"/>
              <a:gd name="connsiteX8" fmla="*/ 4080684 w 12114253"/>
              <a:gd name="connsiteY8" fmla="*/ 5926717 h 6330524"/>
              <a:gd name="connsiteX9" fmla="*/ 5045206 w 12114253"/>
              <a:gd name="connsiteY9" fmla="*/ 5927859 h 6330524"/>
              <a:gd name="connsiteX10" fmla="*/ 5731339 w 12114253"/>
              <a:gd name="connsiteY10" fmla="*/ 6330524 h 6330524"/>
              <a:gd name="connsiteX11" fmla="*/ 6077302 w 12114253"/>
              <a:gd name="connsiteY11" fmla="*/ 5908409 h 6330524"/>
              <a:gd name="connsiteX12" fmla="*/ 9098386 w 12114253"/>
              <a:gd name="connsiteY12" fmla="*/ 5911624 h 6330524"/>
              <a:gd name="connsiteX13" fmla="*/ 10007288 w 12114253"/>
              <a:gd name="connsiteY13" fmla="*/ 5914499 h 6330524"/>
              <a:gd name="connsiteX14" fmla="*/ 10927227 w 12114253"/>
              <a:gd name="connsiteY14" fmla="*/ 5922366 h 6330524"/>
              <a:gd name="connsiteX15" fmla="*/ 12085310 w 12114253"/>
              <a:gd name="connsiteY15" fmla="*/ 5921320 h 6330524"/>
              <a:gd name="connsiteX16" fmla="*/ 12063456 w 12114253"/>
              <a:gd name="connsiteY16" fmla="*/ 2621674 h 6330524"/>
              <a:gd name="connsiteX17" fmla="*/ 12054104 w 12114253"/>
              <a:gd name="connsiteY17" fmla="*/ 176313 h 6330524"/>
              <a:gd name="connsiteX18" fmla="*/ 11289537 w 12114253"/>
              <a:gd name="connsiteY18" fmla="*/ 107615 h 6330524"/>
              <a:gd name="connsiteX19" fmla="*/ 10259313 w 12114253"/>
              <a:gd name="connsiteY19" fmla="*/ 101059 h 6330524"/>
              <a:gd name="connsiteX20" fmla="*/ 7599878 w 12114253"/>
              <a:gd name="connsiteY20" fmla="*/ 75910 h 6330524"/>
              <a:gd name="connsiteX21" fmla="*/ 1892744 w 12114253"/>
              <a:gd name="connsiteY21" fmla="*/ 0 h 6330524"/>
              <a:gd name="connsiteX0" fmla="*/ 1892744 w 12114255"/>
              <a:gd name="connsiteY0" fmla="*/ 0 h 6330524"/>
              <a:gd name="connsiteX1" fmla="*/ 304663 w 12114255"/>
              <a:gd name="connsiteY1" fmla="*/ 10761 h 6330524"/>
              <a:gd name="connsiteX2" fmla="*/ 0 w 12114255"/>
              <a:gd name="connsiteY2" fmla="*/ 47942 h 6330524"/>
              <a:gd name="connsiteX3" fmla="*/ 0 w 12114255"/>
              <a:gd name="connsiteY3" fmla="*/ 909146 h 6330524"/>
              <a:gd name="connsiteX4" fmla="*/ 4597 w 12114255"/>
              <a:gd name="connsiteY4" fmla="*/ 909146 h 6330524"/>
              <a:gd name="connsiteX5" fmla="*/ 88972 w 12114255"/>
              <a:gd name="connsiteY5" fmla="*/ 3523848 h 6330524"/>
              <a:gd name="connsiteX6" fmla="*/ 148480 w 12114255"/>
              <a:gd name="connsiteY6" fmla="*/ 5930841 h 6330524"/>
              <a:gd name="connsiteX7" fmla="*/ 2638911 w 12114255"/>
              <a:gd name="connsiteY7" fmla="*/ 5933377 h 6330524"/>
              <a:gd name="connsiteX8" fmla="*/ 4308929 w 12114255"/>
              <a:gd name="connsiteY8" fmla="*/ 5926717 h 6330524"/>
              <a:gd name="connsiteX9" fmla="*/ 5045206 w 12114255"/>
              <a:gd name="connsiteY9" fmla="*/ 5927859 h 6330524"/>
              <a:gd name="connsiteX10" fmla="*/ 5731339 w 12114255"/>
              <a:gd name="connsiteY10" fmla="*/ 6330524 h 6330524"/>
              <a:gd name="connsiteX11" fmla="*/ 6077302 w 12114255"/>
              <a:gd name="connsiteY11" fmla="*/ 5908409 h 6330524"/>
              <a:gd name="connsiteX12" fmla="*/ 9098386 w 12114255"/>
              <a:gd name="connsiteY12" fmla="*/ 5911624 h 6330524"/>
              <a:gd name="connsiteX13" fmla="*/ 10007288 w 12114255"/>
              <a:gd name="connsiteY13" fmla="*/ 5914499 h 6330524"/>
              <a:gd name="connsiteX14" fmla="*/ 10927227 w 12114255"/>
              <a:gd name="connsiteY14" fmla="*/ 5922366 h 6330524"/>
              <a:gd name="connsiteX15" fmla="*/ 12085310 w 12114255"/>
              <a:gd name="connsiteY15" fmla="*/ 5921320 h 6330524"/>
              <a:gd name="connsiteX16" fmla="*/ 12063456 w 12114255"/>
              <a:gd name="connsiteY16" fmla="*/ 2621674 h 6330524"/>
              <a:gd name="connsiteX17" fmla="*/ 12054104 w 12114255"/>
              <a:gd name="connsiteY17" fmla="*/ 176313 h 6330524"/>
              <a:gd name="connsiteX18" fmla="*/ 11289537 w 12114255"/>
              <a:gd name="connsiteY18" fmla="*/ 107615 h 6330524"/>
              <a:gd name="connsiteX19" fmla="*/ 10259313 w 12114255"/>
              <a:gd name="connsiteY19" fmla="*/ 101059 h 6330524"/>
              <a:gd name="connsiteX20" fmla="*/ 7599878 w 12114255"/>
              <a:gd name="connsiteY20" fmla="*/ 75910 h 6330524"/>
              <a:gd name="connsiteX21" fmla="*/ 1892744 w 12114255"/>
              <a:gd name="connsiteY21" fmla="*/ 0 h 6330524"/>
              <a:gd name="connsiteX0" fmla="*/ 1892744 w 12114253"/>
              <a:gd name="connsiteY0" fmla="*/ 0 h 6330524"/>
              <a:gd name="connsiteX1" fmla="*/ 304663 w 12114253"/>
              <a:gd name="connsiteY1" fmla="*/ 10761 h 6330524"/>
              <a:gd name="connsiteX2" fmla="*/ 0 w 12114253"/>
              <a:gd name="connsiteY2" fmla="*/ 47942 h 6330524"/>
              <a:gd name="connsiteX3" fmla="*/ 0 w 12114253"/>
              <a:gd name="connsiteY3" fmla="*/ 909146 h 6330524"/>
              <a:gd name="connsiteX4" fmla="*/ 4597 w 12114253"/>
              <a:gd name="connsiteY4" fmla="*/ 909146 h 6330524"/>
              <a:gd name="connsiteX5" fmla="*/ 88972 w 12114253"/>
              <a:gd name="connsiteY5" fmla="*/ 3523848 h 6330524"/>
              <a:gd name="connsiteX6" fmla="*/ 148480 w 12114253"/>
              <a:gd name="connsiteY6" fmla="*/ 5930841 h 6330524"/>
              <a:gd name="connsiteX7" fmla="*/ 2638911 w 12114253"/>
              <a:gd name="connsiteY7" fmla="*/ 5933377 h 6330524"/>
              <a:gd name="connsiteX8" fmla="*/ 4308929 w 12114253"/>
              <a:gd name="connsiteY8" fmla="*/ 5926717 h 6330524"/>
              <a:gd name="connsiteX9" fmla="*/ 5141474 w 12114253"/>
              <a:gd name="connsiteY9" fmla="*/ 5927859 h 6330524"/>
              <a:gd name="connsiteX10" fmla="*/ 5731339 w 12114253"/>
              <a:gd name="connsiteY10" fmla="*/ 6330524 h 6330524"/>
              <a:gd name="connsiteX11" fmla="*/ 6077302 w 12114253"/>
              <a:gd name="connsiteY11" fmla="*/ 5908409 h 6330524"/>
              <a:gd name="connsiteX12" fmla="*/ 9098386 w 12114253"/>
              <a:gd name="connsiteY12" fmla="*/ 5911624 h 6330524"/>
              <a:gd name="connsiteX13" fmla="*/ 10007288 w 12114253"/>
              <a:gd name="connsiteY13" fmla="*/ 5914499 h 6330524"/>
              <a:gd name="connsiteX14" fmla="*/ 10927227 w 12114253"/>
              <a:gd name="connsiteY14" fmla="*/ 5922366 h 6330524"/>
              <a:gd name="connsiteX15" fmla="*/ 12085310 w 12114253"/>
              <a:gd name="connsiteY15" fmla="*/ 5921320 h 6330524"/>
              <a:gd name="connsiteX16" fmla="*/ 12063456 w 12114253"/>
              <a:gd name="connsiteY16" fmla="*/ 2621674 h 6330524"/>
              <a:gd name="connsiteX17" fmla="*/ 12054104 w 12114253"/>
              <a:gd name="connsiteY17" fmla="*/ 176313 h 6330524"/>
              <a:gd name="connsiteX18" fmla="*/ 11289537 w 12114253"/>
              <a:gd name="connsiteY18" fmla="*/ 107615 h 6330524"/>
              <a:gd name="connsiteX19" fmla="*/ 10259313 w 12114253"/>
              <a:gd name="connsiteY19" fmla="*/ 101059 h 6330524"/>
              <a:gd name="connsiteX20" fmla="*/ 7599878 w 12114253"/>
              <a:gd name="connsiteY20" fmla="*/ 75910 h 6330524"/>
              <a:gd name="connsiteX21" fmla="*/ 1892744 w 12114253"/>
              <a:gd name="connsiteY21" fmla="*/ 0 h 6330524"/>
              <a:gd name="connsiteX0" fmla="*/ 1892744 w 12114253"/>
              <a:gd name="connsiteY0" fmla="*/ 0 h 6330524"/>
              <a:gd name="connsiteX1" fmla="*/ 304663 w 12114253"/>
              <a:gd name="connsiteY1" fmla="*/ 10761 h 6330524"/>
              <a:gd name="connsiteX2" fmla="*/ 0 w 12114253"/>
              <a:gd name="connsiteY2" fmla="*/ 47942 h 6330524"/>
              <a:gd name="connsiteX3" fmla="*/ 0 w 12114253"/>
              <a:gd name="connsiteY3" fmla="*/ 909146 h 6330524"/>
              <a:gd name="connsiteX4" fmla="*/ 4597 w 12114253"/>
              <a:gd name="connsiteY4" fmla="*/ 909146 h 6330524"/>
              <a:gd name="connsiteX5" fmla="*/ 88972 w 12114253"/>
              <a:gd name="connsiteY5" fmla="*/ 3523848 h 6330524"/>
              <a:gd name="connsiteX6" fmla="*/ 148480 w 12114253"/>
              <a:gd name="connsiteY6" fmla="*/ 5930841 h 6330524"/>
              <a:gd name="connsiteX7" fmla="*/ 2638911 w 12114253"/>
              <a:gd name="connsiteY7" fmla="*/ 5933377 h 6330524"/>
              <a:gd name="connsiteX8" fmla="*/ 4308929 w 12114253"/>
              <a:gd name="connsiteY8" fmla="*/ 5926717 h 6330524"/>
              <a:gd name="connsiteX9" fmla="*/ 5141474 w 12114253"/>
              <a:gd name="connsiteY9" fmla="*/ 5927859 h 6330524"/>
              <a:gd name="connsiteX10" fmla="*/ 5731339 w 12114253"/>
              <a:gd name="connsiteY10" fmla="*/ 6330524 h 6330524"/>
              <a:gd name="connsiteX11" fmla="*/ 6196455 w 12114253"/>
              <a:gd name="connsiteY11" fmla="*/ 5908410 h 6330524"/>
              <a:gd name="connsiteX12" fmla="*/ 9098386 w 12114253"/>
              <a:gd name="connsiteY12" fmla="*/ 5911624 h 6330524"/>
              <a:gd name="connsiteX13" fmla="*/ 10007288 w 12114253"/>
              <a:gd name="connsiteY13" fmla="*/ 5914499 h 6330524"/>
              <a:gd name="connsiteX14" fmla="*/ 10927227 w 12114253"/>
              <a:gd name="connsiteY14" fmla="*/ 5922366 h 6330524"/>
              <a:gd name="connsiteX15" fmla="*/ 12085310 w 12114253"/>
              <a:gd name="connsiteY15" fmla="*/ 5921320 h 6330524"/>
              <a:gd name="connsiteX16" fmla="*/ 12063456 w 12114253"/>
              <a:gd name="connsiteY16" fmla="*/ 2621674 h 6330524"/>
              <a:gd name="connsiteX17" fmla="*/ 12054104 w 12114253"/>
              <a:gd name="connsiteY17" fmla="*/ 176313 h 6330524"/>
              <a:gd name="connsiteX18" fmla="*/ 11289537 w 12114253"/>
              <a:gd name="connsiteY18" fmla="*/ 107615 h 6330524"/>
              <a:gd name="connsiteX19" fmla="*/ 10259313 w 12114253"/>
              <a:gd name="connsiteY19" fmla="*/ 101059 h 6330524"/>
              <a:gd name="connsiteX20" fmla="*/ 7599878 w 12114253"/>
              <a:gd name="connsiteY20" fmla="*/ 75910 h 6330524"/>
              <a:gd name="connsiteX21" fmla="*/ 1892744 w 12114253"/>
              <a:gd name="connsiteY21" fmla="*/ 0 h 6330524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141474 w 12114253"/>
              <a:gd name="connsiteY9" fmla="*/ 5927859 h 6231011"/>
              <a:gd name="connsiteX10" fmla="*/ 5707509 w 12114253"/>
              <a:gd name="connsiteY10" fmla="*/ 6231011 h 6231011"/>
              <a:gd name="connsiteX11" fmla="*/ 6196455 w 12114253"/>
              <a:gd name="connsiteY11" fmla="*/ 5908410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236797 w 12114253"/>
              <a:gd name="connsiteY9" fmla="*/ 5927859 h 6231011"/>
              <a:gd name="connsiteX10" fmla="*/ 5707509 w 12114253"/>
              <a:gd name="connsiteY10" fmla="*/ 6231011 h 6231011"/>
              <a:gd name="connsiteX11" fmla="*/ 6196455 w 12114253"/>
              <a:gd name="connsiteY11" fmla="*/ 5908410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196455 w 12114253"/>
              <a:gd name="connsiteY11" fmla="*/ 5908410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196455 w 12114253"/>
              <a:gd name="connsiteY11" fmla="*/ 5908410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196455 w 12114253"/>
              <a:gd name="connsiteY11" fmla="*/ 5908410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92239 w 12114253"/>
              <a:gd name="connsiteY11" fmla="*/ 5912762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71394 w 12114253"/>
              <a:gd name="connsiteY11" fmla="*/ 5917114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71394 w 12114253"/>
              <a:gd name="connsiteY11" fmla="*/ 5917114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71394 w 12114253"/>
              <a:gd name="connsiteY11" fmla="*/ 5917114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71394 w 12114253"/>
              <a:gd name="connsiteY11" fmla="*/ 5917114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3319168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71394 w 12114253"/>
              <a:gd name="connsiteY11" fmla="*/ 5917114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07348"/>
              <a:gd name="connsiteY0" fmla="*/ 0 h 6231011"/>
              <a:gd name="connsiteX1" fmla="*/ 304663 w 12107348"/>
              <a:gd name="connsiteY1" fmla="*/ 10761 h 6231011"/>
              <a:gd name="connsiteX2" fmla="*/ 0 w 12107348"/>
              <a:gd name="connsiteY2" fmla="*/ 47942 h 6231011"/>
              <a:gd name="connsiteX3" fmla="*/ 0 w 12107348"/>
              <a:gd name="connsiteY3" fmla="*/ 909146 h 6231011"/>
              <a:gd name="connsiteX4" fmla="*/ 4597 w 12107348"/>
              <a:gd name="connsiteY4" fmla="*/ 909146 h 6231011"/>
              <a:gd name="connsiteX5" fmla="*/ 88972 w 12107348"/>
              <a:gd name="connsiteY5" fmla="*/ 3523848 h 6231011"/>
              <a:gd name="connsiteX6" fmla="*/ 148480 w 12107348"/>
              <a:gd name="connsiteY6" fmla="*/ 5930841 h 6231011"/>
              <a:gd name="connsiteX7" fmla="*/ 3319168 w 12107348"/>
              <a:gd name="connsiteY7" fmla="*/ 5933377 h 6231011"/>
              <a:gd name="connsiteX8" fmla="*/ 4308929 w 12107348"/>
              <a:gd name="connsiteY8" fmla="*/ 5926717 h 6231011"/>
              <a:gd name="connsiteX9" fmla="*/ 5308288 w 12107348"/>
              <a:gd name="connsiteY9" fmla="*/ 5937810 h 6231011"/>
              <a:gd name="connsiteX10" fmla="*/ 5707509 w 12107348"/>
              <a:gd name="connsiteY10" fmla="*/ 6231011 h 6231011"/>
              <a:gd name="connsiteX11" fmla="*/ 6071394 w 12107348"/>
              <a:gd name="connsiteY11" fmla="*/ 5917114 h 6231011"/>
              <a:gd name="connsiteX12" fmla="*/ 9098386 w 12107348"/>
              <a:gd name="connsiteY12" fmla="*/ 5911624 h 6231011"/>
              <a:gd name="connsiteX13" fmla="*/ 10007288 w 12107348"/>
              <a:gd name="connsiteY13" fmla="*/ 5914499 h 6231011"/>
              <a:gd name="connsiteX14" fmla="*/ 10927227 w 12107348"/>
              <a:gd name="connsiteY14" fmla="*/ 5922366 h 6231011"/>
              <a:gd name="connsiteX15" fmla="*/ 12085310 w 12107348"/>
              <a:gd name="connsiteY15" fmla="*/ 5921320 h 6231011"/>
              <a:gd name="connsiteX16" fmla="*/ 12063456 w 12107348"/>
              <a:gd name="connsiteY16" fmla="*/ 2621674 h 6231011"/>
              <a:gd name="connsiteX17" fmla="*/ 12054104 w 12107348"/>
              <a:gd name="connsiteY17" fmla="*/ 176313 h 6231011"/>
              <a:gd name="connsiteX18" fmla="*/ 11289537 w 12107348"/>
              <a:gd name="connsiteY18" fmla="*/ 107615 h 6231011"/>
              <a:gd name="connsiteX19" fmla="*/ 10259313 w 12107348"/>
              <a:gd name="connsiteY19" fmla="*/ 101059 h 6231011"/>
              <a:gd name="connsiteX20" fmla="*/ 7599878 w 12107348"/>
              <a:gd name="connsiteY20" fmla="*/ 75910 h 6231011"/>
              <a:gd name="connsiteX21" fmla="*/ 1892744 w 12107348"/>
              <a:gd name="connsiteY21" fmla="*/ 0 h 6231011"/>
              <a:gd name="connsiteX0" fmla="*/ 1892744 w 12107348"/>
              <a:gd name="connsiteY0" fmla="*/ 0 h 6231011"/>
              <a:gd name="connsiteX1" fmla="*/ 304663 w 12107348"/>
              <a:gd name="connsiteY1" fmla="*/ 10761 h 6231011"/>
              <a:gd name="connsiteX2" fmla="*/ 0 w 12107348"/>
              <a:gd name="connsiteY2" fmla="*/ 47942 h 6231011"/>
              <a:gd name="connsiteX3" fmla="*/ 0 w 12107348"/>
              <a:gd name="connsiteY3" fmla="*/ 909146 h 6231011"/>
              <a:gd name="connsiteX4" fmla="*/ 4597 w 12107348"/>
              <a:gd name="connsiteY4" fmla="*/ 909146 h 6231011"/>
              <a:gd name="connsiteX5" fmla="*/ 88972 w 12107348"/>
              <a:gd name="connsiteY5" fmla="*/ 3523848 h 6231011"/>
              <a:gd name="connsiteX6" fmla="*/ 148480 w 12107348"/>
              <a:gd name="connsiteY6" fmla="*/ 5930841 h 6231011"/>
              <a:gd name="connsiteX7" fmla="*/ 3319168 w 12107348"/>
              <a:gd name="connsiteY7" fmla="*/ 5933377 h 6231011"/>
              <a:gd name="connsiteX8" fmla="*/ 4308929 w 12107348"/>
              <a:gd name="connsiteY8" fmla="*/ 5926717 h 6231011"/>
              <a:gd name="connsiteX9" fmla="*/ 5308288 w 12107348"/>
              <a:gd name="connsiteY9" fmla="*/ 5937810 h 6231011"/>
              <a:gd name="connsiteX10" fmla="*/ 5707509 w 12107348"/>
              <a:gd name="connsiteY10" fmla="*/ 6231011 h 6231011"/>
              <a:gd name="connsiteX11" fmla="*/ 6071394 w 12107348"/>
              <a:gd name="connsiteY11" fmla="*/ 5917114 h 6231011"/>
              <a:gd name="connsiteX12" fmla="*/ 9098386 w 12107348"/>
              <a:gd name="connsiteY12" fmla="*/ 5911624 h 6231011"/>
              <a:gd name="connsiteX13" fmla="*/ 10007288 w 12107348"/>
              <a:gd name="connsiteY13" fmla="*/ 5914499 h 6231011"/>
              <a:gd name="connsiteX14" fmla="*/ 10927227 w 12107348"/>
              <a:gd name="connsiteY14" fmla="*/ 5922366 h 6231011"/>
              <a:gd name="connsiteX15" fmla="*/ 12085310 w 12107348"/>
              <a:gd name="connsiteY15" fmla="*/ 5921320 h 6231011"/>
              <a:gd name="connsiteX16" fmla="*/ 12063456 w 12107348"/>
              <a:gd name="connsiteY16" fmla="*/ 2621674 h 6231011"/>
              <a:gd name="connsiteX17" fmla="*/ 12054104 w 12107348"/>
              <a:gd name="connsiteY17" fmla="*/ 176313 h 6231011"/>
              <a:gd name="connsiteX18" fmla="*/ 11289537 w 12107348"/>
              <a:gd name="connsiteY18" fmla="*/ 107615 h 6231011"/>
              <a:gd name="connsiteX19" fmla="*/ 10259313 w 12107348"/>
              <a:gd name="connsiteY19" fmla="*/ 101059 h 6231011"/>
              <a:gd name="connsiteX20" fmla="*/ 7599878 w 12107348"/>
              <a:gd name="connsiteY20" fmla="*/ 75910 h 6231011"/>
              <a:gd name="connsiteX21" fmla="*/ 1892744 w 12107348"/>
              <a:gd name="connsiteY21" fmla="*/ 0 h 6231011"/>
              <a:gd name="connsiteX0" fmla="*/ 1892744 w 12113512"/>
              <a:gd name="connsiteY0" fmla="*/ 25991 h 6257002"/>
              <a:gd name="connsiteX1" fmla="*/ 304663 w 12113512"/>
              <a:gd name="connsiteY1" fmla="*/ 36752 h 6257002"/>
              <a:gd name="connsiteX2" fmla="*/ 0 w 12113512"/>
              <a:gd name="connsiteY2" fmla="*/ 73933 h 6257002"/>
              <a:gd name="connsiteX3" fmla="*/ 0 w 12113512"/>
              <a:gd name="connsiteY3" fmla="*/ 935137 h 6257002"/>
              <a:gd name="connsiteX4" fmla="*/ 4597 w 12113512"/>
              <a:gd name="connsiteY4" fmla="*/ 935137 h 6257002"/>
              <a:gd name="connsiteX5" fmla="*/ 88972 w 12113512"/>
              <a:gd name="connsiteY5" fmla="*/ 3549839 h 6257002"/>
              <a:gd name="connsiteX6" fmla="*/ 148480 w 12113512"/>
              <a:gd name="connsiteY6" fmla="*/ 5956832 h 6257002"/>
              <a:gd name="connsiteX7" fmla="*/ 3319168 w 12113512"/>
              <a:gd name="connsiteY7" fmla="*/ 5959368 h 6257002"/>
              <a:gd name="connsiteX8" fmla="*/ 4308929 w 12113512"/>
              <a:gd name="connsiteY8" fmla="*/ 5952708 h 6257002"/>
              <a:gd name="connsiteX9" fmla="*/ 5308288 w 12113512"/>
              <a:gd name="connsiteY9" fmla="*/ 5963801 h 6257002"/>
              <a:gd name="connsiteX10" fmla="*/ 5707509 w 12113512"/>
              <a:gd name="connsiteY10" fmla="*/ 6257002 h 6257002"/>
              <a:gd name="connsiteX11" fmla="*/ 6071394 w 12113512"/>
              <a:gd name="connsiteY11" fmla="*/ 5943105 h 6257002"/>
              <a:gd name="connsiteX12" fmla="*/ 9098386 w 12113512"/>
              <a:gd name="connsiteY12" fmla="*/ 5937615 h 6257002"/>
              <a:gd name="connsiteX13" fmla="*/ 10007288 w 12113512"/>
              <a:gd name="connsiteY13" fmla="*/ 5940490 h 6257002"/>
              <a:gd name="connsiteX14" fmla="*/ 10927227 w 12113512"/>
              <a:gd name="connsiteY14" fmla="*/ 5948357 h 6257002"/>
              <a:gd name="connsiteX15" fmla="*/ 12085310 w 12113512"/>
              <a:gd name="connsiteY15" fmla="*/ 5947311 h 6257002"/>
              <a:gd name="connsiteX16" fmla="*/ 12063456 w 12113512"/>
              <a:gd name="connsiteY16" fmla="*/ 2647665 h 6257002"/>
              <a:gd name="connsiteX17" fmla="*/ 12054104 w 12113512"/>
              <a:gd name="connsiteY17" fmla="*/ 202304 h 6257002"/>
              <a:gd name="connsiteX18" fmla="*/ 11486459 w 12113512"/>
              <a:gd name="connsiteY18" fmla="*/ 141081 h 6257002"/>
              <a:gd name="connsiteX19" fmla="*/ 10259313 w 12113512"/>
              <a:gd name="connsiteY19" fmla="*/ 127050 h 6257002"/>
              <a:gd name="connsiteX20" fmla="*/ 7599878 w 12113512"/>
              <a:gd name="connsiteY20" fmla="*/ 101901 h 6257002"/>
              <a:gd name="connsiteX21" fmla="*/ 1892744 w 12113512"/>
              <a:gd name="connsiteY21" fmla="*/ 25991 h 6257002"/>
              <a:gd name="connsiteX0" fmla="*/ 1892744 w 12117505"/>
              <a:gd name="connsiteY0" fmla="*/ 0 h 6231011"/>
              <a:gd name="connsiteX1" fmla="*/ 304663 w 12117505"/>
              <a:gd name="connsiteY1" fmla="*/ 10761 h 6231011"/>
              <a:gd name="connsiteX2" fmla="*/ 0 w 12117505"/>
              <a:gd name="connsiteY2" fmla="*/ 47942 h 6231011"/>
              <a:gd name="connsiteX3" fmla="*/ 0 w 12117505"/>
              <a:gd name="connsiteY3" fmla="*/ 909146 h 6231011"/>
              <a:gd name="connsiteX4" fmla="*/ 4597 w 12117505"/>
              <a:gd name="connsiteY4" fmla="*/ 909146 h 6231011"/>
              <a:gd name="connsiteX5" fmla="*/ 88972 w 12117505"/>
              <a:gd name="connsiteY5" fmla="*/ 3523848 h 6231011"/>
              <a:gd name="connsiteX6" fmla="*/ 148480 w 12117505"/>
              <a:gd name="connsiteY6" fmla="*/ 5930841 h 6231011"/>
              <a:gd name="connsiteX7" fmla="*/ 3319168 w 12117505"/>
              <a:gd name="connsiteY7" fmla="*/ 5933377 h 6231011"/>
              <a:gd name="connsiteX8" fmla="*/ 4308929 w 12117505"/>
              <a:gd name="connsiteY8" fmla="*/ 5926717 h 6231011"/>
              <a:gd name="connsiteX9" fmla="*/ 5308288 w 12117505"/>
              <a:gd name="connsiteY9" fmla="*/ 5937810 h 6231011"/>
              <a:gd name="connsiteX10" fmla="*/ 5707509 w 12117505"/>
              <a:gd name="connsiteY10" fmla="*/ 6231011 h 6231011"/>
              <a:gd name="connsiteX11" fmla="*/ 6071394 w 12117505"/>
              <a:gd name="connsiteY11" fmla="*/ 5917114 h 6231011"/>
              <a:gd name="connsiteX12" fmla="*/ 9098386 w 12117505"/>
              <a:gd name="connsiteY12" fmla="*/ 5911624 h 6231011"/>
              <a:gd name="connsiteX13" fmla="*/ 10007288 w 12117505"/>
              <a:gd name="connsiteY13" fmla="*/ 5914499 h 6231011"/>
              <a:gd name="connsiteX14" fmla="*/ 10927227 w 12117505"/>
              <a:gd name="connsiteY14" fmla="*/ 5922366 h 6231011"/>
              <a:gd name="connsiteX15" fmla="*/ 12085310 w 12117505"/>
              <a:gd name="connsiteY15" fmla="*/ 5921320 h 6231011"/>
              <a:gd name="connsiteX16" fmla="*/ 12063456 w 12117505"/>
              <a:gd name="connsiteY16" fmla="*/ 2621674 h 6231011"/>
              <a:gd name="connsiteX17" fmla="*/ 12054104 w 12117505"/>
              <a:gd name="connsiteY17" fmla="*/ 176313 h 6231011"/>
              <a:gd name="connsiteX18" fmla="*/ 11486459 w 12117505"/>
              <a:gd name="connsiteY18" fmla="*/ 115090 h 6231011"/>
              <a:gd name="connsiteX19" fmla="*/ 10259313 w 12117505"/>
              <a:gd name="connsiteY19" fmla="*/ 101059 h 6231011"/>
              <a:gd name="connsiteX20" fmla="*/ 7599878 w 12117505"/>
              <a:gd name="connsiteY20" fmla="*/ 75910 h 6231011"/>
              <a:gd name="connsiteX21" fmla="*/ 1892744 w 12117505"/>
              <a:gd name="connsiteY21" fmla="*/ 0 h 6231011"/>
              <a:gd name="connsiteX0" fmla="*/ 1892744 w 12117505"/>
              <a:gd name="connsiteY0" fmla="*/ 0 h 6231011"/>
              <a:gd name="connsiteX1" fmla="*/ 304663 w 12117505"/>
              <a:gd name="connsiteY1" fmla="*/ 10761 h 6231011"/>
              <a:gd name="connsiteX2" fmla="*/ 0 w 12117505"/>
              <a:gd name="connsiteY2" fmla="*/ 47942 h 6231011"/>
              <a:gd name="connsiteX3" fmla="*/ 0 w 12117505"/>
              <a:gd name="connsiteY3" fmla="*/ 909146 h 6231011"/>
              <a:gd name="connsiteX4" fmla="*/ 4597 w 12117505"/>
              <a:gd name="connsiteY4" fmla="*/ 909146 h 6231011"/>
              <a:gd name="connsiteX5" fmla="*/ 88972 w 12117505"/>
              <a:gd name="connsiteY5" fmla="*/ 3523848 h 6231011"/>
              <a:gd name="connsiteX6" fmla="*/ 148480 w 12117505"/>
              <a:gd name="connsiteY6" fmla="*/ 5930841 h 6231011"/>
              <a:gd name="connsiteX7" fmla="*/ 3319168 w 12117505"/>
              <a:gd name="connsiteY7" fmla="*/ 5933377 h 6231011"/>
              <a:gd name="connsiteX8" fmla="*/ 4308929 w 12117505"/>
              <a:gd name="connsiteY8" fmla="*/ 5926717 h 6231011"/>
              <a:gd name="connsiteX9" fmla="*/ 5308288 w 12117505"/>
              <a:gd name="connsiteY9" fmla="*/ 5937810 h 6231011"/>
              <a:gd name="connsiteX10" fmla="*/ 5707509 w 12117505"/>
              <a:gd name="connsiteY10" fmla="*/ 6231011 h 6231011"/>
              <a:gd name="connsiteX11" fmla="*/ 6071394 w 12117505"/>
              <a:gd name="connsiteY11" fmla="*/ 5917114 h 6231011"/>
              <a:gd name="connsiteX12" fmla="*/ 9098386 w 12117505"/>
              <a:gd name="connsiteY12" fmla="*/ 5911624 h 6231011"/>
              <a:gd name="connsiteX13" fmla="*/ 10007288 w 12117505"/>
              <a:gd name="connsiteY13" fmla="*/ 5914499 h 6231011"/>
              <a:gd name="connsiteX14" fmla="*/ 10927227 w 12117505"/>
              <a:gd name="connsiteY14" fmla="*/ 5922366 h 6231011"/>
              <a:gd name="connsiteX15" fmla="*/ 12085310 w 12117505"/>
              <a:gd name="connsiteY15" fmla="*/ 5921320 h 6231011"/>
              <a:gd name="connsiteX16" fmla="*/ 12063456 w 12117505"/>
              <a:gd name="connsiteY16" fmla="*/ 2621674 h 6231011"/>
              <a:gd name="connsiteX17" fmla="*/ 12054104 w 12117505"/>
              <a:gd name="connsiteY17" fmla="*/ 176313 h 6231011"/>
              <a:gd name="connsiteX18" fmla="*/ 11486459 w 12117505"/>
              <a:gd name="connsiteY18" fmla="*/ 115090 h 6231011"/>
              <a:gd name="connsiteX19" fmla="*/ 10223511 w 12117505"/>
              <a:gd name="connsiteY19" fmla="*/ 101059 h 6231011"/>
              <a:gd name="connsiteX20" fmla="*/ 7599878 w 12117505"/>
              <a:gd name="connsiteY20" fmla="*/ 75910 h 6231011"/>
              <a:gd name="connsiteX21" fmla="*/ 1892744 w 12117505"/>
              <a:gd name="connsiteY21" fmla="*/ 0 h 6231011"/>
              <a:gd name="connsiteX0" fmla="*/ 2161267 w 12117505"/>
              <a:gd name="connsiteY0" fmla="*/ 19141 h 6220250"/>
              <a:gd name="connsiteX1" fmla="*/ 304663 w 12117505"/>
              <a:gd name="connsiteY1" fmla="*/ 0 h 6220250"/>
              <a:gd name="connsiteX2" fmla="*/ 0 w 12117505"/>
              <a:gd name="connsiteY2" fmla="*/ 37181 h 6220250"/>
              <a:gd name="connsiteX3" fmla="*/ 0 w 12117505"/>
              <a:gd name="connsiteY3" fmla="*/ 898385 h 6220250"/>
              <a:gd name="connsiteX4" fmla="*/ 4597 w 12117505"/>
              <a:gd name="connsiteY4" fmla="*/ 898385 h 6220250"/>
              <a:gd name="connsiteX5" fmla="*/ 88972 w 12117505"/>
              <a:gd name="connsiteY5" fmla="*/ 3513087 h 6220250"/>
              <a:gd name="connsiteX6" fmla="*/ 148480 w 12117505"/>
              <a:gd name="connsiteY6" fmla="*/ 5920080 h 6220250"/>
              <a:gd name="connsiteX7" fmla="*/ 3319168 w 12117505"/>
              <a:gd name="connsiteY7" fmla="*/ 5922616 h 6220250"/>
              <a:gd name="connsiteX8" fmla="*/ 4308929 w 12117505"/>
              <a:gd name="connsiteY8" fmla="*/ 5915956 h 6220250"/>
              <a:gd name="connsiteX9" fmla="*/ 5308288 w 12117505"/>
              <a:gd name="connsiteY9" fmla="*/ 5927049 h 6220250"/>
              <a:gd name="connsiteX10" fmla="*/ 5707509 w 12117505"/>
              <a:gd name="connsiteY10" fmla="*/ 6220250 h 6220250"/>
              <a:gd name="connsiteX11" fmla="*/ 6071394 w 12117505"/>
              <a:gd name="connsiteY11" fmla="*/ 5906353 h 6220250"/>
              <a:gd name="connsiteX12" fmla="*/ 9098386 w 12117505"/>
              <a:gd name="connsiteY12" fmla="*/ 5900863 h 6220250"/>
              <a:gd name="connsiteX13" fmla="*/ 10007288 w 12117505"/>
              <a:gd name="connsiteY13" fmla="*/ 5903738 h 6220250"/>
              <a:gd name="connsiteX14" fmla="*/ 10927227 w 12117505"/>
              <a:gd name="connsiteY14" fmla="*/ 5911605 h 6220250"/>
              <a:gd name="connsiteX15" fmla="*/ 12085310 w 12117505"/>
              <a:gd name="connsiteY15" fmla="*/ 5910559 h 6220250"/>
              <a:gd name="connsiteX16" fmla="*/ 12063456 w 12117505"/>
              <a:gd name="connsiteY16" fmla="*/ 2610913 h 6220250"/>
              <a:gd name="connsiteX17" fmla="*/ 12054104 w 12117505"/>
              <a:gd name="connsiteY17" fmla="*/ 165552 h 6220250"/>
              <a:gd name="connsiteX18" fmla="*/ 11486459 w 12117505"/>
              <a:gd name="connsiteY18" fmla="*/ 104329 h 6220250"/>
              <a:gd name="connsiteX19" fmla="*/ 10223511 w 12117505"/>
              <a:gd name="connsiteY19" fmla="*/ 90298 h 6220250"/>
              <a:gd name="connsiteX20" fmla="*/ 7599878 w 12117505"/>
              <a:gd name="connsiteY20" fmla="*/ 65149 h 6220250"/>
              <a:gd name="connsiteX21" fmla="*/ 2161267 w 12117505"/>
              <a:gd name="connsiteY21" fmla="*/ 19141 h 6220250"/>
              <a:gd name="connsiteX0" fmla="*/ 2161267 w 12117505"/>
              <a:gd name="connsiteY0" fmla="*/ 19141 h 6220250"/>
              <a:gd name="connsiteX1" fmla="*/ 304663 w 12117505"/>
              <a:gd name="connsiteY1" fmla="*/ 0 h 6220250"/>
              <a:gd name="connsiteX2" fmla="*/ 0 w 12117505"/>
              <a:gd name="connsiteY2" fmla="*/ 140095 h 6220250"/>
              <a:gd name="connsiteX3" fmla="*/ 0 w 12117505"/>
              <a:gd name="connsiteY3" fmla="*/ 898385 h 6220250"/>
              <a:gd name="connsiteX4" fmla="*/ 4597 w 12117505"/>
              <a:gd name="connsiteY4" fmla="*/ 898385 h 6220250"/>
              <a:gd name="connsiteX5" fmla="*/ 88972 w 12117505"/>
              <a:gd name="connsiteY5" fmla="*/ 3513087 h 6220250"/>
              <a:gd name="connsiteX6" fmla="*/ 148480 w 12117505"/>
              <a:gd name="connsiteY6" fmla="*/ 5920080 h 6220250"/>
              <a:gd name="connsiteX7" fmla="*/ 3319168 w 12117505"/>
              <a:gd name="connsiteY7" fmla="*/ 5922616 h 6220250"/>
              <a:gd name="connsiteX8" fmla="*/ 4308929 w 12117505"/>
              <a:gd name="connsiteY8" fmla="*/ 5915956 h 6220250"/>
              <a:gd name="connsiteX9" fmla="*/ 5308288 w 12117505"/>
              <a:gd name="connsiteY9" fmla="*/ 5927049 h 6220250"/>
              <a:gd name="connsiteX10" fmla="*/ 5707509 w 12117505"/>
              <a:gd name="connsiteY10" fmla="*/ 6220250 h 6220250"/>
              <a:gd name="connsiteX11" fmla="*/ 6071394 w 12117505"/>
              <a:gd name="connsiteY11" fmla="*/ 5906353 h 6220250"/>
              <a:gd name="connsiteX12" fmla="*/ 9098386 w 12117505"/>
              <a:gd name="connsiteY12" fmla="*/ 5900863 h 6220250"/>
              <a:gd name="connsiteX13" fmla="*/ 10007288 w 12117505"/>
              <a:gd name="connsiteY13" fmla="*/ 5903738 h 6220250"/>
              <a:gd name="connsiteX14" fmla="*/ 10927227 w 12117505"/>
              <a:gd name="connsiteY14" fmla="*/ 5911605 h 6220250"/>
              <a:gd name="connsiteX15" fmla="*/ 12085310 w 12117505"/>
              <a:gd name="connsiteY15" fmla="*/ 5910559 h 6220250"/>
              <a:gd name="connsiteX16" fmla="*/ 12063456 w 12117505"/>
              <a:gd name="connsiteY16" fmla="*/ 2610913 h 6220250"/>
              <a:gd name="connsiteX17" fmla="*/ 12054104 w 12117505"/>
              <a:gd name="connsiteY17" fmla="*/ 165552 h 6220250"/>
              <a:gd name="connsiteX18" fmla="*/ 11486459 w 12117505"/>
              <a:gd name="connsiteY18" fmla="*/ 104329 h 6220250"/>
              <a:gd name="connsiteX19" fmla="*/ 10223511 w 12117505"/>
              <a:gd name="connsiteY19" fmla="*/ 90298 h 6220250"/>
              <a:gd name="connsiteX20" fmla="*/ 7599878 w 12117505"/>
              <a:gd name="connsiteY20" fmla="*/ 65149 h 6220250"/>
              <a:gd name="connsiteX21" fmla="*/ 2161267 w 12117505"/>
              <a:gd name="connsiteY21" fmla="*/ 19141 h 6220250"/>
              <a:gd name="connsiteX0" fmla="*/ 2161267 w 12117505"/>
              <a:gd name="connsiteY0" fmla="*/ 0 h 6201109"/>
              <a:gd name="connsiteX1" fmla="*/ 705111 w 12117505"/>
              <a:gd name="connsiteY1" fmla="*/ 15164 h 6201109"/>
              <a:gd name="connsiteX2" fmla="*/ 0 w 12117505"/>
              <a:gd name="connsiteY2" fmla="*/ 120954 h 6201109"/>
              <a:gd name="connsiteX3" fmla="*/ 0 w 12117505"/>
              <a:gd name="connsiteY3" fmla="*/ 879244 h 6201109"/>
              <a:gd name="connsiteX4" fmla="*/ 4597 w 12117505"/>
              <a:gd name="connsiteY4" fmla="*/ 879244 h 6201109"/>
              <a:gd name="connsiteX5" fmla="*/ 88972 w 12117505"/>
              <a:gd name="connsiteY5" fmla="*/ 3493946 h 6201109"/>
              <a:gd name="connsiteX6" fmla="*/ 148480 w 12117505"/>
              <a:gd name="connsiteY6" fmla="*/ 5900939 h 6201109"/>
              <a:gd name="connsiteX7" fmla="*/ 3319168 w 12117505"/>
              <a:gd name="connsiteY7" fmla="*/ 5903475 h 6201109"/>
              <a:gd name="connsiteX8" fmla="*/ 4308929 w 12117505"/>
              <a:gd name="connsiteY8" fmla="*/ 5896815 h 6201109"/>
              <a:gd name="connsiteX9" fmla="*/ 5308288 w 12117505"/>
              <a:gd name="connsiteY9" fmla="*/ 5907908 h 6201109"/>
              <a:gd name="connsiteX10" fmla="*/ 5707509 w 12117505"/>
              <a:gd name="connsiteY10" fmla="*/ 6201109 h 6201109"/>
              <a:gd name="connsiteX11" fmla="*/ 6071394 w 12117505"/>
              <a:gd name="connsiteY11" fmla="*/ 5887212 h 6201109"/>
              <a:gd name="connsiteX12" fmla="*/ 9098386 w 12117505"/>
              <a:gd name="connsiteY12" fmla="*/ 5881722 h 6201109"/>
              <a:gd name="connsiteX13" fmla="*/ 10007288 w 12117505"/>
              <a:gd name="connsiteY13" fmla="*/ 5884597 h 6201109"/>
              <a:gd name="connsiteX14" fmla="*/ 10927227 w 12117505"/>
              <a:gd name="connsiteY14" fmla="*/ 5892464 h 6201109"/>
              <a:gd name="connsiteX15" fmla="*/ 12085310 w 12117505"/>
              <a:gd name="connsiteY15" fmla="*/ 5891418 h 6201109"/>
              <a:gd name="connsiteX16" fmla="*/ 12063456 w 12117505"/>
              <a:gd name="connsiteY16" fmla="*/ 2591772 h 6201109"/>
              <a:gd name="connsiteX17" fmla="*/ 12054104 w 12117505"/>
              <a:gd name="connsiteY17" fmla="*/ 146411 h 6201109"/>
              <a:gd name="connsiteX18" fmla="*/ 11486459 w 12117505"/>
              <a:gd name="connsiteY18" fmla="*/ 85188 h 6201109"/>
              <a:gd name="connsiteX19" fmla="*/ 10223511 w 12117505"/>
              <a:gd name="connsiteY19" fmla="*/ 71157 h 6201109"/>
              <a:gd name="connsiteX20" fmla="*/ 7599878 w 12117505"/>
              <a:gd name="connsiteY20" fmla="*/ 46008 h 6201109"/>
              <a:gd name="connsiteX21" fmla="*/ 2161267 w 12117505"/>
              <a:gd name="connsiteY21" fmla="*/ 0 h 6201109"/>
              <a:gd name="connsiteX0" fmla="*/ 2695196 w 12117505"/>
              <a:gd name="connsiteY0" fmla="*/ 36292 h 6185945"/>
              <a:gd name="connsiteX1" fmla="*/ 705111 w 12117505"/>
              <a:gd name="connsiteY1" fmla="*/ 0 h 6185945"/>
              <a:gd name="connsiteX2" fmla="*/ 0 w 12117505"/>
              <a:gd name="connsiteY2" fmla="*/ 105790 h 6185945"/>
              <a:gd name="connsiteX3" fmla="*/ 0 w 12117505"/>
              <a:gd name="connsiteY3" fmla="*/ 864080 h 6185945"/>
              <a:gd name="connsiteX4" fmla="*/ 4597 w 12117505"/>
              <a:gd name="connsiteY4" fmla="*/ 864080 h 6185945"/>
              <a:gd name="connsiteX5" fmla="*/ 88972 w 12117505"/>
              <a:gd name="connsiteY5" fmla="*/ 3478782 h 6185945"/>
              <a:gd name="connsiteX6" fmla="*/ 148480 w 12117505"/>
              <a:gd name="connsiteY6" fmla="*/ 5885775 h 6185945"/>
              <a:gd name="connsiteX7" fmla="*/ 3319168 w 12117505"/>
              <a:gd name="connsiteY7" fmla="*/ 5888311 h 6185945"/>
              <a:gd name="connsiteX8" fmla="*/ 4308929 w 12117505"/>
              <a:gd name="connsiteY8" fmla="*/ 5881651 h 6185945"/>
              <a:gd name="connsiteX9" fmla="*/ 5308288 w 12117505"/>
              <a:gd name="connsiteY9" fmla="*/ 5892744 h 6185945"/>
              <a:gd name="connsiteX10" fmla="*/ 5707509 w 12117505"/>
              <a:gd name="connsiteY10" fmla="*/ 6185945 h 6185945"/>
              <a:gd name="connsiteX11" fmla="*/ 6071394 w 12117505"/>
              <a:gd name="connsiteY11" fmla="*/ 5872048 h 6185945"/>
              <a:gd name="connsiteX12" fmla="*/ 9098386 w 12117505"/>
              <a:gd name="connsiteY12" fmla="*/ 5866558 h 6185945"/>
              <a:gd name="connsiteX13" fmla="*/ 10007288 w 12117505"/>
              <a:gd name="connsiteY13" fmla="*/ 5869433 h 6185945"/>
              <a:gd name="connsiteX14" fmla="*/ 10927227 w 12117505"/>
              <a:gd name="connsiteY14" fmla="*/ 5877300 h 6185945"/>
              <a:gd name="connsiteX15" fmla="*/ 12085310 w 12117505"/>
              <a:gd name="connsiteY15" fmla="*/ 5876254 h 6185945"/>
              <a:gd name="connsiteX16" fmla="*/ 12063456 w 12117505"/>
              <a:gd name="connsiteY16" fmla="*/ 2576608 h 6185945"/>
              <a:gd name="connsiteX17" fmla="*/ 12054104 w 12117505"/>
              <a:gd name="connsiteY17" fmla="*/ 131247 h 6185945"/>
              <a:gd name="connsiteX18" fmla="*/ 11486459 w 12117505"/>
              <a:gd name="connsiteY18" fmla="*/ 70024 h 6185945"/>
              <a:gd name="connsiteX19" fmla="*/ 10223511 w 12117505"/>
              <a:gd name="connsiteY19" fmla="*/ 55993 h 6185945"/>
              <a:gd name="connsiteX20" fmla="*/ 7599878 w 12117505"/>
              <a:gd name="connsiteY20" fmla="*/ 30844 h 6185945"/>
              <a:gd name="connsiteX21" fmla="*/ 2695196 w 12117505"/>
              <a:gd name="connsiteY21" fmla="*/ 36292 h 6185945"/>
              <a:gd name="connsiteX0" fmla="*/ 2695196 w 12117505"/>
              <a:gd name="connsiteY0" fmla="*/ 5448 h 6155101"/>
              <a:gd name="connsiteX1" fmla="*/ 604999 w 12117505"/>
              <a:gd name="connsiteY1" fmla="*/ 37768 h 6155101"/>
              <a:gd name="connsiteX2" fmla="*/ 0 w 12117505"/>
              <a:gd name="connsiteY2" fmla="*/ 74946 h 6155101"/>
              <a:gd name="connsiteX3" fmla="*/ 0 w 12117505"/>
              <a:gd name="connsiteY3" fmla="*/ 833236 h 6155101"/>
              <a:gd name="connsiteX4" fmla="*/ 4597 w 12117505"/>
              <a:gd name="connsiteY4" fmla="*/ 833236 h 6155101"/>
              <a:gd name="connsiteX5" fmla="*/ 88972 w 12117505"/>
              <a:gd name="connsiteY5" fmla="*/ 3447938 h 6155101"/>
              <a:gd name="connsiteX6" fmla="*/ 148480 w 12117505"/>
              <a:gd name="connsiteY6" fmla="*/ 5854931 h 6155101"/>
              <a:gd name="connsiteX7" fmla="*/ 3319168 w 12117505"/>
              <a:gd name="connsiteY7" fmla="*/ 5857467 h 6155101"/>
              <a:gd name="connsiteX8" fmla="*/ 4308929 w 12117505"/>
              <a:gd name="connsiteY8" fmla="*/ 5850807 h 6155101"/>
              <a:gd name="connsiteX9" fmla="*/ 5308288 w 12117505"/>
              <a:gd name="connsiteY9" fmla="*/ 5861900 h 6155101"/>
              <a:gd name="connsiteX10" fmla="*/ 5707509 w 12117505"/>
              <a:gd name="connsiteY10" fmla="*/ 6155101 h 6155101"/>
              <a:gd name="connsiteX11" fmla="*/ 6071394 w 12117505"/>
              <a:gd name="connsiteY11" fmla="*/ 5841204 h 6155101"/>
              <a:gd name="connsiteX12" fmla="*/ 9098386 w 12117505"/>
              <a:gd name="connsiteY12" fmla="*/ 5835714 h 6155101"/>
              <a:gd name="connsiteX13" fmla="*/ 10007288 w 12117505"/>
              <a:gd name="connsiteY13" fmla="*/ 5838589 h 6155101"/>
              <a:gd name="connsiteX14" fmla="*/ 10927227 w 12117505"/>
              <a:gd name="connsiteY14" fmla="*/ 5846456 h 6155101"/>
              <a:gd name="connsiteX15" fmla="*/ 12085310 w 12117505"/>
              <a:gd name="connsiteY15" fmla="*/ 5845410 h 6155101"/>
              <a:gd name="connsiteX16" fmla="*/ 12063456 w 12117505"/>
              <a:gd name="connsiteY16" fmla="*/ 2545764 h 6155101"/>
              <a:gd name="connsiteX17" fmla="*/ 12054104 w 12117505"/>
              <a:gd name="connsiteY17" fmla="*/ 100403 h 6155101"/>
              <a:gd name="connsiteX18" fmla="*/ 11486459 w 12117505"/>
              <a:gd name="connsiteY18" fmla="*/ 39180 h 6155101"/>
              <a:gd name="connsiteX19" fmla="*/ 10223511 w 12117505"/>
              <a:gd name="connsiteY19" fmla="*/ 25149 h 6155101"/>
              <a:gd name="connsiteX20" fmla="*/ 7599878 w 12117505"/>
              <a:gd name="connsiteY20" fmla="*/ 0 h 6155101"/>
              <a:gd name="connsiteX21" fmla="*/ 2695196 w 12117505"/>
              <a:gd name="connsiteY21" fmla="*/ 5448 h 6155101"/>
              <a:gd name="connsiteX0" fmla="*/ 2695196 w 12117505"/>
              <a:gd name="connsiteY0" fmla="*/ 5448 h 6155101"/>
              <a:gd name="connsiteX1" fmla="*/ 604999 w 12117505"/>
              <a:gd name="connsiteY1" fmla="*/ 37768 h 6155101"/>
              <a:gd name="connsiteX2" fmla="*/ 0 w 12117505"/>
              <a:gd name="connsiteY2" fmla="*/ 74946 h 6155101"/>
              <a:gd name="connsiteX3" fmla="*/ 0 w 12117505"/>
              <a:gd name="connsiteY3" fmla="*/ 833236 h 6155101"/>
              <a:gd name="connsiteX4" fmla="*/ 4597 w 12117505"/>
              <a:gd name="connsiteY4" fmla="*/ 833236 h 6155101"/>
              <a:gd name="connsiteX5" fmla="*/ 88972 w 12117505"/>
              <a:gd name="connsiteY5" fmla="*/ 3447938 h 6155101"/>
              <a:gd name="connsiteX6" fmla="*/ 148480 w 12117505"/>
              <a:gd name="connsiteY6" fmla="*/ 5854931 h 6155101"/>
              <a:gd name="connsiteX7" fmla="*/ 3319168 w 12117505"/>
              <a:gd name="connsiteY7" fmla="*/ 5857467 h 6155101"/>
              <a:gd name="connsiteX8" fmla="*/ 4308929 w 12117505"/>
              <a:gd name="connsiteY8" fmla="*/ 5850807 h 6155101"/>
              <a:gd name="connsiteX9" fmla="*/ 5308288 w 12117505"/>
              <a:gd name="connsiteY9" fmla="*/ 5861900 h 6155101"/>
              <a:gd name="connsiteX10" fmla="*/ 5707509 w 12117505"/>
              <a:gd name="connsiteY10" fmla="*/ 6155101 h 6155101"/>
              <a:gd name="connsiteX11" fmla="*/ 6254140 w 12117505"/>
              <a:gd name="connsiteY11" fmla="*/ 5841204 h 6155101"/>
              <a:gd name="connsiteX12" fmla="*/ 9098386 w 12117505"/>
              <a:gd name="connsiteY12" fmla="*/ 5835714 h 6155101"/>
              <a:gd name="connsiteX13" fmla="*/ 10007288 w 12117505"/>
              <a:gd name="connsiteY13" fmla="*/ 5838589 h 6155101"/>
              <a:gd name="connsiteX14" fmla="*/ 10927227 w 12117505"/>
              <a:gd name="connsiteY14" fmla="*/ 5846456 h 6155101"/>
              <a:gd name="connsiteX15" fmla="*/ 12085310 w 12117505"/>
              <a:gd name="connsiteY15" fmla="*/ 5845410 h 6155101"/>
              <a:gd name="connsiteX16" fmla="*/ 12063456 w 12117505"/>
              <a:gd name="connsiteY16" fmla="*/ 2545764 h 6155101"/>
              <a:gd name="connsiteX17" fmla="*/ 12054104 w 12117505"/>
              <a:gd name="connsiteY17" fmla="*/ 100403 h 6155101"/>
              <a:gd name="connsiteX18" fmla="*/ 11486459 w 12117505"/>
              <a:gd name="connsiteY18" fmla="*/ 39180 h 6155101"/>
              <a:gd name="connsiteX19" fmla="*/ 10223511 w 12117505"/>
              <a:gd name="connsiteY19" fmla="*/ 25149 h 6155101"/>
              <a:gd name="connsiteX20" fmla="*/ 7599878 w 12117505"/>
              <a:gd name="connsiteY20" fmla="*/ 0 h 6155101"/>
              <a:gd name="connsiteX21" fmla="*/ 2695196 w 12117505"/>
              <a:gd name="connsiteY21" fmla="*/ 5448 h 6155101"/>
              <a:gd name="connsiteX0" fmla="*/ 2695196 w 12117505"/>
              <a:gd name="connsiteY0" fmla="*/ 5448 h 6210525"/>
              <a:gd name="connsiteX1" fmla="*/ 604999 w 12117505"/>
              <a:gd name="connsiteY1" fmla="*/ 37768 h 6210525"/>
              <a:gd name="connsiteX2" fmla="*/ 0 w 12117505"/>
              <a:gd name="connsiteY2" fmla="*/ 74946 h 6210525"/>
              <a:gd name="connsiteX3" fmla="*/ 0 w 12117505"/>
              <a:gd name="connsiteY3" fmla="*/ 833236 h 6210525"/>
              <a:gd name="connsiteX4" fmla="*/ 4597 w 12117505"/>
              <a:gd name="connsiteY4" fmla="*/ 833236 h 6210525"/>
              <a:gd name="connsiteX5" fmla="*/ 88972 w 12117505"/>
              <a:gd name="connsiteY5" fmla="*/ 3447938 h 6210525"/>
              <a:gd name="connsiteX6" fmla="*/ 148480 w 12117505"/>
              <a:gd name="connsiteY6" fmla="*/ 5854931 h 6210525"/>
              <a:gd name="connsiteX7" fmla="*/ 3319168 w 12117505"/>
              <a:gd name="connsiteY7" fmla="*/ 5857467 h 6210525"/>
              <a:gd name="connsiteX8" fmla="*/ 4308929 w 12117505"/>
              <a:gd name="connsiteY8" fmla="*/ 5850807 h 6210525"/>
              <a:gd name="connsiteX9" fmla="*/ 5308288 w 12117505"/>
              <a:gd name="connsiteY9" fmla="*/ 5861900 h 6210525"/>
              <a:gd name="connsiteX10" fmla="*/ 5877202 w 12117505"/>
              <a:gd name="connsiteY10" fmla="*/ 6210525 h 6210525"/>
              <a:gd name="connsiteX11" fmla="*/ 6254140 w 12117505"/>
              <a:gd name="connsiteY11" fmla="*/ 5841204 h 6210525"/>
              <a:gd name="connsiteX12" fmla="*/ 9098386 w 12117505"/>
              <a:gd name="connsiteY12" fmla="*/ 5835714 h 6210525"/>
              <a:gd name="connsiteX13" fmla="*/ 10007288 w 12117505"/>
              <a:gd name="connsiteY13" fmla="*/ 5838589 h 6210525"/>
              <a:gd name="connsiteX14" fmla="*/ 10927227 w 12117505"/>
              <a:gd name="connsiteY14" fmla="*/ 5846456 h 6210525"/>
              <a:gd name="connsiteX15" fmla="*/ 12085310 w 12117505"/>
              <a:gd name="connsiteY15" fmla="*/ 5845410 h 6210525"/>
              <a:gd name="connsiteX16" fmla="*/ 12063456 w 12117505"/>
              <a:gd name="connsiteY16" fmla="*/ 2545764 h 6210525"/>
              <a:gd name="connsiteX17" fmla="*/ 12054104 w 12117505"/>
              <a:gd name="connsiteY17" fmla="*/ 100403 h 6210525"/>
              <a:gd name="connsiteX18" fmla="*/ 11486459 w 12117505"/>
              <a:gd name="connsiteY18" fmla="*/ 39180 h 6210525"/>
              <a:gd name="connsiteX19" fmla="*/ 10223511 w 12117505"/>
              <a:gd name="connsiteY19" fmla="*/ 25149 h 6210525"/>
              <a:gd name="connsiteX20" fmla="*/ 7599878 w 12117505"/>
              <a:gd name="connsiteY20" fmla="*/ 0 h 6210525"/>
              <a:gd name="connsiteX21" fmla="*/ 2695196 w 12117505"/>
              <a:gd name="connsiteY21" fmla="*/ 5448 h 6210525"/>
              <a:gd name="connsiteX0" fmla="*/ 2695196 w 12117505"/>
              <a:gd name="connsiteY0" fmla="*/ 5448 h 6259020"/>
              <a:gd name="connsiteX1" fmla="*/ 604999 w 12117505"/>
              <a:gd name="connsiteY1" fmla="*/ 37768 h 6259020"/>
              <a:gd name="connsiteX2" fmla="*/ 0 w 12117505"/>
              <a:gd name="connsiteY2" fmla="*/ 74946 h 6259020"/>
              <a:gd name="connsiteX3" fmla="*/ 0 w 12117505"/>
              <a:gd name="connsiteY3" fmla="*/ 833236 h 6259020"/>
              <a:gd name="connsiteX4" fmla="*/ 4597 w 12117505"/>
              <a:gd name="connsiteY4" fmla="*/ 833236 h 6259020"/>
              <a:gd name="connsiteX5" fmla="*/ 88972 w 12117505"/>
              <a:gd name="connsiteY5" fmla="*/ 3447938 h 6259020"/>
              <a:gd name="connsiteX6" fmla="*/ 148480 w 12117505"/>
              <a:gd name="connsiteY6" fmla="*/ 5854931 h 6259020"/>
              <a:gd name="connsiteX7" fmla="*/ 3319168 w 12117505"/>
              <a:gd name="connsiteY7" fmla="*/ 5857467 h 6259020"/>
              <a:gd name="connsiteX8" fmla="*/ 4308929 w 12117505"/>
              <a:gd name="connsiteY8" fmla="*/ 5850807 h 6259020"/>
              <a:gd name="connsiteX9" fmla="*/ 5308288 w 12117505"/>
              <a:gd name="connsiteY9" fmla="*/ 5861900 h 6259020"/>
              <a:gd name="connsiteX10" fmla="*/ 5903311 w 12117505"/>
              <a:gd name="connsiteY10" fmla="*/ 6259020 h 6259020"/>
              <a:gd name="connsiteX11" fmla="*/ 6254140 w 12117505"/>
              <a:gd name="connsiteY11" fmla="*/ 5841204 h 6259020"/>
              <a:gd name="connsiteX12" fmla="*/ 9098386 w 12117505"/>
              <a:gd name="connsiteY12" fmla="*/ 5835714 h 6259020"/>
              <a:gd name="connsiteX13" fmla="*/ 10007288 w 12117505"/>
              <a:gd name="connsiteY13" fmla="*/ 5838589 h 6259020"/>
              <a:gd name="connsiteX14" fmla="*/ 10927227 w 12117505"/>
              <a:gd name="connsiteY14" fmla="*/ 5846456 h 6259020"/>
              <a:gd name="connsiteX15" fmla="*/ 12085310 w 12117505"/>
              <a:gd name="connsiteY15" fmla="*/ 5845410 h 6259020"/>
              <a:gd name="connsiteX16" fmla="*/ 12063456 w 12117505"/>
              <a:gd name="connsiteY16" fmla="*/ 2545764 h 6259020"/>
              <a:gd name="connsiteX17" fmla="*/ 12054104 w 12117505"/>
              <a:gd name="connsiteY17" fmla="*/ 100403 h 6259020"/>
              <a:gd name="connsiteX18" fmla="*/ 11486459 w 12117505"/>
              <a:gd name="connsiteY18" fmla="*/ 39180 h 6259020"/>
              <a:gd name="connsiteX19" fmla="*/ 10223511 w 12117505"/>
              <a:gd name="connsiteY19" fmla="*/ 25149 h 6259020"/>
              <a:gd name="connsiteX20" fmla="*/ 7599878 w 12117505"/>
              <a:gd name="connsiteY20" fmla="*/ 0 h 6259020"/>
              <a:gd name="connsiteX21" fmla="*/ 2695196 w 12117505"/>
              <a:gd name="connsiteY21" fmla="*/ 5448 h 6259020"/>
              <a:gd name="connsiteX0" fmla="*/ 2695196 w 12117505"/>
              <a:gd name="connsiteY0" fmla="*/ 5448 h 6259020"/>
              <a:gd name="connsiteX1" fmla="*/ 604999 w 12117505"/>
              <a:gd name="connsiteY1" fmla="*/ 37768 h 6259020"/>
              <a:gd name="connsiteX2" fmla="*/ 0 w 12117505"/>
              <a:gd name="connsiteY2" fmla="*/ 74946 h 6259020"/>
              <a:gd name="connsiteX3" fmla="*/ 0 w 12117505"/>
              <a:gd name="connsiteY3" fmla="*/ 833236 h 6259020"/>
              <a:gd name="connsiteX4" fmla="*/ 4597 w 12117505"/>
              <a:gd name="connsiteY4" fmla="*/ 833236 h 6259020"/>
              <a:gd name="connsiteX5" fmla="*/ 88972 w 12117505"/>
              <a:gd name="connsiteY5" fmla="*/ 3447938 h 6259020"/>
              <a:gd name="connsiteX6" fmla="*/ 148480 w 12117505"/>
              <a:gd name="connsiteY6" fmla="*/ 5854931 h 6259020"/>
              <a:gd name="connsiteX7" fmla="*/ 3319168 w 12117505"/>
              <a:gd name="connsiteY7" fmla="*/ 5857467 h 6259020"/>
              <a:gd name="connsiteX8" fmla="*/ 4308929 w 12117505"/>
              <a:gd name="connsiteY8" fmla="*/ 5850807 h 6259020"/>
              <a:gd name="connsiteX9" fmla="*/ 5308288 w 12117505"/>
              <a:gd name="connsiteY9" fmla="*/ 5861900 h 6259020"/>
              <a:gd name="connsiteX10" fmla="*/ 5903311 w 12117505"/>
              <a:gd name="connsiteY10" fmla="*/ 6259020 h 6259020"/>
              <a:gd name="connsiteX11" fmla="*/ 6358569 w 12117505"/>
              <a:gd name="connsiteY11" fmla="*/ 5841208 h 6259020"/>
              <a:gd name="connsiteX12" fmla="*/ 9098386 w 12117505"/>
              <a:gd name="connsiteY12" fmla="*/ 5835714 h 6259020"/>
              <a:gd name="connsiteX13" fmla="*/ 10007288 w 12117505"/>
              <a:gd name="connsiteY13" fmla="*/ 5838589 h 6259020"/>
              <a:gd name="connsiteX14" fmla="*/ 10927227 w 12117505"/>
              <a:gd name="connsiteY14" fmla="*/ 5846456 h 6259020"/>
              <a:gd name="connsiteX15" fmla="*/ 12085310 w 12117505"/>
              <a:gd name="connsiteY15" fmla="*/ 5845410 h 6259020"/>
              <a:gd name="connsiteX16" fmla="*/ 12063456 w 12117505"/>
              <a:gd name="connsiteY16" fmla="*/ 2545764 h 6259020"/>
              <a:gd name="connsiteX17" fmla="*/ 12054104 w 12117505"/>
              <a:gd name="connsiteY17" fmla="*/ 100403 h 6259020"/>
              <a:gd name="connsiteX18" fmla="*/ 11486459 w 12117505"/>
              <a:gd name="connsiteY18" fmla="*/ 39180 h 6259020"/>
              <a:gd name="connsiteX19" fmla="*/ 10223511 w 12117505"/>
              <a:gd name="connsiteY19" fmla="*/ 25149 h 6259020"/>
              <a:gd name="connsiteX20" fmla="*/ 7599878 w 12117505"/>
              <a:gd name="connsiteY20" fmla="*/ 0 h 6259020"/>
              <a:gd name="connsiteX21" fmla="*/ 2695196 w 12117505"/>
              <a:gd name="connsiteY21" fmla="*/ 5448 h 625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17505" h="6259020">
                <a:moveTo>
                  <a:pt x="2695196" y="5448"/>
                </a:moveTo>
                <a:lnTo>
                  <a:pt x="604999" y="37768"/>
                </a:lnTo>
                <a:cubicBezTo>
                  <a:pt x="485777" y="44401"/>
                  <a:pt x="30881" y="27994"/>
                  <a:pt x="0" y="74946"/>
                </a:cubicBezTo>
                <a:lnTo>
                  <a:pt x="0" y="833236"/>
                </a:lnTo>
                <a:lnTo>
                  <a:pt x="4597" y="833236"/>
                </a:lnTo>
                <a:cubicBezTo>
                  <a:pt x="19426" y="1269020"/>
                  <a:pt x="64992" y="2610989"/>
                  <a:pt x="88972" y="3447938"/>
                </a:cubicBezTo>
                <a:cubicBezTo>
                  <a:pt x="105117" y="5555727"/>
                  <a:pt x="7283" y="5882511"/>
                  <a:pt x="148480" y="5854931"/>
                </a:cubicBezTo>
                <a:cubicBezTo>
                  <a:pt x="1104834" y="5841902"/>
                  <a:pt x="1937287" y="5880951"/>
                  <a:pt x="3319168" y="5857467"/>
                </a:cubicBezTo>
                <a:lnTo>
                  <a:pt x="4308929" y="5850807"/>
                </a:lnTo>
                <a:lnTo>
                  <a:pt x="5308288" y="5861900"/>
                </a:lnTo>
                <a:cubicBezTo>
                  <a:pt x="5547231" y="6002161"/>
                  <a:pt x="5692022" y="6126648"/>
                  <a:pt x="5903311" y="6259020"/>
                </a:cubicBezTo>
                <a:cubicBezTo>
                  <a:pt x="6036995" y="6157144"/>
                  <a:pt x="6233063" y="5970792"/>
                  <a:pt x="6358569" y="5841208"/>
                </a:cubicBezTo>
                <a:cubicBezTo>
                  <a:pt x="6445558" y="5838468"/>
                  <a:pt x="8737174" y="5842629"/>
                  <a:pt x="9098386" y="5835714"/>
                </a:cubicBezTo>
                <a:lnTo>
                  <a:pt x="10007288" y="5838589"/>
                </a:lnTo>
                <a:lnTo>
                  <a:pt x="10927227" y="5846456"/>
                </a:lnTo>
                <a:cubicBezTo>
                  <a:pt x="11284890" y="5836792"/>
                  <a:pt x="12058379" y="5889163"/>
                  <a:pt x="12085310" y="5845410"/>
                </a:cubicBezTo>
                <a:cubicBezTo>
                  <a:pt x="12123753" y="5639890"/>
                  <a:pt x="12050112" y="4331065"/>
                  <a:pt x="12063456" y="2545764"/>
                </a:cubicBezTo>
                <a:cubicBezTo>
                  <a:pt x="12111817" y="1464496"/>
                  <a:pt x="12159998" y="515808"/>
                  <a:pt x="12054104" y="100403"/>
                </a:cubicBezTo>
                <a:cubicBezTo>
                  <a:pt x="12029550" y="4082"/>
                  <a:pt x="11791558" y="51722"/>
                  <a:pt x="11486459" y="39180"/>
                </a:cubicBezTo>
                <a:cubicBezTo>
                  <a:pt x="11181360" y="26638"/>
                  <a:pt x="10644494" y="29826"/>
                  <a:pt x="10223511" y="25149"/>
                </a:cubicBezTo>
                <a:lnTo>
                  <a:pt x="7599878" y="0"/>
                </a:lnTo>
                <a:lnTo>
                  <a:pt x="2695196" y="5448"/>
                </a:ln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5D11A2A-27EA-453B-9A61-585A893F3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608530" y="1152366"/>
            <a:ext cx="4728955" cy="4459758"/>
          </a:xfrm>
          <a:custGeom>
            <a:avLst/>
            <a:gdLst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168400 w 11603130"/>
              <a:gd name="connsiteY10" fmla="*/ 5914173 h 6362961"/>
              <a:gd name="connsiteX11" fmla="*/ 8334742 w 11603130"/>
              <a:gd name="connsiteY11" fmla="*/ 5912754 h 6362961"/>
              <a:gd name="connsiteX12" fmla="*/ 8343333 w 11603130"/>
              <a:gd name="connsiteY12" fmla="*/ 6362961 h 6362961"/>
              <a:gd name="connsiteX13" fmla="*/ 8951337 w 11603130"/>
              <a:gd name="connsiteY13" fmla="*/ 5912879 h 6362961"/>
              <a:gd name="connsiteX14" fmla="*/ 9710371 w 11603130"/>
              <a:gd name="connsiteY14" fmla="*/ 5911624 h 6362961"/>
              <a:gd name="connsiteX15" fmla="*/ 9804791 w 11603130"/>
              <a:gd name="connsiteY15" fmla="*/ 5908320 h 6362961"/>
              <a:gd name="connsiteX16" fmla="*/ 9863784 w 11603130"/>
              <a:gd name="connsiteY16" fmla="*/ 5909115 h 6362961"/>
              <a:gd name="connsiteX17" fmla="*/ 10007288 w 11603130"/>
              <a:gd name="connsiteY17" fmla="*/ 5914499 h 6362961"/>
              <a:gd name="connsiteX18" fmla="*/ 10927227 w 11603130"/>
              <a:gd name="connsiteY18" fmla="*/ 5922366 h 6362961"/>
              <a:gd name="connsiteX19" fmla="*/ 11562333 w 11603130"/>
              <a:gd name="connsiteY19" fmla="*/ 5906085 h 6362961"/>
              <a:gd name="connsiteX20" fmla="*/ 11571244 w 11603130"/>
              <a:gd name="connsiteY20" fmla="*/ 2621674 h 6362961"/>
              <a:gd name="connsiteX21" fmla="*/ 11561892 w 11603130"/>
              <a:gd name="connsiteY21" fmla="*/ 176313 h 6362961"/>
              <a:gd name="connsiteX22" fmla="*/ 11289537 w 11603130"/>
              <a:gd name="connsiteY22" fmla="*/ 107615 h 6362961"/>
              <a:gd name="connsiteX23" fmla="*/ 10689999 w 11603130"/>
              <a:gd name="connsiteY23" fmla="*/ 70591 h 6362961"/>
              <a:gd name="connsiteX24" fmla="*/ 7599878 w 11603130"/>
              <a:gd name="connsiteY24" fmla="*/ 7591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168400 w 11603130"/>
              <a:gd name="connsiteY10" fmla="*/ 5914173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444794 w 11603130"/>
              <a:gd name="connsiteY10" fmla="*/ 5914172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6347077 w 11603130"/>
              <a:gd name="connsiteY9" fmla="*/ 5954091 h 6362961"/>
              <a:gd name="connsiteX10" fmla="*/ 8444794 w 11603130"/>
              <a:gd name="connsiteY10" fmla="*/ 5914172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2638911 w 11603130"/>
              <a:gd name="connsiteY8" fmla="*/ 5933377 h 6362961"/>
              <a:gd name="connsiteX9" fmla="*/ 6347077 w 11603130"/>
              <a:gd name="connsiteY9" fmla="*/ 5954091 h 6362961"/>
              <a:gd name="connsiteX10" fmla="*/ 8444794 w 11603130"/>
              <a:gd name="connsiteY10" fmla="*/ 5914172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2638911 w 11603130"/>
              <a:gd name="connsiteY8" fmla="*/ 5933377 h 6362961"/>
              <a:gd name="connsiteX9" fmla="*/ 4080684 w 11603130"/>
              <a:gd name="connsiteY9" fmla="*/ 5926717 h 6362961"/>
              <a:gd name="connsiteX10" fmla="*/ 8444794 w 11603130"/>
              <a:gd name="connsiteY10" fmla="*/ 5914172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2638911 w 11603130"/>
              <a:gd name="connsiteY8" fmla="*/ 5933377 h 6362961"/>
              <a:gd name="connsiteX9" fmla="*/ 4080684 w 11603130"/>
              <a:gd name="connsiteY9" fmla="*/ 5926717 h 6362961"/>
              <a:gd name="connsiteX10" fmla="*/ 5045206 w 11603130"/>
              <a:gd name="connsiteY10" fmla="*/ 5927859 h 6362961"/>
              <a:gd name="connsiteX11" fmla="*/ 8343333 w 11603130"/>
              <a:gd name="connsiteY11" fmla="*/ 6362961 h 6362961"/>
              <a:gd name="connsiteX12" fmla="*/ 8951337 w 11603130"/>
              <a:gd name="connsiteY12" fmla="*/ 5912879 h 6362961"/>
              <a:gd name="connsiteX13" fmla="*/ 9710371 w 11603130"/>
              <a:gd name="connsiteY13" fmla="*/ 5911624 h 6362961"/>
              <a:gd name="connsiteX14" fmla="*/ 9804791 w 11603130"/>
              <a:gd name="connsiteY14" fmla="*/ 5908320 h 6362961"/>
              <a:gd name="connsiteX15" fmla="*/ 9863784 w 11603130"/>
              <a:gd name="connsiteY15" fmla="*/ 5909115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8951337 w 11603130"/>
              <a:gd name="connsiteY12" fmla="*/ 5912879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9863784 w 11603130"/>
              <a:gd name="connsiteY15" fmla="*/ 5909115 h 6335587"/>
              <a:gd name="connsiteX16" fmla="*/ 10007288 w 11603130"/>
              <a:gd name="connsiteY16" fmla="*/ 5914499 h 6335587"/>
              <a:gd name="connsiteX17" fmla="*/ 10927227 w 11603130"/>
              <a:gd name="connsiteY17" fmla="*/ 5922366 h 6335587"/>
              <a:gd name="connsiteX18" fmla="*/ 11562333 w 11603130"/>
              <a:gd name="connsiteY18" fmla="*/ 5906085 h 6335587"/>
              <a:gd name="connsiteX19" fmla="*/ 11571244 w 11603130"/>
              <a:gd name="connsiteY19" fmla="*/ 2621674 h 6335587"/>
              <a:gd name="connsiteX20" fmla="*/ 11561892 w 11603130"/>
              <a:gd name="connsiteY20" fmla="*/ 176313 h 6335587"/>
              <a:gd name="connsiteX21" fmla="*/ 11289537 w 11603130"/>
              <a:gd name="connsiteY21" fmla="*/ 107615 h 6335587"/>
              <a:gd name="connsiteX22" fmla="*/ 10689999 w 11603130"/>
              <a:gd name="connsiteY22" fmla="*/ 70591 h 6335587"/>
              <a:gd name="connsiteX23" fmla="*/ 7599878 w 11603130"/>
              <a:gd name="connsiteY23" fmla="*/ 75910 h 6335587"/>
              <a:gd name="connsiteX24" fmla="*/ 1892744 w 11603130"/>
              <a:gd name="connsiteY24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42722 w 11603130"/>
              <a:gd name="connsiteY12" fmla="*/ 5885506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9863784 w 11603130"/>
              <a:gd name="connsiteY15" fmla="*/ 5909115 h 6335587"/>
              <a:gd name="connsiteX16" fmla="*/ 10007288 w 11603130"/>
              <a:gd name="connsiteY16" fmla="*/ 5914499 h 6335587"/>
              <a:gd name="connsiteX17" fmla="*/ 10927227 w 11603130"/>
              <a:gd name="connsiteY17" fmla="*/ 5922366 h 6335587"/>
              <a:gd name="connsiteX18" fmla="*/ 11562333 w 11603130"/>
              <a:gd name="connsiteY18" fmla="*/ 5906085 h 6335587"/>
              <a:gd name="connsiteX19" fmla="*/ 11571244 w 11603130"/>
              <a:gd name="connsiteY19" fmla="*/ 2621674 h 6335587"/>
              <a:gd name="connsiteX20" fmla="*/ 11561892 w 11603130"/>
              <a:gd name="connsiteY20" fmla="*/ 176313 h 6335587"/>
              <a:gd name="connsiteX21" fmla="*/ 11289537 w 11603130"/>
              <a:gd name="connsiteY21" fmla="*/ 107615 h 6335587"/>
              <a:gd name="connsiteX22" fmla="*/ 10689999 w 11603130"/>
              <a:gd name="connsiteY22" fmla="*/ 70591 h 6335587"/>
              <a:gd name="connsiteX23" fmla="*/ 7599878 w 11603130"/>
              <a:gd name="connsiteY23" fmla="*/ 75910 h 6335587"/>
              <a:gd name="connsiteX24" fmla="*/ 1892744 w 11603130"/>
              <a:gd name="connsiteY24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408556 w 11603130"/>
              <a:gd name="connsiteY12" fmla="*/ 5899194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9863784 w 11603130"/>
              <a:gd name="connsiteY15" fmla="*/ 5909115 h 6335587"/>
              <a:gd name="connsiteX16" fmla="*/ 10007288 w 11603130"/>
              <a:gd name="connsiteY16" fmla="*/ 5914499 h 6335587"/>
              <a:gd name="connsiteX17" fmla="*/ 10927227 w 11603130"/>
              <a:gd name="connsiteY17" fmla="*/ 5922366 h 6335587"/>
              <a:gd name="connsiteX18" fmla="*/ 11562333 w 11603130"/>
              <a:gd name="connsiteY18" fmla="*/ 5906085 h 6335587"/>
              <a:gd name="connsiteX19" fmla="*/ 11571244 w 11603130"/>
              <a:gd name="connsiteY19" fmla="*/ 2621674 h 6335587"/>
              <a:gd name="connsiteX20" fmla="*/ 11561892 w 11603130"/>
              <a:gd name="connsiteY20" fmla="*/ 176313 h 6335587"/>
              <a:gd name="connsiteX21" fmla="*/ 11289537 w 11603130"/>
              <a:gd name="connsiteY21" fmla="*/ 107615 h 6335587"/>
              <a:gd name="connsiteX22" fmla="*/ 10689999 w 11603130"/>
              <a:gd name="connsiteY22" fmla="*/ 70591 h 6335587"/>
              <a:gd name="connsiteX23" fmla="*/ 7599878 w 11603130"/>
              <a:gd name="connsiteY23" fmla="*/ 75910 h 6335587"/>
              <a:gd name="connsiteX24" fmla="*/ 1892744 w 11603130"/>
              <a:gd name="connsiteY24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408556 w 11603130"/>
              <a:gd name="connsiteY12" fmla="*/ 5899194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408556 w 11603130"/>
              <a:gd name="connsiteY12" fmla="*/ 5899194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408556 w 11603130"/>
              <a:gd name="connsiteY12" fmla="*/ 5899194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408556 w 11603130"/>
              <a:gd name="connsiteY12" fmla="*/ 5899194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710371 w 11603130"/>
              <a:gd name="connsiteY13" fmla="*/ 5911624 h 6335587"/>
              <a:gd name="connsiteX14" fmla="*/ 9804791 w 11603130"/>
              <a:gd name="connsiteY14" fmla="*/ 5908320 h 6335587"/>
              <a:gd name="connsiteX15" fmla="*/ 10007288 w 11603130"/>
              <a:gd name="connsiteY15" fmla="*/ 5914499 h 6335587"/>
              <a:gd name="connsiteX16" fmla="*/ 10927227 w 11603130"/>
              <a:gd name="connsiteY16" fmla="*/ 5922366 h 6335587"/>
              <a:gd name="connsiteX17" fmla="*/ 11562333 w 11603130"/>
              <a:gd name="connsiteY17" fmla="*/ 5906085 h 6335587"/>
              <a:gd name="connsiteX18" fmla="*/ 11571244 w 11603130"/>
              <a:gd name="connsiteY18" fmla="*/ 2621674 h 6335587"/>
              <a:gd name="connsiteX19" fmla="*/ 11561892 w 11603130"/>
              <a:gd name="connsiteY19" fmla="*/ 176313 h 6335587"/>
              <a:gd name="connsiteX20" fmla="*/ 11289537 w 11603130"/>
              <a:gd name="connsiteY20" fmla="*/ 107615 h 6335587"/>
              <a:gd name="connsiteX21" fmla="*/ 10689999 w 11603130"/>
              <a:gd name="connsiteY21" fmla="*/ 70591 h 6335587"/>
              <a:gd name="connsiteX22" fmla="*/ 7599878 w 11603130"/>
              <a:gd name="connsiteY22" fmla="*/ 75910 h 6335587"/>
              <a:gd name="connsiteX23" fmla="*/ 1892744 w 11603130"/>
              <a:gd name="connsiteY23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710371 w 11603130"/>
              <a:gd name="connsiteY13" fmla="*/ 5911624 h 6335587"/>
              <a:gd name="connsiteX14" fmla="*/ 10007288 w 11603130"/>
              <a:gd name="connsiteY14" fmla="*/ 5914499 h 6335587"/>
              <a:gd name="connsiteX15" fmla="*/ 10927227 w 11603130"/>
              <a:gd name="connsiteY15" fmla="*/ 5922366 h 6335587"/>
              <a:gd name="connsiteX16" fmla="*/ 11562333 w 11603130"/>
              <a:gd name="connsiteY16" fmla="*/ 5906085 h 6335587"/>
              <a:gd name="connsiteX17" fmla="*/ 11571244 w 11603130"/>
              <a:gd name="connsiteY17" fmla="*/ 2621674 h 6335587"/>
              <a:gd name="connsiteX18" fmla="*/ 11561892 w 11603130"/>
              <a:gd name="connsiteY18" fmla="*/ 176313 h 6335587"/>
              <a:gd name="connsiteX19" fmla="*/ 11289537 w 11603130"/>
              <a:gd name="connsiteY19" fmla="*/ 107615 h 6335587"/>
              <a:gd name="connsiteX20" fmla="*/ 10689999 w 11603130"/>
              <a:gd name="connsiteY20" fmla="*/ 70591 h 6335587"/>
              <a:gd name="connsiteX21" fmla="*/ 7599878 w 11603130"/>
              <a:gd name="connsiteY21" fmla="*/ 75910 h 6335587"/>
              <a:gd name="connsiteX22" fmla="*/ 1892744 w 11603130"/>
              <a:gd name="connsiteY22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710371 w 11603130"/>
              <a:gd name="connsiteY13" fmla="*/ 5911624 h 6335587"/>
              <a:gd name="connsiteX14" fmla="*/ 10007288 w 11603130"/>
              <a:gd name="connsiteY14" fmla="*/ 5914499 h 6335587"/>
              <a:gd name="connsiteX15" fmla="*/ 10927227 w 11603130"/>
              <a:gd name="connsiteY15" fmla="*/ 5922366 h 6335587"/>
              <a:gd name="connsiteX16" fmla="*/ 11562333 w 11603130"/>
              <a:gd name="connsiteY16" fmla="*/ 5906085 h 6335587"/>
              <a:gd name="connsiteX17" fmla="*/ 11571244 w 11603130"/>
              <a:gd name="connsiteY17" fmla="*/ 2621674 h 6335587"/>
              <a:gd name="connsiteX18" fmla="*/ 11561892 w 11603130"/>
              <a:gd name="connsiteY18" fmla="*/ 176313 h 6335587"/>
              <a:gd name="connsiteX19" fmla="*/ 11289537 w 11603130"/>
              <a:gd name="connsiteY19" fmla="*/ 107615 h 6335587"/>
              <a:gd name="connsiteX20" fmla="*/ 10689999 w 11603130"/>
              <a:gd name="connsiteY20" fmla="*/ 70591 h 6335587"/>
              <a:gd name="connsiteX21" fmla="*/ 7599878 w 11603130"/>
              <a:gd name="connsiteY21" fmla="*/ 75910 h 6335587"/>
              <a:gd name="connsiteX22" fmla="*/ 1892744 w 11603130"/>
              <a:gd name="connsiteY22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710371 w 11603130"/>
              <a:gd name="connsiteY13" fmla="*/ 5911624 h 6335587"/>
              <a:gd name="connsiteX14" fmla="*/ 10007288 w 11603130"/>
              <a:gd name="connsiteY14" fmla="*/ 5914499 h 6335587"/>
              <a:gd name="connsiteX15" fmla="*/ 10927227 w 11603130"/>
              <a:gd name="connsiteY15" fmla="*/ 5922366 h 6335587"/>
              <a:gd name="connsiteX16" fmla="*/ 11562333 w 11603130"/>
              <a:gd name="connsiteY16" fmla="*/ 5906085 h 6335587"/>
              <a:gd name="connsiteX17" fmla="*/ 11571244 w 11603130"/>
              <a:gd name="connsiteY17" fmla="*/ 2621674 h 6335587"/>
              <a:gd name="connsiteX18" fmla="*/ 11561892 w 11603130"/>
              <a:gd name="connsiteY18" fmla="*/ 176313 h 6335587"/>
              <a:gd name="connsiteX19" fmla="*/ 11289537 w 11603130"/>
              <a:gd name="connsiteY19" fmla="*/ 107615 h 6335587"/>
              <a:gd name="connsiteX20" fmla="*/ 10689999 w 11603130"/>
              <a:gd name="connsiteY20" fmla="*/ 70591 h 6335587"/>
              <a:gd name="connsiteX21" fmla="*/ 7599878 w 11603130"/>
              <a:gd name="connsiteY21" fmla="*/ 75910 h 6335587"/>
              <a:gd name="connsiteX22" fmla="*/ 1892744 w 11603130"/>
              <a:gd name="connsiteY22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568 w 11603130"/>
              <a:gd name="connsiteY5" fmla="*/ 1088908 h 6335587"/>
              <a:gd name="connsiteX6" fmla="*/ 88972 w 11603130"/>
              <a:gd name="connsiteY6" fmla="*/ 3523848 h 6335587"/>
              <a:gd name="connsiteX7" fmla="*/ 148480 w 11603130"/>
              <a:gd name="connsiteY7" fmla="*/ 5930841 h 6335587"/>
              <a:gd name="connsiteX8" fmla="*/ 2638911 w 11603130"/>
              <a:gd name="connsiteY8" fmla="*/ 5933377 h 6335587"/>
              <a:gd name="connsiteX9" fmla="*/ 4080684 w 11603130"/>
              <a:gd name="connsiteY9" fmla="*/ 5926717 h 6335587"/>
              <a:gd name="connsiteX10" fmla="*/ 5045206 w 11603130"/>
              <a:gd name="connsiteY10" fmla="*/ 5927859 h 6335587"/>
              <a:gd name="connsiteX11" fmla="*/ 5855834 w 11603130"/>
              <a:gd name="connsiteY11" fmla="*/ 6335587 h 6335587"/>
              <a:gd name="connsiteX12" fmla="*/ 6274422 w 11603130"/>
              <a:gd name="connsiteY12" fmla="*/ 5903346 h 6335587"/>
              <a:gd name="connsiteX13" fmla="*/ 9098386 w 11603130"/>
              <a:gd name="connsiteY13" fmla="*/ 5911624 h 6335587"/>
              <a:gd name="connsiteX14" fmla="*/ 10007288 w 11603130"/>
              <a:gd name="connsiteY14" fmla="*/ 5914499 h 6335587"/>
              <a:gd name="connsiteX15" fmla="*/ 10927227 w 11603130"/>
              <a:gd name="connsiteY15" fmla="*/ 5922366 h 6335587"/>
              <a:gd name="connsiteX16" fmla="*/ 11562333 w 11603130"/>
              <a:gd name="connsiteY16" fmla="*/ 5906085 h 6335587"/>
              <a:gd name="connsiteX17" fmla="*/ 11571244 w 11603130"/>
              <a:gd name="connsiteY17" fmla="*/ 2621674 h 6335587"/>
              <a:gd name="connsiteX18" fmla="*/ 11561892 w 11603130"/>
              <a:gd name="connsiteY18" fmla="*/ 176313 h 6335587"/>
              <a:gd name="connsiteX19" fmla="*/ 11289537 w 11603130"/>
              <a:gd name="connsiteY19" fmla="*/ 107615 h 6335587"/>
              <a:gd name="connsiteX20" fmla="*/ 10689999 w 11603130"/>
              <a:gd name="connsiteY20" fmla="*/ 70591 h 6335587"/>
              <a:gd name="connsiteX21" fmla="*/ 7599878 w 11603130"/>
              <a:gd name="connsiteY21" fmla="*/ 75910 h 6335587"/>
              <a:gd name="connsiteX22" fmla="*/ 1892744 w 11603130"/>
              <a:gd name="connsiteY22" fmla="*/ 0 h 6335587"/>
              <a:gd name="connsiteX0" fmla="*/ 1892744 w 11603130"/>
              <a:gd name="connsiteY0" fmla="*/ 0 h 6335587"/>
              <a:gd name="connsiteX1" fmla="*/ 304663 w 11603130"/>
              <a:gd name="connsiteY1" fmla="*/ 10761 h 6335587"/>
              <a:gd name="connsiteX2" fmla="*/ 0 w 11603130"/>
              <a:gd name="connsiteY2" fmla="*/ 47942 h 6335587"/>
              <a:gd name="connsiteX3" fmla="*/ 0 w 11603130"/>
              <a:gd name="connsiteY3" fmla="*/ 909146 h 6335587"/>
              <a:gd name="connsiteX4" fmla="*/ 4597 w 11603130"/>
              <a:gd name="connsiteY4" fmla="*/ 909146 h 6335587"/>
              <a:gd name="connsiteX5" fmla="*/ 88972 w 11603130"/>
              <a:gd name="connsiteY5" fmla="*/ 3523848 h 6335587"/>
              <a:gd name="connsiteX6" fmla="*/ 148480 w 11603130"/>
              <a:gd name="connsiteY6" fmla="*/ 5930841 h 6335587"/>
              <a:gd name="connsiteX7" fmla="*/ 2638911 w 11603130"/>
              <a:gd name="connsiteY7" fmla="*/ 5933377 h 6335587"/>
              <a:gd name="connsiteX8" fmla="*/ 4080684 w 11603130"/>
              <a:gd name="connsiteY8" fmla="*/ 5926717 h 6335587"/>
              <a:gd name="connsiteX9" fmla="*/ 5045206 w 11603130"/>
              <a:gd name="connsiteY9" fmla="*/ 5927859 h 6335587"/>
              <a:gd name="connsiteX10" fmla="*/ 5855834 w 11603130"/>
              <a:gd name="connsiteY10" fmla="*/ 6335587 h 6335587"/>
              <a:gd name="connsiteX11" fmla="*/ 6274422 w 11603130"/>
              <a:gd name="connsiteY11" fmla="*/ 5903346 h 6335587"/>
              <a:gd name="connsiteX12" fmla="*/ 9098386 w 11603130"/>
              <a:gd name="connsiteY12" fmla="*/ 5911624 h 6335587"/>
              <a:gd name="connsiteX13" fmla="*/ 10007288 w 11603130"/>
              <a:gd name="connsiteY13" fmla="*/ 5914499 h 6335587"/>
              <a:gd name="connsiteX14" fmla="*/ 10927227 w 11603130"/>
              <a:gd name="connsiteY14" fmla="*/ 5922366 h 6335587"/>
              <a:gd name="connsiteX15" fmla="*/ 11562333 w 11603130"/>
              <a:gd name="connsiteY15" fmla="*/ 5906085 h 6335587"/>
              <a:gd name="connsiteX16" fmla="*/ 11571244 w 11603130"/>
              <a:gd name="connsiteY16" fmla="*/ 2621674 h 6335587"/>
              <a:gd name="connsiteX17" fmla="*/ 11561892 w 11603130"/>
              <a:gd name="connsiteY17" fmla="*/ 176313 h 6335587"/>
              <a:gd name="connsiteX18" fmla="*/ 11289537 w 11603130"/>
              <a:gd name="connsiteY18" fmla="*/ 107615 h 6335587"/>
              <a:gd name="connsiteX19" fmla="*/ 10689999 w 11603130"/>
              <a:gd name="connsiteY19" fmla="*/ 70591 h 6335587"/>
              <a:gd name="connsiteX20" fmla="*/ 7599878 w 11603130"/>
              <a:gd name="connsiteY20" fmla="*/ 75910 h 6335587"/>
              <a:gd name="connsiteX21" fmla="*/ 1892744 w 11603130"/>
              <a:gd name="connsiteY21" fmla="*/ 0 h 6335587"/>
              <a:gd name="connsiteX0" fmla="*/ 1892744 w 12087184"/>
              <a:gd name="connsiteY0" fmla="*/ 0 h 6335587"/>
              <a:gd name="connsiteX1" fmla="*/ 304663 w 12087184"/>
              <a:gd name="connsiteY1" fmla="*/ 10761 h 6335587"/>
              <a:gd name="connsiteX2" fmla="*/ 0 w 12087184"/>
              <a:gd name="connsiteY2" fmla="*/ 47942 h 6335587"/>
              <a:gd name="connsiteX3" fmla="*/ 0 w 12087184"/>
              <a:gd name="connsiteY3" fmla="*/ 909146 h 6335587"/>
              <a:gd name="connsiteX4" fmla="*/ 4597 w 12087184"/>
              <a:gd name="connsiteY4" fmla="*/ 909146 h 6335587"/>
              <a:gd name="connsiteX5" fmla="*/ 88972 w 12087184"/>
              <a:gd name="connsiteY5" fmla="*/ 3523848 h 6335587"/>
              <a:gd name="connsiteX6" fmla="*/ 148480 w 12087184"/>
              <a:gd name="connsiteY6" fmla="*/ 5930841 h 6335587"/>
              <a:gd name="connsiteX7" fmla="*/ 2638911 w 12087184"/>
              <a:gd name="connsiteY7" fmla="*/ 5933377 h 6335587"/>
              <a:gd name="connsiteX8" fmla="*/ 4080684 w 12087184"/>
              <a:gd name="connsiteY8" fmla="*/ 5926717 h 6335587"/>
              <a:gd name="connsiteX9" fmla="*/ 5045206 w 12087184"/>
              <a:gd name="connsiteY9" fmla="*/ 5927859 h 6335587"/>
              <a:gd name="connsiteX10" fmla="*/ 5855834 w 12087184"/>
              <a:gd name="connsiteY10" fmla="*/ 6335587 h 6335587"/>
              <a:gd name="connsiteX11" fmla="*/ 6274422 w 12087184"/>
              <a:gd name="connsiteY11" fmla="*/ 5903346 h 6335587"/>
              <a:gd name="connsiteX12" fmla="*/ 9098386 w 12087184"/>
              <a:gd name="connsiteY12" fmla="*/ 5911624 h 6335587"/>
              <a:gd name="connsiteX13" fmla="*/ 10007288 w 12087184"/>
              <a:gd name="connsiteY13" fmla="*/ 5914499 h 6335587"/>
              <a:gd name="connsiteX14" fmla="*/ 10927227 w 12087184"/>
              <a:gd name="connsiteY14" fmla="*/ 5922366 h 6335587"/>
              <a:gd name="connsiteX15" fmla="*/ 12085310 w 12087184"/>
              <a:gd name="connsiteY15" fmla="*/ 5921320 h 6335587"/>
              <a:gd name="connsiteX16" fmla="*/ 11571244 w 12087184"/>
              <a:gd name="connsiteY16" fmla="*/ 2621674 h 6335587"/>
              <a:gd name="connsiteX17" fmla="*/ 11561892 w 12087184"/>
              <a:gd name="connsiteY17" fmla="*/ 176313 h 6335587"/>
              <a:gd name="connsiteX18" fmla="*/ 11289537 w 12087184"/>
              <a:gd name="connsiteY18" fmla="*/ 107615 h 6335587"/>
              <a:gd name="connsiteX19" fmla="*/ 10689999 w 12087184"/>
              <a:gd name="connsiteY19" fmla="*/ 70591 h 6335587"/>
              <a:gd name="connsiteX20" fmla="*/ 7599878 w 12087184"/>
              <a:gd name="connsiteY20" fmla="*/ 75910 h 6335587"/>
              <a:gd name="connsiteX21" fmla="*/ 1892744 w 12087184"/>
              <a:gd name="connsiteY21" fmla="*/ 0 h 6335587"/>
              <a:gd name="connsiteX0" fmla="*/ 1892744 w 12096545"/>
              <a:gd name="connsiteY0" fmla="*/ 24998 h 6360585"/>
              <a:gd name="connsiteX1" fmla="*/ 304663 w 12096545"/>
              <a:gd name="connsiteY1" fmla="*/ 35759 h 6360585"/>
              <a:gd name="connsiteX2" fmla="*/ 0 w 12096545"/>
              <a:gd name="connsiteY2" fmla="*/ 72940 h 6360585"/>
              <a:gd name="connsiteX3" fmla="*/ 0 w 12096545"/>
              <a:gd name="connsiteY3" fmla="*/ 934144 h 6360585"/>
              <a:gd name="connsiteX4" fmla="*/ 4597 w 12096545"/>
              <a:gd name="connsiteY4" fmla="*/ 934144 h 6360585"/>
              <a:gd name="connsiteX5" fmla="*/ 88972 w 12096545"/>
              <a:gd name="connsiteY5" fmla="*/ 3548846 h 6360585"/>
              <a:gd name="connsiteX6" fmla="*/ 148480 w 12096545"/>
              <a:gd name="connsiteY6" fmla="*/ 5955839 h 6360585"/>
              <a:gd name="connsiteX7" fmla="*/ 2638911 w 12096545"/>
              <a:gd name="connsiteY7" fmla="*/ 5958375 h 6360585"/>
              <a:gd name="connsiteX8" fmla="*/ 4080684 w 12096545"/>
              <a:gd name="connsiteY8" fmla="*/ 5951715 h 6360585"/>
              <a:gd name="connsiteX9" fmla="*/ 5045206 w 12096545"/>
              <a:gd name="connsiteY9" fmla="*/ 5952857 h 6360585"/>
              <a:gd name="connsiteX10" fmla="*/ 5855834 w 12096545"/>
              <a:gd name="connsiteY10" fmla="*/ 6360585 h 6360585"/>
              <a:gd name="connsiteX11" fmla="*/ 6274422 w 12096545"/>
              <a:gd name="connsiteY11" fmla="*/ 5928344 h 6360585"/>
              <a:gd name="connsiteX12" fmla="*/ 9098386 w 12096545"/>
              <a:gd name="connsiteY12" fmla="*/ 5936622 h 6360585"/>
              <a:gd name="connsiteX13" fmla="*/ 10007288 w 12096545"/>
              <a:gd name="connsiteY13" fmla="*/ 5939497 h 6360585"/>
              <a:gd name="connsiteX14" fmla="*/ 10927227 w 12096545"/>
              <a:gd name="connsiteY14" fmla="*/ 5947364 h 6360585"/>
              <a:gd name="connsiteX15" fmla="*/ 12085310 w 12096545"/>
              <a:gd name="connsiteY15" fmla="*/ 5946318 h 6360585"/>
              <a:gd name="connsiteX16" fmla="*/ 12063456 w 12096545"/>
              <a:gd name="connsiteY16" fmla="*/ 2646672 h 6360585"/>
              <a:gd name="connsiteX17" fmla="*/ 11561892 w 12096545"/>
              <a:gd name="connsiteY17" fmla="*/ 201311 h 6360585"/>
              <a:gd name="connsiteX18" fmla="*/ 11289537 w 12096545"/>
              <a:gd name="connsiteY18" fmla="*/ 132613 h 6360585"/>
              <a:gd name="connsiteX19" fmla="*/ 10689999 w 12096545"/>
              <a:gd name="connsiteY19" fmla="*/ 95589 h 6360585"/>
              <a:gd name="connsiteX20" fmla="*/ 7599878 w 12096545"/>
              <a:gd name="connsiteY20" fmla="*/ 100908 h 6360585"/>
              <a:gd name="connsiteX21" fmla="*/ 1892744 w 12096545"/>
              <a:gd name="connsiteY21" fmla="*/ 24998 h 6360585"/>
              <a:gd name="connsiteX0" fmla="*/ 1892744 w 12127183"/>
              <a:gd name="connsiteY0" fmla="*/ 24998 h 6360585"/>
              <a:gd name="connsiteX1" fmla="*/ 304663 w 12127183"/>
              <a:gd name="connsiteY1" fmla="*/ 35759 h 6360585"/>
              <a:gd name="connsiteX2" fmla="*/ 0 w 12127183"/>
              <a:gd name="connsiteY2" fmla="*/ 72940 h 6360585"/>
              <a:gd name="connsiteX3" fmla="*/ 0 w 12127183"/>
              <a:gd name="connsiteY3" fmla="*/ 934144 h 6360585"/>
              <a:gd name="connsiteX4" fmla="*/ 4597 w 12127183"/>
              <a:gd name="connsiteY4" fmla="*/ 934144 h 6360585"/>
              <a:gd name="connsiteX5" fmla="*/ 88972 w 12127183"/>
              <a:gd name="connsiteY5" fmla="*/ 3548846 h 6360585"/>
              <a:gd name="connsiteX6" fmla="*/ 148480 w 12127183"/>
              <a:gd name="connsiteY6" fmla="*/ 5955839 h 6360585"/>
              <a:gd name="connsiteX7" fmla="*/ 2638911 w 12127183"/>
              <a:gd name="connsiteY7" fmla="*/ 5958375 h 6360585"/>
              <a:gd name="connsiteX8" fmla="*/ 4080684 w 12127183"/>
              <a:gd name="connsiteY8" fmla="*/ 5951715 h 6360585"/>
              <a:gd name="connsiteX9" fmla="*/ 5045206 w 12127183"/>
              <a:gd name="connsiteY9" fmla="*/ 5952857 h 6360585"/>
              <a:gd name="connsiteX10" fmla="*/ 5855834 w 12127183"/>
              <a:gd name="connsiteY10" fmla="*/ 6360585 h 6360585"/>
              <a:gd name="connsiteX11" fmla="*/ 6274422 w 12127183"/>
              <a:gd name="connsiteY11" fmla="*/ 5928344 h 6360585"/>
              <a:gd name="connsiteX12" fmla="*/ 9098386 w 12127183"/>
              <a:gd name="connsiteY12" fmla="*/ 5936622 h 6360585"/>
              <a:gd name="connsiteX13" fmla="*/ 10007288 w 12127183"/>
              <a:gd name="connsiteY13" fmla="*/ 5939497 h 6360585"/>
              <a:gd name="connsiteX14" fmla="*/ 10927227 w 12127183"/>
              <a:gd name="connsiteY14" fmla="*/ 5947364 h 6360585"/>
              <a:gd name="connsiteX15" fmla="*/ 12085310 w 12127183"/>
              <a:gd name="connsiteY15" fmla="*/ 5946318 h 6360585"/>
              <a:gd name="connsiteX16" fmla="*/ 12063456 w 12127183"/>
              <a:gd name="connsiteY16" fmla="*/ 2646672 h 6360585"/>
              <a:gd name="connsiteX17" fmla="*/ 12054104 w 12127183"/>
              <a:gd name="connsiteY17" fmla="*/ 201311 h 6360585"/>
              <a:gd name="connsiteX18" fmla="*/ 11289537 w 12127183"/>
              <a:gd name="connsiteY18" fmla="*/ 132613 h 6360585"/>
              <a:gd name="connsiteX19" fmla="*/ 10689999 w 12127183"/>
              <a:gd name="connsiteY19" fmla="*/ 95589 h 6360585"/>
              <a:gd name="connsiteX20" fmla="*/ 7599878 w 12127183"/>
              <a:gd name="connsiteY20" fmla="*/ 100908 h 6360585"/>
              <a:gd name="connsiteX21" fmla="*/ 1892744 w 12127183"/>
              <a:gd name="connsiteY21" fmla="*/ 24998 h 6360585"/>
              <a:gd name="connsiteX0" fmla="*/ 1892744 w 12114255"/>
              <a:gd name="connsiteY0" fmla="*/ 0 h 6335587"/>
              <a:gd name="connsiteX1" fmla="*/ 304663 w 12114255"/>
              <a:gd name="connsiteY1" fmla="*/ 10761 h 6335587"/>
              <a:gd name="connsiteX2" fmla="*/ 0 w 12114255"/>
              <a:gd name="connsiteY2" fmla="*/ 47942 h 6335587"/>
              <a:gd name="connsiteX3" fmla="*/ 0 w 12114255"/>
              <a:gd name="connsiteY3" fmla="*/ 909146 h 6335587"/>
              <a:gd name="connsiteX4" fmla="*/ 4597 w 12114255"/>
              <a:gd name="connsiteY4" fmla="*/ 909146 h 6335587"/>
              <a:gd name="connsiteX5" fmla="*/ 88972 w 12114255"/>
              <a:gd name="connsiteY5" fmla="*/ 3523848 h 6335587"/>
              <a:gd name="connsiteX6" fmla="*/ 148480 w 12114255"/>
              <a:gd name="connsiteY6" fmla="*/ 5930841 h 6335587"/>
              <a:gd name="connsiteX7" fmla="*/ 2638911 w 12114255"/>
              <a:gd name="connsiteY7" fmla="*/ 5933377 h 6335587"/>
              <a:gd name="connsiteX8" fmla="*/ 4080684 w 12114255"/>
              <a:gd name="connsiteY8" fmla="*/ 5926717 h 6335587"/>
              <a:gd name="connsiteX9" fmla="*/ 5045206 w 12114255"/>
              <a:gd name="connsiteY9" fmla="*/ 5927859 h 6335587"/>
              <a:gd name="connsiteX10" fmla="*/ 5855834 w 12114255"/>
              <a:gd name="connsiteY10" fmla="*/ 6335587 h 6335587"/>
              <a:gd name="connsiteX11" fmla="*/ 6274422 w 12114255"/>
              <a:gd name="connsiteY11" fmla="*/ 5903346 h 6335587"/>
              <a:gd name="connsiteX12" fmla="*/ 9098386 w 12114255"/>
              <a:gd name="connsiteY12" fmla="*/ 5911624 h 6335587"/>
              <a:gd name="connsiteX13" fmla="*/ 10007288 w 12114255"/>
              <a:gd name="connsiteY13" fmla="*/ 5914499 h 6335587"/>
              <a:gd name="connsiteX14" fmla="*/ 10927227 w 12114255"/>
              <a:gd name="connsiteY14" fmla="*/ 5922366 h 6335587"/>
              <a:gd name="connsiteX15" fmla="*/ 12085310 w 12114255"/>
              <a:gd name="connsiteY15" fmla="*/ 5921320 h 6335587"/>
              <a:gd name="connsiteX16" fmla="*/ 12063456 w 12114255"/>
              <a:gd name="connsiteY16" fmla="*/ 2621674 h 6335587"/>
              <a:gd name="connsiteX17" fmla="*/ 12054104 w 12114255"/>
              <a:gd name="connsiteY17" fmla="*/ 176313 h 6335587"/>
              <a:gd name="connsiteX18" fmla="*/ 11289537 w 12114255"/>
              <a:gd name="connsiteY18" fmla="*/ 107615 h 6335587"/>
              <a:gd name="connsiteX19" fmla="*/ 10689999 w 12114255"/>
              <a:gd name="connsiteY19" fmla="*/ 70591 h 6335587"/>
              <a:gd name="connsiteX20" fmla="*/ 7599878 w 12114255"/>
              <a:gd name="connsiteY20" fmla="*/ 75910 h 6335587"/>
              <a:gd name="connsiteX21" fmla="*/ 1892744 w 12114255"/>
              <a:gd name="connsiteY21" fmla="*/ 0 h 6335587"/>
              <a:gd name="connsiteX0" fmla="*/ 1892744 w 12114253"/>
              <a:gd name="connsiteY0" fmla="*/ 0 h 6335587"/>
              <a:gd name="connsiteX1" fmla="*/ 304663 w 12114253"/>
              <a:gd name="connsiteY1" fmla="*/ 10761 h 6335587"/>
              <a:gd name="connsiteX2" fmla="*/ 0 w 12114253"/>
              <a:gd name="connsiteY2" fmla="*/ 47942 h 6335587"/>
              <a:gd name="connsiteX3" fmla="*/ 0 w 12114253"/>
              <a:gd name="connsiteY3" fmla="*/ 909146 h 6335587"/>
              <a:gd name="connsiteX4" fmla="*/ 4597 w 12114253"/>
              <a:gd name="connsiteY4" fmla="*/ 909146 h 6335587"/>
              <a:gd name="connsiteX5" fmla="*/ 88972 w 12114253"/>
              <a:gd name="connsiteY5" fmla="*/ 3523848 h 6335587"/>
              <a:gd name="connsiteX6" fmla="*/ 148480 w 12114253"/>
              <a:gd name="connsiteY6" fmla="*/ 5930841 h 6335587"/>
              <a:gd name="connsiteX7" fmla="*/ 2638911 w 12114253"/>
              <a:gd name="connsiteY7" fmla="*/ 5933377 h 6335587"/>
              <a:gd name="connsiteX8" fmla="*/ 4080684 w 12114253"/>
              <a:gd name="connsiteY8" fmla="*/ 5926717 h 6335587"/>
              <a:gd name="connsiteX9" fmla="*/ 5045206 w 12114253"/>
              <a:gd name="connsiteY9" fmla="*/ 5927859 h 6335587"/>
              <a:gd name="connsiteX10" fmla="*/ 5855834 w 12114253"/>
              <a:gd name="connsiteY10" fmla="*/ 6335587 h 6335587"/>
              <a:gd name="connsiteX11" fmla="*/ 6274422 w 12114253"/>
              <a:gd name="connsiteY11" fmla="*/ 5903346 h 6335587"/>
              <a:gd name="connsiteX12" fmla="*/ 9098386 w 12114253"/>
              <a:gd name="connsiteY12" fmla="*/ 5911624 h 6335587"/>
              <a:gd name="connsiteX13" fmla="*/ 10007288 w 12114253"/>
              <a:gd name="connsiteY13" fmla="*/ 5914499 h 6335587"/>
              <a:gd name="connsiteX14" fmla="*/ 10927227 w 12114253"/>
              <a:gd name="connsiteY14" fmla="*/ 5922366 h 6335587"/>
              <a:gd name="connsiteX15" fmla="*/ 12085310 w 12114253"/>
              <a:gd name="connsiteY15" fmla="*/ 5921320 h 6335587"/>
              <a:gd name="connsiteX16" fmla="*/ 12063456 w 12114253"/>
              <a:gd name="connsiteY16" fmla="*/ 2621674 h 6335587"/>
              <a:gd name="connsiteX17" fmla="*/ 12054104 w 12114253"/>
              <a:gd name="connsiteY17" fmla="*/ 176313 h 6335587"/>
              <a:gd name="connsiteX18" fmla="*/ 11289537 w 12114253"/>
              <a:gd name="connsiteY18" fmla="*/ 107615 h 6335587"/>
              <a:gd name="connsiteX19" fmla="*/ 10259313 w 12114253"/>
              <a:gd name="connsiteY19" fmla="*/ 101059 h 6335587"/>
              <a:gd name="connsiteX20" fmla="*/ 7599878 w 12114253"/>
              <a:gd name="connsiteY20" fmla="*/ 75910 h 6335587"/>
              <a:gd name="connsiteX21" fmla="*/ 1892744 w 12114253"/>
              <a:gd name="connsiteY21" fmla="*/ 0 h 6335587"/>
              <a:gd name="connsiteX0" fmla="*/ 1892744 w 12114255"/>
              <a:gd name="connsiteY0" fmla="*/ 0 h 6335587"/>
              <a:gd name="connsiteX1" fmla="*/ 304663 w 12114255"/>
              <a:gd name="connsiteY1" fmla="*/ 10761 h 6335587"/>
              <a:gd name="connsiteX2" fmla="*/ 0 w 12114255"/>
              <a:gd name="connsiteY2" fmla="*/ 47942 h 6335587"/>
              <a:gd name="connsiteX3" fmla="*/ 0 w 12114255"/>
              <a:gd name="connsiteY3" fmla="*/ 909146 h 6335587"/>
              <a:gd name="connsiteX4" fmla="*/ 4597 w 12114255"/>
              <a:gd name="connsiteY4" fmla="*/ 909146 h 6335587"/>
              <a:gd name="connsiteX5" fmla="*/ 88972 w 12114255"/>
              <a:gd name="connsiteY5" fmla="*/ 3523848 h 6335587"/>
              <a:gd name="connsiteX6" fmla="*/ 148480 w 12114255"/>
              <a:gd name="connsiteY6" fmla="*/ 5930841 h 6335587"/>
              <a:gd name="connsiteX7" fmla="*/ 2638911 w 12114255"/>
              <a:gd name="connsiteY7" fmla="*/ 5933377 h 6335587"/>
              <a:gd name="connsiteX8" fmla="*/ 4080684 w 12114255"/>
              <a:gd name="connsiteY8" fmla="*/ 5926717 h 6335587"/>
              <a:gd name="connsiteX9" fmla="*/ 5045206 w 12114255"/>
              <a:gd name="connsiteY9" fmla="*/ 5927859 h 6335587"/>
              <a:gd name="connsiteX10" fmla="*/ 5855834 w 12114255"/>
              <a:gd name="connsiteY10" fmla="*/ 6335587 h 6335587"/>
              <a:gd name="connsiteX11" fmla="*/ 6274422 w 12114255"/>
              <a:gd name="connsiteY11" fmla="*/ 5903346 h 6335587"/>
              <a:gd name="connsiteX12" fmla="*/ 9098386 w 12114255"/>
              <a:gd name="connsiteY12" fmla="*/ 5911624 h 6335587"/>
              <a:gd name="connsiteX13" fmla="*/ 10007288 w 12114255"/>
              <a:gd name="connsiteY13" fmla="*/ 5914499 h 6335587"/>
              <a:gd name="connsiteX14" fmla="*/ 10927227 w 12114255"/>
              <a:gd name="connsiteY14" fmla="*/ 5922366 h 6335587"/>
              <a:gd name="connsiteX15" fmla="*/ 12085310 w 12114255"/>
              <a:gd name="connsiteY15" fmla="*/ 5921320 h 6335587"/>
              <a:gd name="connsiteX16" fmla="*/ 12063456 w 12114255"/>
              <a:gd name="connsiteY16" fmla="*/ 2621674 h 6335587"/>
              <a:gd name="connsiteX17" fmla="*/ 12054104 w 12114255"/>
              <a:gd name="connsiteY17" fmla="*/ 176313 h 6335587"/>
              <a:gd name="connsiteX18" fmla="*/ 11289537 w 12114255"/>
              <a:gd name="connsiteY18" fmla="*/ 107615 h 6335587"/>
              <a:gd name="connsiteX19" fmla="*/ 10259313 w 12114255"/>
              <a:gd name="connsiteY19" fmla="*/ 101059 h 6335587"/>
              <a:gd name="connsiteX20" fmla="*/ 7599878 w 12114255"/>
              <a:gd name="connsiteY20" fmla="*/ 75910 h 6335587"/>
              <a:gd name="connsiteX21" fmla="*/ 1892744 w 12114255"/>
              <a:gd name="connsiteY21" fmla="*/ 0 h 6335587"/>
              <a:gd name="connsiteX0" fmla="*/ 1892744 w 12114253"/>
              <a:gd name="connsiteY0" fmla="*/ 0 h 6330524"/>
              <a:gd name="connsiteX1" fmla="*/ 304663 w 12114253"/>
              <a:gd name="connsiteY1" fmla="*/ 10761 h 6330524"/>
              <a:gd name="connsiteX2" fmla="*/ 0 w 12114253"/>
              <a:gd name="connsiteY2" fmla="*/ 47942 h 6330524"/>
              <a:gd name="connsiteX3" fmla="*/ 0 w 12114253"/>
              <a:gd name="connsiteY3" fmla="*/ 909146 h 6330524"/>
              <a:gd name="connsiteX4" fmla="*/ 4597 w 12114253"/>
              <a:gd name="connsiteY4" fmla="*/ 909146 h 6330524"/>
              <a:gd name="connsiteX5" fmla="*/ 88972 w 12114253"/>
              <a:gd name="connsiteY5" fmla="*/ 3523848 h 6330524"/>
              <a:gd name="connsiteX6" fmla="*/ 148480 w 12114253"/>
              <a:gd name="connsiteY6" fmla="*/ 5930841 h 6330524"/>
              <a:gd name="connsiteX7" fmla="*/ 2638911 w 12114253"/>
              <a:gd name="connsiteY7" fmla="*/ 5933377 h 6330524"/>
              <a:gd name="connsiteX8" fmla="*/ 4080684 w 12114253"/>
              <a:gd name="connsiteY8" fmla="*/ 5926717 h 6330524"/>
              <a:gd name="connsiteX9" fmla="*/ 5045206 w 12114253"/>
              <a:gd name="connsiteY9" fmla="*/ 5927859 h 6330524"/>
              <a:gd name="connsiteX10" fmla="*/ 5731339 w 12114253"/>
              <a:gd name="connsiteY10" fmla="*/ 6330524 h 6330524"/>
              <a:gd name="connsiteX11" fmla="*/ 6274422 w 12114253"/>
              <a:gd name="connsiteY11" fmla="*/ 5903346 h 6330524"/>
              <a:gd name="connsiteX12" fmla="*/ 9098386 w 12114253"/>
              <a:gd name="connsiteY12" fmla="*/ 5911624 h 6330524"/>
              <a:gd name="connsiteX13" fmla="*/ 10007288 w 12114253"/>
              <a:gd name="connsiteY13" fmla="*/ 5914499 h 6330524"/>
              <a:gd name="connsiteX14" fmla="*/ 10927227 w 12114253"/>
              <a:gd name="connsiteY14" fmla="*/ 5922366 h 6330524"/>
              <a:gd name="connsiteX15" fmla="*/ 12085310 w 12114253"/>
              <a:gd name="connsiteY15" fmla="*/ 5921320 h 6330524"/>
              <a:gd name="connsiteX16" fmla="*/ 12063456 w 12114253"/>
              <a:gd name="connsiteY16" fmla="*/ 2621674 h 6330524"/>
              <a:gd name="connsiteX17" fmla="*/ 12054104 w 12114253"/>
              <a:gd name="connsiteY17" fmla="*/ 176313 h 6330524"/>
              <a:gd name="connsiteX18" fmla="*/ 11289537 w 12114253"/>
              <a:gd name="connsiteY18" fmla="*/ 107615 h 6330524"/>
              <a:gd name="connsiteX19" fmla="*/ 10259313 w 12114253"/>
              <a:gd name="connsiteY19" fmla="*/ 101059 h 6330524"/>
              <a:gd name="connsiteX20" fmla="*/ 7599878 w 12114253"/>
              <a:gd name="connsiteY20" fmla="*/ 75910 h 6330524"/>
              <a:gd name="connsiteX21" fmla="*/ 1892744 w 12114253"/>
              <a:gd name="connsiteY21" fmla="*/ 0 h 6330524"/>
              <a:gd name="connsiteX0" fmla="*/ 1892744 w 12114255"/>
              <a:gd name="connsiteY0" fmla="*/ 0 h 6330524"/>
              <a:gd name="connsiteX1" fmla="*/ 304663 w 12114255"/>
              <a:gd name="connsiteY1" fmla="*/ 10761 h 6330524"/>
              <a:gd name="connsiteX2" fmla="*/ 0 w 12114255"/>
              <a:gd name="connsiteY2" fmla="*/ 47942 h 6330524"/>
              <a:gd name="connsiteX3" fmla="*/ 0 w 12114255"/>
              <a:gd name="connsiteY3" fmla="*/ 909146 h 6330524"/>
              <a:gd name="connsiteX4" fmla="*/ 4597 w 12114255"/>
              <a:gd name="connsiteY4" fmla="*/ 909146 h 6330524"/>
              <a:gd name="connsiteX5" fmla="*/ 88972 w 12114255"/>
              <a:gd name="connsiteY5" fmla="*/ 3523848 h 6330524"/>
              <a:gd name="connsiteX6" fmla="*/ 148480 w 12114255"/>
              <a:gd name="connsiteY6" fmla="*/ 5930841 h 6330524"/>
              <a:gd name="connsiteX7" fmla="*/ 2638911 w 12114255"/>
              <a:gd name="connsiteY7" fmla="*/ 5933377 h 6330524"/>
              <a:gd name="connsiteX8" fmla="*/ 4080684 w 12114255"/>
              <a:gd name="connsiteY8" fmla="*/ 5926717 h 6330524"/>
              <a:gd name="connsiteX9" fmla="*/ 5045206 w 12114255"/>
              <a:gd name="connsiteY9" fmla="*/ 5927859 h 6330524"/>
              <a:gd name="connsiteX10" fmla="*/ 5731339 w 12114255"/>
              <a:gd name="connsiteY10" fmla="*/ 6330524 h 6330524"/>
              <a:gd name="connsiteX11" fmla="*/ 6077302 w 12114255"/>
              <a:gd name="connsiteY11" fmla="*/ 5908409 h 6330524"/>
              <a:gd name="connsiteX12" fmla="*/ 9098386 w 12114255"/>
              <a:gd name="connsiteY12" fmla="*/ 5911624 h 6330524"/>
              <a:gd name="connsiteX13" fmla="*/ 10007288 w 12114255"/>
              <a:gd name="connsiteY13" fmla="*/ 5914499 h 6330524"/>
              <a:gd name="connsiteX14" fmla="*/ 10927227 w 12114255"/>
              <a:gd name="connsiteY14" fmla="*/ 5922366 h 6330524"/>
              <a:gd name="connsiteX15" fmla="*/ 12085310 w 12114255"/>
              <a:gd name="connsiteY15" fmla="*/ 5921320 h 6330524"/>
              <a:gd name="connsiteX16" fmla="*/ 12063456 w 12114255"/>
              <a:gd name="connsiteY16" fmla="*/ 2621674 h 6330524"/>
              <a:gd name="connsiteX17" fmla="*/ 12054104 w 12114255"/>
              <a:gd name="connsiteY17" fmla="*/ 176313 h 6330524"/>
              <a:gd name="connsiteX18" fmla="*/ 11289537 w 12114255"/>
              <a:gd name="connsiteY18" fmla="*/ 107615 h 6330524"/>
              <a:gd name="connsiteX19" fmla="*/ 10259313 w 12114255"/>
              <a:gd name="connsiteY19" fmla="*/ 101059 h 6330524"/>
              <a:gd name="connsiteX20" fmla="*/ 7599878 w 12114255"/>
              <a:gd name="connsiteY20" fmla="*/ 75910 h 6330524"/>
              <a:gd name="connsiteX21" fmla="*/ 1892744 w 12114255"/>
              <a:gd name="connsiteY21" fmla="*/ 0 h 6330524"/>
              <a:gd name="connsiteX0" fmla="*/ 1892744 w 12114253"/>
              <a:gd name="connsiteY0" fmla="*/ 0 h 6330524"/>
              <a:gd name="connsiteX1" fmla="*/ 304663 w 12114253"/>
              <a:gd name="connsiteY1" fmla="*/ 10761 h 6330524"/>
              <a:gd name="connsiteX2" fmla="*/ 0 w 12114253"/>
              <a:gd name="connsiteY2" fmla="*/ 47942 h 6330524"/>
              <a:gd name="connsiteX3" fmla="*/ 0 w 12114253"/>
              <a:gd name="connsiteY3" fmla="*/ 909146 h 6330524"/>
              <a:gd name="connsiteX4" fmla="*/ 4597 w 12114253"/>
              <a:gd name="connsiteY4" fmla="*/ 909146 h 6330524"/>
              <a:gd name="connsiteX5" fmla="*/ 88972 w 12114253"/>
              <a:gd name="connsiteY5" fmla="*/ 3523848 h 6330524"/>
              <a:gd name="connsiteX6" fmla="*/ 148480 w 12114253"/>
              <a:gd name="connsiteY6" fmla="*/ 5930841 h 6330524"/>
              <a:gd name="connsiteX7" fmla="*/ 2638911 w 12114253"/>
              <a:gd name="connsiteY7" fmla="*/ 5933377 h 6330524"/>
              <a:gd name="connsiteX8" fmla="*/ 4080684 w 12114253"/>
              <a:gd name="connsiteY8" fmla="*/ 5926717 h 6330524"/>
              <a:gd name="connsiteX9" fmla="*/ 5045206 w 12114253"/>
              <a:gd name="connsiteY9" fmla="*/ 5927859 h 6330524"/>
              <a:gd name="connsiteX10" fmla="*/ 5731339 w 12114253"/>
              <a:gd name="connsiteY10" fmla="*/ 6330524 h 6330524"/>
              <a:gd name="connsiteX11" fmla="*/ 6077302 w 12114253"/>
              <a:gd name="connsiteY11" fmla="*/ 5908409 h 6330524"/>
              <a:gd name="connsiteX12" fmla="*/ 9098386 w 12114253"/>
              <a:gd name="connsiteY12" fmla="*/ 5911624 h 6330524"/>
              <a:gd name="connsiteX13" fmla="*/ 10007288 w 12114253"/>
              <a:gd name="connsiteY13" fmla="*/ 5914499 h 6330524"/>
              <a:gd name="connsiteX14" fmla="*/ 10927227 w 12114253"/>
              <a:gd name="connsiteY14" fmla="*/ 5922366 h 6330524"/>
              <a:gd name="connsiteX15" fmla="*/ 12085310 w 12114253"/>
              <a:gd name="connsiteY15" fmla="*/ 5921320 h 6330524"/>
              <a:gd name="connsiteX16" fmla="*/ 12063456 w 12114253"/>
              <a:gd name="connsiteY16" fmla="*/ 2621674 h 6330524"/>
              <a:gd name="connsiteX17" fmla="*/ 12054104 w 12114253"/>
              <a:gd name="connsiteY17" fmla="*/ 176313 h 6330524"/>
              <a:gd name="connsiteX18" fmla="*/ 11289537 w 12114253"/>
              <a:gd name="connsiteY18" fmla="*/ 107615 h 6330524"/>
              <a:gd name="connsiteX19" fmla="*/ 10259313 w 12114253"/>
              <a:gd name="connsiteY19" fmla="*/ 101059 h 6330524"/>
              <a:gd name="connsiteX20" fmla="*/ 7599878 w 12114253"/>
              <a:gd name="connsiteY20" fmla="*/ 75910 h 6330524"/>
              <a:gd name="connsiteX21" fmla="*/ 1892744 w 12114253"/>
              <a:gd name="connsiteY21" fmla="*/ 0 h 6330524"/>
              <a:gd name="connsiteX0" fmla="*/ 1892744 w 12114255"/>
              <a:gd name="connsiteY0" fmla="*/ 0 h 6330524"/>
              <a:gd name="connsiteX1" fmla="*/ 304663 w 12114255"/>
              <a:gd name="connsiteY1" fmla="*/ 10761 h 6330524"/>
              <a:gd name="connsiteX2" fmla="*/ 0 w 12114255"/>
              <a:gd name="connsiteY2" fmla="*/ 47942 h 6330524"/>
              <a:gd name="connsiteX3" fmla="*/ 0 w 12114255"/>
              <a:gd name="connsiteY3" fmla="*/ 909146 h 6330524"/>
              <a:gd name="connsiteX4" fmla="*/ 4597 w 12114255"/>
              <a:gd name="connsiteY4" fmla="*/ 909146 h 6330524"/>
              <a:gd name="connsiteX5" fmla="*/ 88972 w 12114255"/>
              <a:gd name="connsiteY5" fmla="*/ 3523848 h 6330524"/>
              <a:gd name="connsiteX6" fmla="*/ 148480 w 12114255"/>
              <a:gd name="connsiteY6" fmla="*/ 5930841 h 6330524"/>
              <a:gd name="connsiteX7" fmla="*/ 2638911 w 12114255"/>
              <a:gd name="connsiteY7" fmla="*/ 5933377 h 6330524"/>
              <a:gd name="connsiteX8" fmla="*/ 4308929 w 12114255"/>
              <a:gd name="connsiteY8" fmla="*/ 5926717 h 6330524"/>
              <a:gd name="connsiteX9" fmla="*/ 5045206 w 12114255"/>
              <a:gd name="connsiteY9" fmla="*/ 5927859 h 6330524"/>
              <a:gd name="connsiteX10" fmla="*/ 5731339 w 12114255"/>
              <a:gd name="connsiteY10" fmla="*/ 6330524 h 6330524"/>
              <a:gd name="connsiteX11" fmla="*/ 6077302 w 12114255"/>
              <a:gd name="connsiteY11" fmla="*/ 5908409 h 6330524"/>
              <a:gd name="connsiteX12" fmla="*/ 9098386 w 12114255"/>
              <a:gd name="connsiteY12" fmla="*/ 5911624 h 6330524"/>
              <a:gd name="connsiteX13" fmla="*/ 10007288 w 12114255"/>
              <a:gd name="connsiteY13" fmla="*/ 5914499 h 6330524"/>
              <a:gd name="connsiteX14" fmla="*/ 10927227 w 12114255"/>
              <a:gd name="connsiteY14" fmla="*/ 5922366 h 6330524"/>
              <a:gd name="connsiteX15" fmla="*/ 12085310 w 12114255"/>
              <a:gd name="connsiteY15" fmla="*/ 5921320 h 6330524"/>
              <a:gd name="connsiteX16" fmla="*/ 12063456 w 12114255"/>
              <a:gd name="connsiteY16" fmla="*/ 2621674 h 6330524"/>
              <a:gd name="connsiteX17" fmla="*/ 12054104 w 12114255"/>
              <a:gd name="connsiteY17" fmla="*/ 176313 h 6330524"/>
              <a:gd name="connsiteX18" fmla="*/ 11289537 w 12114255"/>
              <a:gd name="connsiteY18" fmla="*/ 107615 h 6330524"/>
              <a:gd name="connsiteX19" fmla="*/ 10259313 w 12114255"/>
              <a:gd name="connsiteY19" fmla="*/ 101059 h 6330524"/>
              <a:gd name="connsiteX20" fmla="*/ 7599878 w 12114255"/>
              <a:gd name="connsiteY20" fmla="*/ 75910 h 6330524"/>
              <a:gd name="connsiteX21" fmla="*/ 1892744 w 12114255"/>
              <a:gd name="connsiteY21" fmla="*/ 0 h 6330524"/>
              <a:gd name="connsiteX0" fmla="*/ 1892744 w 12114253"/>
              <a:gd name="connsiteY0" fmla="*/ 0 h 6330524"/>
              <a:gd name="connsiteX1" fmla="*/ 304663 w 12114253"/>
              <a:gd name="connsiteY1" fmla="*/ 10761 h 6330524"/>
              <a:gd name="connsiteX2" fmla="*/ 0 w 12114253"/>
              <a:gd name="connsiteY2" fmla="*/ 47942 h 6330524"/>
              <a:gd name="connsiteX3" fmla="*/ 0 w 12114253"/>
              <a:gd name="connsiteY3" fmla="*/ 909146 h 6330524"/>
              <a:gd name="connsiteX4" fmla="*/ 4597 w 12114253"/>
              <a:gd name="connsiteY4" fmla="*/ 909146 h 6330524"/>
              <a:gd name="connsiteX5" fmla="*/ 88972 w 12114253"/>
              <a:gd name="connsiteY5" fmla="*/ 3523848 h 6330524"/>
              <a:gd name="connsiteX6" fmla="*/ 148480 w 12114253"/>
              <a:gd name="connsiteY6" fmla="*/ 5930841 h 6330524"/>
              <a:gd name="connsiteX7" fmla="*/ 2638911 w 12114253"/>
              <a:gd name="connsiteY7" fmla="*/ 5933377 h 6330524"/>
              <a:gd name="connsiteX8" fmla="*/ 4308929 w 12114253"/>
              <a:gd name="connsiteY8" fmla="*/ 5926717 h 6330524"/>
              <a:gd name="connsiteX9" fmla="*/ 5141474 w 12114253"/>
              <a:gd name="connsiteY9" fmla="*/ 5927859 h 6330524"/>
              <a:gd name="connsiteX10" fmla="*/ 5731339 w 12114253"/>
              <a:gd name="connsiteY10" fmla="*/ 6330524 h 6330524"/>
              <a:gd name="connsiteX11" fmla="*/ 6077302 w 12114253"/>
              <a:gd name="connsiteY11" fmla="*/ 5908409 h 6330524"/>
              <a:gd name="connsiteX12" fmla="*/ 9098386 w 12114253"/>
              <a:gd name="connsiteY12" fmla="*/ 5911624 h 6330524"/>
              <a:gd name="connsiteX13" fmla="*/ 10007288 w 12114253"/>
              <a:gd name="connsiteY13" fmla="*/ 5914499 h 6330524"/>
              <a:gd name="connsiteX14" fmla="*/ 10927227 w 12114253"/>
              <a:gd name="connsiteY14" fmla="*/ 5922366 h 6330524"/>
              <a:gd name="connsiteX15" fmla="*/ 12085310 w 12114253"/>
              <a:gd name="connsiteY15" fmla="*/ 5921320 h 6330524"/>
              <a:gd name="connsiteX16" fmla="*/ 12063456 w 12114253"/>
              <a:gd name="connsiteY16" fmla="*/ 2621674 h 6330524"/>
              <a:gd name="connsiteX17" fmla="*/ 12054104 w 12114253"/>
              <a:gd name="connsiteY17" fmla="*/ 176313 h 6330524"/>
              <a:gd name="connsiteX18" fmla="*/ 11289537 w 12114253"/>
              <a:gd name="connsiteY18" fmla="*/ 107615 h 6330524"/>
              <a:gd name="connsiteX19" fmla="*/ 10259313 w 12114253"/>
              <a:gd name="connsiteY19" fmla="*/ 101059 h 6330524"/>
              <a:gd name="connsiteX20" fmla="*/ 7599878 w 12114253"/>
              <a:gd name="connsiteY20" fmla="*/ 75910 h 6330524"/>
              <a:gd name="connsiteX21" fmla="*/ 1892744 w 12114253"/>
              <a:gd name="connsiteY21" fmla="*/ 0 h 6330524"/>
              <a:gd name="connsiteX0" fmla="*/ 1892744 w 12114253"/>
              <a:gd name="connsiteY0" fmla="*/ 0 h 6330524"/>
              <a:gd name="connsiteX1" fmla="*/ 304663 w 12114253"/>
              <a:gd name="connsiteY1" fmla="*/ 10761 h 6330524"/>
              <a:gd name="connsiteX2" fmla="*/ 0 w 12114253"/>
              <a:gd name="connsiteY2" fmla="*/ 47942 h 6330524"/>
              <a:gd name="connsiteX3" fmla="*/ 0 w 12114253"/>
              <a:gd name="connsiteY3" fmla="*/ 909146 h 6330524"/>
              <a:gd name="connsiteX4" fmla="*/ 4597 w 12114253"/>
              <a:gd name="connsiteY4" fmla="*/ 909146 h 6330524"/>
              <a:gd name="connsiteX5" fmla="*/ 88972 w 12114253"/>
              <a:gd name="connsiteY5" fmla="*/ 3523848 h 6330524"/>
              <a:gd name="connsiteX6" fmla="*/ 148480 w 12114253"/>
              <a:gd name="connsiteY6" fmla="*/ 5930841 h 6330524"/>
              <a:gd name="connsiteX7" fmla="*/ 2638911 w 12114253"/>
              <a:gd name="connsiteY7" fmla="*/ 5933377 h 6330524"/>
              <a:gd name="connsiteX8" fmla="*/ 4308929 w 12114253"/>
              <a:gd name="connsiteY8" fmla="*/ 5926717 h 6330524"/>
              <a:gd name="connsiteX9" fmla="*/ 5141474 w 12114253"/>
              <a:gd name="connsiteY9" fmla="*/ 5927859 h 6330524"/>
              <a:gd name="connsiteX10" fmla="*/ 5731339 w 12114253"/>
              <a:gd name="connsiteY10" fmla="*/ 6330524 h 6330524"/>
              <a:gd name="connsiteX11" fmla="*/ 6196455 w 12114253"/>
              <a:gd name="connsiteY11" fmla="*/ 5908410 h 6330524"/>
              <a:gd name="connsiteX12" fmla="*/ 9098386 w 12114253"/>
              <a:gd name="connsiteY12" fmla="*/ 5911624 h 6330524"/>
              <a:gd name="connsiteX13" fmla="*/ 10007288 w 12114253"/>
              <a:gd name="connsiteY13" fmla="*/ 5914499 h 6330524"/>
              <a:gd name="connsiteX14" fmla="*/ 10927227 w 12114253"/>
              <a:gd name="connsiteY14" fmla="*/ 5922366 h 6330524"/>
              <a:gd name="connsiteX15" fmla="*/ 12085310 w 12114253"/>
              <a:gd name="connsiteY15" fmla="*/ 5921320 h 6330524"/>
              <a:gd name="connsiteX16" fmla="*/ 12063456 w 12114253"/>
              <a:gd name="connsiteY16" fmla="*/ 2621674 h 6330524"/>
              <a:gd name="connsiteX17" fmla="*/ 12054104 w 12114253"/>
              <a:gd name="connsiteY17" fmla="*/ 176313 h 6330524"/>
              <a:gd name="connsiteX18" fmla="*/ 11289537 w 12114253"/>
              <a:gd name="connsiteY18" fmla="*/ 107615 h 6330524"/>
              <a:gd name="connsiteX19" fmla="*/ 10259313 w 12114253"/>
              <a:gd name="connsiteY19" fmla="*/ 101059 h 6330524"/>
              <a:gd name="connsiteX20" fmla="*/ 7599878 w 12114253"/>
              <a:gd name="connsiteY20" fmla="*/ 75910 h 6330524"/>
              <a:gd name="connsiteX21" fmla="*/ 1892744 w 12114253"/>
              <a:gd name="connsiteY21" fmla="*/ 0 h 6330524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141474 w 12114253"/>
              <a:gd name="connsiteY9" fmla="*/ 5927859 h 6231011"/>
              <a:gd name="connsiteX10" fmla="*/ 5707509 w 12114253"/>
              <a:gd name="connsiteY10" fmla="*/ 6231011 h 6231011"/>
              <a:gd name="connsiteX11" fmla="*/ 6196455 w 12114253"/>
              <a:gd name="connsiteY11" fmla="*/ 5908410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236797 w 12114253"/>
              <a:gd name="connsiteY9" fmla="*/ 5927859 h 6231011"/>
              <a:gd name="connsiteX10" fmla="*/ 5707509 w 12114253"/>
              <a:gd name="connsiteY10" fmla="*/ 6231011 h 6231011"/>
              <a:gd name="connsiteX11" fmla="*/ 6196455 w 12114253"/>
              <a:gd name="connsiteY11" fmla="*/ 5908410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196455 w 12114253"/>
              <a:gd name="connsiteY11" fmla="*/ 5908410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196455 w 12114253"/>
              <a:gd name="connsiteY11" fmla="*/ 5908410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196455 w 12114253"/>
              <a:gd name="connsiteY11" fmla="*/ 5908410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92239 w 12114253"/>
              <a:gd name="connsiteY11" fmla="*/ 5912762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71394 w 12114253"/>
              <a:gd name="connsiteY11" fmla="*/ 5917114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71394 w 12114253"/>
              <a:gd name="connsiteY11" fmla="*/ 5917114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71394 w 12114253"/>
              <a:gd name="connsiteY11" fmla="*/ 5917114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2638911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71394 w 12114253"/>
              <a:gd name="connsiteY11" fmla="*/ 5917114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14253"/>
              <a:gd name="connsiteY0" fmla="*/ 0 h 6231011"/>
              <a:gd name="connsiteX1" fmla="*/ 304663 w 12114253"/>
              <a:gd name="connsiteY1" fmla="*/ 10761 h 6231011"/>
              <a:gd name="connsiteX2" fmla="*/ 0 w 12114253"/>
              <a:gd name="connsiteY2" fmla="*/ 47942 h 6231011"/>
              <a:gd name="connsiteX3" fmla="*/ 0 w 12114253"/>
              <a:gd name="connsiteY3" fmla="*/ 909146 h 6231011"/>
              <a:gd name="connsiteX4" fmla="*/ 4597 w 12114253"/>
              <a:gd name="connsiteY4" fmla="*/ 909146 h 6231011"/>
              <a:gd name="connsiteX5" fmla="*/ 88972 w 12114253"/>
              <a:gd name="connsiteY5" fmla="*/ 3523848 h 6231011"/>
              <a:gd name="connsiteX6" fmla="*/ 148480 w 12114253"/>
              <a:gd name="connsiteY6" fmla="*/ 5930841 h 6231011"/>
              <a:gd name="connsiteX7" fmla="*/ 3319168 w 12114253"/>
              <a:gd name="connsiteY7" fmla="*/ 5933377 h 6231011"/>
              <a:gd name="connsiteX8" fmla="*/ 4308929 w 12114253"/>
              <a:gd name="connsiteY8" fmla="*/ 5926717 h 6231011"/>
              <a:gd name="connsiteX9" fmla="*/ 5308288 w 12114253"/>
              <a:gd name="connsiteY9" fmla="*/ 5937810 h 6231011"/>
              <a:gd name="connsiteX10" fmla="*/ 5707509 w 12114253"/>
              <a:gd name="connsiteY10" fmla="*/ 6231011 h 6231011"/>
              <a:gd name="connsiteX11" fmla="*/ 6071394 w 12114253"/>
              <a:gd name="connsiteY11" fmla="*/ 5917114 h 6231011"/>
              <a:gd name="connsiteX12" fmla="*/ 9098386 w 12114253"/>
              <a:gd name="connsiteY12" fmla="*/ 5911624 h 6231011"/>
              <a:gd name="connsiteX13" fmla="*/ 10007288 w 12114253"/>
              <a:gd name="connsiteY13" fmla="*/ 5914499 h 6231011"/>
              <a:gd name="connsiteX14" fmla="*/ 10927227 w 12114253"/>
              <a:gd name="connsiteY14" fmla="*/ 5922366 h 6231011"/>
              <a:gd name="connsiteX15" fmla="*/ 12085310 w 12114253"/>
              <a:gd name="connsiteY15" fmla="*/ 5921320 h 6231011"/>
              <a:gd name="connsiteX16" fmla="*/ 12063456 w 12114253"/>
              <a:gd name="connsiteY16" fmla="*/ 2621674 h 6231011"/>
              <a:gd name="connsiteX17" fmla="*/ 12054104 w 12114253"/>
              <a:gd name="connsiteY17" fmla="*/ 176313 h 6231011"/>
              <a:gd name="connsiteX18" fmla="*/ 11289537 w 12114253"/>
              <a:gd name="connsiteY18" fmla="*/ 107615 h 6231011"/>
              <a:gd name="connsiteX19" fmla="*/ 10259313 w 12114253"/>
              <a:gd name="connsiteY19" fmla="*/ 101059 h 6231011"/>
              <a:gd name="connsiteX20" fmla="*/ 7599878 w 12114253"/>
              <a:gd name="connsiteY20" fmla="*/ 75910 h 6231011"/>
              <a:gd name="connsiteX21" fmla="*/ 1892744 w 12114253"/>
              <a:gd name="connsiteY21" fmla="*/ 0 h 6231011"/>
              <a:gd name="connsiteX0" fmla="*/ 1892744 w 12107348"/>
              <a:gd name="connsiteY0" fmla="*/ 0 h 6231011"/>
              <a:gd name="connsiteX1" fmla="*/ 304663 w 12107348"/>
              <a:gd name="connsiteY1" fmla="*/ 10761 h 6231011"/>
              <a:gd name="connsiteX2" fmla="*/ 0 w 12107348"/>
              <a:gd name="connsiteY2" fmla="*/ 47942 h 6231011"/>
              <a:gd name="connsiteX3" fmla="*/ 0 w 12107348"/>
              <a:gd name="connsiteY3" fmla="*/ 909146 h 6231011"/>
              <a:gd name="connsiteX4" fmla="*/ 4597 w 12107348"/>
              <a:gd name="connsiteY4" fmla="*/ 909146 h 6231011"/>
              <a:gd name="connsiteX5" fmla="*/ 88972 w 12107348"/>
              <a:gd name="connsiteY5" fmla="*/ 3523848 h 6231011"/>
              <a:gd name="connsiteX6" fmla="*/ 148480 w 12107348"/>
              <a:gd name="connsiteY6" fmla="*/ 5930841 h 6231011"/>
              <a:gd name="connsiteX7" fmla="*/ 3319168 w 12107348"/>
              <a:gd name="connsiteY7" fmla="*/ 5933377 h 6231011"/>
              <a:gd name="connsiteX8" fmla="*/ 4308929 w 12107348"/>
              <a:gd name="connsiteY8" fmla="*/ 5926717 h 6231011"/>
              <a:gd name="connsiteX9" fmla="*/ 5308288 w 12107348"/>
              <a:gd name="connsiteY9" fmla="*/ 5937810 h 6231011"/>
              <a:gd name="connsiteX10" fmla="*/ 5707509 w 12107348"/>
              <a:gd name="connsiteY10" fmla="*/ 6231011 h 6231011"/>
              <a:gd name="connsiteX11" fmla="*/ 6071394 w 12107348"/>
              <a:gd name="connsiteY11" fmla="*/ 5917114 h 6231011"/>
              <a:gd name="connsiteX12" fmla="*/ 9098386 w 12107348"/>
              <a:gd name="connsiteY12" fmla="*/ 5911624 h 6231011"/>
              <a:gd name="connsiteX13" fmla="*/ 10007288 w 12107348"/>
              <a:gd name="connsiteY13" fmla="*/ 5914499 h 6231011"/>
              <a:gd name="connsiteX14" fmla="*/ 10927227 w 12107348"/>
              <a:gd name="connsiteY14" fmla="*/ 5922366 h 6231011"/>
              <a:gd name="connsiteX15" fmla="*/ 12085310 w 12107348"/>
              <a:gd name="connsiteY15" fmla="*/ 5921320 h 6231011"/>
              <a:gd name="connsiteX16" fmla="*/ 12063456 w 12107348"/>
              <a:gd name="connsiteY16" fmla="*/ 2621674 h 6231011"/>
              <a:gd name="connsiteX17" fmla="*/ 12054104 w 12107348"/>
              <a:gd name="connsiteY17" fmla="*/ 176313 h 6231011"/>
              <a:gd name="connsiteX18" fmla="*/ 11289537 w 12107348"/>
              <a:gd name="connsiteY18" fmla="*/ 107615 h 6231011"/>
              <a:gd name="connsiteX19" fmla="*/ 10259313 w 12107348"/>
              <a:gd name="connsiteY19" fmla="*/ 101059 h 6231011"/>
              <a:gd name="connsiteX20" fmla="*/ 7599878 w 12107348"/>
              <a:gd name="connsiteY20" fmla="*/ 75910 h 6231011"/>
              <a:gd name="connsiteX21" fmla="*/ 1892744 w 12107348"/>
              <a:gd name="connsiteY21" fmla="*/ 0 h 6231011"/>
              <a:gd name="connsiteX0" fmla="*/ 1892744 w 12107348"/>
              <a:gd name="connsiteY0" fmla="*/ 0 h 6231011"/>
              <a:gd name="connsiteX1" fmla="*/ 304663 w 12107348"/>
              <a:gd name="connsiteY1" fmla="*/ 10761 h 6231011"/>
              <a:gd name="connsiteX2" fmla="*/ 0 w 12107348"/>
              <a:gd name="connsiteY2" fmla="*/ 47942 h 6231011"/>
              <a:gd name="connsiteX3" fmla="*/ 0 w 12107348"/>
              <a:gd name="connsiteY3" fmla="*/ 909146 h 6231011"/>
              <a:gd name="connsiteX4" fmla="*/ 4597 w 12107348"/>
              <a:gd name="connsiteY4" fmla="*/ 909146 h 6231011"/>
              <a:gd name="connsiteX5" fmla="*/ 88972 w 12107348"/>
              <a:gd name="connsiteY5" fmla="*/ 3523848 h 6231011"/>
              <a:gd name="connsiteX6" fmla="*/ 148480 w 12107348"/>
              <a:gd name="connsiteY6" fmla="*/ 5930841 h 6231011"/>
              <a:gd name="connsiteX7" fmla="*/ 3319168 w 12107348"/>
              <a:gd name="connsiteY7" fmla="*/ 5933377 h 6231011"/>
              <a:gd name="connsiteX8" fmla="*/ 4308929 w 12107348"/>
              <a:gd name="connsiteY8" fmla="*/ 5926717 h 6231011"/>
              <a:gd name="connsiteX9" fmla="*/ 5308288 w 12107348"/>
              <a:gd name="connsiteY9" fmla="*/ 5937810 h 6231011"/>
              <a:gd name="connsiteX10" fmla="*/ 5707509 w 12107348"/>
              <a:gd name="connsiteY10" fmla="*/ 6231011 h 6231011"/>
              <a:gd name="connsiteX11" fmla="*/ 6071394 w 12107348"/>
              <a:gd name="connsiteY11" fmla="*/ 5917114 h 6231011"/>
              <a:gd name="connsiteX12" fmla="*/ 9098386 w 12107348"/>
              <a:gd name="connsiteY12" fmla="*/ 5911624 h 6231011"/>
              <a:gd name="connsiteX13" fmla="*/ 10007288 w 12107348"/>
              <a:gd name="connsiteY13" fmla="*/ 5914499 h 6231011"/>
              <a:gd name="connsiteX14" fmla="*/ 10927227 w 12107348"/>
              <a:gd name="connsiteY14" fmla="*/ 5922366 h 6231011"/>
              <a:gd name="connsiteX15" fmla="*/ 12085310 w 12107348"/>
              <a:gd name="connsiteY15" fmla="*/ 5921320 h 6231011"/>
              <a:gd name="connsiteX16" fmla="*/ 12063456 w 12107348"/>
              <a:gd name="connsiteY16" fmla="*/ 2621674 h 6231011"/>
              <a:gd name="connsiteX17" fmla="*/ 12054104 w 12107348"/>
              <a:gd name="connsiteY17" fmla="*/ 176313 h 6231011"/>
              <a:gd name="connsiteX18" fmla="*/ 11289537 w 12107348"/>
              <a:gd name="connsiteY18" fmla="*/ 107615 h 6231011"/>
              <a:gd name="connsiteX19" fmla="*/ 10259313 w 12107348"/>
              <a:gd name="connsiteY19" fmla="*/ 101059 h 6231011"/>
              <a:gd name="connsiteX20" fmla="*/ 7599878 w 12107348"/>
              <a:gd name="connsiteY20" fmla="*/ 75910 h 6231011"/>
              <a:gd name="connsiteX21" fmla="*/ 1892744 w 12107348"/>
              <a:gd name="connsiteY21" fmla="*/ 0 h 6231011"/>
              <a:gd name="connsiteX0" fmla="*/ 1892744 w 12113512"/>
              <a:gd name="connsiteY0" fmla="*/ 25991 h 6257002"/>
              <a:gd name="connsiteX1" fmla="*/ 304663 w 12113512"/>
              <a:gd name="connsiteY1" fmla="*/ 36752 h 6257002"/>
              <a:gd name="connsiteX2" fmla="*/ 0 w 12113512"/>
              <a:gd name="connsiteY2" fmla="*/ 73933 h 6257002"/>
              <a:gd name="connsiteX3" fmla="*/ 0 w 12113512"/>
              <a:gd name="connsiteY3" fmla="*/ 935137 h 6257002"/>
              <a:gd name="connsiteX4" fmla="*/ 4597 w 12113512"/>
              <a:gd name="connsiteY4" fmla="*/ 935137 h 6257002"/>
              <a:gd name="connsiteX5" fmla="*/ 88972 w 12113512"/>
              <a:gd name="connsiteY5" fmla="*/ 3549839 h 6257002"/>
              <a:gd name="connsiteX6" fmla="*/ 148480 w 12113512"/>
              <a:gd name="connsiteY6" fmla="*/ 5956832 h 6257002"/>
              <a:gd name="connsiteX7" fmla="*/ 3319168 w 12113512"/>
              <a:gd name="connsiteY7" fmla="*/ 5959368 h 6257002"/>
              <a:gd name="connsiteX8" fmla="*/ 4308929 w 12113512"/>
              <a:gd name="connsiteY8" fmla="*/ 5952708 h 6257002"/>
              <a:gd name="connsiteX9" fmla="*/ 5308288 w 12113512"/>
              <a:gd name="connsiteY9" fmla="*/ 5963801 h 6257002"/>
              <a:gd name="connsiteX10" fmla="*/ 5707509 w 12113512"/>
              <a:gd name="connsiteY10" fmla="*/ 6257002 h 6257002"/>
              <a:gd name="connsiteX11" fmla="*/ 6071394 w 12113512"/>
              <a:gd name="connsiteY11" fmla="*/ 5943105 h 6257002"/>
              <a:gd name="connsiteX12" fmla="*/ 9098386 w 12113512"/>
              <a:gd name="connsiteY12" fmla="*/ 5937615 h 6257002"/>
              <a:gd name="connsiteX13" fmla="*/ 10007288 w 12113512"/>
              <a:gd name="connsiteY13" fmla="*/ 5940490 h 6257002"/>
              <a:gd name="connsiteX14" fmla="*/ 10927227 w 12113512"/>
              <a:gd name="connsiteY14" fmla="*/ 5948357 h 6257002"/>
              <a:gd name="connsiteX15" fmla="*/ 12085310 w 12113512"/>
              <a:gd name="connsiteY15" fmla="*/ 5947311 h 6257002"/>
              <a:gd name="connsiteX16" fmla="*/ 12063456 w 12113512"/>
              <a:gd name="connsiteY16" fmla="*/ 2647665 h 6257002"/>
              <a:gd name="connsiteX17" fmla="*/ 12054104 w 12113512"/>
              <a:gd name="connsiteY17" fmla="*/ 202304 h 6257002"/>
              <a:gd name="connsiteX18" fmla="*/ 11486459 w 12113512"/>
              <a:gd name="connsiteY18" fmla="*/ 141081 h 6257002"/>
              <a:gd name="connsiteX19" fmla="*/ 10259313 w 12113512"/>
              <a:gd name="connsiteY19" fmla="*/ 127050 h 6257002"/>
              <a:gd name="connsiteX20" fmla="*/ 7599878 w 12113512"/>
              <a:gd name="connsiteY20" fmla="*/ 101901 h 6257002"/>
              <a:gd name="connsiteX21" fmla="*/ 1892744 w 12113512"/>
              <a:gd name="connsiteY21" fmla="*/ 25991 h 6257002"/>
              <a:gd name="connsiteX0" fmla="*/ 1892744 w 12117505"/>
              <a:gd name="connsiteY0" fmla="*/ 0 h 6231011"/>
              <a:gd name="connsiteX1" fmla="*/ 304663 w 12117505"/>
              <a:gd name="connsiteY1" fmla="*/ 10761 h 6231011"/>
              <a:gd name="connsiteX2" fmla="*/ 0 w 12117505"/>
              <a:gd name="connsiteY2" fmla="*/ 47942 h 6231011"/>
              <a:gd name="connsiteX3" fmla="*/ 0 w 12117505"/>
              <a:gd name="connsiteY3" fmla="*/ 909146 h 6231011"/>
              <a:gd name="connsiteX4" fmla="*/ 4597 w 12117505"/>
              <a:gd name="connsiteY4" fmla="*/ 909146 h 6231011"/>
              <a:gd name="connsiteX5" fmla="*/ 88972 w 12117505"/>
              <a:gd name="connsiteY5" fmla="*/ 3523848 h 6231011"/>
              <a:gd name="connsiteX6" fmla="*/ 148480 w 12117505"/>
              <a:gd name="connsiteY6" fmla="*/ 5930841 h 6231011"/>
              <a:gd name="connsiteX7" fmla="*/ 3319168 w 12117505"/>
              <a:gd name="connsiteY7" fmla="*/ 5933377 h 6231011"/>
              <a:gd name="connsiteX8" fmla="*/ 4308929 w 12117505"/>
              <a:gd name="connsiteY8" fmla="*/ 5926717 h 6231011"/>
              <a:gd name="connsiteX9" fmla="*/ 5308288 w 12117505"/>
              <a:gd name="connsiteY9" fmla="*/ 5937810 h 6231011"/>
              <a:gd name="connsiteX10" fmla="*/ 5707509 w 12117505"/>
              <a:gd name="connsiteY10" fmla="*/ 6231011 h 6231011"/>
              <a:gd name="connsiteX11" fmla="*/ 6071394 w 12117505"/>
              <a:gd name="connsiteY11" fmla="*/ 5917114 h 6231011"/>
              <a:gd name="connsiteX12" fmla="*/ 9098386 w 12117505"/>
              <a:gd name="connsiteY12" fmla="*/ 5911624 h 6231011"/>
              <a:gd name="connsiteX13" fmla="*/ 10007288 w 12117505"/>
              <a:gd name="connsiteY13" fmla="*/ 5914499 h 6231011"/>
              <a:gd name="connsiteX14" fmla="*/ 10927227 w 12117505"/>
              <a:gd name="connsiteY14" fmla="*/ 5922366 h 6231011"/>
              <a:gd name="connsiteX15" fmla="*/ 12085310 w 12117505"/>
              <a:gd name="connsiteY15" fmla="*/ 5921320 h 6231011"/>
              <a:gd name="connsiteX16" fmla="*/ 12063456 w 12117505"/>
              <a:gd name="connsiteY16" fmla="*/ 2621674 h 6231011"/>
              <a:gd name="connsiteX17" fmla="*/ 12054104 w 12117505"/>
              <a:gd name="connsiteY17" fmla="*/ 176313 h 6231011"/>
              <a:gd name="connsiteX18" fmla="*/ 11486459 w 12117505"/>
              <a:gd name="connsiteY18" fmla="*/ 115090 h 6231011"/>
              <a:gd name="connsiteX19" fmla="*/ 10259313 w 12117505"/>
              <a:gd name="connsiteY19" fmla="*/ 101059 h 6231011"/>
              <a:gd name="connsiteX20" fmla="*/ 7599878 w 12117505"/>
              <a:gd name="connsiteY20" fmla="*/ 75910 h 6231011"/>
              <a:gd name="connsiteX21" fmla="*/ 1892744 w 12117505"/>
              <a:gd name="connsiteY21" fmla="*/ 0 h 6231011"/>
              <a:gd name="connsiteX0" fmla="*/ 1892744 w 12117505"/>
              <a:gd name="connsiteY0" fmla="*/ 0 h 6231011"/>
              <a:gd name="connsiteX1" fmla="*/ 304663 w 12117505"/>
              <a:gd name="connsiteY1" fmla="*/ 10761 h 6231011"/>
              <a:gd name="connsiteX2" fmla="*/ 0 w 12117505"/>
              <a:gd name="connsiteY2" fmla="*/ 47942 h 6231011"/>
              <a:gd name="connsiteX3" fmla="*/ 0 w 12117505"/>
              <a:gd name="connsiteY3" fmla="*/ 909146 h 6231011"/>
              <a:gd name="connsiteX4" fmla="*/ 4597 w 12117505"/>
              <a:gd name="connsiteY4" fmla="*/ 909146 h 6231011"/>
              <a:gd name="connsiteX5" fmla="*/ 88972 w 12117505"/>
              <a:gd name="connsiteY5" fmla="*/ 3523848 h 6231011"/>
              <a:gd name="connsiteX6" fmla="*/ 148480 w 12117505"/>
              <a:gd name="connsiteY6" fmla="*/ 5930841 h 6231011"/>
              <a:gd name="connsiteX7" fmla="*/ 3319168 w 12117505"/>
              <a:gd name="connsiteY7" fmla="*/ 5933377 h 6231011"/>
              <a:gd name="connsiteX8" fmla="*/ 4308929 w 12117505"/>
              <a:gd name="connsiteY8" fmla="*/ 5926717 h 6231011"/>
              <a:gd name="connsiteX9" fmla="*/ 5308288 w 12117505"/>
              <a:gd name="connsiteY9" fmla="*/ 5937810 h 6231011"/>
              <a:gd name="connsiteX10" fmla="*/ 5707509 w 12117505"/>
              <a:gd name="connsiteY10" fmla="*/ 6231011 h 6231011"/>
              <a:gd name="connsiteX11" fmla="*/ 6071394 w 12117505"/>
              <a:gd name="connsiteY11" fmla="*/ 5917114 h 6231011"/>
              <a:gd name="connsiteX12" fmla="*/ 9098386 w 12117505"/>
              <a:gd name="connsiteY12" fmla="*/ 5911624 h 6231011"/>
              <a:gd name="connsiteX13" fmla="*/ 10007288 w 12117505"/>
              <a:gd name="connsiteY13" fmla="*/ 5914499 h 6231011"/>
              <a:gd name="connsiteX14" fmla="*/ 10927227 w 12117505"/>
              <a:gd name="connsiteY14" fmla="*/ 5922366 h 6231011"/>
              <a:gd name="connsiteX15" fmla="*/ 12085310 w 12117505"/>
              <a:gd name="connsiteY15" fmla="*/ 5921320 h 6231011"/>
              <a:gd name="connsiteX16" fmla="*/ 12063456 w 12117505"/>
              <a:gd name="connsiteY16" fmla="*/ 2621674 h 6231011"/>
              <a:gd name="connsiteX17" fmla="*/ 12054104 w 12117505"/>
              <a:gd name="connsiteY17" fmla="*/ 176313 h 6231011"/>
              <a:gd name="connsiteX18" fmla="*/ 11486459 w 12117505"/>
              <a:gd name="connsiteY18" fmla="*/ 115090 h 6231011"/>
              <a:gd name="connsiteX19" fmla="*/ 10223511 w 12117505"/>
              <a:gd name="connsiteY19" fmla="*/ 101059 h 6231011"/>
              <a:gd name="connsiteX20" fmla="*/ 7599878 w 12117505"/>
              <a:gd name="connsiteY20" fmla="*/ 75910 h 6231011"/>
              <a:gd name="connsiteX21" fmla="*/ 1892744 w 12117505"/>
              <a:gd name="connsiteY21" fmla="*/ 0 h 6231011"/>
              <a:gd name="connsiteX0" fmla="*/ 2161267 w 12117505"/>
              <a:gd name="connsiteY0" fmla="*/ 19141 h 6220250"/>
              <a:gd name="connsiteX1" fmla="*/ 304663 w 12117505"/>
              <a:gd name="connsiteY1" fmla="*/ 0 h 6220250"/>
              <a:gd name="connsiteX2" fmla="*/ 0 w 12117505"/>
              <a:gd name="connsiteY2" fmla="*/ 37181 h 6220250"/>
              <a:gd name="connsiteX3" fmla="*/ 0 w 12117505"/>
              <a:gd name="connsiteY3" fmla="*/ 898385 h 6220250"/>
              <a:gd name="connsiteX4" fmla="*/ 4597 w 12117505"/>
              <a:gd name="connsiteY4" fmla="*/ 898385 h 6220250"/>
              <a:gd name="connsiteX5" fmla="*/ 88972 w 12117505"/>
              <a:gd name="connsiteY5" fmla="*/ 3513087 h 6220250"/>
              <a:gd name="connsiteX6" fmla="*/ 148480 w 12117505"/>
              <a:gd name="connsiteY6" fmla="*/ 5920080 h 6220250"/>
              <a:gd name="connsiteX7" fmla="*/ 3319168 w 12117505"/>
              <a:gd name="connsiteY7" fmla="*/ 5922616 h 6220250"/>
              <a:gd name="connsiteX8" fmla="*/ 4308929 w 12117505"/>
              <a:gd name="connsiteY8" fmla="*/ 5915956 h 6220250"/>
              <a:gd name="connsiteX9" fmla="*/ 5308288 w 12117505"/>
              <a:gd name="connsiteY9" fmla="*/ 5927049 h 6220250"/>
              <a:gd name="connsiteX10" fmla="*/ 5707509 w 12117505"/>
              <a:gd name="connsiteY10" fmla="*/ 6220250 h 6220250"/>
              <a:gd name="connsiteX11" fmla="*/ 6071394 w 12117505"/>
              <a:gd name="connsiteY11" fmla="*/ 5906353 h 6220250"/>
              <a:gd name="connsiteX12" fmla="*/ 9098386 w 12117505"/>
              <a:gd name="connsiteY12" fmla="*/ 5900863 h 6220250"/>
              <a:gd name="connsiteX13" fmla="*/ 10007288 w 12117505"/>
              <a:gd name="connsiteY13" fmla="*/ 5903738 h 6220250"/>
              <a:gd name="connsiteX14" fmla="*/ 10927227 w 12117505"/>
              <a:gd name="connsiteY14" fmla="*/ 5911605 h 6220250"/>
              <a:gd name="connsiteX15" fmla="*/ 12085310 w 12117505"/>
              <a:gd name="connsiteY15" fmla="*/ 5910559 h 6220250"/>
              <a:gd name="connsiteX16" fmla="*/ 12063456 w 12117505"/>
              <a:gd name="connsiteY16" fmla="*/ 2610913 h 6220250"/>
              <a:gd name="connsiteX17" fmla="*/ 12054104 w 12117505"/>
              <a:gd name="connsiteY17" fmla="*/ 165552 h 6220250"/>
              <a:gd name="connsiteX18" fmla="*/ 11486459 w 12117505"/>
              <a:gd name="connsiteY18" fmla="*/ 104329 h 6220250"/>
              <a:gd name="connsiteX19" fmla="*/ 10223511 w 12117505"/>
              <a:gd name="connsiteY19" fmla="*/ 90298 h 6220250"/>
              <a:gd name="connsiteX20" fmla="*/ 7599878 w 12117505"/>
              <a:gd name="connsiteY20" fmla="*/ 65149 h 6220250"/>
              <a:gd name="connsiteX21" fmla="*/ 2161267 w 12117505"/>
              <a:gd name="connsiteY21" fmla="*/ 19141 h 6220250"/>
              <a:gd name="connsiteX0" fmla="*/ 2161267 w 12117505"/>
              <a:gd name="connsiteY0" fmla="*/ 19141 h 6220250"/>
              <a:gd name="connsiteX1" fmla="*/ 304663 w 12117505"/>
              <a:gd name="connsiteY1" fmla="*/ 0 h 6220250"/>
              <a:gd name="connsiteX2" fmla="*/ 0 w 12117505"/>
              <a:gd name="connsiteY2" fmla="*/ 140095 h 6220250"/>
              <a:gd name="connsiteX3" fmla="*/ 0 w 12117505"/>
              <a:gd name="connsiteY3" fmla="*/ 898385 h 6220250"/>
              <a:gd name="connsiteX4" fmla="*/ 4597 w 12117505"/>
              <a:gd name="connsiteY4" fmla="*/ 898385 h 6220250"/>
              <a:gd name="connsiteX5" fmla="*/ 88972 w 12117505"/>
              <a:gd name="connsiteY5" fmla="*/ 3513087 h 6220250"/>
              <a:gd name="connsiteX6" fmla="*/ 148480 w 12117505"/>
              <a:gd name="connsiteY6" fmla="*/ 5920080 h 6220250"/>
              <a:gd name="connsiteX7" fmla="*/ 3319168 w 12117505"/>
              <a:gd name="connsiteY7" fmla="*/ 5922616 h 6220250"/>
              <a:gd name="connsiteX8" fmla="*/ 4308929 w 12117505"/>
              <a:gd name="connsiteY8" fmla="*/ 5915956 h 6220250"/>
              <a:gd name="connsiteX9" fmla="*/ 5308288 w 12117505"/>
              <a:gd name="connsiteY9" fmla="*/ 5927049 h 6220250"/>
              <a:gd name="connsiteX10" fmla="*/ 5707509 w 12117505"/>
              <a:gd name="connsiteY10" fmla="*/ 6220250 h 6220250"/>
              <a:gd name="connsiteX11" fmla="*/ 6071394 w 12117505"/>
              <a:gd name="connsiteY11" fmla="*/ 5906353 h 6220250"/>
              <a:gd name="connsiteX12" fmla="*/ 9098386 w 12117505"/>
              <a:gd name="connsiteY12" fmla="*/ 5900863 h 6220250"/>
              <a:gd name="connsiteX13" fmla="*/ 10007288 w 12117505"/>
              <a:gd name="connsiteY13" fmla="*/ 5903738 h 6220250"/>
              <a:gd name="connsiteX14" fmla="*/ 10927227 w 12117505"/>
              <a:gd name="connsiteY14" fmla="*/ 5911605 h 6220250"/>
              <a:gd name="connsiteX15" fmla="*/ 12085310 w 12117505"/>
              <a:gd name="connsiteY15" fmla="*/ 5910559 h 6220250"/>
              <a:gd name="connsiteX16" fmla="*/ 12063456 w 12117505"/>
              <a:gd name="connsiteY16" fmla="*/ 2610913 h 6220250"/>
              <a:gd name="connsiteX17" fmla="*/ 12054104 w 12117505"/>
              <a:gd name="connsiteY17" fmla="*/ 165552 h 6220250"/>
              <a:gd name="connsiteX18" fmla="*/ 11486459 w 12117505"/>
              <a:gd name="connsiteY18" fmla="*/ 104329 h 6220250"/>
              <a:gd name="connsiteX19" fmla="*/ 10223511 w 12117505"/>
              <a:gd name="connsiteY19" fmla="*/ 90298 h 6220250"/>
              <a:gd name="connsiteX20" fmla="*/ 7599878 w 12117505"/>
              <a:gd name="connsiteY20" fmla="*/ 65149 h 6220250"/>
              <a:gd name="connsiteX21" fmla="*/ 2161267 w 12117505"/>
              <a:gd name="connsiteY21" fmla="*/ 19141 h 6220250"/>
              <a:gd name="connsiteX0" fmla="*/ 2161267 w 12117505"/>
              <a:gd name="connsiteY0" fmla="*/ 0 h 6201109"/>
              <a:gd name="connsiteX1" fmla="*/ 705111 w 12117505"/>
              <a:gd name="connsiteY1" fmla="*/ 15164 h 6201109"/>
              <a:gd name="connsiteX2" fmla="*/ 0 w 12117505"/>
              <a:gd name="connsiteY2" fmla="*/ 120954 h 6201109"/>
              <a:gd name="connsiteX3" fmla="*/ 0 w 12117505"/>
              <a:gd name="connsiteY3" fmla="*/ 879244 h 6201109"/>
              <a:gd name="connsiteX4" fmla="*/ 4597 w 12117505"/>
              <a:gd name="connsiteY4" fmla="*/ 879244 h 6201109"/>
              <a:gd name="connsiteX5" fmla="*/ 88972 w 12117505"/>
              <a:gd name="connsiteY5" fmla="*/ 3493946 h 6201109"/>
              <a:gd name="connsiteX6" fmla="*/ 148480 w 12117505"/>
              <a:gd name="connsiteY6" fmla="*/ 5900939 h 6201109"/>
              <a:gd name="connsiteX7" fmla="*/ 3319168 w 12117505"/>
              <a:gd name="connsiteY7" fmla="*/ 5903475 h 6201109"/>
              <a:gd name="connsiteX8" fmla="*/ 4308929 w 12117505"/>
              <a:gd name="connsiteY8" fmla="*/ 5896815 h 6201109"/>
              <a:gd name="connsiteX9" fmla="*/ 5308288 w 12117505"/>
              <a:gd name="connsiteY9" fmla="*/ 5907908 h 6201109"/>
              <a:gd name="connsiteX10" fmla="*/ 5707509 w 12117505"/>
              <a:gd name="connsiteY10" fmla="*/ 6201109 h 6201109"/>
              <a:gd name="connsiteX11" fmla="*/ 6071394 w 12117505"/>
              <a:gd name="connsiteY11" fmla="*/ 5887212 h 6201109"/>
              <a:gd name="connsiteX12" fmla="*/ 9098386 w 12117505"/>
              <a:gd name="connsiteY12" fmla="*/ 5881722 h 6201109"/>
              <a:gd name="connsiteX13" fmla="*/ 10007288 w 12117505"/>
              <a:gd name="connsiteY13" fmla="*/ 5884597 h 6201109"/>
              <a:gd name="connsiteX14" fmla="*/ 10927227 w 12117505"/>
              <a:gd name="connsiteY14" fmla="*/ 5892464 h 6201109"/>
              <a:gd name="connsiteX15" fmla="*/ 12085310 w 12117505"/>
              <a:gd name="connsiteY15" fmla="*/ 5891418 h 6201109"/>
              <a:gd name="connsiteX16" fmla="*/ 12063456 w 12117505"/>
              <a:gd name="connsiteY16" fmla="*/ 2591772 h 6201109"/>
              <a:gd name="connsiteX17" fmla="*/ 12054104 w 12117505"/>
              <a:gd name="connsiteY17" fmla="*/ 146411 h 6201109"/>
              <a:gd name="connsiteX18" fmla="*/ 11486459 w 12117505"/>
              <a:gd name="connsiteY18" fmla="*/ 85188 h 6201109"/>
              <a:gd name="connsiteX19" fmla="*/ 10223511 w 12117505"/>
              <a:gd name="connsiteY19" fmla="*/ 71157 h 6201109"/>
              <a:gd name="connsiteX20" fmla="*/ 7599878 w 12117505"/>
              <a:gd name="connsiteY20" fmla="*/ 46008 h 6201109"/>
              <a:gd name="connsiteX21" fmla="*/ 2161267 w 12117505"/>
              <a:gd name="connsiteY21" fmla="*/ 0 h 6201109"/>
              <a:gd name="connsiteX0" fmla="*/ 2695196 w 12117505"/>
              <a:gd name="connsiteY0" fmla="*/ 36292 h 6185945"/>
              <a:gd name="connsiteX1" fmla="*/ 705111 w 12117505"/>
              <a:gd name="connsiteY1" fmla="*/ 0 h 6185945"/>
              <a:gd name="connsiteX2" fmla="*/ 0 w 12117505"/>
              <a:gd name="connsiteY2" fmla="*/ 105790 h 6185945"/>
              <a:gd name="connsiteX3" fmla="*/ 0 w 12117505"/>
              <a:gd name="connsiteY3" fmla="*/ 864080 h 6185945"/>
              <a:gd name="connsiteX4" fmla="*/ 4597 w 12117505"/>
              <a:gd name="connsiteY4" fmla="*/ 864080 h 6185945"/>
              <a:gd name="connsiteX5" fmla="*/ 88972 w 12117505"/>
              <a:gd name="connsiteY5" fmla="*/ 3478782 h 6185945"/>
              <a:gd name="connsiteX6" fmla="*/ 148480 w 12117505"/>
              <a:gd name="connsiteY6" fmla="*/ 5885775 h 6185945"/>
              <a:gd name="connsiteX7" fmla="*/ 3319168 w 12117505"/>
              <a:gd name="connsiteY7" fmla="*/ 5888311 h 6185945"/>
              <a:gd name="connsiteX8" fmla="*/ 4308929 w 12117505"/>
              <a:gd name="connsiteY8" fmla="*/ 5881651 h 6185945"/>
              <a:gd name="connsiteX9" fmla="*/ 5308288 w 12117505"/>
              <a:gd name="connsiteY9" fmla="*/ 5892744 h 6185945"/>
              <a:gd name="connsiteX10" fmla="*/ 5707509 w 12117505"/>
              <a:gd name="connsiteY10" fmla="*/ 6185945 h 6185945"/>
              <a:gd name="connsiteX11" fmla="*/ 6071394 w 12117505"/>
              <a:gd name="connsiteY11" fmla="*/ 5872048 h 6185945"/>
              <a:gd name="connsiteX12" fmla="*/ 9098386 w 12117505"/>
              <a:gd name="connsiteY12" fmla="*/ 5866558 h 6185945"/>
              <a:gd name="connsiteX13" fmla="*/ 10007288 w 12117505"/>
              <a:gd name="connsiteY13" fmla="*/ 5869433 h 6185945"/>
              <a:gd name="connsiteX14" fmla="*/ 10927227 w 12117505"/>
              <a:gd name="connsiteY14" fmla="*/ 5877300 h 6185945"/>
              <a:gd name="connsiteX15" fmla="*/ 12085310 w 12117505"/>
              <a:gd name="connsiteY15" fmla="*/ 5876254 h 6185945"/>
              <a:gd name="connsiteX16" fmla="*/ 12063456 w 12117505"/>
              <a:gd name="connsiteY16" fmla="*/ 2576608 h 6185945"/>
              <a:gd name="connsiteX17" fmla="*/ 12054104 w 12117505"/>
              <a:gd name="connsiteY17" fmla="*/ 131247 h 6185945"/>
              <a:gd name="connsiteX18" fmla="*/ 11486459 w 12117505"/>
              <a:gd name="connsiteY18" fmla="*/ 70024 h 6185945"/>
              <a:gd name="connsiteX19" fmla="*/ 10223511 w 12117505"/>
              <a:gd name="connsiteY19" fmla="*/ 55993 h 6185945"/>
              <a:gd name="connsiteX20" fmla="*/ 7599878 w 12117505"/>
              <a:gd name="connsiteY20" fmla="*/ 30844 h 6185945"/>
              <a:gd name="connsiteX21" fmla="*/ 2695196 w 12117505"/>
              <a:gd name="connsiteY21" fmla="*/ 36292 h 6185945"/>
              <a:gd name="connsiteX0" fmla="*/ 2695196 w 12117505"/>
              <a:gd name="connsiteY0" fmla="*/ 5448 h 6155101"/>
              <a:gd name="connsiteX1" fmla="*/ 604999 w 12117505"/>
              <a:gd name="connsiteY1" fmla="*/ 37768 h 6155101"/>
              <a:gd name="connsiteX2" fmla="*/ 0 w 12117505"/>
              <a:gd name="connsiteY2" fmla="*/ 74946 h 6155101"/>
              <a:gd name="connsiteX3" fmla="*/ 0 w 12117505"/>
              <a:gd name="connsiteY3" fmla="*/ 833236 h 6155101"/>
              <a:gd name="connsiteX4" fmla="*/ 4597 w 12117505"/>
              <a:gd name="connsiteY4" fmla="*/ 833236 h 6155101"/>
              <a:gd name="connsiteX5" fmla="*/ 88972 w 12117505"/>
              <a:gd name="connsiteY5" fmla="*/ 3447938 h 6155101"/>
              <a:gd name="connsiteX6" fmla="*/ 148480 w 12117505"/>
              <a:gd name="connsiteY6" fmla="*/ 5854931 h 6155101"/>
              <a:gd name="connsiteX7" fmla="*/ 3319168 w 12117505"/>
              <a:gd name="connsiteY7" fmla="*/ 5857467 h 6155101"/>
              <a:gd name="connsiteX8" fmla="*/ 4308929 w 12117505"/>
              <a:gd name="connsiteY8" fmla="*/ 5850807 h 6155101"/>
              <a:gd name="connsiteX9" fmla="*/ 5308288 w 12117505"/>
              <a:gd name="connsiteY9" fmla="*/ 5861900 h 6155101"/>
              <a:gd name="connsiteX10" fmla="*/ 5707509 w 12117505"/>
              <a:gd name="connsiteY10" fmla="*/ 6155101 h 6155101"/>
              <a:gd name="connsiteX11" fmla="*/ 6071394 w 12117505"/>
              <a:gd name="connsiteY11" fmla="*/ 5841204 h 6155101"/>
              <a:gd name="connsiteX12" fmla="*/ 9098386 w 12117505"/>
              <a:gd name="connsiteY12" fmla="*/ 5835714 h 6155101"/>
              <a:gd name="connsiteX13" fmla="*/ 10007288 w 12117505"/>
              <a:gd name="connsiteY13" fmla="*/ 5838589 h 6155101"/>
              <a:gd name="connsiteX14" fmla="*/ 10927227 w 12117505"/>
              <a:gd name="connsiteY14" fmla="*/ 5846456 h 6155101"/>
              <a:gd name="connsiteX15" fmla="*/ 12085310 w 12117505"/>
              <a:gd name="connsiteY15" fmla="*/ 5845410 h 6155101"/>
              <a:gd name="connsiteX16" fmla="*/ 12063456 w 12117505"/>
              <a:gd name="connsiteY16" fmla="*/ 2545764 h 6155101"/>
              <a:gd name="connsiteX17" fmla="*/ 12054104 w 12117505"/>
              <a:gd name="connsiteY17" fmla="*/ 100403 h 6155101"/>
              <a:gd name="connsiteX18" fmla="*/ 11486459 w 12117505"/>
              <a:gd name="connsiteY18" fmla="*/ 39180 h 6155101"/>
              <a:gd name="connsiteX19" fmla="*/ 10223511 w 12117505"/>
              <a:gd name="connsiteY19" fmla="*/ 25149 h 6155101"/>
              <a:gd name="connsiteX20" fmla="*/ 7599878 w 12117505"/>
              <a:gd name="connsiteY20" fmla="*/ 0 h 6155101"/>
              <a:gd name="connsiteX21" fmla="*/ 2695196 w 12117505"/>
              <a:gd name="connsiteY21" fmla="*/ 5448 h 6155101"/>
              <a:gd name="connsiteX0" fmla="*/ 2695196 w 12117505"/>
              <a:gd name="connsiteY0" fmla="*/ 5448 h 6155101"/>
              <a:gd name="connsiteX1" fmla="*/ 604999 w 12117505"/>
              <a:gd name="connsiteY1" fmla="*/ 37768 h 6155101"/>
              <a:gd name="connsiteX2" fmla="*/ 0 w 12117505"/>
              <a:gd name="connsiteY2" fmla="*/ 74946 h 6155101"/>
              <a:gd name="connsiteX3" fmla="*/ 0 w 12117505"/>
              <a:gd name="connsiteY3" fmla="*/ 833236 h 6155101"/>
              <a:gd name="connsiteX4" fmla="*/ 4597 w 12117505"/>
              <a:gd name="connsiteY4" fmla="*/ 833236 h 6155101"/>
              <a:gd name="connsiteX5" fmla="*/ 88972 w 12117505"/>
              <a:gd name="connsiteY5" fmla="*/ 3447938 h 6155101"/>
              <a:gd name="connsiteX6" fmla="*/ 148480 w 12117505"/>
              <a:gd name="connsiteY6" fmla="*/ 5854931 h 6155101"/>
              <a:gd name="connsiteX7" fmla="*/ 3319168 w 12117505"/>
              <a:gd name="connsiteY7" fmla="*/ 5857467 h 6155101"/>
              <a:gd name="connsiteX8" fmla="*/ 4308929 w 12117505"/>
              <a:gd name="connsiteY8" fmla="*/ 5850807 h 6155101"/>
              <a:gd name="connsiteX9" fmla="*/ 5308288 w 12117505"/>
              <a:gd name="connsiteY9" fmla="*/ 5861900 h 6155101"/>
              <a:gd name="connsiteX10" fmla="*/ 5707509 w 12117505"/>
              <a:gd name="connsiteY10" fmla="*/ 6155101 h 6155101"/>
              <a:gd name="connsiteX11" fmla="*/ 6254140 w 12117505"/>
              <a:gd name="connsiteY11" fmla="*/ 5841204 h 6155101"/>
              <a:gd name="connsiteX12" fmla="*/ 9098386 w 12117505"/>
              <a:gd name="connsiteY12" fmla="*/ 5835714 h 6155101"/>
              <a:gd name="connsiteX13" fmla="*/ 10007288 w 12117505"/>
              <a:gd name="connsiteY13" fmla="*/ 5838589 h 6155101"/>
              <a:gd name="connsiteX14" fmla="*/ 10927227 w 12117505"/>
              <a:gd name="connsiteY14" fmla="*/ 5846456 h 6155101"/>
              <a:gd name="connsiteX15" fmla="*/ 12085310 w 12117505"/>
              <a:gd name="connsiteY15" fmla="*/ 5845410 h 6155101"/>
              <a:gd name="connsiteX16" fmla="*/ 12063456 w 12117505"/>
              <a:gd name="connsiteY16" fmla="*/ 2545764 h 6155101"/>
              <a:gd name="connsiteX17" fmla="*/ 12054104 w 12117505"/>
              <a:gd name="connsiteY17" fmla="*/ 100403 h 6155101"/>
              <a:gd name="connsiteX18" fmla="*/ 11486459 w 12117505"/>
              <a:gd name="connsiteY18" fmla="*/ 39180 h 6155101"/>
              <a:gd name="connsiteX19" fmla="*/ 10223511 w 12117505"/>
              <a:gd name="connsiteY19" fmla="*/ 25149 h 6155101"/>
              <a:gd name="connsiteX20" fmla="*/ 7599878 w 12117505"/>
              <a:gd name="connsiteY20" fmla="*/ 0 h 6155101"/>
              <a:gd name="connsiteX21" fmla="*/ 2695196 w 12117505"/>
              <a:gd name="connsiteY21" fmla="*/ 5448 h 6155101"/>
              <a:gd name="connsiteX0" fmla="*/ 2695196 w 12117505"/>
              <a:gd name="connsiteY0" fmla="*/ 5448 h 6210525"/>
              <a:gd name="connsiteX1" fmla="*/ 604999 w 12117505"/>
              <a:gd name="connsiteY1" fmla="*/ 37768 h 6210525"/>
              <a:gd name="connsiteX2" fmla="*/ 0 w 12117505"/>
              <a:gd name="connsiteY2" fmla="*/ 74946 h 6210525"/>
              <a:gd name="connsiteX3" fmla="*/ 0 w 12117505"/>
              <a:gd name="connsiteY3" fmla="*/ 833236 h 6210525"/>
              <a:gd name="connsiteX4" fmla="*/ 4597 w 12117505"/>
              <a:gd name="connsiteY4" fmla="*/ 833236 h 6210525"/>
              <a:gd name="connsiteX5" fmla="*/ 88972 w 12117505"/>
              <a:gd name="connsiteY5" fmla="*/ 3447938 h 6210525"/>
              <a:gd name="connsiteX6" fmla="*/ 148480 w 12117505"/>
              <a:gd name="connsiteY6" fmla="*/ 5854931 h 6210525"/>
              <a:gd name="connsiteX7" fmla="*/ 3319168 w 12117505"/>
              <a:gd name="connsiteY7" fmla="*/ 5857467 h 6210525"/>
              <a:gd name="connsiteX8" fmla="*/ 4308929 w 12117505"/>
              <a:gd name="connsiteY8" fmla="*/ 5850807 h 6210525"/>
              <a:gd name="connsiteX9" fmla="*/ 5308288 w 12117505"/>
              <a:gd name="connsiteY9" fmla="*/ 5861900 h 6210525"/>
              <a:gd name="connsiteX10" fmla="*/ 5877202 w 12117505"/>
              <a:gd name="connsiteY10" fmla="*/ 6210525 h 6210525"/>
              <a:gd name="connsiteX11" fmla="*/ 6254140 w 12117505"/>
              <a:gd name="connsiteY11" fmla="*/ 5841204 h 6210525"/>
              <a:gd name="connsiteX12" fmla="*/ 9098386 w 12117505"/>
              <a:gd name="connsiteY12" fmla="*/ 5835714 h 6210525"/>
              <a:gd name="connsiteX13" fmla="*/ 10007288 w 12117505"/>
              <a:gd name="connsiteY13" fmla="*/ 5838589 h 6210525"/>
              <a:gd name="connsiteX14" fmla="*/ 10927227 w 12117505"/>
              <a:gd name="connsiteY14" fmla="*/ 5846456 h 6210525"/>
              <a:gd name="connsiteX15" fmla="*/ 12085310 w 12117505"/>
              <a:gd name="connsiteY15" fmla="*/ 5845410 h 6210525"/>
              <a:gd name="connsiteX16" fmla="*/ 12063456 w 12117505"/>
              <a:gd name="connsiteY16" fmla="*/ 2545764 h 6210525"/>
              <a:gd name="connsiteX17" fmla="*/ 12054104 w 12117505"/>
              <a:gd name="connsiteY17" fmla="*/ 100403 h 6210525"/>
              <a:gd name="connsiteX18" fmla="*/ 11486459 w 12117505"/>
              <a:gd name="connsiteY18" fmla="*/ 39180 h 6210525"/>
              <a:gd name="connsiteX19" fmla="*/ 10223511 w 12117505"/>
              <a:gd name="connsiteY19" fmla="*/ 25149 h 6210525"/>
              <a:gd name="connsiteX20" fmla="*/ 7599878 w 12117505"/>
              <a:gd name="connsiteY20" fmla="*/ 0 h 6210525"/>
              <a:gd name="connsiteX21" fmla="*/ 2695196 w 12117505"/>
              <a:gd name="connsiteY21" fmla="*/ 5448 h 6210525"/>
              <a:gd name="connsiteX0" fmla="*/ 2695196 w 12117505"/>
              <a:gd name="connsiteY0" fmla="*/ 5448 h 6259020"/>
              <a:gd name="connsiteX1" fmla="*/ 604999 w 12117505"/>
              <a:gd name="connsiteY1" fmla="*/ 37768 h 6259020"/>
              <a:gd name="connsiteX2" fmla="*/ 0 w 12117505"/>
              <a:gd name="connsiteY2" fmla="*/ 74946 h 6259020"/>
              <a:gd name="connsiteX3" fmla="*/ 0 w 12117505"/>
              <a:gd name="connsiteY3" fmla="*/ 833236 h 6259020"/>
              <a:gd name="connsiteX4" fmla="*/ 4597 w 12117505"/>
              <a:gd name="connsiteY4" fmla="*/ 833236 h 6259020"/>
              <a:gd name="connsiteX5" fmla="*/ 88972 w 12117505"/>
              <a:gd name="connsiteY5" fmla="*/ 3447938 h 6259020"/>
              <a:gd name="connsiteX6" fmla="*/ 148480 w 12117505"/>
              <a:gd name="connsiteY6" fmla="*/ 5854931 h 6259020"/>
              <a:gd name="connsiteX7" fmla="*/ 3319168 w 12117505"/>
              <a:gd name="connsiteY7" fmla="*/ 5857467 h 6259020"/>
              <a:gd name="connsiteX8" fmla="*/ 4308929 w 12117505"/>
              <a:gd name="connsiteY8" fmla="*/ 5850807 h 6259020"/>
              <a:gd name="connsiteX9" fmla="*/ 5308288 w 12117505"/>
              <a:gd name="connsiteY9" fmla="*/ 5861900 h 6259020"/>
              <a:gd name="connsiteX10" fmla="*/ 5903311 w 12117505"/>
              <a:gd name="connsiteY10" fmla="*/ 6259020 h 6259020"/>
              <a:gd name="connsiteX11" fmla="*/ 6254140 w 12117505"/>
              <a:gd name="connsiteY11" fmla="*/ 5841204 h 6259020"/>
              <a:gd name="connsiteX12" fmla="*/ 9098386 w 12117505"/>
              <a:gd name="connsiteY12" fmla="*/ 5835714 h 6259020"/>
              <a:gd name="connsiteX13" fmla="*/ 10007288 w 12117505"/>
              <a:gd name="connsiteY13" fmla="*/ 5838589 h 6259020"/>
              <a:gd name="connsiteX14" fmla="*/ 10927227 w 12117505"/>
              <a:gd name="connsiteY14" fmla="*/ 5846456 h 6259020"/>
              <a:gd name="connsiteX15" fmla="*/ 12085310 w 12117505"/>
              <a:gd name="connsiteY15" fmla="*/ 5845410 h 6259020"/>
              <a:gd name="connsiteX16" fmla="*/ 12063456 w 12117505"/>
              <a:gd name="connsiteY16" fmla="*/ 2545764 h 6259020"/>
              <a:gd name="connsiteX17" fmla="*/ 12054104 w 12117505"/>
              <a:gd name="connsiteY17" fmla="*/ 100403 h 6259020"/>
              <a:gd name="connsiteX18" fmla="*/ 11486459 w 12117505"/>
              <a:gd name="connsiteY18" fmla="*/ 39180 h 6259020"/>
              <a:gd name="connsiteX19" fmla="*/ 10223511 w 12117505"/>
              <a:gd name="connsiteY19" fmla="*/ 25149 h 6259020"/>
              <a:gd name="connsiteX20" fmla="*/ 7599878 w 12117505"/>
              <a:gd name="connsiteY20" fmla="*/ 0 h 6259020"/>
              <a:gd name="connsiteX21" fmla="*/ 2695196 w 12117505"/>
              <a:gd name="connsiteY21" fmla="*/ 5448 h 6259020"/>
              <a:gd name="connsiteX0" fmla="*/ 2695196 w 12117505"/>
              <a:gd name="connsiteY0" fmla="*/ 5448 h 6259020"/>
              <a:gd name="connsiteX1" fmla="*/ 604999 w 12117505"/>
              <a:gd name="connsiteY1" fmla="*/ 37768 h 6259020"/>
              <a:gd name="connsiteX2" fmla="*/ 0 w 12117505"/>
              <a:gd name="connsiteY2" fmla="*/ 74946 h 6259020"/>
              <a:gd name="connsiteX3" fmla="*/ 0 w 12117505"/>
              <a:gd name="connsiteY3" fmla="*/ 833236 h 6259020"/>
              <a:gd name="connsiteX4" fmla="*/ 4597 w 12117505"/>
              <a:gd name="connsiteY4" fmla="*/ 833236 h 6259020"/>
              <a:gd name="connsiteX5" fmla="*/ 88972 w 12117505"/>
              <a:gd name="connsiteY5" fmla="*/ 3447938 h 6259020"/>
              <a:gd name="connsiteX6" fmla="*/ 148480 w 12117505"/>
              <a:gd name="connsiteY6" fmla="*/ 5854931 h 6259020"/>
              <a:gd name="connsiteX7" fmla="*/ 3319168 w 12117505"/>
              <a:gd name="connsiteY7" fmla="*/ 5857467 h 6259020"/>
              <a:gd name="connsiteX8" fmla="*/ 4308929 w 12117505"/>
              <a:gd name="connsiteY8" fmla="*/ 5850807 h 6259020"/>
              <a:gd name="connsiteX9" fmla="*/ 5308288 w 12117505"/>
              <a:gd name="connsiteY9" fmla="*/ 5861900 h 6259020"/>
              <a:gd name="connsiteX10" fmla="*/ 5903311 w 12117505"/>
              <a:gd name="connsiteY10" fmla="*/ 6259020 h 6259020"/>
              <a:gd name="connsiteX11" fmla="*/ 6358569 w 12117505"/>
              <a:gd name="connsiteY11" fmla="*/ 5841208 h 6259020"/>
              <a:gd name="connsiteX12" fmla="*/ 9098386 w 12117505"/>
              <a:gd name="connsiteY12" fmla="*/ 5835714 h 6259020"/>
              <a:gd name="connsiteX13" fmla="*/ 10007288 w 12117505"/>
              <a:gd name="connsiteY13" fmla="*/ 5838589 h 6259020"/>
              <a:gd name="connsiteX14" fmla="*/ 10927227 w 12117505"/>
              <a:gd name="connsiteY14" fmla="*/ 5846456 h 6259020"/>
              <a:gd name="connsiteX15" fmla="*/ 12085310 w 12117505"/>
              <a:gd name="connsiteY15" fmla="*/ 5845410 h 6259020"/>
              <a:gd name="connsiteX16" fmla="*/ 12063456 w 12117505"/>
              <a:gd name="connsiteY16" fmla="*/ 2545764 h 6259020"/>
              <a:gd name="connsiteX17" fmla="*/ 12054104 w 12117505"/>
              <a:gd name="connsiteY17" fmla="*/ 100403 h 6259020"/>
              <a:gd name="connsiteX18" fmla="*/ 11486459 w 12117505"/>
              <a:gd name="connsiteY18" fmla="*/ 39180 h 6259020"/>
              <a:gd name="connsiteX19" fmla="*/ 10223511 w 12117505"/>
              <a:gd name="connsiteY19" fmla="*/ 25149 h 6259020"/>
              <a:gd name="connsiteX20" fmla="*/ 7599878 w 12117505"/>
              <a:gd name="connsiteY20" fmla="*/ 0 h 6259020"/>
              <a:gd name="connsiteX21" fmla="*/ 2695196 w 12117505"/>
              <a:gd name="connsiteY21" fmla="*/ 5448 h 625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17505" h="6259020">
                <a:moveTo>
                  <a:pt x="2695196" y="5448"/>
                </a:moveTo>
                <a:lnTo>
                  <a:pt x="604999" y="37768"/>
                </a:lnTo>
                <a:cubicBezTo>
                  <a:pt x="485777" y="44401"/>
                  <a:pt x="30881" y="27994"/>
                  <a:pt x="0" y="74946"/>
                </a:cubicBezTo>
                <a:lnTo>
                  <a:pt x="0" y="833236"/>
                </a:lnTo>
                <a:lnTo>
                  <a:pt x="4597" y="833236"/>
                </a:lnTo>
                <a:cubicBezTo>
                  <a:pt x="19426" y="1269020"/>
                  <a:pt x="64992" y="2610989"/>
                  <a:pt x="88972" y="3447938"/>
                </a:cubicBezTo>
                <a:cubicBezTo>
                  <a:pt x="105117" y="5555727"/>
                  <a:pt x="7283" y="5882511"/>
                  <a:pt x="148480" y="5854931"/>
                </a:cubicBezTo>
                <a:cubicBezTo>
                  <a:pt x="1104834" y="5841902"/>
                  <a:pt x="1937287" y="5880951"/>
                  <a:pt x="3319168" y="5857467"/>
                </a:cubicBezTo>
                <a:lnTo>
                  <a:pt x="4308929" y="5850807"/>
                </a:lnTo>
                <a:lnTo>
                  <a:pt x="5308288" y="5861900"/>
                </a:lnTo>
                <a:cubicBezTo>
                  <a:pt x="5547231" y="6002161"/>
                  <a:pt x="5692022" y="6126648"/>
                  <a:pt x="5903311" y="6259020"/>
                </a:cubicBezTo>
                <a:cubicBezTo>
                  <a:pt x="6036995" y="6157144"/>
                  <a:pt x="6233063" y="5970792"/>
                  <a:pt x="6358569" y="5841208"/>
                </a:cubicBezTo>
                <a:cubicBezTo>
                  <a:pt x="6445558" y="5838468"/>
                  <a:pt x="8737174" y="5842629"/>
                  <a:pt x="9098386" y="5835714"/>
                </a:cubicBezTo>
                <a:lnTo>
                  <a:pt x="10007288" y="5838589"/>
                </a:lnTo>
                <a:lnTo>
                  <a:pt x="10927227" y="5846456"/>
                </a:lnTo>
                <a:cubicBezTo>
                  <a:pt x="11284890" y="5836792"/>
                  <a:pt x="12058379" y="5889163"/>
                  <a:pt x="12085310" y="5845410"/>
                </a:cubicBezTo>
                <a:cubicBezTo>
                  <a:pt x="12123753" y="5639890"/>
                  <a:pt x="12050112" y="4331065"/>
                  <a:pt x="12063456" y="2545764"/>
                </a:cubicBezTo>
                <a:cubicBezTo>
                  <a:pt x="12111817" y="1464496"/>
                  <a:pt x="12159998" y="515808"/>
                  <a:pt x="12054104" y="100403"/>
                </a:cubicBezTo>
                <a:cubicBezTo>
                  <a:pt x="12029550" y="4082"/>
                  <a:pt x="11791558" y="51722"/>
                  <a:pt x="11486459" y="39180"/>
                </a:cubicBezTo>
                <a:cubicBezTo>
                  <a:pt x="11181360" y="26638"/>
                  <a:pt x="10644494" y="29826"/>
                  <a:pt x="10223511" y="25149"/>
                </a:cubicBezTo>
                <a:lnTo>
                  <a:pt x="7599878" y="0"/>
                </a:lnTo>
                <a:lnTo>
                  <a:pt x="2695196" y="5448"/>
                </a:ln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9F6DD-FA9C-41E0-B6BC-B6DB2D8CC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2814" y="1378226"/>
            <a:ext cx="3363687" cy="2708744"/>
          </a:xfrm>
        </p:spPr>
        <p:txBody>
          <a:bodyPr anchor="b">
            <a:normAutofit/>
          </a:bodyPr>
          <a:lstStyle/>
          <a:p>
            <a:r>
              <a:rPr lang="en-GB" dirty="0"/>
              <a:t>Practical </a:t>
            </a:r>
            <a:br>
              <a:rPr lang="en-GB" dirty="0"/>
            </a:br>
            <a:r>
              <a:rPr lang="en-GB" dirty="0"/>
              <a:t>PT5053</a:t>
            </a:r>
            <a:br>
              <a:rPr lang="en-GB" dirty="0"/>
            </a:br>
            <a:r>
              <a:rPr lang="en-GB" dirty="0"/>
              <a:t>CASP RCT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AAE18-F6F6-EEC4-E16A-537AC2FDD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889" y="4022490"/>
            <a:ext cx="3363687" cy="1082247"/>
          </a:xfrm>
        </p:spPr>
        <p:txBody>
          <a:bodyPr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dirty="0"/>
              <a:t>Lucy Metcalfe</a:t>
            </a:r>
          </a:p>
          <a:p>
            <a:pPr algn="ctr">
              <a:lnSpc>
                <a:spcPct val="90000"/>
              </a:lnSpc>
            </a:pPr>
            <a:r>
              <a:rPr lang="en-GB" dirty="0"/>
              <a:t>Senior Lecturer </a:t>
            </a:r>
          </a:p>
          <a:p>
            <a:pPr algn="ctr">
              <a:lnSpc>
                <a:spcPct val="90000"/>
              </a:lnSpc>
            </a:pPr>
            <a:r>
              <a:rPr lang="en-GB" dirty="0"/>
              <a:t>l.metcalfe@londonmet.ac.uk</a:t>
            </a:r>
          </a:p>
        </p:txBody>
      </p:sp>
      <p:pic>
        <p:nvPicPr>
          <p:cNvPr id="4" name="Picture 3" descr="Lightbulb idea concept">
            <a:extLst>
              <a:ext uri="{FF2B5EF4-FFF2-40B4-BE49-F238E27FC236}">
                <a16:creationId xmlns:a16="http://schemas.microsoft.com/office/drawing/2014/main" id="{B5B84B10-F896-7F0D-CD5B-DEDFD9A32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5588648" y="1605544"/>
            <a:ext cx="6085217" cy="34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9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0940C6F-9A54-410C-9BCD-203E8D97F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646C6CE-72A6-48A2-BAA1-A9BD9AE02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121080" y="0"/>
            <a:ext cx="7070920" cy="6858000"/>
          </a:xfrm>
          <a:custGeom>
            <a:avLst/>
            <a:gdLst>
              <a:gd name="connsiteX0" fmla="*/ 7430701 w 7551955"/>
              <a:gd name="connsiteY0" fmla="*/ 6858000 h 6858000"/>
              <a:gd name="connsiteX1" fmla="*/ 0 w 7551955"/>
              <a:gd name="connsiteY1" fmla="*/ 6858000 h 6858000"/>
              <a:gd name="connsiteX2" fmla="*/ 0 w 7551955"/>
              <a:gd name="connsiteY2" fmla="*/ 0 h 6858000"/>
              <a:gd name="connsiteX3" fmla="*/ 7505795 w 7551955"/>
              <a:gd name="connsiteY3" fmla="*/ 0 h 6858000"/>
              <a:gd name="connsiteX4" fmla="*/ 7520785 w 7551955"/>
              <a:gd name="connsiteY4" fmla="*/ 379063 h 6858000"/>
              <a:gd name="connsiteX5" fmla="*/ 7433327 w 7551955"/>
              <a:gd name="connsiteY5" fmla="*/ 68036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51955" h="6858000">
                <a:moveTo>
                  <a:pt x="7430701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7505795" y="0"/>
                </a:lnTo>
                <a:lnTo>
                  <a:pt x="7520785" y="379063"/>
                </a:lnTo>
                <a:cubicBezTo>
                  <a:pt x="7596581" y="2601669"/>
                  <a:pt x="7521128" y="5461844"/>
                  <a:pt x="7433327" y="6803646"/>
                </a:cubicBezTo>
                <a:close/>
              </a:path>
            </a:pathLst>
          </a:cu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6AFF5CE-B67C-4572-A244-872A4D90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286044">
            <a:off x="791907" y="958118"/>
            <a:ext cx="4266483" cy="3813636"/>
          </a:xfrm>
          <a:custGeom>
            <a:avLst/>
            <a:gdLst>
              <a:gd name="connsiteX0" fmla="*/ -39 w 914430"/>
              <a:gd name="connsiteY0" fmla="*/ 747812 h 753584"/>
              <a:gd name="connsiteX1" fmla="*/ 400011 w 914430"/>
              <a:gd name="connsiteY1" fmla="*/ 737144 h 753584"/>
              <a:gd name="connsiteX2" fmla="*/ 891787 w 914430"/>
              <a:gd name="connsiteY2" fmla="*/ 487303 h 753584"/>
              <a:gd name="connsiteX3" fmla="*/ 665854 w 914430"/>
              <a:gd name="connsiteY3" fmla="*/ 3528 h 753584"/>
              <a:gd name="connsiteX4" fmla="*/ 136835 w 914430"/>
              <a:gd name="connsiteY4" fmla="*/ 319854 h 753584"/>
              <a:gd name="connsiteX5" fmla="*/ 134168 w 914430"/>
              <a:gd name="connsiteY5" fmla="*/ 630845 h 753584"/>
              <a:gd name="connsiteX6" fmla="*/ -39 w 914430"/>
              <a:gd name="connsiteY6" fmla="*/ 747812 h 753584"/>
              <a:gd name="connsiteX0" fmla="*/ 0 w 855235"/>
              <a:gd name="connsiteY0" fmla="*/ 741453 h 759943"/>
              <a:gd name="connsiteX1" fmla="*/ 340855 w 855235"/>
              <a:gd name="connsiteY1" fmla="*/ 737153 h 759943"/>
              <a:gd name="connsiteX2" fmla="*/ 832631 w 855235"/>
              <a:gd name="connsiteY2" fmla="*/ 487312 h 759943"/>
              <a:gd name="connsiteX3" fmla="*/ 606698 w 855235"/>
              <a:gd name="connsiteY3" fmla="*/ 3537 h 759943"/>
              <a:gd name="connsiteX4" fmla="*/ 77679 w 855235"/>
              <a:gd name="connsiteY4" fmla="*/ 319863 h 759943"/>
              <a:gd name="connsiteX5" fmla="*/ 75012 w 855235"/>
              <a:gd name="connsiteY5" fmla="*/ 630854 h 759943"/>
              <a:gd name="connsiteX6" fmla="*/ 0 w 855235"/>
              <a:gd name="connsiteY6" fmla="*/ 741453 h 759943"/>
              <a:gd name="connsiteX0" fmla="*/ 0 w 850882"/>
              <a:gd name="connsiteY0" fmla="*/ 741453 h 766485"/>
              <a:gd name="connsiteX1" fmla="*/ 348748 w 850882"/>
              <a:gd name="connsiteY1" fmla="*/ 746704 h 766485"/>
              <a:gd name="connsiteX2" fmla="*/ 832631 w 850882"/>
              <a:gd name="connsiteY2" fmla="*/ 487312 h 766485"/>
              <a:gd name="connsiteX3" fmla="*/ 606698 w 850882"/>
              <a:gd name="connsiteY3" fmla="*/ 3537 h 766485"/>
              <a:gd name="connsiteX4" fmla="*/ 77679 w 850882"/>
              <a:gd name="connsiteY4" fmla="*/ 319863 h 766485"/>
              <a:gd name="connsiteX5" fmla="*/ 75012 w 850882"/>
              <a:gd name="connsiteY5" fmla="*/ 630854 h 766485"/>
              <a:gd name="connsiteX6" fmla="*/ 0 w 850882"/>
              <a:gd name="connsiteY6" fmla="*/ 741453 h 766485"/>
              <a:gd name="connsiteX0" fmla="*/ 0 w 850882"/>
              <a:gd name="connsiteY0" fmla="*/ 741453 h 764365"/>
              <a:gd name="connsiteX1" fmla="*/ 348748 w 850882"/>
              <a:gd name="connsiteY1" fmla="*/ 746704 h 764365"/>
              <a:gd name="connsiteX2" fmla="*/ 832631 w 850882"/>
              <a:gd name="connsiteY2" fmla="*/ 487312 h 764365"/>
              <a:gd name="connsiteX3" fmla="*/ 606698 w 850882"/>
              <a:gd name="connsiteY3" fmla="*/ 3537 h 764365"/>
              <a:gd name="connsiteX4" fmla="*/ 77679 w 850882"/>
              <a:gd name="connsiteY4" fmla="*/ 319863 h 764365"/>
              <a:gd name="connsiteX5" fmla="*/ 75012 w 850882"/>
              <a:gd name="connsiteY5" fmla="*/ 630854 h 764365"/>
              <a:gd name="connsiteX6" fmla="*/ 0 w 850882"/>
              <a:gd name="connsiteY6" fmla="*/ 741453 h 764365"/>
              <a:gd name="connsiteX0" fmla="*/ 0 w 832466"/>
              <a:gd name="connsiteY0" fmla="*/ 731902 h 763437"/>
              <a:gd name="connsiteX1" fmla="*/ 330332 w 832466"/>
              <a:gd name="connsiteY1" fmla="*/ 746704 h 763437"/>
              <a:gd name="connsiteX2" fmla="*/ 814215 w 832466"/>
              <a:gd name="connsiteY2" fmla="*/ 487312 h 763437"/>
              <a:gd name="connsiteX3" fmla="*/ 588282 w 832466"/>
              <a:gd name="connsiteY3" fmla="*/ 3537 h 763437"/>
              <a:gd name="connsiteX4" fmla="*/ 59263 w 832466"/>
              <a:gd name="connsiteY4" fmla="*/ 319863 h 763437"/>
              <a:gd name="connsiteX5" fmla="*/ 56596 w 832466"/>
              <a:gd name="connsiteY5" fmla="*/ 630854 h 763437"/>
              <a:gd name="connsiteX6" fmla="*/ 0 w 832466"/>
              <a:gd name="connsiteY6" fmla="*/ 731902 h 763437"/>
              <a:gd name="connsiteX0" fmla="*/ 0 w 831373"/>
              <a:gd name="connsiteY0" fmla="*/ 731902 h 763086"/>
              <a:gd name="connsiteX1" fmla="*/ 330332 w 831373"/>
              <a:gd name="connsiteY1" fmla="*/ 746704 h 763086"/>
              <a:gd name="connsiteX2" fmla="*/ 812900 w 831373"/>
              <a:gd name="connsiteY2" fmla="*/ 492088 h 763086"/>
              <a:gd name="connsiteX3" fmla="*/ 588282 w 831373"/>
              <a:gd name="connsiteY3" fmla="*/ 3537 h 763086"/>
              <a:gd name="connsiteX4" fmla="*/ 59263 w 831373"/>
              <a:gd name="connsiteY4" fmla="*/ 319863 h 763086"/>
              <a:gd name="connsiteX5" fmla="*/ 56596 w 831373"/>
              <a:gd name="connsiteY5" fmla="*/ 630854 h 763086"/>
              <a:gd name="connsiteX6" fmla="*/ 0 w 831373"/>
              <a:gd name="connsiteY6" fmla="*/ 731902 h 763086"/>
              <a:gd name="connsiteX0" fmla="*/ 0 w 830248"/>
              <a:gd name="connsiteY0" fmla="*/ 731902 h 763086"/>
              <a:gd name="connsiteX1" fmla="*/ 330332 w 830248"/>
              <a:gd name="connsiteY1" fmla="*/ 746704 h 763086"/>
              <a:gd name="connsiteX2" fmla="*/ 812900 w 830248"/>
              <a:gd name="connsiteY2" fmla="*/ 492088 h 763086"/>
              <a:gd name="connsiteX3" fmla="*/ 588282 w 830248"/>
              <a:gd name="connsiteY3" fmla="*/ 3537 h 763086"/>
              <a:gd name="connsiteX4" fmla="*/ 59263 w 830248"/>
              <a:gd name="connsiteY4" fmla="*/ 319863 h 763086"/>
              <a:gd name="connsiteX5" fmla="*/ 56596 w 830248"/>
              <a:gd name="connsiteY5" fmla="*/ 630854 h 763086"/>
              <a:gd name="connsiteX6" fmla="*/ 0 w 830248"/>
              <a:gd name="connsiteY6" fmla="*/ 731902 h 763086"/>
              <a:gd name="connsiteX0" fmla="*/ 0 w 828752"/>
              <a:gd name="connsiteY0" fmla="*/ 731902 h 769484"/>
              <a:gd name="connsiteX1" fmla="*/ 367164 w 828752"/>
              <a:gd name="connsiteY1" fmla="*/ 754664 h 769484"/>
              <a:gd name="connsiteX2" fmla="*/ 812900 w 828752"/>
              <a:gd name="connsiteY2" fmla="*/ 492088 h 769484"/>
              <a:gd name="connsiteX3" fmla="*/ 588282 w 828752"/>
              <a:gd name="connsiteY3" fmla="*/ 3537 h 769484"/>
              <a:gd name="connsiteX4" fmla="*/ 59263 w 828752"/>
              <a:gd name="connsiteY4" fmla="*/ 319863 h 769484"/>
              <a:gd name="connsiteX5" fmla="*/ 56596 w 828752"/>
              <a:gd name="connsiteY5" fmla="*/ 630854 h 769484"/>
              <a:gd name="connsiteX6" fmla="*/ 0 w 828752"/>
              <a:gd name="connsiteY6" fmla="*/ 731902 h 769484"/>
              <a:gd name="connsiteX0" fmla="*/ 0 w 828752"/>
              <a:gd name="connsiteY0" fmla="*/ 731902 h 761354"/>
              <a:gd name="connsiteX1" fmla="*/ 367164 w 828752"/>
              <a:gd name="connsiteY1" fmla="*/ 754664 h 761354"/>
              <a:gd name="connsiteX2" fmla="*/ 812900 w 828752"/>
              <a:gd name="connsiteY2" fmla="*/ 492088 h 761354"/>
              <a:gd name="connsiteX3" fmla="*/ 588282 w 828752"/>
              <a:gd name="connsiteY3" fmla="*/ 3537 h 761354"/>
              <a:gd name="connsiteX4" fmla="*/ 59263 w 828752"/>
              <a:gd name="connsiteY4" fmla="*/ 319863 h 761354"/>
              <a:gd name="connsiteX5" fmla="*/ 56596 w 828752"/>
              <a:gd name="connsiteY5" fmla="*/ 630854 h 761354"/>
              <a:gd name="connsiteX6" fmla="*/ 0 w 828752"/>
              <a:gd name="connsiteY6" fmla="*/ 731902 h 761354"/>
              <a:gd name="connsiteX0" fmla="*/ 0 w 828286"/>
              <a:gd name="connsiteY0" fmla="*/ 731902 h 764135"/>
              <a:gd name="connsiteX1" fmla="*/ 373741 w 828286"/>
              <a:gd name="connsiteY1" fmla="*/ 757848 h 764135"/>
              <a:gd name="connsiteX2" fmla="*/ 812900 w 828286"/>
              <a:gd name="connsiteY2" fmla="*/ 492088 h 764135"/>
              <a:gd name="connsiteX3" fmla="*/ 588282 w 828286"/>
              <a:gd name="connsiteY3" fmla="*/ 3537 h 764135"/>
              <a:gd name="connsiteX4" fmla="*/ 59263 w 828286"/>
              <a:gd name="connsiteY4" fmla="*/ 319863 h 764135"/>
              <a:gd name="connsiteX5" fmla="*/ 56596 w 828286"/>
              <a:gd name="connsiteY5" fmla="*/ 630854 h 764135"/>
              <a:gd name="connsiteX6" fmla="*/ 0 w 828286"/>
              <a:gd name="connsiteY6" fmla="*/ 731902 h 764135"/>
              <a:gd name="connsiteX0" fmla="*/ 0 w 826698"/>
              <a:gd name="connsiteY0" fmla="*/ 684914 h 717147"/>
              <a:gd name="connsiteX1" fmla="*/ 373741 w 826698"/>
              <a:gd name="connsiteY1" fmla="*/ 710860 h 717147"/>
              <a:gd name="connsiteX2" fmla="*/ 812900 w 826698"/>
              <a:gd name="connsiteY2" fmla="*/ 445100 h 717147"/>
              <a:gd name="connsiteX3" fmla="*/ 581207 w 826698"/>
              <a:gd name="connsiteY3" fmla="*/ 14091 h 717147"/>
              <a:gd name="connsiteX4" fmla="*/ 59263 w 826698"/>
              <a:gd name="connsiteY4" fmla="*/ 272875 h 717147"/>
              <a:gd name="connsiteX5" fmla="*/ 56596 w 826698"/>
              <a:gd name="connsiteY5" fmla="*/ 583866 h 717147"/>
              <a:gd name="connsiteX6" fmla="*/ 0 w 826698"/>
              <a:gd name="connsiteY6" fmla="*/ 684914 h 717147"/>
              <a:gd name="connsiteX0" fmla="*/ 0 w 824673"/>
              <a:gd name="connsiteY0" fmla="*/ 684914 h 717147"/>
              <a:gd name="connsiteX1" fmla="*/ 373741 w 824673"/>
              <a:gd name="connsiteY1" fmla="*/ 710860 h 717147"/>
              <a:gd name="connsiteX2" fmla="*/ 812900 w 824673"/>
              <a:gd name="connsiteY2" fmla="*/ 445100 h 717147"/>
              <a:gd name="connsiteX3" fmla="*/ 581207 w 824673"/>
              <a:gd name="connsiteY3" fmla="*/ 14091 h 717147"/>
              <a:gd name="connsiteX4" fmla="*/ 59263 w 824673"/>
              <a:gd name="connsiteY4" fmla="*/ 272875 h 717147"/>
              <a:gd name="connsiteX5" fmla="*/ 56596 w 824673"/>
              <a:gd name="connsiteY5" fmla="*/ 583866 h 717147"/>
              <a:gd name="connsiteX6" fmla="*/ 0 w 824673"/>
              <a:gd name="connsiteY6" fmla="*/ 684914 h 717147"/>
              <a:gd name="connsiteX0" fmla="*/ 0 w 824673"/>
              <a:gd name="connsiteY0" fmla="*/ 674404 h 706637"/>
              <a:gd name="connsiteX1" fmla="*/ 373741 w 824673"/>
              <a:gd name="connsiteY1" fmla="*/ 700350 h 706637"/>
              <a:gd name="connsiteX2" fmla="*/ 812900 w 824673"/>
              <a:gd name="connsiteY2" fmla="*/ 434590 h 706637"/>
              <a:gd name="connsiteX3" fmla="*/ 581207 w 824673"/>
              <a:gd name="connsiteY3" fmla="*/ 3581 h 706637"/>
              <a:gd name="connsiteX4" fmla="*/ 59263 w 824673"/>
              <a:gd name="connsiteY4" fmla="*/ 262365 h 706637"/>
              <a:gd name="connsiteX5" fmla="*/ 56596 w 824673"/>
              <a:gd name="connsiteY5" fmla="*/ 573356 h 706637"/>
              <a:gd name="connsiteX6" fmla="*/ 0 w 824673"/>
              <a:gd name="connsiteY6" fmla="*/ 674404 h 706637"/>
              <a:gd name="connsiteX0" fmla="*/ 0 w 824673"/>
              <a:gd name="connsiteY0" fmla="*/ 674404 h 705498"/>
              <a:gd name="connsiteX1" fmla="*/ 373741 w 824673"/>
              <a:gd name="connsiteY1" fmla="*/ 700350 h 705498"/>
              <a:gd name="connsiteX2" fmla="*/ 812900 w 824673"/>
              <a:gd name="connsiteY2" fmla="*/ 434590 h 705498"/>
              <a:gd name="connsiteX3" fmla="*/ 581207 w 824673"/>
              <a:gd name="connsiteY3" fmla="*/ 3581 h 705498"/>
              <a:gd name="connsiteX4" fmla="*/ 59263 w 824673"/>
              <a:gd name="connsiteY4" fmla="*/ 262365 h 705498"/>
              <a:gd name="connsiteX5" fmla="*/ 56596 w 824673"/>
              <a:gd name="connsiteY5" fmla="*/ 573356 h 705498"/>
              <a:gd name="connsiteX6" fmla="*/ 0 w 824673"/>
              <a:gd name="connsiteY6" fmla="*/ 674404 h 705498"/>
              <a:gd name="connsiteX0" fmla="*/ 0 w 825801"/>
              <a:gd name="connsiteY0" fmla="*/ 674404 h 712003"/>
              <a:gd name="connsiteX1" fmla="*/ 373741 w 825801"/>
              <a:gd name="connsiteY1" fmla="*/ 700350 h 712003"/>
              <a:gd name="connsiteX2" fmla="*/ 814209 w 825801"/>
              <a:gd name="connsiteY2" fmla="*/ 448725 h 712003"/>
              <a:gd name="connsiteX3" fmla="*/ 581207 w 825801"/>
              <a:gd name="connsiteY3" fmla="*/ 3581 h 712003"/>
              <a:gd name="connsiteX4" fmla="*/ 59263 w 825801"/>
              <a:gd name="connsiteY4" fmla="*/ 262365 h 712003"/>
              <a:gd name="connsiteX5" fmla="*/ 56596 w 825801"/>
              <a:gd name="connsiteY5" fmla="*/ 573356 h 712003"/>
              <a:gd name="connsiteX6" fmla="*/ 0 w 825801"/>
              <a:gd name="connsiteY6" fmla="*/ 674404 h 712003"/>
              <a:gd name="connsiteX0" fmla="*/ 0 w 825354"/>
              <a:gd name="connsiteY0" fmla="*/ 674404 h 712003"/>
              <a:gd name="connsiteX1" fmla="*/ 373741 w 825354"/>
              <a:gd name="connsiteY1" fmla="*/ 700350 h 712003"/>
              <a:gd name="connsiteX2" fmla="*/ 814209 w 825354"/>
              <a:gd name="connsiteY2" fmla="*/ 448725 h 712003"/>
              <a:gd name="connsiteX3" fmla="*/ 581207 w 825354"/>
              <a:gd name="connsiteY3" fmla="*/ 3581 h 712003"/>
              <a:gd name="connsiteX4" fmla="*/ 59263 w 825354"/>
              <a:gd name="connsiteY4" fmla="*/ 262365 h 712003"/>
              <a:gd name="connsiteX5" fmla="*/ 56596 w 825354"/>
              <a:gd name="connsiteY5" fmla="*/ 573356 h 712003"/>
              <a:gd name="connsiteX6" fmla="*/ 0 w 825354"/>
              <a:gd name="connsiteY6" fmla="*/ 674404 h 712003"/>
              <a:gd name="connsiteX0" fmla="*/ 0 w 824001"/>
              <a:gd name="connsiteY0" fmla="*/ 674404 h 702198"/>
              <a:gd name="connsiteX1" fmla="*/ 429494 w 824001"/>
              <a:gd name="connsiteY1" fmla="*/ 688873 h 702198"/>
              <a:gd name="connsiteX2" fmla="*/ 814209 w 824001"/>
              <a:gd name="connsiteY2" fmla="*/ 448725 h 702198"/>
              <a:gd name="connsiteX3" fmla="*/ 581207 w 824001"/>
              <a:gd name="connsiteY3" fmla="*/ 3581 h 702198"/>
              <a:gd name="connsiteX4" fmla="*/ 59263 w 824001"/>
              <a:gd name="connsiteY4" fmla="*/ 262365 h 702198"/>
              <a:gd name="connsiteX5" fmla="*/ 56596 w 824001"/>
              <a:gd name="connsiteY5" fmla="*/ 573356 h 702198"/>
              <a:gd name="connsiteX6" fmla="*/ 0 w 824001"/>
              <a:gd name="connsiteY6" fmla="*/ 674404 h 702198"/>
              <a:gd name="connsiteX0" fmla="*/ 0 w 824001"/>
              <a:gd name="connsiteY0" fmla="*/ 674404 h 693317"/>
              <a:gd name="connsiteX1" fmla="*/ 429494 w 824001"/>
              <a:gd name="connsiteY1" fmla="*/ 688873 h 693317"/>
              <a:gd name="connsiteX2" fmla="*/ 814209 w 824001"/>
              <a:gd name="connsiteY2" fmla="*/ 448725 h 693317"/>
              <a:gd name="connsiteX3" fmla="*/ 581207 w 824001"/>
              <a:gd name="connsiteY3" fmla="*/ 3581 h 693317"/>
              <a:gd name="connsiteX4" fmla="*/ 59263 w 824001"/>
              <a:gd name="connsiteY4" fmla="*/ 262365 h 693317"/>
              <a:gd name="connsiteX5" fmla="*/ 56596 w 824001"/>
              <a:gd name="connsiteY5" fmla="*/ 573356 h 693317"/>
              <a:gd name="connsiteX6" fmla="*/ 0 w 824001"/>
              <a:gd name="connsiteY6" fmla="*/ 674404 h 693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4001" h="693317">
                <a:moveTo>
                  <a:pt x="0" y="674404"/>
                </a:moveTo>
                <a:cubicBezTo>
                  <a:pt x="170947" y="672309"/>
                  <a:pt x="289590" y="704889"/>
                  <a:pt x="429494" y="688873"/>
                </a:cubicBezTo>
                <a:cubicBezTo>
                  <a:pt x="585106" y="671059"/>
                  <a:pt x="788924" y="562940"/>
                  <a:pt x="814209" y="448725"/>
                </a:cubicBezTo>
                <a:cubicBezTo>
                  <a:pt x="839495" y="334510"/>
                  <a:pt x="832857" y="49206"/>
                  <a:pt x="581207" y="3581"/>
                </a:cubicBezTo>
                <a:cubicBezTo>
                  <a:pt x="485480" y="-3562"/>
                  <a:pt x="91955" y="-26684"/>
                  <a:pt x="59263" y="262365"/>
                </a:cubicBezTo>
                <a:cubicBezTo>
                  <a:pt x="43357" y="371331"/>
                  <a:pt x="56596" y="510015"/>
                  <a:pt x="56596" y="573356"/>
                </a:cubicBezTo>
                <a:cubicBezTo>
                  <a:pt x="57073" y="645079"/>
                  <a:pt x="0" y="674404"/>
                  <a:pt x="0" y="674404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5A157-757B-28E2-E1DD-A8A475EC1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95" y="1589343"/>
            <a:ext cx="3065958" cy="26286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CASP</a:t>
            </a:r>
            <a:br>
              <a:rPr lang="en-US" dirty="0"/>
            </a:br>
            <a:r>
              <a:rPr lang="en-US" dirty="0"/>
              <a:t>RCT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B69A980-D397-4383-991D-6DC2FB1C3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286044">
            <a:off x="735556" y="935488"/>
            <a:ext cx="4587669" cy="3813636"/>
          </a:xfrm>
          <a:custGeom>
            <a:avLst/>
            <a:gdLst>
              <a:gd name="connsiteX0" fmla="*/ -39 w 914430"/>
              <a:gd name="connsiteY0" fmla="*/ 747812 h 753584"/>
              <a:gd name="connsiteX1" fmla="*/ 400011 w 914430"/>
              <a:gd name="connsiteY1" fmla="*/ 737144 h 753584"/>
              <a:gd name="connsiteX2" fmla="*/ 891787 w 914430"/>
              <a:gd name="connsiteY2" fmla="*/ 487303 h 753584"/>
              <a:gd name="connsiteX3" fmla="*/ 665854 w 914430"/>
              <a:gd name="connsiteY3" fmla="*/ 3528 h 753584"/>
              <a:gd name="connsiteX4" fmla="*/ 136835 w 914430"/>
              <a:gd name="connsiteY4" fmla="*/ 319854 h 753584"/>
              <a:gd name="connsiteX5" fmla="*/ 134168 w 914430"/>
              <a:gd name="connsiteY5" fmla="*/ 630845 h 753584"/>
              <a:gd name="connsiteX6" fmla="*/ -39 w 914430"/>
              <a:gd name="connsiteY6" fmla="*/ 747812 h 753584"/>
              <a:gd name="connsiteX0" fmla="*/ 0 w 855235"/>
              <a:gd name="connsiteY0" fmla="*/ 741453 h 759943"/>
              <a:gd name="connsiteX1" fmla="*/ 340855 w 855235"/>
              <a:gd name="connsiteY1" fmla="*/ 737153 h 759943"/>
              <a:gd name="connsiteX2" fmla="*/ 832631 w 855235"/>
              <a:gd name="connsiteY2" fmla="*/ 487312 h 759943"/>
              <a:gd name="connsiteX3" fmla="*/ 606698 w 855235"/>
              <a:gd name="connsiteY3" fmla="*/ 3537 h 759943"/>
              <a:gd name="connsiteX4" fmla="*/ 77679 w 855235"/>
              <a:gd name="connsiteY4" fmla="*/ 319863 h 759943"/>
              <a:gd name="connsiteX5" fmla="*/ 75012 w 855235"/>
              <a:gd name="connsiteY5" fmla="*/ 630854 h 759943"/>
              <a:gd name="connsiteX6" fmla="*/ 0 w 855235"/>
              <a:gd name="connsiteY6" fmla="*/ 741453 h 759943"/>
              <a:gd name="connsiteX0" fmla="*/ 0 w 850882"/>
              <a:gd name="connsiteY0" fmla="*/ 741453 h 766485"/>
              <a:gd name="connsiteX1" fmla="*/ 348748 w 850882"/>
              <a:gd name="connsiteY1" fmla="*/ 746704 h 766485"/>
              <a:gd name="connsiteX2" fmla="*/ 832631 w 850882"/>
              <a:gd name="connsiteY2" fmla="*/ 487312 h 766485"/>
              <a:gd name="connsiteX3" fmla="*/ 606698 w 850882"/>
              <a:gd name="connsiteY3" fmla="*/ 3537 h 766485"/>
              <a:gd name="connsiteX4" fmla="*/ 77679 w 850882"/>
              <a:gd name="connsiteY4" fmla="*/ 319863 h 766485"/>
              <a:gd name="connsiteX5" fmla="*/ 75012 w 850882"/>
              <a:gd name="connsiteY5" fmla="*/ 630854 h 766485"/>
              <a:gd name="connsiteX6" fmla="*/ 0 w 850882"/>
              <a:gd name="connsiteY6" fmla="*/ 741453 h 766485"/>
              <a:gd name="connsiteX0" fmla="*/ 0 w 850882"/>
              <a:gd name="connsiteY0" fmla="*/ 741453 h 764365"/>
              <a:gd name="connsiteX1" fmla="*/ 348748 w 850882"/>
              <a:gd name="connsiteY1" fmla="*/ 746704 h 764365"/>
              <a:gd name="connsiteX2" fmla="*/ 832631 w 850882"/>
              <a:gd name="connsiteY2" fmla="*/ 487312 h 764365"/>
              <a:gd name="connsiteX3" fmla="*/ 606698 w 850882"/>
              <a:gd name="connsiteY3" fmla="*/ 3537 h 764365"/>
              <a:gd name="connsiteX4" fmla="*/ 77679 w 850882"/>
              <a:gd name="connsiteY4" fmla="*/ 319863 h 764365"/>
              <a:gd name="connsiteX5" fmla="*/ 75012 w 850882"/>
              <a:gd name="connsiteY5" fmla="*/ 630854 h 764365"/>
              <a:gd name="connsiteX6" fmla="*/ 0 w 850882"/>
              <a:gd name="connsiteY6" fmla="*/ 741453 h 764365"/>
              <a:gd name="connsiteX0" fmla="*/ 0 w 832466"/>
              <a:gd name="connsiteY0" fmla="*/ 731902 h 763437"/>
              <a:gd name="connsiteX1" fmla="*/ 330332 w 832466"/>
              <a:gd name="connsiteY1" fmla="*/ 746704 h 763437"/>
              <a:gd name="connsiteX2" fmla="*/ 814215 w 832466"/>
              <a:gd name="connsiteY2" fmla="*/ 487312 h 763437"/>
              <a:gd name="connsiteX3" fmla="*/ 588282 w 832466"/>
              <a:gd name="connsiteY3" fmla="*/ 3537 h 763437"/>
              <a:gd name="connsiteX4" fmla="*/ 59263 w 832466"/>
              <a:gd name="connsiteY4" fmla="*/ 319863 h 763437"/>
              <a:gd name="connsiteX5" fmla="*/ 56596 w 832466"/>
              <a:gd name="connsiteY5" fmla="*/ 630854 h 763437"/>
              <a:gd name="connsiteX6" fmla="*/ 0 w 832466"/>
              <a:gd name="connsiteY6" fmla="*/ 731902 h 763437"/>
              <a:gd name="connsiteX0" fmla="*/ 0 w 831373"/>
              <a:gd name="connsiteY0" fmla="*/ 731902 h 763086"/>
              <a:gd name="connsiteX1" fmla="*/ 330332 w 831373"/>
              <a:gd name="connsiteY1" fmla="*/ 746704 h 763086"/>
              <a:gd name="connsiteX2" fmla="*/ 812900 w 831373"/>
              <a:gd name="connsiteY2" fmla="*/ 492088 h 763086"/>
              <a:gd name="connsiteX3" fmla="*/ 588282 w 831373"/>
              <a:gd name="connsiteY3" fmla="*/ 3537 h 763086"/>
              <a:gd name="connsiteX4" fmla="*/ 59263 w 831373"/>
              <a:gd name="connsiteY4" fmla="*/ 319863 h 763086"/>
              <a:gd name="connsiteX5" fmla="*/ 56596 w 831373"/>
              <a:gd name="connsiteY5" fmla="*/ 630854 h 763086"/>
              <a:gd name="connsiteX6" fmla="*/ 0 w 831373"/>
              <a:gd name="connsiteY6" fmla="*/ 731902 h 763086"/>
              <a:gd name="connsiteX0" fmla="*/ 0 w 830248"/>
              <a:gd name="connsiteY0" fmla="*/ 731902 h 763086"/>
              <a:gd name="connsiteX1" fmla="*/ 330332 w 830248"/>
              <a:gd name="connsiteY1" fmla="*/ 746704 h 763086"/>
              <a:gd name="connsiteX2" fmla="*/ 812900 w 830248"/>
              <a:gd name="connsiteY2" fmla="*/ 492088 h 763086"/>
              <a:gd name="connsiteX3" fmla="*/ 588282 w 830248"/>
              <a:gd name="connsiteY3" fmla="*/ 3537 h 763086"/>
              <a:gd name="connsiteX4" fmla="*/ 59263 w 830248"/>
              <a:gd name="connsiteY4" fmla="*/ 319863 h 763086"/>
              <a:gd name="connsiteX5" fmla="*/ 56596 w 830248"/>
              <a:gd name="connsiteY5" fmla="*/ 630854 h 763086"/>
              <a:gd name="connsiteX6" fmla="*/ 0 w 830248"/>
              <a:gd name="connsiteY6" fmla="*/ 731902 h 763086"/>
              <a:gd name="connsiteX0" fmla="*/ 0 w 828752"/>
              <a:gd name="connsiteY0" fmla="*/ 731902 h 769484"/>
              <a:gd name="connsiteX1" fmla="*/ 367164 w 828752"/>
              <a:gd name="connsiteY1" fmla="*/ 754664 h 769484"/>
              <a:gd name="connsiteX2" fmla="*/ 812900 w 828752"/>
              <a:gd name="connsiteY2" fmla="*/ 492088 h 769484"/>
              <a:gd name="connsiteX3" fmla="*/ 588282 w 828752"/>
              <a:gd name="connsiteY3" fmla="*/ 3537 h 769484"/>
              <a:gd name="connsiteX4" fmla="*/ 59263 w 828752"/>
              <a:gd name="connsiteY4" fmla="*/ 319863 h 769484"/>
              <a:gd name="connsiteX5" fmla="*/ 56596 w 828752"/>
              <a:gd name="connsiteY5" fmla="*/ 630854 h 769484"/>
              <a:gd name="connsiteX6" fmla="*/ 0 w 828752"/>
              <a:gd name="connsiteY6" fmla="*/ 731902 h 769484"/>
              <a:gd name="connsiteX0" fmla="*/ 0 w 828752"/>
              <a:gd name="connsiteY0" fmla="*/ 731902 h 761354"/>
              <a:gd name="connsiteX1" fmla="*/ 367164 w 828752"/>
              <a:gd name="connsiteY1" fmla="*/ 754664 h 761354"/>
              <a:gd name="connsiteX2" fmla="*/ 812900 w 828752"/>
              <a:gd name="connsiteY2" fmla="*/ 492088 h 761354"/>
              <a:gd name="connsiteX3" fmla="*/ 588282 w 828752"/>
              <a:gd name="connsiteY3" fmla="*/ 3537 h 761354"/>
              <a:gd name="connsiteX4" fmla="*/ 59263 w 828752"/>
              <a:gd name="connsiteY4" fmla="*/ 319863 h 761354"/>
              <a:gd name="connsiteX5" fmla="*/ 56596 w 828752"/>
              <a:gd name="connsiteY5" fmla="*/ 630854 h 761354"/>
              <a:gd name="connsiteX6" fmla="*/ 0 w 828752"/>
              <a:gd name="connsiteY6" fmla="*/ 731902 h 761354"/>
              <a:gd name="connsiteX0" fmla="*/ 0 w 828286"/>
              <a:gd name="connsiteY0" fmla="*/ 731902 h 764135"/>
              <a:gd name="connsiteX1" fmla="*/ 373741 w 828286"/>
              <a:gd name="connsiteY1" fmla="*/ 757848 h 764135"/>
              <a:gd name="connsiteX2" fmla="*/ 812900 w 828286"/>
              <a:gd name="connsiteY2" fmla="*/ 492088 h 764135"/>
              <a:gd name="connsiteX3" fmla="*/ 588282 w 828286"/>
              <a:gd name="connsiteY3" fmla="*/ 3537 h 764135"/>
              <a:gd name="connsiteX4" fmla="*/ 59263 w 828286"/>
              <a:gd name="connsiteY4" fmla="*/ 319863 h 764135"/>
              <a:gd name="connsiteX5" fmla="*/ 56596 w 828286"/>
              <a:gd name="connsiteY5" fmla="*/ 630854 h 764135"/>
              <a:gd name="connsiteX6" fmla="*/ 0 w 828286"/>
              <a:gd name="connsiteY6" fmla="*/ 731902 h 764135"/>
              <a:gd name="connsiteX0" fmla="*/ 0 w 826698"/>
              <a:gd name="connsiteY0" fmla="*/ 684914 h 717147"/>
              <a:gd name="connsiteX1" fmla="*/ 373741 w 826698"/>
              <a:gd name="connsiteY1" fmla="*/ 710860 h 717147"/>
              <a:gd name="connsiteX2" fmla="*/ 812900 w 826698"/>
              <a:gd name="connsiteY2" fmla="*/ 445100 h 717147"/>
              <a:gd name="connsiteX3" fmla="*/ 581207 w 826698"/>
              <a:gd name="connsiteY3" fmla="*/ 14091 h 717147"/>
              <a:gd name="connsiteX4" fmla="*/ 59263 w 826698"/>
              <a:gd name="connsiteY4" fmla="*/ 272875 h 717147"/>
              <a:gd name="connsiteX5" fmla="*/ 56596 w 826698"/>
              <a:gd name="connsiteY5" fmla="*/ 583866 h 717147"/>
              <a:gd name="connsiteX6" fmla="*/ 0 w 826698"/>
              <a:gd name="connsiteY6" fmla="*/ 684914 h 717147"/>
              <a:gd name="connsiteX0" fmla="*/ 0 w 824673"/>
              <a:gd name="connsiteY0" fmla="*/ 684914 h 717147"/>
              <a:gd name="connsiteX1" fmla="*/ 373741 w 824673"/>
              <a:gd name="connsiteY1" fmla="*/ 710860 h 717147"/>
              <a:gd name="connsiteX2" fmla="*/ 812900 w 824673"/>
              <a:gd name="connsiteY2" fmla="*/ 445100 h 717147"/>
              <a:gd name="connsiteX3" fmla="*/ 581207 w 824673"/>
              <a:gd name="connsiteY3" fmla="*/ 14091 h 717147"/>
              <a:gd name="connsiteX4" fmla="*/ 59263 w 824673"/>
              <a:gd name="connsiteY4" fmla="*/ 272875 h 717147"/>
              <a:gd name="connsiteX5" fmla="*/ 56596 w 824673"/>
              <a:gd name="connsiteY5" fmla="*/ 583866 h 717147"/>
              <a:gd name="connsiteX6" fmla="*/ 0 w 824673"/>
              <a:gd name="connsiteY6" fmla="*/ 684914 h 717147"/>
              <a:gd name="connsiteX0" fmla="*/ 0 w 824673"/>
              <a:gd name="connsiteY0" fmla="*/ 674404 h 706637"/>
              <a:gd name="connsiteX1" fmla="*/ 373741 w 824673"/>
              <a:gd name="connsiteY1" fmla="*/ 700350 h 706637"/>
              <a:gd name="connsiteX2" fmla="*/ 812900 w 824673"/>
              <a:gd name="connsiteY2" fmla="*/ 434590 h 706637"/>
              <a:gd name="connsiteX3" fmla="*/ 581207 w 824673"/>
              <a:gd name="connsiteY3" fmla="*/ 3581 h 706637"/>
              <a:gd name="connsiteX4" fmla="*/ 59263 w 824673"/>
              <a:gd name="connsiteY4" fmla="*/ 262365 h 706637"/>
              <a:gd name="connsiteX5" fmla="*/ 56596 w 824673"/>
              <a:gd name="connsiteY5" fmla="*/ 573356 h 706637"/>
              <a:gd name="connsiteX6" fmla="*/ 0 w 824673"/>
              <a:gd name="connsiteY6" fmla="*/ 674404 h 706637"/>
              <a:gd name="connsiteX0" fmla="*/ 0 w 824673"/>
              <a:gd name="connsiteY0" fmla="*/ 674404 h 705498"/>
              <a:gd name="connsiteX1" fmla="*/ 373741 w 824673"/>
              <a:gd name="connsiteY1" fmla="*/ 700350 h 705498"/>
              <a:gd name="connsiteX2" fmla="*/ 812900 w 824673"/>
              <a:gd name="connsiteY2" fmla="*/ 434590 h 705498"/>
              <a:gd name="connsiteX3" fmla="*/ 581207 w 824673"/>
              <a:gd name="connsiteY3" fmla="*/ 3581 h 705498"/>
              <a:gd name="connsiteX4" fmla="*/ 59263 w 824673"/>
              <a:gd name="connsiteY4" fmla="*/ 262365 h 705498"/>
              <a:gd name="connsiteX5" fmla="*/ 56596 w 824673"/>
              <a:gd name="connsiteY5" fmla="*/ 573356 h 705498"/>
              <a:gd name="connsiteX6" fmla="*/ 0 w 824673"/>
              <a:gd name="connsiteY6" fmla="*/ 674404 h 705498"/>
              <a:gd name="connsiteX0" fmla="*/ 0 w 825801"/>
              <a:gd name="connsiteY0" fmla="*/ 674404 h 712003"/>
              <a:gd name="connsiteX1" fmla="*/ 373741 w 825801"/>
              <a:gd name="connsiteY1" fmla="*/ 700350 h 712003"/>
              <a:gd name="connsiteX2" fmla="*/ 814209 w 825801"/>
              <a:gd name="connsiteY2" fmla="*/ 448725 h 712003"/>
              <a:gd name="connsiteX3" fmla="*/ 581207 w 825801"/>
              <a:gd name="connsiteY3" fmla="*/ 3581 h 712003"/>
              <a:gd name="connsiteX4" fmla="*/ 59263 w 825801"/>
              <a:gd name="connsiteY4" fmla="*/ 262365 h 712003"/>
              <a:gd name="connsiteX5" fmla="*/ 56596 w 825801"/>
              <a:gd name="connsiteY5" fmla="*/ 573356 h 712003"/>
              <a:gd name="connsiteX6" fmla="*/ 0 w 825801"/>
              <a:gd name="connsiteY6" fmla="*/ 674404 h 712003"/>
              <a:gd name="connsiteX0" fmla="*/ 0 w 825354"/>
              <a:gd name="connsiteY0" fmla="*/ 674404 h 712003"/>
              <a:gd name="connsiteX1" fmla="*/ 373741 w 825354"/>
              <a:gd name="connsiteY1" fmla="*/ 700350 h 712003"/>
              <a:gd name="connsiteX2" fmla="*/ 814209 w 825354"/>
              <a:gd name="connsiteY2" fmla="*/ 448725 h 712003"/>
              <a:gd name="connsiteX3" fmla="*/ 581207 w 825354"/>
              <a:gd name="connsiteY3" fmla="*/ 3581 h 712003"/>
              <a:gd name="connsiteX4" fmla="*/ 59263 w 825354"/>
              <a:gd name="connsiteY4" fmla="*/ 262365 h 712003"/>
              <a:gd name="connsiteX5" fmla="*/ 56596 w 825354"/>
              <a:gd name="connsiteY5" fmla="*/ 573356 h 712003"/>
              <a:gd name="connsiteX6" fmla="*/ 0 w 825354"/>
              <a:gd name="connsiteY6" fmla="*/ 674404 h 712003"/>
              <a:gd name="connsiteX0" fmla="*/ 0 w 824001"/>
              <a:gd name="connsiteY0" fmla="*/ 674404 h 702198"/>
              <a:gd name="connsiteX1" fmla="*/ 429494 w 824001"/>
              <a:gd name="connsiteY1" fmla="*/ 688873 h 702198"/>
              <a:gd name="connsiteX2" fmla="*/ 814209 w 824001"/>
              <a:gd name="connsiteY2" fmla="*/ 448725 h 702198"/>
              <a:gd name="connsiteX3" fmla="*/ 581207 w 824001"/>
              <a:gd name="connsiteY3" fmla="*/ 3581 h 702198"/>
              <a:gd name="connsiteX4" fmla="*/ 59263 w 824001"/>
              <a:gd name="connsiteY4" fmla="*/ 262365 h 702198"/>
              <a:gd name="connsiteX5" fmla="*/ 56596 w 824001"/>
              <a:gd name="connsiteY5" fmla="*/ 573356 h 702198"/>
              <a:gd name="connsiteX6" fmla="*/ 0 w 824001"/>
              <a:gd name="connsiteY6" fmla="*/ 674404 h 702198"/>
              <a:gd name="connsiteX0" fmla="*/ 0 w 824001"/>
              <a:gd name="connsiteY0" fmla="*/ 674404 h 693317"/>
              <a:gd name="connsiteX1" fmla="*/ 429494 w 824001"/>
              <a:gd name="connsiteY1" fmla="*/ 688873 h 693317"/>
              <a:gd name="connsiteX2" fmla="*/ 814209 w 824001"/>
              <a:gd name="connsiteY2" fmla="*/ 448725 h 693317"/>
              <a:gd name="connsiteX3" fmla="*/ 581207 w 824001"/>
              <a:gd name="connsiteY3" fmla="*/ 3581 h 693317"/>
              <a:gd name="connsiteX4" fmla="*/ 59263 w 824001"/>
              <a:gd name="connsiteY4" fmla="*/ 262365 h 693317"/>
              <a:gd name="connsiteX5" fmla="*/ 56596 w 824001"/>
              <a:gd name="connsiteY5" fmla="*/ 573356 h 693317"/>
              <a:gd name="connsiteX6" fmla="*/ 0 w 824001"/>
              <a:gd name="connsiteY6" fmla="*/ 674404 h 693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4001" h="693317">
                <a:moveTo>
                  <a:pt x="0" y="674404"/>
                </a:moveTo>
                <a:cubicBezTo>
                  <a:pt x="170947" y="672309"/>
                  <a:pt x="289590" y="704889"/>
                  <a:pt x="429494" y="688873"/>
                </a:cubicBezTo>
                <a:cubicBezTo>
                  <a:pt x="585106" y="671059"/>
                  <a:pt x="788924" y="562940"/>
                  <a:pt x="814209" y="448725"/>
                </a:cubicBezTo>
                <a:cubicBezTo>
                  <a:pt x="839495" y="334510"/>
                  <a:pt x="832857" y="49206"/>
                  <a:pt x="581207" y="3581"/>
                </a:cubicBezTo>
                <a:cubicBezTo>
                  <a:pt x="485480" y="-3562"/>
                  <a:pt x="91955" y="-26684"/>
                  <a:pt x="59263" y="262365"/>
                </a:cubicBezTo>
                <a:cubicBezTo>
                  <a:pt x="43357" y="371331"/>
                  <a:pt x="56596" y="510015"/>
                  <a:pt x="56596" y="573356"/>
                </a:cubicBezTo>
                <a:cubicBezTo>
                  <a:pt x="57073" y="645079"/>
                  <a:pt x="0" y="674404"/>
                  <a:pt x="0" y="674404"/>
                </a:cubicBezTo>
                <a:close/>
              </a:path>
            </a:pathLst>
          </a:custGeom>
          <a:noFill/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65ECCD1-CF5E-4EE6-837B-F9A6958B1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286044">
            <a:off x="737159" y="912857"/>
            <a:ext cx="4266483" cy="3813636"/>
          </a:xfrm>
          <a:custGeom>
            <a:avLst/>
            <a:gdLst>
              <a:gd name="connsiteX0" fmla="*/ -39 w 914430"/>
              <a:gd name="connsiteY0" fmla="*/ 747812 h 753584"/>
              <a:gd name="connsiteX1" fmla="*/ 400011 w 914430"/>
              <a:gd name="connsiteY1" fmla="*/ 737144 h 753584"/>
              <a:gd name="connsiteX2" fmla="*/ 891787 w 914430"/>
              <a:gd name="connsiteY2" fmla="*/ 487303 h 753584"/>
              <a:gd name="connsiteX3" fmla="*/ 665854 w 914430"/>
              <a:gd name="connsiteY3" fmla="*/ 3528 h 753584"/>
              <a:gd name="connsiteX4" fmla="*/ 136835 w 914430"/>
              <a:gd name="connsiteY4" fmla="*/ 319854 h 753584"/>
              <a:gd name="connsiteX5" fmla="*/ 134168 w 914430"/>
              <a:gd name="connsiteY5" fmla="*/ 630845 h 753584"/>
              <a:gd name="connsiteX6" fmla="*/ -39 w 914430"/>
              <a:gd name="connsiteY6" fmla="*/ 747812 h 753584"/>
              <a:gd name="connsiteX0" fmla="*/ 0 w 855235"/>
              <a:gd name="connsiteY0" fmla="*/ 741453 h 759943"/>
              <a:gd name="connsiteX1" fmla="*/ 340855 w 855235"/>
              <a:gd name="connsiteY1" fmla="*/ 737153 h 759943"/>
              <a:gd name="connsiteX2" fmla="*/ 832631 w 855235"/>
              <a:gd name="connsiteY2" fmla="*/ 487312 h 759943"/>
              <a:gd name="connsiteX3" fmla="*/ 606698 w 855235"/>
              <a:gd name="connsiteY3" fmla="*/ 3537 h 759943"/>
              <a:gd name="connsiteX4" fmla="*/ 77679 w 855235"/>
              <a:gd name="connsiteY4" fmla="*/ 319863 h 759943"/>
              <a:gd name="connsiteX5" fmla="*/ 75012 w 855235"/>
              <a:gd name="connsiteY5" fmla="*/ 630854 h 759943"/>
              <a:gd name="connsiteX6" fmla="*/ 0 w 855235"/>
              <a:gd name="connsiteY6" fmla="*/ 741453 h 759943"/>
              <a:gd name="connsiteX0" fmla="*/ 0 w 850882"/>
              <a:gd name="connsiteY0" fmla="*/ 741453 h 766485"/>
              <a:gd name="connsiteX1" fmla="*/ 348748 w 850882"/>
              <a:gd name="connsiteY1" fmla="*/ 746704 h 766485"/>
              <a:gd name="connsiteX2" fmla="*/ 832631 w 850882"/>
              <a:gd name="connsiteY2" fmla="*/ 487312 h 766485"/>
              <a:gd name="connsiteX3" fmla="*/ 606698 w 850882"/>
              <a:gd name="connsiteY3" fmla="*/ 3537 h 766485"/>
              <a:gd name="connsiteX4" fmla="*/ 77679 w 850882"/>
              <a:gd name="connsiteY4" fmla="*/ 319863 h 766485"/>
              <a:gd name="connsiteX5" fmla="*/ 75012 w 850882"/>
              <a:gd name="connsiteY5" fmla="*/ 630854 h 766485"/>
              <a:gd name="connsiteX6" fmla="*/ 0 w 850882"/>
              <a:gd name="connsiteY6" fmla="*/ 741453 h 766485"/>
              <a:gd name="connsiteX0" fmla="*/ 0 w 850882"/>
              <a:gd name="connsiteY0" fmla="*/ 741453 h 764365"/>
              <a:gd name="connsiteX1" fmla="*/ 348748 w 850882"/>
              <a:gd name="connsiteY1" fmla="*/ 746704 h 764365"/>
              <a:gd name="connsiteX2" fmla="*/ 832631 w 850882"/>
              <a:gd name="connsiteY2" fmla="*/ 487312 h 764365"/>
              <a:gd name="connsiteX3" fmla="*/ 606698 w 850882"/>
              <a:gd name="connsiteY3" fmla="*/ 3537 h 764365"/>
              <a:gd name="connsiteX4" fmla="*/ 77679 w 850882"/>
              <a:gd name="connsiteY4" fmla="*/ 319863 h 764365"/>
              <a:gd name="connsiteX5" fmla="*/ 75012 w 850882"/>
              <a:gd name="connsiteY5" fmla="*/ 630854 h 764365"/>
              <a:gd name="connsiteX6" fmla="*/ 0 w 850882"/>
              <a:gd name="connsiteY6" fmla="*/ 741453 h 764365"/>
              <a:gd name="connsiteX0" fmla="*/ 0 w 832466"/>
              <a:gd name="connsiteY0" fmla="*/ 731902 h 763437"/>
              <a:gd name="connsiteX1" fmla="*/ 330332 w 832466"/>
              <a:gd name="connsiteY1" fmla="*/ 746704 h 763437"/>
              <a:gd name="connsiteX2" fmla="*/ 814215 w 832466"/>
              <a:gd name="connsiteY2" fmla="*/ 487312 h 763437"/>
              <a:gd name="connsiteX3" fmla="*/ 588282 w 832466"/>
              <a:gd name="connsiteY3" fmla="*/ 3537 h 763437"/>
              <a:gd name="connsiteX4" fmla="*/ 59263 w 832466"/>
              <a:gd name="connsiteY4" fmla="*/ 319863 h 763437"/>
              <a:gd name="connsiteX5" fmla="*/ 56596 w 832466"/>
              <a:gd name="connsiteY5" fmla="*/ 630854 h 763437"/>
              <a:gd name="connsiteX6" fmla="*/ 0 w 832466"/>
              <a:gd name="connsiteY6" fmla="*/ 731902 h 763437"/>
              <a:gd name="connsiteX0" fmla="*/ 0 w 831373"/>
              <a:gd name="connsiteY0" fmla="*/ 731902 h 763086"/>
              <a:gd name="connsiteX1" fmla="*/ 330332 w 831373"/>
              <a:gd name="connsiteY1" fmla="*/ 746704 h 763086"/>
              <a:gd name="connsiteX2" fmla="*/ 812900 w 831373"/>
              <a:gd name="connsiteY2" fmla="*/ 492088 h 763086"/>
              <a:gd name="connsiteX3" fmla="*/ 588282 w 831373"/>
              <a:gd name="connsiteY3" fmla="*/ 3537 h 763086"/>
              <a:gd name="connsiteX4" fmla="*/ 59263 w 831373"/>
              <a:gd name="connsiteY4" fmla="*/ 319863 h 763086"/>
              <a:gd name="connsiteX5" fmla="*/ 56596 w 831373"/>
              <a:gd name="connsiteY5" fmla="*/ 630854 h 763086"/>
              <a:gd name="connsiteX6" fmla="*/ 0 w 831373"/>
              <a:gd name="connsiteY6" fmla="*/ 731902 h 763086"/>
              <a:gd name="connsiteX0" fmla="*/ 0 w 830248"/>
              <a:gd name="connsiteY0" fmla="*/ 731902 h 763086"/>
              <a:gd name="connsiteX1" fmla="*/ 330332 w 830248"/>
              <a:gd name="connsiteY1" fmla="*/ 746704 h 763086"/>
              <a:gd name="connsiteX2" fmla="*/ 812900 w 830248"/>
              <a:gd name="connsiteY2" fmla="*/ 492088 h 763086"/>
              <a:gd name="connsiteX3" fmla="*/ 588282 w 830248"/>
              <a:gd name="connsiteY3" fmla="*/ 3537 h 763086"/>
              <a:gd name="connsiteX4" fmla="*/ 59263 w 830248"/>
              <a:gd name="connsiteY4" fmla="*/ 319863 h 763086"/>
              <a:gd name="connsiteX5" fmla="*/ 56596 w 830248"/>
              <a:gd name="connsiteY5" fmla="*/ 630854 h 763086"/>
              <a:gd name="connsiteX6" fmla="*/ 0 w 830248"/>
              <a:gd name="connsiteY6" fmla="*/ 731902 h 763086"/>
              <a:gd name="connsiteX0" fmla="*/ 0 w 828752"/>
              <a:gd name="connsiteY0" fmla="*/ 731902 h 769484"/>
              <a:gd name="connsiteX1" fmla="*/ 367164 w 828752"/>
              <a:gd name="connsiteY1" fmla="*/ 754664 h 769484"/>
              <a:gd name="connsiteX2" fmla="*/ 812900 w 828752"/>
              <a:gd name="connsiteY2" fmla="*/ 492088 h 769484"/>
              <a:gd name="connsiteX3" fmla="*/ 588282 w 828752"/>
              <a:gd name="connsiteY3" fmla="*/ 3537 h 769484"/>
              <a:gd name="connsiteX4" fmla="*/ 59263 w 828752"/>
              <a:gd name="connsiteY4" fmla="*/ 319863 h 769484"/>
              <a:gd name="connsiteX5" fmla="*/ 56596 w 828752"/>
              <a:gd name="connsiteY5" fmla="*/ 630854 h 769484"/>
              <a:gd name="connsiteX6" fmla="*/ 0 w 828752"/>
              <a:gd name="connsiteY6" fmla="*/ 731902 h 769484"/>
              <a:gd name="connsiteX0" fmla="*/ 0 w 828752"/>
              <a:gd name="connsiteY0" fmla="*/ 731902 h 761354"/>
              <a:gd name="connsiteX1" fmla="*/ 367164 w 828752"/>
              <a:gd name="connsiteY1" fmla="*/ 754664 h 761354"/>
              <a:gd name="connsiteX2" fmla="*/ 812900 w 828752"/>
              <a:gd name="connsiteY2" fmla="*/ 492088 h 761354"/>
              <a:gd name="connsiteX3" fmla="*/ 588282 w 828752"/>
              <a:gd name="connsiteY3" fmla="*/ 3537 h 761354"/>
              <a:gd name="connsiteX4" fmla="*/ 59263 w 828752"/>
              <a:gd name="connsiteY4" fmla="*/ 319863 h 761354"/>
              <a:gd name="connsiteX5" fmla="*/ 56596 w 828752"/>
              <a:gd name="connsiteY5" fmla="*/ 630854 h 761354"/>
              <a:gd name="connsiteX6" fmla="*/ 0 w 828752"/>
              <a:gd name="connsiteY6" fmla="*/ 731902 h 761354"/>
              <a:gd name="connsiteX0" fmla="*/ 0 w 828286"/>
              <a:gd name="connsiteY0" fmla="*/ 731902 h 764135"/>
              <a:gd name="connsiteX1" fmla="*/ 373741 w 828286"/>
              <a:gd name="connsiteY1" fmla="*/ 757848 h 764135"/>
              <a:gd name="connsiteX2" fmla="*/ 812900 w 828286"/>
              <a:gd name="connsiteY2" fmla="*/ 492088 h 764135"/>
              <a:gd name="connsiteX3" fmla="*/ 588282 w 828286"/>
              <a:gd name="connsiteY3" fmla="*/ 3537 h 764135"/>
              <a:gd name="connsiteX4" fmla="*/ 59263 w 828286"/>
              <a:gd name="connsiteY4" fmla="*/ 319863 h 764135"/>
              <a:gd name="connsiteX5" fmla="*/ 56596 w 828286"/>
              <a:gd name="connsiteY5" fmla="*/ 630854 h 764135"/>
              <a:gd name="connsiteX6" fmla="*/ 0 w 828286"/>
              <a:gd name="connsiteY6" fmla="*/ 731902 h 764135"/>
              <a:gd name="connsiteX0" fmla="*/ 0 w 826698"/>
              <a:gd name="connsiteY0" fmla="*/ 684914 h 717147"/>
              <a:gd name="connsiteX1" fmla="*/ 373741 w 826698"/>
              <a:gd name="connsiteY1" fmla="*/ 710860 h 717147"/>
              <a:gd name="connsiteX2" fmla="*/ 812900 w 826698"/>
              <a:gd name="connsiteY2" fmla="*/ 445100 h 717147"/>
              <a:gd name="connsiteX3" fmla="*/ 581207 w 826698"/>
              <a:gd name="connsiteY3" fmla="*/ 14091 h 717147"/>
              <a:gd name="connsiteX4" fmla="*/ 59263 w 826698"/>
              <a:gd name="connsiteY4" fmla="*/ 272875 h 717147"/>
              <a:gd name="connsiteX5" fmla="*/ 56596 w 826698"/>
              <a:gd name="connsiteY5" fmla="*/ 583866 h 717147"/>
              <a:gd name="connsiteX6" fmla="*/ 0 w 826698"/>
              <a:gd name="connsiteY6" fmla="*/ 684914 h 717147"/>
              <a:gd name="connsiteX0" fmla="*/ 0 w 824673"/>
              <a:gd name="connsiteY0" fmla="*/ 684914 h 717147"/>
              <a:gd name="connsiteX1" fmla="*/ 373741 w 824673"/>
              <a:gd name="connsiteY1" fmla="*/ 710860 h 717147"/>
              <a:gd name="connsiteX2" fmla="*/ 812900 w 824673"/>
              <a:gd name="connsiteY2" fmla="*/ 445100 h 717147"/>
              <a:gd name="connsiteX3" fmla="*/ 581207 w 824673"/>
              <a:gd name="connsiteY3" fmla="*/ 14091 h 717147"/>
              <a:gd name="connsiteX4" fmla="*/ 59263 w 824673"/>
              <a:gd name="connsiteY4" fmla="*/ 272875 h 717147"/>
              <a:gd name="connsiteX5" fmla="*/ 56596 w 824673"/>
              <a:gd name="connsiteY5" fmla="*/ 583866 h 717147"/>
              <a:gd name="connsiteX6" fmla="*/ 0 w 824673"/>
              <a:gd name="connsiteY6" fmla="*/ 684914 h 717147"/>
              <a:gd name="connsiteX0" fmla="*/ 0 w 824673"/>
              <a:gd name="connsiteY0" fmla="*/ 674404 h 706637"/>
              <a:gd name="connsiteX1" fmla="*/ 373741 w 824673"/>
              <a:gd name="connsiteY1" fmla="*/ 700350 h 706637"/>
              <a:gd name="connsiteX2" fmla="*/ 812900 w 824673"/>
              <a:gd name="connsiteY2" fmla="*/ 434590 h 706637"/>
              <a:gd name="connsiteX3" fmla="*/ 581207 w 824673"/>
              <a:gd name="connsiteY3" fmla="*/ 3581 h 706637"/>
              <a:gd name="connsiteX4" fmla="*/ 59263 w 824673"/>
              <a:gd name="connsiteY4" fmla="*/ 262365 h 706637"/>
              <a:gd name="connsiteX5" fmla="*/ 56596 w 824673"/>
              <a:gd name="connsiteY5" fmla="*/ 573356 h 706637"/>
              <a:gd name="connsiteX6" fmla="*/ 0 w 824673"/>
              <a:gd name="connsiteY6" fmla="*/ 674404 h 706637"/>
              <a:gd name="connsiteX0" fmla="*/ 0 w 824673"/>
              <a:gd name="connsiteY0" fmla="*/ 674404 h 705498"/>
              <a:gd name="connsiteX1" fmla="*/ 373741 w 824673"/>
              <a:gd name="connsiteY1" fmla="*/ 700350 h 705498"/>
              <a:gd name="connsiteX2" fmla="*/ 812900 w 824673"/>
              <a:gd name="connsiteY2" fmla="*/ 434590 h 705498"/>
              <a:gd name="connsiteX3" fmla="*/ 581207 w 824673"/>
              <a:gd name="connsiteY3" fmla="*/ 3581 h 705498"/>
              <a:gd name="connsiteX4" fmla="*/ 59263 w 824673"/>
              <a:gd name="connsiteY4" fmla="*/ 262365 h 705498"/>
              <a:gd name="connsiteX5" fmla="*/ 56596 w 824673"/>
              <a:gd name="connsiteY5" fmla="*/ 573356 h 705498"/>
              <a:gd name="connsiteX6" fmla="*/ 0 w 824673"/>
              <a:gd name="connsiteY6" fmla="*/ 674404 h 705498"/>
              <a:gd name="connsiteX0" fmla="*/ 0 w 825801"/>
              <a:gd name="connsiteY0" fmla="*/ 674404 h 712003"/>
              <a:gd name="connsiteX1" fmla="*/ 373741 w 825801"/>
              <a:gd name="connsiteY1" fmla="*/ 700350 h 712003"/>
              <a:gd name="connsiteX2" fmla="*/ 814209 w 825801"/>
              <a:gd name="connsiteY2" fmla="*/ 448725 h 712003"/>
              <a:gd name="connsiteX3" fmla="*/ 581207 w 825801"/>
              <a:gd name="connsiteY3" fmla="*/ 3581 h 712003"/>
              <a:gd name="connsiteX4" fmla="*/ 59263 w 825801"/>
              <a:gd name="connsiteY4" fmla="*/ 262365 h 712003"/>
              <a:gd name="connsiteX5" fmla="*/ 56596 w 825801"/>
              <a:gd name="connsiteY5" fmla="*/ 573356 h 712003"/>
              <a:gd name="connsiteX6" fmla="*/ 0 w 825801"/>
              <a:gd name="connsiteY6" fmla="*/ 674404 h 712003"/>
              <a:gd name="connsiteX0" fmla="*/ 0 w 825354"/>
              <a:gd name="connsiteY0" fmla="*/ 674404 h 712003"/>
              <a:gd name="connsiteX1" fmla="*/ 373741 w 825354"/>
              <a:gd name="connsiteY1" fmla="*/ 700350 h 712003"/>
              <a:gd name="connsiteX2" fmla="*/ 814209 w 825354"/>
              <a:gd name="connsiteY2" fmla="*/ 448725 h 712003"/>
              <a:gd name="connsiteX3" fmla="*/ 581207 w 825354"/>
              <a:gd name="connsiteY3" fmla="*/ 3581 h 712003"/>
              <a:gd name="connsiteX4" fmla="*/ 59263 w 825354"/>
              <a:gd name="connsiteY4" fmla="*/ 262365 h 712003"/>
              <a:gd name="connsiteX5" fmla="*/ 56596 w 825354"/>
              <a:gd name="connsiteY5" fmla="*/ 573356 h 712003"/>
              <a:gd name="connsiteX6" fmla="*/ 0 w 825354"/>
              <a:gd name="connsiteY6" fmla="*/ 674404 h 712003"/>
              <a:gd name="connsiteX0" fmla="*/ 0 w 824001"/>
              <a:gd name="connsiteY0" fmla="*/ 674404 h 702198"/>
              <a:gd name="connsiteX1" fmla="*/ 429494 w 824001"/>
              <a:gd name="connsiteY1" fmla="*/ 688873 h 702198"/>
              <a:gd name="connsiteX2" fmla="*/ 814209 w 824001"/>
              <a:gd name="connsiteY2" fmla="*/ 448725 h 702198"/>
              <a:gd name="connsiteX3" fmla="*/ 581207 w 824001"/>
              <a:gd name="connsiteY3" fmla="*/ 3581 h 702198"/>
              <a:gd name="connsiteX4" fmla="*/ 59263 w 824001"/>
              <a:gd name="connsiteY4" fmla="*/ 262365 h 702198"/>
              <a:gd name="connsiteX5" fmla="*/ 56596 w 824001"/>
              <a:gd name="connsiteY5" fmla="*/ 573356 h 702198"/>
              <a:gd name="connsiteX6" fmla="*/ 0 w 824001"/>
              <a:gd name="connsiteY6" fmla="*/ 674404 h 702198"/>
              <a:gd name="connsiteX0" fmla="*/ 0 w 824001"/>
              <a:gd name="connsiteY0" fmla="*/ 674404 h 693317"/>
              <a:gd name="connsiteX1" fmla="*/ 429494 w 824001"/>
              <a:gd name="connsiteY1" fmla="*/ 688873 h 693317"/>
              <a:gd name="connsiteX2" fmla="*/ 814209 w 824001"/>
              <a:gd name="connsiteY2" fmla="*/ 448725 h 693317"/>
              <a:gd name="connsiteX3" fmla="*/ 581207 w 824001"/>
              <a:gd name="connsiteY3" fmla="*/ 3581 h 693317"/>
              <a:gd name="connsiteX4" fmla="*/ 59263 w 824001"/>
              <a:gd name="connsiteY4" fmla="*/ 262365 h 693317"/>
              <a:gd name="connsiteX5" fmla="*/ 56596 w 824001"/>
              <a:gd name="connsiteY5" fmla="*/ 573356 h 693317"/>
              <a:gd name="connsiteX6" fmla="*/ 0 w 824001"/>
              <a:gd name="connsiteY6" fmla="*/ 674404 h 693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4001" h="693317">
                <a:moveTo>
                  <a:pt x="0" y="674404"/>
                </a:moveTo>
                <a:cubicBezTo>
                  <a:pt x="170947" y="672309"/>
                  <a:pt x="289590" y="704889"/>
                  <a:pt x="429494" y="688873"/>
                </a:cubicBezTo>
                <a:cubicBezTo>
                  <a:pt x="585106" y="671059"/>
                  <a:pt x="788924" y="562940"/>
                  <a:pt x="814209" y="448725"/>
                </a:cubicBezTo>
                <a:cubicBezTo>
                  <a:pt x="839495" y="334510"/>
                  <a:pt x="832857" y="49206"/>
                  <a:pt x="581207" y="3581"/>
                </a:cubicBezTo>
                <a:cubicBezTo>
                  <a:pt x="485480" y="-3562"/>
                  <a:pt x="91955" y="-26684"/>
                  <a:pt x="59263" y="262365"/>
                </a:cubicBezTo>
                <a:cubicBezTo>
                  <a:pt x="43357" y="371331"/>
                  <a:pt x="56596" y="510015"/>
                  <a:pt x="56596" y="573356"/>
                </a:cubicBezTo>
                <a:cubicBezTo>
                  <a:pt x="57073" y="645079"/>
                  <a:pt x="0" y="674404"/>
                  <a:pt x="0" y="674404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Content Placeholder 4" descr="A cover of a paper&#10;&#10;AI-generated content may be incorrect.">
            <a:extLst>
              <a:ext uri="{FF2B5EF4-FFF2-40B4-BE49-F238E27FC236}">
                <a16:creationId xmlns:a16="http://schemas.microsoft.com/office/drawing/2014/main" id="{DF1A5DA0-5C90-BB49-7DFF-194C3FF53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9004" y="548672"/>
            <a:ext cx="5477373" cy="576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4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6FB0F23-3B45-4057-92D7-60A175991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2F84B-6F3E-FF35-7A70-4AD285ED4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670830"/>
            <a:ext cx="10658121" cy="9851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Research article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9953613-5A5A-4383-B8C2-6A202946F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4291217"/>
          </a:xfrm>
          <a:custGeom>
            <a:avLst/>
            <a:gdLst>
              <a:gd name="connsiteX0" fmla="*/ 11939278 w 12192000"/>
              <a:gd name="connsiteY0" fmla="*/ 4505678 h 4505788"/>
              <a:gd name="connsiteX1" fmla="*/ 11424827 w 12192000"/>
              <a:gd name="connsiteY1" fmla="*/ 4495007 h 4505788"/>
              <a:gd name="connsiteX2" fmla="*/ 10611484 w 12192000"/>
              <a:gd name="connsiteY2" fmla="*/ 4501297 h 4505788"/>
              <a:gd name="connsiteX3" fmla="*/ 1537138 w 12192000"/>
              <a:gd name="connsiteY3" fmla="*/ 4479019 h 4505788"/>
              <a:gd name="connsiteX4" fmla="*/ 113174 w 12192000"/>
              <a:gd name="connsiteY4" fmla="*/ 4461702 h 4505788"/>
              <a:gd name="connsiteX5" fmla="*/ 0 w 12192000"/>
              <a:gd name="connsiteY5" fmla="*/ 4459468 h 4505788"/>
              <a:gd name="connsiteX6" fmla="*/ 0 w 12192000"/>
              <a:gd name="connsiteY6" fmla="*/ 0 h 4505788"/>
              <a:gd name="connsiteX7" fmla="*/ 12192000 w 12192000"/>
              <a:gd name="connsiteY7" fmla="*/ 0 h 4505788"/>
              <a:gd name="connsiteX8" fmla="*/ 12192000 w 12192000"/>
              <a:gd name="connsiteY8" fmla="*/ 4499412 h 4505788"/>
              <a:gd name="connsiteX9" fmla="*/ 12183330 w 12192000"/>
              <a:gd name="connsiteY9" fmla="*/ 4500309 h 4505788"/>
              <a:gd name="connsiteX10" fmla="*/ 11983621 w 12192000"/>
              <a:gd name="connsiteY10" fmla="*/ 4505604 h 4505788"/>
              <a:gd name="connsiteX11" fmla="*/ 11939278 w 12192000"/>
              <a:gd name="connsiteY11" fmla="*/ 4505678 h 4505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4505788">
                <a:moveTo>
                  <a:pt x="11939278" y="4505678"/>
                </a:moveTo>
                <a:cubicBezTo>
                  <a:pt x="11817135" y="4504551"/>
                  <a:pt x="11574433" y="4495156"/>
                  <a:pt x="11424827" y="4495007"/>
                </a:cubicBezTo>
                <a:cubicBezTo>
                  <a:pt x="11139862" y="4494723"/>
                  <a:pt x="10930345" y="4504998"/>
                  <a:pt x="10611484" y="4501297"/>
                </a:cubicBezTo>
                <a:cubicBezTo>
                  <a:pt x="8176893" y="4532664"/>
                  <a:pt x="4168459" y="4370065"/>
                  <a:pt x="1537138" y="4479019"/>
                </a:cubicBezTo>
                <a:cubicBezTo>
                  <a:pt x="755355" y="4495523"/>
                  <a:pt x="519578" y="4472425"/>
                  <a:pt x="113174" y="4461702"/>
                </a:cubicBezTo>
                <a:lnTo>
                  <a:pt x="0" y="4459468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499412"/>
                </a:lnTo>
                <a:lnTo>
                  <a:pt x="12183330" y="4500309"/>
                </a:lnTo>
                <a:cubicBezTo>
                  <a:pt x="12145326" y="4501926"/>
                  <a:pt x="12084089" y="4500034"/>
                  <a:pt x="11983621" y="4505604"/>
                </a:cubicBezTo>
                <a:cubicBezTo>
                  <a:pt x="11971715" y="4505831"/>
                  <a:pt x="11956727" y="4505839"/>
                  <a:pt x="11939278" y="4505678"/>
                </a:cubicBezTo>
                <a:close/>
              </a:path>
            </a:pathLst>
          </a:cu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green and black text&#10;&#10;AI-generated content may be incorrect.">
            <a:extLst>
              <a:ext uri="{FF2B5EF4-FFF2-40B4-BE49-F238E27FC236}">
                <a16:creationId xmlns:a16="http://schemas.microsoft.com/office/drawing/2014/main" id="{FE151C85-28D3-95AA-775B-03497FC54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209" y="494300"/>
            <a:ext cx="11126076" cy="325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9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293528E-0CA3-4E56-B7A0-091C0AB0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0FFF0-1DF4-3B83-ABD4-897163ADB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976537"/>
            <a:ext cx="10658121" cy="8759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Question 1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778232E-C75B-4B3C-9201-81C077571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21711" y="313659"/>
            <a:ext cx="11418399" cy="4399017"/>
          </a:xfrm>
          <a:custGeom>
            <a:avLst/>
            <a:gdLst>
              <a:gd name="connsiteX0" fmla="*/ 7142118 w 7680682"/>
              <a:gd name="connsiteY0" fmla="*/ 6405352 h 6405386"/>
              <a:gd name="connsiteX1" fmla="*/ 6552830 w 7680682"/>
              <a:gd name="connsiteY1" fmla="*/ 6396252 h 6405386"/>
              <a:gd name="connsiteX2" fmla="*/ 987782 w 7680682"/>
              <a:gd name="connsiteY2" fmla="*/ 6365722 h 6405386"/>
              <a:gd name="connsiteX3" fmla="*/ 0 w 7680682"/>
              <a:gd name="connsiteY3" fmla="*/ 6336938 h 6405386"/>
              <a:gd name="connsiteX4" fmla="*/ 0 w 7680682"/>
              <a:gd name="connsiteY4" fmla="*/ 32372 h 6405386"/>
              <a:gd name="connsiteX5" fmla="*/ 157934 w 7680682"/>
              <a:gd name="connsiteY5" fmla="*/ 32797 h 6405386"/>
              <a:gd name="connsiteX6" fmla="*/ 6431319 w 7680682"/>
              <a:gd name="connsiteY6" fmla="*/ 0 h 6405386"/>
              <a:gd name="connsiteX7" fmla="*/ 7631470 w 7680682"/>
              <a:gd name="connsiteY7" fmla="*/ 30531 h 6405386"/>
              <a:gd name="connsiteX8" fmla="*/ 7560032 w 7680682"/>
              <a:gd name="connsiteY8" fmla="*/ 6274128 h 6405386"/>
              <a:gd name="connsiteX9" fmla="*/ 7394324 w 7680682"/>
              <a:gd name="connsiteY9" fmla="*/ 6402154 h 6405386"/>
              <a:gd name="connsiteX10" fmla="*/ 7142118 w 7680682"/>
              <a:gd name="connsiteY10" fmla="*/ 6405352 h 6405386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0 w 7680682"/>
              <a:gd name="connsiteY4" fmla="*/ 60538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42138 w 7680682"/>
              <a:gd name="connsiteY4" fmla="*/ 40219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9875 w 7688439"/>
              <a:gd name="connsiteY0" fmla="*/ 6433518 h 6433552"/>
              <a:gd name="connsiteX1" fmla="*/ 6560587 w 7688439"/>
              <a:gd name="connsiteY1" fmla="*/ 6424418 h 6433552"/>
              <a:gd name="connsiteX2" fmla="*/ 995539 w 7688439"/>
              <a:gd name="connsiteY2" fmla="*/ 6393888 h 6433552"/>
              <a:gd name="connsiteX3" fmla="*/ 7757 w 7688439"/>
              <a:gd name="connsiteY3" fmla="*/ 6365104 h 6433552"/>
              <a:gd name="connsiteX4" fmla="*/ 49895 w 7688439"/>
              <a:gd name="connsiteY4" fmla="*/ 40219 h 6433552"/>
              <a:gd name="connsiteX5" fmla="*/ 241539 w 7688439"/>
              <a:gd name="connsiteY5" fmla="*/ 0 h 6433552"/>
              <a:gd name="connsiteX6" fmla="*/ 6439076 w 7688439"/>
              <a:gd name="connsiteY6" fmla="*/ 28166 h 6433552"/>
              <a:gd name="connsiteX7" fmla="*/ 7639227 w 7688439"/>
              <a:gd name="connsiteY7" fmla="*/ 58697 h 6433552"/>
              <a:gd name="connsiteX8" fmla="*/ 7567789 w 7688439"/>
              <a:gd name="connsiteY8" fmla="*/ 6302294 h 6433552"/>
              <a:gd name="connsiteX9" fmla="*/ 7402081 w 7688439"/>
              <a:gd name="connsiteY9" fmla="*/ 6430320 h 6433552"/>
              <a:gd name="connsiteX10" fmla="*/ 7149875 w 7688439"/>
              <a:gd name="connsiteY10" fmla="*/ 6433518 h 6433552"/>
              <a:gd name="connsiteX0" fmla="*/ 7149875 w 7664186"/>
              <a:gd name="connsiteY0" fmla="*/ 6433518 h 6433552"/>
              <a:gd name="connsiteX1" fmla="*/ 6560587 w 7664186"/>
              <a:gd name="connsiteY1" fmla="*/ 6424418 h 6433552"/>
              <a:gd name="connsiteX2" fmla="*/ 995539 w 7664186"/>
              <a:gd name="connsiteY2" fmla="*/ 6393888 h 6433552"/>
              <a:gd name="connsiteX3" fmla="*/ 7757 w 7664186"/>
              <a:gd name="connsiteY3" fmla="*/ 6365104 h 6433552"/>
              <a:gd name="connsiteX4" fmla="*/ 49895 w 7664186"/>
              <a:gd name="connsiteY4" fmla="*/ 40219 h 6433552"/>
              <a:gd name="connsiteX5" fmla="*/ 241539 w 7664186"/>
              <a:gd name="connsiteY5" fmla="*/ 0 h 6433552"/>
              <a:gd name="connsiteX6" fmla="*/ 6439076 w 7664186"/>
              <a:gd name="connsiteY6" fmla="*/ 28166 h 6433552"/>
              <a:gd name="connsiteX7" fmla="*/ 7639227 w 7664186"/>
              <a:gd name="connsiteY7" fmla="*/ 58697 h 6433552"/>
              <a:gd name="connsiteX8" fmla="*/ 7567789 w 7664186"/>
              <a:gd name="connsiteY8" fmla="*/ 6302294 h 6433552"/>
              <a:gd name="connsiteX9" fmla="*/ 7402081 w 7664186"/>
              <a:gd name="connsiteY9" fmla="*/ 6430320 h 6433552"/>
              <a:gd name="connsiteX10" fmla="*/ 7149875 w 7664186"/>
              <a:gd name="connsiteY10" fmla="*/ 6433518 h 6433552"/>
              <a:gd name="connsiteX0" fmla="*/ 7149875 w 7657158"/>
              <a:gd name="connsiteY0" fmla="*/ 6433518 h 6433552"/>
              <a:gd name="connsiteX1" fmla="*/ 6560587 w 7657158"/>
              <a:gd name="connsiteY1" fmla="*/ 6424418 h 6433552"/>
              <a:gd name="connsiteX2" fmla="*/ 995539 w 7657158"/>
              <a:gd name="connsiteY2" fmla="*/ 6393888 h 6433552"/>
              <a:gd name="connsiteX3" fmla="*/ 7757 w 7657158"/>
              <a:gd name="connsiteY3" fmla="*/ 6365104 h 6433552"/>
              <a:gd name="connsiteX4" fmla="*/ 49895 w 7657158"/>
              <a:gd name="connsiteY4" fmla="*/ 40219 h 6433552"/>
              <a:gd name="connsiteX5" fmla="*/ 241539 w 7657158"/>
              <a:gd name="connsiteY5" fmla="*/ 0 h 6433552"/>
              <a:gd name="connsiteX6" fmla="*/ 6439076 w 7657158"/>
              <a:gd name="connsiteY6" fmla="*/ 28166 h 6433552"/>
              <a:gd name="connsiteX7" fmla="*/ 7639227 w 7657158"/>
              <a:gd name="connsiteY7" fmla="*/ 58697 h 6433552"/>
              <a:gd name="connsiteX8" fmla="*/ 7567789 w 7657158"/>
              <a:gd name="connsiteY8" fmla="*/ 6302294 h 6433552"/>
              <a:gd name="connsiteX9" fmla="*/ 7402081 w 7657158"/>
              <a:gd name="connsiteY9" fmla="*/ 6430320 h 6433552"/>
              <a:gd name="connsiteX10" fmla="*/ 7149875 w 7657158"/>
              <a:gd name="connsiteY10" fmla="*/ 6433518 h 6433552"/>
              <a:gd name="connsiteX0" fmla="*/ 7149875 w 7661310"/>
              <a:gd name="connsiteY0" fmla="*/ 6433518 h 6452113"/>
              <a:gd name="connsiteX1" fmla="*/ 6560587 w 7661310"/>
              <a:gd name="connsiteY1" fmla="*/ 6424418 h 6452113"/>
              <a:gd name="connsiteX2" fmla="*/ 995539 w 7661310"/>
              <a:gd name="connsiteY2" fmla="*/ 6393888 h 6452113"/>
              <a:gd name="connsiteX3" fmla="*/ 7757 w 7661310"/>
              <a:gd name="connsiteY3" fmla="*/ 6365104 h 6452113"/>
              <a:gd name="connsiteX4" fmla="*/ 49895 w 7661310"/>
              <a:gd name="connsiteY4" fmla="*/ 40219 h 6452113"/>
              <a:gd name="connsiteX5" fmla="*/ 241539 w 7661310"/>
              <a:gd name="connsiteY5" fmla="*/ 0 h 6452113"/>
              <a:gd name="connsiteX6" fmla="*/ 6439076 w 7661310"/>
              <a:gd name="connsiteY6" fmla="*/ 28166 h 6452113"/>
              <a:gd name="connsiteX7" fmla="*/ 7639227 w 7661310"/>
              <a:gd name="connsiteY7" fmla="*/ 58697 h 6452113"/>
              <a:gd name="connsiteX8" fmla="*/ 7589645 w 7661310"/>
              <a:gd name="connsiteY8" fmla="*/ 6366021 h 6452113"/>
              <a:gd name="connsiteX9" fmla="*/ 7402081 w 7661310"/>
              <a:gd name="connsiteY9" fmla="*/ 6430320 h 6452113"/>
              <a:gd name="connsiteX10" fmla="*/ 7149875 w 7661310"/>
              <a:gd name="connsiteY10" fmla="*/ 6433518 h 6452113"/>
              <a:gd name="connsiteX0" fmla="*/ 7149875 w 7657523"/>
              <a:gd name="connsiteY0" fmla="*/ 6433518 h 6452112"/>
              <a:gd name="connsiteX1" fmla="*/ 6560587 w 7657523"/>
              <a:gd name="connsiteY1" fmla="*/ 6424418 h 6452112"/>
              <a:gd name="connsiteX2" fmla="*/ 995539 w 7657523"/>
              <a:gd name="connsiteY2" fmla="*/ 6393888 h 6452112"/>
              <a:gd name="connsiteX3" fmla="*/ 7757 w 7657523"/>
              <a:gd name="connsiteY3" fmla="*/ 6365104 h 6452112"/>
              <a:gd name="connsiteX4" fmla="*/ 49895 w 7657523"/>
              <a:gd name="connsiteY4" fmla="*/ 40219 h 6452112"/>
              <a:gd name="connsiteX5" fmla="*/ 241539 w 7657523"/>
              <a:gd name="connsiteY5" fmla="*/ 0 h 6452112"/>
              <a:gd name="connsiteX6" fmla="*/ 6439076 w 7657523"/>
              <a:gd name="connsiteY6" fmla="*/ 28166 h 6452112"/>
              <a:gd name="connsiteX7" fmla="*/ 7639227 w 7657523"/>
              <a:gd name="connsiteY7" fmla="*/ 58697 h 6452112"/>
              <a:gd name="connsiteX8" fmla="*/ 7589645 w 7657523"/>
              <a:gd name="connsiteY8" fmla="*/ 6366021 h 6452112"/>
              <a:gd name="connsiteX9" fmla="*/ 7402081 w 7657523"/>
              <a:gd name="connsiteY9" fmla="*/ 6430320 h 6452112"/>
              <a:gd name="connsiteX10" fmla="*/ 7149875 w 7657523"/>
              <a:gd name="connsiteY10" fmla="*/ 6433518 h 6452112"/>
              <a:gd name="connsiteX0" fmla="*/ 7149875 w 7639227"/>
              <a:gd name="connsiteY0" fmla="*/ 6433518 h 6452112"/>
              <a:gd name="connsiteX1" fmla="*/ 6560587 w 7639227"/>
              <a:gd name="connsiteY1" fmla="*/ 6424418 h 6452112"/>
              <a:gd name="connsiteX2" fmla="*/ 995539 w 7639227"/>
              <a:gd name="connsiteY2" fmla="*/ 6393888 h 6452112"/>
              <a:gd name="connsiteX3" fmla="*/ 7757 w 7639227"/>
              <a:gd name="connsiteY3" fmla="*/ 6365104 h 6452112"/>
              <a:gd name="connsiteX4" fmla="*/ 49895 w 7639227"/>
              <a:gd name="connsiteY4" fmla="*/ 40219 h 6452112"/>
              <a:gd name="connsiteX5" fmla="*/ 241539 w 7639227"/>
              <a:gd name="connsiteY5" fmla="*/ 0 h 6452112"/>
              <a:gd name="connsiteX6" fmla="*/ 6439076 w 7639227"/>
              <a:gd name="connsiteY6" fmla="*/ 28166 h 6452112"/>
              <a:gd name="connsiteX7" fmla="*/ 7639227 w 7639227"/>
              <a:gd name="connsiteY7" fmla="*/ 58697 h 6452112"/>
              <a:gd name="connsiteX8" fmla="*/ 7589645 w 7639227"/>
              <a:gd name="connsiteY8" fmla="*/ 6366021 h 6452112"/>
              <a:gd name="connsiteX9" fmla="*/ 7402081 w 7639227"/>
              <a:gd name="connsiteY9" fmla="*/ 6430320 h 6452112"/>
              <a:gd name="connsiteX10" fmla="*/ 7149875 w 7639227"/>
              <a:gd name="connsiteY10" fmla="*/ 6433518 h 6452112"/>
              <a:gd name="connsiteX0" fmla="*/ 7149875 w 7641711"/>
              <a:gd name="connsiteY0" fmla="*/ 6433518 h 6473199"/>
              <a:gd name="connsiteX1" fmla="*/ 6560587 w 7641711"/>
              <a:gd name="connsiteY1" fmla="*/ 6424418 h 6473199"/>
              <a:gd name="connsiteX2" fmla="*/ 995539 w 7641711"/>
              <a:gd name="connsiteY2" fmla="*/ 6393888 h 6473199"/>
              <a:gd name="connsiteX3" fmla="*/ 7757 w 7641711"/>
              <a:gd name="connsiteY3" fmla="*/ 6365104 h 6473199"/>
              <a:gd name="connsiteX4" fmla="*/ 49895 w 7641711"/>
              <a:gd name="connsiteY4" fmla="*/ 40219 h 6473199"/>
              <a:gd name="connsiteX5" fmla="*/ 241539 w 7641711"/>
              <a:gd name="connsiteY5" fmla="*/ 0 h 6473199"/>
              <a:gd name="connsiteX6" fmla="*/ 6439076 w 7641711"/>
              <a:gd name="connsiteY6" fmla="*/ 28166 h 6473199"/>
              <a:gd name="connsiteX7" fmla="*/ 7639227 w 7641711"/>
              <a:gd name="connsiteY7" fmla="*/ 58697 h 6473199"/>
              <a:gd name="connsiteX8" fmla="*/ 7618786 w 7641711"/>
              <a:gd name="connsiteY8" fmla="*/ 6397885 h 6473199"/>
              <a:gd name="connsiteX9" fmla="*/ 7402081 w 7641711"/>
              <a:gd name="connsiteY9" fmla="*/ 6430320 h 6473199"/>
              <a:gd name="connsiteX10" fmla="*/ 7149875 w 7641711"/>
              <a:gd name="connsiteY10" fmla="*/ 6433518 h 6473199"/>
              <a:gd name="connsiteX0" fmla="*/ 7149875 w 7641711"/>
              <a:gd name="connsiteY0" fmla="*/ 6433518 h 6438168"/>
              <a:gd name="connsiteX1" fmla="*/ 6560587 w 7641711"/>
              <a:gd name="connsiteY1" fmla="*/ 6424418 h 6438168"/>
              <a:gd name="connsiteX2" fmla="*/ 995539 w 7641711"/>
              <a:gd name="connsiteY2" fmla="*/ 6393888 h 6438168"/>
              <a:gd name="connsiteX3" fmla="*/ 7757 w 7641711"/>
              <a:gd name="connsiteY3" fmla="*/ 6365104 h 6438168"/>
              <a:gd name="connsiteX4" fmla="*/ 49895 w 7641711"/>
              <a:gd name="connsiteY4" fmla="*/ 40219 h 6438168"/>
              <a:gd name="connsiteX5" fmla="*/ 241539 w 7641711"/>
              <a:gd name="connsiteY5" fmla="*/ 0 h 6438168"/>
              <a:gd name="connsiteX6" fmla="*/ 6439076 w 7641711"/>
              <a:gd name="connsiteY6" fmla="*/ 28166 h 6438168"/>
              <a:gd name="connsiteX7" fmla="*/ 7639227 w 7641711"/>
              <a:gd name="connsiteY7" fmla="*/ 58697 h 6438168"/>
              <a:gd name="connsiteX8" fmla="*/ 7618786 w 7641711"/>
              <a:gd name="connsiteY8" fmla="*/ 6397885 h 6438168"/>
              <a:gd name="connsiteX9" fmla="*/ 7402081 w 7641711"/>
              <a:gd name="connsiteY9" fmla="*/ 6430320 h 6438168"/>
              <a:gd name="connsiteX10" fmla="*/ 7149875 w 7641711"/>
              <a:gd name="connsiteY10" fmla="*/ 6433518 h 643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41711" h="6438168">
                <a:moveTo>
                  <a:pt x="7149875" y="6433518"/>
                </a:moveTo>
                <a:cubicBezTo>
                  <a:pt x="6975114" y="6433129"/>
                  <a:pt x="6756136" y="6429491"/>
                  <a:pt x="6560587" y="6424418"/>
                </a:cubicBezTo>
                <a:lnTo>
                  <a:pt x="995539" y="6393888"/>
                </a:lnTo>
                <a:lnTo>
                  <a:pt x="7757" y="6365104"/>
                </a:lnTo>
                <a:cubicBezTo>
                  <a:pt x="-20334" y="4216169"/>
                  <a:pt x="35849" y="2148514"/>
                  <a:pt x="49895" y="40219"/>
                </a:cubicBezTo>
                <a:lnTo>
                  <a:pt x="241539" y="0"/>
                </a:lnTo>
                <a:lnTo>
                  <a:pt x="6439076" y="28166"/>
                </a:lnTo>
                <a:cubicBezTo>
                  <a:pt x="6939139" y="58697"/>
                  <a:pt x="7296327" y="28165"/>
                  <a:pt x="7639227" y="58697"/>
                </a:cubicBezTo>
                <a:cubicBezTo>
                  <a:pt x="7638435" y="2070139"/>
                  <a:pt x="7653203" y="4107561"/>
                  <a:pt x="7618786" y="6397885"/>
                </a:cubicBezTo>
                <a:cubicBezTo>
                  <a:pt x="7625166" y="6478264"/>
                  <a:pt x="7566387" y="6409966"/>
                  <a:pt x="7402081" y="6430320"/>
                </a:cubicBezTo>
                <a:cubicBezTo>
                  <a:pt x="7343671" y="6432816"/>
                  <a:pt x="7254732" y="6433752"/>
                  <a:pt x="7149875" y="643351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D024143-C960-7812-18A0-4C35A127D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751" y="509581"/>
            <a:ext cx="7941236" cy="40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0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6FB0F23-3B45-4057-92D7-60A175991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53FCE89-1662-CC35-85FF-26BC2CC8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670830"/>
            <a:ext cx="10658121" cy="98515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PICO Question?</a:t>
            </a:r>
            <a:br>
              <a:rPr lang="en-US" dirty="0"/>
            </a:br>
            <a:r>
              <a:rPr lang="en-US" dirty="0"/>
              <a:t>Population; Intervention; Control; Outcome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9953613-5A5A-4383-B8C2-6A202946F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4291217"/>
          </a:xfrm>
          <a:custGeom>
            <a:avLst/>
            <a:gdLst>
              <a:gd name="connsiteX0" fmla="*/ 11939278 w 12192000"/>
              <a:gd name="connsiteY0" fmla="*/ 4505678 h 4505788"/>
              <a:gd name="connsiteX1" fmla="*/ 11424827 w 12192000"/>
              <a:gd name="connsiteY1" fmla="*/ 4495007 h 4505788"/>
              <a:gd name="connsiteX2" fmla="*/ 10611484 w 12192000"/>
              <a:gd name="connsiteY2" fmla="*/ 4501297 h 4505788"/>
              <a:gd name="connsiteX3" fmla="*/ 1537138 w 12192000"/>
              <a:gd name="connsiteY3" fmla="*/ 4479019 h 4505788"/>
              <a:gd name="connsiteX4" fmla="*/ 113174 w 12192000"/>
              <a:gd name="connsiteY4" fmla="*/ 4461702 h 4505788"/>
              <a:gd name="connsiteX5" fmla="*/ 0 w 12192000"/>
              <a:gd name="connsiteY5" fmla="*/ 4459468 h 4505788"/>
              <a:gd name="connsiteX6" fmla="*/ 0 w 12192000"/>
              <a:gd name="connsiteY6" fmla="*/ 0 h 4505788"/>
              <a:gd name="connsiteX7" fmla="*/ 12192000 w 12192000"/>
              <a:gd name="connsiteY7" fmla="*/ 0 h 4505788"/>
              <a:gd name="connsiteX8" fmla="*/ 12192000 w 12192000"/>
              <a:gd name="connsiteY8" fmla="*/ 4499412 h 4505788"/>
              <a:gd name="connsiteX9" fmla="*/ 12183330 w 12192000"/>
              <a:gd name="connsiteY9" fmla="*/ 4500309 h 4505788"/>
              <a:gd name="connsiteX10" fmla="*/ 11983621 w 12192000"/>
              <a:gd name="connsiteY10" fmla="*/ 4505604 h 4505788"/>
              <a:gd name="connsiteX11" fmla="*/ 11939278 w 12192000"/>
              <a:gd name="connsiteY11" fmla="*/ 4505678 h 4505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4505788">
                <a:moveTo>
                  <a:pt x="11939278" y="4505678"/>
                </a:moveTo>
                <a:cubicBezTo>
                  <a:pt x="11817135" y="4504551"/>
                  <a:pt x="11574433" y="4495156"/>
                  <a:pt x="11424827" y="4495007"/>
                </a:cubicBezTo>
                <a:cubicBezTo>
                  <a:pt x="11139862" y="4494723"/>
                  <a:pt x="10930345" y="4504998"/>
                  <a:pt x="10611484" y="4501297"/>
                </a:cubicBezTo>
                <a:cubicBezTo>
                  <a:pt x="8176893" y="4532664"/>
                  <a:pt x="4168459" y="4370065"/>
                  <a:pt x="1537138" y="4479019"/>
                </a:cubicBezTo>
                <a:cubicBezTo>
                  <a:pt x="755355" y="4495523"/>
                  <a:pt x="519578" y="4472425"/>
                  <a:pt x="113174" y="4461702"/>
                </a:cubicBezTo>
                <a:lnTo>
                  <a:pt x="0" y="4459468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499412"/>
                </a:lnTo>
                <a:lnTo>
                  <a:pt x="12183330" y="4500309"/>
                </a:lnTo>
                <a:cubicBezTo>
                  <a:pt x="12145326" y="4501926"/>
                  <a:pt x="12084089" y="4500034"/>
                  <a:pt x="11983621" y="4505604"/>
                </a:cubicBezTo>
                <a:cubicBezTo>
                  <a:pt x="11971715" y="4505831"/>
                  <a:pt x="11956727" y="4505839"/>
                  <a:pt x="11939278" y="4505678"/>
                </a:cubicBezTo>
                <a:close/>
              </a:path>
            </a:pathLst>
          </a:cu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close up of a text&#10;&#10;AI-generated content may be incorrect.">
            <a:extLst>
              <a:ext uri="{FF2B5EF4-FFF2-40B4-BE49-F238E27FC236}">
                <a16:creationId xmlns:a16="http://schemas.microsoft.com/office/drawing/2014/main" id="{69CCDA27-D067-2143-7750-97A6CBDBA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2205" y="479603"/>
            <a:ext cx="8108083" cy="328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6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293528E-0CA3-4E56-B7A0-091C0AB0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19C5B-CEBB-97C7-8019-0281C955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976537"/>
            <a:ext cx="10658121" cy="8759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Question 2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778232E-C75B-4B3C-9201-81C077571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21711" y="313659"/>
            <a:ext cx="11418399" cy="4399017"/>
          </a:xfrm>
          <a:custGeom>
            <a:avLst/>
            <a:gdLst>
              <a:gd name="connsiteX0" fmla="*/ 7142118 w 7680682"/>
              <a:gd name="connsiteY0" fmla="*/ 6405352 h 6405386"/>
              <a:gd name="connsiteX1" fmla="*/ 6552830 w 7680682"/>
              <a:gd name="connsiteY1" fmla="*/ 6396252 h 6405386"/>
              <a:gd name="connsiteX2" fmla="*/ 987782 w 7680682"/>
              <a:gd name="connsiteY2" fmla="*/ 6365722 h 6405386"/>
              <a:gd name="connsiteX3" fmla="*/ 0 w 7680682"/>
              <a:gd name="connsiteY3" fmla="*/ 6336938 h 6405386"/>
              <a:gd name="connsiteX4" fmla="*/ 0 w 7680682"/>
              <a:gd name="connsiteY4" fmla="*/ 32372 h 6405386"/>
              <a:gd name="connsiteX5" fmla="*/ 157934 w 7680682"/>
              <a:gd name="connsiteY5" fmla="*/ 32797 h 6405386"/>
              <a:gd name="connsiteX6" fmla="*/ 6431319 w 7680682"/>
              <a:gd name="connsiteY6" fmla="*/ 0 h 6405386"/>
              <a:gd name="connsiteX7" fmla="*/ 7631470 w 7680682"/>
              <a:gd name="connsiteY7" fmla="*/ 30531 h 6405386"/>
              <a:gd name="connsiteX8" fmla="*/ 7560032 w 7680682"/>
              <a:gd name="connsiteY8" fmla="*/ 6274128 h 6405386"/>
              <a:gd name="connsiteX9" fmla="*/ 7394324 w 7680682"/>
              <a:gd name="connsiteY9" fmla="*/ 6402154 h 6405386"/>
              <a:gd name="connsiteX10" fmla="*/ 7142118 w 7680682"/>
              <a:gd name="connsiteY10" fmla="*/ 6405352 h 6405386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0 w 7680682"/>
              <a:gd name="connsiteY4" fmla="*/ 60538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42138 w 7680682"/>
              <a:gd name="connsiteY4" fmla="*/ 40219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9875 w 7688439"/>
              <a:gd name="connsiteY0" fmla="*/ 6433518 h 6433552"/>
              <a:gd name="connsiteX1" fmla="*/ 6560587 w 7688439"/>
              <a:gd name="connsiteY1" fmla="*/ 6424418 h 6433552"/>
              <a:gd name="connsiteX2" fmla="*/ 995539 w 7688439"/>
              <a:gd name="connsiteY2" fmla="*/ 6393888 h 6433552"/>
              <a:gd name="connsiteX3" fmla="*/ 7757 w 7688439"/>
              <a:gd name="connsiteY3" fmla="*/ 6365104 h 6433552"/>
              <a:gd name="connsiteX4" fmla="*/ 49895 w 7688439"/>
              <a:gd name="connsiteY4" fmla="*/ 40219 h 6433552"/>
              <a:gd name="connsiteX5" fmla="*/ 241539 w 7688439"/>
              <a:gd name="connsiteY5" fmla="*/ 0 h 6433552"/>
              <a:gd name="connsiteX6" fmla="*/ 6439076 w 7688439"/>
              <a:gd name="connsiteY6" fmla="*/ 28166 h 6433552"/>
              <a:gd name="connsiteX7" fmla="*/ 7639227 w 7688439"/>
              <a:gd name="connsiteY7" fmla="*/ 58697 h 6433552"/>
              <a:gd name="connsiteX8" fmla="*/ 7567789 w 7688439"/>
              <a:gd name="connsiteY8" fmla="*/ 6302294 h 6433552"/>
              <a:gd name="connsiteX9" fmla="*/ 7402081 w 7688439"/>
              <a:gd name="connsiteY9" fmla="*/ 6430320 h 6433552"/>
              <a:gd name="connsiteX10" fmla="*/ 7149875 w 7688439"/>
              <a:gd name="connsiteY10" fmla="*/ 6433518 h 6433552"/>
              <a:gd name="connsiteX0" fmla="*/ 7149875 w 7664186"/>
              <a:gd name="connsiteY0" fmla="*/ 6433518 h 6433552"/>
              <a:gd name="connsiteX1" fmla="*/ 6560587 w 7664186"/>
              <a:gd name="connsiteY1" fmla="*/ 6424418 h 6433552"/>
              <a:gd name="connsiteX2" fmla="*/ 995539 w 7664186"/>
              <a:gd name="connsiteY2" fmla="*/ 6393888 h 6433552"/>
              <a:gd name="connsiteX3" fmla="*/ 7757 w 7664186"/>
              <a:gd name="connsiteY3" fmla="*/ 6365104 h 6433552"/>
              <a:gd name="connsiteX4" fmla="*/ 49895 w 7664186"/>
              <a:gd name="connsiteY4" fmla="*/ 40219 h 6433552"/>
              <a:gd name="connsiteX5" fmla="*/ 241539 w 7664186"/>
              <a:gd name="connsiteY5" fmla="*/ 0 h 6433552"/>
              <a:gd name="connsiteX6" fmla="*/ 6439076 w 7664186"/>
              <a:gd name="connsiteY6" fmla="*/ 28166 h 6433552"/>
              <a:gd name="connsiteX7" fmla="*/ 7639227 w 7664186"/>
              <a:gd name="connsiteY7" fmla="*/ 58697 h 6433552"/>
              <a:gd name="connsiteX8" fmla="*/ 7567789 w 7664186"/>
              <a:gd name="connsiteY8" fmla="*/ 6302294 h 6433552"/>
              <a:gd name="connsiteX9" fmla="*/ 7402081 w 7664186"/>
              <a:gd name="connsiteY9" fmla="*/ 6430320 h 6433552"/>
              <a:gd name="connsiteX10" fmla="*/ 7149875 w 7664186"/>
              <a:gd name="connsiteY10" fmla="*/ 6433518 h 6433552"/>
              <a:gd name="connsiteX0" fmla="*/ 7149875 w 7657158"/>
              <a:gd name="connsiteY0" fmla="*/ 6433518 h 6433552"/>
              <a:gd name="connsiteX1" fmla="*/ 6560587 w 7657158"/>
              <a:gd name="connsiteY1" fmla="*/ 6424418 h 6433552"/>
              <a:gd name="connsiteX2" fmla="*/ 995539 w 7657158"/>
              <a:gd name="connsiteY2" fmla="*/ 6393888 h 6433552"/>
              <a:gd name="connsiteX3" fmla="*/ 7757 w 7657158"/>
              <a:gd name="connsiteY3" fmla="*/ 6365104 h 6433552"/>
              <a:gd name="connsiteX4" fmla="*/ 49895 w 7657158"/>
              <a:gd name="connsiteY4" fmla="*/ 40219 h 6433552"/>
              <a:gd name="connsiteX5" fmla="*/ 241539 w 7657158"/>
              <a:gd name="connsiteY5" fmla="*/ 0 h 6433552"/>
              <a:gd name="connsiteX6" fmla="*/ 6439076 w 7657158"/>
              <a:gd name="connsiteY6" fmla="*/ 28166 h 6433552"/>
              <a:gd name="connsiteX7" fmla="*/ 7639227 w 7657158"/>
              <a:gd name="connsiteY7" fmla="*/ 58697 h 6433552"/>
              <a:gd name="connsiteX8" fmla="*/ 7567789 w 7657158"/>
              <a:gd name="connsiteY8" fmla="*/ 6302294 h 6433552"/>
              <a:gd name="connsiteX9" fmla="*/ 7402081 w 7657158"/>
              <a:gd name="connsiteY9" fmla="*/ 6430320 h 6433552"/>
              <a:gd name="connsiteX10" fmla="*/ 7149875 w 7657158"/>
              <a:gd name="connsiteY10" fmla="*/ 6433518 h 6433552"/>
              <a:gd name="connsiteX0" fmla="*/ 7149875 w 7661310"/>
              <a:gd name="connsiteY0" fmla="*/ 6433518 h 6452113"/>
              <a:gd name="connsiteX1" fmla="*/ 6560587 w 7661310"/>
              <a:gd name="connsiteY1" fmla="*/ 6424418 h 6452113"/>
              <a:gd name="connsiteX2" fmla="*/ 995539 w 7661310"/>
              <a:gd name="connsiteY2" fmla="*/ 6393888 h 6452113"/>
              <a:gd name="connsiteX3" fmla="*/ 7757 w 7661310"/>
              <a:gd name="connsiteY3" fmla="*/ 6365104 h 6452113"/>
              <a:gd name="connsiteX4" fmla="*/ 49895 w 7661310"/>
              <a:gd name="connsiteY4" fmla="*/ 40219 h 6452113"/>
              <a:gd name="connsiteX5" fmla="*/ 241539 w 7661310"/>
              <a:gd name="connsiteY5" fmla="*/ 0 h 6452113"/>
              <a:gd name="connsiteX6" fmla="*/ 6439076 w 7661310"/>
              <a:gd name="connsiteY6" fmla="*/ 28166 h 6452113"/>
              <a:gd name="connsiteX7" fmla="*/ 7639227 w 7661310"/>
              <a:gd name="connsiteY7" fmla="*/ 58697 h 6452113"/>
              <a:gd name="connsiteX8" fmla="*/ 7589645 w 7661310"/>
              <a:gd name="connsiteY8" fmla="*/ 6366021 h 6452113"/>
              <a:gd name="connsiteX9" fmla="*/ 7402081 w 7661310"/>
              <a:gd name="connsiteY9" fmla="*/ 6430320 h 6452113"/>
              <a:gd name="connsiteX10" fmla="*/ 7149875 w 7661310"/>
              <a:gd name="connsiteY10" fmla="*/ 6433518 h 6452113"/>
              <a:gd name="connsiteX0" fmla="*/ 7149875 w 7657523"/>
              <a:gd name="connsiteY0" fmla="*/ 6433518 h 6452112"/>
              <a:gd name="connsiteX1" fmla="*/ 6560587 w 7657523"/>
              <a:gd name="connsiteY1" fmla="*/ 6424418 h 6452112"/>
              <a:gd name="connsiteX2" fmla="*/ 995539 w 7657523"/>
              <a:gd name="connsiteY2" fmla="*/ 6393888 h 6452112"/>
              <a:gd name="connsiteX3" fmla="*/ 7757 w 7657523"/>
              <a:gd name="connsiteY3" fmla="*/ 6365104 h 6452112"/>
              <a:gd name="connsiteX4" fmla="*/ 49895 w 7657523"/>
              <a:gd name="connsiteY4" fmla="*/ 40219 h 6452112"/>
              <a:gd name="connsiteX5" fmla="*/ 241539 w 7657523"/>
              <a:gd name="connsiteY5" fmla="*/ 0 h 6452112"/>
              <a:gd name="connsiteX6" fmla="*/ 6439076 w 7657523"/>
              <a:gd name="connsiteY6" fmla="*/ 28166 h 6452112"/>
              <a:gd name="connsiteX7" fmla="*/ 7639227 w 7657523"/>
              <a:gd name="connsiteY7" fmla="*/ 58697 h 6452112"/>
              <a:gd name="connsiteX8" fmla="*/ 7589645 w 7657523"/>
              <a:gd name="connsiteY8" fmla="*/ 6366021 h 6452112"/>
              <a:gd name="connsiteX9" fmla="*/ 7402081 w 7657523"/>
              <a:gd name="connsiteY9" fmla="*/ 6430320 h 6452112"/>
              <a:gd name="connsiteX10" fmla="*/ 7149875 w 7657523"/>
              <a:gd name="connsiteY10" fmla="*/ 6433518 h 6452112"/>
              <a:gd name="connsiteX0" fmla="*/ 7149875 w 7639227"/>
              <a:gd name="connsiteY0" fmla="*/ 6433518 h 6452112"/>
              <a:gd name="connsiteX1" fmla="*/ 6560587 w 7639227"/>
              <a:gd name="connsiteY1" fmla="*/ 6424418 h 6452112"/>
              <a:gd name="connsiteX2" fmla="*/ 995539 w 7639227"/>
              <a:gd name="connsiteY2" fmla="*/ 6393888 h 6452112"/>
              <a:gd name="connsiteX3" fmla="*/ 7757 w 7639227"/>
              <a:gd name="connsiteY3" fmla="*/ 6365104 h 6452112"/>
              <a:gd name="connsiteX4" fmla="*/ 49895 w 7639227"/>
              <a:gd name="connsiteY4" fmla="*/ 40219 h 6452112"/>
              <a:gd name="connsiteX5" fmla="*/ 241539 w 7639227"/>
              <a:gd name="connsiteY5" fmla="*/ 0 h 6452112"/>
              <a:gd name="connsiteX6" fmla="*/ 6439076 w 7639227"/>
              <a:gd name="connsiteY6" fmla="*/ 28166 h 6452112"/>
              <a:gd name="connsiteX7" fmla="*/ 7639227 w 7639227"/>
              <a:gd name="connsiteY7" fmla="*/ 58697 h 6452112"/>
              <a:gd name="connsiteX8" fmla="*/ 7589645 w 7639227"/>
              <a:gd name="connsiteY8" fmla="*/ 6366021 h 6452112"/>
              <a:gd name="connsiteX9" fmla="*/ 7402081 w 7639227"/>
              <a:gd name="connsiteY9" fmla="*/ 6430320 h 6452112"/>
              <a:gd name="connsiteX10" fmla="*/ 7149875 w 7639227"/>
              <a:gd name="connsiteY10" fmla="*/ 6433518 h 6452112"/>
              <a:gd name="connsiteX0" fmla="*/ 7149875 w 7641711"/>
              <a:gd name="connsiteY0" fmla="*/ 6433518 h 6473199"/>
              <a:gd name="connsiteX1" fmla="*/ 6560587 w 7641711"/>
              <a:gd name="connsiteY1" fmla="*/ 6424418 h 6473199"/>
              <a:gd name="connsiteX2" fmla="*/ 995539 w 7641711"/>
              <a:gd name="connsiteY2" fmla="*/ 6393888 h 6473199"/>
              <a:gd name="connsiteX3" fmla="*/ 7757 w 7641711"/>
              <a:gd name="connsiteY3" fmla="*/ 6365104 h 6473199"/>
              <a:gd name="connsiteX4" fmla="*/ 49895 w 7641711"/>
              <a:gd name="connsiteY4" fmla="*/ 40219 h 6473199"/>
              <a:gd name="connsiteX5" fmla="*/ 241539 w 7641711"/>
              <a:gd name="connsiteY5" fmla="*/ 0 h 6473199"/>
              <a:gd name="connsiteX6" fmla="*/ 6439076 w 7641711"/>
              <a:gd name="connsiteY6" fmla="*/ 28166 h 6473199"/>
              <a:gd name="connsiteX7" fmla="*/ 7639227 w 7641711"/>
              <a:gd name="connsiteY7" fmla="*/ 58697 h 6473199"/>
              <a:gd name="connsiteX8" fmla="*/ 7618786 w 7641711"/>
              <a:gd name="connsiteY8" fmla="*/ 6397885 h 6473199"/>
              <a:gd name="connsiteX9" fmla="*/ 7402081 w 7641711"/>
              <a:gd name="connsiteY9" fmla="*/ 6430320 h 6473199"/>
              <a:gd name="connsiteX10" fmla="*/ 7149875 w 7641711"/>
              <a:gd name="connsiteY10" fmla="*/ 6433518 h 6473199"/>
              <a:gd name="connsiteX0" fmla="*/ 7149875 w 7641711"/>
              <a:gd name="connsiteY0" fmla="*/ 6433518 h 6438168"/>
              <a:gd name="connsiteX1" fmla="*/ 6560587 w 7641711"/>
              <a:gd name="connsiteY1" fmla="*/ 6424418 h 6438168"/>
              <a:gd name="connsiteX2" fmla="*/ 995539 w 7641711"/>
              <a:gd name="connsiteY2" fmla="*/ 6393888 h 6438168"/>
              <a:gd name="connsiteX3" fmla="*/ 7757 w 7641711"/>
              <a:gd name="connsiteY3" fmla="*/ 6365104 h 6438168"/>
              <a:gd name="connsiteX4" fmla="*/ 49895 w 7641711"/>
              <a:gd name="connsiteY4" fmla="*/ 40219 h 6438168"/>
              <a:gd name="connsiteX5" fmla="*/ 241539 w 7641711"/>
              <a:gd name="connsiteY5" fmla="*/ 0 h 6438168"/>
              <a:gd name="connsiteX6" fmla="*/ 6439076 w 7641711"/>
              <a:gd name="connsiteY6" fmla="*/ 28166 h 6438168"/>
              <a:gd name="connsiteX7" fmla="*/ 7639227 w 7641711"/>
              <a:gd name="connsiteY7" fmla="*/ 58697 h 6438168"/>
              <a:gd name="connsiteX8" fmla="*/ 7618786 w 7641711"/>
              <a:gd name="connsiteY8" fmla="*/ 6397885 h 6438168"/>
              <a:gd name="connsiteX9" fmla="*/ 7402081 w 7641711"/>
              <a:gd name="connsiteY9" fmla="*/ 6430320 h 6438168"/>
              <a:gd name="connsiteX10" fmla="*/ 7149875 w 7641711"/>
              <a:gd name="connsiteY10" fmla="*/ 6433518 h 643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41711" h="6438168">
                <a:moveTo>
                  <a:pt x="7149875" y="6433518"/>
                </a:moveTo>
                <a:cubicBezTo>
                  <a:pt x="6975114" y="6433129"/>
                  <a:pt x="6756136" y="6429491"/>
                  <a:pt x="6560587" y="6424418"/>
                </a:cubicBezTo>
                <a:lnTo>
                  <a:pt x="995539" y="6393888"/>
                </a:lnTo>
                <a:lnTo>
                  <a:pt x="7757" y="6365104"/>
                </a:lnTo>
                <a:cubicBezTo>
                  <a:pt x="-20334" y="4216169"/>
                  <a:pt x="35849" y="2148514"/>
                  <a:pt x="49895" y="40219"/>
                </a:cubicBezTo>
                <a:lnTo>
                  <a:pt x="241539" y="0"/>
                </a:lnTo>
                <a:lnTo>
                  <a:pt x="6439076" y="28166"/>
                </a:lnTo>
                <a:cubicBezTo>
                  <a:pt x="6939139" y="58697"/>
                  <a:pt x="7296327" y="28165"/>
                  <a:pt x="7639227" y="58697"/>
                </a:cubicBezTo>
                <a:cubicBezTo>
                  <a:pt x="7638435" y="2070139"/>
                  <a:pt x="7653203" y="4107561"/>
                  <a:pt x="7618786" y="6397885"/>
                </a:cubicBezTo>
                <a:cubicBezTo>
                  <a:pt x="7625166" y="6478264"/>
                  <a:pt x="7566387" y="6409966"/>
                  <a:pt x="7402081" y="6430320"/>
                </a:cubicBezTo>
                <a:cubicBezTo>
                  <a:pt x="7343671" y="6432816"/>
                  <a:pt x="7254732" y="6433752"/>
                  <a:pt x="7149875" y="643351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survey&#10;&#10;AI-generated content may be incorrect.">
            <a:extLst>
              <a:ext uri="{FF2B5EF4-FFF2-40B4-BE49-F238E27FC236}">
                <a16:creationId xmlns:a16="http://schemas.microsoft.com/office/drawing/2014/main" id="{8DDD0F75-2AE8-C8AA-EE7A-1D9105BD5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857" y="595554"/>
            <a:ext cx="10889025" cy="383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87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293528E-0CA3-4E56-B7A0-091C0AB0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FD983-FB85-D016-1440-77C61319C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976537"/>
            <a:ext cx="10658121" cy="8759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778232E-C75B-4B3C-9201-81C077571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21711" y="313659"/>
            <a:ext cx="11418399" cy="4399017"/>
          </a:xfrm>
          <a:custGeom>
            <a:avLst/>
            <a:gdLst>
              <a:gd name="connsiteX0" fmla="*/ 7142118 w 7680682"/>
              <a:gd name="connsiteY0" fmla="*/ 6405352 h 6405386"/>
              <a:gd name="connsiteX1" fmla="*/ 6552830 w 7680682"/>
              <a:gd name="connsiteY1" fmla="*/ 6396252 h 6405386"/>
              <a:gd name="connsiteX2" fmla="*/ 987782 w 7680682"/>
              <a:gd name="connsiteY2" fmla="*/ 6365722 h 6405386"/>
              <a:gd name="connsiteX3" fmla="*/ 0 w 7680682"/>
              <a:gd name="connsiteY3" fmla="*/ 6336938 h 6405386"/>
              <a:gd name="connsiteX4" fmla="*/ 0 w 7680682"/>
              <a:gd name="connsiteY4" fmla="*/ 32372 h 6405386"/>
              <a:gd name="connsiteX5" fmla="*/ 157934 w 7680682"/>
              <a:gd name="connsiteY5" fmla="*/ 32797 h 6405386"/>
              <a:gd name="connsiteX6" fmla="*/ 6431319 w 7680682"/>
              <a:gd name="connsiteY6" fmla="*/ 0 h 6405386"/>
              <a:gd name="connsiteX7" fmla="*/ 7631470 w 7680682"/>
              <a:gd name="connsiteY7" fmla="*/ 30531 h 6405386"/>
              <a:gd name="connsiteX8" fmla="*/ 7560032 w 7680682"/>
              <a:gd name="connsiteY8" fmla="*/ 6274128 h 6405386"/>
              <a:gd name="connsiteX9" fmla="*/ 7394324 w 7680682"/>
              <a:gd name="connsiteY9" fmla="*/ 6402154 h 6405386"/>
              <a:gd name="connsiteX10" fmla="*/ 7142118 w 7680682"/>
              <a:gd name="connsiteY10" fmla="*/ 6405352 h 6405386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0 w 7680682"/>
              <a:gd name="connsiteY4" fmla="*/ 60538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42138 w 7680682"/>
              <a:gd name="connsiteY4" fmla="*/ 40219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9875 w 7688439"/>
              <a:gd name="connsiteY0" fmla="*/ 6433518 h 6433552"/>
              <a:gd name="connsiteX1" fmla="*/ 6560587 w 7688439"/>
              <a:gd name="connsiteY1" fmla="*/ 6424418 h 6433552"/>
              <a:gd name="connsiteX2" fmla="*/ 995539 w 7688439"/>
              <a:gd name="connsiteY2" fmla="*/ 6393888 h 6433552"/>
              <a:gd name="connsiteX3" fmla="*/ 7757 w 7688439"/>
              <a:gd name="connsiteY3" fmla="*/ 6365104 h 6433552"/>
              <a:gd name="connsiteX4" fmla="*/ 49895 w 7688439"/>
              <a:gd name="connsiteY4" fmla="*/ 40219 h 6433552"/>
              <a:gd name="connsiteX5" fmla="*/ 241539 w 7688439"/>
              <a:gd name="connsiteY5" fmla="*/ 0 h 6433552"/>
              <a:gd name="connsiteX6" fmla="*/ 6439076 w 7688439"/>
              <a:gd name="connsiteY6" fmla="*/ 28166 h 6433552"/>
              <a:gd name="connsiteX7" fmla="*/ 7639227 w 7688439"/>
              <a:gd name="connsiteY7" fmla="*/ 58697 h 6433552"/>
              <a:gd name="connsiteX8" fmla="*/ 7567789 w 7688439"/>
              <a:gd name="connsiteY8" fmla="*/ 6302294 h 6433552"/>
              <a:gd name="connsiteX9" fmla="*/ 7402081 w 7688439"/>
              <a:gd name="connsiteY9" fmla="*/ 6430320 h 6433552"/>
              <a:gd name="connsiteX10" fmla="*/ 7149875 w 7688439"/>
              <a:gd name="connsiteY10" fmla="*/ 6433518 h 6433552"/>
              <a:gd name="connsiteX0" fmla="*/ 7149875 w 7664186"/>
              <a:gd name="connsiteY0" fmla="*/ 6433518 h 6433552"/>
              <a:gd name="connsiteX1" fmla="*/ 6560587 w 7664186"/>
              <a:gd name="connsiteY1" fmla="*/ 6424418 h 6433552"/>
              <a:gd name="connsiteX2" fmla="*/ 995539 w 7664186"/>
              <a:gd name="connsiteY2" fmla="*/ 6393888 h 6433552"/>
              <a:gd name="connsiteX3" fmla="*/ 7757 w 7664186"/>
              <a:gd name="connsiteY3" fmla="*/ 6365104 h 6433552"/>
              <a:gd name="connsiteX4" fmla="*/ 49895 w 7664186"/>
              <a:gd name="connsiteY4" fmla="*/ 40219 h 6433552"/>
              <a:gd name="connsiteX5" fmla="*/ 241539 w 7664186"/>
              <a:gd name="connsiteY5" fmla="*/ 0 h 6433552"/>
              <a:gd name="connsiteX6" fmla="*/ 6439076 w 7664186"/>
              <a:gd name="connsiteY6" fmla="*/ 28166 h 6433552"/>
              <a:gd name="connsiteX7" fmla="*/ 7639227 w 7664186"/>
              <a:gd name="connsiteY7" fmla="*/ 58697 h 6433552"/>
              <a:gd name="connsiteX8" fmla="*/ 7567789 w 7664186"/>
              <a:gd name="connsiteY8" fmla="*/ 6302294 h 6433552"/>
              <a:gd name="connsiteX9" fmla="*/ 7402081 w 7664186"/>
              <a:gd name="connsiteY9" fmla="*/ 6430320 h 6433552"/>
              <a:gd name="connsiteX10" fmla="*/ 7149875 w 7664186"/>
              <a:gd name="connsiteY10" fmla="*/ 6433518 h 6433552"/>
              <a:gd name="connsiteX0" fmla="*/ 7149875 w 7657158"/>
              <a:gd name="connsiteY0" fmla="*/ 6433518 h 6433552"/>
              <a:gd name="connsiteX1" fmla="*/ 6560587 w 7657158"/>
              <a:gd name="connsiteY1" fmla="*/ 6424418 h 6433552"/>
              <a:gd name="connsiteX2" fmla="*/ 995539 w 7657158"/>
              <a:gd name="connsiteY2" fmla="*/ 6393888 h 6433552"/>
              <a:gd name="connsiteX3" fmla="*/ 7757 w 7657158"/>
              <a:gd name="connsiteY3" fmla="*/ 6365104 h 6433552"/>
              <a:gd name="connsiteX4" fmla="*/ 49895 w 7657158"/>
              <a:gd name="connsiteY4" fmla="*/ 40219 h 6433552"/>
              <a:gd name="connsiteX5" fmla="*/ 241539 w 7657158"/>
              <a:gd name="connsiteY5" fmla="*/ 0 h 6433552"/>
              <a:gd name="connsiteX6" fmla="*/ 6439076 w 7657158"/>
              <a:gd name="connsiteY6" fmla="*/ 28166 h 6433552"/>
              <a:gd name="connsiteX7" fmla="*/ 7639227 w 7657158"/>
              <a:gd name="connsiteY7" fmla="*/ 58697 h 6433552"/>
              <a:gd name="connsiteX8" fmla="*/ 7567789 w 7657158"/>
              <a:gd name="connsiteY8" fmla="*/ 6302294 h 6433552"/>
              <a:gd name="connsiteX9" fmla="*/ 7402081 w 7657158"/>
              <a:gd name="connsiteY9" fmla="*/ 6430320 h 6433552"/>
              <a:gd name="connsiteX10" fmla="*/ 7149875 w 7657158"/>
              <a:gd name="connsiteY10" fmla="*/ 6433518 h 6433552"/>
              <a:gd name="connsiteX0" fmla="*/ 7149875 w 7661310"/>
              <a:gd name="connsiteY0" fmla="*/ 6433518 h 6452113"/>
              <a:gd name="connsiteX1" fmla="*/ 6560587 w 7661310"/>
              <a:gd name="connsiteY1" fmla="*/ 6424418 h 6452113"/>
              <a:gd name="connsiteX2" fmla="*/ 995539 w 7661310"/>
              <a:gd name="connsiteY2" fmla="*/ 6393888 h 6452113"/>
              <a:gd name="connsiteX3" fmla="*/ 7757 w 7661310"/>
              <a:gd name="connsiteY3" fmla="*/ 6365104 h 6452113"/>
              <a:gd name="connsiteX4" fmla="*/ 49895 w 7661310"/>
              <a:gd name="connsiteY4" fmla="*/ 40219 h 6452113"/>
              <a:gd name="connsiteX5" fmla="*/ 241539 w 7661310"/>
              <a:gd name="connsiteY5" fmla="*/ 0 h 6452113"/>
              <a:gd name="connsiteX6" fmla="*/ 6439076 w 7661310"/>
              <a:gd name="connsiteY6" fmla="*/ 28166 h 6452113"/>
              <a:gd name="connsiteX7" fmla="*/ 7639227 w 7661310"/>
              <a:gd name="connsiteY7" fmla="*/ 58697 h 6452113"/>
              <a:gd name="connsiteX8" fmla="*/ 7589645 w 7661310"/>
              <a:gd name="connsiteY8" fmla="*/ 6366021 h 6452113"/>
              <a:gd name="connsiteX9" fmla="*/ 7402081 w 7661310"/>
              <a:gd name="connsiteY9" fmla="*/ 6430320 h 6452113"/>
              <a:gd name="connsiteX10" fmla="*/ 7149875 w 7661310"/>
              <a:gd name="connsiteY10" fmla="*/ 6433518 h 6452113"/>
              <a:gd name="connsiteX0" fmla="*/ 7149875 w 7657523"/>
              <a:gd name="connsiteY0" fmla="*/ 6433518 h 6452112"/>
              <a:gd name="connsiteX1" fmla="*/ 6560587 w 7657523"/>
              <a:gd name="connsiteY1" fmla="*/ 6424418 h 6452112"/>
              <a:gd name="connsiteX2" fmla="*/ 995539 w 7657523"/>
              <a:gd name="connsiteY2" fmla="*/ 6393888 h 6452112"/>
              <a:gd name="connsiteX3" fmla="*/ 7757 w 7657523"/>
              <a:gd name="connsiteY3" fmla="*/ 6365104 h 6452112"/>
              <a:gd name="connsiteX4" fmla="*/ 49895 w 7657523"/>
              <a:gd name="connsiteY4" fmla="*/ 40219 h 6452112"/>
              <a:gd name="connsiteX5" fmla="*/ 241539 w 7657523"/>
              <a:gd name="connsiteY5" fmla="*/ 0 h 6452112"/>
              <a:gd name="connsiteX6" fmla="*/ 6439076 w 7657523"/>
              <a:gd name="connsiteY6" fmla="*/ 28166 h 6452112"/>
              <a:gd name="connsiteX7" fmla="*/ 7639227 w 7657523"/>
              <a:gd name="connsiteY7" fmla="*/ 58697 h 6452112"/>
              <a:gd name="connsiteX8" fmla="*/ 7589645 w 7657523"/>
              <a:gd name="connsiteY8" fmla="*/ 6366021 h 6452112"/>
              <a:gd name="connsiteX9" fmla="*/ 7402081 w 7657523"/>
              <a:gd name="connsiteY9" fmla="*/ 6430320 h 6452112"/>
              <a:gd name="connsiteX10" fmla="*/ 7149875 w 7657523"/>
              <a:gd name="connsiteY10" fmla="*/ 6433518 h 6452112"/>
              <a:gd name="connsiteX0" fmla="*/ 7149875 w 7639227"/>
              <a:gd name="connsiteY0" fmla="*/ 6433518 h 6452112"/>
              <a:gd name="connsiteX1" fmla="*/ 6560587 w 7639227"/>
              <a:gd name="connsiteY1" fmla="*/ 6424418 h 6452112"/>
              <a:gd name="connsiteX2" fmla="*/ 995539 w 7639227"/>
              <a:gd name="connsiteY2" fmla="*/ 6393888 h 6452112"/>
              <a:gd name="connsiteX3" fmla="*/ 7757 w 7639227"/>
              <a:gd name="connsiteY3" fmla="*/ 6365104 h 6452112"/>
              <a:gd name="connsiteX4" fmla="*/ 49895 w 7639227"/>
              <a:gd name="connsiteY4" fmla="*/ 40219 h 6452112"/>
              <a:gd name="connsiteX5" fmla="*/ 241539 w 7639227"/>
              <a:gd name="connsiteY5" fmla="*/ 0 h 6452112"/>
              <a:gd name="connsiteX6" fmla="*/ 6439076 w 7639227"/>
              <a:gd name="connsiteY6" fmla="*/ 28166 h 6452112"/>
              <a:gd name="connsiteX7" fmla="*/ 7639227 w 7639227"/>
              <a:gd name="connsiteY7" fmla="*/ 58697 h 6452112"/>
              <a:gd name="connsiteX8" fmla="*/ 7589645 w 7639227"/>
              <a:gd name="connsiteY8" fmla="*/ 6366021 h 6452112"/>
              <a:gd name="connsiteX9" fmla="*/ 7402081 w 7639227"/>
              <a:gd name="connsiteY9" fmla="*/ 6430320 h 6452112"/>
              <a:gd name="connsiteX10" fmla="*/ 7149875 w 7639227"/>
              <a:gd name="connsiteY10" fmla="*/ 6433518 h 6452112"/>
              <a:gd name="connsiteX0" fmla="*/ 7149875 w 7641711"/>
              <a:gd name="connsiteY0" fmla="*/ 6433518 h 6473199"/>
              <a:gd name="connsiteX1" fmla="*/ 6560587 w 7641711"/>
              <a:gd name="connsiteY1" fmla="*/ 6424418 h 6473199"/>
              <a:gd name="connsiteX2" fmla="*/ 995539 w 7641711"/>
              <a:gd name="connsiteY2" fmla="*/ 6393888 h 6473199"/>
              <a:gd name="connsiteX3" fmla="*/ 7757 w 7641711"/>
              <a:gd name="connsiteY3" fmla="*/ 6365104 h 6473199"/>
              <a:gd name="connsiteX4" fmla="*/ 49895 w 7641711"/>
              <a:gd name="connsiteY4" fmla="*/ 40219 h 6473199"/>
              <a:gd name="connsiteX5" fmla="*/ 241539 w 7641711"/>
              <a:gd name="connsiteY5" fmla="*/ 0 h 6473199"/>
              <a:gd name="connsiteX6" fmla="*/ 6439076 w 7641711"/>
              <a:gd name="connsiteY6" fmla="*/ 28166 h 6473199"/>
              <a:gd name="connsiteX7" fmla="*/ 7639227 w 7641711"/>
              <a:gd name="connsiteY7" fmla="*/ 58697 h 6473199"/>
              <a:gd name="connsiteX8" fmla="*/ 7618786 w 7641711"/>
              <a:gd name="connsiteY8" fmla="*/ 6397885 h 6473199"/>
              <a:gd name="connsiteX9" fmla="*/ 7402081 w 7641711"/>
              <a:gd name="connsiteY9" fmla="*/ 6430320 h 6473199"/>
              <a:gd name="connsiteX10" fmla="*/ 7149875 w 7641711"/>
              <a:gd name="connsiteY10" fmla="*/ 6433518 h 6473199"/>
              <a:gd name="connsiteX0" fmla="*/ 7149875 w 7641711"/>
              <a:gd name="connsiteY0" fmla="*/ 6433518 h 6438168"/>
              <a:gd name="connsiteX1" fmla="*/ 6560587 w 7641711"/>
              <a:gd name="connsiteY1" fmla="*/ 6424418 h 6438168"/>
              <a:gd name="connsiteX2" fmla="*/ 995539 w 7641711"/>
              <a:gd name="connsiteY2" fmla="*/ 6393888 h 6438168"/>
              <a:gd name="connsiteX3" fmla="*/ 7757 w 7641711"/>
              <a:gd name="connsiteY3" fmla="*/ 6365104 h 6438168"/>
              <a:gd name="connsiteX4" fmla="*/ 49895 w 7641711"/>
              <a:gd name="connsiteY4" fmla="*/ 40219 h 6438168"/>
              <a:gd name="connsiteX5" fmla="*/ 241539 w 7641711"/>
              <a:gd name="connsiteY5" fmla="*/ 0 h 6438168"/>
              <a:gd name="connsiteX6" fmla="*/ 6439076 w 7641711"/>
              <a:gd name="connsiteY6" fmla="*/ 28166 h 6438168"/>
              <a:gd name="connsiteX7" fmla="*/ 7639227 w 7641711"/>
              <a:gd name="connsiteY7" fmla="*/ 58697 h 6438168"/>
              <a:gd name="connsiteX8" fmla="*/ 7618786 w 7641711"/>
              <a:gd name="connsiteY8" fmla="*/ 6397885 h 6438168"/>
              <a:gd name="connsiteX9" fmla="*/ 7402081 w 7641711"/>
              <a:gd name="connsiteY9" fmla="*/ 6430320 h 6438168"/>
              <a:gd name="connsiteX10" fmla="*/ 7149875 w 7641711"/>
              <a:gd name="connsiteY10" fmla="*/ 6433518 h 643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41711" h="6438168">
                <a:moveTo>
                  <a:pt x="7149875" y="6433518"/>
                </a:moveTo>
                <a:cubicBezTo>
                  <a:pt x="6975114" y="6433129"/>
                  <a:pt x="6756136" y="6429491"/>
                  <a:pt x="6560587" y="6424418"/>
                </a:cubicBezTo>
                <a:lnTo>
                  <a:pt x="995539" y="6393888"/>
                </a:lnTo>
                <a:lnTo>
                  <a:pt x="7757" y="6365104"/>
                </a:lnTo>
                <a:cubicBezTo>
                  <a:pt x="-20334" y="4216169"/>
                  <a:pt x="35849" y="2148514"/>
                  <a:pt x="49895" y="40219"/>
                </a:cubicBezTo>
                <a:lnTo>
                  <a:pt x="241539" y="0"/>
                </a:lnTo>
                <a:lnTo>
                  <a:pt x="6439076" y="28166"/>
                </a:lnTo>
                <a:cubicBezTo>
                  <a:pt x="6939139" y="58697"/>
                  <a:pt x="7296327" y="28165"/>
                  <a:pt x="7639227" y="58697"/>
                </a:cubicBezTo>
                <a:cubicBezTo>
                  <a:pt x="7638435" y="2070139"/>
                  <a:pt x="7653203" y="4107561"/>
                  <a:pt x="7618786" y="6397885"/>
                </a:cubicBezTo>
                <a:cubicBezTo>
                  <a:pt x="7625166" y="6478264"/>
                  <a:pt x="7566387" y="6409966"/>
                  <a:pt x="7402081" y="6430320"/>
                </a:cubicBezTo>
                <a:cubicBezTo>
                  <a:pt x="7343671" y="6432816"/>
                  <a:pt x="7254732" y="6433752"/>
                  <a:pt x="7149875" y="643351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green and black text&#10;&#10;AI-generated content may be incorrect.">
            <a:extLst>
              <a:ext uri="{FF2B5EF4-FFF2-40B4-BE49-F238E27FC236}">
                <a16:creationId xmlns:a16="http://schemas.microsoft.com/office/drawing/2014/main" id="{1C98B196-4F26-5EBD-17C0-BDD2E7A06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857" y="1058337"/>
            <a:ext cx="10889025" cy="291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2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293528E-0CA3-4E56-B7A0-091C0AB0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9C0E3-0B12-5A75-B39D-2D0A2A24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976537"/>
            <a:ext cx="10658121" cy="8759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Question 3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778232E-C75B-4B3C-9201-81C077571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21711" y="313659"/>
            <a:ext cx="11418399" cy="4399017"/>
          </a:xfrm>
          <a:custGeom>
            <a:avLst/>
            <a:gdLst>
              <a:gd name="connsiteX0" fmla="*/ 7142118 w 7680682"/>
              <a:gd name="connsiteY0" fmla="*/ 6405352 h 6405386"/>
              <a:gd name="connsiteX1" fmla="*/ 6552830 w 7680682"/>
              <a:gd name="connsiteY1" fmla="*/ 6396252 h 6405386"/>
              <a:gd name="connsiteX2" fmla="*/ 987782 w 7680682"/>
              <a:gd name="connsiteY2" fmla="*/ 6365722 h 6405386"/>
              <a:gd name="connsiteX3" fmla="*/ 0 w 7680682"/>
              <a:gd name="connsiteY3" fmla="*/ 6336938 h 6405386"/>
              <a:gd name="connsiteX4" fmla="*/ 0 w 7680682"/>
              <a:gd name="connsiteY4" fmla="*/ 32372 h 6405386"/>
              <a:gd name="connsiteX5" fmla="*/ 157934 w 7680682"/>
              <a:gd name="connsiteY5" fmla="*/ 32797 h 6405386"/>
              <a:gd name="connsiteX6" fmla="*/ 6431319 w 7680682"/>
              <a:gd name="connsiteY6" fmla="*/ 0 h 6405386"/>
              <a:gd name="connsiteX7" fmla="*/ 7631470 w 7680682"/>
              <a:gd name="connsiteY7" fmla="*/ 30531 h 6405386"/>
              <a:gd name="connsiteX8" fmla="*/ 7560032 w 7680682"/>
              <a:gd name="connsiteY8" fmla="*/ 6274128 h 6405386"/>
              <a:gd name="connsiteX9" fmla="*/ 7394324 w 7680682"/>
              <a:gd name="connsiteY9" fmla="*/ 6402154 h 6405386"/>
              <a:gd name="connsiteX10" fmla="*/ 7142118 w 7680682"/>
              <a:gd name="connsiteY10" fmla="*/ 6405352 h 6405386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0 w 7680682"/>
              <a:gd name="connsiteY4" fmla="*/ 60538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42138 w 7680682"/>
              <a:gd name="connsiteY4" fmla="*/ 40219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9875 w 7688439"/>
              <a:gd name="connsiteY0" fmla="*/ 6433518 h 6433552"/>
              <a:gd name="connsiteX1" fmla="*/ 6560587 w 7688439"/>
              <a:gd name="connsiteY1" fmla="*/ 6424418 h 6433552"/>
              <a:gd name="connsiteX2" fmla="*/ 995539 w 7688439"/>
              <a:gd name="connsiteY2" fmla="*/ 6393888 h 6433552"/>
              <a:gd name="connsiteX3" fmla="*/ 7757 w 7688439"/>
              <a:gd name="connsiteY3" fmla="*/ 6365104 h 6433552"/>
              <a:gd name="connsiteX4" fmla="*/ 49895 w 7688439"/>
              <a:gd name="connsiteY4" fmla="*/ 40219 h 6433552"/>
              <a:gd name="connsiteX5" fmla="*/ 241539 w 7688439"/>
              <a:gd name="connsiteY5" fmla="*/ 0 h 6433552"/>
              <a:gd name="connsiteX6" fmla="*/ 6439076 w 7688439"/>
              <a:gd name="connsiteY6" fmla="*/ 28166 h 6433552"/>
              <a:gd name="connsiteX7" fmla="*/ 7639227 w 7688439"/>
              <a:gd name="connsiteY7" fmla="*/ 58697 h 6433552"/>
              <a:gd name="connsiteX8" fmla="*/ 7567789 w 7688439"/>
              <a:gd name="connsiteY8" fmla="*/ 6302294 h 6433552"/>
              <a:gd name="connsiteX9" fmla="*/ 7402081 w 7688439"/>
              <a:gd name="connsiteY9" fmla="*/ 6430320 h 6433552"/>
              <a:gd name="connsiteX10" fmla="*/ 7149875 w 7688439"/>
              <a:gd name="connsiteY10" fmla="*/ 6433518 h 6433552"/>
              <a:gd name="connsiteX0" fmla="*/ 7149875 w 7664186"/>
              <a:gd name="connsiteY0" fmla="*/ 6433518 h 6433552"/>
              <a:gd name="connsiteX1" fmla="*/ 6560587 w 7664186"/>
              <a:gd name="connsiteY1" fmla="*/ 6424418 h 6433552"/>
              <a:gd name="connsiteX2" fmla="*/ 995539 w 7664186"/>
              <a:gd name="connsiteY2" fmla="*/ 6393888 h 6433552"/>
              <a:gd name="connsiteX3" fmla="*/ 7757 w 7664186"/>
              <a:gd name="connsiteY3" fmla="*/ 6365104 h 6433552"/>
              <a:gd name="connsiteX4" fmla="*/ 49895 w 7664186"/>
              <a:gd name="connsiteY4" fmla="*/ 40219 h 6433552"/>
              <a:gd name="connsiteX5" fmla="*/ 241539 w 7664186"/>
              <a:gd name="connsiteY5" fmla="*/ 0 h 6433552"/>
              <a:gd name="connsiteX6" fmla="*/ 6439076 w 7664186"/>
              <a:gd name="connsiteY6" fmla="*/ 28166 h 6433552"/>
              <a:gd name="connsiteX7" fmla="*/ 7639227 w 7664186"/>
              <a:gd name="connsiteY7" fmla="*/ 58697 h 6433552"/>
              <a:gd name="connsiteX8" fmla="*/ 7567789 w 7664186"/>
              <a:gd name="connsiteY8" fmla="*/ 6302294 h 6433552"/>
              <a:gd name="connsiteX9" fmla="*/ 7402081 w 7664186"/>
              <a:gd name="connsiteY9" fmla="*/ 6430320 h 6433552"/>
              <a:gd name="connsiteX10" fmla="*/ 7149875 w 7664186"/>
              <a:gd name="connsiteY10" fmla="*/ 6433518 h 6433552"/>
              <a:gd name="connsiteX0" fmla="*/ 7149875 w 7657158"/>
              <a:gd name="connsiteY0" fmla="*/ 6433518 h 6433552"/>
              <a:gd name="connsiteX1" fmla="*/ 6560587 w 7657158"/>
              <a:gd name="connsiteY1" fmla="*/ 6424418 h 6433552"/>
              <a:gd name="connsiteX2" fmla="*/ 995539 w 7657158"/>
              <a:gd name="connsiteY2" fmla="*/ 6393888 h 6433552"/>
              <a:gd name="connsiteX3" fmla="*/ 7757 w 7657158"/>
              <a:gd name="connsiteY3" fmla="*/ 6365104 h 6433552"/>
              <a:gd name="connsiteX4" fmla="*/ 49895 w 7657158"/>
              <a:gd name="connsiteY4" fmla="*/ 40219 h 6433552"/>
              <a:gd name="connsiteX5" fmla="*/ 241539 w 7657158"/>
              <a:gd name="connsiteY5" fmla="*/ 0 h 6433552"/>
              <a:gd name="connsiteX6" fmla="*/ 6439076 w 7657158"/>
              <a:gd name="connsiteY6" fmla="*/ 28166 h 6433552"/>
              <a:gd name="connsiteX7" fmla="*/ 7639227 w 7657158"/>
              <a:gd name="connsiteY7" fmla="*/ 58697 h 6433552"/>
              <a:gd name="connsiteX8" fmla="*/ 7567789 w 7657158"/>
              <a:gd name="connsiteY8" fmla="*/ 6302294 h 6433552"/>
              <a:gd name="connsiteX9" fmla="*/ 7402081 w 7657158"/>
              <a:gd name="connsiteY9" fmla="*/ 6430320 h 6433552"/>
              <a:gd name="connsiteX10" fmla="*/ 7149875 w 7657158"/>
              <a:gd name="connsiteY10" fmla="*/ 6433518 h 6433552"/>
              <a:gd name="connsiteX0" fmla="*/ 7149875 w 7661310"/>
              <a:gd name="connsiteY0" fmla="*/ 6433518 h 6452113"/>
              <a:gd name="connsiteX1" fmla="*/ 6560587 w 7661310"/>
              <a:gd name="connsiteY1" fmla="*/ 6424418 h 6452113"/>
              <a:gd name="connsiteX2" fmla="*/ 995539 w 7661310"/>
              <a:gd name="connsiteY2" fmla="*/ 6393888 h 6452113"/>
              <a:gd name="connsiteX3" fmla="*/ 7757 w 7661310"/>
              <a:gd name="connsiteY3" fmla="*/ 6365104 h 6452113"/>
              <a:gd name="connsiteX4" fmla="*/ 49895 w 7661310"/>
              <a:gd name="connsiteY4" fmla="*/ 40219 h 6452113"/>
              <a:gd name="connsiteX5" fmla="*/ 241539 w 7661310"/>
              <a:gd name="connsiteY5" fmla="*/ 0 h 6452113"/>
              <a:gd name="connsiteX6" fmla="*/ 6439076 w 7661310"/>
              <a:gd name="connsiteY6" fmla="*/ 28166 h 6452113"/>
              <a:gd name="connsiteX7" fmla="*/ 7639227 w 7661310"/>
              <a:gd name="connsiteY7" fmla="*/ 58697 h 6452113"/>
              <a:gd name="connsiteX8" fmla="*/ 7589645 w 7661310"/>
              <a:gd name="connsiteY8" fmla="*/ 6366021 h 6452113"/>
              <a:gd name="connsiteX9" fmla="*/ 7402081 w 7661310"/>
              <a:gd name="connsiteY9" fmla="*/ 6430320 h 6452113"/>
              <a:gd name="connsiteX10" fmla="*/ 7149875 w 7661310"/>
              <a:gd name="connsiteY10" fmla="*/ 6433518 h 6452113"/>
              <a:gd name="connsiteX0" fmla="*/ 7149875 w 7657523"/>
              <a:gd name="connsiteY0" fmla="*/ 6433518 h 6452112"/>
              <a:gd name="connsiteX1" fmla="*/ 6560587 w 7657523"/>
              <a:gd name="connsiteY1" fmla="*/ 6424418 h 6452112"/>
              <a:gd name="connsiteX2" fmla="*/ 995539 w 7657523"/>
              <a:gd name="connsiteY2" fmla="*/ 6393888 h 6452112"/>
              <a:gd name="connsiteX3" fmla="*/ 7757 w 7657523"/>
              <a:gd name="connsiteY3" fmla="*/ 6365104 h 6452112"/>
              <a:gd name="connsiteX4" fmla="*/ 49895 w 7657523"/>
              <a:gd name="connsiteY4" fmla="*/ 40219 h 6452112"/>
              <a:gd name="connsiteX5" fmla="*/ 241539 w 7657523"/>
              <a:gd name="connsiteY5" fmla="*/ 0 h 6452112"/>
              <a:gd name="connsiteX6" fmla="*/ 6439076 w 7657523"/>
              <a:gd name="connsiteY6" fmla="*/ 28166 h 6452112"/>
              <a:gd name="connsiteX7" fmla="*/ 7639227 w 7657523"/>
              <a:gd name="connsiteY7" fmla="*/ 58697 h 6452112"/>
              <a:gd name="connsiteX8" fmla="*/ 7589645 w 7657523"/>
              <a:gd name="connsiteY8" fmla="*/ 6366021 h 6452112"/>
              <a:gd name="connsiteX9" fmla="*/ 7402081 w 7657523"/>
              <a:gd name="connsiteY9" fmla="*/ 6430320 h 6452112"/>
              <a:gd name="connsiteX10" fmla="*/ 7149875 w 7657523"/>
              <a:gd name="connsiteY10" fmla="*/ 6433518 h 6452112"/>
              <a:gd name="connsiteX0" fmla="*/ 7149875 w 7639227"/>
              <a:gd name="connsiteY0" fmla="*/ 6433518 h 6452112"/>
              <a:gd name="connsiteX1" fmla="*/ 6560587 w 7639227"/>
              <a:gd name="connsiteY1" fmla="*/ 6424418 h 6452112"/>
              <a:gd name="connsiteX2" fmla="*/ 995539 w 7639227"/>
              <a:gd name="connsiteY2" fmla="*/ 6393888 h 6452112"/>
              <a:gd name="connsiteX3" fmla="*/ 7757 w 7639227"/>
              <a:gd name="connsiteY3" fmla="*/ 6365104 h 6452112"/>
              <a:gd name="connsiteX4" fmla="*/ 49895 w 7639227"/>
              <a:gd name="connsiteY4" fmla="*/ 40219 h 6452112"/>
              <a:gd name="connsiteX5" fmla="*/ 241539 w 7639227"/>
              <a:gd name="connsiteY5" fmla="*/ 0 h 6452112"/>
              <a:gd name="connsiteX6" fmla="*/ 6439076 w 7639227"/>
              <a:gd name="connsiteY6" fmla="*/ 28166 h 6452112"/>
              <a:gd name="connsiteX7" fmla="*/ 7639227 w 7639227"/>
              <a:gd name="connsiteY7" fmla="*/ 58697 h 6452112"/>
              <a:gd name="connsiteX8" fmla="*/ 7589645 w 7639227"/>
              <a:gd name="connsiteY8" fmla="*/ 6366021 h 6452112"/>
              <a:gd name="connsiteX9" fmla="*/ 7402081 w 7639227"/>
              <a:gd name="connsiteY9" fmla="*/ 6430320 h 6452112"/>
              <a:gd name="connsiteX10" fmla="*/ 7149875 w 7639227"/>
              <a:gd name="connsiteY10" fmla="*/ 6433518 h 6452112"/>
              <a:gd name="connsiteX0" fmla="*/ 7149875 w 7641711"/>
              <a:gd name="connsiteY0" fmla="*/ 6433518 h 6473199"/>
              <a:gd name="connsiteX1" fmla="*/ 6560587 w 7641711"/>
              <a:gd name="connsiteY1" fmla="*/ 6424418 h 6473199"/>
              <a:gd name="connsiteX2" fmla="*/ 995539 w 7641711"/>
              <a:gd name="connsiteY2" fmla="*/ 6393888 h 6473199"/>
              <a:gd name="connsiteX3" fmla="*/ 7757 w 7641711"/>
              <a:gd name="connsiteY3" fmla="*/ 6365104 h 6473199"/>
              <a:gd name="connsiteX4" fmla="*/ 49895 w 7641711"/>
              <a:gd name="connsiteY4" fmla="*/ 40219 h 6473199"/>
              <a:gd name="connsiteX5" fmla="*/ 241539 w 7641711"/>
              <a:gd name="connsiteY5" fmla="*/ 0 h 6473199"/>
              <a:gd name="connsiteX6" fmla="*/ 6439076 w 7641711"/>
              <a:gd name="connsiteY6" fmla="*/ 28166 h 6473199"/>
              <a:gd name="connsiteX7" fmla="*/ 7639227 w 7641711"/>
              <a:gd name="connsiteY7" fmla="*/ 58697 h 6473199"/>
              <a:gd name="connsiteX8" fmla="*/ 7618786 w 7641711"/>
              <a:gd name="connsiteY8" fmla="*/ 6397885 h 6473199"/>
              <a:gd name="connsiteX9" fmla="*/ 7402081 w 7641711"/>
              <a:gd name="connsiteY9" fmla="*/ 6430320 h 6473199"/>
              <a:gd name="connsiteX10" fmla="*/ 7149875 w 7641711"/>
              <a:gd name="connsiteY10" fmla="*/ 6433518 h 6473199"/>
              <a:gd name="connsiteX0" fmla="*/ 7149875 w 7641711"/>
              <a:gd name="connsiteY0" fmla="*/ 6433518 h 6438168"/>
              <a:gd name="connsiteX1" fmla="*/ 6560587 w 7641711"/>
              <a:gd name="connsiteY1" fmla="*/ 6424418 h 6438168"/>
              <a:gd name="connsiteX2" fmla="*/ 995539 w 7641711"/>
              <a:gd name="connsiteY2" fmla="*/ 6393888 h 6438168"/>
              <a:gd name="connsiteX3" fmla="*/ 7757 w 7641711"/>
              <a:gd name="connsiteY3" fmla="*/ 6365104 h 6438168"/>
              <a:gd name="connsiteX4" fmla="*/ 49895 w 7641711"/>
              <a:gd name="connsiteY4" fmla="*/ 40219 h 6438168"/>
              <a:gd name="connsiteX5" fmla="*/ 241539 w 7641711"/>
              <a:gd name="connsiteY5" fmla="*/ 0 h 6438168"/>
              <a:gd name="connsiteX6" fmla="*/ 6439076 w 7641711"/>
              <a:gd name="connsiteY6" fmla="*/ 28166 h 6438168"/>
              <a:gd name="connsiteX7" fmla="*/ 7639227 w 7641711"/>
              <a:gd name="connsiteY7" fmla="*/ 58697 h 6438168"/>
              <a:gd name="connsiteX8" fmla="*/ 7618786 w 7641711"/>
              <a:gd name="connsiteY8" fmla="*/ 6397885 h 6438168"/>
              <a:gd name="connsiteX9" fmla="*/ 7402081 w 7641711"/>
              <a:gd name="connsiteY9" fmla="*/ 6430320 h 6438168"/>
              <a:gd name="connsiteX10" fmla="*/ 7149875 w 7641711"/>
              <a:gd name="connsiteY10" fmla="*/ 6433518 h 643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41711" h="6438168">
                <a:moveTo>
                  <a:pt x="7149875" y="6433518"/>
                </a:moveTo>
                <a:cubicBezTo>
                  <a:pt x="6975114" y="6433129"/>
                  <a:pt x="6756136" y="6429491"/>
                  <a:pt x="6560587" y="6424418"/>
                </a:cubicBezTo>
                <a:lnTo>
                  <a:pt x="995539" y="6393888"/>
                </a:lnTo>
                <a:lnTo>
                  <a:pt x="7757" y="6365104"/>
                </a:lnTo>
                <a:cubicBezTo>
                  <a:pt x="-20334" y="4216169"/>
                  <a:pt x="35849" y="2148514"/>
                  <a:pt x="49895" y="40219"/>
                </a:cubicBezTo>
                <a:lnTo>
                  <a:pt x="241539" y="0"/>
                </a:lnTo>
                <a:lnTo>
                  <a:pt x="6439076" y="28166"/>
                </a:lnTo>
                <a:cubicBezTo>
                  <a:pt x="6939139" y="58697"/>
                  <a:pt x="7296327" y="28165"/>
                  <a:pt x="7639227" y="58697"/>
                </a:cubicBezTo>
                <a:cubicBezTo>
                  <a:pt x="7638435" y="2070139"/>
                  <a:pt x="7653203" y="4107561"/>
                  <a:pt x="7618786" y="6397885"/>
                </a:cubicBezTo>
                <a:cubicBezTo>
                  <a:pt x="7625166" y="6478264"/>
                  <a:pt x="7566387" y="6409966"/>
                  <a:pt x="7402081" y="6430320"/>
                </a:cubicBezTo>
                <a:cubicBezTo>
                  <a:pt x="7343671" y="6432816"/>
                  <a:pt x="7254732" y="6433752"/>
                  <a:pt x="7149875" y="643351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questionnaire&#10;&#10;AI-generated content may be incorrect.">
            <a:extLst>
              <a:ext uri="{FF2B5EF4-FFF2-40B4-BE49-F238E27FC236}">
                <a16:creationId xmlns:a16="http://schemas.microsoft.com/office/drawing/2014/main" id="{75C2B8B3-0F0A-765C-8D9F-5712B2D3A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857" y="513886"/>
            <a:ext cx="10889025" cy="400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36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28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21117CB-D197-45F3-B441-4AC4D215E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7578E-D7A6-85D4-8198-A817CAFC8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8001" y="1017768"/>
            <a:ext cx="3780233" cy="30692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171 = Intervention</a:t>
            </a:r>
            <a:br>
              <a:rPr lang="en-US" dirty="0"/>
            </a:br>
            <a:r>
              <a:rPr lang="en-US" dirty="0"/>
              <a:t>177 = control</a:t>
            </a:r>
            <a:br>
              <a:rPr lang="en-US" dirty="0"/>
            </a:br>
            <a:endParaRPr lang="en-US" dirty="0"/>
          </a:p>
        </p:txBody>
      </p:sp>
      <p:sp>
        <p:nvSpPr>
          <p:cNvPr id="39" name="Freeform: Shape 32">
            <a:extLst>
              <a:ext uri="{FF2B5EF4-FFF2-40B4-BE49-F238E27FC236}">
                <a16:creationId xmlns:a16="http://schemas.microsoft.com/office/drawing/2014/main" id="{05B2B39F-11F7-47FD-8D3C-5BC81428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574"/>
            <a:ext cx="7451272" cy="6858000"/>
          </a:xfrm>
          <a:custGeom>
            <a:avLst/>
            <a:gdLst>
              <a:gd name="connsiteX0" fmla="*/ 7430701 w 7551955"/>
              <a:gd name="connsiteY0" fmla="*/ 6858000 h 6858000"/>
              <a:gd name="connsiteX1" fmla="*/ 0 w 7551955"/>
              <a:gd name="connsiteY1" fmla="*/ 6858000 h 6858000"/>
              <a:gd name="connsiteX2" fmla="*/ 0 w 7551955"/>
              <a:gd name="connsiteY2" fmla="*/ 0 h 6858000"/>
              <a:gd name="connsiteX3" fmla="*/ 7505795 w 7551955"/>
              <a:gd name="connsiteY3" fmla="*/ 0 h 6858000"/>
              <a:gd name="connsiteX4" fmla="*/ 7520785 w 7551955"/>
              <a:gd name="connsiteY4" fmla="*/ 379063 h 6858000"/>
              <a:gd name="connsiteX5" fmla="*/ 7433327 w 7551955"/>
              <a:gd name="connsiteY5" fmla="*/ 68036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51955" h="6858000">
                <a:moveTo>
                  <a:pt x="7430701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7505795" y="0"/>
                </a:lnTo>
                <a:lnTo>
                  <a:pt x="7520785" y="379063"/>
                </a:lnTo>
                <a:cubicBezTo>
                  <a:pt x="7596581" y="2601669"/>
                  <a:pt x="7521128" y="5461844"/>
                  <a:pt x="7433327" y="6803646"/>
                </a:cubicBezTo>
                <a:close/>
              </a:path>
            </a:pathLst>
          </a:cu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122C9E1A-78EB-B6CD-B76C-CD893EE3F8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39152" y="-36118"/>
            <a:ext cx="4706471" cy="6933948"/>
          </a:xfrm>
          <a:prstGeom prst="rect">
            <a:avLst/>
          </a:prstGeom>
        </p:spPr>
      </p:pic>
      <p:sp>
        <p:nvSpPr>
          <p:cNvPr id="40" name="Freeform: Shape 34">
            <a:extLst>
              <a:ext uri="{FF2B5EF4-FFF2-40B4-BE49-F238E27FC236}">
                <a16:creationId xmlns:a16="http://schemas.microsoft.com/office/drawing/2014/main" id="{FB69A980-D397-4383-991D-6DC2FB1C3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286044">
            <a:off x="398959" y="832048"/>
            <a:ext cx="4399064" cy="3813636"/>
          </a:xfrm>
          <a:custGeom>
            <a:avLst/>
            <a:gdLst>
              <a:gd name="connsiteX0" fmla="*/ -39 w 914430"/>
              <a:gd name="connsiteY0" fmla="*/ 747812 h 753584"/>
              <a:gd name="connsiteX1" fmla="*/ 400011 w 914430"/>
              <a:gd name="connsiteY1" fmla="*/ 737144 h 753584"/>
              <a:gd name="connsiteX2" fmla="*/ 891787 w 914430"/>
              <a:gd name="connsiteY2" fmla="*/ 487303 h 753584"/>
              <a:gd name="connsiteX3" fmla="*/ 665854 w 914430"/>
              <a:gd name="connsiteY3" fmla="*/ 3528 h 753584"/>
              <a:gd name="connsiteX4" fmla="*/ 136835 w 914430"/>
              <a:gd name="connsiteY4" fmla="*/ 319854 h 753584"/>
              <a:gd name="connsiteX5" fmla="*/ 134168 w 914430"/>
              <a:gd name="connsiteY5" fmla="*/ 630845 h 753584"/>
              <a:gd name="connsiteX6" fmla="*/ -39 w 914430"/>
              <a:gd name="connsiteY6" fmla="*/ 747812 h 753584"/>
              <a:gd name="connsiteX0" fmla="*/ 0 w 855235"/>
              <a:gd name="connsiteY0" fmla="*/ 741453 h 759943"/>
              <a:gd name="connsiteX1" fmla="*/ 340855 w 855235"/>
              <a:gd name="connsiteY1" fmla="*/ 737153 h 759943"/>
              <a:gd name="connsiteX2" fmla="*/ 832631 w 855235"/>
              <a:gd name="connsiteY2" fmla="*/ 487312 h 759943"/>
              <a:gd name="connsiteX3" fmla="*/ 606698 w 855235"/>
              <a:gd name="connsiteY3" fmla="*/ 3537 h 759943"/>
              <a:gd name="connsiteX4" fmla="*/ 77679 w 855235"/>
              <a:gd name="connsiteY4" fmla="*/ 319863 h 759943"/>
              <a:gd name="connsiteX5" fmla="*/ 75012 w 855235"/>
              <a:gd name="connsiteY5" fmla="*/ 630854 h 759943"/>
              <a:gd name="connsiteX6" fmla="*/ 0 w 855235"/>
              <a:gd name="connsiteY6" fmla="*/ 741453 h 759943"/>
              <a:gd name="connsiteX0" fmla="*/ 0 w 850882"/>
              <a:gd name="connsiteY0" fmla="*/ 741453 h 766485"/>
              <a:gd name="connsiteX1" fmla="*/ 348748 w 850882"/>
              <a:gd name="connsiteY1" fmla="*/ 746704 h 766485"/>
              <a:gd name="connsiteX2" fmla="*/ 832631 w 850882"/>
              <a:gd name="connsiteY2" fmla="*/ 487312 h 766485"/>
              <a:gd name="connsiteX3" fmla="*/ 606698 w 850882"/>
              <a:gd name="connsiteY3" fmla="*/ 3537 h 766485"/>
              <a:gd name="connsiteX4" fmla="*/ 77679 w 850882"/>
              <a:gd name="connsiteY4" fmla="*/ 319863 h 766485"/>
              <a:gd name="connsiteX5" fmla="*/ 75012 w 850882"/>
              <a:gd name="connsiteY5" fmla="*/ 630854 h 766485"/>
              <a:gd name="connsiteX6" fmla="*/ 0 w 850882"/>
              <a:gd name="connsiteY6" fmla="*/ 741453 h 766485"/>
              <a:gd name="connsiteX0" fmla="*/ 0 w 850882"/>
              <a:gd name="connsiteY0" fmla="*/ 741453 h 764365"/>
              <a:gd name="connsiteX1" fmla="*/ 348748 w 850882"/>
              <a:gd name="connsiteY1" fmla="*/ 746704 h 764365"/>
              <a:gd name="connsiteX2" fmla="*/ 832631 w 850882"/>
              <a:gd name="connsiteY2" fmla="*/ 487312 h 764365"/>
              <a:gd name="connsiteX3" fmla="*/ 606698 w 850882"/>
              <a:gd name="connsiteY3" fmla="*/ 3537 h 764365"/>
              <a:gd name="connsiteX4" fmla="*/ 77679 w 850882"/>
              <a:gd name="connsiteY4" fmla="*/ 319863 h 764365"/>
              <a:gd name="connsiteX5" fmla="*/ 75012 w 850882"/>
              <a:gd name="connsiteY5" fmla="*/ 630854 h 764365"/>
              <a:gd name="connsiteX6" fmla="*/ 0 w 850882"/>
              <a:gd name="connsiteY6" fmla="*/ 741453 h 764365"/>
              <a:gd name="connsiteX0" fmla="*/ 0 w 832466"/>
              <a:gd name="connsiteY0" fmla="*/ 731902 h 763437"/>
              <a:gd name="connsiteX1" fmla="*/ 330332 w 832466"/>
              <a:gd name="connsiteY1" fmla="*/ 746704 h 763437"/>
              <a:gd name="connsiteX2" fmla="*/ 814215 w 832466"/>
              <a:gd name="connsiteY2" fmla="*/ 487312 h 763437"/>
              <a:gd name="connsiteX3" fmla="*/ 588282 w 832466"/>
              <a:gd name="connsiteY3" fmla="*/ 3537 h 763437"/>
              <a:gd name="connsiteX4" fmla="*/ 59263 w 832466"/>
              <a:gd name="connsiteY4" fmla="*/ 319863 h 763437"/>
              <a:gd name="connsiteX5" fmla="*/ 56596 w 832466"/>
              <a:gd name="connsiteY5" fmla="*/ 630854 h 763437"/>
              <a:gd name="connsiteX6" fmla="*/ 0 w 832466"/>
              <a:gd name="connsiteY6" fmla="*/ 731902 h 763437"/>
              <a:gd name="connsiteX0" fmla="*/ 0 w 831373"/>
              <a:gd name="connsiteY0" fmla="*/ 731902 h 763086"/>
              <a:gd name="connsiteX1" fmla="*/ 330332 w 831373"/>
              <a:gd name="connsiteY1" fmla="*/ 746704 h 763086"/>
              <a:gd name="connsiteX2" fmla="*/ 812900 w 831373"/>
              <a:gd name="connsiteY2" fmla="*/ 492088 h 763086"/>
              <a:gd name="connsiteX3" fmla="*/ 588282 w 831373"/>
              <a:gd name="connsiteY3" fmla="*/ 3537 h 763086"/>
              <a:gd name="connsiteX4" fmla="*/ 59263 w 831373"/>
              <a:gd name="connsiteY4" fmla="*/ 319863 h 763086"/>
              <a:gd name="connsiteX5" fmla="*/ 56596 w 831373"/>
              <a:gd name="connsiteY5" fmla="*/ 630854 h 763086"/>
              <a:gd name="connsiteX6" fmla="*/ 0 w 831373"/>
              <a:gd name="connsiteY6" fmla="*/ 731902 h 763086"/>
              <a:gd name="connsiteX0" fmla="*/ 0 w 830248"/>
              <a:gd name="connsiteY0" fmla="*/ 731902 h 763086"/>
              <a:gd name="connsiteX1" fmla="*/ 330332 w 830248"/>
              <a:gd name="connsiteY1" fmla="*/ 746704 h 763086"/>
              <a:gd name="connsiteX2" fmla="*/ 812900 w 830248"/>
              <a:gd name="connsiteY2" fmla="*/ 492088 h 763086"/>
              <a:gd name="connsiteX3" fmla="*/ 588282 w 830248"/>
              <a:gd name="connsiteY3" fmla="*/ 3537 h 763086"/>
              <a:gd name="connsiteX4" fmla="*/ 59263 w 830248"/>
              <a:gd name="connsiteY4" fmla="*/ 319863 h 763086"/>
              <a:gd name="connsiteX5" fmla="*/ 56596 w 830248"/>
              <a:gd name="connsiteY5" fmla="*/ 630854 h 763086"/>
              <a:gd name="connsiteX6" fmla="*/ 0 w 830248"/>
              <a:gd name="connsiteY6" fmla="*/ 731902 h 763086"/>
              <a:gd name="connsiteX0" fmla="*/ 0 w 828752"/>
              <a:gd name="connsiteY0" fmla="*/ 731902 h 769484"/>
              <a:gd name="connsiteX1" fmla="*/ 367164 w 828752"/>
              <a:gd name="connsiteY1" fmla="*/ 754664 h 769484"/>
              <a:gd name="connsiteX2" fmla="*/ 812900 w 828752"/>
              <a:gd name="connsiteY2" fmla="*/ 492088 h 769484"/>
              <a:gd name="connsiteX3" fmla="*/ 588282 w 828752"/>
              <a:gd name="connsiteY3" fmla="*/ 3537 h 769484"/>
              <a:gd name="connsiteX4" fmla="*/ 59263 w 828752"/>
              <a:gd name="connsiteY4" fmla="*/ 319863 h 769484"/>
              <a:gd name="connsiteX5" fmla="*/ 56596 w 828752"/>
              <a:gd name="connsiteY5" fmla="*/ 630854 h 769484"/>
              <a:gd name="connsiteX6" fmla="*/ 0 w 828752"/>
              <a:gd name="connsiteY6" fmla="*/ 731902 h 769484"/>
              <a:gd name="connsiteX0" fmla="*/ 0 w 828752"/>
              <a:gd name="connsiteY0" fmla="*/ 731902 h 761354"/>
              <a:gd name="connsiteX1" fmla="*/ 367164 w 828752"/>
              <a:gd name="connsiteY1" fmla="*/ 754664 h 761354"/>
              <a:gd name="connsiteX2" fmla="*/ 812900 w 828752"/>
              <a:gd name="connsiteY2" fmla="*/ 492088 h 761354"/>
              <a:gd name="connsiteX3" fmla="*/ 588282 w 828752"/>
              <a:gd name="connsiteY3" fmla="*/ 3537 h 761354"/>
              <a:gd name="connsiteX4" fmla="*/ 59263 w 828752"/>
              <a:gd name="connsiteY4" fmla="*/ 319863 h 761354"/>
              <a:gd name="connsiteX5" fmla="*/ 56596 w 828752"/>
              <a:gd name="connsiteY5" fmla="*/ 630854 h 761354"/>
              <a:gd name="connsiteX6" fmla="*/ 0 w 828752"/>
              <a:gd name="connsiteY6" fmla="*/ 731902 h 761354"/>
              <a:gd name="connsiteX0" fmla="*/ 0 w 828286"/>
              <a:gd name="connsiteY0" fmla="*/ 731902 h 764135"/>
              <a:gd name="connsiteX1" fmla="*/ 373741 w 828286"/>
              <a:gd name="connsiteY1" fmla="*/ 757848 h 764135"/>
              <a:gd name="connsiteX2" fmla="*/ 812900 w 828286"/>
              <a:gd name="connsiteY2" fmla="*/ 492088 h 764135"/>
              <a:gd name="connsiteX3" fmla="*/ 588282 w 828286"/>
              <a:gd name="connsiteY3" fmla="*/ 3537 h 764135"/>
              <a:gd name="connsiteX4" fmla="*/ 59263 w 828286"/>
              <a:gd name="connsiteY4" fmla="*/ 319863 h 764135"/>
              <a:gd name="connsiteX5" fmla="*/ 56596 w 828286"/>
              <a:gd name="connsiteY5" fmla="*/ 630854 h 764135"/>
              <a:gd name="connsiteX6" fmla="*/ 0 w 828286"/>
              <a:gd name="connsiteY6" fmla="*/ 731902 h 764135"/>
              <a:gd name="connsiteX0" fmla="*/ 0 w 826698"/>
              <a:gd name="connsiteY0" fmla="*/ 684914 h 717147"/>
              <a:gd name="connsiteX1" fmla="*/ 373741 w 826698"/>
              <a:gd name="connsiteY1" fmla="*/ 710860 h 717147"/>
              <a:gd name="connsiteX2" fmla="*/ 812900 w 826698"/>
              <a:gd name="connsiteY2" fmla="*/ 445100 h 717147"/>
              <a:gd name="connsiteX3" fmla="*/ 581207 w 826698"/>
              <a:gd name="connsiteY3" fmla="*/ 14091 h 717147"/>
              <a:gd name="connsiteX4" fmla="*/ 59263 w 826698"/>
              <a:gd name="connsiteY4" fmla="*/ 272875 h 717147"/>
              <a:gd name="connsiteX5" fmla="*/ 56596 w 826698"/>
              <a:gd name="connsiteY5" fmla="*/ 583866 h 717147"/>
              <a:gd name="connsiteX6" fmla="*/ 0 w 826698"/>
              <a:gd name="connsiteY6" fmla="*/ 684914 h 717147"/>
              <a:gd name="connsiteX0" fmla="*/ 0 w 824673"/>
              <a:gd name="connsiteY0" fmla="*/ 684914 h 717147"/>
              <a:gd name="connsiteX1" fmla="*/ 373741 w 824673"/>
              <a:gd name="connsiteY1" fmla="*/ 710860 h 717147"/>
              <a:gd name="connsiteX2" fmla="*/ 812900 w 824673"/>
              <a:gd name="connsiteY2" fmla="*/ 445100 h 717147"/>
              <a:gd name="connsiteX3" fmla="*/ 581207 w 824673"/>
              <a:gd name="connsiteY3" fmla="*/ 14091 h 717147"/>
              <a:gd name="connsiteX4" fmla="*/ 59263 w 824673"/>
              <a:gd name="connsiteY4" fmla="*/ 272875 h 717147"/>
              <a:gd name="connsiteX5" fmla="*/ 56596 w 824673"/>
              <a:gd name="connsiteY5" fmla="*/ 583866 h 717147"/>
              <a:gd name="connsiteX6" fmla="*/ 0 w 824673"/>
              <a:gd name="connsiteY6" fmla="*/ 684914 h 717147"/>
              <a:gd name="connsiteX0" fmla="*/ 0 w 824673"/>
              <a:gd name="connsiteY0" fmla="*/ 674404 h 706637"/>
              <a:gd name="connsiteX1" fmla="*/ 373741 w 824673"/>
              <a:gd name="connsiteY1" fmla="*/ 700350 h 706637"/>
              <a:gd name="connsiteX2" fmla="*/ 812900 w 824673"/>
              <a:gd name="connsiteY2" fmla="*/ 434590 h 706637"/>
              <a:gd name="connsiteX3" fmla="*/ 581207 w 824673"/>
              <a:gd name="connsiteY3" fmla="*/ 3581 h 706637"/>
              <a:gd name="connsiteX4" fmla="*/ 59263 w 824673"/>
              <a:gd name="connsiteY4" fmla="*/ 262365 h 706637"/>
              <a:gd name="connsiteX5" fmla="*/ 56596 w 824673"/>
              <a:gd name="connsiteY5" fmla="*/ 573356 h 706637"/>
              <a:gd name="connsiteX6" fmla="*/ 0 w 824673"/>
              <a:gd name="connsiteY6" fmla="*/ 674404 h 706637"/>
              <a:gd name="connsiteX0" fmla="*/ 0 w 824673"/>
              <a:gd name="connsiteY0" fmla="*/ 674404 h 705498"/>
              <a:gd name="connsiteX1" fmla="*/ 373741 w 824673"/>
              <a:gd name="connsiteY1" fmla="*/ 700350 h 705498"/>
              <a:gd name="connsiteX2" fmla="*/ 812900 w 824673"/>
              <a:gd name="connsiteY2" fmla="*/ 434590 h 705498"/>
              <a:gd name="connsiteX3" fmla="*/ 581207 w 824673"/>
              <a:gd name="connsiteY3" fmla="*/ 3581 h 705498"/>
              <a:gd name="connsiteX4" fmla="*/ 59263 w 824673"/>
              <a:gd name="connsiteY4" fmla="*/ 262365 h 705498"/>
              <a:gd name="connsiteX5" fmla="*/ 56596 w 824673"/>
              <a:gd name="connsiteY5" fmla="*/ 573356 h 705498"/>
              <a:gd name="connsiteX6" fmla="*/ 0 w 824673"/>
              <a:gd name="connsiteY6" fmla="*/ 674404 h 705498"/>
              <a:gd name="connsiteX0" fmla="*/ 0 w 825801"/>
              <a:gd name="connsiteY0" fmla="*/ 674404 h 712003"/>
              <a:gd name="connsiteX1" fmla="*/ 373741 w 825801"/>
              <a:gd name="connsiteY1" fmla="*/ 700350 h 712003"/>
              <a:gd name="connsiteX2" fmla="*/ 814209 w 825801"/>
              <a:gd name="connsiteY2" fmla="*/ 448725 h 712003"/>
              <a:gd name="connsiteX3" fmla="*/ 581207 w 825801"/>
              <a:gd name="connsiteY3" fmla="*/ 3581 h 712003"/>
              <a:gd name="connsiteX4" fmla="*/ 59263 w 825801"/>
              <a:gd name="connsiteY4" fmla="*/ 262365 h 712003"/>
              <a:gd name="connsiteX5" fmla="*/ 56596 w 825801"/>
              <a:gd name="connsiteY5" fmla="*/ 573356 h 712003"/>
              <a:gd name="connsiteX6" fmla="*/ 0 w 825801"/>
              <a:gd name="connsiteY6" fmla="*/ 674404 h 712003"/>
              <a:gd name="connsiteX0" fmla="*/ 0 w 825354"/>
              <a:gd name="connsiteY0" fmla="*/ 674404 h 712003"/>
              <a:gd name="connsiteX1" fmla="*/ 373741 w 825354"/>
              <a:gd name="connsiteY1" fmla="*/ 700350 h 712003"/>
              <a:gd name="connsiteX2" fmla="*/ 814209 w 825354"/>
              <a:gd name="connsiteY2" fmla="*/ 448725 h 712003"/>
              <a:gd name="connsiteX3" fmla="*/ 581207 w 825354"/>
              <a:gd name="connsiteY3" fmla="*/ 3581 h 712003"/>
              <a:gd name="connsiteX4" fmla="*/ 59263 w 825354"/>
              <a:gd name="connsiteY4" fmla="*/ 262365 h 712003"/>
              <a:gd name="connsiteX5" fmla="*/ 56596 w 825354"/>
              <a:gd name="connsiteY5" fmla="*/ 573356 h 712003"/>
              <a:gd name="connsiteX6" fmla="*/ 0 w 825354"/>
              <a:gd name="connsiteY6" fmla="*/ 674404 h 712003"/>
              <a:gd name="connsiteX0" fmla="*/ 0 w 824001"/>
              <a:gd name="connsiteY0" fmla="*/ 674404 h 702198"/>
              <a:gd name="connsiteX1" fmla="*/ 429494 w 824001"/>
              <a:gd name="connsiteY1" fmla="*/ 688873 h 702198"/>
              <a:gd name="connsiteX2" fmla="*/ 814209 w 824001"/>
              <a:gd name="connsiteY2" fmla="*/ 448725 h 702198"/>
              <a:gd name="connsiteX3" fmla="*/ 581207 w 824001"/>
              <a:gd name="connsiteY3" fmla="*/ 3581 h 702198"/>
              <a:gd name="connsiteX4" fmla="*/ 59263 w 824001"/>
              <a:gd name="connsiteY4" fmla="*/ 262365 h 702198"/>
              <a:gd name="connsiteX5" fmla="*/ 56596 w 824001"/>
              <a:gd name="connsiteY5" fmla="*/ 573356 h 702198"/>
              <a:gd name="connsiteX6" fmla="*/ 0 w 824001"/>
              <a:gd name="connsiteY6" fmla="*/ 674404 h 702198"/>
              <a:gd name="connsiteX0" fmla="*/ 0 w 824001"/>
              <a:gd name="connsiteY0" fmla="*/ 674404 h 693317"/>
              <a:gd name="connsiteX1" fmla="*/ 429494 w 824001"/>
              <a:gd name="connsiteY1" fmla="*/ 688873 h 693317"/>
              <a:gd name="connsiteX2" fmla="*/ 814209 w 824001"/>
              <a:gd name="connsiteY2" fmla="*/ 448725 h 693317"/>
              <a:gd name="connsiteX3" fmla="*/ 581207 w 824001"/>
              <a:gd name="connsiteY3" fmla="*/ 3581 h 693317"/>
              <a:gd name="connsiteX4" fmla="*/ 59263 w 824001"/>
              <a:gd name="connsiteY4" fmla="*/ 262365 h 693317"/>
              <a:gd name="connsiteX5" fmla="*/ 56596 w 824001"/>
              <a:gd name="connsiteY5" fmla="*/ 573356 h 693317"/>
              <a:gd name="connsiteX6" fmla="*/ 0 w 824001"/>
              <a:gd name="connsiteY6" fmla="*/ 674404 h 693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4001" h="693317">
                <a:moveTo>
                  <a:pt x="0" y="674404"/>
                </a:moveTo>
                <a:cubicBezTo>
                  <a:pt x="170947" y="672309"/>
                  <a:pt x="289590" y="704889"/>
                  <a:pt x="429494" y="688873"/>
                </a:cubicBezTo>
                <a:cubicBezTo>
                  <a:pt x="585106" y="671059"/>
                  <a:pt x="788924" y="562940"/>
                  <a:pt x="814209" y="448725"/>
                </a:cubicBezTo>
                <a:cubicBezTo>
                  <a:pt x="839495" y="334510"/>
                  <a:pt x="832857" y="49206"/>
                  <a:pt x="581207" y="3581"/>
                </a:cubicBezTo>
                <a:cubicBezTo>
                  <a:pt x="485480" y="-3562"/>
                  <a:pt x="91955" y="-26684"/>
                  <a:pt x="59263" y="262365"/>
                </a:cubicBezTo>
                <a:cubicBezTo>
                  <a:pt x="43357" y="371331"/>
                  <a:pt x="56596" y="510015"/>
                  <a:pt x="56596" y="573356"/>
                </a:cubicBezTo>
                <a:cubicBezTo>
                  <a:pt x="57073" y="645079"/>
                  <a:pt x="0" y="674404"/>
                  <a:pt x="0" y="674404"/>
                </a:cubicBezTo>
                <a:close/>
              </a:path>
            </a:pathLst>
          </a:custGeom>
          <a:noFill/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3E9B122-06B8-36E8-0754-7A4D43599D0A}"/>
                  </a:ext>
                </a:extLst>
              </p14:cNvPr>
              <p14:cNvContentPartPr/>
              <p14:nvPr/>
            </p14:nvContentPartPr>
            <p14:xfrm>
              <a:off x="2733755" y="107569"/>
              <a:ext cx="1182960" cy="117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3E9B122-06B8-36E8-0754-7A4D43599D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0115" y="-431"/>
                <a:ext cx="12906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2226F36-CA0D-79C4-4D58-81CB5E929F52}"/>
                  </a:ext>
                </a:extLst>
              </p14:cNvPr>
              <p14:cNvContentPartPr/>
              <p14:nvPr/>
            </p14:nvContentPartPr>
            <p14:xfrm>
              <a:off x="1792715" y="4571929"/>
              <a:ext cx="277200" cy="36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2226F36-CA0D-79C4-4D58-81CB5E929F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38715" y="4464289"/>
                <a:ext cx="384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303F2C2-BBDF-4051-5A16-03889D327D9E}"/>
                  </a:ext>
                </a:extLst>
              </p14:cNvPr>
              <p14:cNvContentPartPr/>
              <p14:nvPr/>
            </p14:nvContentPartPr>
            <p14:xfrm flipH="1" flipV="1">
              <a:off x="3926075" y="4553569"/>
              <a:ext cx="331920" cy="36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303F2C2-BBDF-4051-5A16-03889D327D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flipH="1" flipV="1">
                <a:off x="3872134" y="4446618"/>
                <a:ext cx="439443" cy="2502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2E0F36D-16DF-7E4C-4A47-17AD164DB65E}"/>
                  </a:ext>
                </a:extLst>
              </p14:cNvPr>
              <p14:cNvContentPartPr/>
              <p14:nvPr/>
            </p14:nvContentPartPr>
            <p14:xfrm>
              <a:off x="1801351" y="6641488"/>
              <a:ext cx="1608480" cy="62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2E0F36D-16DF-7E4C-4A47-17AD164DB6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47351" y="6533488"/>
                <a:ext cx="17161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D798C21-5026-A851-6150-DC1D6D189CC5}"/>
                  </a:ext>
                </a:extLst>
              </p14:cNvPr>
              <p14:cNvContentPartPr/>
              <p14:nvPr/>
            </p14:nvContentPartPr>
            <p14:xfrm>
              <a:off x="4076911" y="6524128"/>
              <a:ext cx="1610280" cy="297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D798C21-5026-A851-6150-DC1D6D189CC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22911" y="6416128"/>
                <a:ext cx="171792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E341E1E-6BB5-C760-E7E3-28C3BFA49B63}"/>
                  </a:ext>
                </a:extLst>
              </p14:cNvPr>
              <p14:cNvContentPartPr/>
              <p14:nvPr/>
            </p14:nvContentPartPr>
            <p14:xfrm>
              <a:off x="2866951" y="5657784"/>
              <a:ext cx="968760" cy="216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E341E1E-6BB5-C760-E7E3-28C3BFA49B6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12951" y="5549784"/>
                <a:ext cx="107640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D04AC2D-22B9-06DB-6E98-8AE31A35084A}"/>
                  </a:ext>
                </a:extLst>
              </p14:cNvPr>
              <p14:cNvContentPartPr/>
              <p14:nvPr/>
            </p14:nvContentPartPr>
            <p14:xfrm>
              <a:off x="2928511" y="5795664"/>
              <a:ext cx="600120" cy="39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D04AC2D-22B9-06DB-6E98-8AE31A35084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74871" y="5687664"/>
                <a:ext cx="7077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E6CD9C3-A62B-9976-8BCC-2BCFBC5F776D}"/>
                  </a:ext>
                </a:extLst>
              </p14:cNvPr>
              <p14:cNvContentPartPr/>
              <p14:nvPr/>
            </p14:nvContentPartPr>
            <p14:xfrm>
              <a:off x="5094271" y="5733744"/>
              <a:ext cx="818640" cy="69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E6CD9C3-A62B-9976-8BCC-2BCFBC5F776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40631" y="5625744"/>
                <a:ext cx="92628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9B87E60-94B2-81B6-2E81-F0E9447A2204}"/>
                  </a:ext>
                </a:extLst>
              </p14:cNvPr>
              <p14:cNvContentPartPr/>
              <p14:nvPr/>
            </p14:nvContentPartPr>
            <p14:xfrm>
              <a:off x="1862911" y="4984224"/>
              <a:ext cx="309960" cy="21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9B87E60-94B2-81B6-2E81-F0E9447A220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08911" y="4876584"/>
                <a:ext cx="4176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92183D1-5C85-E767-C16A-66ACC7ABE91E}"/>
                  </a:ext>
                </a:extLst>
              </p14:cNvPr>
              <p14:cNvContentPartPr/>
              <p14:nvPr/>
            </p14:nvContentPartPr>
            <p14:xfrm>
              <a:off x="4076911" y="4963704"/>
              <a:ext cx="286560" cy="49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92183D1-5C85-E767-C16A-66ACC7ABE91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22911" y="4856064"/>
                <a:ext cx="39420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3E95520-BD75-4B24-C834-0FC706EBEBA1}"/>
                  </a:ext>
                </a:extLst>
              </p14:cNvPr>
              <p14:cNvContentPartPr/>
              <p14:nvPr/>
            </p14:nvContentPartPr>
            <p14:xfrm>
              <a:off x="2777311" y="2543424"/>
              <a:ext cx="974520" cy="428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3E95520-BD75-4B24-C834-0FC706EBEBA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23311" y="2435784"/>
                <a:ext cx="1082160" cy="25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5049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20DF01A-DAD0-4D16-BEDE-ED085CCC3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2EE1E2D-ECFB-49DE-A025-1F56F4BF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530" y="650821"/>
            <a:ext cx="5675176" cy="5572420"/>
          </a:xfrm>
          <a:custGeom>
            <a:avLst/>
            <a:gdLst>
              <a:gd name="connsiteX0" fmla="*/ 3054021 w 5812746"/>
              <a:gd name="connsiteY0" fmla="*/ 1231 h 5528040"/>
              <a:gd name="connsiteX1" fmla="*/ 3457269 w 5812746"/>
              <a:gd name="connsiteY1" fmla="*/ 26605 h 5528040"/>
              <a:gd name="connsiteX2" fmla="*/ 5044657 w 5812746"/>
              <a:gd name="connsiteY2" fmla="*/ 762351 h 5528040"/>
              <a:gd name="connsiteX3" fmla="*/ 5796943 w 5812746"/>
              <a:gd name="connsiteY3" fmla="*/ 3658506 h 5528040"/>
              <a:gd name="connsiteX4" fmla="*/ 4954141 w 5812746"/>
              <a:gd name="connsiteY4" fmla="*/ 5012740 h 5528040"/>
              <a:gd name="connsiteX5" fmla="*/ 2691747 w 5812746"/>
              <a:gd name="connsiteY5" fmla="*/ 5525878 h 5528040"/>
              <a:gd name="connsiteX6" fmla="*/ 851096 w 5812746"/>
              <a:gd name="connsiteY6" fmla="*/ 4850742 h 5528040"/>
              <a:gd name="connsiteX7" fmla="*/ 140681 w 5812746"/>
              <a:gd name="connsiteY7" fmla="*/ 2645192 h 5528040"/>
              <a:gd name="connsiteX8" fmla="*/ 359594 w 5812746"/>
              <a:gd name="connsiteY8" fmla="*/ 1360849 h 5528040"/>
              <a:gd name="connsiteX9" fmla="*/ 446887 w 5812746"/>
              <a:gd name="connsiteY9" fmla="*/ 1002123 h 5528040"/>
              <a:gd name="connsiteX10" fmla="*/ 19774 w 5812746"/>
              <a:gd name="connsiteY10" fmla="*/ 765364 h 5528040"/>
              <a:gd name="connsiteX11" fmla="*/ 1117899 w 5812746"/>
              <a:gd name="connsiteY11" fmla="*/ 432351 h 5528040"/>
              <a:gd name="connsiteX12" fmla="*/ 1876138 w 5812746"/>
              <a:gd name="connsiteY12" fmla="*/ 213732 h 5528040"/>
              <a:gd name="connsiteX13" fmla="*/ 3054021 w 5812746"/>
              <a:gd name="connsiteY13" fmla="*/ 1231 h 5528040"/>
              <a:gd name="connsiteX0" fmla="*/ 3054021 w 5812746"/>
              <a:gd name="connsiteY0" fmla="*/ 1231 h 5528040"/>
              <a:gd name="connsiteX1" fmla="*/ 3602604 w 5812746"/>
              <a:gd name="connsiteY1" fmla="*/ 26605 h 5528040"/>
              <a:gd name="connsiteX2" fmla="*/ 5044657 w 5812746"/>
              <a:gd name="connsiteY2" fmla="*/ 762351 h 5528040"/>
              <a:gd name="connsiteX3" fmla="*/ 5796943 w 5812746"/>
              <a:gd name="connsiteY3" fmla="*/ 3658506 h 5528040"/>
              <a:gd name="connsiteX4" fmla="*/ 4954141 w 5812746"/>
              <a:gd name="connsiteY4" fmla="*/ 5012740 h 5528040"/>
              <a:gd name="connsiteX5" fmla="*/ 2691747 w 5812746"/>
              <a:gd name="connsiteY5" fmla="*/ 5525878 h 5528040"/>
              <a:gd name="connsiteX6" fmla="*/ 851096 w 5812746"/>
              <a:gd name="connsiteY6" fmla="*/ 4850742 h 5528040"/>
              <a:gd name="connsiteX7" fmla="*/ 140681 w 5812746"/>
              <a:gd name="connsiteY7" fmla="*/ 2645192 h 5528040"/>
              <a:gd name="connsiteX8" fmla="*/ 359594 w 5812746"/>
              <a:gd name="connsiteY8" fmla="*/ 1360849 h 5528040"/>
              <a:gd name="connsiteX9" fmla="*/ 446887 w 5812746"/>
              <a:gd name="connsiteY9" fmla="*/ 1002123 h 5528040"/>
              <a:gd name="connsiteX10" fmla="*/ 19774 w 5812746"/>
              <a:gd name="connsiteY10" fmla="*/ 765364 h 5528040"/>
              <a:gd name="connsiteX11" fmla="*/ 1117899 w 5812746"/>
              <a:gd name="connsiteY11" fmla="*/ 432351 h 5528040"/>
              <a:gd name="connsiteX12" fmla="*/ 1876138 w 5812746"/>
              <a:gd name="connsiteY12" fmla="*/ 213732 h 5528040"/>
              <a:gd name="connsiteX13" fmla="*/ 3054021 w 5812746"/>
              <a:gd name="connsiteY13" fmla="*/ 1231 h 5528040"/>
              <a:gd name="connsiteX0" fmla="*/ 1876138 w 5812746"/>
              <a:gd name="connsiteY0" fmla="*/ 209741 h 5524049"/>
              <a:gd name="connsiteX1" fmla="*/ 3602604 w 5812746"/>
              <a:gd name="connsiteY1" fmla="*/ 22614 h 5524049"/>
              <a:gd name="connsiteX2" fmla="*/ 5044657 w 5812746"/>
              <a:gd name="connsiteY2" fmla="*/ 758360 h 5524049"/>
              <a:gd name="connsiteX3" fmla="*/ 5796943 w 5812746"/>
              <a:gd name="connsiteY3" fmla="*/ 3654515 h 5524049"/>
              <a:gd name="connsiteX4" fmla="*/ 4954141 w 5812746"/>
              <a:gd name="connsiteY4" fmla="*/ 5008749 h 5524049"/>
              <a:gd name="connsiteX5" fmla="*/ 2691747 w 5812746"/>
              <a:gd name="connsiteY5" fmla="*/ 5521887 h 5524049"/>
              <a:gd name="connsiteX6" fmla="*/ 851096 w 5812746"/>
              <a:gd name="connsiteY6" fmla="*/ 4846751 h 5524049"/>
              <a:gd name="connsiteX7" fmla="*/ 140681 w 5812746"/>
              <a:gd name="connsiteY7" fmla="*/ 2641201 h 5524049"/>
              <a:gd name="connsiteX8" fmla="*/ 359594 w 5812746"/>
              <a:gd name="connsiteY8" fmla="*/ 1356858 h 5524049"/>
              <a:gd name="connsiteX9" fmla="*/ 446887 w 5812746"/>
              <a:gd name="connsiteY9" fmla="*/ 998132 h 5524049"/>
              <a:gd name="connsiteX10" fmla="*/ 19774 w 5812746"/>
              <a:gd name="connsiteY10" fmla="*/ 761373 h 5524049"/>
              <a:gd name="connsiteX11" fmla="*/ 1117899 w 5812746"/>
              <a:gd name="connsiteY11" fmla="*/ 428360 h 5524049"/>
              <a:gd name="connsiteX12" fmla="*/ 1876138 w 5812746"/>
              <a:gd name="connsiteY12" fmla="*/ 209741 h 5524049"/>
              <a:gd name="connsiteX0" fmla="*/ 1876138 w 5812746"/>
              <a:gd name="connsiteY0" fmla="*/ 209741 h 5527442"/>
              <a:gd name="connsiteX1" fmla="*/ 3602604 w 5812746"/>
              <a:gd name="connsiteY1" fmla="*/ 22614 h 5527442"/>
              <a:gd name="connsiteX2" fmla="*/ 5044657 w 5812746"/>
              <a:gd name="connsiteY2" fmla="*/ 758360 h 5527442"/>
              <a:gd name="connsiteX3" fmla="*/ 5796943 w 5812746"/>
              <a:gd name="connsiteY3" fmla="*/ 3654515 h 5527442"/>
              <a:gd name="connsiteX4" fmla="*/ 4978741 w 5812746"/>
              <a:gd name="connsiteY4" fmla="*/ 5080951 h 5527442"/>
              <a:gd name="connsiteX5" fmla="*/ 2691747 w 5812746"/>
              <a:gd name="connsiteY5" fmla="*/ 5521887 h 5527442"/>
              <a:gd name="connsiteX6" fmla="*/ 851096 w 5812746"/>
              <a:gd name="connsiteY6" fmla="*/ 4846751 h 5527442"/>
              <a:gd name="connsiteX7" fmla="*/ 140681 w 5812746"/>
              <a:gd name="connsiteY7" fmla="*/ 2641201 h 5527442"/>
              <a:gd name="connsiteX8" fmla="*/ 359594 w 5812746"/>
              <a:gd name="connsiteY8" fmla="*/ 1356858 h 5527442"/>
              <a:gd name="connsiteX9" fmla="*/ 446887 w 5812746"/>
              <a:gd name="connsiteY9" fmla="*/ 998132 h 5527442"/>
              <a:gd name="connsiteX10" fmla="*/ 19774 w 5812746"/>
              <a:gd name="connsiteY10" fmla="*/ 761373 h 5527442"/>
              <a:gd name="connsiteX11" fmla="*/ 1117899 w 5812746"/>
              <a:gd name="connsiteY11" fmla="*/ 428360 h 5527442"/>
              <a:gd name="connsiteX12" fmla="*/ 1876138 w 5812746"/>
              <a:gd name="connsiteY12" fmla="*/ 209741 h 5527442"/>
              <a:gd name="connsiteX0" fmla="*/ 1868107 w 5804715"/>
              <a:gd name="connsiteY0" fmla="*/ 209741 h 5527442"/>
              <a:gd name="connsiteX1" fmla="*/ 3594573 w 5804715"/>
              <a:gd name="connsiteY1" fmla="*/ 22614 h 5527442"/>
              <a:gd name="connsiteX2" fmla="*/ 5036626 w 5804715"/>
              <a:gd name="connsiteY2" fmla="*/ 758360 h 5527442"/>
              <a:gd name="connsiteX3" fmla="*/ 5788912 w 5804715"/>
              <a:gd name="connsiteY3" fmla="*/ 3654515 h 5527442"/>
              <a:gd name="connsiteX4" fmla="*/ 4970710 w 5804715"/>
              <a:gd name="connsiteY4" fmla="*/ 5080951 h 5527442"/>
              <a:gd name="connsiteX5" fmla="*/ 2683716 w 5804715"/>
              <a:gd name="connsiteY5" fmla="*/ 5521887 h 5527442"/>
              <a:gd name="connsiteX6" fmla="*/ 843065 w 5804715"/>
              <a:gd name="connsiteY6" fmla="*/ 4846751 h 5527442"/>
              <a:gd name="connsiteX7" fmla="*/ 132650 w 5804715"/>
              <a:gd name="connsiteY7" fmla="*/ 2641201 h 5527442"/>
              <a:gd name="connsiteX8" fmla="*/ 351563 w 5804715"/>
              <a:gd name="connsiteY8" fmla="*/ 1356858 h 5527442"/>
              <a:gd name="connsiteX9" fmla="*/ 438856 w 5804715"/>
              <a:gd name="connsiteY9" fmla="*/ 998132 h 5527442"/>
              <a:gd name="connsiteX10" fmla="*/ 11743 w 5804715"/>
              <a:gd name="connsiteY10" fmla="*/ 761373 h 5527442"/>
              <a:gd name="connsiteX11" fmla="*/ 1109868 w 5804715"/>
              <a:gd name="connsiteY11" fmla="*/ 428360 h 5527442"/>
              <a:gd name="connsiteX12" fmla="*/ 1868107 w 5804715"/>
              <a:gd name="connsiteY12" fmla="*/ 209741 h 5527442"/>
              <a:gd name="connsiteX0" fmla="*/ 1871754 w 5808362"/>
              <a:gd name="connsiteY0" fmla="*/ 209741 h 5527442"/>
              <a:gd name="connsiteX1" fmla="*/ 3598220 w 5808362"/>
              <a:gd name="connsiteY1" fmla="*/ 22614 h 5527442"/>
              <a:gd name="connsiteX2" fmla="*/ 5040273 w 5808362"/>
              <a:gd name="connsiteY2" fmla="*/ 758360 h 5527442"/>
              <a:gd name="connsiteX3" fmla="*/ 5792559 w 5808362"/>
              <a:gd name="connsiteY3" fmla="*/ 3654515 h 5527442"/>
              <a:gd name="connsiteX4" fmla="*/ 4974357 w 5808362"/>
              <a:gd name="connsiteY4" fmla="*/ 5080951 h 5527442"/>
              <a:gd name="connsiteX5" fmla="*/ 2687363 w 5808362"/>
              <a:gd name="connsiteY5" fmla="*/ 5521887 h 5527442"/>
              <a:gd name="connsiteX6" fmla="*/ 846712 w 5808362"/>
              <a:gd name="connsiteY6" fmla="*/ 4846751 h 5527442"/>
              <a:gd name="connsiteX7" fmla="*/ 136297 w 5808362"/>
              <a:gd name="connsiteY7" fmla="*/ 2641201 h 5527442"/>
              <a:gd name="connsiteX8" fmla="*/ 355210 w 5808362"/>
              <a:gd name="connsiteY8" fmla="*/ 1356858 h 5527442"/>
              <a:gd name="connsiteX9" fmla="*/ 442503 w 5808362"/>
              <a:gd name="connsiteY9" fmla="*/ 998132 h 5527442"/>
              <a:gd name="connsiteX10" fmla="*/ 15390 w 5808362"/>
              <a:gd name="connsiteY10" fmla="*/ 761373 h 5527442"/>
              <a:gd name="connsiteX11" fmla="*/ 1113515 w 5808362"/>
              <a:gd name="connsiteY11" fmla="*/ 428360 h 5527442"/>
              <a:gd name="connsiteX12" fmla="*/ 1871754 w 5808362"/>
              <a:gd name="connsiteY12" fmla="*/ 209741 h 5527442"/>
              <a:gd name="connsiteX0" fmla="*/ 1871754 w 5808362"/>
              <a:gd name="connsiteY0" fmla="*/ 209741 h 5527442"/>
              <a:gd name="connsiteX1" fmla="*/ 3598220 w 5808362"/>
              <a:gd name="connsiteY1" fmla="*/ 22614 h 5527442"/>
              <a:gd name="connsiteX2" fmla="*/ 5040273 w 5808362"/>
              <a:gd name="connsiteY2" fmla="*/ 758360 h 5527442"/>
              <a:gd name="connsiteX3" fmla="*/ 5792559 w 5808362"/>
              <a:gd name="connsiteY3" fmla="*/ 3654515 h 5527442"/>
              <a:gd name="connsiteX4" fmla="*/ 4974357 w 5808362"/>
              <a:gd name="connsiteY4" fmla="*/ 5080951 h 5527442"/>
              <a:gd name="connsiteX5" fmla="*/ 2687363 w 5808362"/>
              <a:gd name="connsiteY5" fmla="*/ 5521887 h 5527442"/>
              <a:gd name="connsiteX6" fmla="*/ 846712 w 5808362"/>
              <a:gd name="connsiteY6" fmla="*/ 4846751 h 5527442"/>
              <a:gd name="connsiteX7" fmla="*/ 136297 w 5808362"/>
              <a:gd name="connsiteY7" fmla="*/ 2641201 h 5527442"/>
              <a:gd name="connsiteX8" fmla="*/ 355210 w 5808362"/>
              <a:gd name="connsiteY8" fmla="*/ 1356858 h 5527442"/>
              <a:gd name="connsiteX9" fmla="*/ 442503 w 5808362"/>
              <a:gd name="connsiteY9" fmla="*/ 998132 h 5527442"/>
              <a:gd name="connsiteX10" fmla="*/ 15390 w 5808362"/>
              <a:gd name="connsiteY10" fmla="*/ 761373 h 5527442"/>
              <a:gd name="connsiteX11" fmla="*/ 1113515 w 5808362"/>
              <a:gd name="connsiteY11" fmla="*/ 428360 h 5527442"/>
              <a:gd name="connsiteX12" fmla="*/ 1871754 w 5808362"/>
              <a:gd name="connsiteY12" fmla="*/ 209741 h 5527442"/>
              <a:gd name="connsiteX0" fmla="*/ 1871754 w 5808362"/>
              <a:gd name="connsiteY0" fmla="*/ 209741 h 5527442"/>
              <a:gd name="connsiteX1" fmla="*/ 3598220 w 5808362"/>
              <a:gd name="connsiteY1" fmla="*/ 22614 h 5527442"/>
              <a:gd name="connsiteX2" fmla="*/ 5040273 w 5808362"/>
              <a:gd name="connsiteY2" fmla="*/ 758360 h 5527442"/>
              <a:gd name="connsiteX3" fmla="*/ 5792559 w 5808362"/>
              <a:gd name="connsiteY3" fmla="*/ 3654515 h 5527442"/>
              <a:gd name="connsiteX4" fmla="*/ 4974357 w 5808362"/>
              <a:gd name="connsiteY4" fmla="*/ 5080951 h 5527442"/>
              <a:gd name="connsiteX5" fmla="*/ 2687363 w 5808362"/>
              <a:gd name="connsiteY5" fmla="*/ 5521887 h 5527442"/>
              <a:gd name="connsiteX6" fmla="*/ 846712 w 5808362"/>
              <a:gd name="connsiteY6" fmla="*/ 4846751 h 5527442"/>
              <a:gd name="connsiteX7" fmla="*/ 136297 w 5808362"/>
              <a:gd name="connsiteY7" fmla="*/ 2641201 h 5527442"/>
              <a:gd name="connsiteX8" fmla="*/ 355210 w 5808362"/>
              <a:gd name="connsiteY8" fmla="*/ 1356858 h 5527442"/>
              <a:gd name="connsiteX9" fmla="*/ 442503 w 5808362"/>
              <a:gd name="connsiteY9" fmla="*/ 998132 h 5527442"/>
              <a:gd name="connsiteX10" fmla="*/ 15390 w 5808362"/>
              <a:gd name="connsiteY10" fmla="*/ 761373 h 5527442"/>
              <a:gd name="connsiteX11" fmla="*/ 1113515 w 5808362"/>
              <a:gd name="connsiteY11" fmla="*/ 428360 h 5527442"/>
              <a:gd name="connsiteX12" fmla="*/ 1871754 w 5808362"/>
              <a:gd name="connsiteY12" fmla="*/ 209741 h 5527442"/>
              <a:gd name="connsiteX0" fmla="*/ 1948185 w 5808362"/>
              <a:gd name="connsiteY0" fmla="*/ 196960 h 5529615"/>
              <a:gd name="connsiteX1" fmla="*/ 3598220 w 5808362"/>
              <a:gd name="connsiteY1" fmla="*/ 24787 h 5529615"/>
              <a:gd name="connsiteX2" fmla="*/ 5040273 w 5808362"/>
              <a:gd name="connsiteY2" fmla="*/ 760533 h 5529615"/>
              <a:gd name="connsiteX3" fmla="*/ 5792559 w 5808362"/>
              <a:gd name="connsiteY3" fmla="*/ 3656688 h 5529615"/>
              <a:gd name="connsiteX4" fmla="*/ 4974357 w 5808362"/>
              <a:gd name="connsiteY4" fmla="*/ 5083124 h 5529615"/>
              <a:gd name="connsiteX5" fmla="*/ 2687363 w 5808362"/>
              <a:gd name="connsiteY5" fmla="*/ 5524060 h 5529615"/>
              <a:gd name="connsiteX6" fmla="*/ 846712 w 5808362"/>
              <a:gd name="connsiteY6" fmla="*/ 4848924 h 5529615"/>
              <a:gd name="connsiteX7" fmla="*/ 136297 w 5808362"/>
              <a:gd name="connsiteY7" fmla="*/ 2643374 h 5529615"/>
              <a:gd name="connsiteX8" fmla="*/ 355210 w 5808362"/>
              <a:gd name="connsiteY8" fmla="*/ 1359031 h 5529615"/>
              <a:gd name="connsiteX9" fmla="*/ 442503 w 5808362"/>
              <a:gd name="connsiteY9" fmla="*/ 1000305 h 5529615"/>
              <a:gd name="connsiteX10" fmla="*/ 15390 w 5808362"/>
              <a:gd name="connsiteY10" fmla="*/ 763546 h 5529615"/>
              <a:gd name="connsiteX11" fmla="*/ 1113515 w 5808362"/>
              <a:gd name="connsiteY11" fmla="*/ 430533 h 5529615"/>
              <a:gd name="connsiteX12" fmla="*/ 1948185 w 5808362"/>
              <a:gd name="connsiteY12" fmla="*/ 196960 h 5529615"/>
              <a:gd name="connsiteX0" fmla="*/ 1948185 w 5808362"/>
              <a:gd name="connsiteY0" fmla="*/ 203971 h 5536626"/>
              <a:gd name="connsiteX1" fmla="*/ 3598220 w 5808362"/>
              <a:gd name="connsiteY1" fmla="*/ 31798 h 5536626"/>
              <a:gd name="connsiteX2" fmla="*/ 5040273 w 5808362"/>
              <a:gd name="connsiteY2" fmla="*/ 767544 h 5536626"/>
              <a:gd name="connsiteX3" fmla="*/ 5792559 w 5808362"/>
              <a:gd name="connsiteY3" fmla="*/ 3663699 h 5536626"/>
              <a:gd name="connsiteX4" fmla="*/ 4974357 w 5808362"/>
              <a:gd name="connsiteY4" fmla="*/ 5090135 h 5536626"/>
              <a:gd name="connsiteX5" fmla="*/ 2687363 w 5808362"/>
              <a:gd name="connsiteY5" fmla="*/ 5531071 h 5536626"/>
              <a:gd name="connsiteX6" fmla="*/ 846712 w 5808362"/>
              <a:gd name="connsiteY6" fmla="*/ 4855935 h 5536626"/>
              <a:gd name="connsiteX7" fmla="*/ 136297 w 5808362"/>
              <a:gd name="connsiteY7" fmla="*/ 2650385 h 5536626"/>
              <a:gd name="connsiteX8" fmla="*/ 355210 w 5808362"/>
              <a:gd name="connsiteY8" fmla="*/ 1366042 h 5536626"/>
              <a:gd name="connsiteX9" fmla="*/ 442503 w 5808362"/>
              <a:gd name="connsiteY9" fmla="*/ 1007316 h 5536626"/>
              <a:gd name="connsiteX10" fmla="*/ 15390 w 5808362"/>
              <a:gd name="connsiteY10" fmla="*/ 770557 h 5536626"/>
              <a:gd name="connsiteX11" fmla="*/ 1113515 w 5808362"/>
              <a:gd name="connsiteY11" fmla="*/ 437544 h 5536626"/>
              <a:gd name="connsiteX12" fmla="*/ 1948185 w 5808362"/>
              <a:gd name="connsiteY12" fmla="*/ 203971 h 5536626"/>
              <a:gd name="connsiteX0" fmla="*/ 1948185 w 5808362"/>
              <a:gd name="connsiteY0" fmla="*/ 203971 h 5536626"/>
              <a:gd name="connsiteX1" fmla="*/ 3598220 w 5808362"/>
              <a:gd name="connsiteY1" fmla="*/ 31798 h 5536626"/>
              <a:gd name="connsiteX2" fmla="*/ 5040273 w 5808362"/>
              <a:gd name="connsiteY2" fmla="*/ 767544 h 5536626"/>
              <a:gd name="connsiteX3" fmla="*/ 5792559 w 5808362"/>
              <a:gd name="connsiteY3" fmla="*/ 3663699 h 5536626"/>
              <a:gd name="connsiteX4" fmla="*/ 4974357 w 5808362"/>
              <a:gd name="connsiteY4" fmla="*/ 5090135 h 5536626"/>
              <a:gd name="connsiteX5" fmla="*/ 2687363 w 5808362"/>
              <a:gd name="connsiteY5" fmla="*/ 5531071 h 5536626"/>
              <a:gd name="connsiteX6" fmla="*/ 846712 w 5808362"/>
              <a:gd name="connsiteY6" fmla="*/ 4855935 h 5536626"/>
              <a:gd name="connsiteX7" fmla="*/ 136297 w 5808362"/>
              <a:gd name="connsiteY7" fmla="*/ 2650385 h 5536626"/>
              <a:gd name="connsiteX8" fmla="*/ 355210 w 5808362"/>
              <a:gd name="connsiteY8" fmla="*/ 1366042 h 5536626"/>
              <a:gd name="connsiteX9" fmla="*/ 442503 w 5808362"/>
              <a:gd name="connsiteY9" fmla="*/ 1007316 h 5536626"/>
              <a:gd name="connsiteX10" fmla="*/ 15390 w 5808362"/>
              <a:gd name="connsiteY10" fmla="*/ 770557 h 5536626"/>
              <a:gd name="connsiteX11" fmla="*/ 1113515 w 5808362"/>
              <a:gd name="connsiteY11" fmla="*/ 437544 h 5536626"/>
              <a:gd name="connsiteX12" fmla="*/ 1948185 w 5808362"/>
              <a:gd name="connsiteY12" fmla="*/ 203971 h 5536626"/>
              <a:gd name="connsiteX0" fmla="*/ 1956093 w 5816270"/>
              <a:gd name="connsiteY0" fmla="*/ 203971 h 5536626"/>
              <a:gd name="connsiteX1" fmla="*/ 3606128 w 5816270"/>
              <a:gd name="connsiteY1" fmla="*/ 31798 h 5536626"/>
              <a:gd name="connsiteX2" fmla="*/ 5048181 w 5816270"/>
              <a:gd name="connsiteY2" fmla="*/ 767544 h 5536626"/>
              <a:gd name="connsiteX3" fmla="*/ 5800467 w 5816270"/>
              <a:gd name="connsiteY3" fmla="*/ 3663699 h 5536626"/>
              <a:gd name="connsiteX4" fmla="*/ 4982265 w 5816270"/>
              <a:gd name="connsiteY4" fmla="*/ 5090135 h 5536626"/>
              <a:gd name="connsiteX5" fmla="*/ 2695271 w 5816270"/>
              <a:gd name="connsiteY5" fmla="*/ 5531071 h 5536626"/>
              <a:gd name="connsiteX6" fmla="*/ 854620 w 5816270"/>
              <a:gd name="connsiteY6" fmla="*/ 4855935 h 5536626"/>
              <a:gd name="connsiteX7" fmla="*/ 144205 w 5816270"/>
              <a:gd name="connsiteY7" fmla="*/ 2650385 h 5536626"/>
              <a:gd name="connsiteX8" fmla="*/ 363118 w 5816270"/>
              <a:gd name="connsiteY8" fmla="*/ 1366042 h 5536626"/>
              <a:gd name="connsiteX9" fmla="*/ 450411 w 5816270"/>
              <a:gd name="connsiteY9" fmla="*/ 1007316 h 5536626"/>
              <a:gd name="connsiteX10" fmla="*/ 23298 w 5816270"/>
              <a:gd name="connsiteY10" fmla="*/ 770557 h 5536626"/>
              <a:gd name="connsiteX11" fmla="*/ 1090851 w 5816270"/>
              <a:gd name="connsiteY11" fmla="*/ 482410 h 5536626"/>
              <a:gd name="connsiteX12" fmla="*/ 1956093 w 5816270"/>
              <a:gd name="connsiteY12" fmla="*/ 203971 h 5536626"/>
              <a:gd name="connsiteX0" fmla="*/ 1956093 w 5820396"/>
              <a:gd name="connsiteY0" fmla="*/ 203971 h 5536626"/>
              <a:gd name="connsiteX1" fmla="*/ 3606128 w 5820396"/>
              <a:gd name="connsiteY1" fmla="*/ 31798 h 5536626"/>
              <a:gd name="connsiteX2" fmla="*/ 5048181 w 5820396"/>
              <a:gd name="connsiteY2" fmla="*/ 767544 h 5536626"/>
              <a:gd name="connsiteX3" fmla="*/ 5800467 w 5820396"/>
              <a:gd name="connsiteY3" fmla="*/ 3663699 h 5536626"/>
              <a:gd name="connsiteX4" fmla="*/ 4982265 w 5820396"/>
              <a:gd name="connsiteY4" fmla="*/ 5090135 h 5536626"/>
              <a:gd name="connsiteX5" fmla="*/ 2695271 w 5820396"/>
              <a:gd name="connsiteY5" fmla="*/ 5531071 h 5536626"/>
              <a:gd name="connsiteX6" fmla="*/ 854620 w 5820396"/>
              <a:gd name="connsiteY6" fmla="*/ 4855935 h 5536626"/>
              <a:gd name="connsiteX7" fmla="*/ 144205 w 5820396"/>
              <a:gd name="connsiteY7" fmla="*/ 2650385 h 5536626"/>
              <a:gd name="connsiteX8" fmla="*/ 363118 w 5820396"/>
              <a:gd name="connsiteY8" fmla="*/ 1366042 h 5536626"/>
              <a:gd name="connsiteX9" fmla="*/ 450411 w 5820396"/>
              <a:gd name="connsiteY9" fmla="*/ 1007316 h 5536626"/>
              <a:gd name="connsiteX10" fmla="*/ 23298 w 5820396"/>
              <a:gd name="connsiteY10" fmla="*/ 770557 h 5536626"/>
              <a:gd name="connsiteX11" fmla="*/ 1090851 w 5820396"/>
              <a:gd name="connsiteY11" fmla="*/ 482410 h 5536626"/>
              <a:gd name="connsiteX12" fmla="*/ 1956093 w 5820396"/>
              <a:gd name="connsiteY12" fmla="*/ 203971 h 5536626"/>
              <a:gd name="connsiteX0" fmla="*/ 1956093 w 5823792"/>
              <a:gd name="connsiteY0" fmla="*/ 203971 h 5536626"/>
              <a:gd name="connsiteX1" fmla="*/ 3606128 w 5823792"/>
              <a:gd name="connsiteY1" fmla="*/ 31798 h 5536626"/>
              <a:gd name="connsiteX2" fmla="*/ 5122050 w 5823792"/>
              <a:gd name="connsiteY2" fmla="*/ 767544 h 5536626"/>
              <a:gd name="connsiteX3" fmla="*/ 5800467 w 5823792"/>
              <a:gd name="connsiteY3" fmla="*/ 3663699 h 5536626"/>
              <a:gd name="connsiteX4" fmla="*/ 4982265 w 5823792"/>
              <a:gd name="connsiteY4" fmla="*/ 5090135 h 5536626"/>
              <a:gd name="connsiteX5" fmla="*/ 2695271 w 5823792"/>
              <a:gd name="connsiteY5" fmla="*/ 5531071 h 5536626"/>
              <a:gd name="connsiteX6" fmla="*/ 854620 w 5823792"/>
              <a:gd name="connsiteY6" fmla="*/ 4855935 h 5536626"/>
              <a:gd name="connsiteX7" fmla="*/ 144205 w 5823792"/>
              <a:gd name="connsiteY7" fmla="*/ 2650385 h 5536626"/>
              <a:gd name="connsiteX8" fmla="*/ 363118 w 5823792"/>
              <a:gd name="connsiteY8" fmla="*/ 1366042 h 5536626"/>
              <a:gd name="connsiteX9" fmla="*/ 450411 w 5823792"/>
              <a:gd name="connsiteY9" fmla="*/ 1007316 h 5536626"/>
              <a:gd name="connsiteX10" fmla="*/ 23298 w 5823792"/>
              <a:gd name="connsiteY10" fmla="*/ 770557 h 5536626"/>
              <a:gd name="connsiteX11" fmla="*/ 1090851 w 5823792"/>
              <a:gd name="connsiteY11" fmla="*/ 482410 h 5536626"/>
              <a:gd name="connsiteX12" fmla="*/ 1956093 w 5823792"/>
              <a:gd name="connsiteY12" fmla="*/ 203971 h 5536626"/>
              <a:gd name="connsiteX0" fmla="*/ 1956093 w 5824968"/>
              <a:gd name="connsiteY0" fmla="*/ 203971 h 5536626"/>
              <a:gd name="connsiteX1" fmla="*/ 3606128 w 5824968"/>
              <a:gd name="connsiteY1" fmla="*/ 31798 h 5536626"/>
              <a:gd name="connsiteX2" fmla="*/ 5143156 w 5824968"/>
              <a:gd name="connsiteY2" fmla="*/ 767544 h 5536626"/>
              <a:gd name="connsiteX3" fmla="*/ 5800467 w 5824968"/>
              <a:gd name="connsiteY3" fmla="*/ 3663699 h 5536626"/>
              <a:gd name="connsiteX4" fmla="*/ 4982265 w 5824968"/>
              <a:gd name="connsiteY4" fmla="*/ 5090135 h 5536626"/>
              <a:gd name="connsiteX5" fmla="*/ 2695271 w 5824968"/>
              <a:gd name="connsiteY5" fmla="*/ 5531071 h 5536626"/>
              <a:gd name="connsiteX6" fmla="*/ 854620 w 5824968"/>
              <a:gd name="connsiteY6" fmla="*/ 4855935 h 5536626"/>
              <a:gd name="connsiteX7" fmla="*/ 144205 w 5824968"/>
              <a:gd name="connsiteY7" fmla="*/ 2650385 h 5536626"/>
              <a:gd name="connsiteX8" fmla="*/ 363118 w 5824968"/>
              <a:gd name="connsiteY8" fmla="*/ 1366042 h 5536626"/>
              <a:gd name="connsiteX9" fmla="*/ 450411 w 5824968"/>
              <a:gd name="connsiteY9" fmla="*/ 1007316 h 5536626"/>
              <a:gd name="connsiteX10" fmla="*/ 23298 w 5824968"/>
              <a:gd name="connsiteY10" fmla="*/ 770557 h 5536626"/>
              <a:gd name="connsiteX11" fmla="*/ 1090851 w 5824968"/>
              <a:gd name="connsiteY11" fmla="*/ 482410 h 5536626"/>
              <a:gd name="connsiteX12" fmla="*/ 1956093 w 5824968"/>
              <a:gd name="connsiteY12" fmla="*/ 203971 h 5536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824968" h="5536626">
                <a:moveTo>
                  <a:pt x="1956093" y="203971"/>
                </a:moveTo>
                <a:cubicBezTo>
                  <a:pt x="2416071" y="69049"/>
                  <a:pt x="3074951" y="-62131"/>
                  <a:pt x="3606128" y="31798"/>
                </a:cubicBezTo>
                <a:cubicBezTo>
                  <a:pt x="4137305" y="125727"/>
                  <a:pt x="4839706" y="167149"/>
                  <a:pt x="5143156" y="767544"/>
                </a:cubicBezTo>
                <a:cubicBezTo>
                  <a:pt x="5627086" y="1597283"/>
                  <a:pt x="5913211" y="2337425"/>
                  <a:pt x="5800467" y="3663699"/>
                </a:cubicBezTo>
                <a:cubicBezTo>
                  <a:pt x="5666002" y="4275467"/>
                  <a:pt x="5499798" y="4778906"/>
                  <a:pt x="4982265" y="5090135"/>
                </a:cubicBezTo>
                <a:cubicBezTo>
                  <a:pt x="4464732" y="5401364"/>
                  <a:pt x="3383212" y="5570104"/>
                  <a:pt x="2695271" y="5531071"/>
                </a:cubicBezTo>
                <a:cubicBezTo>
                  <a:pt x="2007330" y="5492038"/>
                  <a:pt x="1608792" y="5694368"/>
                  <a:pt x="854620" y="4855935"/>
                </a:cubicBezTo>
                <a:cubicBezTo>
                  <a:pt x="420570" y="4381493"/>
                  <a:pt x="226122" y="3232034"/>
                  <a:pt x="144205" y="2650385"/>
                </a:cubicBezTo>
                <a:cubicBezTo>
                  <a:pt x="62288" y="2068737"/>
                  <a:pt x="190669" y="1906259"/>
                  <a:pt x="363118" y="1366042"/>
                </a:cubicBezTo>
                <a:cubicBezTo>
                  <a:pt x="405188" y="1271625"/>
                  <a:pt x="414881" y="1073979"/>
                  <a:pt x="450411" y="1007316"/>
                </a:cubicBezTo>
                <a:cubicBezTo>
                  <a:pt x="196957" y="697531"/>
                  <a:pt x="-83442" y="858041"/>
                  <a:pt x="23298" y="770557"/>
                </a:cubicBezTo>
                <a:cubicBezTo>
                  <a:pt x="130038" y="683073"/>
                  <a:pt x="441219" y="545955"/>
                  <a:pt x="1090851" y="482410"/>
                </a:cubicBezTo>
                <a:cubicBezTo>
                  <a:pt x="1390577" y="430872"/>
                  <a:pt x="1631276" y="330982"/>
                  <a:pt x="1956093" y="2039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2BB63-F3A2-F81C-7C2F-44B5673A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082" y="1242646"/>
            <a:ext cx="4299123" cy="1528689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Blinded?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B336C4-41CD-59E8-4ECD-D29FD6591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15" y="506237"/>
            <a:ext cx="6403557" cy="1472817"/>
          </a:xfrm>
          <a:prstGeom prst="rect">
            <a:avLst/>
          </a:prstGeom>
        </p:spPr>
      </p:pic>
      <p:pic>
        <p:nvPicPr>
          <p:cNvPr id="7" name="Picture 6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A1047921-7899-48E5-A214-4AD28DDA4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64" y="1979054"/>
            <a:ext cx="6429056" cy="261984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7934D80-4922-5F32-DEF1-09CB9AC06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4529" y="2818229"/>
            <a:ext cx="3802935" cy="297700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Single</a:t>
            </a:r>
          </a:p>
          <a:p>
            <a:pPr algn="ctr"/>
            <a:r>
              <a:rPr lang="en-US" dirty="0"/>
              <a:t>Double</a:t>
            </a:r>
          </a:p>
          <a:p>
            <a:pPr algn="ctr"/>
            <a:r>
              <a:rPr lang="en-US" dirty="0"/>
              <a:t>Triple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79121EC-981A-4EB2-B42E-58FA5B2FF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2704" y="694112"/>
            <a:ext cx="5675176" cy="5572420"/>
          </a:xfrm>
          <a:custGeom>
            <a:avLst/>
            <a:gdLst>
              <a:gd name="connsiteX0" fmla="*/ 3054021 w 5812746"/>
              <a:gd name="connsiteY0" fmla="*/ 1231 h 5528040"/>
              <a:gd name="connsiteX1" fmla="*/ 3457269 w 5812746"/>
              <a:gd name="connsiteY1" fmla="*/ 26605 h 5528040"/>
              <a:gd name="connsiteX2" fmla="*/ 5044657 w 5812746"/>
              <a:gd name="connsiteY2" fmla="*/ 762351 h 5528040"/>
              <a:gd name="connsiteX3" fmla="*/ 5796943 w 5812746"/>
              <a:gd name="connsiteY3" fmla="*/ 3658506 h 5528040"/>
              <a:gd name="connsiteX4" fmla="*/ 4954141 w 5812746"/>
              <a:gd name="connsiteY4" fmla="*/ 5012740 h 5528040"/>
              <a:gd name="connsiteX5" fmla="*/ 2691747 w 5812746"/>
              <a:gd name="connsiteY5" fmla="*/ 5525878 h 5528040"/>
              <a:gd name="connsiteX6" fmla="*/ 851096 w 5812746"/>
              <a:gd name="connsiteY6" fmla="*/ 4850742 h 5528040"/>
              <a:gd name="connsiteX7" fmla="*/ 140681 w 5812746"/>
              <a:gd name="connsiteY7" fmla="*/ 2645192 h 5528040"/>
              <a:gd name="connsiteX8" fmla="*/ 359594 w 5812746"/>
              <a:gd name="connsiteY8" fmla="*/ 1360849 h 5528040"/>
              <a:gd name="connsiteX9" fmla="*/ 446887 w 5812746"/>
              <a:gd name="connsiteY9" fmla="*/ 1002123 h 5528040"/>
              <a:gd name="connsiteX10" fmla="*/ 19774 w 5812746"/>
              <a:gd name="connsiteY10" fmla="*/ 765364 h 5528040"/>
              <a:gd name="connsiteX11" fmla="*/ 1117899 w 5812746"/>
              <a:gd name="connsiteY11" fmla="*/ 432351 h 5528040"/>
              <a:gd name="connsiteX12" fmla="*/ 1876138 w 5812746"/>
              <a:gd name="connsiteY12" fmla="*/ 213732 h 5528040"/>
              <a:gd name="connsiteX13" fmla="*/ 3054021 w 5812746"/>
              <a:gd name="connsiteY13" fmla="*/ 1231 h 5528040"/>
              <a:gd name="connsiteX0" fmla="*/ 3054021 w 5812746"/>
              <a:gd name="connsiteY0" fmla="*/ 1231 h 5528040"/>
              <a:gd name="connsiteX1" fmla="*/ 3602604 w 5812746"/>
              <a:gd name="connsiteY1" fmla="*/ 26605 h 5528040"/>
              <a:gd name="connsiteX2" fmla="*/ 5044657 w 5812746"/>
              <a:gd name="connsiteY2" fmla="*/ 762351 h 5528040"/>
              <a:gd name="connsiteX3" fmla="*/ 5796943 w 5812746"/>
              <a:gd name="connsiteY3" fmla="*/ 3658506 h 5528040"/>
              <a:gd name="connsiteX4" fmla="*/ 4954141 w 5812746"/>
              <a:gd name="connsiteY4" fmla="*/ 5012740 h 5528040"/>
              <a:gd name="connsiteX5" fmla="*/ 2691747 w 5812746"/>
              <a:gd name="connsiteY5" fmla="*/ 5525878 h 5528040"/>
              <a:gd name="connsiteX6" fmla="*/ 851096 w 5812746"/>
              <a:gd name="connsiteY6" fmla="*/ 4850742 h 5528040"/>
              <a:gd name="connsiteX7" fmla="*/ 140681 w 5812746"/>
              <a:gd name="connsiteY7" fmla="*/ 2645192 h 5528040"/>
              <a:gd name="connsiteX8" fmla="*/ 359594 w 5812746"/>
              <a:gd name="connsiteY8" fmla="*/ 1360849 h 5528040"/>
              <a:gd name="connsiteX9" fmla="*/ 446887 w 5812746"/>
              <a:gd name="connsiteY9" fmla="*/ 1002123 h 5528040"/>
              <a:gd name="connsiteX10" fmla="*/ 19774 w 5812746"/>
              <a:gd name="connsiteY10" fmla="*/ 765364 h 5528040"/>
              <a:gd name="connsiteX11" fmla="*/ 1117899 w 5812746"/>
              <a:gd name="connsiteY11" fmla="*/ 432351 h 5528040"/>
              <a:gd name="connsiteX12" fmla="*/ 1876138 w 5812746"/>
              <a:gd name="connsiteY12" fmla="*/ 213732 h 5528040"/>
              <a:gd name="connsiteX13" fmla="*/ 3054021 w 5812746"/>
              <a:gd name="connsiteY13" fmla="*/ 1231 h 5528040"/>
              <a:gd name="connsiteX0" fmla="*/ 1876138 w 5812746"/>
              <a:gd name="connsiteY0" fmla="*/ 209741 h 5524049"/>
              <a:gd name="connsiteX1" fmla="*/ 3602604 w 5812746"/>
              <a:gd name="connsiteY1" fmla="*/ 22614 h 5524049"/>
              <a:gd name="connsiteX2" fmla="*/ 5044657 w 5812746"/>
              <a:gd name="connsiteY2" fmla="*/ 758360 h 5524049"/>
              <a:gd name="connsiteX3" fmla="*/ 5796943 w 5812746"/>
              <a:gd name="connsiteY3" fmla="*/ 3654515 h 5524049"/>
              <a:gd name="connsiteX4" fmla="*/ 4954141 w 5812746"/>
              <a:gd name="connsiteY4" fmla="*/ 5008749 h 5524049"/>
              <a:gd name="connsiteX5" fmla="*/ 2691747 w 5812746"/>
              <a:gd name="connsiteY5" fmla="*/ 5521887 h 5524049"/>
              <a:gd name="connsiteX6" fmla="*/ 851096 w 5812746"/>
              <a:gd name="connsiteY6" fmla="*/ 4846751 h 5524049"/>
              <a:gd name="connsiteX7" fmla="*/ 140681 w 5812746"/>
              <a:gd name="connsiteY7" fmla="*/ 2641201 h 5524049"/>
              <a:gd name="connsiteX8" fmla="*/ 359594 w 5812746"/>
              <a:gd name="connsiteY8" fmla="*/ 1356858 h 5524049"/>
              <a:gd name="connsiteX9" fmla="*/ 446887 w 5812746"/>
              <a:gd name="connsiteY9" fmla="*/ 998132 h 5524049"/>
              <a:gd name="connsiteX10" fmla="*/ 19774 w 5812746"/>
              <a:gd name="connsiteY10" fmla="*/ 761373 h 5524049"/>
              <a:gd name="connsiteX11" fmla="*/ 1117899 w 5812746"/>
              <a:gd name="connsiteY11" fmla="*/ 428360 h 5524049"/>
              <a:gd name="connsiteX12" fmla="*/ 1876138 w 5812746"/>
              <a:gd name="connsiteY12" fmla="*/ 209741 h 5524049"/>
              <a:gd name="connsiteX0" fmla="*/ 1876138 w 5812746"/>
              <a:gd name="connsiteY0" fmla="*/ 209741 h 5527442"/>
              <a:gd name="connsiteX1" fmla="*/ 3602604 w 5812746"/>
              <a:gd name="connsiteY1" fmla="*/ 22614 h 5527442"/>
              <a:gd name="connsiteX2" fmla="*/ 5044657 w 5812746"/>
              <a:gd name="connsiteY2" fmla="*/ 758360 h 5527442"/>
              <a:gd name="connsiteX3" fmla="*/ 5796943 w 5812746"/>
              <a:gd name="connsiteY3" fmla="*/ 3654515 h 5527442"/>
              <a:gd name="connsiteX4" fmla="*/ 4978741 w 5812746"/>
              <a:gd name="connsiteY4" fmla="*/ 5080951 h 5527442"/>
              <a:gd name="connsiteX5" fmla="*/ 2691747 w 5812746"/>
              <a:gd name="connsiteY5" fmla="*/ 5521887 h 5527442"/>
              <a:gd name="connsiteX6" fmla="*/ 851096 w 5812746"/>
              <a:gd name="connsiteY6" fmla="*/ 4846751 h 5527442"/>
              <a:gd name="connsiteX7" fmla="*/ 140681 w 5812746"/>
              <a:gd name="connsiteY7" fmla="*/ 2641201 h 5527442"/>
              <a:gd name="connsiteX8" fmla="*/ 359594 w 5812746"/>
              <a:gd name="connsiteY8" fmla="*/ 1356858 h 5527442"/>
              <a:gd name="connsiteX9" fmla="*/ 446887 w 5812746"/>
              <a:gd name="connsiteY9" fmla="*/ 998132 h 5527442"/>
              <a:gd name="connsiteX10" fmla="*/ 19774 w 5812746"/>
              <a:gd name="connsiteY10" fmla="*/ 761373 h 5527442"/>
              <a:gd name="connsiteX11" fmla="*/ 1117899 w 5812746"/>
              <a:gd name="connsiteY11" fmla="*/ 428360 h 5527442"/>
              <a:gd name="connsiteX12" fmla="*/ 1876138 w 5812746"/>
              <a:gd name="connsiteY12" fmla="*/ 209741 h 5527442"/>
              <a:gd name="connsiteX0" fmla="*/ 1868107 w 5804715"/>
              <a:gd name="connsiteY0" fmla="*/ 209741 h 5527442"/>
              <a:gd name="connsiteX1" fmla="*/ 3594573 w 5804715"/>
              <a:gd name="connsiteY1" fmla="*/ 22614 h 5527442"/>
              <a:gd name="connsiteX2" fmla="*/ 5036626 w 5804715"/>
              <a:gd name="connsiteY2" fmla="*/ 758360 h 5527442"/>
              <a:gd name="connsiteX3" fmla="*/ 5788912 w 5804715"/>
              <a:gd name="connsiteY3" fmla="*/ 3654515 h 5527442"/>
              <a:gd name="connsiteX4" fmla="*/ 4970710 w 5804715"/>
              <a:gd name="connsiteY4" fmla="*/ 5080951 h 5527442"/>
              <a:gd name="connsiteX5" fmla="*/ 2683716 w 5804715"/>
              <a:gd name="connsiteY5" fmla="*/ 5521887 h 5527442"/>
              <a:gd name="connsiteX6" fmla="*/ 843065 w 5804715"/>
              <a:gd name="connsiteY6" fmla="*/ 4846751 h 5527442"/>
              <a:gd name="connsiteX7" fmla="*/ 132650 w 5804715"/>
              <a:gd name="connsiteY7" fmla="*/ 2641201 h 5527442"/>
              <a:gd name="connsiteX8" fmla="*/ 351563 w 5804715"/>
              <a:gd name="connsiteY8" fmla="*/ 1356858 h 5527442"/>
              <a:gd name="connsiteX9" fmla="*/ 438856 w 5804715"/>
              <a:gd name="connsiteY9" fmla="*/ 998132 h 5527442"/>
              <a:gd name="connsiteX10" fmla="*/ 11743 w 5804715"/>
              <a:gd name="connsiteY10" fmla="*/ 761373 h 5527442"/>
              <a:gd name="connsiteX11" fmla="*/ 1109868 w 5804715"/>
              <a:gd name="connsiteY11" fmla="*/ 428360 h 5527442"/>
              <a:gd name="connsiteX12" fmla="*/ 1868107 w 5804715"/>
              <a:gd name="connsiteY12" fmla="*/ 209741 h 5527442"/>
              <a:gd name="connsiteX0" fmla="*/ 1871754 w 5808362"/>
              <a:gd name="connsiteY0" fmla="*/ 209741 h 5527442"/>
              <a:gd name="connsiteX1" fmla="*/ 3598220 w 5808362"/>
              <a:gd name="connsiteY1" fmla="*/ 22614 h 5527442"/>
              <a:gd name="connsiteX2" fmla="*/ 5040273 w 5808362"/>
              <a:gd name="connsiteY2" fmla="*/ 758360 h 5527442"/>
              <a:gd name="connsiteX3" fmla="*/ 5792559 w 5808362"/>
              <a:gd name="connsiteY3" fmla="*/ 3654515 h 5527442"/>
              <a:gd name="connsiteX4" fmla="*/ 4974357 w 5808362"/>
              <a:gd name="connsiteY4" fmla="*/ 5080951 h 5527442"/>
              <a:gd name="connsiteX5" fmla="*/ 2687363 w 5808362"/>
              <a:gd name="connsiteY5" fmla="*/ 5521887 h 5527442"/>
              <a:gd name="connsiteX6" fmla="*/ 846712 w 5808362"/>
              <a:gd name="connsiteY6" fmla="*/ 4846751 h 5527442"/>
              <a:gd name="connsiteX7" fmla="*/ 136297 w 5808362"/>
              <a:gd name="connsiteY7" fmla="*/ 2641201 h 5527442"/>
              <a:gd name="connsiteX8" fmla="*/ 355210 w 5808362"/>
              <a:gd name="connsiteY8" fmla="*/ 1356858 h 5527442"/>
              <a:gd name="connsiteX9" fmla="*/ 442503 w 5808362"/>
              <a:gd name="connsiteY9" fmla="*/ 998132 h 5527442"/>
              <a:gd name="connsiteX10" fmla="*/ 15390 w 5808362"/>
              <a:gd name="connsiteY10" fmla="*/ 761373 h 5527442"/>
              <a:gd name="connsiteX11" fmla="*/ 1113515 w 5808362"/>
              <a:gd name="connsiteY11" fmla="*/ 428360 h 5527442"/>
              <a:gd name="connsiteX12" fmla="*/ 1871754 w 5808362"/>
              <a:gd name="connsiteY12" fmla="*/ 209741 h 5527442"/>
              <a:gd name="connsiteX0" fmla="*/ 1871754 w 5808362"/>
              <a:gd name="connsiteY0" fmla="*/ 209741 h 5527442"/>
              <a:gd name="connsiteX1" fmla="*/ 3598220 w 5808362"/>
              <a:gd name="connsiteY1" fmla="*/ 22614 h 5527442"/>
              <a:gd name="connsiteX2" fmla="*/ 5040273 w 5808362"/>
              <a:gd name="connsiteY2" fmla="*/ 758360 h 5527442"/>
              <a:gd name="connsiteX3" fmla="*/ 5792559 w 5808362"/>
              <a:gd name="connsiteY3" fmla="*/ 3654515 h 5527442"/>
              <a:gd name="connsiteX4" fmla="*/ 4974357 w 5808362"/>
              <a:gd name="connsiteY4" fmla="*/ 5080951 h 5527442"/>
              <a:gd name="connsiteX5" fmla="*/ 2687363 w 5808362"/>
              <a:gd name="connsiteY5" fmla="*/ 5521887 h 5527442"/>
              <a:gd name="connsiteX6" fmla="*/ 846712 w 5808362"/>
              <a:gd name="connsiteY6" fmla="*/ 4846751 h 5527442"/>
              <a:gd name="connsiteX7" fmla="*/ 136297 w 5808362"/>
              <a:gd name="connsiteY7" fmla="*/ 2641201 h 5527442"/>
              <a:gd name="connsiteX8" fmla="*/ 355210 w 5808362"/>
              <a:gd name="connsiteY8" fmla="*/ 1356858 h 5527442"/>
              <a:gd name="connsiteX9" fmla="*/ 442503 w 5808362"/>
              <a:gd name="connsiteY9" fmla="*/ 998132 h 5527442"/>
              <a:gd name="connsiteX10" fmla="*/ 15390 w 5808362"/>
              <a:gd name="connsiteY10" fmla="*/ 761373 h 5527442"/>
              <a:gd name="connsiteX11" fmla="*/ 1113515 w 5808362"/>
              <a:gd name="connsiteY11" fmla="*/ 428360 h 5527442"/>
              <a:gd name="connsiteX12" fmla="*/ 1871754 w 5808362"/>
              <a:gd name="connsiteY12" fmla="*/ 209741 h 5527442"/>
              <a:gd name="connsiteX0" fmla="*/ 1871754 w 5808362"/>
              <a:gd name="connsiteY0" fmla="*/ 209741 h 5527442"/>
              <a:gd name="connsiteX1" fmla="*/ 3598220 w 5808362"/>
              <a:gd name="connsiteY1" fmla="*/ 22614 h 5527442"/>
              <a:gd name="connsiteX2" fmla="*/ 5040273 w 5808362"/>
              <a:gd name="connsiteY2" fmla="*/ 758360 h 5527442"/>
              <a:gd name="connsiteX3" fmla="*/ 5792559 w 5808362"/>
              <a:gd name="connsiteY3" fmla="*/ 3654515 h 5527442"/>
              <a:gd name="connsiteX4" fmla="*/ 4974357 w 5808362"/>
              <a:gd name="connsiteY4" fmla="*/ 5080951 h 5527442"/>
              <a:gd name="connsiteX5" fmla="*/ 2687363 w 5808362"/>
              <a:gd name="connsiteY5" fmla="*/ 5521887 h 5527442"/>
              <a:gd name="connsiteX6" fmla="*/ 846712 w 5808362"/>
              <a:gd name="connsiteY6" fmla="*/ 4846751 h 5527442"/>
              <a:gd name="connsiteX7" fmla="*/ 136297 w 5808362"/>
              <a:gd name="connsiteY7" fmla="*/ 2641201 h 5527442"/>
              <a:gd name="connsiteX8" fmla="*/ 355210 w 5808362"/>
              <a:gd name="connsiteY8" fmla="*/ 1356858 h 5527442"/>
              <a:gd name="connsiteX9" fmla="*/ 442503 w 5808362"/>
              <a:gd name="connsiteY9" fmla="*/ 998132 h 5527442"/>
              <a:gd name="connsiteX10" fmla="*/ 15390 w 5808362"/>
              <a:gd name="connsiteY10" fmla="*/ 761373 h 5527442"/>
              <a:gd name="connsiteX11" fmla="*/ 1113515 w 5808362"/>
              <a:gd name="connsiteY11" fmla="*/ 428360 h 5527442"/>
              <a:gd name="connsiteX12" fmla="*/ 1871754 w 5808362"/>
              <a:gd name="connsiteY12" fmla="*/ 209741 h 5527442"/>
              <a:gd name="connsiteX0" fmla="*/ 1948185 w 5808362"/>
              <a:gd name="connsiteY0" fmla="*/ 196960 h 5529615"/>
              <a:gd name="connsiteX1" fmla="*/ 3598220 w 5808362"/>
              <a:gd name="connsiteY1" fmla="*/ 24787 h 5529615"/>
              <a:gd name="connsiteX2" fmla="*/ 5040273 w 5808362"/>
              <a:gd name="connsiteY2" fmla="*/ 760533 h 5529615"/>
              <a:gd name="connsiteX3" fmla="*/ 5792559 w 5808362"/>
              <a:gd name="connsiteY3" fmla="*/ 3656688 h 5529615"/>
              <a:gd name="connsiteX4" fmla="*/ 4974357 w 5808362"/>
              <a:gd name="connsiteY4" fmla="*/ 5083124 h 5529615"/>
              <a:gd name="connsiteX5" fmla="*/ 2687363 w 5808362"/>
              <a:gd name="connsiteY5" fmla="*/ 5524060 h 5529615"/>
              <a:gd name="connsiteX6" fmla="*/ 846712 w 5808362"/>
              <a:gd name="connsiteY6" fmla="*/ 4848924 h 5529615"/>
              <a:gd name="connsiteX7" fmla="*/ 136297 w 5808362"/>
              <a:gd name="connsiteY7" fmla="*/ 2643374 h 5529615"/>
              <a:gd name="connsiteX8" fmla="*/ 355210 w 5808362"/>
              <a:gd name="connsiteY8" fmla="*/ 1359031 h 5529615"/>
              <a:gd name="connsiteX9" fmla="*/ 442503 w 5808362"/>
              <a:gd name="connsiteY9" fmla="*/ 1000305 h 5529615"/>
              <a:gd name="connsiteX10" fmla="*/ 15390 w 5808362"/>
              <a:gd name="connsiteY10" fmla="*/ 763546 h 5529615"/>
              <a:gd name="connsiteX11" fmla="*/ 1113515 w 5808362"/>
              <a:gd name="connsiteY11" fmla="*/ 430533 h 5529615"/>
              <a:gd name="connsiteX12" fmla="*/ 1948185 w 5808362"/>
              <a:gd name="connsiteY12" fmla="*/ 196960 h 5529615"/>
              <a:gd name="connsiteX0" fmla="*/ 1948185 w 5808362"/>
              <a:gd name="connsiteY0" fmla="*/ 203971 h 5536626"/>
              <a:gd name="connsiteX1" fmla="*/ 3598220 w 5808362"/>
              <a:gd name="connsiteY1" fmla="*/ 31798 h 5536626"/>
              <a:gd name="connsiteX2" fmla="*/ 5040273 w 5808362"/>
              <a:gd name="connsiteY2" fmla="*/ 767544 h 5536626"/>
              <a:gd name="connsiteX3" fmla="*/ 5792559 w 5808362"/>
              <a:gd name="connsiteY3" fmla="*/ 3663699 h 5536626"/>
              <a:gd name="connsiteX4" fmla="*/ 4974357 w 5808362"/>
              <a:gd name="connsiteY4" fmla="*/ 5090135 h 5536626"/>
              <a:gd name="connsiteX5" fmla="*/ 2687363 w 5808362"/>
              <a:gd name="connsiteY5" fmla="*/ 5531071 h 5536626"/>
              <a:gd name="connsiteX6" fmla="*/ 846712 w 5808362"/>
              <a:gd name="connsiteY6" fmla="*/ 4855935 h 5536626"/>
              <a:gd name="connsiteX7" fmla="*/ 136297 w 5808362"/>
              <a:gd name="connsiteY7" fmla="*/ 2650385 h 5536626"/>
              <a:gd name="connsiteX8" fmla="*/ 355210 w 5808362"/>
              <a:gd name="connsiteY8" fmla="*/ 1366042 h 5536626"/>
              <a:gd name="connsiteX9" fmla="*/ 442503 w 5808362"/>
              <a:gd name="connsiteY9" fmla="*/ 1007316 h 5536626"/>
              <a:gd name="connsiteX10" fmla="*/ 15390 w 5808362"/>
              <a:gd name="connsiteY10" fmla="*/ 770557 h 5536626"/>
              <a:gd name="connsiteX11" fmla="*/ 1113515 w 5808362"/>
              <a:gd name="connsiteY11" fmla="*/ 437544 h 5536626"/>
              <a:gd name="connsiteX12" fmla="*/ 1948185 w 5808362"/>
              <a:gd name="connsiteY12" fmla="*/ 203971 h 5536626"/>
              <a:gd name="connsiteX0" fmla="*/ 1948185 w 5808362"/>
              <a:gd name="connsiteY0" fmla="*/ 203971 h 5536626"/>
              <a:gd name="connsiteX1" fmla="*/ 3598220 w 5808362"/>
              <a:gd name="connsiteY1" fmla="*/ 31798 h 5536626"/>
              <a:gd name="connsiteX2" fmla="*/ 5040273 w 5808362"/>
              <a:gd name="connsiteY2" fmla="*/ 767544 h 5536626"/>
              <a:gd name="connsiteX3" fmla="*/ 5792559 w 5808362"/>
              <a:gd name="connsiteY3" fmla="*/ 3663699 h 5536626"/>
              <a:gd name="connsiteX4" fmla="*/ 4974357 w 5808362"/>
              <a:gd name="connsiteY4" fmla="*/ 5090135 h 5536626"/>
              <a:gd name="connsiteX5" fmla="*/ 2687363 w 5808362"/>
              <a:gd name="connsiteY5" fmla="*/ 5531071 h 5536626"/>
              <a:gd name="connsiteX6" fmla="*/ 846712 w 5808362"/>
              <a:gd name="connsiteY6" fmla="*/ 4855935 h 5536626"/>
              <a:gd name="connsiteX7" fmla="*/ 136297 w 5808362"/>
              <a:gd name="connsiteY7" fmla="*/ 2650385 h 5536626"/>
              <a:gd name="connsiteX8" fmla="*/ 355210 w 5808362"/>
              <a:gd name="connsiteY8" fmla="*/ 1366042 h 5536626"/>
              <a:gd name="connsiteX9" fmla="*/ 442503 w 5808362"/>
              <a:gd name="connsiteY9" fmla="*/ 1007316 h 5536626"/>
              <a:gd name="connsiteX10" fmla="*/ 15390 w 5808362"/>
              <a:gd name="connsiteY10" fmla="*/ 770557 h 5536626"/>
              <a:gd name="connsiteX11" fmla="*/ 1113515 w 5808362"/>
              <a:gd name="connsiteY11" fmla="*/ 437544 h 5536626"/>
              <a:gd name="connsiteX12" fmla="*/ 1948185 w 5808362"/>
              <a:gd name="connsiteY12" fmla="*/ 203971 h 5536626"/>
              <a:gd name="connsiteX0" fmla="*/ 1956093 w 5816270"/>
              <a:gd name="connsiteY0" fmla="*/ 203971 h 5536626"/>
              <a:gd name="connsiteX1" fmla="*/ 3606128 w 5816270"/>
              <a:gd name="connsiteY1" fmla="*/ 31798 h 5536626"/>
              <a:gd name="connsiteX2" fmla="*/ 5048181 w 5816270"/>
              <a:gd name="connsiteY2" fmla="*/ 767544 h 5536626"/>
              <a:gd name="connsiteX3" fmla="*/ 5800467 w 5816270"/>
              <a:gd name="connsiteY3" fmla="*/ 3663699 h 5536626"/>
              <a:gd name="connsiteX4" fmla="*/ 4982265 w 5816270"/>
              <a:gd name="connsiteY4" fmla="*/ 5090135 h 5536626"/>
              <a:gd name="connsiteX5" fmla="*/ 2695271 w 5816270"/>
              <a:gd name="connsiteY5" fmla="*/ 5531071 h 5536626"/>
              <a:gd name="connsiteX6" fmla="*/ 854620 w 5816270"/>
              <a:gd name="connsiteY6" fmla="*/ 4855935 h 5536626"/>
              <a:gd name="connsiteX7" fmla="*/ 144205 w 5816270"/>
              <a:gd name="connsiteY7" fmla="*/ 2650385 h 5536626"/>
              <a:gd name="connsiteX8" fmla="*/ 363118 w 5816270"/>
              <a:gd name="connsiteY8" fmla="*/ 1366042 h 5536626"/>
              <a:gd name="connsiteX9" fmla="*/ 450411 w 5816270"/>
              <a:gd name="connsiteY9" fmla="*/ 1007316 h 5536626"/>
              <a:gd name="connsiteX10" fmla="*/ 23298 w 5816270"/>
              <a:gd name="connsiteY10" fmla="*/ 770557 h 5536626"/>
              <a:gd name="connsiteX11" fmla="*/ 1090851 w 5816270"/>
              <a:gd name="connsiteY11" fmla="*/ 482410 h 5536626"/>
              <a:gd name="connsiteX12" fmla="*/ 1956093 w 5816270"/>
              <a:gd name="connsiteY12" fmla="*/ 203971 h 5536626"/>
              <a:gd name="connsiteX0" fmla="*/ 1956093 w 5820396"/>
              <a:gd name="connsiteY0" fmla="*/ 203971 h 5536626"/>
              <a:gd name="connsiteX1" fmla="*/ 3606128 w 5820396"/>
              <a:gd name="connsiteY1" fmla="*/ 31798 h 5536626"/>
              <a:gd name="connsiteX2" fmla="*/ 5048181 w 5820396"/>
              <a:gd name="connsiteY2" fmla="*/ 767544 h 5536626"/>
              <a:gd name="connsiteX3" fmla="*/ 5800467 w 5820396"/>
              <a:gd name="connsiteY3" fmla="*/ 3663699 h 5536626"/>
              <a:gd name="connsiteX4" fmla="*/ 4982265 w 5820396"/>
              <a:gd name="connsiteY4" fmla="*/ 5090135 h 5536626"/>
              <a:gd name="connsiteX5" fmla="*/ 2695271 w 5820396"/>
              <a:gd name="connsiteY5" fmla="*/ 5531071 h 5536626"/>
              <a:gd name="connsiteX6" fmla="*/ 854620 w 5820396"/>
              <a:gd name="connsiteY6" fmla="*/ 4855935 h 5536626"/>
              <a:gd name="connsiteX7" fmla="*/ 144205 w 5820396"/>
              <a:gd name="connsiteY7" fmla="*/ 2650385 h 5536626"/>
              <a:gd name="connsiteX8" fmla="*/ 363118 w 5820396"/>
              <a:gd name="connsiteY8" fmla="*/ 1366042 h 5536626"/>
              <a:gd name="connsiteX9" fmla="*/ 450411 w 5820396"/>
              <a:gd name="connsiteY9" fmla="*/ 1007316 h 5536626"/>
              <a:gd name="connsiteX10" fmla="*/ 23298 w 5820396"/>
              <a:gd name="connsiteY10" fmla="*/ 770557 h 5536626"/>
              <a:gd name="connsiteX11" fmla="*/ 1090851 w 5820396"/>
              <a:gd name="connsiteY11" fmla="*/ 482410 h 5536626"/>
              <a:gd name="connsiteX12" fmla="*/ 1956093 w 5820396"/>
              <a:gd name="connsiteY12" fmla="*/ 203971 h 5536626"/>
              <a:gd name="connsiteX0" fmla="*/ 1956093 w 5823792"/>
              <a:gd name="connsiteY0" fmla="*/ 203971 h 5536626"/>
              <a:gd name="connsiteX1" fmla="*/ 3606128 w 5823792"/>
              <a:gd name="connsiteY1" fmla="*/ 31798 h 5536626"/>
              <a:gd name="connsiteX2" fmla="*/ 5122050 w 5823792"/>
              <a:gd name="connsiteY2" fmla="*/ 767544 h 5536626"/>
              <a:gd name="connsiteX3" fmla="*/ 5800467 w 5823792"/>
              <a:gd name="connsiteY3" fmla="*/ 3663699 h 5536626"/>
              <a:gd name="connsiteX4" fmla="*/ 4982265 w 5823792"/>
              <a:gd name="connsiteY4" fmla="*/ 5090135 h 5536626"/>
              <a:gd name="connsiteX5" fmla="*/ 2695271 w 5823792"/>
              <a:gd name="connsiteY5" fmla="*/ 5531071 h 5536626"/>
              <a:gd name="connsiteX6" fmla="*/ 854620 w 5823792"/>
              <a:gd name="connsiteY6" fmla="*/ 4855935 h 5536626"/>
              <a:gd name="connsiteX7" fmla="*/ 144205 w 5823792"/>
              <a:gd name="connsiteY7" fmla="*/ 2650385 h 5536626"/>
              <a:gd name="connsiteX8" fmla="*/ 363118 w 5823792"/>
              <a:gd name="connsiteY8" fmla="*/ 1366042 h 5536626"/>
              <a:gd name="connsiteX9" fmla="*/ 450411 w 5823792"/>
              <a:gd name="connsiteY9" fmla="*/ 1007316 h 5536626"/>
              <a:gd name="connsiteX10" fmla="*/ 23298 w 5823792"/>
              <a:gd name="connsiteY10" fmla="*/ 770557 h 5536626"/>
              <a:gd name="connsiteX11" fmla="*/ 1090851 w 5823792"/>
              <a:gd name="connsiteY11" fmla="*/ 482410 h 5536626"/>
              <a:gd name="connsiteX12" fmla="*/ 1956093 w 5823792"/>
              <a:gd name="connsiteY12" fmla="*/ 203971 h 5536626"/>
              <a:gd name="connsiteX0" fmla="*/ 1956093 w 5824968"/>
              <a:gd name="connsiteY0" fmla="*/ 203971 h 5536626"/>
              <a:gd name="connsiteX1" fmla="*/ 3606128 w 5824968"/>
              <a:gd name="connsiteY1" fmla="*/ 31798 h 5536626"/>
              <a:gd name="connsiteX2" fmla="*/ 5143156 w 5824968"/>
              <a:gd name="connsiteY2" fmla="*/ 767544 h 5536626"/>
              <a:gd name="connsiteX3" fmla="*/ 5800467 w 5824968"/>
              <a:gd name="connsiteY3" fmla="*/ 3663699 h 5536626"/>
              <a:gd name="connsiteX4" fmla="*/ 4982265 w 5824968"/>
              <a:gd name="connsiteY4" fmla="*/ 5090135 h 5536626"/>
              <a:gd name="connsiteX5" fmla="*/ 2695271 w 5824968"/>
              <a:gd name="connsiteY5" fmla="*/ 5531071 h 5536626"/>
              <a:gd name="connsiteX6" fmla="*/ 854620 w 5824968"/>
              <a:gd name="connsiteY6" fmla="*/ 4855935 h 5536626"/>
              <a:gd name="connsiteX7" fmla="*/ 144205 w 5824968"/>
              <a:gd name="connsiteY7" fmla="*/ 2650385 h 5536626"/>
              <a:gd name="connsiteX8" fmla="*/ 363118 w 5824968"/>
              <a:gd name="connsiteY8" fmla="*/ 1366042 h 5536626"/>
              <a:gd name="connsiteX9" fmla="*/ 450411 w 5824968"/>
              <a:gd name="connsiteY9" fmla="*/ 1007316 h 5536626"/>
              <a:gd name="connsiteX10" fmla="*/ 23298 w 5824968"/>
              <a:gd name="connsiteY10" fmla="*/ 770557 h 5536626"/>
              <a:gd name="connsiteX11" fmla="*/ 1090851 w 5824968"/>
              <a:gd name="connsiteY11" fmla="*/ 482410 h 5536626"/>
              <a:gd name="connsiteX12" fmla="*/ 1956093 w 5824968"/>
              <a:gd name="connsiteY12" fmla="*/ 203971 h 5536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824968" h="5536626">
                <a:moveTo>
                  <a:pt x="1956093" y="203971"/>
                </a:moveTo>
                <a:cubicBezTo>
                  <a:pt x="2416071" y="69049"/>
                  <a:pt x="3074951" y="-62131"/>
                  <a:pt x="3606128" y="31798"/>
                </a:cubicBezTo>
                <a:cubicBezTo>
                  <a:pt x="4137305" y="125727"/>
                  <a:pt x="4839706" y="167149"/>
                  <a:pt x="5143156" y="767544"/>
                </a:cubicBezTo>
                <a:cubicBezTo>
                  <a:pt x="5627086" y="1597283"/>
                  <a:pt x="5913211" y="2337425"/>
                  <a:pt x="5800467" y="3663699"/>
                </a:cubicBezTo>
                <a:cubicBezTo>
                  <a:pt x="5666002" y="4275467"/>
                  <a:pt x="5499798" y="4778906"/>
                  <a:pt x="4982265" y="5090135"/>
                </a:cubicBezTo>
                <a:cubicBezTo>
                  <a:pt x="4464732" y="5401364"/>
                  <a:pt x="3383212" y="5570104"/>
                  <a:pt x="2695271" y="5531071"/>
                </a:cubicBezTo>
                <a:cubicBezTo>
                  <a:pt x="2007330" y="5492038"/>
                  <a:pt x="1608792" y="5694368"/>
                  <a:pt x="854620" y="4855935"/>
                </a:cubicBezTo>
                <a:cubicBezTo>
                  <a:pt x="420570" y="4381493"/>
                  <a:pt x="226122" y="3232034"/>
                  <a:pt x="144205" y="2650385"/>
                </a:cubicBezTo>
                <a:cubicBezTo>
                  <a:pt x="62288" y="2068737"/>
                  <a:pt x="190669" y="1906259"/>
                  <a:pt x="363118" y="1366042"/>
                </a:cubicBezTo>
                <a:cubicBezTo>
                  <a:pt x="405188" y="1271625"/>
                  <a:pt x="414881" y="1073979"/>
                  <a:pt x="450411" y="1007316"/>
                </a:cubicBezTo>
                <a:cubicBezTo>
                  <a:pt x="196957" y="697531"/>
                  <a:pt x="-83442" y="858041"/>
                  <a:pt x="23298" y="770557"/>
                </a:cubicBezTo>
                <a:cubicBezTo>
                  <a:pt x="130038" y="683073"/>
                  <a:pt x="441219" y="545955"/>
                  <a:pt x="1090851" y="482410"/>
                </a:cubicBezTo>
                <a:cubicBezTo>
                  <a:pt x="1390577" y="430872"/>
                  <a:pt x="1631276" y="330982"/>
                  <a:pt x="1956093" y="203971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6FB0F23-3B45-4057-92D7-60A175991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0A1F9-212F-DC9C-9817-E08555764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670830"/>
            <a:ext cx="10658121" cy="9851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Question 4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9953613-5A5A-4383-B8C2-6A202946F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4291217"/>
          </a:xfrm>
          <a:custGeom>
            <a:avLst/>
            <a:gdLst>
              <a:gd name="connsiteX0" fmla="*/ 11939278 w 12192000"/>
              <a:gd name="connsiteY0" fmla="*/ 4505678 h 4505788"/>
              <a:gd name="connsiteX1" fmla="*/ 11424827 w 12192000"/>
              <a:gd name="connsiteY1" fmla="*/ 4495007 h 4505788"/>
              <a:gd name="connsiteX2" fmla="*/ 10611484 w 12192000"/>
              <a:gd name="connsiteY2" fmla="*/ 4501297 h 4505788"/>
              <a:gd name="connsiteX3" fmla="*/ 1537138 w 12192000"/>
              <a:gd name="connsiteY3" fmla="*/ 4479019 h 4505788"/>
              <a:gd name="connsiteX4" fmla="*/ 113174 w 12192000"/>
              <a:gd name="connsiteY4" fmla="*/ 4461702 h 4505788"/>
              <a:gd name="connsiteX5" fmla="*/ 0 w 12192000"/>
              <a:gd name="connsiteY5" fmla="*/ 4459468 h 4505788"/>
              <a:gd name="connsiteX6" fmla="*/ 0 w 12192000"/>
              <a:gd name="connsiteY6" fmla="*/ 0 h 4505788"/>
              <a:gd name="connsiteX7" fmla="*/ 12192000 w 12192000"/>
              <a:gd name="connsiteY7" fmla="*/ 0 h 4505788"/>
              <a:gd name="connsiteX8" fmla="*/ 12192000 w 12192000"/>
              <a:gd name="connsiteY8" fmla="*/ 4499412 h 4505788"/>
              <a:gd name="connsiteX9" fmla="*/ 12183330 w 12192000"/>
              <a:gd name="connsiteY9" fmla="*/ 4500309 h 4505788"/>
              <a:gd name="connsiteX10" fmla="*/ 11983621 w 12192000"/>
              <a:gd name="connsiteY10" fmla="*/ 4505604 h 4505788"/>
              <a:gd name="connsiteX11" fmla="*/ 11939278 w 12192000"/>
              <a:gd name="connsiteY11" fmla="*/ 4505678 h 4505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4505788">
                <a:moveTo>
                  <a:pt x="11939278" y="4505678"/>
                </a:moveTo>
                <a:cubicBezTo>
                  <a:pt x="11817135" y="4504551"/>
                  <a:pt x="11574433" y="4495156"/>
                  <a:pt x="11424827" y="4495007"/>
                </a:cubicBezTo>
                <a:cubicBezTo>
                  <a:pt x="11139862" y="4494723"/>
                  <a:pt x="10930345" y="4504998"/>
                  <a:pt x="10611484" y="4501297"/>
                </a:cubicBezTo>
                <a:cubicBezTo>
                  <a:pt x="8176893" y="4532664"/>
                  <a:pt x="4168459" y="4370065"/>
                  <a:pt x="1537138" y="4479019"/>
                </a:cubicBezTo>
                <a:cubicBezTo>
                  <a:pt x="755355" y="4495523"/>
                  <a:pt x="519578" y="4472425"/>
                  <a:pt x="113174" y="4461702"/>
                </a:cubicBezTo>
                <a:lnTo>
                  <a:pt x="0" y="4459468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499412"/>
                </a:lnTo>
                <a:lnTo>
                  <a:pt x="12183330" y="4500309"/>
                </a:lnTo>
                <a:cubicBezTo>
                  <a:pt x="12145326" y="4501926"/>
                  <a:pt x="12084089" y="4500034"/>
                  <a:pt x="11983621" y="4505604"/>
                </a:cubicBezTo>
                <a:cubicBezTo>
                  <a:pt x="11971715" y="4505831"/>
                  <a:pt x="11956727" y="4505839"/>
                  <a:pt x="11939278" y="4505678"/>
                </a:cubicBezTo>
                <a:close/>
              </a:path>
            </a:pathLst>
          </a:cu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green text with black text&#10;&#10;AI-generated content may be incorrect.">
            <a:extLst>
              <a:ext uri="{FF2B5EF4-FFF2-40B4-BE49-F238E27FC236}">
                <a16:creationId xmlns:a16="http://schemas.microsoft.com/office/drawing/2014/main" id="{3DDC70CA-4CEB-A1D1-EBC7-7B8AE7E5C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70" y="1268209"/>
            <a:ext cx="5291663" cy="1706560"/>
          </a:xfrm>
          <a:prstGeom prst="rect">
            <a:avLst/>
          </a:prstGeom>
        </p:spPr>
      </p:pic>
      <p:pic>
        <p:nvPicPr>
          <p:cNvPr id="7" name="Picture 6" descr="A close up of a text&#10;&#10;AI-generated content may be incorrect.">
            <a:extLst>
              <a:ext uri="{FF2B5EF4-FFF2-40B4-BE49-F238E27FC236}">
                <a16:creationId xmlns:a16="http://schemas.microsoft.com/office/drawing/2014/main" id="{056CFE14-F477-AD65-D749-D720556B5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374042"/>
            <a:ext cx="5291665" cy="149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49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293528E-0CA3-4E56-B7A0-091C0AB0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74A3FB-4671-6A84-E640-6DD95CE0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976537"/>
            <a:ext cx="10658121" cy="8759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Question 5 – confounding factors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778232E-C75B-4B3C-9201-81C077571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21711" y="313659"/>
            <a:ext cx="11418399" cy="4399017"/>
          </a:xfrm>
          <a:custGeom>
            <a:avLst/>
            <a:gdLst>
              <a:gd name="connsiteX0" fmla="*/ 7142118 w 7680682"/>
              <a:gd name="connsiteY0" fmla="*/ 6405352 h 6405386"/>
              <a:gd name="connsiteX1" fmla="*/ 6552830 w 7680682"/>
              <a:gd name="connsiteY1" fmla="*/ 6396252 h 6405386"/>
              <a:gd name="connsiteX2" fmla="*/ 987782 w 7680682"/>
              <a:gd name="connsiteY2" fmla="*/ 6365722 h 6405386"/>
              <a:gd name="connsiteX3" fmla="*/ 0 w 7680682"/>
              <a:gd name="connsiteY3" fmla="*/ 6336938 h 6405386"/>
              <a:gd name="connsiteX4" fmla="*/ 0 w 7680682"/>
              <a:gd name="connsiteY4" fmla="*/ 32372 h 6405386"/>
              <a:gd name="connsiteX5" fmla="*/ 157934 w 7680682"/>
              <a:gd name="connsiteY5" fmla="*/ 32797 h 6405386"/>
              <a:gd name="connsiteX6" fmla="*/ 6431319 w 7680682"/>
              <a:gd name="connsiteY6" fmla="*/ 0 h 6405386"/>
              <a:gd name="connsiteX7" fmla="*/ 7631470 w 7680682"/>
              <a:gd name="connsiteY7" fmla="*/ 30531 h 6405386"/>
              <a:gd name="connsiteX8" fmla="*/ 7560032 w 7680682"/>
              <a:gd name="connsiteY8" fmla="*/ 6274128 h 6405386"/>
              <a:gd name="connsiteX9" fmla="*/ 7394324 w 7680682"/>
              <a:gd name="connsiteY9" fmla="*/ 6402154 h 6405386"/>
              <a:gd name="connsiteX10" fmla="*/ 7142118 w 7680682"/>
              <a:gd name="connsiteY10" fmla="*/ 6405352 h 6405386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0 w 7680682"/>
              <a:gd name="connsiteY4" fmla="*/ 60538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42138 w 7680682"/>
              <a:gd name="connsiteY4" fmla="*/ 40219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9875 w 7688439"/>
              <a:gd name="connsiteY0" fmla="*/ 6433518 h 6433552"/>
              <a:gd name="connsiteX1" fmla="*/ 6560587 w 7688439"/>
              <a:gd name="connsiteY1" fmla="*/ 6424418 h 6433552"/>
              <a:gd name="connsiteX2" fmla="*/ 995539 w 7688439"/>
              <a:gd name="connsiteY2" fmla="*/ 6393888 h 6433552"/>
              <a:gd name="connsiteX3" fmla="*/ 7757 w 7688439"/>
              <a:gd name="connsiteY3" fmla="*/ 6365104 h 6433552"/>
              <a:gd name="connsiteX4" fmla="*/ 49895 w 7688439"/>
              <a:gd name="connsiteY4" fmla="*/ 40219 h 6433552"/>
              <a:gd name="connsiteX5" fmla="*/ 241539 w 7688439"/>
              <a:gd name="connsiteY5" fmla="*/ 0 h 6433552"/>
              <a:gd name="connsiteX6" fmla="*/ 6439076 w 7688439"/>
              <a:gd name="connsiteY6" fmla="*/ 28166 h 6433552"/>
              <a:gd name="connsiteX7" fmla="*/ 7639227 w 7688439"/>
              <a:gd name="connsiteY7" fmla="*/ 58697 h 6433552"/>
              <a:gd name="connsiteX8" fmla="*/ 7567789 w 7688439"/>
              <a:gd name="connsiteY8" fmla="*/ 6302294 h 6433552"/>
              <a:gd name="connsiteX9" fmla="*/ 7402081 w 7688439"/>
              <a:gd name="connsiteY9" fmla="*/ 6430320 h 6433552"/>
              <a:gd name="connsiteX10" fmla="*/ 7149875 w 7688439"/>
              <a:gd name="connsiteY10" fmla="*/ 6433518 h 6433552"/>
              <a:gd name="connsiteX0" fmla="*/ 7149875 w 7664186"/>
              <a:gd name="connsiteY0" fmla="*/ 6433518 h 6433552"/>
              <a:gd name="connsiteX1" fmla="*/ 6560587 w 7664186"/>
              <a:gd name="connsiteY1" fmla="*/ 6424418 h 6433552"/>
              <a:gd name="connsiteX2" fmla="*/ 995539 w 7664186"/>
              <a:gd name="connsiteY2" fmla="*/ 6393888 h 6433552"/>
              <a:gd name="connsiteX3" fmla="*/ 7757 w 7664186"/>
              <a:gd name="connsiteY3" fmla="*/ 6365104 h 6433552"/>
              <a:gd name="connsiteX4" fmla="*/ 49895 w 7664186"/>
              <a:gd name="connsiteY4" fmla="*/ 40219 h 6433552"/>
              <a:gd name="connsiteX5" fmla="*/ 241539 w 7664186"/>
              <a:gd name="connsiteY5" fmla="*/ 0 h 6433552"/>
              <a:gd name="connsiteX6" fmla="*/ 6439076 w 7664186"/>
              <a:gd name="connsiteY6" fmla="*/ 28166 h 6433552"/>
              <a:gd name="connsiteX7" fmla="*/ 7639227 w 7664186"/>
              <a:gd name="connsiteY7" fmla="*/ 58697 h 6433552"/>
              <a:gd name="connsiteX8" fmla="*/ 7567789 w 7664186"/>
              <a:gd name="connsiteY8" fmla="*/ 6302294 h 6433552"/>
              <a:gd name="connsiteX9" fmla="*/ 7402081 w 7664186"/>
              <a:gd name="connsiteY9" fmla="*/ 6430320 h 6433552"/>
              <a:gd name="connsiteX10" fmla="*/ 7149875 w 7664186"/>
              <a:gd name="connsiteY10" fmla="*/ 6433518 h 6433552"/>
              <a:gd name="connsiteX0" fmla="*/ 7149875 w 7657158"/>
              <a:gd name="connsiteY0" fmla="*/ 6433518 h 6433552"/>
              <a:gd name="connsiteX1" fmla="*/ 6560587 w 7657158"/>
              <a:gd name="connsiteY1" fmla="*/ 6424418 h 6433552"/>
              <a:gd name="connsiteX2" fmla="*/ 995539 w 7657158"/>
              <a:gd name="connsiteY2" fmla="*/ 6393888 h 6433552"/>
              <a:gd name="connsiteX3" fmla="*/ 7757 w 7657158"/>
              <a:gd name="connsiteY3" fmla="*/ 6365104 h 6433552"/>
              <a:gd name="connsiteX4" fmla="*/ 49895 w 7657158"/>
              <a:gd name="connsiteY4" fmla="*/ 40219 h 6433552"/>
              <a:gd name="connsiteX5" fmla="*/ 241539 w 7657158"/>
              <a:gd name="connsiteY5" fmla="*/ 0 h 6433552"/>
              <a:gd name="connsiteX6" fmla="*/ 6439076 w 7657158"/>
              <a:gd name="connsiteY6" fmla="*/ 28166 h 6433552"/>
              <a:gd name="connsiteX7" fmla="*/ 7639227 w 7657158"/>
              <a:gd name="connsiteY7" fmla="*/ 58697 h 6433552"/>
              <a:gd name="connsiteX8" fmla="*/ 7567789 w 7657158"/>
              <a:gd name="connsiteY8" fmla="*/ 6302294 h 6433552"/>
              <a:gd name="connsiteX9" fmla="*/ 7402081 w 7657158"/>
              <a:gd name="connsiteY9" fmla="*/ 6430320 h 6433552"/>
              <a:gd name="connsiteX10" fmla="*/ 7149875 w 7657158"/>
              <a:gd name="connsiteY10" fmla="*/ 6433518 h 6433552"/>
              <a:gd name="connsiteX0" fmla="*/ 7149875 w 7661310"/>
              <a:gd name="connsiteY0" fmla="*/ 6433518 h 6452113"/>
              <a:gd name="connsiteX1" fmla="*/ 6560587 w 7661310"/>
              <a:gd name="connsiteY1" fmla="*/ 6424418 h 6452113"/>
              <a:gd name="connsiteX2" fmla="*/ 995539 w 7661310"/>
              <a:gd name="connsiteY2" fmla="*/ 6393888 h 6452113"/>
              <a:gd name="connsiteX3" fmla="*/ 7757 w 7661310"/>
              <a:gd name="connsiteY3" fmla="*/ 6365104 h 6452113"/>
              <a:gd name="connsiteX4" fmla="*/ 49895 w 7661310"/>
              <a:gd name="connsiteY4" fmla="*/ 40219 h 6452113"/>
              <a:gd name="connsiteX5" fmla="*/ 241539 w 7661310"/>
              <a:gd name="connsiteY5" fmla="*/ 0 h 6452113"/>
              <a:gd name="connsiteX6" fmla="*/ 6439076 w 7661310"/>
              <a:gd name="connsiteY6" fmla="*/ 28166 h 6452113"/>
              <a:gd name="connsiteX7" fmla="*/ 7639227 w 7661310"/>
              <a:gd name="connsiteY7" fmla="*/ 58697 h 6452113"/>
              <a:gd name="connsiteX8" fmla="*/ 7589645 w 7661310"/>
              <a:gd name="connsiteY8" fmla="*/ 6366021 h 6452113"/>
              <a:gd name="connsiteX9" fmla="*/ 7402081 w 7661310"/>
              <a:gd name="connsiteY9" fmla="*/ 6430320 h 6452113"/>
              <a:gd name="connsiteX10" fmla="*/ 7149875 w 7661310"/>
              <a:gd name="connsiteY10" fmla="*/ 6433518 h 6452113"/>
              <a:gd name="connsiteX0" fmla="*/ 7149875 w 7657523"/>
              <a:gd name="connsiteY0" fmla="*/ 6433518 h 6452112"/>
              <a:gd name="connsiteX1" fmla="*/ 6560587 w 7657523"/>
              <a:gd name="connsiteY1" fmla="*/ 6424418 h 6452112"/>
              <a:gd name="connsiteX2" fmla="*/ 995539 w 7657523"/>
              <a:gd name="connsiteY2" fmla="*/ 6393888 h 6452112"/>
              <a:gd name="connsiteX3" fmla="*/ 7757 w 7657523"/>
              <a:gd name="connsiteY3" fmla="*/ 6365104 h 6452112"/>
              <a:gd name="connsiteX4" fmla="*/ 49895 w 7657523"/>
              <a:gd name="connsiteY4" fmla="*/ 40219 h 6452112"/>
              <a:gd name="connsiteX5" fmla="*/ 241539 w 7657523"/>
              <a:gd name="connsiteY5" fmla="*/ 0 h 6452112"/>
              <a:gd name="connsiteX6" fmla="*/ 6439076 w 7657523"/>
              <a:gd name="connsiteY6" fmla="*/ 28166 h 6452112"/>
              <a:gd name="connsiteX7" fmla="*/ 7639227 w 7657523"/>
              <a:gd name="connsiteY7" fmla="*/ 58697 h 6452112"/>
              <a:gd name="connsiteX8" fmla="*/ 7589645 w 7657523"/>
              <a:gd name="connsiteY8" fmla="*/ 6366021 h 6452112"/>
              <a:gd name="connsiteX9" fmla="*/ 7402081 w 7657523"/>
              <a:gd name="connsiteY9" fmla="*/ 6430320 h 6452112"/>
              <a:gd name="connsiteX10" fmla="*/ 7149875 w 7657523"/>
              <a:gd name="connsiteY10" fmla="*/ 6433518 h 6452112"/>
              <a:gd name="connsiteX0" fmla="*/ 7149875 w 7639227"/>
              <a:gd name="connsiteY0" fmla="*/ 6433518 h 6452112"/>
              <a:gd name="connsiteX1" fmla="*/ 6560587 w 7639227"/>
              <a:gd name="connsiteY1" fmla="*/ 6424418 h 6452112"/>
              <a:gd name="connsiteX2" fmla="*/ 995539 w 7639227"/>
              <a:gd name="connsiteY2" fmla="*/ 6393888 h 6452112"/>
              <a:gd name="connsiteX3" fmla="*/ 7757 w 7639227"/>
              <a:gd name="connsiteY3" fmla="*/ 6365104 h 6452112"/>
              <a:gd name="connsiteX4" fmla="*/ 49895 w 7639227"/>
              <a:gd name="connsiteY4" fmla="*/ 40219 h 6452112"/>
              <a:gd name="connsiteX5" fmla="*/ 241539 w 7639227"/>
              <a:gd name="connsiteY5" fmla="*/ 0 h 6452112"/>
              <a:gd name="connsiteX6" fmla="*/ 6439076 w 7639227"/>
              <a:gd name="connsiteY6" fmla="*/ 28166 h 6452112"/>
              <a:gd name="connsiteX7" fmla="*/ 7639227 w 7639227"/>
              <a:gd name="connsiteY7" fmla="*/ 58697 h 6452112"/>
              <a:gd name="connsiteX8" fmla="*/ 7589645 w 7639227"/>
              <a:gd name="connsiteY8" fmla="*/ 6366021 h 6452112"/>
              <a:gd name="connsiteX9" fmla="*/ 7402081 w 7639227"/>
              <a:gd name="connsiteY9" fmla="*/ 6430320 h 6452112"/>
              <a:gd name="connsiteX10" fmla="*/ 7149875 w 7639227"/>
              <a:gd name="connsiteY10" fmla="*/ 6433518 h 6452112"/>
              <a:gd name="connsiteX0" fmla="*/ 7149875 w 7641711"/>
              <a:gd name="connsiteY0" fmla="*/ 6433518 h 6473199"/>
              <a:gd name="connsiteX1" fmla="*/ 6560587 w 7641711"/>
              <a:gd name="connsiteY1" fmla="*/ 6424418 h 6473199"/>
              <a:gd name="connsiteX2" fmla="*/ 995539 w 7641711"/>
              <a:gd name="connsiteY2" fmla="*/ 6393888 h 6473199"/>
              <a:gd name="connsiteX3" fmla="*/ 7757 w 7641711"/>
              <a:gd name="connsiteY3" fmla="*/ 6365104 h 6473199"/>
              <a:gd name="connsiteX4" fmla="*/ 49895 w 7641711"/>
              <a:gd name="connsiteY4" fmla="*/ 40219 h 6473199"/>
              <a:gd name="connsiteX5" fmla="*/ 241539 w 7641711"/>
              <a:gd name="connsiteY5" fmla="*/ 0 h 6473199"/>
              <a:gd name="connsiteX6" fmla="*/ 6439076 w 7641711"/>
              <a:gd name="connsiteY6" fmla="*/ 28166 h 6473199"/>
              <a:gd name="connsiteX7" fmla="*/ 7639227 w 7641711"/>
              <a:gd name="connsiteY7" fmla="*/ 58697 h 6473199"/>
              <a:gd name="connsiteX8" fmla="*/ 7618786 w 7641711"/>
              <a:gd name="connsiteY8" fmla="*/ 6397885 h 6473199"/>
              <a:gd name="connsiteX9" fmla="*/ 7402081 w 7641711"/>
              <a:gd name="connsiteY9" fmla="*/ 6430320 h 6473199"/>
              <a:gd name="connsiteX10" fmla="*/ 7149875 w 7641711"/>
              <a:gd name="connsiteY10" fmla="*/ 6433518 h 6473199"/>
              <a:gd name="connsiteX0" fmla="*/ 7149875 w 7641711"/>
              <a:gd name="connsiteY0" fmla="*/ 6433518 h 6438168"/>
              <a:gd name="connsiteX1" fmla="*/ 6560587 w 7641711"/>
              <a:gd name="connsiteY1" fmla="*/ 6424418 h 6438168"/>
              <a:gd name="connsiteX2" fmla="*/ 995539 w 7641711"/>
              <a:gd name="connsiteY2" fmla="*/ 6393888 h 6438168"/>
              <a:gd name="connsiteX3" fmla="*/ 7757 w 7641711"/>
              <a:gd name="connsiteY3" fmla="*/ 6365104 h 6438168"/>
              <a:gd name="connsiteX4" fmla="*/ 49895 w 7641711"/>
              <a:gd name="connsiteY4" fmla="*/ 40219 h 6438168"/>
              <a:gd name="connsiteX5" fmla="*/ 241539 w 7641711"/>
              <a:gd name="connsiteY5" fmla="*/ 0 h 6438168"/>
              <a:gd name="connsiteX6" fmla="*/ 6439076 w 7641711"/>
              <a:gd name="connsiteY6" fmla="*/ 28166 h 6438168"/>
              <a:gd name="connsiteX7" fmla="*/ 7639227 w 7641711"/>
              <a:gd name="connsiteY7" fmla="*/ 58697 h 6438168"/>
              <a:gd name="connsiteX8" fmla="*/ 7618786 w 7641711"/>
              <a:gd name="connsiteY8" fmla="*/ 6397885 h 6438168"/>
              <a:gd name="connsiteX9" fmla="*/ 7402081 w 7641711"/>
              <a:gd name="connsiteY9" fmla="*/ 6430320 h 6438168"/>
              <a:gd name="connsiteX10" fmla="*/ 7149875 w 7641711"/>
              <a:gd name="connsiteY10" fmla="*/ 6433518 h 643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41711" h="6438168">
                <a:moveTo>
                  <a:pt x="7149875" y="6433518"/>
                </a:moveTo>
                <a:cubicBezTo>
                  <a:pt x="6975114" y="6433129"/>
                  <a:pt x="6756136" y="6429491"/>
                  <a:pt x="6560587" y="6424418"/>
                </a:cubicBezTo>
                <a:lnTo>
                  <a:pt x="995539" y="6393888"/>
                </a:lnTo>
                <a:lnTo>
                  <a:pt x="7757" y="6365104"/>
                </a:lnTo>
                <a:cubicBezTo>
                  <a:pt x="-20334" y="4216169"/>
                  <a:pt x="35849" y="2148514"/>
                  <a:pt x="49895" y="40219"/>
                </a:cubicBezTo>
                <a:lnTo>
                  <a:pt x="241539" y="0"/>
                </a:lnTo>
                <a:lnTo>
                  <a:pt x="6439076" y="28166"/>
                </a:lnTo>
                <a:cubicBezTo>
                  <a:pt x="6939139" y="58697"/>
                  <a:pt x="7296327" y="28165"/>
                  <a:pt x="7639227" y="58697"/>
                </a:cubicBezTo>
                <a:cubicBezTo>
                  <a:pt x="7638435" y="2070139"/>
                  <a:pt x="7653203" y="4107561"/>
                  <a:pt x="7618786" y="6397885"/>
                </a:cubicBezTo>
                <a:cubicBezTo>
                  <a:pt x="7625166" y="6478264"/>
                  <a:pt x="7566387" y="6409966"/>
                  <a:pt x="7402081" y="6430320"/>
                </a:cubicBezTo>
                <a:cubicBezTo>
                  <a:pt x="7343671" y="6432816"/>
                  <a:pt x="7254732" y="6433752"/>
                  <a:pt x="7149875" y="643351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questionnaire&#10;&#10;AI-generated content may be incorrect.">
            <a:extLst>
              <a:ext uri="{FF2B5EF4-FFF2-40B4-BE49-F238E27FC236}">
                <a16:creationId xmlns:a16="http://schemas.microsoft.com/office/drawing/2014/main" id="{989D813D-789B-F974-3767-36B02212D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857" y="663609"/>
            <a:ext cx="10889025" cy="370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15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0940C6F-9A54-410C-9BCD-203E8D97F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646C6CE-72A6-48A2-BAA1-A9BD9AE02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121080" y="0"/>
            <a:ext cx="7070920" cy="6858000"/>
          </a:xfrm>
          <a:custGeom>
            <a:avLst/>
            <a:gdLst>
              <a:gd name="connsiteX0" fmla="*/ 7430701 w 7551955"/>
              <a:gd name="connsiteY0" fmla="*/ 6858000 h 6858000"/>
              <a:gd name="connsiteX1" fmla="*/ 0 w 7551955"/>
              <a:gd name="connsiteY1" fmla="*/ 6858000 h 6858000"/>
              <a:gd name="connsiteX2" fmla="*/ 0 w 7551955"/>
              <a:gd name="connsiteY2" fmla="*/ 0 h 6858000"/>
              <a:gd name="connsiteX3" fmla="*/ 7505795 w 7551955"/>
              <a:gd name="connsiteY3" fmla="*/ 0 h 6858000"/>
              <a:gd name="connsiteX4" fmla="*/ 7520785 w 7551955"/>
              <a:gd name="connsiteY4" fmla="*/ 379063 h 6858000"/>
              <a:gd name="connsiteX5" fmla="*/ 7433327 w 7551955"/>
              <a:gd name="connsiteY5" fmla="*/ 68036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51955" h="6858000">
                <a:moveTo>
                  <a:pt x="7430701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7505795" y="0"/>
                </a:lnTo>
                <a:lnTo>
                  <a:pt x="7520785" y="379063"/>
                </a:lnTo>
                <a:cubicBezTo>
                  <a:pt x="7596581" y="2601669"/>
                  <a:pt x="7521128" y="5461844"/>
                  <a:pt x="7433327" y="6803646"/>
                </a:cubicBezTo>
                <a:close/>
              </a:path>
            </a:pathLst>
          </a:cu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6AFF5CE-B67C-4572-A244-872A4D90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286044">
            <a:off x="791907" y="958118"/>
            <a:ext cx="4266483" cy="3813636"/>
          </a:xfrm>
          <a:custGeom>
            <a:avLst/>
            <a:gdLst>
              <a:gd name="connsiteX0" fmla="*/ -39 w 914430"/>
              <a:gd name="connsiteY0" fmla="*/ 747812 h 753584"/>
              <a:gd name="connsiteX1" fmla="*/ 400011 w 914430"/>
              <a:gd name="connsiteY1" fmla="*/ 737144 h 753584"/>
              <a:gd name="connsiteX2" fmla="*/ 891787 w 914430"/>
              <a:gd name="connsiteY2" fmla="*/ 487303 h 753584"/>
              <a:gd name="connsiteX3" fmla="*/ 665854 w 914430"/>
              <a:gd name="connsiteY3" fmla="*/ 3528 h 753584"/>
              <a:gd name="connsiteX4" fmla="*/ 136835 w 914430"/>
              <a:gd name="connsiteY4" fmla="*/ 319854 h 753584"/>
              <a:gd name="connsiteX5" fmla="*/ 134168 w 914430"/>
              <a:gd name="connsiteY5" fmla="*/ 630845 h 753584"/>
              <a:gd name="connsiteX6" fmla="*/ -39 w 914430"/>
              <a:gd name="connsiteY6" fmla="*/ 747812 h 753584"/>
              <a:gd name="connsiteX0" fmla="*/ 0 w 855235"/>
              <a:gd name="connsiteY0" fmla="*/ 741453 h 759943"/>
              <a:gd name="connsiteX1" fmla="*/ 340855 w 855235"/>
              <a:gd name="connsiteY1" fmla="*/ 737153 h 759943"/>
              <a:gd name="connsiteX2" fmla="*/ 832631 w 855235"/>
              <a:gd name="connsiteY2" fmla="*/ 487312 h 759943"/>
              <a:gd name="connsiteX3" fmla="*/ 606698 w 855235"/>
              <a:gd name="connsiteY3" fmla="*/ 3537 h 759943"/>
              <a:gd name="connsiteX4" fmla="*/ 77679 w 855235"/>
              <a:gd name="connsiteY4" fmla="*/ 319863 h 759943"/>
              <a:gd name="connsiteX5" fmla="*/ 75012 w 855235"/>
              <a:gd name="connsiteY5" fmla="*/ 630854 h 759943"/>
              <a:gd name="connsiteX6" fmla="*/ 0 w 855235"/>
              <a:gd name="connsiteY6" fmla="*/ 741453 h 759943"/>
              <a:gd name="connsiteX0" fmla="*/ 0 w 850882"/>
              <a:gd name="connsiteY0" fmla="*/ 741453 h 766485"/>
              <a:gd name="connsiteX1" fmla="*/ 348748 w 850882"/>
              <a:gd name="connsiteY1" fmla="*/ 746704 h 766485"/>
              <a:gd name="connsiteX2" fmla="*/ 832631 w 850882"/>
              <a:gd name="connsiteY2" fmla="*/ 487312 h 766485"/>
              <a:gd name="connsiteX3" fmla="*/ 606698 w 850882"/>
              <a:gd name="connsiteY3" fmla="*/ 3537 h 766485"/>
              <a:gd name="connsiteX4" fmla="*/ 77679 w 850882"/>
              <a:gd name="connsiteY4" fmla="*/ 319863 h 766485"/>
              <a:gd name="connsiteX5" fmla="*/ 75012 w 850882"/>
              <a:gd name="connsiteY5" fmla="*/ 630854 h 766485"/>
              <a:gd name="connsiteX6" fmla="*/ 0 w 850882"/>
              <a:gd name="connsiteY6" fmla="*/ 741453 h 766485"/>
              <a:gd name="connsiteX0" fmla="*/ 0 w 850882"/>
              <a:gd name="connsiteY0" fmla="*/ 741453 h 764365"/>
              <a:gd name="connsiteX1" fmla="*/ 348748 w 850882"/>
              <a:gd name="connsiteY1" fmla="*/ 746704 h 764365"/>
              <a:gd name="connsiteX2" fmla="*/ 832631 w 850882"/>
              <a:gd name="connsiteY2" fmla="*/ 487312 h 764365"/>
              <a:gd name="connsiteX3" fmla="*/ 606698 w 850882"/>
              <a:gd name="connsiteY3" fmla="*/ 3537 h 764365"/>
              <a:gd name="connsiteX4" fmla="*/ 77679 w 850882"/>
              <a:gd name="connsiteY4" fmla="*/ 319863 h 764365"/>
              <a:gd name="connsiteX5" fmla="*/ 75012 w 850882"/>
              <a:gd name="connsiteY5" fmla="*/ 630854 h 764365"/>
              <a:gd name="connsiteX6" fmla="*/ 0 w 850882"/>
              <a:gd name="connsiteY6" fmla="*/ 741453 h 764365"/>
              <a:gd name="connsiteX0" fmla="*/ 0 w 832466"/>
              <a:gd name="connsiteY0" fmla="*/ 731902 h 763437"/>
              <a:gd name="connsiteX1" fmla="*/ 330332 w 832466"/>
              <a:gd name="connsiteY1" fmla="*/ 746704 h 763437"/>
              <a:gd name="connsiteX2" fmla="*/ 814215 w 832466"/>
              <a:gd name="connsiteY2" fmla="*/ 487312 h 763437"/>
              <a:gd name="connsiteX3" fmla="*/ 588282 w 832466"/>
              <a:gd name="connsiteY3" fmla="*/ 3537 h 763437"/>
              <a:gd name="connsiteX4" fmla="*/ 59263 w 832466"/>
              <a:gd name="connsiteY4" fmla="*/ 319863 h 763437"/>
              <a:gd name="connsiteX5" fmla="*/ 56596 w 832466"/>
              <a:gd name="connsiteY5" fmla="*/ 630854 h 763437"/>
              <a:gd name="connsiteX6" fmla="*/ 0 w 832466"/>
              <a:gd name="connsiteY6" fmla="*/ 731902 h 763437"/>
              <a:gd name="connsiteX0" fmla="*/ 0 w 831373"/>
              <a:gd name="connsiteY0" fmla="*/ 731902 h 763086"/>
              <a:gd name="connsiteX1" fmla="*/ 330332 w 831373"/>
              <a:gd name="connsiteY1" fmla="*/ 746704 h 763086"/>
              <a:gd name="connsiteX2" fmla="*/ 812900 w 831373"/>
              <a:gd name="connsiteY2" fmla="*/ 492088 h 763086"/>
              <a:gd name="connsiteX3" fmla="*/ 588282 w 831373"/>
              <a:gd name="connsiteY3" fmla="*/ 3537 h 763086"/>
              <a:gd name="connsiteX4" fmla="*/ 59263 w 831373"/>
              <a:gd name="connsiteY4" fmla="*/ 319863 h 763086"/>
              <a:gd name="connsiteX5" fmla="*/ 56596 w 831373"/>
              <a:gd name="connsiteY5" fmla="*/ 630854 h 763086"/>
              <a:gd name="connsiteX6" fmla="*/ 0 w 831373"/>
              <a:gd name="connsiteY6" fmla="*/ 731902 h 763086"/>
              <a:gd name="connsiteX0" fmla="*/ 0 w 830248"/>
              <a:gd name="connsiteY0" fmla="*/ 731902 h 763086"/>
              <a:gd name="connsiteX1" fmla="*/ 330332 w 830248"/>
              <a:gd name="connsiteY1" fmla="*/ 746704 h 763086"/>
              <a:gd name="connsiteX2" fmla="*/ 812900 w 830248"/>
              <a:gd name="connsiteY2" fmla="*/ 492088 h 763086"/>
              <a:gd name="connsiteX3" fmla="*/ 588282 w 830248"/>
              <a:gd name="connsiteY3" fmla="*/ 3537 h 763086"/>
              <a:gd name="connsiteX4" fmla="*/ 59263 w 830248"/>
              <a:gd name="connsiteY4" fmla="*/ 319863 h 763086"/>
              <a:gd name="connsiteX5" fmla="*/ 56596 w 830248"/>
              <a:gd name="connsiteY5" fmla="*/ 630854 h 763086"/>
              <a:gd name="connsiteX6" fmla="*/ 0 w 830248"/>
              <a:gd name="connsiteY6" fmla="*/ 731902 h 763086"/>
              <a:gd name="connsiteX0" fmla="*/ 0 w 828752"/>
              <a:gd name="connsiteY0" fmla="*/ 731902 h 769484"/>
              <a:gd name="connsiteX1" fmla="*/ 367164 w 828752"/>
              <a:gd name="connsiteY1" fmla="*/ 754664 h 769484"/>
              <a:gd name="connsiteX2" fmla="*/ 812900 w 828752"/>
              <a:gd name="connsiteY2" fmla="*/ 492088 h 769484"/>
              <a:gd name="connsiteX3" fmla="*/ 588282 w 828752"/>
              <a:gd name="connsiteY3" fmla="*/ 3537 h 769484"/>
              <a:gd name="connsiteX4" fmla="*/ 59263 w 828752"/>
              <a:gd name="connsiteY4" fmla="*/ 319863 h 769484"/>
              <a:gd name="connsiteX5" fmla="*/ 56596 w 828752"/>
              <a:gd name="connsiteY5" fmla="*/ 630854 h 769484"/>
              <a:gd name="connsiteX6" fmla="*/ 0 w 828752"/>
              <a:gd name="connsiteY6" fmla="*/ 731902 h 769484"/>
              <a:gd name="connsiteX0" fmla="*/ 0 w 828752"/>
              <a:gd name="connsiteY0" fmla="*/ 731902 h 761354"/>
              <a:gd name="connsiteX1" fmla="*/ 367164 w 828752"/>
              <a:gd name="connsiteY1" fmla="*/ 754664 h 761354"/>
              <a:gd name="connsiteX2" fmla="*/ 812900 w 828752"/>
              <a:gd name="connsiteY2" fmla="*/ 492088 h 761354"/>
              <a:gd name="connsiteX3" fmla="*/ 588282 w 828752"/>
              <a:gd name="connsiteY3" fmla="*/ 3537 h 761354"/>
              <a:gd name="connsiteX4" fmla="*/ 59263 w 828752"/>
              <a:gd name="connsiteY4" fmla="*/ 319863 h 761354"/>
              <a:gd name="connsiteX5" fmla="*/ 56596 w 828752"/>
              <a:gd name="connsiteY5" fmla="*/ 630854 h 761354"/>
              <a:gd name="connsiteX6" fmla="*/ 0 w 828752"/>
              <a:gd name="connsiteY6" fmla="*/ 731902 h 761354"/>
              <a:gd name="connsiteX0" fmla="*/ 0 w 828286"/>
              <a:gd name="connsiteY0" fmla="*/ 731902 h 764135"/>
              <a:gd name="connsiteX1" fmla="*/ 373741 w 828286"/>
              <a:gd name="connsiteY1" fmla="*/ 757848 h 764135"/>
              <a:gd name="connsiteX2" fmla="*/ 812900 w 828286"/>
              <a:gd name="connsiteY2" fmla="*/ 492088 h 764135"/>
              <a:gd name="connsiteX3" fmla="*/ 588282 w 828286"/>
              <a:gd name="connsiteY3" fmla="*/ 3537 h 764135"/>
              <a:gd name="connsiteX4" fmla="*/ 59263 w 828286"/>
              <a:gd name="connsiteY4" fmla="*/ 319863 h 764135"/>
              <a:gd name="connsiteX5" fmla="*/ 56596 w 828286"/>
              <a:gd name="connsiteY5" fmla="*/ 630854 h 764135"/>
              <a:gd name="connsiteX6" fmla="*/ 0 w 828286"/>
              <a:gd name="connsiteY6" fmla="*/ 731902 h 764135"/>
              <a:gd name="connsiteX0" fmla="*/ 0 w 826698"/>
              <a:gd name="connsiteY0" fmla="*/ 684914 h 717147"/>
              <a:gd name="connsiteX1" fmla="*/ 373741 w 826698"/>
              <a:gd name="connsiteY1" fmla="*/ 710860 h 717147"/>
              <a:gd name="connsiteX2" fmla="*/ 812900 w 826698"/>
              <a:gd name="connsiteY2" fmla="*/ 445100 h 717147"/>
              <a:gd name="connsiteX3" fmla="*/ 581207 w 826698"/>
              <a:gd name="connsiteY3" fmla="*/ 14091 h 717147"/>
              <a:gd name="connsiteX4" fmla="*/ 59263 w 826698"/>
              <a:gd name="connsiteY4" fmla="*/ 272875 h 717147"/>
              <a:gd name="connsiteX5" fmla="*/ 56596 w 826698"/>
              <a:gd name="connsiteY5" fmla="*/ 583866 h 717147"/>
              <a:gd name="connsiteX6" fmla="*/ 0 w 826698"/>
              <a:gd name="connsiteY6" fmla="*/ 684914 h 717147"/>
              <a:gd name="connsiteX0" fmla="*/ 0 w 824673"/>
              <a:gd name="connsiteY0" fmla="*/ 684914 h 717147"/>
              <a:gd name="connsiteX1" fmla="*/ 373741 w 824673"/>
              <a:gd name="connsiteY1" fmla="*/ 710860 h 717147"/>
              <a:gd name="connsiteX2" fmla="*/ 812900 w 824673"/>
              <a:gd name="connsiteY2" fmla="*/ 445100 h 717147"/>
              <a:gd name="connsiteX3" fmla="*/ 581207 w 824673"/>
              <a:gd name="connsiteY3" fmla="*/ 14091 h 717147"/>
              <a:gd name="connsiteX4" fmla="*/ 59263 w 824673"/>
              <a:gd name="connsiteY4" fmla="*/ 272875 h 717147"/>
              <a:gd name="connsiteX5" fmla="*/ 56596 w 824673"/>
              <a:gd name="connsiteY5" fmla="*/ 583866 h 717147"/>
              <a:gd name="connsiteX6" fmla="*/ 0 w 824673"/>
              <a:gd name="connsiteY6" fmla="*/ 684914 h 717147"/>
              <a:gd name="connsiteX0" fmla="*/ 0 w 824673"/>
              <a:gd name="connsiteY0" fmla="*/ 674404 h 706637"/>
              <a:gd name="connsiteX1" fmla="*/ 373741 w 824673"/>
              <a:gd name="connsiteY1" fmla="*/ 700350 h 706637"/>
              <a:gd name="connsiteX2" fmla="*/ 812900 w 824673"/>
              <a:gd name="connsiteY2" fmla="*/ 434590 h 706637"/>
              <a:gd name="connsiteX3" fmla="*/ 581207 w 824673"/>
              <a:gd name="connsiteY3" fmla="*/ 3581 h 706637"/>
              <a:gd name="connsiteX4" fmla="*/ 59263 w 824673"/>
              <a:gd name="connsiteY4" fmla="*/ 262365 h 706637"/>
              <a:gd name="connsiteX5" fmla="*/ 56596 w 824673"/>
              <a:gd name="connsiteY5" fmla="*/ 573356 h 706637"/>
              <a:gd name="connsiteX6" fmla="*/ 0 w 824673"/>
              <a:gd name="connsiteY6" fmla="*/ 674404 h 706637"/>
              <a:gd name="connsiteX0" fmla="*/ 0 w 824673"/>
              <a:gd name="connsiteY0" fmla="*/ 674404 h 705498"/>
              <a:gd name="connsiteX1" fmla="*/ 373741 w 824673"/>
              <a:gd name="connsiteY1" fmla="*/ 700350 h 705498"/>
              <a:gd name="connsiteX2" fmla="*/ 812900 w 824673"/>
              <a:gd name="connsiteY2" fmla="*/ 434590 h 705498"/>
              <a:gd name="connsiteX3" fmla="*/ 581207 w 824673"/>
              <a:gd name="connsiteY3" fmla="*/ 3581 h 705498"/>
              <a:gd name="connsiteX4" fmla="*/ 59263 w 824673"/>
              <a:gd name="connsiteY4" fmla="*/ 262365 h 705498"/>
              <a:gd name="connsiteX5" fmla="*/ 56596 w 824673"/>
              <a:gd name="connsiteY5" fmla="*/ 573356 h 705498"/>
              <a:gd name="connsiteX6" fmla="*/ 0 w 824673"/>
              <a:gd name="connsiteY6" fmla="*/ 674404 h 705498"/>
              <a:gd name="connsiteX0" fmla="*/ 0 w 825801"/>
              <a:gd name="connsiteY0" fmla="*/ 674404 h 712003"/>
              <a:gd name="connsiteX1" fmla="*/ 373741 w 825801"/>
              <a:gd name="connsiteY1" fmla="*/ 700350 h 712003"/>
              <a:gd name="connsiteX2" fmla="*/ 814209 w 825801"/>
              <a:gd name="connsiteY2" fmla="*/ 448725 h 712003"/>
              <a:gd name="connsiteX3" fmla="*/ 581207 w 825801"/>
              <a:gd name="connsiteY3" fmla="*/ 3581 h 712003"/>
              <a:gd name="connsiteX4" fmla="*/ 59263 w 825801"/>
              <a:gd name="connsiteY4" fmla="*/ 262365 h 712003"/>
              <a:gd name="connsiteX5" fmla="*/ 56596 w 825801"/>
              <a:gd name="connsiteY5" fmla="*/ 573356 h 712003"/>
              <a:gd name="connsiteX6" fmla="*/ 0 w 825801"/>
              <a:gd name="connsiteY6" fmla="*/ 674404 h 712003"/>
              <a:gd name="connsiteX0" fmla="*/ 0 w 825354"/>
              <a:gd name="connsiteY0" fmla="*/ 674404 h 712003"/>
              <a:gd name="connsiteX1" fmla="*/ 373741 w 825354"/>
              <a:gd name="connsiteY1" fmla="*/ 700350 h 712003"/>
              <a:gd name="connsiteX2" fmla="*/ 814209 w 825354"/>
              <a:gd name="connsiteY2" fmla="*/ 448725 h 712003"/>
              <a:gd name="connsiteX3" fmla="*/ 581207 w 825354"/>
              <a:gd name="connsiteY3" fmla="*/ 3581 h 712003"/>
              <a:gd name="connsiteX4" fmla="*/ 59263 w 825354"/>
              <a:gd name="connsiteY4" fmla="*/ 262365 h 712003"/>
              <a:gd name="connsiteX5" fmla="*/ 56596 w 825354"/>
              <a:gd name="connsiteY5" fmla="*/ 573356 h 712003"/>
              <a:gd name="connsiteX6" fmla="*/ 0 w 825354"/>
              <a:gd name="connsiteY6" fmla="*/ 674404 h 712003"/>
              <a:gd name="connsiteX0" fmla="*/ 0 w 824001"/>
              <a:gd name="connsiteY0" fmla="*/ 674404 h 702198"/>
              <a:gd name="connsiteX1" fmla="*/ 429494 w 824001"/>
              <a:gd name="connsiteY1" fmla="*/ 688873 h 702198"/>
              <a:gd name="connsiteX2" fmla="*/ 814209 w 824001"/>
              <a:gd name="connsiteY2" fmla="*/ 448725 h 702198"/>
              <a:gd name="connsiteX3" fmla="*/ 581207 w 824001"/>
              <a:gd name="connsiteY3" fmla="*/ 3581 h 702198"/>
              <a:gd name="connsiteX4" fmla="*/ 59263 w 824001"/>
              <a:gd name="connsiteY4" fmla="*/ 262365 h 702198"/>
              <a:gd name="connsiteX5" fmla="*/ 56596 w 824001"/>
              <a:gd name="connsiteY5" fmla="*/ 573356 h 702198"/>
              <a:gd name="connsiteX6" fmla="*/ 0 w 824001"/>
              <a:gd name="connsiteY6" fmla="*/ 674404 h 702198"/>
              <a:gd name="connsiteX0" fmla="*/ 0 w 824001"/>
              <a:gd name="connsiteY0" fmla="*/ 674404 h 693317"/>
              <a:gd name="connsiteX1" fmla="*/ 429494 w 824001"/>
              <a:gd name="connsiteY1" fmla="*/ 688873 h 693317"/>
              <a:gd name="connsiteX2" fmla="*/ 814209 w 824001"/>
              <a:gd name="connsiteY2" fmla="*/ 448725 h 693317"/>
              <a:gd name="connsiteX3" fmla="*/ 581207 w 824001"/>
              <a:gd name="connsiteY3" fmla="*/ 3581 h 693317"/>
              <a:gd name="connsiteX4" fmla="*/ 59263 w 824001"/>
              <a:gd name="connsiteY4" fmla="*/ 262365 h 693317"/>
              <a:gd name="connsiteX5" fmla="*/ 56596 w 824001"/>
              <a:gd name="connsiteY5" fmla="*/ 573356 h 693317"/>
              <a:gd name="connsiteX6" fmla="*/ 0 w 824001"/>
              <a:gd name="connsiteY6" fmla="*/ 674404 h 693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4001" h="693317">
                <a:moveTo>
                  <a:pt x="0" y="674404"/>
                </a:moveTo>
                <a:cubicBezTo>
                  <a:pt x="170947" y="672309"/>
                  <a:pt x="289590" y="704889"/>
                  <a:pt x="429494" y="688873"/>
                </a:cubicBezTo>
                <a:cubicBezTo>
                  <a:pt x="585106" y="671059"/>
                  <a:pt x="788924" y="562940"/>
                  <a:pt x="814209" y="448725"/>
                </a:cubicBezTo>
                <a:cubicBezTo>
                  <a:pt x="839495" y="334510"/>
                  <a:pt x="832857" y="49206"/>
                  <a:pt x="581207" y="3581"/>
                </a:cubicBezTo>
                <a:cubicBezTo>
                  <a:pt x="485480" y="-3562"/>
                  <a:pt x="91955" y="-26684"/>
                  <a:pt x="59263" y="262365"/>
                </a:cubicBezTo>
                <a:cubicBezTo>
                  <a:pt x="43357" y="371331"/>
                  <a:pt x="56596" y="510015"/>
                  <a:pt x="56596" y="573356"/>
                </a:cubicBezTo>
                <a:cubicBezTo>
                  <a:pt x="57073" y="645079"/>
                  <a:pt x="0" y="674404"/>
                  <a:pt x="0" y="674404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B4DE09-275B-C6D4-07EA-05D54FFD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95" y="1589343"/>
            <a:ext cx="3065958" cy="262867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dirty="0"/>
              <a:t>Look for confounding factors between groups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B69A980-D397-4383-991D-6DC2FB1C3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286044">
            <a:off x="735556" y="935488"/>
            <a:ext cx="4587669" cy="3813636"/>
          </a:xfrm>
          <a:custGeom>
            <a:avLst/>
            <a:gdLst>
              <a:gd name="connsiteX0" fmla="*/ -39 w 914430"/>
              <a:gd name="connsiteY0" fmla="*/ 747812 h 753584"/>
              <a:gd name="connsiteX1" fmla="*/ 400011 w 914430"/>
              <a:gd name="connsiteY1" fmla="*/ 737144 h 753584"/>
              <a:gd name="connsiteX2" fmla="*/ 891787 w 914430"/>
              <a:gd name="connsiteY2" fmla="*/ 487303 h 753584"/>
              <a:gd name="connsiteX3" fmla="*/ 665854 w 914430"/>
              <a:gd name="connsiteY3" fmla="*/ 3528 h 753584"/>
              <a:gd name="connsiteX4" fmla="*/ 136835 w 914430"/>
              <a:gd name="connsiteY4" fmla="*/ 319854 h 753584"/>
              <a:gd name="connsiteX5" fmla="*/ 134168 w 914430"/>
              <a:gd name="connsiteY5" fmla="*/ 630845 h 753584"/>
              <a:gd name="connsiteX6" fmla="*/ -39 w 914430"/>
              <a:gd name="connsiteY6" fmla="*/ 747812 h 753584"/>
              <a:gd name="connsiteX0" fmla="*/ 0 w 855235"/>
              <a:gd name="connsiteY0" fmla="*/ 741453 h 759943"/>
              <a:gd name="connsiteX1" fmla="*/ 340855 w 855235"/>
              <a:gd name="connsiteY1" fmla="*/ 737153 h 759943"/>
              <a:gd name="connsiteX2" fmla="*/ 832631 w 855235"/>
              <a:gd name="connsiteY2" fmla="*/ 487312 h 759943"/>
              <a:gd name="connsiteX3" fmla="*/ 606698 w 855235"/>
              <a:gd name="connsiteY3" fmla="*/ 3537 h 759943"/>
              <a:gd name="connsiteX4" fmla="*/ 77679 w 855235"/>
              <a:gd name="connsiteY4" fmla="*/ 319863 h 759943"/>
              <a:gd name="connsiteX5" fmla="*/ 75012 w 855235"/>
              <a:gd name="connsiteY5" fmla="*/ 630854 h 759943"/>
              <a:gd name="connsiteX6" fmla="*/ 0 w 855235"/>
              <a:gd name="connsiteY6" fmla="*/ 741453 h 759943"/>
              <a:gd name="connsiteX0" fmla="*/ 0 w 850882"/>
              <a:gd name="connsiteY0" fmla="*/ 741453 h 766485"/>
              <a:gd name="connsiteX1" fmla="*/ 348748 w 850882"/>
              <a:gd name="connsiteY1" fmla="*/ 746704 h 766485"/>
              <a:gd name="connsiteX2" fmla="*/ 832631 w 850882"/>
              <a:gd name="connsiteY2" fmla="*/ 487312 h 766485"/>
              <a:gd name="connsiteX3" fmla="*/ 606698 w 850882"/>
              <a:gd name="connsiteY3" fmla="*/ 3537 h 766485"/>
              <a:gd name="connsiteX4" fmla="*/ 77679 w 850882"/>
              <a:gd name="connsiteY4" fmla="*/ 319863 h 766485"/>
              <a:gd name="connsiteX5" fmla="*/ 75012 w 850882"/>
              <a:gd name="connsiteY5" fmla="*/ 630854 h 766485"/>
              <a:gd name="connsiteX6" fmla="*/ 0 w 850882"/>
              <a:gd name="connsiteY6" fmla="*/ 741453 h 766485"/>
              <a:gd name="connsiteX0" fmla="*/ 0 w 850882"/>
              <a:gd name="connsiteY0" fmla="*/ 741453 h 764365"/>
              <a:gd name="connsiteX1" fmla="*/ 348748 w 850882"/>
              <a:gd name="connsiteY1" fmla="*/ 746704 h 764365"/>
              <a:gd name="connsiteX2" fmla="*/ 832631 w 850882"/>
              <a:gd name="connsiteY2" fmla="*/ 487312 h 764365"/>
              <a:gd name="connsiteX3" fmla="*/ 606698 w 850882"/>
              <a:gd name="connsiteY3" fmla="*/ 3537 h 764365"/>
              <a:gd name="connsiteX4" fmla="*/ 77679 w 850882"/>
              <a:gd name="connsiteY4" fmla="*/ 319863 h 764365"/>
              <a:gd name="connsiteX5" fmla="*/ 75012 w 850882"/>
              <a:gd name="connsiteY5" fmla="*/ 630854 h 764365"/>
              <a:gd name="connsiteX6" fmla="*/ 0 w 850882"/>
              <a:gd name="connsiteY6" fmla="*/ 741453 h 764365"/>
              <a:gd name="connsiteX0" fmla="*/ 0 w 832466"/>
              <a:gd name="connsiteY0" fmla="*/ 731902 h 763437"/>
              <a:gd name="connsiteX1" fmla="*/ 330332 w 832466"/>
              <a:gd name="connsiteY1" fmla="*/ 746704 h 763437"/>
              <a:gd name="connsiteX2" fmla="*/ 814215 w 832466"/>
              <a:gd name="connsiteY2" fmla="*/ 487312 h 763437"/>
              <a:gd name="connsiteX3" fmla="*/ 588282 w 832466"/>
              <a:gd name="connsiteY3" fmla="*/ 3537 h 763437"/>
              <a:gd name="connsiteX4" fmla="*/ 59263 w 832466"/>
              <a:gd name="connsiteY4" fmla="*/ 319863 h 763437"/>
              <a:gd name="connsiteX5" fmla="*/ 56596 w 832466"/>
              <a:gd name="connsiteY5" fmla="*/ 630854 h 763437"/>
              <a:gd name="connsiteX6" fmla="*/ 0 w 832466"/>
              <a:gd name="connsiteY6" fmla="*/ 731902 h 763437"/>
              <a:gd name="connsiteX0" fmla="*/ 0 w 831373"/>
              <a:gd name="connsiteY0" fmla="*/ 731902 h 763086"/>
              <a:gd name="connsiteX1" fmla="*/ 330332 w 831373"/>
              <a:gd name="connsiteY1" fmla="*/ 746704 h 763086"/>
              <a:gd name="connsiteX2" fmla="*/ 812900 w 831373"/>
              <a:gd name="connsiteY2" fmla="*/ 492088 h 763086"/>
              <a:gd name="connsiteX3" fmla="*/ 588282 w 831373"/>
              <a:gd name="connsiteY3" fmla="*/ 3537 h 763086"/>
              <a:gd name="connsiteX4" fmla="*/ 59263 w 831373"/>
              <a:gd name="connsiteY4" fmla="*/ 319863 h 763086"/>
              <a:gd name="connsiteX5" fmla="*/ 56596 w 831373"/>
              <a:gd name="connsiteY5" fmla="*/ 630854 h 763086"/>
              <a:gd name="connsiteX6" fmla="*/ 0 w 831373"/>
              <a:gd name="connsiteY6" fmla="*/ 731902 h 763086"/>
              <a:gd name="connsiteX0" fmla="*/ 0 w 830248"/>
              <a:gd name="connsiteY0" fmla="*/ 731902 h 763086"/>
              <a:gd name="connsiteX1" fmla="*/ 330332 w 830248"/>
              <a:gd name="connsiteY1" fmla="*/ 746704 h 763086"/>
              <a:gd name="connsiteX2" fmla="*/ 812900 w 830248"/>
              <a:gd name="connsiteY2" fmla="*/ 492088 h 763086"/>
              <a:gd name="connsiteX3" fmla="*/ 588282 w 830248"/>
              <a:gd name="connsiteY3" fmla="*/ 3537 h 763086"/>
              <a:gd name="connsiteX4" fmla="*/ 59263 w 830248"/>
              <a:gd name="connsiteY4" fmla="*/ 319863 h 763086"/>
              <a:gd name="connsiteX5" fmla="*/ 56596 w 830248"/>
              <a:gd name="connsiteY5" fmla="*/ 630854 h 763086"/>
              <a:gd name="connsiteX6" fmla="*/ 0 w 830248"/>
              <a:gd name="connsiteY6" fmla="*/ 731902 h 763086"/>
              <a:gd name="connsiteX0" fmla="*/ 0 w 828752"/>
              <a:gd name="connsiteY0" fmla="*/ 731902 h 769484"/>
              <a:gd name="connsiteX1" fmla="*/ 367164 w 828752"/>
              <a:gd name="connsiteY1" fmla="*/ 754664 h 769484"/>
              <a:gd name="connsiteX2" fmla="*/ 812900 w 828752"/>
              <a:gd name="connsiteY2" fmla="*/ 492088 h 769484"/>
              <a:gd name="connsiteX3" fmla="*/ 588282 w 828752"/>
              <a:gd name="connsiteY3" fmla="*/ 3537 h 769484"/>
              <a:gd name="connsiteX4" fmla="*/ 59263 w 828752"/>
              <a:gd name="connsiteY4" fmla="*/ 319863 h 769484"/>
              <a:gd name="connsiteX5" fmla="*/ 56596 w 828752"/>
              <a:gd name="connsiteY5" fmla="*/ 630854 h 769484"/>
              <a:gd name="connsiteX6" fmla="*/ 0 w 828752"/>
              <a:gd name="connsiteY6" fmla="*/ 731902 h 769484"/>
              <a:gd name="connsiteX0" fmla="*/ 0 w 828752"/>
              <a:gd name="connsiteY0" fmla="*/ 731902 h 761354"/>
              <a:gd name="connsiteX1" fmla="*/ 367164 w 828752"/>
              <a:gd name="connsiteY1" fmla="*/ 754664 h 761354"/>
              <a:gd name="connsiteX2" fmla="*/ 812900 w 828752"/>
              <a:gd name="connsiteY2" fmla="*/ 492088 h 761354"/>
              <a:gd name="connsiteX3" fmla="*/ 588282 w 828752"/>
              <a:gd name="connsiteY3" fmla="*/ 3537 h 761354"/>
              <a:gd name="connsiteX4" fmla="*/ 59263 w 828752"/>
              <a:gd name="connsiteY4" fmla="*/ 319863 h 761354"/>
              <a:gd name="connsiteX5" fmla="*/ 56596 w 828752"/>
              <a:gd name="connsiteY5" fmla="*/ 630854 h 761354"/>
              <a:gd name="connsiteX6" fmla="*/ 0 w 828752"/>
              <a:gd name="connsiteY6" fmla="*/ 731902 h 761354"/>
              <a:gd name="connsiteX0" fmla="*/ 0 w 828286"/>
              <a:gd name="connsiteY0" fmla="*/ 731902 h 764135"/>
              <a:gd name="connsiteX1" fmla="*/ 373741 w 828286"/>
              <a:gd name="connsiteY1" fmla="*/ 757848 h 764135"/>
              <a:gd name="connsiteX2" fmla="*/ 812900 w 828286"/>
              <a:gd name="connsiteY2" fmla="*/ 492088 h 764135"/>
              <a:gd name="connsiteX3" fmla="*/ 588282 w 828286"/>
              <a:gd name="connsiteY3" fmla="*/ 3537 h 764135"/>
              <a:gd name="connsiteX4" fmla="*/ 59263 w 828286"/>
              <a:gd name="connsiteY4" fmla="*/ 319863 h 764135"/>
              <a:gd name="connsiteX5" fmla="*/ 56596 w 828286"/>
              <a:gd name="connsiteY5" fmla="*/ 630854 h 764135"/>
              <a:gd name="connsiteX6" fmla="*/ 0 w 828286"/>
              <a:gd name="connsiteY6" fmla="*/ 731902 h 764135"/>
              <a:gd name="connsiteX0" fmla="*/ 0 w 826698"/>
              <a:gd name="connsiteY0" fmla="*/ 684914 h 717147"/>
              <a:gd name="connsiteX1" fmla="*/ 373741 w 826698"/>
              <a:gd name="connsiteY1" fmla="*/ 710860 h 717147"/>
              <a:gd name="connsiteX2" fmla="*/ 812900 w 826698"/>
              <a:gd name="connsiteY2" fmla="*/ 445100 h 717147"/>
              <a:gd name="connsiteX3" fmla="*/ 581207 w 826698"/>
              <a:gd name="connsiteY3" fmla="*/ 14091 h 717147"/>
              <a:gd name="connsiteX4" fmla="*/ 59263 w 826698"/>
              <a:gd name="connsiteY4" fmla="*/ 272875 h 717147"/>
              <a:gd name="connsiteX5" fmla="*/ 56596 w 826698"/>
              <a:gd name="connsiteY5" fmla="*/ 583866 h 717147"/>
              <a:gd name="connsiteX6" fmla="*/ 0 w 826698"/>
              <a:gd name="connsiteY6" fmla="*/ 684914 h 717147"/>
              <a:gd name="connsiteX0" fmla="*/ 0 w 824673"/>
              <a:gd name="connsiteY0" fmla="*/ 684914 h 717147"/>
              <a:gd name="connsiteX1" fmla="*/ 373741 w 824673"/>
              <a:gd name="connsiteY1" fmla="*/ 710860 h 717147"/>
              <a:gd name="connsiteX2" fmla="*/ 812900 w 824673"/>
              <a:gd name="connsiteY2" fmla="*/ 445100 h 717147"/>
              <a:gd name="connsiteX3" fmla="*/ 581207 w 824673"/>
              <a:gd name="connsiteY3" fmla="*/ 14091 h 717147"/>
              <a:gd name="connsiteX4" fmla="*/ 59263 w 824673"/>
              <a:gd name="connsiteY4" fmla="*/ 272875 h 717147"/>
              <a:gd name="connsiteX5" fmla="*/ 56596 w 824673"/>
              <a:gd name="connsiteY5" fmla="*/ 583866 h 717147"/>
              <a:gd name="connsiteX6" fmla="*/ 0 w 824673"/>
              <a:gd name="connsiteY6" fmla="*/ 684914 h 717147"/>
              <a:gd name="connsiteX0" fmla="*/ 0 w 824673"/>
              <a:gd name="connsiteY0" fmla="*/ 674404 h 706637"/>
              <a:gd name="connsiteX1" fmla="*/ 373741 w 824673"/>
              <a:gd name="connsiteY1" fmla="*/ 700350 h 706637"/>
              <a:gd name="connsiteX2" fmla="*/ 812900 w 824673"/>
              <a:gd name="connsiteY2" fmla="*/ 434590 h 706637"/>
              <a:gd name="connsiteX3" fmla="*/ 581207 w 824673"/>
              <a:gd name="connsiteY3" fmla="*/ 3581 h 706637"/>
              <a:gd name="connsiteX4" fmla="*/ 59263 w 824673"/>
              <a:gd name="connsiteY4" fmla="*/ 262365 h 706637"/>
              <a:gd name="connsiteX5" fmla="*/ 56596 w 824673"/>
              <a:gd name="connsiteY5" fmla="*/ 573356 h 706637"/>
              <a:gd name="connsiteX6" fmla="*/ 0 w 824673"/>
              <a:gd name="connsiteY6" fmla="*/ 674404 h 706637"/>
              <a:gd name="connsiteX0" fmla="*/ 0 w 824673"/>
              <a:gd name="connsiteY0" fmla="*/ 674404 h 705498"/>
              <a:gd name="connsiteX1" fmla="*/ 373741 w 824673"/>
              <a:gd name="connsiteY1" fmla="*/ 700350 h 705498"/>
              <a:gd name="connsiteX2" fmla="*/ 812900 w 824673"/>
              <a:gd name="connsiteY2" fmla="*/ 434590 h 705498"/>
              <a:gd name="connsiteX3" fmla="*/ 581207 w 824673"/>
              <a:gd name="connsiteY3" fmla="*/ 3581 h 705498"/>
              <a:gd name="connsiteX4" fmla="*/ 59263 w 824673"/>
              <a:gd name="connsiteY4" fmla="*/ 262365 h 705498"/>
              <a:gd name="connsiteX5" fmla="*/ 56596 w 824673"/>
              <a:gd name="connsiteY5" fmla="*/ 573356 h 705498"/>
              <a:gd name="connsiteX6" fmla="*/ 0 w 824673"/>
              <a:gd name="connsiteY6" fmla="*/ 674404 h 705498"/>
              <a:gd name="connsiteX0" fmla="*/ 0 w 825801"/>
              <a:gd name="connsiteY0" fmla="*/ 674404 h 712003"/>
              <a:gd name="connsiteX1" fmla="*/ 373741 w 825801"/>
              <a:gd name="connsiteY1" fmla="*/ 700350 h 712003"/>
              <a:gd name="connsiteX2" fmla="*/ 814209 w 825801"/>
              <a:gd name="connsiteY2" fmla="*/ 448725 h 712003"/>
              <a:gd name="connsiteX3" fmla="*/ 581207 w 825801"/>
              <a:gd name="connsiteY3" fmla="*/ 3581 h 712003"/>
              <a:gd name="connsiteX4" fmla="*/ 59263 w 825801"/>
              <a:gd name="connsiteY4" fmla="*/ 262365 h 712003"/>
              <a:gd name="connsiteX5" fmla="*/ 56596 w 825801"/>
              <a:gd name="connsiteY5" fmla="*/ 573356 h 712003"/>
              <a:gd name="connsiteX6" fmla="*/ 0 w 825801"/>
              <a:gd name="connsiteY6" fmla="*/ 674404 h 712003"/>
              <a:gd name="connsiteX0" fmla="*/ 0 w 825354"/>
              <a:gd name="connsiteY0" fmla="*/ 674404 h 712003"/>
              <a:gd name="connsiteX1" fmla="*/ 373741 w 825354"/>
              <a:gd name="connsiteY1" fmla="*/ 700350 h 712003"/>
              <a:gd name="connsiteX2" fmla="*/ 814209 w 825354"/>
              <a:gd name="connsiteY2" fmla="*/ 448725 h 712003"/>
              <a:gd name="connsiteX3" fmla="*/ 581207 w 825354"/>
              <a:gd name="connsiteY3" fmla="*/ 3581 h 712003"/>
              <a:gd name="connsiteX4" fmla="*/ 59263 w 825354"/>
              <a:gd name="connsiteY4" fmla="*/ 262365 h 712003"/>
              <a:gd name="connsiteX5" fmla="*/ 56596 w 825354"/>
              <a:gd name="connsiteY5" fmla="*/ 573356 h 712003"/>
              <a:gd name="connsiteX6" fmla="*/ 0 w 825354"/>
              <a:gd name="connsiteY6" fmla="*/ 674404 h 712003"/>
              <a:gd name="connsiteX0" fmla="*/ 0 w 824001"/>
              <a:gd name="connsiteY0" fmla="*/ 674404 h 702198"/>
              <a:gd name="connsiteX1" fmla="*/ 429494 w 824001"/>
              <a:gd name="connsiteY1" fmla="*/ 688873 h 702198"/>
              <a:gd name="connsiteX2" fmla="*/ 814209 w 824001"/>
              <a:gd name="connsiteY2" fmla="*/ 448725 h 702198"/>
              <a:gd name="connsiteX3" fmla="*/ 581207 w 824001"/>
              <a:gd name="connsiteY3" fmla="*/ 3581 h 702198"/>
              <a:gd name="connsiteX4" fmla="*/ 59263 w 824001"/>
              <a:gd name="connsiteY4" fmla="*/ 262365 h 702198"/>
              <a:gd name="connsiteX5" fmla="*/ 56596 w 824001"/>
              <a:gd name="connsiteY5" fmla="*/ 573356 h 702198"/>
              <a:gd name="connsiteX6" fmla="*/ 0 w 824001"/>
              <a:gd name="connsiteY6" fmla="*/ 674404 h 702198"/>
              <a:gd name="connsiteX0" fmla="*/ 0 w 824001"/>
              <a:gd name="connsiteY0" fmla="*/ 674404 h 693317"/>
              <a:gd name="connsiteX1" fmla="*/ 429494 w 824001"/>
              <a:gd name="connsiteY1" fmla="*/ 688873 h 693317"/>
              <a:gd name="connsiteX2" fmla="*/ 814209 w 824001"/>
              <a:gd name="connsiteY2" fmla="*/ 448725 h 693317"/>
              <a:gd name="connsiteX3" fmla="*/ 581207 w 824001"/>
              <a:gd name="connsiteY3" fmla="*/ 3581 h 693317"/>
              <a:gd name="connsiteX4" fmla="*/ 59263 w 824001"/>
              <a:gd name="connsiteY4" fmla="*/ 262365 h 693317"/>
              <a:gd name="connsiteX5" fmla="*/ 56596 w 824001"/>
              <a:gd name="connsiteY5" fmla="*/ 573356 h 693317"/>
              <a:gd name="connsiteX6" fmla="*/ 0 w 824001"/>
              <a:gd name="connsiteY6" fmla="*/ 674404 h 693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4001" h="693317">
                <a:moveTo>
                  <a:pt x="0" y="674404"/>
                </a:moveTo>
                <a:cubicBezTo>
                  <a:pt x="170947" y="672309"/>
                  <a:pt x="289590" y="704889"/>
                  <a:pt x="429494" y="688873"/>
                </a:cubicBezTo>
                <a:cubicBezTo>
                  <a:pt x="585106" y="671059"/>
                  <a:pt x="788924" y="562940"/>
                  <a:pt x="814209" y="448725"/>
                </a:cubicBezTo>
                <a:cubicBezTo>
                  <a:pt x="839495" y="334510"/>
                  <a:pt x="832857" y="49206"/>
                  <a:pt x="581207" y="3581"/>
                </a:cubicBezTo>
                <a:cubicBezTo>
                  <a:pt x="485480" y="-3562"/>
                  <a:pt x="91955" y="-26684"/>
                  <a:pt x="59263" y="262365"/>
                </a:cubicBezTo>
                <a:cubicBezTo>
                  <a:pt x="43357" y="371331"/>
                  <a:pt x="56596" y="510015"/>
                  <a:pt x="56596" y="573356"/>
                </a:cubicBezTo>
                <a:cubicBezTo>
                  <a:pt x="57073" y="645079"/>
                  <a:pt x="0" y="674404"/>
                  <a:pt x="0" y="674404"/>
                </a:cubicBezTo>
                <a:close/>
              </a:path>
            </a:pathLst>
          </a:custGeom>
          <a:noFill/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65ECCD1-CF5E-4EE6-837B-F9A6958B1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286044">
            <a:off x="737159" y="912857"/>
            <a:ext cx="4266483" cy="3813636"/>
          </a:xfrm>
          <a:custGeom>
            <a:avLst/>
            <a:gdLst>
              <a:gd name="connsiteX0" fmla="*/ -39 w 914430"/>
              <a:gd name="connsiteY0" fmla="*/ 747812 h 753584"/>
              <a:gd name="connsiteX1" fmla="*/ 400011 w 914430"/>
              <a:gd name="connsiteY1" fmla="*/ 737144 h 753584"/>
              <a:gd name="connsiteX2" fmla="*/ 891787 w 914430"/>
              <a:gd name="connsiteY2" fmla="*/ 487303 h 753584"/>
              <a:gd name="connsiteX3" fmla="*/ 665854 w 914430"/>
              <a:gd name="connsiteY3" fmla="*/ 3528 h 753584"/>
              <a:gd name="connsiteX4" fmla="*/ 136835 w 914430"/>
              <a:gd name="connsiteY4" fmla="*/ 319854 h 753584"/>
              <a:gd name="connsiteX5" fmla="*/ 134168 w 914430"/>
              <a:gd name="connsiteY5" fmla="*/ 630845 h 753584"/>
              <a:gd name="connsiteX6" fmla="*/ -39 w 914430"/>
              <a:gd name="connsiteY6" fmla="*/ 747812 h 753584"/>
              <a:gd name="connsiteX0" fmla="*/ 0 w 855235"/>
              <a:gd name="connsiteY0" fmla="*/ 741453 h 759943"/>
              <a:gd name="connsiteX1" fmla="*/ 340855 w 855235"/>
              <a:gd name="connsiteY1" fmla="*/ 737153 h 759943"/>
              <a:gd name="connsiteX2" fmla="*/ 832631 w 855235"/>
              <a:gd name="connsiteY2" fmla="*/ 487312 h 759943"/>
              <a:gd name="connsiteX3" fmla="*/ 606698 w 855235"/>
              <a:gd name="connsiteY3" fmla="*/ 3537 h 759943"/>
              <a:gd name="connsiteX4" fmla="*/ 77679 w 855235"/>
              <a:gd name="connsiteY4" fmla="*/ 319863 h 759943"/>
              <a:gd name="connsiteX5" fmla="*/ 75012 w 855235"/>
              <a:gd name="connsiteY5" fmla="*/ 630854 h 759943"/>
              <a:gd name="connsiteX6" fmla="*/ 0 w 855235"/>
              <a:gd name="connsiteY6" fmla="*/ 741453 h 759943"/>
              <a:gd name="connsiteX0" fmla="*/ 0 w 850882"/>
              <a:gd name="connsiteY0" fmla="*/ 741453 h 766485"/>
              <a:gd name="connsiteX1" fmla="*/ 348748 w 850882"/>
              <a:gd name="connsiteY1" fmla="*/ 746704 h 766485"/>
              <a:gd name="connsiteX2" fmla="*/ 832631 w 850882"/>
              <a:gd name="connsiteY2" fmla="*/ 487312 h 766485"/>
              <a:gd name="connsiteX3" fmla="*/ 606698 w 850882"/>
              <a:gd name="connsiteY3" fmla="*/ 3537 h 766485"/>
              <a:gd name="connsiteX4" fmla="*/ 77679 w 850882"/>
              <a:gd name="connsiteY4" fmla="*/ 319863 h 766485"/>
              <a:gd name="connsiteX5" fmla="*/ 75012 w 850882"/>
              <a:gd name="connsiteY5" fmla="*/ 630854 h 766485"/>
              <a:gd name="connsiteX6" fmla="*/ 0 w 850882"/>
              <a:gd name="connsiteY6" fmla="*/ 741453 h 766485"/>
              <a:gd name="connsiteX0" fmla="*/ 0 w 850882"/>
              <a:gd name="connsiteY0" fmla="*/ 741453 h 764365"/>
              <a:gd name="connsiteX1" fmla="*/ 348748 w 850882"/>
              <a:gd name="connsiteY1" fmla="*/ 746704 h 764365"/>
              <a:gd name="connsiteX2" fmla="*/ 832631 w 850882"/>
              <a:gd name="connsiteY2" fmla="*/ 487312 h 764365"/>
              <a:gd name="connsiteX3" fmla="*/ 606698 w 850882"/>
              <a:gd name="connsiteY3" fmla="*/ 3537 h 764365"/>
              <a:gd name="connsiteX4" fmla="*/ 77679 w 850882"/>
              <a:gd name="connsiteY4" fmla="*/ 319863 h 764365"/>
              <a:gd name="connsiteX5" fmla="*/ 75012 w 850882"/>
              <a:gd name="connsiteY5" fmla="*/ 630854 h 764365"/>
              <a:gd name="connsiteX6" fmla="*/ 0 w 850882"/>
              <a:gd name="connsiteY6" fmla="*/ 741453 h 764365"/>
              <a:gd name="connsiteX0" fmla="*/ 0 w 832466"/>
              <a:gd name="connsiteY0" fmla="*/ 731902 h 763437"/>
              <a:gd name="connsiteX1" fmla="*/ 330332 w 832466"/>
              <a:gd name="connsiteY1" fmla="*/ 746704 h 763437"/>
              <a:gd name="connsiteX2" fmla="*/ 814215 w 832466"/>
              <a:gd name="connsiteY2" fmla="*/ 487312 h 763437"/>
              <a:gd name="connsiteX3" fmla="*/ 588282 w 832466"/>
              <a:gd name="connsiteY3" fmla="*/ 3537 h 763437"/>
              <a:gd name="connsiteX4" fmla="*/ 59263 w 832466"/>
              <a:gd name="connsiteY4" fmla="*/ 319863 h 763437"/>
              <a:gd name="connsiteX5" fmla="*/ 56596 w 832466"/>
              <a:gd name="connsiteY5" fmla="*/ 630854 h 763437"/>
              <a:gd name="connsiteX6" fmla="*/ 0 w 832466"/>
              <a:gd name="connsiteY6" fmla="*/ 731902 h 763437"/>
              <a:gd name="connsiteX0" fmla="*/ 0 w 831373"/>
              <a:gd name="connsiteY0" fmla="*/ 731902 h 763086"/>
              <a:gd name="connsiteX1" fmla="*/ 330332 w 831373"/>
              <a:gd name="connsiteY1" fmla="*/ 746704 h 763086"/>
              <a:gd name="connsiteX2" fmla="*/ 812900 w 831373"/>
              <a:gd name="connsiteY2" fmla="*/ 492088 h 763086"/>
              <a:gd name="connsiteX3" fmla="*/ 588282 w 831373"/>
              <a:gd name="connsiteY3" fmla="*/ 3537 h 763086"/>
              <a:gd name="connsiteX4" fmla="*/ 59263 w 831373"/>
              <a:gd name="connsiteY4" fmla="*/ 319863 h 763086"/>
              <a:gd name="connsiteX5" fmla="*/ 56596 w 831373"/>
              <a:gd name="connsiteY5" fmla="*/ 630854 h 763086"/>
              <a:gd name="connsiteX6" fmla="*/ 0 w 831373"/>
              <a:gd name="connsiteY6" fmla="*/ 731902 h 763086"/>
              <a:gd name="connsiteX0" fmla="*/ 0 w 830248"/>
              <a:gd name="connsiteY0" fmla="*/ 731902 h 763086"/>
              <a:gd name="connsiteX1" fmla="*/ 330332 w 830248"/>
              <a:gd name="connsiteY1" fmla="*/ 746704 h 763086"/>
              <a:gd name="connsiteX2" fmla="*/ 812900 w 830248"/>
              <a:gd name="connsiteY2" fmla="*/ 492088 h 763086"/>
              <a:gd name="connsiteX3" fmla="*/ 588282 w 830248"/>
              <a:gd name="connsiteY3" fmla="*/ 3537 h 763086"/>
              <a:gd name="connsiteX4" fmla="*/ 59263 w 830248"/>
              <a:gd name="connsiteY4" fmla="*/ 319863 h 763086"/>
              <a:gd name="connsiteX5" fmla="*/ 56596 w 830248"/>
              <a:gd name="connsiteY5" fmla="*/ 630854 h 763086"/>
              <a:gd name="connsiteX6" fmla="*/ 0 w 830248"/>
              <a:gd name="connsiteY6" fmla="*/ 731902 h 763086"/>
              <a:gd name="connsiteX0" fmla="*/ 0 w 828752"/>
              <a:gd name="connsiteY0" fmla="*/ 731902 h 769484"/>
              <a:gd name="connsiteX1" fmla="*/ 367164 w 828752"/>
              <a:gd name="connsiteY1" fmla="*/ 754664 h 769484"/>
              <a:gd name="connsiteX2" fmla="*/ 812900 w 828752"/>
              <a:gd name="connsiteY2" fmla="*/ 492088 h 769484"/>
              <a:gd name="connsiteX3" fmla="*/ 588282 w 828752"/>
              <a:gd name="connsiteY3" fmla="*/ 3537 h 769484"/>
              <a:gd name="connsiteX4" fmla="*/ 59263 w 828752"/>
              <a:gd name="connsiteY4" fmla="*/ 319863 h 769484"/>
              <a:gd name="connsiteX5" fmla="*/ 56596 w 828752"/>
              <a:gd name="connsiteY5" fmla="*/ 630854 h 769484"/>
              <a:gd name="connsiteX6" fmla="*/ 0 w 828752"/>
              <a:gd name="connsiteY6" fmla="*/ 731902 h 769484"/>
              <a:gd name="connsiteX0" fmla="*/ 0 w 828752"/>
              <a:gd name="connsiteY0" fmla="*/ 731902 h 761354"/>
              <a:gd name="connsiteX1" fmla="*/ 367164 w 828752"/>
              <a:gd name="connsiteY1" fmla="*/ 754664 h 761354"/>
              <a:gd name="connsiteX2" fmla="*/ 812900 w 828752"/>
              <a:gd name="connsiteY2" fmla="*/ 492088 h 761354"/>
              <a:gd name="connsiteX3" fmla="*/ 588282 w 828752"/>
              <a:gd name="connsiteY3" fmla="*/ 3537 h 761354"/>
              <a:gd name="connsiteX4" fmla="*/ 59263 w 828752"/>
              <a:gd name="connsiteY4" fmla="*/ 319863 h 761354"/>
              <a:gd name="connsiteX5" fmla="*/ 56596 w 828752"/>
              <a:gd name="connsiteY5" fmla="*/ 630854 h 761354"/>
              <a:gd name="connsiteX6" fmla="*/ 0 w 828752"/>
              <a:gd name="connsiteY6" fmla="*/ 731902 h 761354"/>
              <a:gd name="connsiteX0" fmla="*/ 0 w 828286"/>
              <a:gd name="connsiteY0" fmla="*/ 731902 h 764135"/>
              <a:gd name="connsiteX1" fmla="*/ 373741 w 828286"/>
              <a:gd name="connsiteY1" fmla="*/ 757848 h 764135"/>
              <a:gd name="connsiteX2" fmla="*/ 812900 w 828286"/>
              <a:gd name="connsiteY2" fmla="*/ 492088 h 764135"/>
              <a:gd name="connsiteX3" fmla="*/ 588282 w 828286"/>
              <a:gd name="connsiteY3" fmla="*/ 3537 h 764135"/>
              <a:gd name="connsiteX4" fmla="*/ 59263 w 828286"/>
              <a:gd name="connsiteY4" fmla="*/ 319863 h 764135"/>
              <a:gd name="connsiteX5" fmla="*/ 56596 w 828286"/>
              <a:gd name="connsiteY5" fmla="*/ 630854 h 764135"/>
              <a:gd name="connsiteX6" fmla="*/ 0 w 828286"/>
              <a:gd name="connsiteY6" fmla="*/ 731902 h 764135"/>
              <a:gd name="connsiteX0" fmla="*/ 0 w 826698"/>
              <a:gd name="connsiteY0" fmla="*/ 684914 h 717147"/>
              <a:gd name="connsiteX1" fmla="*/ 373741 w 826698"/>
              <a:gd name="connsiteY1" fmla="*/ 710860 h 717147"/>
              <a:gd name="connsiteX2" fmla="*/ 812900 w 826698"/>
              <a:gd name="connsiteY2" fmla="*/ 445100 h 717147"/>
              <a:gd name="connsiteX3" fmla="*/ 581207 w 826698"/>
              <a:gd name="connsiteY3" fmla="*/ 14091 h 717147"/>
              <a:gd name="connsiteX4" fmla="*/ 59263 w 826698"/>
              <a:gd name="connsiteY4" fmla="*/ 272875 h 717147"/>
              <a:gd name="connsiteX5" fmla="*/ 56596 w 826698"/>
              <a:gd name="connsiteY5" fmla="*/ 583866 h 717147"/>
              <a:gd name="connsiteX6" fmla="*/ 0 w 826698"/>
              <a:gd name="connsiteY6" fmla="*/ 684914 h 717147"/>
              <a:gd name="connsiteX0" fmla="*/ 0 w 824673"/>
              <a:gd name="connsiteY0" fmla="*/ 684914 h 717147"/>
              <a:gd name="connsiteX1" fmla="*/ 373741 w 824673"/>
              <a:gd name="connsiteY1" fmla="*/ 710860 h 717147"/>
              <a:gd name="connsiteX2" fmla="*/ 812900 w 824673"/>
              <a:gd name="connsiteY2" fmla="*/ 445100 h 717147"/>
              <a:gd name="connsiteX3" fmla="*/ 581207 w 824673"/>
              <a:gd name="connsiteY3" fmla="*/ 14091 h 717147"/>
              <a:gd name="connsiteX4" fmla="*/ 59263 w 824673"/>
              <a:gd name="connsiteY4" fmla="*/ 272875 h 717147"/>
              <a:gd name="connsiteX5" fmla="*/ 56596 w 824673"/>
              <a:gd name="connsiteY5" fmla="*/ 583866 h 717147"/>
              <a:gd name="connsiteX6" fmla="*/ 0 w 824673"/>
              <a:gd name="connsiteY6" fmla="*/ 684914 h 717147"/>
              <a:gd name="connsiteX0" fmla="*/ 0 w 824673"/>
              <a:gd name="connsiteY0" fmla="*/ 674404 h 706637"/>
              <a:gd name="connsiteX1" fmla="*/ 373741 w 824673"/>
              <a:gd name="connsiteY1" fmla="*/ 700350 h 706637"/>
              <a:gd name="connsiteX2" fmla="*/ 812900 w 824673"/>
              <a:gd name="connsiteY2" fmla="*/ 434590 h 706637"/>
              <a:gd name="connsiteX3" fmla="*/ 581207 w 824673"/>
              <a:gd name="connsiteY3" fmla="*/ 3581 h 706637"/>
              <a:gd name="connsiteX4" fmla="*/ 59263 w 824673"/>
              <a:gd name="connsiteY4" fmla="*/ 262365 h 706637"/>
              <a:gd name="connsiteX5" fmla="*/ 56596 w 824673"/>
              <a:gd name="connsiteY5" fmla="*/ 573356 h 706637"/>
              <a:gd name="connsiteX6" fmla="*/ 0 w 824673"/>
              <a:gd name="connsiteY6" fmla="*/ 674404 h 706637"/>
              <a:gd name="connsiteX0" fmla="*/ 0 w 824673"/>
              <a:gd name="connsiteY0" fmla="*/ 674404 h 705498"/>
              <a:gd name="connsiteX1" fmla="*/ 373741 w 824673"/>
              <a:gd name="connsiteY1" fmla="*/ 700350 h 705498"/>
              <a:gd name="connsiteX2" fmla="*/ 812900 w 824673"/>
              <a:gd name="connsiteY2" fmla="*/ 434590 h 705498"/>
              <a:gd name="connsiteX3" fmla="*/ 581207 w 824673"/>
              <a:gd name="connsiteY3" fmla="*/ 3581 h 705498"/>
              <a:gd name="connsiteX4" fmla="*/ 59263 w 824673"/>
              <a:gd name="connsiteY4" fmla="*/ 262365 h 705498"/>
              <a:gd name="connsiteX5" fmla="*/ 56596 w 824673"/>
              <a:gd name="connsiteY5" fmla="*/ 573356 h 705498"/>
              <a:gd name="connsiteX6" fmla="*/ 0 w 824673"/>
              <a:gd name="connsiteY6" fmla="*/ 674404 h 705498"/>
              <a:gd name="connsiteX0" fmla="*/ 0 w 825801"/>
              <a:gd name="connsiteY0" fmla="*/ 674404 h 712003"/>
              <a:gd name="connsiteX1" fmla="*/ 373741 w 825801"/>
              <a:gd name="connsiteY1" fmla="*/ 700350 h 712003"/>
              <a:gd name="connsiteX2" fmla="*/ 814209 w 825801"/>
              <a:gd name="connsiteY2" fmla="*/ 448725 h 712003"/>
              <a:gd name="connsiteX3" fmla="*/ 581207 w 825801"/>
              <a:gd name="connsiteY3" fmla="*/ 3581 h 712003"/>
              <a:gd name="connsiteX4" fmla="*/ 59263 w 825801"/>
              <a:gd name="connsiteY4" fmla="*/ 262365 h 712003"/>
              <a:gd name="connsiteX5" fmla="*/ 56596 w 825801"/>
              <a:gd name="connsiteY5" fmla="*/ 573356 h 712003"/>
              <a:gd name="connsiteX6" fmla="*/ 0 w 825801"/>
              <a:gd name="connsiteY6" fmla="*/ 674404 h 712003"/>
              <a:gd name="connsiteX0" fmla="*/ 0 w 825354"/>
              <a:gd name="connsiteY0" fmla="*/ 674404 h 712003"/>
              <a:gd name="connsiteX1" fmla="*/ 373741 w 825354"/>
              <a:gd name="connsiteY1" fmla="*/ 700350 h 712003"/>
              <a:gd name="connsiteX2" fmla="*/ 814209 w 825354"/>
              <a:gd name="connsiteY2" fmla="*/ 448725 h 712003"/>
              <a:gd name="connsiteX3" fmla="*/ 581207 w 825354"/>
              <a:gd name="connsiteY3" fmla="*/ 3581 h 712003"/>
              <a:gd name="connsiteX4" fmla="*/ 59263 w 825354"/>
              <a:gd name="connsiteY4" fmla="*/ 262365 h 712003"/>
              <a:gd name="connsiteX5" fmla="*/ 56596 w 825354"/>
              <a:gd name="connsiteY5" fmla="*/ 573356 h 712003"/>
              <a:gd name="connsiteX6" fmla="*/ 0 w 825354"/>
              <a:gd name="connsiteY6" fmla="*/ 674404 h 712003"/>
              <a:gd name="connsiteX0" fmla="*/ 0 w 824001"/>
              <a:gd name="connsiteY0" fmla="*/ 674404 h 702198"/>
              <a:gd name="connsiteX1" fmla="*/ 429494 w 824001"/>
              <a:gd name="connsiteY1" fmla="*/ 688873 h 702198"/>
              <a:gd name="connsiteX2" fmla="*/ 814209 w 824001"/>
              <a:gd name="connsiteY2" fmla="*/ 448725 h 702198"/>
              <a:gd name="connsiteX3" fmla="*/ 581207 w 824001"/>
              <a:gd name="connsiteY3" fmla="*/ 3581 h 702198"/>
              <a:gd name="connsiteX4" fmla="*/ 59263 w 824001"/>
              <a:gd name="connsiteY4" fmla="*/ 262365 h 702198"/>
              <a:gd name="connsiteX5" fmla="*/ 56596 w 824001"/>
              <a:gd name="connsiteY5" fmla="*/ 573356 h 702198"/>
              <a:gd name="connsiteX6" fmla="*/ 0 w 824001"/>
              <a:gd name="connsiteY6" fmla="*/ 674404 h 702198"/>
              <a:gd name="connsiteX0" fmla="*/ 0 w 824001"/>
              <a:gd name="connsiteY0" fmla="*/ 674404 h 693317"/>
              <a:gd name="connsiteX1" fmla="*/ 429494 w 824001"/>
              <a:gd name="connsiteY1" fmla="*/ 688873 h 693317"/>
              <a:gd name="connsiteX2" fmla="*/ 814209 w 824001"/>
              <a:gd name="connsiteY2" fmla="*/ 448725 h 693317"/>
              <a:gd name="connsiteX3" fmla="*/ 581207 w 824001"/>
              <a:gd name="connsiteY3" fmla="*/ 3581 h 693317"/>
              <a:gd name="connsiteX4" fmla="*/ 59263 w 824001"/>
              <a:gd name="connsiteY4" fmla="*/ 262365 h 693317"/>
              <a:gd name="connsiteX5" fmla="*/ 56596 w 824001"/>
              <a:gd name="connsiteY5" fmla="*/ 573356 h 693317"/>
              <a:gd name="connsiteX6" fmla="*/ 0 w 824001"/>
              <a:gd name="connsiteY6" fmla="*/ 674404 h 693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4001" h="693317">
                <a:moveTo>
                  <a:pt x="0" y="674404"/>
                </a:moveTo>
                <a:cubicBezTo>
                  <a:pt x="170947" y="672309"/>
                  <a:pt x="289590" y="704889"/>
                  <a:pt x="429494" y="688873"/>
                </a:cubicBezTo>
                <a:cubicBezTo>
                  <a:pt x="585106" y="671059"/>
                  <a:pt x="788924" y="562940"/>
                  <a:pt x="814209" y="448725"/>
                </a:cubicBezTo>
                <a:cubicBezTo>
                  <a:pt x="839495" y="334510"/>
                  <a:pt x="832857" y="49206"/>
                  <a:pt x="581207" y="3581"/>
                </a:cubicBezTo>
                <a:cubicBezTo>
                  <a:pt x="485480" y="-3562"/>
                  <a:pt x="91955" y="-26684"/>
                  <a:pt x="59263" y="262365"/>
                </a:cubicBezTo>
                <a:cubicBezTo>
                  <a:pt x="43357" y="371331"/>
                  <a:pt x="56596" y="510015"/>
                  <a:pt x="56596" y="573356"/>
                </a:cubicBezTo>
                <a:cubicBezTo>
                  <a:pt x="57073" y="645079"/>
                  <a:pt x="0" y="674404"/>
                  <a:pt x="0" y="674404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Content Placeholder 4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94D32389-C3EB-399F-1E74-32CA5C44F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0127" y="28776"/>
            <a:ext cx="5084857" cy="671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898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B5426F-482B-4074-A203-9F2C2BEB0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778232E-C75B-4B3C-9201-81C077571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0086" y="335066"/>
            <a:ext cx="7441203" cy="6013686"/>
          </a:xfrm>
          <a:custGeom>
            <a:avLst/>
            <a:gdLst>
              <a:gd name="connsiteX0" fmla="*/ 7142118 w 7680682"/>
              <a:gd name="connsiteY0" fmla="*/ 6405352 h 6405386"/>
              <a:gd name="connsiteX1" fmla="*/ 6552830 w 7680682"/>
              <a:gd name="connsiteY1" fmla="*/ 6396252 h 6405386"/>
              <a:gd name="connsiteX2" fmla="*/ 987782 w 7680682"/>
              <a:gd name="connsiteY2" fmla="*/ 6365722 h 6405386"/>
              <a:gd name="connsiteX3" fmla="*/ 0 w 7680682"/>
              <a:gd name="connsiteY3" fmla="*/ 6336938 h 6405386"/>
              <a:gd name="connsiteX4" fmla="*/ 0 w 7680682"/>
              <a:gd name="connsiteY4" fmla="*/ 32372 h 6405386"/>
              <a:gd name="connsiteX5" fmla="*/ 157934 w 7680682"/>
              <a:gd name="connsiteY5" fmla="*/ 32797 h 6405386"/>
              <a:gd name="connsiteX6" fmla="*/ 6431319 w 7680682"/>
              <a:gd name="connsiteY6" fmla="*/ 0 h 6405386"/>
              <a:gd name="connsiteX7" fmla="*/ 7631470 w 7680682"/>
              <a:gd name="connsiteY7" fmla="*/ 30531 h 6405386"/>
              <a:gd name="connsiteX8" fmla="*/ 7560032 w 7680682"/>
              <a:gd name="connsiteY8" fmla="*/ 6274128 h 6405386"/>
              <a:gd name="connsiteX9" fmla="*/ 7394324 w 7680682"/>
              <a:gd name="connsiteY9" fmla="*/ 6402154 h 6405386"/>
              <a:gd name="connsiteX10" fmla="*/ 7142118 w 7680682"/>
              <a:gd name="connsiteY10" fmla="*/ 6405352 h 640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80682" h="6405386">
                <a:moveTo>
                  <a:pt x="7142118" y="6405352"/>
                </a:moveTo>
                <a:cubicBezTo>
                  <a:pt x="6967357" y="6404963"/>
                  <a:pt x="6748379" y="6401325"/>
                  <a:pt x="6552830" y="6396252"/>
                </a:cubicBezTo>
                <a:lnTo>
                  <a:pt x="987782" y="6365722"/>
                </a:lnTo>
                <a:lnTo>
                  <a:pt x="0" y="6336938"/>
                </a:lnTo>
                <a:lnTo>
                  <a:pt x="0" y="32372"/>
                </a:lnTo>
                <a:lnTo>
                  <a:pt x="157934" y="32797"/>
                </a:lnTo>
                <a:cubicBezTo>
                  <a:pt x="2047215" y="35779"/>
                  <a:pt x="4666218" y="0"/>
                  <a:pt x="6431319" y="0"/>
                </a:cubicBezTo>
                <a:cubicBezTo>
                  <a:pt x="6931382" y="30531"/>
                  <a:pt x="7288570" y="-1"/>
                  <a:pt x="7631470" y="30531"/>
                </a:cubicBezTo>
                <a:cubicBezTo>
                  <a:pt x="7736245" y="2096465"/>
                  <a:pt x="7655283" y="4971471"/>
                  <a:pt x="7560032" y="6274128"/>
                </a:cubicBezTo>
                <a:cubicBezTo>
                  <a:pt x="7551842" y="6434165"/>
                  <a:pt x="7558630" y="6381800"/>
                  <a:pt x="7394324" y="6402154"/>
                </a:cubicBezTo>
                <a:cubicBezTo>
                  <a:pt x="7335914" y="6404650"/>
                  <a:pt x="7246975" y="6405586"/>
                  <a:pt x="7142118" y="6405352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7F160B5-A1CE-4576-8323-263FB7D1B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9246" y="762711"/>
            <a:ext cx="4297875" cy="4329484"/>
          </a:xfrm>
          <a:custGeom>
            <a:avLst/>
            <a:gdLst>
              <a:gd name="connsiteX0" fmla="*/ 3063362 w 5358686"/>
              <a:gd name="connsiteY0" fmla="*/ 3429562 h 3905917"/>
              <a:gd name="connsiteX1" fmla="*/ 4752173 w 5358686"/>
              <a:gd name="connsiteY1" fmla="*/ 3086315 h 3905917"/>
              <a:gd name="connsiteX2" fmla="*/ 5358470 w 5358686"/>
              <a:gd name="connsiteY2" fmla="*/ 1525101 h 3905917"/>
              <a:gd name="connsiteX3" fmla="*/ 4960932 w 5358686"/>
              <a:gd name="connsiteY3" fmla="*/ 466701 h 3905917"/>
              <a:gd name="connsiteX4" fmla="*/ 932230 w 5358686"/>
              <a:gd name="connsiteY4" fmla="*/ 19557 h 3905917"/>
              <a:gd name="connsiteX5" fmla="*/ 62745 w 5358686"/>
              <a:gd name="connsiteY5" fmla="*/ 783491 h 3905917"/>
              <a:gd name="connsiteX6" fmla="*/ 230579 w 5358686"/>
              <a:gd name="connsiteY6" fmla="*/ 2939564 h 3905917"/>
              <a:gd name="connsiteX7" fmla="*/ 2493030 w 5358686"/>
              <a:gd name="connsiteY7" fmla="*/ 3459876 h 3905917"/>
              <a:gd name="connsiteX8" fmla="*/ 2539191 w 5358686"/>
              <a:gd name="connsiteY8" fmla="*/ 3905918 h 3905917"/>
              <a:gd name="connsiteX9" fmla="*/ 3063362 w 5358686"/>
              <a:gd name="connsiteY9" fmla="*/ 3429562 h 3905917"/>
              <a:gd name="connsiteX0" fmla="*/ 3495230 w 5358668"/>
              <a:gd name="connsiteY0" fmla="*/ 3367114 h 3905918"/>
              <a:gd name="connsiteX1" fmla="*/ 4752173 w 5358668"/>
              <a:gd name="connsiteY1" fmla="*/ 3086315 h 3905918"/>
              <a:gd name="connsiteX2" fmla="*/ 5358470 w 5358668"/>
              <a:gd name="connsiteY2" fmla="*/ 1525101 h 3905918"/>
              <a:gd name="connsiteX3" fmla="*/ 4960932 w 5358668"/>
              <a:gd name="connsiteY3" fmla="*/ 466701 h 3905918"/>
              <a:gd name="connsiteX4" fmla="*/ 932230 w 5358668"/>
              <a:gd name="connsiteY4" fmla="*/ 19557 h 3905918"/>
              <a:gd name="connsiteX5" fmla="*/ 62745 w 5358668"/>
              <a:gd name="connsiteY5" fmla="*/ 783491 h 3905918"/>
              <a:gd name="connsiteX6" fmla="*/ 230579 w 5358668"/>
              <a:gd name="connsiteY6" fmla="*/ 2939564 h 3905918"/>
              <a:gd name="connsiteX7" fmla="*/ 2493030 w 5358668"/>
              <a:gd name="connsiteY7" fmla="*/ 3459876 h 3905918"/>
              <a:gd name="connsiteX8" fmla="*/ 2539191 w 5358668"/>
              <a:gd name="connsiteY8" fmla="*/ 3905918 h 3905918"/>
              <a:gd name="connsiteX9" fmla="*/ 3495230 w 5358668"/>
              <a:gd name="connsiteY9" fmla="*/ 3367114 h 3905918"/>
              <a:gd name="connsiteX0" fmla="*/ 3573176 w 5436614"/>
              <a:gd name="connsiteY0" fmla="*/ 3367114 h 3905918"/>
              <a:gd name="connsiteX1" fmla="*/ 4830119 w 5436614"/>
              <a:gd name="connsiteY1" fmla="*/ 3086315 h 3905918"/>
              <a:gd name="connsiteX2" fmla="*/ 5436416 w 5436614"/>
              <a:gd name="connsiteY2" fmla="*/ 1525101 h 3905918"/>
              <a:gd name="connsiteX3" fmla="*/ 5038878 w 5436614"/>
              <a:gd name="connsiteY3" fmla="*/ 466701 h 3905918"/>
              <a:gd name="connsiteX4" fmla="*/ 1010176 w 5436614"/>
              <a:gd name="connsiteY4" fmla="*/ 19557 h 3905918"/>
              <a:gd name="connsiteX5" fmla="*/ 140691 w 5436614"/>
              <a:gd name="connsiteY5" fmla="*/ 783491 h 3905918"/>
              <a:gd name="connsiteX6" fmla="*/ 308525 w 5436614"/>
              <a:gd name="connsiteY6" fmla="*/ 2939564 h 3905918"/>
              <a:gd name="connsiteX7" fmla="*/ 3039861 w 5436614"/>
              <a:gd name="connsiteY7" fmla="*/ 3409918 h 3905918"/>
              <a:gd name="connsiteX8" fmla="*/ 2617137 w 5436614"/>
              <a:gd name="connsiteY8" fmla="*/ 3905918 h 3905918"/>
              <a:gd name="connsiteX9" fmla="*/ 3573176 w 5436614"/>
              <a:gd name="connsiteY9" fmla="*/ 3367114 h 3905918"/>
              <a:gd name="connsiteX0" fmla="*/ 3573176 w 5436614"/>
              <a:gd name="connsiteY0" fmla="*/ 3367114 h 3843470"/>
              <a:gd name="connsiteX1" fmla="*/ 4830119 w 5436614"/>
              <a:gd name="connsiteY1" fmla="*/ 3086315 h 3843470"/>
              <a:gd name="connsiteX2" fmla="*/ 5436416 w 5436614"/>
              <a:gd name="connsiteY2" fmla="*/ 1525101 h 3843470"/>
              <a:gd name="connsiteX3" fmla="*/ 5038878 w 5436614"/>
              <a:gd name="connsiteY3" fmla="*/ 466701 h 3843470"/>
              <a:gd name="connsiteX4" fmla="*/ 1010176 w 5436614"/>
              <a:gd name="connsiteY4" fmla="*/ 19557 h 3843470"/>
              <a:gd name="connsiteX5" fmla="*/ 140691 w 5436614"/>
              <a:gd name="connsiteY5" fmla="*/ 783491 h 3843470"/>
              <a:gd name="connsiteX6" fmla="*/ 308525 w 5436614"/>
              <a:gd name="connsiteY6" fmla="*/ 2939564 h 3843470"/>
              <a:gd name="connsiteX7" fmla="*/ 3039861 w 5436614"/>
              <a:gd name="connsiteY7" fmla="*/ 3409918 h 3843470"/>
              <a:gd name="connsiteX8" fmla="*/ 3123040 w 5436614"/>
              <a:gd name="connsiteY8" fmla="*/ 3843470 h 3843470"/>
              <a:gd name="connsiteX9" fmla="*/ 3573176 w 5436614"/>
              <a:gd name="connsiteY9" fmla="*/ 3367114 h 3843470"/>
              <a:gd name="connsiteX0" fmla="*/ 3733585 w 5436599"/>
              <a:gd name="connsiteY0" fmla="*/ 3417073 h 3843470"/>
              <a:gd name="connsiteX1" fmla="*/ 4830119 w 5436599"/>
              <a:gd name="connsiteY1" fmla="*/ 3086315 h 3843470"/>
              <a:gd name="connsiteX2" fmla="*/ 5436416 w 5436599"/>
              <a:gd name="connsiteY2" fmla="*/ 1525101 h 3843470"/>
              <a:gd name="connsiteX3" fmla="*/ 5038878 w 5436599"/>
              <a:gd name="connsiteY3" fmla="*/ 466701 h 3843470"/>
              <a:gd name="connsiteX4" fmla="*/ 1010176 w 5436599"/>
              <a:gd name="connsiteY4" fmla="*/ 19557 h 3843470"/>
              <a:gd name="connsiteX5" fmla="*/ 140691 w 5436599"/>
              <a:gd name="connsiteY5" fmla="*/ 783491 h 3843470"/>
              <a:gd name="connsiteX6" fmla="*/ 308525 w 5436599"/>
              <a:gd name="connsiteY6" fmla="*/ 2939564 h 3843470"/>
              <a:gd name="connsiteX7" fmla="*/ 3039861 w 5436599"/>
              <a:gd name="connsiteY7" fmla="*/ 3409918 h 3843470"/>
              <a:gd name="connsiteX8" fmla="*/ 3123040 w 5436599"/>
              <a:gd name="connsiteY8" fmla="*/ 3843470 h 3843470"/>
              <a:gd name="connsiteX9" fmla="*/ 3733585 w 5436599"/>
              <a:gd name="connsiteY9" fmla="*/ 3417073 h 3843470"/>
              <a:gd name="connsiteX0" fmla="*/ 3745572 w 5448586"/>
              <a:gd name="connsiteY0" fmla="*/ 3417073 h 3843470"/>
              <a:gd name="connsiteX1" fmla="*/ 4842106 w 5448586"/>
              <a:gd name="connsiteY1" fmla="*/ 3086315 h 3843470"/>
              <a:gd name="connsiteX2" fmla="*/ 5448403 w 5448586"/>
              <a:gd name="connsiteY2" fmla="*/ 1525101 h 3843470"/>
              <a:gd name="connsiteX3" fmla="*/ 5050865 w 5448586"/>
              <a:gd name="connsiteY3" fmla="*/ 466701 h 3843470"/>
              <a:gd name="connsiteX4" fmla="*/ 1022163 w 5448586"/>
              <a:gd name="connsiteY4" fmla="*/ 19557 h 3843470"/>
              <a:gd name="connsiteX5" fmla="*/ 152678 w 5448586"/>
              <a:gd name="connsiteY5" fmla="*/ 783491 h 3843470"/>
              <a:gd name="connsiteX6" fmla="*/ 320512 w 5448586"/>
              <a:gd name="connsiteY6" fmla="*/ 2939564 h 3843470"/>
              <a:gd name="connsiteX7" fmla="*/ 3236934 w 5448586"/>
              <a:gd name="connsiteY7" fmla="*/ 3422408 h 3843470"/>
              <a:gd name="connsiteX8" fmla="*/ 3135027 w 5448586"/>
              <a:gd name="connsiteY8" fmla="*/ 3843470 h 3843470"/>
              <a:gd name="connsiteX9" fmla="*/ 3745572 w 5448586"/>
              <a:gd name="connsiteY9" fmla="*/ 3417073 h 3843470"/>
              <a:gd name="connsiteX0" fmla="*/ 3745572 w 5448586"/>
              <a:gd name="connsiteY0" fmla="*/ 3417073 h 3793511"/>
              <a:gd name="connsiteX1" fmla="*/ 4842106 w 5448586"/>
              <a:gd name="connsiteY1" fmla="*/ 3086315 h 3793511"/>
              <a:gd name="connsiteX2" fmla="*/ 5448403 w 5448586"/>
              <a:gd name="connsiteY2" fmla="*/ 1525101 h 3793511"/>
              <a:gd name="connsiteX3" fmla="*/ 5050865 w 5448586"/>
              <a:gd name="connsiteY3" fmla="*/ 466701 h 3793511"/>
              <a:gd name="connsiteX4" fmla="*/ 1022163 w 5448586"/>
              <a:gd name="connsiteY4" fmla="*/ 19557 h 3793511"/>
              <a:gd name="connsiteX5" fmla="*/ 152678 w 5448586"/>
              <a:gd name="connsiteY5" fmla="*/ 783491 h 3793511"/>
              <a:gd name="connsiteX6" fmla="*/ 320512 w 5448586"/>
              <a:gd name="connsiteY6" fmla="*/ 2939564 h 3793511"/>
              <a:gd name="connsiteX7" fmla="*/ 3236934 w 5448586"/>
              <a:gd name="connsiteY7" fmla="*/ 3422408 h 3793511"/>
              <a:gd name="connsiteX8" fmla="*/ 3233739 w 5448586"/>
              <a:gd name="connsiteY8" fmla="*/ 3793511 h 3793511"/>
              <a:gd name="connsiteX9" fmla="*/ 3745572 w 5448586"/>
              <a:gd name="connsiteY9" fmla="*/ 3417073 h 3793511"/>
              <a:gd name="connsiteX0" fmla="*/ 3745572 w 5452948"/>
              <a:gd name="connsiteY0" fmla="*/ 3417073 h 3793511"/>
              <a:gd name="connsiteX1" fmla="*/ 4928480 w 5452948"/>
              <a:gd name="connsiteY1" fmla="*/ 3061336 h 3793511"/>
              <a:gd name="connsiteX2" fmla="*/ 5448403 w 5452948"/>
              <a:gd name="connsiteY2" fmla="*/ 1525101 h 3793511"/>
              <a:gd name="connsiteX3" fmla="*/ 5050865 w 5452948"/>
              <a:gd name="connsiteY3" fmla="*/ 466701 h 3793511"/>
              <a:gd name="connsiteX4" fmla="*/ 1022163 w 5452948"/>
              <a:gd name="connsiteY4" fmla="*/ 19557 h 3793511"/>
              <a:gd name="connsiteX5" fmla="*/ 152678 w 5452948"/>
              <a:gd name="connsiteY5" fmla="*/ 783491 h 3793511"/>
              <a:gd name="connsiteX6" fmla="*/ 320512 w 5452948"/>
              <a:gd name="connsiteY6" fmla="*/ 2939564 h 3793511"/>
              <a:gd name="connsiteX7" fmla="*/ 3236934 w 5452948"/>
              <a:gd name="connsiteY7" fmla="*/ 3422408 h 3793511"/>
              <a:gd name="connsiteX8" fmla="*/ 3233739 w 5452948"/>
              <a:gd name="connsiteY8" fmla="*/ 3793511 h 3793511"/>
              <a:gd name="connsiteX9" fmla="*/ 3745572 w 5452948"/>
              <a:gd name="connsiteY9" fmla="*/ 3417073 h 3793511"/>
              <a:gd name="connsiteX0" fmla="*/ 3745572 w 5452948"/>
              <a:gd name="connsiteY0" fmla="*/ 3417073 h 3793511"/>
              <a:gd name="connsiteX1" fmla="*/ 4928480 w 5452948"/>
              <a:gd name="connsiteY1" fmla="*/ 3061336 h 3793511"/>
              <a:gd name="connsiteX2" fmla="*/ 5448403 w 5452948"/>
              <a:gd name="connsiteY2" fmla="*/ 1525101 h 3793511"/>
              <a:gd name="connsiteX3" fmla="*/ 5050865 w 5452948"/>
              <a:gd name="connsiteY3" fmla="*/ 466701 h 3793511"/>
              <a:gd name="connsiteX4" fmla="*/ 1022163 w 5452948"/>
              <a:gd name="connsiteY4" fmla="*/ 19557 h 3793511"/>
              <a:gd name="connsiteX5" fmla="*/ 152678 w 5452948"/>
              <a:gd name="connsiteY5" fmla="*/ 783491 h 3793511"/>
              <a:gd name="connsiteX6" fmla="*/ 320512 w 5452948"/>
              <a:gd name="connsiteY6" fmla="*/ 2939564 h 3793511"/>
              <a:gd name="connsiteX7" fmla="*/ 3236934 w 5452948"/>
              <a:gd name="connsiteY7" fmla="*/ 3422408 h 3793511"/>
              <a:gd name="connsiteX8" fmla="*/ 3233739 w 5452948"/>
              <a:gd name="connsiteY8" fmla="*/ 3793511 h 3793511"/>
              <a:gd name="connsiteX9" fmla="*/ 3745572 w 5452948"/>
              <a:gd name="connsiteY9" fmla="*/ 3417073 h 3793511"/>
              <a:gd name="connsiteX0" fmla="*/ 3744403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44403 w 5451779"/>
              <a:gd name="connsiteY9" fmla="*/ 3417073 h 3793511"/>
              <a:gd name="connsiteX0" fmla="*/ 3744403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44403 w 5451779"/>
              <a:gd name="connsiteY9" fmla="*/ 3417073 h 3793511"/>
              <a:gd name="connsiteX0" fmla="*/ 3798149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98149 w 5451779"/>
              <a:gd name="connsiteY9" fmla="*/ 3417073 h 3793511"/>
              <a:gd name="connsiteX0" fmla="*/ 3798149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98149 w 5451779"/>
              <a:gd name="connsiteY9" fmla="*/ 3417073 h 3793511"/>
              <a:gd name="connsiteX0" fmla="*/ 3798149 w 5451779"/>
              <a:gd name="connsiteY0" fmla="*/ 3417073 h 3688651"/>
              <a:gd name="connsiteX1" fmla="*/ 4927311 w 5451779"/>
              <a:gd name="connsiteY1" fmla="*/ 3061336 h 3688651"/>
              <a:gd name="connsiteX2" fmla="*/ 5447234 w 5451779"/>
              <a:gd name="connsiteY2" fmla="*/ 1525101 h 3688651"/>
              <a:gd name="connsiteX3" fmla="*/ 5049696 w 5451779"/>
              <a:gd name="connsiteY3" fmla="*/ 466701 h 3688651"/>
              <a:gd name="connsiteX4" fmla="*/ 1020994 w 5451779"/>
              <a:gd name="connsiteY4" fmla="*/ 19557 h 3688651"/>
              <a:gd name="connsiteX5" fmla="*/ 151509 w 5451779"/>
              <a:gd name="connsiteY5" fmla="*/ 783491 h 3688651"/>
              <a:gd name="connsiteX6" fmla="*/ 319343 w 5451779"/>
              <a:gd name="connsiteY6" fmla="*/ 2939564 h 3688651"/>
              <a:gd name="connsiteX7" fmla="*/ 3217850 w 5451779"/>
              <a:gd name="connsiteY7" fmla="*/ 3422408 h 3688651"/>
              <a:gd name="connsiteX8" fmla="*/ 3195189 w 5451779"/>
              <a:gd name="connsiteY8" fmla="*/ 3688651 h 3688651"/>
              <a:gd name="connsiteX9" fmla="*/ 3798149 w 5451779"/>
              <a:gd name="connsiteY9" fmla="*/ 3417073 h 3688651"/>
              <a:gd name="connsiteX0" fmla="*/ 3798149 w 5451779"/>
              <a:gd name="connsiteY0" fmla="*/ 3417073 h 3688651"/>
              <a:gd name="connsiteX1" fmla="*/ 4927311 w 5451779"/>
              <a:gd name="connsiteY1" fmla="*/ 3061336 h 3688651"/>
              <a:gd name="connsiteX2" fmla="*/ 5447234 w 5451779"/>
              <a:gd name="connsiteY2" fmla="*/ 1525101 h 3688651"/>
              <a:gd name="connsiteX3" fmla="*/ 5049696 w 5451779"/>
              <a:gd name="connsiteY3" fmla="*/ 466701 h 3688651"/>
              <a:gd name="connsiteX4" fmla="*/ 1020994 w 5451779"/>
              <a:gd name="connsiteY4" fmla="*/ 19557 h 3688651"/>
              <a:gd name="connsiteX5" fmla="*/ 151509 w 5451779"/>
              <a:gd name="connsiteY5" fmla="*/ 783491 h 3688651"/>
              <a:gd name="connsiteX6" fmla="*/ 319343 w 5451779"/>
              <a:gd name="connsiteY6" fmla="*/ 2939564 h 3688651"/>
              <a:gd name="connsiteX7" fmla="*/ 3217850 w 5451779"/>
              <a:gd name="connsiteY7" fmla="*/ 3422408 h 3688651"/>
              <a:gd name="connsiteX8" fmla="*/ 3195189 w 5451779"/>
              <a:gd name="connsiteY8" fmla="*/ 3688651 h 3688651"/>
              <a:gd name="connsiteX9" fmla="*/ 3798149 w 5451779"/>
              <a:gd name="connsiteY9" fmla="*/ 3417073 h 3688651"/>
              <a:gd name="connsiteX0" fmla="*/ 3798149 w 5451779"/>
              <a:gd name="connsiteY0" fmla="*/ 3417073 h 3688651"/>
              <a:gd name="connsiteX1" fmla="*/ 4927311 w 5451779"/>
              <a:gd name="connsiteY1" fmla="*/ 3061336 h 3688651"/>
              <a:gd name="connsiteX2" fmla="*/ 5447234 w 5451779"/>
              <a:gd name="connsiteY2" fmla="*/ 1525101 h 3688651"/>
              <a:gd name="connsiteX3" fmla="*/ 5049696 w 5451779"/>
              <a:gd name="connsiteY3" fmla="*/ 466701 h 3688651"/>
              <a:gd name="connsiteX4" fmla="*/ 1020994 w 5451779"/>
              <a:gd name="connsiteY4" fmla="*/ 19557 h 3688651"/>
              <a:gd name="connsiteX5" fmla="*/ 151509 w 5451779"/>
              <a:gd name="connsiteY5" fmla="*/ 783491 h 3688651"/>
              <a:gd name="connsiteX6" fmla="*/ 319343 w 5451779"/>
              <a:gd name="connsiteY6" fmla="*/ 2939564 h 3688651"/>
              <a:gd name="connsiteX7" fmla="*/ 3217850 w 5451779"/>
              <a:gd name="connsiteY7" fmla="*/ 3422408 h 3688651"/>
              <a:gd name="connsiteX8" fmla="*/ 3195189 w 5451779"/>
              <a:gd name="connsiteY8" fmla="*/ 3688651 h 3688651"/>
              <a:gd name="connsiteX9" fmla="*/ 3798149 w 5451779"/>
              <a:gd name="connsiteY9" fmla="*/ 3417073 h 3688651"/>
              <a:gd name="connsiteX0" fmla="*/ 3850484 w 5451779"/>
              <a:gd name="connsiteY0" fmla="*/ 3417073 h 3688651"/>
              <a:gd name="connsiteX1" fmla="*/ 4927311 w 5451779"/>
              <a:gd name="connsiteY1" fmla="*/ 3061336 h 3688651"/>
              <a:gd name="connsiteX2" fmla="*/ 5447234 w 5451779"/>
              <a:gd name="connsiteY2" fmla="*/ 1525101 h 3688651"/>
              <a:gd name="connsiteX3" fmla="*/ 5049696 w 5451779"/>
              <a:gd name="connsiteY3" fmla="*/ 466701 h 3688651"/>
              <a:gd name="connsiteX4" fmla="*/ 1020994 w 5451779"/>
              <a:gd name="connsiteY4" fmla="*/ 19557 h 3688651"/>
              <a:gd name="connsiteX5" fmla="*/ 151509 w 5451779"/>
              <a:gd name="connsiteY5" fmla="*/ 783491 h 3688651"/>
              <a:gd name="connsiteX6" fmla="*/ 319343 w 5451779"/>
              <a:gd name="connsiteY6" fmla="*/ 2939564 h 3688651"/>
              <a:gd name="connsiteX7" fmla="*/ 3217850 w 5451779"/>
              <a:gd name="connsiteY7" fmla="*/ 3422408 h 3688651"/>
              <a:gd name="connsiteX8" fmla="*/ 3195189 w 5451779"/>
              <a:gd name="connsiteY8" fmla="*/ 3688651 h 3688651"/>
              <a:gd name="connsiteX9" fmla="*/ 3850484 w 5451779"/>
              <a:gd name="connsiteY9" fmla="*/ 3417073 h 3688651"/>
              <a:gd name="connsiteX0" fmla="*/ 3850484 w 5451779"/>
              <a:gd name="connsiteY0" fmla="*/ 3417073 h 3663685"/>
              <a:gd name="connsiteX1" fmla="*/ 4927311 w 5451779"/>
              <a:gd name="connsiteY1" fmla="*/ 3061336 h 3663685"/>
              <a:gd name="connsiteX2" fmla="*/ 5447234 w 5451779"/>
              <a:gd name="connsiteY2" fmla="*/ 1525101 h 3663685"/>
              <a:gd name="connsiteX3" fmla="*/ 5049696 w 5451779"/>
              <a:gd name="connsiteY3" fmla="*/ 466701 h 3663685"/>
              <a:gd name="connsiteX4" fmla="*/ 1020994 w 5451779"/>
              <a:gd name="connsiteY4" fmla="*/ 19557 h 3663685"/>
              <a:gd name="connsiteX5" fmla="*/ 151509 w 5451779"/>
              <a:gd name="connsiteY5" fmla="*/ 783491 h 3663685"/>
              <a:gd name="connsiteX6" fmla="*/ 319343 w 5451779"/>
              <a:gd name="connsiteY6" fmla="*/ 2939564 h 3663685"/>
              <a:gd name="connsiteX7" fmla="*/ 3217850 w 5451779"/>
              <a:gd name="connsiteY7" fmla="*/ 3422408 h 3663685"/>
              <a:gd name="connsiteX8" fmla="*/ 3195190 w 5451779"/>
              <a:gd name="connsiteY8" fmla="*/ 3663685 h 3663685"/>
              <a:gd name="connsiteX9" fmla="*/ 3850484 w 5451779"/>
              <a:gd name="connsiteY9" fmla="*/ 3417073 h 3663685"/>
              <a:gd name="connsiteX0" fmla="*/ 3850484 w 5451779"/>
              <a:gd name="connsiteY0" fmla="*/ 3417073 h 3663685"/>
              <a:gd name="connsiteX1" fmla="*/ 4927311 w 5451779"/>
              <a:gd name="connsiteY1" fmla="*/ 3061336 h 3663685"/>
              <a:gd name="connsiteX2" fmla="*/ 5447234 w 5451779"/>
              <a:gd name="connsiteY2" fmla="*/ 1525101 h 3663685"/>
              <a:gd name="connsiteX3" fmla="*/ 5049696 w 5451779"/>
              <a:gd name="connsiteY3" fmla="*/ 466701 h 3663685"/>
              <a:gd name="connsiteX4" fmla="*/ 1020994 w 5451779"/>
              <a:gd name="connsiteY4" fmla="*/ 19557 h 3663685"/>
              <a:gd name="connsiteX5" fmla="*/ 151509 w 5451779"/>
              <a:gd name="connsiteY5" fmla="*/ 783491 h 3663685"/>
              <a:gd name="connsiteX6" fmla="*/ 319343 w 5451779"/>
              <a:gd name="connsiteY6" fmla="*/ 2939564 h 3663685"/>
              <a:gd name="connsiteX7" fmla="*/ 3217850 w 5451779"/>
              <a:gd name="connsiteY7" fmla="*/ 3422408 h 3663685"/>
              <a:gd name="connsiteX8" fmla="*/ 3195190 w 5451779"/>
              <a:gd name="connsiteY8" fmla="*/ 3663685 h 3663685"/>
              <a:gd name="connsiteX9" fmla="*/ 3850484 w 5451779"/>
              <a:gd name="connsiteY9" fmla="*/ 3417073 h 3663685"/>
              <a:gd name="connsiteX0" fmla="*/ 3873290 w 5474585"/>
              <a:gd name="connsiteY0" fmla="*/ 3417073 h 3663685"/>
              <a:gd name="connsiteX1" fmla="*/ 4950117 w 5474585"/>
              <a:gd name="connsiteY1" fmla="*/ 3061336 h 3663685"/>
              <a:gd name="connsiteX2" fmla="*/ 5470040 w 5474585"/>
              <a:gd name="connsiteY2" fmla="*/ 1525101 h 3663685"/>
              <a:gd name="connsiteX3" fmla="*/ 5072502 w 5474585"/>
              <a:gd name="connsiteY3" fmla="*/ 466701 h 3663685"/>
              <a:gd name="connsiteX4" fmla="*/ 1407509 w 5474585"/>
              <a:gd name="connsiteY4" fmla="*/ 19557 h 3663685"/>
              <a:gd name="connsiteX5" fmla="*/ 174315 w 5474585"/>
              <a:gd name="connsiteY5" fmla="*/ 783491 h 3663685"/>
              <a:gd name="connsiteX6" fmla="*/ 342149 w 5474585"/>
              <a:gd name="connsiteY6" fmla="*/ 2939564 h 3663685"/>
              <a:gd name="connsiteX7" fmla="*/ 3240656 w 5474585"/>
              <a:gd name="connsiteY7" fmla="*/ 3422408 h 3663685"/>
              <a:gd name="connsiteX8" fmla="*/ 3217996 w 5474585"/>
              <a:gd name="connsiteY8" fmla="*/ 3663685 h 3663685"/>
              <a:gd name="connsiteX9" fmla="*/ 3873290 w 5474585"/>
              <a:gd name="connsiteY9" fmla="*/ 3417073 h 3663685"/>
              <a:gd name="connsiteX0" fmla="*/ 3782561 w 5383856"/>
              <a:gd name="connsiteY0" fmla="*/ 3417073 h 3663685"/>
              <a:gd name="connsiteX1" fmla="*/ 4859388 w 5383856"/>
              <a:gd name="connsiteY1" fmla="*/ 3061336 h 3663685"/>
              <a:gd name="connsiteX2" fmla="*/ 5379311 w 5383856"/>
              <a:gd name="connsiteY2" fmla="*/ 1525101 h 3663685"/>
              <a:gd name="connsiteX3" fmla="*/ 4981773 w 5383856"/>
              <a:gd name="connsiteY3" fmla="*/ 466701 h 3663685"/>
              <a:gd name="connsiteX4" fmla="*/ 1316780 w 5383856"/>
              <a:gd name="connsiteY4" fmla="*/ 19557 h 3663685"/>
              <a:gd name="connsiteX5" fmla="*/ 271711 w 5383856"/>
              <a:gd name="connsiteY5" fmla="*/ 783491 h 3663685"/>
              <a:gd name="connsiteX6" fmla="*/ 251420 w 5383856"/>
              <a:gd name="connsiteY6" fmla="*/ 2939564 h 3663685"/>
              <a:gd name="connsiteX7" fmla="*/ 3149927 w 5383856"/>
              <a:gd name="connsiteY7" fmla="*/ 3422408 h 3663685"/>
              <a:gd name="connsiteX8" fmla="*/ 3127267 w 5383856"/>
              <a:gd name="connsiteY8" fmla="*/ 3663685 h 3663685"/>
              <a:gd name="connsiteX9" fmla="*/ 3782561 w 5383856"/>
              <a:gd name="connsiteY9" fmla="*/ 3417073 h 3663685"/>
              <a:gd name="connsiteX0" fmla="*/ 3580559 w 5181854"/>
              <a:gd name="connsiteY0" fmla="*/ 3417073 h 3663685"/>
              <a:gd name="connsiteX1" fmla="*/ 4657386 w 5181854"/>
              <a:gd name="connsiteY1" fmla="*/ 3061336 h 3663685"/>
              <a:gd name="connsiteX2" fmla="*/ 5177309 w 5181854"/>
              <a:gd name="connsiteY2" fmla="*/ 1525101 h 3663685"/>
              <a:gd name="connsiteX3" fmla="*/ 4779771 w 5181854"/>
              <a:gd name="connsiteY3" fmla="*/ 466701 h 3663685"/>
              <a:gd name="connsiteX4" fmla="*/ 1114778 w 5181854"/>
              <a:gd name="connsiteY4" fmla="*/ 19557 h 3663685"/>
              <a:gd name="connsiteX5" fmla="*/ 69709 w 5181854"/>
              <a:gd name="connsiteY5" fmla="*/ 783491 h 3663685"/>
              <a:gd name="connsiteX6" fmla="*/ 413129 w 5181854"/>
              <a:gd name="connsiteY6" fmla="*/ 3002561 h 3663685"/>
              <a:gd name="connsiteX7" fmla="*/ 2947925 w 5181854"/>
              <a:gd name="connsiteY7" fmla="*/ 3422408 h 3663685"/>
              <a:gd name="connsiteX8" fmla="*/ 2925265 w 5181854"/>
              <a:gd name="connsiteY8" fmla="*/ 3663685 h 3663685"/>
              <a:gd name="connsiteX9" fmla="*/ 3580559 w 5181854"/>
              <a:gd name="connsiteY9" fmla="*/ 3417073 h 3663685"/>
              <a:gd name="connsiteX0" fmla="*/ 3568134 w 5169429"/>
              <a:gd name="connsiteY0" fmla="*/ 3417073 h 3663685"/>
              <a:gd name="connsiteX1" fmla="*/ 4644961 w 5169429"/>
              <a:gd name="connsiteY1" fmla="*/ 3061336 h 3663685"/>
              <a:gd name="connsiteX2" fmla="*/ 5164884 w 5169429"/>
              <a:gd name="connsiteY2" fmla="*/ 1525101 h 3663685"/>
              <a:gd name="connsiteX3" fmla="*/ 4767346 w 5169429"/>
              <a:gd name="connsiteY3" fmla="*/ 466701 h 3663685"/>
              <a:gd name="connsiteX4" fmla="*/ 1102353 w 5169429"/>
              <a:gd name="connsiteY4" fmla="*/ 19557 h 3663685"/>
              <a:gd name="connsiteX5" fmla="*/ 57284 w 5169429"/>
              <a:gd name="connsiteY5" fmla="*/ 783491 h 3663685"/>
              <a:gd name="connsiteX6" fmla="*/ 438330 w 5169429"/>
              <a:gd name="connsiteY6" fmla="*/ 3020560 h 3663685"/>
              <a:gd name="connsiteX7" fmla="*/ 2935500 w 5169429"/>
              <a:gd name="connsiteY7" fmla="*/ 3422408 h 3663685"/>
              <a:gd name="connsiteX8" fmla="*/ 2912840 w 5169429"/>
              <a:gd name="connsiteY8" fmla="*/ 3663685 h 3663685"/>
              <a:gd name="connsiteX9" fmla="*/ 3568134 w 5169429"/>
              <a:gd name="connsiteY9" fmla="*/ 3417073 h 3663685"/>
              <a:gd name="connsiteX0" fmla="*/ 3568133 w 5169428"/>
              <a:gd name="connsiteY0" fmla="*/ 3417073 h 3663685"/>
              <a:gd name="connsiteX1" fmla="*/ 4644960 w 5169428"/>
              <a:gd name="connsiteY1" fmla="*/ 3061336 h 3663685"/>
              <a:gd name="connsiteX2" fmla="*/ 5164883 w 5169428"/>
              <a:gd name="connsiteY2" fmla="*/ 1525101 h 3663685"/>
              <a:gd name="connsiteX3" fmla="*/ 4767345 w 5169428"/>
              <a:gd name="connsiteY3" fmla="*/ 466701 h 3663685"/>
              <a:gd name="connsiteX4" fmla="*/ 1102352 w 5169428"/>
              <a:gd name="connsiteY4" fmla="*/ 19557 h 3663685"/>
              <a:gd name="connsiteX5" fmla="*/ 57283 w 5169428"/>
              <a:gd name="connsiteY5" fmla="*/ 783491 h 3663685"/>
              <a:gd name="connsiteX6" fmla="*/ 438329 w 5169428"/>
              <a:gd name="connsiteY6" fmla="*/ 2930565 h 3663685"/>
              <a:gd name="connsiteX7" fmla="*/ 2935499 w 5169428"/>
              <a:gd name="connsiteY7" fmla="*/ 3422408 h 3663685"/>
              <a:gd name="connsiteX8" fmla="*/ 2912839 w 5169428"/>
              <a:gd name="connsiteY8" fmla="*/ 3663685 h 3663685"/>
              <a:gd name="connsiteX9" fmla="*/ 3568133 w 5169428"/>
              <a:gd name="connsiteY9" fmla="*/ 3417073 h 3663685"/>
              <a:gd name="connsiteX0" fmla="*/ 3560828 w 5162123"/>
              <a:gd name="connsiteY0" fmla="*/ 3417073 h 3663685"/>
              <a:gd name="connsiteX1" fmla="*/ 4637655 w 5162123"/>
              <a:gd name="connsiteY1" fmla="*/ 3061336 h 3663685"/>
              <a:gd name="connsiteX2" fmla="*/ 5157578 w 5162123"/>
              <a:gd name="connsiteY2" fmla="*/ 1525101 h 3663685"/>
              <a:gd name="connsiteX3" fmla="*/ 4760040 w 5162123"/>
              <a:gd name="connsiteY3" fmla="*/ 466701 h 3663685"/>
              <a:gd name="connsiteX4" fmla="*/ 1095047 w 5162123"/>
              <a:gd name="connsiteY4" fmla="*/ 19557 h 3663685"/>
              <a:gd name="connsiteX5" fmla="*/ 49978 w 5162123"/>
              <a:gd name="connsiteY5" fmla="*/ 783491 h 3663685"/>
              <a:gd name="connsiteX6" fmla="*/ 456108 w 5162123"/>
              <a:gd name="connsiteY6" fmla="*/ 2921566 h 3663685"/>
              <a:gd name="connsiteX7" fmla="*/ 2928194 w 5162123"/>
              <a:gd name="connsiteY7" fmla="*/ 3422408 h 3663685"/>
              <a:gd name="connsiteX8" fmla="*/ 2905534 w 5162123"/>
              <a:gd name="connsiteY8" fmla="*/ 3663685 h 3663685"/>
              <a:gd name="connsiteX9" fmla="*/ 3560828 w 5162123"/>
              <a:gd name="connsiteY9" fmla="*/ 3417073 h 3663685"/>
              <a:gd name="connsiteX0" fmla="*/ 3560828 w 5157795"/>
              <a:gd name="connsiteY0" fmla="*/ 3417903 h 3664515"/>
              <a:gd name="connsiteX1" fmla="*/ 4637655 w 5157795"/>
              <a:gd name="connsiteY1" fmla="*/ 3062166 h 3664515"/>
              <a:gd name="connsiteX2" fmla="*/ 5157578 w 5157795"/>
              <a:gd name="connsiteY2" fmla="*/ 1525931 h 3664515"/>
              <a:gd name="connsiteX3" fmla="*/ 4672248 w 5157795"/>
              <a:gd name="connsiteY3" fmla="*/ 449532 h 3664515"/>
              <a:gd name="connsiteX4" fmla="*/ 1095047 w 5157795"/>
              <a:gd name="connsiteY4" fmla="*/ 20387 h 3664515"/>
              <a:gd name="connsiteX5" fmla="*/ 49978 w 5157795"/>
              <a:gd name="connsiteY5" fmla="*/ 784321 h 3664515"/>
              <a:gd name="connsiteX6" fmla="*/ 456108 w 5157795"/>
              <a:gd name="connsiteY6" fmla="*/ 2922396 h 3664515"/>
              <a:gd name="connsiteX7" fmla="*/ 2928194 w 5157795"/>
              <a:gd name="connsiteY7" fmla="*/ 3423238 h 3664515"/>
              <a:gd name="connsiteX8" fmla="*/ 2905534 w 5157795"/>
              <a:gd name="connsiteY8" fmla="*/ 3664515 h 3664515"/>
              <a:gd name="connsiteX9" fmla="*/ 3560828 w 5157795"/>
              <a:gd name="connsiteY9" fmla="*/ 3417903 h 3664515"/>
              <a:gd name="connsiteX0" fmla="*/ 3560828 w 5157966"/>
              <a:gd name="connsiteY0" fmla="*/ 3417903 h 3664515"/>
              <a:gd name="connsiteX1" fmla="*/ 4625113 w 5157966"/>
              <a:gd name="connsiteY1" fmla="*/ 2972172 h 3664515"/>
              <a:gd name="connsiteX2" fmla="*/ 5157578 w 5157966"/>
              <a:gd name="connsiteY2" fmla="*/ 1525931 h 3664515"/>
              <a:gd name="connsiteX3" fmla="*/ 4672248 w 5157966"/>
              <a:gd name="connsiteY3" fmla="*/ 449532 h 3664515"/>
              <a:gd name="connsiteX4" fmla="*/ 1095047 w 5157966"/>
              <a:gd name="connsiteY4" fmla="*/ 20387 h 3664515"/>
              <a:gd name="connsiteX5" fmla="*/ 49978 w 5157966"/>
              <a:gd name="connsiteY5" fmla="*/ 784321 h 3664515"/>
              <a:gd name="connsiteX6" fmla="*/ 456108 w 5157966"/>
              <a:gd name="connsiteY6" fmla="*/ 2922396 h 3664515"/>
              <a:gd name="connsiteX7" fmla="*/ 2928194 w 5157966"/>
              <a:gd name="connsiteY7" fmla="*/ 3423238 h 3664515"/>
              <a:gd name="connsiteX8" fmla="*/ 2905534 w 5157966"/>
              <a:gd name="connsiteY8" fmla="*/ 3664515 h 3664515"/>
              <a:gd name="connsiteX9" fmla="*/ 3560828 w 5157966"/>
              <a:gd name="connsiteY9" fmla="*/ 3417903 h 3664515"/>
              <a:gd name="connsiteX0" fmla="*/ 3560828 w 5157966"/>
              <a:gd name="connsiteY0" fmla="*/ 3417903 h 3664515"/>
              <a:gd name="connsiteX1" fmla="*/ 4625113 w 5157966"/>
              <a:gd name="connsiteY1" fmla="*/ 2972172 h 3664515"/>
              <a:gd name="connsiteX2" fmla="*/ 5157578 w 5157966"/>
              <a:gd name="connsiteY2" fmla="*/ 1606926 h 3664515"/>
              <a:gd name="connsiteX3" fmla="*/ 4672248 w 5157966"/>
              <a:gd name="connsiteY3" fmla="*/ 449532 h 3664515"/>
              <a:gd name="connsiteX4" fmla="*/ 1095047 w 5157966"/>
              <a:gd name="connsiteY4" fmla="*/ 20387 h 3664515"/>
              <a:gd name="connsiteX5" fmla="*/ 49978 w 5157966"/>
              <a:gd name="connsiteY5" fmla="*/ 784321 h 3664515"/>
              <a:gd name="connsiteX6" fmla="*/ 456108 w 5157966"/>
              <a:gd name="connsiteY6" fmla="*/ 2922396 h 3664515"/>
              <a:gd name="connsiteX7" fmla="*/ 2928194 w 5157966"/>
              <a:gd name="connsiteY7" fmla="*/ 3423238 h 3664515"/>
              <a:gd name="connsiteX8" fmla="*/ 2905534 w 5157966"/>
              <a:gd name="connsiteY8" fmla="*/ 3664515 h 3664515"/>
              <a:gd name="connsiteX9" fmla="*/ 3560828 w 5157966"/>
              <a:gd name="connsiteY9" fmla="*/ 3417903 h 3664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57966" h="3664515">
                <a:moveTo>
                  <a:pt x="3560828" y="3417903"/>
                </a:moveTo>
                <a:cubicBezTo>
                  <a:pt x="4020373" y="3449733"/>
                  <a:pt x="4358988" y="3274001"/>
                  <a:pt x="4625113" y="2972172"/>
                </a:cubicBezTo>
                <a:cubicBezTo>
                  <a:pt x="4891238" y="2670343"/>
                  <a:pt x="5149722" y="2027366"/>
                  <a:pt x="5157578" y="1606926"/>
                </a:cubicBezTo>
                <a:cubicBezTo>
                  <a:pt x="5165434" y="1186486"/>
                  <a:pt x="5055868" y="699491"/>
                  <a:pt x="4672248" y="449532"/>
                </a:cubicBezTo>
                <a:cubicBezTo>
                  <a:pt x="4230479" y="245182"/>
                  <a:pt x="2144491" y="-85439"/>
                  <a:pt x="1095047" y="20387"/>
                </a:cubicBezTo>
                <a:cubicBezTo>
                  <a:pt x="609596" y="84599"/>
                  <a:pt x="156468" y="300653"/>
                  <a:pt x="49978" y="784321"/>
                </a:cubicBezTo>
                <a:cubicBezTo>
                  <a:pt x="-56512" y="1267989"/>
                  <a:pt x="-23595" y="2482577"/>
                  <a:pt x="456108" y="2922396"/>
                </a:cubicBezTo>
                <a:cubicBezTo>
                  <a:pt x="935811" y="3362215"/>
                  <a:pt x="1626172" y="3439085"/>
                  <a:pt x="2928194" y="3423238"/>
                </a:cubicBezTo>
                <a:cubicBezTo>
                  <a:pt x="2961858" y="3542568"/>
                  <a:pt x="2958691" y="3539928"/>
                  <a:pt x="2905534" y="3664515"/>
                </a:cubicBezTo>
                <a:cubicBezTo>
                  <a:pt x="3294758" y="3581805"/>
                  <a:pt x="3560828" y="3417903"/>
                  <a:pt x="3560828" y="3417903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C91F4-A972-9DFF-F407-ACC30C95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1549" y="1407381"/>
            <a:ext cx="3330106" cy="290412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dirty="0"/>
              <a:t>Look for confounding factors between groups</a:t>
            </a:r>
          </a:p>
        </p:txBody>
      </p:sp>
      <p:pic>
        <p:nvPicPr>
          <p:cNvPr id="5" name="Content Placeholder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29BF9272-34FB-6CCB-AA38-4273E926E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756" y="597925"/>
            <a:ext cx="6824427" cy="5425420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3366780-B46E-437C-812E-406B7500D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7663" y="782008"/>
            <a:ext cx="4297875" cy="4329484"/>
          </a:xfrm>
          <a:custGeom>
            <a:avLst/>
            <a:gdLst>
              <a:gd name="connsiteX0" fmla="*/ 3063362 w 5358686"/>
              <a:gd name="connsiteY0" fmla="*/ 3429562 h 3905917"/>
              <a:gd name="connsiteX1" fmla="*/ 4752173 w 5358686"/>
              <a:gd name="connsiteY1" fmla="*/ 3086315 h 3905917"/>
              <a:gd name="connsiteX2" fmla="*/ 5358470 w 5358686"/>
              <a:gd name="connsiteY2" fmla="*/ 1525101 h 3905917"/>
              <a:gd name="connsiteX3" fmla="*/ 4960932 w 5358686"/>
              <a:gd name="connsiteY3" fmla="*/ 466701 h 3905917"/>
              <a:gd name="connsiteX4" fmla="*/ 932230 w 5358686"/>
              <a:gd name="connsiteY4" fmla="*/ 19557 h 3905917"/>
              <a:gd name="connsiteX5" fmla="*/ 62745 w 5358686"/>
              <a:gd name="connsiteY5" fmla="*/ 783491 h 3905917"/>
              <a:gd name="connsiteX6" fmla="*/ 230579 w 5358686"/>
              <a:gd name="connsiteY6" fmla="*/ 2939564 h 3905917"/>
              <a:gd name="connsiteX7" fmla="*/ 2493030 w 5358686"/>
              <a:gd name="connsiteY7" fmla="*/ 3459876 h 3905917"/>
              <a:gd name="connsiteX8" fmla="*/ 2539191 w 5358686"/>
              <a:gd name="connsiteY8" fmla="*/ 3905918 h 3905917"/>
              <a:gd name="connsiteX9" fmla="*/ 3063362 w 5358686"/>
              <a:gd name="connsiteY9" fmla="*/ 3429562 h 3905917"/>
              <a:gd name="connsiteX0" fmla="*/ 3495230 w 5358668"/>
              <a:gd name="connsiteY0" fmla="*/ 3367114 h 3905918"/>
              <a:gd name="connsiteX1" fmla="*/ 4752173 w 5358668"/>
              <a:gd name="connsiteY1" fmla="*/ 3086315 h 3905918"/>
              <a:gd name="connsiteX2" fmla="*/ 5358470 w 5358668"/>
              <a:gd name="connsiteY2" fmla="*/ 1525101 h 3905918"/>
              <a:gd name="connsiteX3" fmla="*/ 4960932 w 5358668"/>
              <a:gd name="connsiteY3" fmla="*/ 466701 h 3905918"/>
              <a:gd name="connsiteX4" fmla="*/ 932230 w 5358668"/>
              <a:gd name="connsiteY4" fmla="*/ 19557 h 3905918"/>
              <a:gd name="connsiteX5" fmla="*/ 62745 w 5358668"/>
              <a:gd name="connsiteY5" fmla="*/ 783491 h 3905918"/>
              <a:gd name="connsiteX6" fmla="*/ 230579 w 5358668"/>
              <a:gd name="connsiteY6" fmla="*/ 2939564 h 3905918"/>
              <a:gd name="connsiteX7" fmla="*/ 2493030 w 5358668"/>
              <a:gd name="connsiteY7" fmla="*/ 3459876 h 3905918"/>
              <a:gd name="connsiteX8" fmla="*/ 2539191 w 5358668"/>
              <a:gd name="connsiteY8" fmla="*/ 3905918 h 3905918"/>
              <a:gd name="connsiteX9" fmla="*/ 3495230 w 5358668"/>
              <a:gd name="connsiteY9" fmla="*/ 3367114 h 3905918"/>
              <a:gd name="connsiteX0" fmla="*/ 3573176 w 5436614"/>
              <a:gd name="connsiteY0" fmla="*/ 3367114 h 3905918"/>
              <a:gd name="connsiteX1" fmla="*/ 4830119 w 5436614"/>
              <a:gd name="connsiteY1" fmla="*/ 3086315 h 3905918"/>
              <a:gd name="connsiteX2" fmla="*/ 5436416 w 5436614"/>
              <a:gd name="connsiteY2" fmla="*/ 1525101 h 3905918"/>
              <a:gd name="connsiteX3" fmla="*/ 5038878 w 5436614"/>
              <a:gd name="connsiteY3" fmla="*/ 466701 h 3905918"/>
              <a:gd name="connsiteX4" fmla="*/ 1010176 w 5436614"/>
              <a:gd name="connsiteY4" fmla="*/ 19557 h 3905918"/>
              <a:gd name="connsiteX5" fmla="*/ 140691 w 5436614"/>
              <a:gd name="connsiteY5" fmla="*/ 783491 h 3905918"/>
              <a:gd name="connsiteX6" fmla="*/ 308525 w 5436614"/>
              <a:gd name="connsiteY6" fmla="*/ 2939564 h 3905918"/>
              <a:gd name="connsiteX7" fmla="*/ 3039861 w 5436614"/>
              <a:gd name="connsiteY7" fmla="*/ 3409918 h 3905918"/>
              <a:gd name="connsiteX8" fmla="*/ 2617137 w 5436614"/>
              <a:gd name="connsiteY8" fmla="*/ 3905918 h 3905918"/>
              <a:gd name="connsiteX9" fmla="*/ 3573176 w 5436614"/>
              <a:gd name="connsiteY9" fmla="*/ 3367114 h 3905918"/>
              <a:gd name="connsiteX0" fmla="*/ 3573176 w 5436614"/>
              <a:gd name="connsiteY0" fmla="*/ 3367114 h 3843470"/>
              <a:gd name="connsiteX1" fmla="*/ 4830119 w 5436614"/>
              <a:gd name="connsiteY1" fmla="*/ 3086315 h 3843470"/>
              <a:gd name="connsiteX2" fmla="*/ 5436416 w 5436614"/>
              <a:gd name="connsiteY2" fmla="*/ 1525101 h 3843470"/>
              <a:gd name="connsiteX3" fmla="*/ 5038878 w 5436614"/>
              <a:gd name="connsiteY3" fmla="*/ 466701 h 3843470"/>
              <a:gd name="connsiteX4" fmla="*/ 1010176 w 5436614"/>
              <a:gd name="connsiteY4" fmla="*/ 19557 h 3843470"/>
              <a:gd name="connsiteX5" fmla="*/ 140691 w 5436614"/>
              <a:gd name="connsiteY5" fmla="*/ 783491 h 3843470"/>
              <a:gd name="connsiteX6" fmla="*/ 308525 w 5436614"/>
              <a:gd name="connsiteY6" fmla="*/ 2939564 h 3843470"/>
              <a:gd name="connsiteX7" fmla="*/ 3039861 w 5436614"/>
              <a:gd name="connsiteY7" fmla="*/ 3409918 h 3843470"/>
              <a:gd name="connsiteX8" fmla="*/ 3123040 w 5436614"/>
              <a:gd name="connsiteY8" fmla="*/ 3843470 h 3843470"/>
              <a:gd name="connsiteX9" fmla="*/ 3573176 w 5436614"/>
              <a:gd name="connsiteY9" fmla="*/ 3367114 h 3843470"/>
              <a:gd name="connsiteX0" fmla="*/ 3733585 w 5436599"/>
              <a:gd name="connsiteY0" fmla="*/ 3417073 h 3843470"/>
              <a:gd name="connsiteX1" fmla="*/ 4830119 w 5436599"/>
              <a:gd name="connsiteY1" fmla="*/ 3086315 h 3843470"/>
              <a:gd name="connsiteX2" fmla="*/ 5436416 w 5436599"/>
              <a:gd name="connsiteY2" fmla="*/ 1525101 h 3843470"/>
              <a:gd name="connsiteX3" fmla="*/ 5038878 w 5436599"/>
              <a:gd name="connsiteY3" fmla="*/ 466701 h 3843470"/>
              <a:gd name="connsiteX4" fmla="*/ 1010176 w 5436599"/>
              <a:gd name="connsiteY4" fmla="*/ 19557 h 3843470"/>
              <a:gd name="connsiteX5" fmla="*/ 140691 w 5436599"/>
              <a:gd name="connsiteY5" fmla="*/ 783491 h 3843470"/>
              <a:gd name="connsiteX6" fmla="*/ 308525 w 5436599"/>
              <a:gd name="connsiteY6" fmla="*/ 2939564 h 3843470"/>
              <a:gd name="connsiteX7" fmla="*/ 3039861 w 5436599"/>
              <a:gd name="connsiteY7" fmla="*/ 3409918 h 3843470"/>
              <a:gd name="connsiteX8" fmla="*/ 3123040 w 5436599"/>
              <a:gd name="connsiteY8" fmla="*/ 3843470 h 3843470"/>
              <a:gd name="connsiteX9" fmla="*/ 3733585 w 5436599"/>
              <a:gd name="connsiteY9" fmla="*/ 3417073 h 3843470"/>
              <a:gd name="connsiteX0" fmla="*/ 3745572 w 5448586"/>
              <a:gd name="connsiteY0" fmla="*/ 3417073 h 3843470"/>
              <a:gd name="connsiteX1" fmla="*/ 4842106 w 5448586"/>
              <a:gd name="connsiteY1" fmla="*/ 3086315 h 3843470"/>
              <a:gd name="connsiteX2" fmla="*/ 5448403 w 5448586"/>
              <a:gd name="connsiteY2" fmla="*/ 1525101 h 3843470"/>
              <a:gd name="connsiteX3" fmla="*/ 5050865 w 5448586"/>
              <a:gd name="connsiteY3" fmla="*/ 466701 h 3843470"/>
              <a:gd name="connsiteX4" fmla="*/ 1022163 w 5448586"/>
              <a:gd name="connsiteY4" fmla="*/ 19557 h 3843470"/>
              <a:gd name="connsiteX5" fmla="*/ 152678 w 5448586"/>
              <a:gd name="connsiteY5" fmla="*/ 783491 h 3843470"/>
              <a:gd name="connsiteX6" fmla="*/ 320512 w 5448586"/>
              <a:gd name="connsiteY6" fmla="*/ 2939564 h 3843470"/>
              <a:gd name="connsiteX7" fmla="*/ 3236934 w 5448586"/>
              <a:gd name="connsiteY7" fmla="*/ 3422408 h 3843470"/>
              <a:gd name="connsiteX8" fmla="*/ 3135027 w 5448586"/>
              <a:gd name="connsiteY8" fmla="*/ 3843470 h 3843470"/>
              <a:gd name="connsiteX9" fmla="*/ 3745572 w 5448586"/>
              <a:gd name="connsiteY9" fmla="*/ 3417073 h 3843470"/>
              <a:gd name="connsiteX0" fmla="*/ 3745572 w 5448586"/>
              <a:gd name="connsiteY0" fmla="*/ 3417073 h 3793511"/>
              <a:gd name="connsiteX1" fmla="*/ 4842106 w 5448586"/>
              <a:gd name="connsiteY1" fmla="*/ 3086315 h 3793511"/>
              <a:gd name="connsiteX2" fmla="*/ 5448403 w 5448586"/>
              <a:gd name="connsiteY2" fmla="*/ 1525101 h 3793511"/>
              <a:gd name="connsiteX3" fmla="*/ 5050865 w 5448586"/>
              <a:gd name="connsiteY3" fmla="*/ 466701 h 3793511"/>
              <a:gd name="connsiteX4" fmla="*/ 1022163 w 5448586"/>
              <a:gd name="connsiteY4" fmla="*/ 19557 h 3793511"/>
              <a:gd name="connsiteX5" fmla="*/ 152678 w 5448586"/>
              <a:gd name="connsiteY5" fmla="*/ 783491 h 3793511"/>
              <a:gd name="connsiteX6" fmla="*/ 320512 w 5448586"/>
              <a:gd name="connsiteY6" fmla="*/ 2939564 h 3793511"/>
              <a:gd name="connsiteX7" fmla="*/ 3236934 w 5448586"/>
              <a:gd name="connsiteY7" fmla="*/ 3422408 h 3793511"/>
              <a:gd name="connsiteX8" fmla="*/ 3233739 w 5448586"/>
              <a:gd name="connsiteY8" fmla="*/ 3793511 h 3793511"/>
              <a:gd name="connsiteX9" fmla="*/ 3745572 w 5448586"/>
              <a:gd name="connsiteY9" fmla="*/ 3417073 h 3793511"/>
              <a:gd name="connsiteX0" fmla="*/ 3745572 w 5452948"/>
              <a:gd name="connsiteY0" fmla="*/ 3417073 h 3793511"/>
              <a:gd name="connsiteX1" fmla="*/ 4928480 w 5452948"/>
              <a:gd name="connsiteY1" fmla="*/ 3061336 h 3793511"/>
              <a:gd name="connsiteX2" fmla="*/ 5448403 w 5452948"/>
              <a:gd name="connsiteY2" fmla="*/ 1525101 h 3793511"/>
              <a:gd name="connsiteX3" fmla="*/ 5050865 w 5452948"/>
              <a:gd name="connsiteY3" fmla="*/ 466701 h 3793511"/>
              <a:gd name="connsiteX4" fmla="*/ 1022163 w 5452948"/>
              <a:gd name="connsiteY4" fmla="*/ 19557 h 3793511"/>
              <a:gd name="connsiteX5" fmla="*/ 152678 w 5452948"/>
              <a:gd name="connsiteY5" fmla="*/ 783491 h 3793511"/>
              <a:gd name="connsiteX6" fmla="*/ 320512 w 5452948"/>
              <a:gd name="connsiteY6" fmla="*/ 2939564 h 3793511"/>
              <a:gd name="connsiteX7" fmla="*/ 3236934 w 5452948"/>
              <a:gd name="connsiteY7" fmla="*/ 3422408 h 3793511"/>
              <a:gd name="connsiteX8" fmla="*/ 3233739 w 5452948"/>
              <a:gd name="connsiteY8" fmla="*/ 3793511 h 3793511"/>
              <a:gd name="connsiteX9" fmla="*/ 3745572 w 5452948"/>
              <a:gd name="connsiteY9" fmla="*/ 3417073 h 3793511"/>
              <a:gd name="connsiteX0" fmla="*/ 3745572 w 5452948"/>
              <a:gd name="connsiteY0" fmla="*/ 3417073 h 3793511"/>
              <a:gd name="connsiteX1" fmla="*/ 4928480 w 5452948"/>
              <a:gd name="connsiteY1" fmla="*/ 3061336 h 3793511"/>
              <a:gd name="connsiteX2" fmla="*/ 5448403 w 5452948"/>
              <a:gd name="connsiteY2" fmla="*/ 1525101 h 3793511"/>
              <a:gd name="connsiteX3" fmla="*/ 5050865 w 5452948"/>
              <a:gd name="connsiteY3" fmla="*/ 466701 h 3793511"/>
              <a:gd name="connsiteX4" fmla="*/ 1022163 w 5452948"/>
              <a:gd name="connsiteY4" fmla="*/ 19557 h 3793511"/>
              <a:gd name="connsiteX5" fmla="*/ 152678 w 5452948"/>
              <a:gd name="connsiteY5" fmla="*/ 783491 h 3793511"/>
              <a:gd name="connsiteX6" fmla="*/ 320512 w 5452948"/>
              <a:gd name="connsiteY6" fmla="*/ 2939564 h 3793511"/>
              <a:gd name="connsiteX7" fmla="*/ 3236934 w 5452948"/>
              <a:gd name="connsiteY7" fmla="*/ 3422408 h 3793511"/>
              <a:gd name="connsiteX8" fmla="*/ 3233739 w 5452948"/>
              <a:gd name="connsiteY8" fmla="*/ 3793511 h 3793511"/>
              <a:gd name="connsiteX9" fmla="*/ 3745572 w 5452948"/>
              <a:gd name="connsiteY9" fmla="*/ 3417073 h 3793511"/>
              <a:gd name="connsiteX0" fmla="*/ 3744403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44403 w 5451779"/>
              <a:gd name="connsiteY9" fmla="*/ 3417073 h 3793511"/>
              <a:gd name="connsiteX0" fmla="*/ 3744403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44403 w 5451779"/>
              <a:gd name="connsiteY9" fmla="*/ 3417073 h 3793511"/>
              <a:gd name="connsiteX0" fmla="*/ 3798149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98149 w 5451779"/>
              <a:gd name="connsiteY9" fmla="*/ 3417073 h 3793511"/>
              <a:gd name="connsiteX0" fmla="*/ 3798149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98149 w 5451779"/>
              <a:gd name="connsiteY9" fmla="*/ 3417073 h 3793511"/>
              <a:gd name="connsiteX0" fmla="*/ 3798149 w 5451779"/>
              <a:gd name="connsiteY0" fmla="*/ 3417073 h 3688651"/>
              <a:gd name="connsiteX1" fmla="*/ 4927311 w 5451779"/>
              <a:gd name="connsiteY1" fmla="*/ 3061336 h 3688651"/>
              <a:gd name="connsiteX2" fmla="*/ 5447234 w 5451779"/>
              <a:gd name="connsiteY2" fmla="*/ 1525101 h 3688651"/>
              <a:gd name="connsiteX3" fmla="*/ 5049696 w 5451779"/>
              <a:gd name="connsiteY3" fmla="*/ 466701 h 3688651"/>
              <a:gd name="connsiteX4" fmla="*/ 1020994 w 5451779"/>
              <a:gd name="connsiteY4" fmla="*/ 19557 h 3688651"/>
              <a:gd name="connsiteX5" fmla="*/ 151509 w 5451779"/>
              <a:gd name="connsiteY5" fmla="*/ 783491 h 3688651"/>
              <a:gd name="connsiteX6" fmla="*/ 319343 w 5451779"/>
              <a:gd name="connsiteY6" fmla="*/ 2939564 h 3688651"/>
              <a:gd name="connsiteX7" fmla="*/ 3217850 w 5451779"/>
              <a:gd name="connsiteY7" fmla="*/ 3422408 h 3688651"/>
              <a:gd name="connsiteX8" fmla="*/ 3195189 w 5451779"/>
              <a:gd name="connsiteY8" fmla="*/ 3688651 h 3688651"/>
              <a:gd name="connsiteX9" fmla="*/ 3798149 w 5451779"/>
              <a:gd name="connsiteY9" fmla="*/ 3417073 h 3688651"/>
              <a:gd name="connsiteX0" fmla="*/ 3798149 w 5451779"/>
              <a:gd name="connsiteY0" fmla="*/ 3417073 h 3688651"/>
              <a:gd name="connsiteX1" fmla="*/ 4927311 w 5451779"/>
              <a:gd name="connsiteY1" fmla="*/ 3061336 h 3688651"/>
              <a:gd name="connsiteX2" fmla="*/ 5447234 w 5451779"/>
              <a:gd name="connsiteY2" fmla="*/ 1525101 h 3688651"/>
              <a:gd name="connsiteX3" fmla="*/ 5049696 w 5451779"/>
              <a:gd name="connsiteY3" fmla="*/ 466701 h 3688651"/>
              <a:gd name="connsiteX4" fmla="*/ 1020994 w 5451779"/>
              <a:gd name="connsiteY4" fmla="*/ 19557 h 3688651"/>
              <a:gd name="connsiteX5" fmla="*/ 151509 w 5451779"/>
              <a:gd name="connsiteY5" fmla="*/ 783491 h 3688651"/>
              <a:gd name="connsiteX6" fmla="*/ 319343 w 5451779"/>
              <a:gd name="connsiteY6" fmla="*/ 2939564 h 3688651"/>
              <a:gd name="connsiteX7" fmla="*/ 3217850 w 5451779"/>
              <a:gd name="connsiteY7" fmla="*/ 3422408 h 3688651"/>
              <a:gd name="connsiteX8" fmla="*/ 3195189 w 5451779"/>
              <a:gd name="connsiteY8" fmla="*/ 3688651 h 3688651"/>
              <a:gd name="connsiteX9" fmla="*/ 3798149 w 5451779"/>
              <a:gd name="connsiteY9" fmla="*/ 3417073 h 3688651"/>
              <a:gd name="connsiteX0" fmla="*/ 3798149 w 5451779"/>
              <a:gd name="connsiteY0" fmla="*/ 3417073 h 3688651"/>
              <a:gd name="connsiteX1" fmla="*/ 4927311 w 5451779"/>
              <a:gd name="connsiteY1" fmla="*/ 3061336 h 3688651"/>
              <a:gd name="connsiteX2" fmla="*/ 5447234 w 5451779"/>
              <a:gd name="connsiteY2" fmla="*/ 1525101 h 3688651"/>
              <a:gd name="connsiteX3" fmla="*/ 5049696 w 5451779"/>
              <a:gd name="connsiteY3" fmla="*/ 466701 h 3688651"/>
              <a:gd name="connsiteX4" fmla="*/ 1020994 w 5451779"/>
              <a:gd name="connsiteY4" fmla="*/ 19557 h 3688651"/>
              <a:gd name="connsiteX5" fmla="*/ 151509 w 5451779"/>
              <a:gd name="connsiteY5" fmla="*/ 783491 h 3688651"/>
              <a:gd name="connsiteX6" fmla="*/ 319343 w 5451779"/>
              <a:gd name="connsiteY6" fmla="*/ 2939564 h 3688651"/>
              <a:gd name="connsiteX7" fmla="*/ 3217850 w 5451779"/>
              <a:gd name="connsiteY7" fmla="*/ 3422408 h 3688651"/>
              <a:gd name="connsiteX8" fmla="*/ 3195189 w 5451779"/>
              <a:gd name="connsiteY8" fmla="*/ 3688651 h 3688651"/>
              <a:gd name="connsiteX9" fmla="*/ 3798149 w 5451779"/>
              <a:gd name="connsiteY9" fmla="*/ 3417073 h 3688651"/>
              <a:gd name="connsiteX0" fmla="*/ 3850484 w 5451779"/>
              <a:gd name="connsiteY0" fmla="*/ 3417073 h 3688651"/>
              <a:gd name="connsiteX1" fmla="*/ 4927311 w 5451779"/>
              <a:gd name="connsiteY1" fmla="*/ 3061336 h 3688651"/>
              <a:gd name="connsiteX2" fmla="*/ 5447234 w 5451779"/>
              <a:gd name="connsiteY2" fmla="*/ 1525101 h 3688651"/>
              <a:gd name="connsiteX3" fmla="*/ 5049696 w 5451779"/>
              <a:gd name="connsiteY3" fmla="*/ 466701 h 3688651"/>
              <a:gd name="connsiteX4" fmla="*/ 1020994 w 5451779"/>
              <a:gd name="connsiteY4" fmla="*/ 19557 h 3688651"/>
              <a:gd name="connsiteX5" fmla="*/ 151509 w 5451779"/>
              <a:gd name="connsiteY5" fmla="*/ 783491 h 3688651"/>
              <a:gd name="connsiteX6" fmla="*/ 319343 w 5451779"/>
              <a:gd name="connsiteY6" fmla="*/ 2939564 h 3688651"/>
              <a:gd name="connsiteX7" fmla="*/ 3217850 w 5451779"/>
              <a:gd name="connsiteY7" fmla="*/ 3422408 h 3688651"/>
              <a:gd name="connsiteX8" fmla="*/ 3195189 w 5451779"/>
              <a:gd name="connsiteY8" fmla="*/ 3688651 h 3688651"/>
              <a:gd name="connsiteX9" fmla="*/ 3850484 w 5451779"/>
              <a:gd name="connsiteY9" fmla="*/ 3417073 h 3688651"/>
              <a:gd name="connsiteX0" fmla="*/ 3850484 w 5451779"/>
              <a:gd name="connsiteY0" fmla="*/ 3417073 h 3663685"/>
              <a:gd name="connsiteX1" fmla="*/ 4927311 w 5451779"/>
              <a:gd name="connsiteY1" fmla="*/ 3061336 h 3663685"/>
              <a:gd name="connsiteX2" fmla="*/ 5447234 w 5451779"/>
              <a:gd name="connsiteY2" fmla="*/ 1525101 h 3663685"/>
              <a:gd name="connsiteX3" fmla="*/ 5049696 w 5451779"/>
              <a:gd name="connsiteY3" fmla="*/ 466701 h 3663685"/>
              <a:gd name="connsiteX4" fmla="*/ 1020994 w 5451779"/>
              <a:gd name="connsiteY4" fmla="*/ 19557 h 3663685"/>
              <a:gd name="connsiteX5" fmla="*/ 151509 w 5451779"/>
              <a:gd name="connsiteY5" fmla="*/ 783491 h 3663685"/>
              <a:gd name="connsiteX6" fmla="*/ 319343 w 5451779"/>
              <a:gd name="connsiteY6" fmla="*/ 2939564 h 3663685"/>
              <a:gd name="connsiteX7" fmla="*/ 3217850 w 5451779"/>
              <a:gd name="connsiteY7" fmla="*/ 3422408 h 3663685"/>
              <a:gd name="connsiteX8" fmla="*/ 3195190 w 5451779"/>
              <a:gd name="connsiteY8" fmla="*/ 3663685 h 3663685"/>
              <a:gd name="connsiteX9" fmla="*/ 3850484 w 5451779"/>
              <a:gd name="connsiteY9" fmla="*/ 3417073 h 3663685"/>
              <a:gd name="connsiteX0" fmla="*/ 3850484 w 5451779"/>
              <a:gd name="connsiteY0" fmla="*/ 3417073 h 3663685"/>
              <a:gd name="connsiteX1" fmla="*/ 4927311 w 5451779"/>
              <a:gd name="connsiteY1" fmla="*/ 3061336 h 3663685"/>
              <a:gd name="connsiteX2" fmla="*/ 5447234 w 5451779"/>
              <a:gd name="connsiteY2" fmla="*/ 1525101 h 3663685"/>
              <a:gd name="connsiteX3" fmla="*/ 5049696 w 5451779"/>
              <a:gd name="connsiteY3" fmla="*/ 466701 h 3663685"/>
              <a:gd name="connsiteX4" fmla="*/ 1020994 w 5451779"/>
              <a:gd name="connsiteY4" fmla="*/ 19557 h 3663685"/>
              <a:gd name="connsiteX5" fmla="*/ 151509 w 5451779"/>
              <a:gd name="connsiteY5" fmla="*/ 783491 h 3663685"/>
              <a:gd name="connsiteX6" fmla="*/ 319343 w 5451779"/>
              <a:gd name="connsiteY6" fmla="*/ 2939564 h 3663685"/>
              <a:gd name="connsiteX7" fmla="*/ 3217850 w 5451779"/>
              <a:gd name="connsiteY7" fmla="*/ 3422408 h 3663685"/>
              <a:gd name="connsiteX8" fmla="*/ 3195190 w 5451779"/>
              <a:gd name="connsiteY8" fmla="*/ 3663685 h 3663685"/>
              <a:gd name="connsiteX9" fmla="*/ 3850484 w 5451779"/>
              <a:gd name="connsiteY9" fmla="*/ 3417073 h 3663685"/>
              <a:gd name="connsiteX0" fmla="*/ 3873290 w 5474585"/>
              <a:gd name="connsiteY0" fmla="*/ 3417073 h 3663685"/>
              <a:gd name="connsiteX1" fmla="*/ 4950117 w 5474585"/>
              <a:gd name="connsiteY1" fmla="*/ 3061336 h 3663685"/>
              <a:gd name="connsiteX2" fmla="*/ 5470040 w 5474585"/>
              <a:gd name="connsiteY2" fmla="*/ 1525101 h 3663685"/>
              <a:gd name="connsiteX3" fmla="*/ 5072502 w 5474585"/>
              <a:gd name="connsiteY3" fmla="*/ 466701 h 3663685"/>
              <a:gd name="connsiteX4" fmla="*/ 1407509 w 5474585"/>
              <a:gd name="connsiteY4" fmla="*/ 19557 h 3663685"/>
              <a:gd name="connsiteX5" fmla="*/ 174315 w 5474585"/>
              <a:gd name="connsiteY5" fmla="*/ 783491 h 3663685"/>
              <a:gd name="connsiteX6" fmla="*/ 342149 w 5474585"/>
              <a:gd name="connsiteY6" fmla="*/ 2939564 h 3663685"/>
              <a:gd name="connsiteX7" fmla="*/ 3240656 w 5474585"/>
              <a:gd name="connsiteY7" fmla="*/ 3422408 h 3663685"/>
              <a:gd name="connsiteX8" fmla="*/ 3217996 w 5474585"/>
              <a:gd name="connsiteY8" fmla="*/ 3663685 h 3663685"/>
              <a:gd name="connsiteX9" fmla="*/ 3873290 w 5474585"/>
              <a:gd name="connsiteY9" fmla="*/ 3417073 h 3663685"/>
              <a:gd name="connsiteX0" fmla="*/ 3782561 w 5383856"/>
              <a:gd name="connsiteY0" fmla="*/ 3417073 h 3663685"/>
              <a:gd name="connsiteX1" fmla="*/ 4859388 w 5383856"/>
              <a:gd name="connsiteY1" fmla="*/ 3061336 h 3663685"/>
              <a:gd name="connsiteX2" fmla="*/ 5379311 w 5383856"/>
              <a:gd name="connsiteY2" fmla="*/ 1525101 h 3663685"/>
              <a:gd name="connsiteX3" fmla="*/ 4981773 w 5383856"/>
              <a:gd name="connsiteY3" fmla="*/ 466701 h 3663685"/>
              <a:gd name="connsiteX4" fmla="*/ 1316780 w 5383856"/>
              <a:gd name="connsiteY4" fmla="*/ 19557 h 3663685"/>
              <a:gd name="connsiteX5" fmla="*/ 271711 w 5383856"/>
              <a:gd name="connsiteY5" fmla="*/ 783491 h 3663685"/>
              <a:gd name="connsiteX6" fmla="*/ 251420 w 5383856"/>
              <a:gd name="connsiteY6" fmla="*/ 2939564 h 3663685"/>
              <a:gd name="connsiteX7" fmla="*/ 3149927 w 5383856"/>
              <a:gd name="connsiteY7" fmla="*/ 3422408 h 3663685"/>
              <a:gd name="connsiteX8" fmla="*/ 3127267 w 5383856"/>
              <a:gd name="connsiteY8" fmla="*/ 3663685 h 3663685"/>
              <a:gd name="connsiteX9" fmla="*/ 3782561 w 5383856"/>
              <a:gd name="connsiteY9" fmla="*/ 3417073 h 3663685"/>
              <a:gd name="connsiteX0" fmla="*/ 3580559 w 5181854"/>
              <a:gd name="connsiteY0" fmla="*/ 3417073 h 3663685"/>
              <a:gd name="connsiteX1" fmla="*/ 4657386 w 5181854"/>
              <a:gd name="connsiteY1" fmla="*/ 3061336 h 3663685"/>
              <a:gd name="connsiteX2" fmla="*/ 5177309 w 5181854"/>
              <a:gd name="connsiteY2" fmla="*/ 1525101 h 3663685"/>
              <a:gd name="connsiteX3" fmla="*/ 4779771 w 5181854"/>
              <a:gd name="connsiteY3" fmla="*/ 466701 h 3663685"/>
              <a:gd name="connsiteX4" fmla="*/ 1114778 w 5181854"/>
              <a:gd name="connsiteY4" fmla="*/ 19557 h 3663685"/>
              <a:gd name="connsiteX5" fmla="*/ 69709 w 5181854"/>
              <a:gd name="connsiteY5" fmla="*/ 783491 h 3663685"/>
              <a:gd name="connsiteX6" fmla="*/ 413129 w 5181854"/>
              <a:gd name="connsiteY6" fmla="*/ 3002561 h 3663685"/>
              <a:gd name="connsiteX7" fmla="*/ 2947925 w 5181854"/>
              <a:gd name="connsiteY7" fmla="*/ 3422408 h 3663685"/>
              <a:gd name="connsiteX8" fmla="*/ 2925265 w 5181854"/>
              <a:gd name="connsiteY8" fmla="*/ 3663685 h 3663685"/>
              <a:gd name="connsiteX9" fmla="*/ 3580559 w 5181854"/>
              <a:gd name="connsiteY9" fmla="*/ 3417073 h 3663685"/>
              <a:gd name="connsiteX0" fmla="*/ 3568134 w 5169429"/>
              <a:gd name="connsiteY0" fmla="*/ 3417073 h 3663685"/>
              <a:gd name="connsiteX1" fmla="*/ 4644961 w 5169429"/>
              <a:gd name="connsiteY1" fmla="*/ 3061336 h 3663685"/>
              <a:gd name="connsiteX2" fmla="*/ 5164884 w 5169429"/>
              <a:gd name="connsiteY2" fmla="*/ 1525101 h 3663685"/>
              <a:gd name="connsiteX3" fmla="*/ 4767346 w 5169429"/>
              <a:gd name="connsiteY3" fmla="*/ 466701 h 3663685"/>
              <a:gd name="connsiteX4" fmla="*/ 1102353 w 5169429"/>
              <a:gd name="connsiteY4" fmla="*/ 19557 h 3663685"/>
              <a:gd name="connsiteX5" fmla="*/ 57284 w 5169429"/>
              <a:gd name="connsiteY5" fmla="*/ 783491 h 3663685"/>
              <a:gd name="connsiteX6" fmla="*/ 438330 w 5169429"/>
              <a:gd name="connsiteY6" fmla="*/ 3020560 h 3663685"/>
              <a:gd name="connsiteX7" fmla="*/ 2935500 w 5169429"/>
              <a:gd name="connsiteY7" fmla="*/ 3422408 h 3663685"/>
              <a:gd name="connsiteX8" fmla="*/ 2912840 w 5169429"/>
              <a:gd name="connsiteY8" fmla="*/ 3663685 h 3663685"/>
              <a:gd name="connsiteX9" fmla="*/ 3568134 w 5169429"/>
              <a:gd name="connsiteY9" fmla="*/ 3417073 h 3663685"/>
              <a:gd name="connsiteX0" fmla="*/ 3568133 w 5169428"/>
              <a:gd name="connsiteY0" fmla="*/ 3417073 h 3663685"/>
              <a:gd name="connsiteX1" fmla="*/ 4644960 w 5169428"/>
              <a:gd name="connsiteY1" fmla="*/ 3061336 h 3663685"/>
              <a:gd name="connsiteX2" fmla="*/ 5164883 w 5169428"/>
              <a:gd name="connsiteY2" fmla="*/ 1525101 h 3663685"/>
              <a:gd name="connsiteX3" fmla="*/ 4767345 w 5169428"/>
              <a:gd name="connsiteY3" fmla="*/ 466701 h 3663685"/>
              <a:gd name="connsiteX4" fmla="*/ 1102352 w 5169428"/>
              <a:gd name="connsiteY4" fmla="*/ 19557 h 3663685"/>
              <a:gd name="connsiteX5" fmla="*/ 57283 w 5169428"/>
              <a:gd name="connsiteY5" fmla="*/ 783491 h 3663685"/>
              <a:gd name="connsiteX6" fmla="*/ 438329 w 5169428"/>
              <a:gd name="connsiteY6" fmla="*/ 2930565 h 3663685"/>
              <a:gd name="connsiteX7" fmla="*/ 2935499 w 5169428"/>
              <a:gd name="connsiteY7" fmla="*/ 3422408 h 3663685"/>
              <a:gd name="connsiteX8" fmla="*/ 2912839 w 5169428"/>
              <a:gd name="connsiteY8" fmla="*/ 3663685 h 3663685"/>
              <a:gd name="connsiteX9" fmla="*/ 3568133 w 5169428"/>
              <a:gd name="connsiteY9" fmla="*/ 3417073 h 3663685"/>
              <a:gd name="connsiteX0" fmla="*/ 3560828 w 5162123"/>
              <a:gd name="connsiteY0" fmla="*/ 3417073 h 3663685"/>
              <a:gd name="connsiteX1" fmla="*/ 4637655 w 5162123"/>
              <a:gd name="connsiteY1" fmla="*/ 3061336 h 3663685"/>
              <a:gd name="connsiteX2" fmla="*/ 5157578 w 5162123"/>
              <a:gd name="connsiteY2" fmla="*/ 1525101 h 3663685"/>
              <a:gd name="connsiteX3" fmla="*/ 4760040 w 5162123"/>
              <a:gd name="connsiteY3" fmla="*/ 466701 h 3663685"/>
              <a:gd name="connsiteX4" fmla="*/ 1095047 w 5162123"/>
              <a:gd name="connsiteY4" fmla="*/ 19557 h 3663685"/>
              <a:gd name="connsiteX5" fmla="*/ 49978 w 5162123"/>
              <a:gd name="connsiteY5" fmla="*/ 783491 h 3663685"/>
              <a:gd name="connsiteX6" fmla="*/ 456108 w 5162123"/>
              <a:gd name="connsiteY6" fmla="*/ 2921566 h 3663685"/>
              <a:gd name="connsiteX7" fmla="*/ 2928194 w 5162123"/>
              <a:gd name="connsiteY7" fmla="*/ 3422408 h 3663685"/>
              <a:gd name="connsiteX8" fmla="*/ 2905534 w 5162123"/>
              <a:gd name="connsiteY8" fmla="*/ 3663685 h 3663685"/>
              <a:gd name="connsiteX9" fmla="*/ 3560828 w 5162123"/>
              <a:gd name="connsiteY9" fmla="*/ 3417073 h 3663685"/>
              <a:gd name="connsiteX0" fmla="*/ 3560828 w 5157795"/>
              <a:gd name="connsiteY0" fmla="*/ 3417903 h 3664515"/>
              <a:gd name="connsiteX1" fmla="*/ 4637655 w 5157795"/>
              <a:gd name="connsiteY1" fmla="*/ 3062166 h 3664515"/>
              <a:gd name="connsiteX2" fmla="*/ 5157578 w 5157795"/>
              <a:gd name="connsiteY2" fmla="*/ 1525931 h 3664515"/>
              <a:gd name="connsiteX3" fmla="*/ 4672248 w 5157795"/>
              <a:gd name="connsiteY3" fmla="*/ 449532 h 3664515"/>
              <a:gd name="connsiteX4" fmla="*/ 1095047 w 5157795"/>
              <a:gd name="connsiteY4" fmla="*/ 20387 h 3664515"/>
              <a:gd name="connsiteX5" fmla="*/ 49978 w 5157795"/>
              <a:gd name="connsiteY5" fmla="*/ 784321 h 3664515"/>
              <a:gd name="connsiteX6" fmla="*/ 456108 w 5157795"/>
              <a:gd name="connsiteY6" fmla="*/ 2922396 h 3664515"/>
              <a:gd name="connsiteX7" fmla="*/ 2928194 w 5157795"/>
              <a:gd name="connsiteY7" fmla="*/ 3423238 h 3664515"/>
              <a:gd name="connsiteX8" fmla="*/ 2905534 w 5157795"/>
              <a:gd name="connsiteY8" fmla="*/ 3664515 h 3664515"/>
              <a:gd name="connsiteX9" fmla="*/ 3560828 w 5157795"/>
              <a:gd name="connsiteY9" fmla="*/ 3417903 h 3664515"/>
              <a:gd name="connsiteX0" fmla="*/ 3560828 w 5157966"/>
              <a:gd name="connsiteY0" fmla="*/ 3417903 h 3664515"/>
              <a:gd name="connsiteX1" fmla="*/ 4625113 w 5157966"/>
              <a:gd name="connsiteY1" fmla="*/ 2972172 h 3664515"/>
              <a:gd name="connsiteX2" fmla="*/ 5157578 w 5157966"/>
              <a:gd name="connsiteY2" fmla="*/ 1525931 h 3664515"/>
              <a:gd name="connsiteX3" fmla="*/ 4672248 w 5157966"/>
              <a:gd name="connsiteY3" fmla="*/ 449532 h 3664515"/>
              <a:gd name="connsiteX4" fmla="*/ 1095047 w 5157966"/>
              <a:gd name="connsiteY4" fmla="*/ 20387 h 3664515"/>
              <a:gd name="connsiteX5" fmla="*/ 49978 w 5157966"/>
              <a:gd name="connsiteY5" fmla="*/ 784321 h 3664515"/>
              <a:gd name="connsiteX6" fmla="*/ 456108 w 5157966"/>
              <a:gd name="connsiteY6" fmla="*/ 2922396 h 3664515"/>
              <a:gd name="connsiteX7" fmla="*/ 2928194 w 5157966"/>
              <a:gd name="connsiteY7" fmla="*/ 3423238 h 3664515"/>
              <a:gd name="connsiteX8" fmla="*/ 2905534 w 5157966"/>
              <a:gd name="connsiteY8" fmla="*/ 3664515 h 3664515"/>
              <a:gd name="connsiteX9" fmla="*/ 3560828 w 5157966"/>
              <a:gd name="connsiteY9" fmla="*/ 3417903 h 3664515"/>
              <a:gd name="connsiteX0" fmla="*/ 3560828 w 5157966"/>
              <a:gd name="connsiteY0" fmla="*/ 3417903 h 3664515"/>
              <a:gd name="connsiteX1" fmla="*/ 4625113 w 5157966"/>
              <a:gd name="connsiteY1" fmla="*/ 2972172 h 3664515"/>
              <a:gd name="connsiteX2" fmla="*/ 5157578 w 5157966"/>
              <a:gd name="connsiteY2" fmla="*/ 1606926 h 3664515"/>
              <a:gd name="connsiteX3" fmla="*/ 4672248 w 5157966"/>
              <a:gd name="connsiteY3" fmla="*/ 449532 h 3664515"/>
              <a:gd name="connsiteX4" fmla="*/ 1095047 w 5157966"/>
              <a:gd name="connsiteY4" fmla="*/ 20387 h 3664515"/>
              <a:gd name="connsiteX5" fmla="*/ 49978 w 5157966"/>
              <a:gd name="connsiteY5" fmla="*/ 784321 h 3664515"/>
              <a:gd name="connsiteX6" fmla="*/ 456108 w 5157966"/>
              <a:gd name="connsiteY6" fmla="*/ 2922396 h 3664515"/>
              <a:gd name="connsiteX7" fmla="*/ 2928194 w 5157966"/>
              <a:gd name="connsiteY7" fmla="*/ 3423238 h 3664515"/>
              <a:gd name="connsiteX8" fmla="*/ 2905534 w 5157966"/>
              <a:gd name="connsiteY8" fmla="*/ 3664515 h 3664515"/>
              <a:gd name="connsiteX9" fmla="*/ 3560828 w 5157966"/>
              <a:gd name="connsiteY9" fmla="*/ 3417903 h 3664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57966" h="3664515">
                <a:moveTo>
                  <a:pt x="3560828" y="3417903"/>
                </a:moveTo>
                <a:cubicBezTo>
                  <a:pt x="4020373" y="3449733"/>
                  <a:pt x="4358988" y="3274001"/>
                  <a:pt x="4625113" y="2972172"/>
                </a:cubicBezTo>
                <a:cubicBezTo>
                  <a:pt x="4891238" y="2670343"/>
                  <a:pt x="5149722" y="2027366"/>
                  <a:pt x="5157578" y="1606926"/>
                </a:cubicBezTo>
                <a:cubicBezTo>
                  <a:pt x="5165434" y="1186486"/>
                  <a:pt x="5055868" y="699491"/>
                  <a:pt x="4672248" y="449532"/>
                </a:cubicBezTo>
                <a:cubicBezTo>
                  <a:pt x="4230479" y="245182"/>
                  <a:pt x="2144491" y="-85439"/>
                  <a:pt x="1095047" y="20387"/>
                </a:cubicBezTo>
                <a:cubicBezTo>
                  <a:pt x="609596" y="84599"/>
                  <a:pt x="156468" y="300653"/>
                  <a:pt x="49978" y="784321"/>
                </a:cubicBezTo>
                <a:cubicBezTo>
                  <a:pt x="-56512" y="1267989"/>
                  <a:pt x="-23595" y="2482577"/>
                  <a:pt x="456108" y="2922396"/>
                </a:cubicBezTo>
                <a:cubicBezTo>
                  <a:pt x="935811" y="3362215"/>
                  <a:pt x="1626172" y="3439085"/>
                  <a:pt x="2928194" y="3423238"/>
                </a:cubicBezTo>
                <a:cubicBezTo>
                  <a:pt x="2961858" y="3542568"/>
                  <a:pt x="2958691" y="3539928"/>
                  <a:pt x="2905534" y="3664515"/>
                </a:cubicBezTo>
                <a:cubicBezTo>
                  <a:pt x="3294758" y="3581805"/>
                  <a:pt x="3560828" y="3417903"/>
                  <a:pt x="3560828" y="3417903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62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9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11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293528E-0CA3-4E56-B7A0-091C0AB0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CD122-2986-D249-D2B7-718F669D5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976537"/>
            <a:ext cx="10658121" cy="8759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Question 6 – study protocol</a:t>
            </a:r>
          </a:p>
        </p:txBody>
      </p:sp>
      <p:sp>
        <p:nvSpPr>
          <p:cNvPr id="27" name="Freeform: Shape 15">
            <a:extLst>
              <a:ext uri="{FF2B5EF4-FFF2-40B4-BE49-F238E27FC236}">
                <a16:creationId xmlns:a16="http://schemas.microsoft.com/office/drawing/2014/main" id="{F778232E-C75B-4B3C-9201-81C077571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21711" y="313659"/>
            <a:ext cx="11418399" cy="4399017"/>
          </a:xfrm>
          <a:custGeom>
            <a:avLst/>
            <a:gdLst>
              <a:gd name="connsiteX0" fmla="*/ 7142118 w 7680682"/>
              <a:gd name="connsiteY0" fmla="*/ 6405352 h 6405386"/>
              <a:gd name="connsiteX1" fmla="*/ 6552830 w 7680682"/>
              <a:gd name="connsiteY1" fmla="*/ 6396252 h 6405386"/>
              <a:gd name="connsiteX2" fmla="*/ 987782 w 7680682"/>
              <a:gd name="connsiteY2" fmla="*/ 6365722 h 6405386"/>
              <a:gd name="connsiteX3" fmla="*/ 0 w 7680682"/>
              <a:gd name="connsiteY3" fmla="*/ 6336938 h 6405386"/>
              <a:gd name="connsiteX4" fmla="*/ 0 w 7680682"/>
              <a:gd name="connsiteY4" fmla="*/ 32372 h 6405386"/>
              <a:gd name="connsiteX5" fmla="*/ 157934 w 7680682"/>
              <a:gd name="connsiteY5" fmla="*/ 32797 h 6405386"/>
              <a:gd name="connsiteX6" fmla="*/ 6431319 w 7680682"/>
              <a:gd name="connsiteY6" fmla="*/ 0 h 6405386"/>
              <a:gd name="connsiteX7" fmla="*/ 7631470 w 7680682"/>
              <a:gd name="connsiteY7" fmla="*/ 30531 h 6405386"/>
              <a:gd name="connsiteX8" fmla="*/ 7560032 w 7680682"/>
              <a:gd name="connsiteY8" fmla="*/ 6274128 h 6405386"/>
              <a:gd name="connsiteX9" fmla="*/ 7394324 w 7680682"/>
              <a:gd name="connsiteY9" fmla="*/ 6402154 h 6405386"/>
              <a:gd name="connsiteX10" fmla="*/ 7142118 w 7680682"/>
              <a:gd name="connsiteY10" fmla="*/ 6405352 h 6405386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0 w 7680682"/>
              <a:gd name="connsiteY4" fmla="*/ 60538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42138 w 7680682"/>
              <a:gd name="connsiteY4" fmla="*/ 40219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9875 w 7688439"/>
              <a:gd name="connsiteY0" fmla="*/ 6433518 h 6433552"/>
              <a:gd name="connsiteX1" fmla="*/ 6560587 w 7688439"/>
              <a:gd name="connsiteY1" fmla="*/ 6424418 h 6433552"/>
              <a:gd name="connsiteX2" fmla="*/ 995539 w 7688439"/>
              <a:gd name="connsiteY2" fmla="*/ 6393888 h 6433552"/>
              <a:gd name="connsiteX3" fmla="*/ 7757 w 7688439"/>
              <a:gd name="connsiteY3" fmla="*/ 6365104 h 6433552"/>
              <a:gd name="connsiteX4" fmla="*/ 49895 w 7688439"/>
              <a:gd name="connsiteY4" fmla="*/ 40219 h 6433552"/>
              <a:gd name="connsiteX5" fmla="*/ 241539 w 7688439"/>
              <a:gd name="connsiteY5" fmla="*/ 0 h 6433552"/>
              <a:gd name="connsiteX6" fmla="*/ 6439076 w 7688439"/>
              <a:gd name="connsiteY6" fmla="*/ 28166 h 6433552"/>
              <a:gd name="connsiteX7" fmla="*/ 7639227 w 7688439"/>
              <a:gd name="connsiteY7" fmla="*/ 58697 h 6433552"/>
              <a:gd name="connsiteX8" fmla="*/ 7567789 w 7688439"/>
              <a:gd name="connsiteY8" fmla="*/ 6302294 h 6433552"/>
              <a:gd name="connsiteX9" fmla="*/ 7402081 w 7688439"/>
              <a:gd name="connsiteY9" fmla="*/ 6430320 h 6433552"/>
              <a:gd name="connsiteX10" fmla="*/ 7149875 w 7688439"/>
              <a:gd name="connsiteY10" fmla="*/ 6433518 h 6433552"/>
              <a:gd name="connsiteX0" fmla="*/ 7149875 w 7664186"/>
              <a:gd name="connsiteY0" fmla="*/ 6433518 h 6433552"/>
              <a:gd name="connsiteX1" fmla="*/ 6560587 w 7664186"/>
              <a:gd name="connsiteY1" fmla="*/ 6424418 h 6433552"/>
              <a:gd name="connsiteX2" fmla="*/ 995539 w 7664186"/>
              <a:gd name="connsiteY2" fmla="*/ 6393888 h 6433552"/>
              <a:gd name="connsiteX3" fmla="*/ 7757 w 7664186"/>
              <a:gd name="connsiteY3" fmla="*/ 6365104 h 6433552"/>
              <a:gd name="connsiteX4" fmla="*/ 49895 w 7664186"/>
              <a:gd name="connsiteY4" fmla="*/ 40219 h 6433552"/>
              <a:gd name="connsiteX5" fmla="*/ 241539 w 7664186"/>
              <a:gd name="connsiteY5" fmla="*/ 0 h 6433552"/>
              <a:gd name="connsiteX6" fmla="*/ 6439076 w 7664186"/>
              <a:gd name="connsiteY6" fmla="*/ 28166 h 6433552"/>
              <a:gd name="connsiteX7" fmla="*/ 7639227 w 7664186"/>
              <a:gd name="connsiteY7" fmla="*/ 58697 h 6433552"/>
              <a:gd name="connsiteX8" fmla="*/ 7567789 w 7664186"/>
              <a:gd name="connsiteY8" fmla="*/ 6302294 h 6433552"/>
              <a:gd name="connsiteX9" fmla="*/ 7402081 w 7664186"/>
              <a:gd name="connsiteY9" fmla="*/ 6430320 h 6433552"/>
              <a:gd name="connsiteX10" fmla="*/ 7149875 w 7664186"/>
              <a:gd name="connsiteY10" fmla="*/ 6433518 h 6433552"/>
              <a:gd name="connsiteX0" fmla="*/ 7149875 w 7657158"/>
              <a:gd name="connsiteY0" fmla="*/ 6433518 h 6433552"/>
              <a:gd name="connsiteX1" fmla="*/ 6560587 w 7657158"/>
              <a:gd name="connsiteY1" fmla="*/ 6424418 h 6433552"/>
              <a:gd name="connsiteX2" fmla="*/ 995539 w 7657158"/>
              <a:gd name="connsiteY2" fmla="*/ 6393888 h 6433552"/>
              <a:gd name="connsiteX3" fmla="*/ 7757 w 7657158"/>
              <a:gd name="connsiteY3" fmla="*/ 6365104 h 6433552"/>
              <a:gd name="connsiteX4" fmla="*/ 49895 w 7657158"/>
              <a:gd name="connsiteY4" fmla="*/ 40219 h 6433552"/>
              <a:gd name="connsiteX5" fmla="*/ 241539 w 7657158"/>
              <a:gd name="connsiteY5" fmla="*/ 0 h 6433552"/>
              <a:gd name="connsiteX6" fmla="*/ 6439076 w 7657158"/>
              <a:gd name="connsiteY6" fmla="*/ 28166 h 6433552"/>
              <a:gd name="connsiteX7" fmla="*/ 7639227 w 7657158"/>
              <a:gd name="connsiteY7" fmla="*/ 58697 h 6433552"/>
              <a:gd name="connsiteX8" fmla="*/ 7567789 w 7657158"/>
              <a:gd name="connsiteY8" fmla="*/ 6302294 h 6433552"/>
              <a:gd name="connsiteX9" fmla="*/ 7402081 w 7657158"/>
              <a:gd name="connsiteY9" fmla="*/ 6430320 h 6433552"/>
              <a:gd name="connsiteX10" fmla="*/ 7149875 w 7657158"/>
              <a:gd name="connsiteY10" fmla="*/ 6433518 h 6433552"/>
              <a:gd name="connsiteX0" fmla="*/ 7149875 w 7661310"/>
              <a:gd name="connsiteY0" fmla="*/ 6433518 h 6452113"/>
              <a:gd name="connsiteX1" fmla="*/ 6560587 w 7661310"/>
              <a:gd name="connsiteY1" fmla="*/ 6424418 h 6452113"/>
              <a:gd name="connsiteX2" fmla="*/ 995539 w 7661310"/>
              <a:gd name="connsiteY2" fmla="*/ 6393888 h 6452113"/>
              <a:gd name="connsiteX3" fmla="*/ 7757 w 7661310"/>
              <a:gd name="connsiteY3" fmla="*/ 6365104 h 6452113"/>
              <a:gd name="connsiteX4" fmla="*/ 49895 w 7661310"/>
              <a:gd name="connsiteY4" fmla="*/ 40219 h 6452113"/>
              <a:gd name="connsiteX5" fmla="*/ 241539 w 7661310"/>
              <a:gd name="connsiteY5" fmla="*/ 0 h 6452113"/>
              <a:gd name="connsiteX6" fmla="*/ 6439076 w 7661310"/>
              <a:gd name="connsiteY6" fmla="*/ 28166 h 6452113"/>
              <a:gd name="connsiteX7" fmla="*/ 7639227 w 7661310"/>
              <a:gd name="connsiteY7" fmla="*/ 58697 h 6452113"/>
              <a:gd name="connsiteX8" fmla="*/ 7589645 w 7661310"/>
              <a:gd name="connsiteY8" fmla="*/ 6366021 h 6452113"/>
              <a:gd name="connsiteX9" fmla="*/ 7402081 w 7661310"/>
              <a:gd name="connsiteY9" fmla="*/ 6430320 h 6452113"/>
              <a:gd name="connsiteX10" fmla="*/ 7149875 w 7661310"/>
              <a:gd name="connsiteY10" fmla="*/ 6433518 h 6452113"/>
              <a:gd name="connsiteX0" fmla="*/ 7149875 w 7657523"/>
              <a:gd name="connsiteY0" fmla="*/ 6433518 h 6452112"/>
              <a:gd name="connsiteX1" fmla="*/ 6560587 w 7657523"/>
              <a:gd name="connsiteY1" fmla="*/ 6424418 h 6452112"/>
              <a:gd name="connsiteX2" fmla="*/ 995539 w 7657523"/>
              <a:gd name="connsiteY2" fmla="*/ 6393888 h 6452112"/>
              <a:gd name="connsiteX3" fmla="*/ 7757 w 7657523"/>
              <a:gd name="connsiteY3" fmla="*/ 6365104 h 6452112"/>
              <a:gd name="connsiteX4" fmla="*/ 49895 w 7657523"/>
              <a:gd name="connsiteY4" fmla="*/ 40219 h 6452112"/>
              <a:gd name="connsiteX5" fmla="*/ 241539 w 7657523"/>
              <a:gd name="connsiteY5" fmla="*/ 0 h 6452112"/>
              <a:gd name="connsiteX6" fmla="*/ 6439076 w 7657523"/>
              <a:gd name="connsiteY6" fmla="*/ 28166 h 6452112"/>
              <a:gd name="connsiteX7" fmla="*/ 7639227 w 7657523"/>
              <a:gd name="connsiteY7" fmla="*/ 58697 h 6452112"/>
              <a:gd name="connsiteX8" fmla="*/ 7589645 w 7657523"/>
              <a:gd name="connsiteY8" fmla="*/ 6366021 h 6452112"/>
              <a:gd name="connsiteX9" fmla="*/ 7402081 w 7657523"/>
              <a:gd name="connsiteY9" fmla="*/ 6430320 h 6452112"/>
              <a:gd name="connsiteX10" fmla="*/ 7149875 w 7657523"/>
              <a:gd name="connsiteY10" fmla="*/ 6433518 h 6452112"/>
              <a:gd name="connsiteX0" fmla="*/ 7149875 w 7639227"/>
              <a:gd name="connsiteY0" fmla="*/ 6433518 h 6452112"/>
              <a:gd name="connsiteX1" fmla="*/ 6560587 w 7639227"/>
              <a:gd name="connsiteY1" fmla="*/ 6424418 h 6452112"/>
              <a:gd name="connsiteX2" fmla="*/ 995539 w 7639227"/>
              <a:gd name="connsiteY2" fmla="*/ 6393888 h 6452112"/>
              <a:gd name="connsiteX3" fmla="*/ 7757 w 7639227"/>
              <a:gd name="connsiteY3" fmla="*/ 6365104 h 6452112"/>
              <a:gd name="connsiteX4" fmla="*/ 49895 w 7639227"/>
              <a:gd name="connsiteY4" fmla="*/ 40219 h 6452112"/>
              <a:gd name="connsiteX5" fmla="*/ 241539 w 7639227"/>
              <a:gd name="connsiteY5" fmla="*/ 0 h 6452112"/>
              <a:gd name="connsiteX6" fmla="*/ 6439076 w 7639227"/>
              <a:gd name="connsiteY6" fmla="*/ 28166 h 6452112"/>
              <a:gd name="connsiteX7" fmla="*/ 7639227 w 7639227"/>
              <a:gd name="connsiteY7" fmla="*/ 58697 h 6452112"/>
              <a:gd name="connsiteX8" fmla="*/ 7589645 w 7639227"/>
              <a:gd name="connsiteY8" fmla="*/ 6366021 h 6452112"/>
              <a:gd name="connsiteX9" fmla="*/ 7402081 w 7639227"/>
              <a:gd name="connsiteY9" fmla="*/ 6430320 h 6452112"/>
              <a:gd name="connsiteX10" fmla="*/ 7149875 w 7639227"/>
              <a:gd name="connsiteY10" fmla="*/ 6433518 h 6452112"/>
              <a:gd name="connsiteX0" fmla="*/ 7149875 w 7641711"/>
              <a:gd name="connsiteY0" fmla="*/ 6433518 h 6473199"/>
              <a:gd name="connsiteX1" fmla="*/ 6560587 w 7641711"/>
              <a:gd name="connsiteY1" fmla="*/ 6424418 h 6473199"/>
              <a:gd name="connsiteX2" fmla="*/ 995539 w 7641711"/>
              <a:gd name="connsiteY2" fmla="*/ 6393888 h 6473199"/>
              <a:gd name="connsiteX3" fmla="*/ 7757 w 7641711"/>
              <a:gd name="connsiteY3" fmla="*/ 6365104 h 6473199"/>
              <a:gd name="connsiteX4" fmla="*/ 49895 w 7641711"/>
              <a:gd name="connsiteY4" fmla="*/ 40219 h 6473199"/>
              <a:gd name="connsiteX5" fmla="*/ 241539 w 7641711"/>
              <a:gd name="connsiteY5" fmla="*/ 0 h 6473199"/>
              <a:gd name="connsiteX6" fmla="*/ 6439076 w 7641711"/>
              <a:gd name="connsiteY6" fmla="*/ 28166 h 6473199"/>
              <a:gd name="connsiteX7" fmla="*/ 7639227 w 7641711"/>
              <a:gd name="connsiteY7" fmla="*/ 58697 h 6473199"/>
              <a:gd name="connsiteX8" fmla="*/ 7618786 w 7641711"/>
              <a:gd name="connsiteY8" fmla="*/ 6397885 h 6473199"/>
              <a:gd name="connsiteX9" fmla="*/ 7402081 w 7641711"/>
              <a:gd name="connsiteY9" fmla="*/ 6430320 h 6473199"/>
              <a:gd name="connsiteX10" fmla="*/ 7149875 w 7641711"/>
              <a:gd name="connsiteY10" fmla="*/ 6433518 h 6473199"/>
              <a:gd name="connsiteX0" fmla="*/ 7149875 w 7641711"/>
              <a:gd name="connsiteY0" fmla="*/ 6433518 h 6438168"/>
              <a:gd name="connsiteX1" fmla="*/ 6560587 w 7641711"/>
              <a:gd name="connsiteY1" fmla="*/ 6424418 h 6438168"/>
              <a:gd name="connsiteX2" fmla="*/ 995539 w 7641711"/>
              <a:gd name="connsiteY2" fmla="*/ 6393888 h 6438168"/>
              <a:gd name="connsiteX3" fmla="*/ 7757 w 7641711"/>
              <a:gd name="connsiteY3" fmla="*/ 6365104 h 6438168"/>
              <a:gd name="connsiteX4" fmla="*/ 49895 w 7641711"/>
              <a:gd name="connsiteY4" fmla="*/ 40219 h 6438168"/>
              <a:gd name="connsiteX5" fmla="*/ 241539 w 7641711"/>
              <a:gd name="connsiteY5" fmla="*/ 0 h 6438168"/>
              <a:gd name="connsiteX6" fmla="*/ 6439076 w 7641711"/>
              <a:gd name="connsiteY6" fmla="*/ 28166 h 6438168"/>
              <a:gd name="connsiteX7" fmla="*/ 7639227 w 7641711"/>
              <a:gd name="connsiteY7" fmla="*/ 58697 h 6438168"/>
              <a:gd name="connsiteX8" fmla="*/ 7618786 w 7641711"/>
              <a:gd name="connsiteY8" fmla="*/ 6397885 h 6438168"/>
              <a:gd name="connsiteX9" fmla="*/ 7402081 w 7641711"/>
              <a:gd name="connsiteY9" fmla="*/ 6430320 h 6438168"/>
              <a:gd name="connsiteX10" fmla="*/ 7149875 w 7641711"/>
              <a:gd name="connsiteY10" fmla="*/ 6433518 h 643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41711" h="6438168">
                <a:moveTo>
                  <a:pt x="7149875" y="6433518"/>
                </a:moveTo>
                <a:cubicBezTo>
                  <a:pt x="6975114" y="6433129"/>
                  <a:pt x="6756136" y="6429491"/>
                  <a:pt x="6560587" y="6424418"/>
                </a:cubicBezTo>
                <a:lnTo>
                  <a:pt x="995539" y="6393888"/>
                </a:lnTo>
                <a:lnTo>
                  <a:pt x="7757" y="6365104"/>
                </a:lnTo>
                <a:cubicBezTo>
                  <a:pt x="-20334" y="4216169"/>
                  <a:pt x="35849" y="2148514"/>
                  <a:pt x="49895" y="40219"/>
                </a:cubicBezTo>
                <a:lnTo>
                  <a:pt x="241539" y="0"/>
                </a:lnTo>
                <a:lnTo>
                  <a:pt x="6439076" y="28166"/>
                </a:lnTo>
                <a:cubicBezTo>
                  <a:pt x="6939139" y="58697"/>
                  <a:pt x="7296327" y="28165"/>
                  <a:pt x="7639227" y="58697"/>
                </a:cubicBezTo>
                <a:cubicBezTo>
                  <a:pt x="7638435" y="2070139"/>
                  <a:pt x="7653203" y="4107561"/>
                  <a:pt x="7618786" y="6397885"/>
                </a:cubicBezTo>
                <a:cubicBezTo>
                  <a:pt x="7625166" y="6478264"/>
                  <a:pt x="7566387" y="6409966"/>
                  <a:pt x="7402081" y="6430320"/>
                </a:cubicBezTo>
                <a:cubicBezTo>
                  <a:pt x="7343671" y="6432816"/>
                  <a:pt x="7254732" y="6433752"/>
                  <a:pt x="7149875" y="643351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test&#10;&#10;AI-generated content may be incorrect.">
            <a:extLst>
              <a:ext uri="{FF2B5EF4-FFF2-40B4-BE49-F238E27FC236}">
                <a16:creationId xmlns:a16="http://schemas.microsoft.com/office/drawing/2014/main" id="{8F47E5C9-F5F9-D5D1-5048-55C4EC0DA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008" y="509581"/>
            <a:ext cx="10152722" cy="40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78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6FB0F23-3B45-4057-92D7-60A175991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2710B-D5FA-DC7E-365F-AB3958E7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670830"/>
            <a:ext cx="10658121" cy="9851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Intervention: Arthroscopic surgery + physio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9953613-5A5A-4383-B8C2-6A202946F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4291217"/>
          </a:xfrm>
          <a:custGeom>
            <a:avLst/>
            <a:gdLst>
              <a:gd name="connsiteX0" fmla="*/ 11939278 w 12192000"/>
              <a:gd name="connsiteY0" fmla="*/ 4505678 h 4505788"/>
              <a:gd name="connsiteX1" fmla="*/ 11424827 w 12192000"/>
              <a:gd name="connsiteY1" fmla="*/ 4495007 h 4505788"/>
              <a:gd name="connsiteX2" fmla="*/ 10611484 w 12192000"/>
              <a:gd name="connsiteY2" fmla="*/ 4501297 h 4505788"/>
              <a:gd name="connsiteX3" fmla="*/ 1537138 w 12192000"/>
              <a:gd name="connsiteY3" fmla="*/ 4479019 h 4505788"/>
              <a:gd name="connsiteX4" fmla="*/ 113174 w 12192000"/>
              <a:gd name="connsiteY4" fmla="*/ 4461702 h 4505788"/>
              <a:gd name="connsiteX5" fmla="*/ 0 w 12192000"/>
              <a:gd name="connsiteY5" fmla="*/ 4459468 h 4505788"/>
              <a:gd name="connsiteX6" fmla="*/ 0 w 12192000"/>
              <a:gd name="connsiteY6" fmla="*/ 0 h 4505788"/>
              <a:gd name="connsiteX7" fmla="*/ 12192000 w 12192000"/>
              <a:gd name="connsiteY7" fmla="*/ 0 h 4505788"/>
              <a:gd name="connsiteX8" fmla="*/ 12192000 w 12192000"/>
              <a:gd name="connsiteY8" fmla="*/ 4499412 h 4505788"/>
              <a:gd name="connsiteX9" fmla="*/ 12183330 w 12192000"/>
              <a:gd name="connsiteY9" fmla="*/ 4500309 h 4505788"/>
              <a:gd name="connsiteX10" fmla="*/ 11983621 w 12192000"/>
              <a:gd name="connsiteY10" fmla="*/ 4505604 h 4505788"/>
              <a:gd name="connsiteX11" fmla="*/ 11939278 w 12192000"/>
              <a:gd name="connsiteY11" fmla="*/ 4505678 h 4505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4505788">
                <a:moveTo>
                  <a:pt x="11939278" y="4505678"/>
                </a:moveTo>
                <a:cubicBezTo>
                  <a:pt x="11817135" y="4504551"/>
                  <a:pt x="11574433" y="4495156"/>
                  <a:pt x="11424827" y="4495007"/>
                </a:cubicBezTo>
                <a:cubicBezTo>
                  <a:pt x="11139862" y="4494723"/>
                  <a:pt x="10930345" y="4504998"/>
                  <a:pt x="10611484" y="4501297"/>
                </a:cubicBezTo>
                <a:cubicBezTo>
                  <a:pt x="8176893" y="4532664"/>
                  <a:pt x="4168459" y="4370065"/>
                  <a:pt x="1537138" y="4479019"/>
                </a:cubicBezTo>
                <a:cubicBezTo>
                  <a:pt x="755355" y="4495523"/>
                  <a:pt x="519578" y="4472425"/>
                  <a:pt x="113174" y="4461702"/>
                </a:cubicBezTo>
                <a:lnTo>
                  <a:pt x="0" y="4459468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499412"/>
                </a:lnTo>
                <a:lnTo>
                  <a:pt x="12183330" y="4500309"/>
                </a:lnTo>
                <a:cubicBezTo>
                  <a:pt x="12145326" y="4501926"/>
                  <a:pt x="12084089" y="4500034"/>
                  <a:pt x="11983621" y="4505604"/>
                </a:cubicBezTo>
                <a:cubicBezTo>
                  <a:pt x="11971715" y="4505831"/>
                  <a:pt x="11956727" y="4505839"/>
                  <a:pt x="11939278" y="4505678"/>
                </a:cubicBezTo>
                <a:close/>
              </a:path>
            </a:pathLst>
          </a:cu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text on a page&#10;&#10;AI-generated content may be incorrect.">
            <a:extLst>
              <a:ext uri="{FF2B5EF4-FFF2-40B4-BE49-F238E27FC236}">
                <a16:creationId xmlns:a16="http://schemas.microsoft.com/office/drawing/2014/main" id="{0DCD07FD-58EC-8144-31E5-D6385305CC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70" y="825032"/>
            <a:ext cx="5291663" cy="2592915"/>
          </a:xfrm>
          <a:prstGeom prst="rect">
            <a:avLst/>
          </a:prstGeom>
        </p:spPr>
      </p:pic>
      <p:pic>
        <p:nvPicPr>
          <p:cNvPr id="7" name="Picture 6" descr="A green text on a white background&#10;&#10;AI-generated content may be incorrect.">
            <a:extLst>
              <a:ext uri="{FF2B5EF4-FFF2-40B4-BE49-F238E27FC236}">
                <a16:creationId xmlns:a16="http://schemas.microsoft.com/office/drawing/2014/main" id="{07AF03BC-31D4-D3F2-2F90-5992461D1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930865"/>
            <a:ext cx="5291665" cy="238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77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293528E-0CA3-4E56-B7A0-091C0AB0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DD9E8A-A492-8F1E-6114-A7942489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863993"/>
            <a:ext cx="10658121" cy="87598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dirty="0"/>
              <a:t>Control – personalized hip therapy</a:t>
            </a:r>
            <a:br>
              <a:rPr lang="en-US" dirty="0"/>
            </a:br>
            <a:r>
              <a:rPr lang="en-US" dirty="0"/>
              <a:t>Injection? – did they say how many people had injections?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778232E-C75B-4B3C-9201-81C077571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21709" y="534571"/>
            <a:ext cx="11418399" cy="3938131"/>
          </a:xfrm>
          <a:custGeom>
            <a:avLst/>
            <a:gdLst>
              <a:gd name="connsiteX0" fmla="*/ 7142118 w 7680682"/>
              <a:gd name="connsiteY0" fmla="*/ 6405352 h 6405386"/>
              <a:gd name="connsiteX1" fmla="*/ 6552830 w 7680682"/>
              <a:gd name="connsiteY1" fmla="*/ 6396252 h 6405386"/>
              <a:gd name="connsiteX2" fmla="*/ 987782 w 7680682"/>
              <a:gd name="connsiteY2" fmla="*/ 6365722 h 6405386"/>
              <a:gd name="connsiteX3" fmla="*/ 0 w 7680682"/>
              <a:gd name="connsiteY3" fmla="*/ 6336938 h 6405386"/>
              <a:gd name="connsiteX4" fmla="*/ 0 w 7680682"/>
              <a:gd name="connsiteY4" fmla="*/ 32372 h 6405386"/>
              <a:gd name="connsiteX5" fmla="*/ 157934 w 7680682"/>
              <a:gd name="connsiteY5" fmla="*/ 32797 h 6405386"/>
              <a:gd name="connsiteX6" fmla="*/ 6431319 w 7680682"/>
              <a:gd name="connsiteY6" fmla="*/ 0 h 6405386"/>
              <a:gd name="connsiteX7" fmla="*/ 7631470 w 7680682"/>
              <a:gd name="connsiteY7" fmla="*/ 30531 h 6405386"/>
              <a:gd name="connsiteX8" fmla="*/ 7560032 w 7680682"/>
              <a:gd name="connsiteY8" fmla="*/ 6274128 h 6405386"/>
              <a:gd name="connsiteX9" fmla="*/ 7394324 w 7680682"/>
              <a:gd name="connsiteY9" fmla="*/ 6402154 h 6405386"/>
              <a:gd name="connsiteX10" fmla="*/ 7142118 w 7680682"/>
              <a:gd name="connsiteY10" fmla="*/ 6405352 h 6405386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0 w 7680682"/>
              <a:gd name="connsiteY4" fmla="*/ 60538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42138 w 7680682"/>
              <a:gd name="connsiteY4" fmla="*/ 40219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9875 w 7688439"/>
              <a:gd name="connsiteY0" fmla="*/ 6433518 h 6433552"/>
              <a:gd name="connsiteX1" fmla="*/ 6560587 w 7688439"/>
              <a:gd name="connsiteY1" fmla="*/ 6424418 h 6433552"/>
              <a:gd name="connsiteX2" fmla="*/ 995539 w 7688439"/>
              <a:gd name="connsiteY2" fmla="*/ 6393888 h 6433552"/>
              <a:gd name="connsiteX3" fmla="*/ 7757 w 7688439"/>
              <a:gd name="connsiteY3" fmla="*/ 6365104 h 6433552"/>
              <a:gd name="connsiteX4" fmla="*/ 49895 w 7688439"/>
              <a:gd name="connsiteY4" fmla="*/ 40219 h 6433552"/>
              <a:gd name="connsiteX5" fmla="*/ 241539 w 7688439"/>
              <a:gd name="connsiteY5" fmla="*/ 0 h 6433552"/>
              <a:gd name="connsiteX6" fmla="*/ 6439076 w 7688439"/>
              <a:gd name="connsiteY6" fmla="*/ 28166 h 6433552"/>
              <a:gd name="connsiteX7" fmla="*/ 7639227 w 7688439"/>
              <a:gd name="connsiteY7" fmla="*/ 58697 h 6433552"/>
              <a:gd name="connsiteX8" fmla="*/ 7567789 w 7688439"/>
              <a:gd name="connsiteY8" fmla="*/ 6302294 h 6433552"/>
              <a:gd name="connsiteX9" fmla="*/ 7402081 w 7688439"/>
              <a:gd name="connsiteY9" fmla="*/ 6430320 h 6433552"/>
              <a:gd name="connsiteX10" fmla="*/ 7149875 w 7688439"/>
              <a:gd name="connsiteY10" fmla="*/ 6433518 h 6433552"/>
              <a:gd name="connsiteX0" fmla="*/ 7149875 w 7664186"/>
              <a:gd name="connsiteY0" fmla="*/ 6433518 h 6433552"/>
              <a:gd name="connsiteX1" fmla="*/ 6560587 w 7664186"/>
              <a:gd name="connsiteY1" fmla="*/ 6424418 h 6433552"/>
              <a:gd name="connsiteX2" fmla="*/ 995539 w 7664186"/>
              <a:gd name="connsiteY2" fmla="*/ 6393888 h 6433552"/>
              <a:gd name="connsiteX3" fmla="*/ 7757 w 7664186"/>
              <a:gd name="connsiteY3" fmla="*/ 6365104 h 6433552"/>
              <a:gd name="connsiteX4" fmla="*/ 49895 w 7664186"/>
              <a:gd name="connsiteY4" fmla="*/ 40219 h 6433552"/>
              <a:gd name="connsiteX5" fmla="*/ 241539 w 7664186"/>
              <a:gd name="connsiteY5" fmla="*/ 0 h 6433552"/>
              <a:gd name="connsiteX6" fmla="*/ 6439076 w 7664186"/>
              <a:gd name="connsiteY6" fmla="*/ 28166 h 6433552"/>
              <a:gd name="connsiteX7" fmla="*/ 7639227 w 7664186"/>
              <a:gd name="connsiteY7" fmla="*/ 58697 h 6433552"/>
              <a:gd name="connsiteX8" fmla="*/ 7567789 w 7664186"/>
              <a:gd name="connsiteY8" fmla="*/ 6302294 h 6433552"/>
              <a:gd name="connsiteX9" fmla="*/ 7402081 w 7664186"/>
              <a:gd name="connsiteY9" fmla="*/ 6430320 h 6433552"/>
              <a:gd name="connsiteX10" fmla="*/ 7149875 w 7664186"/>
              <a:gd name="connsiteY10" fmla="*/ 6433518 h 6433552"/>
              <a:gd name="connsiteX0" fmla="*/ 7149875 w 7657158"/>
              <a:gd name="connsiteY0" fmla="*/ 6433518 h 6433552"/>
              <a:gd name="connsiteX1" fmla="*/ 6560587 w 7657158"/>
              <a:gd name="connsiteY1" fmla="*/ 6424418 h 6433552"/>
              <a:gd name="connsiteX2" fmla="*/ 995539 w 7657158"/>
              <a:gd name="connsiteY2" fmla="*/ 6393888 h 6433552"/>
              <a:gd name="connsiteX3" fmla="*/ 7757 w 7657158"/>
              <a:gd name="connsiteY3" fmla="*/ 6365104 h 6433552"/>
              <a:gd name="connsiteX4" fmla="*/ 49895 w 7657158"/>
              <a:gd name="connsiteY4" fmla="*/ 40219 h 6433552"/>
              <a:gd name="connsiteX5" fmla="*/ 241539 w 7657158"/>
              <a:gd name="connsiteY5" fmla="*/ 0 h 6433552"/>
              <a:gd name="connsiteX6" fmla="*/ 6439076 w 7657158"/>
              <a:gd name="connsiteY6" fmla="*/ 28166 h 6433552"/>
              <a:gd name="connsiteX7" fmla="*/ 7639227 w 7657158"/>
              <a:gd name="connsiteY7" fmla="*/ 58697 h 6433552"/>
              <a:gd name="connsiteX8" fmla="*/ 7567789 w 7657158"/>
              <a:gd name="connsiteY8" fmla="*/ 6302294 h 6433552"/>
              <a:gd name="connsiteX9" fmla="*/ 7402081 w 7657158"/>
              <a:gd name="connsiteY9" fmla="*/ 6430320 h 6433552"/>
              <a:gd name="connsiteX10" fmla="*/ 7149875 w 7657158"/>
              <a:gd name="connsiteY10" fmla="*/ 6433518 h 6433552"/>
              <a:gd name="connsiteX0" fmla="*/ 7149875 w 7661310"/>
              <a:gd name="connsiteY0" fmla="*/ 6433518 h 6452113"/>
              <a:gd name="connsiteX1" fmla="*/ 6560587 w 7661310"/>
              <a:gd name="connsiteY1" fmla="*/ 6424418 h 6452113"/>
              <a:gd name="connsiteX2" fmla="*/ 995539 w 7661310"/>
              <a:gd name="connsiteY2" fmla="*/ 6393888 h 6452113"/>
              <a:gd name="connsiteX3" fmla="*/ 7757 w 7661310"/>
              <a:gd name="connsiteY3" fmla="*/ 6365104 h 6452113"/>
              <a:gd name="connsiteX4" fmla="*/ 49895 w 7661310"/>
              <a:gd name="connsiteY4" fmla="*/ 40219 h 6452113"/>
              <a:gd name="connsiteX5" fmla="*/ 241539 w 7661310"/>
              <a:gd name="connsiteY5" fmla="*/ 0 h 6452113"/>
              <a:gd name="connsiteX6" fmla="*/ 6439076 w 7661310"/>
              <a:gd name="connsiteY6" fmla="*/ 28166 h 6452113"/>
              <a:gd name="connsiteX7" fmla="*/ 7639227 w 7661310"/>
              <a:gd name="connsiteY7" fmla="*/ 58697 h 6452113"/>
              <a:gd name="connsiteX8" fmla="*/ 7589645 w 7661310"/>
              <a:gd name="connsiteY8" fmla="*/ 6366021 h 6452113"/>
              <a:gd name="connsiteX9" fmla="*/ 7402081 w 7661310"/>
              <a:gd name="connsiteY9" fmla="*/ 6430320 h 6452113"/>
              <a:gd name="connsiteX10" fmla="*/ 7149875 w 7661310"/>
              <a:gd name="connsiteY10" fmla="*/ 6433518 h 6452113"/>
              <a:gd name="connsiteX0" fmla="*/ 7149875 w 7657523"/>
              <a:gd name="connsiteY0" fmla="*/ 6433518 h 6452112"/>
              <a:gd name="connsiteX1" fmla="*/ 6560587 w 7657523"/>
              <a:gd name="connsiteY1" fmla="*/ 6424418 h 6452112"/>
              <a:gd name="connsiteX2" fmla="*/ 995539 w 7657523"/>
              <a:gd name="connsiteY2" fmla="*/ 6393888 h 6452112"/>
              <a:gd name="connsiteX3" fmla="*/ 7757 w 7657523"/>
              <a:gd name="connsiteY3" fmla="*/ 6365104 h 6452112"/>
              <a:gd name="connsiteX4" fmla="*/ 49895 w 7657523"/>
              <a:gd name="connsiteY4" fmla="*/ 40219 h 6452112"/>
              <a:gd name="connsiteX5" fmla="*/ 241539 w 7657523"/>
              <a:gd name="connsiteY5" fmla="*/ 0 h 6452112"/>
              <a:gd name="connsiteX6" fmla="*/ 6439076 w 7657523"/>
              <a:gd name="connsiteY6" fmla="*/ 28166 h 6452112"/>
              <a:gd name="connsiteX7" fmla="*/ 7639227 w 7657523"/>
              <a:gd name="connsiteY7" fmla="*/ 58697 h 6452112"/>
              <a:gd name="connsiteX8" fmla="*/ 7589645 w 7657523"/>
              <a:gd name="connsiteY8" fmla="*/ 6366021 h 6452112"/>
              <a:gd name="connsiteX9" fmla="*/ 7402081 w 7657523"/>
              <a:gd name="connsiteY9" fmla="*/ 6430320 h 6452112"/>
              <a:gd name="connsiteX10" fmla="*/ 7149875 w 7657523"/>
              <a:gd name="connsiteY10" fmla="*/ 6433518 h 6452112"/>
              <a:gd name="connsiteX0" fmla="*/ 7149875 w 7639227"/>
              <a:gd name="connsiteY0" fmla="*/ 6433518 h 6452112"/>
              <a:gd name="connsiteX1" fmla="*/ 6560587 w 7639227"/>
              <a:gd name="connsiteY1" fmla="*/ 6424418 h 6452112"/>
              <a:gd name="connsiteX2" fmla="*/ 995539 w 7639227"/>
              <a:gd name="connsiteY2" fmla="*/ 6393888 h 6452112"/>
              <a:gd name="connsiteX3" fmla="*/ 7757 w 7639227"/>
              <a:gd name="connsiteY3" fmla="*/ 6365104 h 6452112"/>
              <a:gd name="connsiteX4" fmla="*/ 49895 w 7639227"/>
              <a:gd name="connsiteY4" fmla="*/ 40219 h 6452112"/>
              <a:gd name="connsiteX5" fmla="*/ 241539 w 7639227"/>
              <a:gd name="connsiteY5" fmla="*/ 0 h 6452112"/>
              <a:gd name="connsiteX6" fmla="*/ 6439076 w 7639227"/>
              <a:gd name="connsiteY6" fmla="*/ 28166 h 6452112"/>
              <a:gd name="connsiteX7" fmla="*/ 7639227 w 7639227"/>
              <a:gd name="connsiteY7" fmla="*/ 58697 h 6452112"/>
              <a:gd name="connsiteX8" fmla="*/ 7589645 w 7639227"/>
              <a:gd name="connsiteY8" fmla="*/ 6366021 h 6452112"/>
              <a:gd name="connsiteX9" fmla="*/ 7402081 w 7639227"/>
              <a:gd name="connsiteY9" fmla="*/ 6430320 h 6452112"/>
              <a:gd name="connsiteX10" fmla="*/ 7149875 w 7639227"/>
              <a:gd name="connsiteY10" fmla="*/ 6433518 h 6452112"/>
              <a:gd name="connsiteX0" fmla="*/ 7149875 w 7641711"/>
              <a:gd name="connsiteY0" fmla="*/ 6433518 h 6473199"/>
              <a:gd name="connsiteX1" fmla="*/ 6560587 w 7641711"/>
              <a:gd name="connsiteY1" fmla="*/ 6424418 h 6473199"/>
              <a:gd name="connsiteX2" fmla="*/ 995539 w 7641711"/>
              <a:gd name="connsiteY2" fmla="*/ 6393888 h 6473199"/>
              <a:gd name="connsiteX3" fmla="*/ 7757 w 7641711"/>
              <a:gd name="connsiteY3" fmla="*/ 6365104 h 6473199"/>
              <a:gd name="connsiteX4" fmla="*/ 49895 w 7641711"/>
              <a:gd name="connsiteY4" fmla="*/ 40219 h 6473199"/>
              <a:gd name="connsiteX5" fmla="*/ 241539 w 7641711"/>
              <a:gd name="connsiteY5" fmla="*/ 0 h 6473199"/>
              <a:gd name="connsiteX6" fmla="*/ 6439076 w 7641711"/>
              <a:gd name="connsiteY6" fmla="*/ 28166 h 6473199"/>
              <a:gd name="connsiteX7" fmla="*/ 7639227 w 7641711"/>
              <a:gd name="connsiteY7" fmla="*/ 58697 h 6473199"/>
              <a:gd name="connsiteX8" fmla="*/ 7618786 w 7641711"/>
              <a:gd name="connsiteY8" fmla="*/ 6397885 h 6473199"/>
              <a:gd name="connsiteX9" fmla="*/ 7402081 w 7641711"/>
              <a:gd name="connsiteY9" fmla="*/ 6430320 h 6473199"/>
              <a:gd name="connsiteX10" fmla="*/ 7149875 w 7641711"/>
              <a:gd name="connsiteY10" fmla="*/ 6433518 h 6473199"/>
              <a:gd name="connsiteX0" fmla="*/ 7149875 w 7641711"/>
              <a:gd name="connsiteY0" fmla="*/ 6433518 h 6438168"/>
              <a:gd name="connsiteX1" fmla="*/ 6560587 w 7641711"/>
              <a:gd name="connsiteY1" fmla="*/ 6424418 h 6438168"/>
              <a:gd name="connsiteX2" fmla="*/ 995539 w 7641711"/>
              <a:gd name="connsiteY2" fmla="*/ 6393888 h 6438168"/>
              <a:gd name="connsiteX3" fmla="*/ 7757 w 7641711"/>
              <a:gd name="connsiteY3" fmla="*/ 6365104 h 6438168"/>
              <a:gd name="connsiteX4" fmla="*/ 49895 w 7641711"/>
              <a:gd name="connsiteY4" fmla="*/ 40219 h 6438168"/>
              <a:gd name="connsiteX5" fmla="*/ 241539 w 7641711"/>
              <a:gd name="connsiteY5" fmla="*/ 0 h 6438168"/>
              <a:gd name="connsiteX6" fmla="*/ 6439076 w 7641711"/>
              <a:gd name="connsiteY6" fmla="*/ 28166 h 6438168"/>
              <a:gd name="connsiteX7" fmla="*/ 7639227 w 7641711"/>
              <a:gd name="connsiteY7" fmla="*/ 58697 h 6438168"/>
              <a:gd name="connsiteX8" fmla="*/ 7618786 w 7641711"/>
              <a:gd name="connsiteY8" fmla="*/ 6397885 h 6438168"/>
              <a:gd name="connsiteX9" fmla="*/ 7402081 w 7641711"/>
              <a:gd name="connsiteY9" fmla="*/ 6430320 h 6438168"/>
              <a:gd name="connsiteX10" fmla="*/ 7149875 w 7641711"/>
              <a:gd name="connsiteY10" fmla="*/ 6433518 h 643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41711" h="6438168">
                <a:moveTo>
                  <a:pt x="7149875" y="6433518"/>
                </a:moveTo>
                <a:cubicBezTo>
                  <a:pt x="6975114" y="6433129"/>
                  <a:pt x="6756136" y="6429491"/>
                  <a:pt x="6560587" y="6424418"/>
                </a:cubicBezTo>
                <a:lnTo>
                  <a:pt x="995539" y="6393888"/>
                </a:lnTo>
                <a:lnTo>
                  <a:pt x="7757" y="6365104"/>
                </a:lnTo>
                <a:cubicBezTo>
                  <a:pt x="-20334" y="4216169"/>
                  <a:pt x="35849" y="2148514"/>
                  <a:pt x="49895" y="40219"/>
                </a:cubicBezTo>
                <a:lnTo>
                  <a:pt x="241539" y="0"/>
                </a:lnTo>
                <a:lnTo>
                  <a:pt x="6439076" y="28166"/>
                </a:lnTo>
                <a:cubicBezTo>
                  <a:pt x="6939139" y="58697"/>
                  <a:pt x="7296327" y="28165"/>
                  <a:pt x="7639227" y="58697"/>
                </a:cubicBezTo>
                <a:cubicBezTo>
                  <a:pt x="7638435" y="2070139"/>
                  <a:pt x="7653203" y="4107561"/>
                  <a:pt x="7618786" y="6397885"/>
                </a:cubicBezTo>
                <a:cubicBezTo>
                  <a:pt x="7625166" y="6478264"/>
                  <a:pt x="7566387" y="6409966"/>
                  <a:pt x="7402081" y="6430320"/>
                </a:cubicBezTo>
                <a:cubicBezTo>
                  <a:pt x="7343671" y="6432816"/>
                  <a:pt x="7254732" y="6433752"/>
                  <a:pt x="7149875" y="643351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green and white text&#10;&#10;AI-generated content may be incorrect.">
            <a:extLst>
              <a:ext uri="{FF2B5EF4-FFF2-40B4-BE49-F238E27FC236}">
                <a16:creationId xmlns:a16="http://schemas.microsoft.com/office/drawing/2014/main" id="{CFF9EBB1-D9C9-9B8B-07B6-99D8F616A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8112" y="801858"/>
            <a:ext cx="3886912" cy="3362179"/>
          </a:xfrm>
          <a:prstGeom prst="rect">
            <a:avLst/>
          </a:prstGeom>
        </p:spPr>
      </p:pic>
      <p:pic>
        <p:nvPicPr>
          <p:cNvPr id="7" name="Picture 6" descr="A green and black text&#10;&#10;AI-generated content may be incorrect.">
            <a:extLst>
              <a:ext uri="{FF2B5EF4-FFF2-40B4-BE49-F238E27FC236}">
                <a16:creationId xmlns:a16="http://schemas.microsoft.com/office/drawing/2014/main" id="{58A8DB3A-55F3-504B-841C-BFC9DE541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206" y="1314121"/>
            <a:ext cx="5081855" cy="233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304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6A35EAA-ED80-4FF1-942C-82B1D483A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977627" y="481134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15F49B-3CBC-46CF-AFB5-988852D0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33683" flipH="1">
            <a:off x="1010574" y="456230"/>
            <a:ext cx="9378187" cy="5238589"/>
          </a:xfrm>
          <a:custGeom>
            <a:avLst/>
            <a:gdLst/>
            <a:ahLst/>
            <a:cxnLst/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293528E-0CA3-4E56-B7A0-091C0AB0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EE84E-482D-B770-FE7E-6EF883B7D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40" y="4976537"/>
            <a:ext cx="10658121" cy="87598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dirty="0"/>
              <a:t>Appendix: only 64% (100 out of 177) had &gt;6 sessions= treatment effect? Factors? ++ critical thinking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778232E-C75B-4B3C-9201-81C077571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21711" y="313659"/>
            <a:ext cx="11418399" cy="4399017"/>
          </a:xfrm>
          <a:custGeom>
            <a:avLst/>
            <a:gdLst>
              <a:gd name="connsiteX0" fmla="*/ 7142118 w 7680682"/>
              <a:gd name="connsiteY0" fmla="*/ 6405352 h 6405386"/>
              <a:gd name="connsiteX1" fmla="*/ 6552830 w 7680682"/>
              <a:gd name="connsiteY1" fmla="*/ 6396252 h 6405386"/>
              <a:gd name="connsiteX2" fmla="*/ 987782 w 7680682"/>
              <a:gd name="connsiteY2" fmla="*/ 6365722 h 6405386"/>
              <a:gd name="connsiteX3" fmla="*/ 0 w 7680682"/>
              <a:gd name="connsiteY3" fmla="*/ 6336938 h 6405386"/>
              <a:gd name="connsiteX4" fmla="*/ 0 w 7680682"/>
              <a:gd name="connsiteY4" fmla="*/ 32372 h 6405386"/>
              <a:gd name="connsiteX5" fmla="*/ 157934 w 7680682"/>
              <a:gd name="connsiteY5" fmla="*/ 32797 h 6405386"/>
              <a:gd name="connsiteX6" fmla="*/ 6431319 w 7680682"/>
              <a:gd name="connsiteY6" fmla="*/ 0 h 6405386"/>
              <a:gd name="connsiteX7" fmla="*/ 7631470 w 7680682"/>
              <a:gd name="connsiteY7" fmla="*/ 30531 h 6405386"/>
              <a:gd name="connsiteX8" fmla="*/ 7560032 w 7680682"/>
              <a:gd name="connsiteY8" fmla="*/ 6274128 h 6405386"/>
              <a:gd name="connsiteX9" fmla="*/ 7394324 w 7680682"/>
              <a:gd name="connsiteY9" fmla="*/ 6402154 h 6405386"/>
              <a:gd name="connsiteX10" fmla="*/ 7142118 w 7680682"/>
              <a:gd name="connsiteY10" fmla="*/ 6405352 h 6405386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0 w 7680682"/>
              <a:gd name="connsiteY4" fmla="*/ 60538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2118 w 7680682"/>
              <a:gd name="connsiteY0" fmla="*/ 6433518 h 6433552"/>
              <a:gd name="connsiteX1" fmla="*/ 6552830 w 7680682"/>
              <a:gd name="connsiteY1" fmla="*/ 6424418 h 6433552"/>
              <a:gd name="connsiteX2" fmla="*/ 987782 w 7680682"/>
              <a:gd name="connsiteY2" fmla="*/ 6393888 h 6433552"/>
              <a:gd name="connsiteX3" fmla="*/ 0 w 7680682"/>
              <a:gd name="connsiteY3" fmla="*/ 6365104 h 6433552"/>
              <a:gd name="connsiteX4" fmla="*/ 42138 w 7680682"/>
              <a:gd name="connsiteY4" fmla="*/ 40219 h 6433552"/>
              <a:gd name="connsiteX5" fmla="*/ 233782 w 7680682"/>
              <a:gd name="connsiteY5" fmla="*/ 0 h 6433552"/>
              <a:gd name="connsiteX6" fmla="*/ 6431319 w 7680682"/>
              <a:gd name="connsiteY6" fmla="*/ 28166 h 6433552"/>
              <a:gd name="connsiteX7" fmla="*/ 7631470 w 7680682"/>
              <a:gd name="connsiteY7" fmla="*/ 58697 h 6433552"/>
              <a:gd name="connsiteX8" fmla="*/ 7560032 w 7680682"/>
              <a:gd name="connsiteY8" fmla="*/ 6302294 h 6433552"/>
              <a:gd name="connsiteX9" fmla="*/ 7394324 w 7680682"/>
              <a:gd name="connsiteY9" fmla="*/ 6430320 h 6433552"/>
              <a:gd name="connsiteX10" fmla="*/ 7142118 w 7680682"/>
              <a:gd name="connsiteY10" fmla="*/ 6433518 h 6433552"/>
              <a:gd name="connsiteX0" fmla="*/ 7149875 w 7688439"/>
              <a:gd name="connsiteY0" fmla="*/ 6433518 h 6433552"/>
              <a:gd name="connsiteX1" fmla="*/ 6560587 w 7688439"/>
              <a:gd name="connsiteY1" fmla="*/ 6424418 h 6433552"/>
              <a:gd name="connsiteX2" fmla="*/ 995539 w 7688439"/>
              <a:gd name="connsiteY2" fmla="*/ 6393888 h 6433552"/>
              <a:gd name="connsiteX3" fmla="*/ 7757 w 7688439"/>
              <a:gd name="connsiteY3" fmla="*/ 6365104 h 6433552"/>
              <a:gd name="connsiteX4" fmla="*/ 49895 w 7688439"/>
              <a:gd name="connsiteY4" fmla="*/ 40219 h 6433552"/>
              <a:gd name="connsiteX5" fmla="*/ 241539 w 7688439"/>
              <a:gd name="connsiteY5" fmla="*/ 0 h 6433552"/>
              <a:gd name="connsiteX6" fmla="*/ 6439076 w 7688439"/>
              <a:gd name="connsiteY6" fmla="*/ 28166 h 6433552"/>
              <a:gd name="connsiteX7" fmla="*/ 7639227 w 7688439"/>
              <a:gd name="connsiteY7" fmla="*/ 58697 h 6433552"/>
              <a:gd name="connsiteX8" fmla="*/ 7567789 w 7688439"/>
              <a:gd name="connsiteY8" fmla="*/ 6302294 h 6433552"/>
              <a:gd name="connsiteX9" fmla="*/ 7402081 w 7688439"/>
              <a:gd name="connsiteY9" fmla="*/ 6430320 h 6433552"/>
              <a:gd name="connsiteX10" fmla="*/ 7149875 w 7688439"/>
              <a:gd name="connsiteY10" fmla="*/ 6433518 h 6433552"/>
              <a:gd name="connsiteX0" fmla="*/ 7149875 w 7664186"/>
              <a:gd name="connsiteY0" fmla="*/ 6433518 h 6433552"/>
              <a:gd name="connsiteX1" fmla="*/ 6560587 w 7664186"/>
              <a:gd name="connsiteY1" fmla="*/ 6424418 h 6433552"/>
              <a:gd name="connsiteX2" fmla="*/ 995539 w 7664186"/>
              <a:gd name="connsiteY2" fmla="*/ 6393888 h 6433552"/>
              <a:gd name="connsiteX3" fmla="*/ 7757 w 7664186"/>
              <a:gd name="connsiteY3" fmla="*/ 6365104 h 6433552"/>
              <a:gd name="connsiteX4" fmla="*/ 49895 w 7664186"/>
              <a:gd name="connsiteY4" fmla="*/ 40219 h 6433552"/>
              <a:gd name="connsiteX5" fmla="*/ 241539 w 7664186"/>
              <a:gd name="connsiteY5" fmla="*/ 0 h 6433552"/>
              <a:gd name="connsiteX6" fmla="*/ 6439076 w 7664186"/>
              <a:gd name="connsiteY6" fmla="*/ 28166 h 6433552"/>
              <a:gd name="connsiteX7" fmla="*/ 7639227 w 7664186"/>
              <a:gd name="connsiteY7" fmla="*/ 58697 h 6433552"/>
              <a:gd name="connsiteX8" fmla="*/ 7567789 w 7664186"/>
              <a:gd name="connsiteY8" fmla="*/ 6302294 h 6433552"/>
              <a:gd name="connsiteX9" fmla="*/ 7402081 w 7664186"/>
              <a:gd name="connsiteY9" fmla="*/ 6430320 h 6433552"/>
              <a:gd name="connsiteX10" fmla="*/ 7149875 w 7664186"/>
              <a:gd name="connsiteY10" fmla="*/ 6433518 h 6433552"/>
              <a:gd name="connsiteX0" fmla="*/ 7149875 w 7657158"/>
              <a:gd name="connsiteY0" fmla="*/ 6433518 h 6433552"/>
              <a:gd name="connsiteX1" fmla="*/ 6560587 w 7657158"/>
              <a:gd name="connsiteY1" fmla="*/ 6424418 h 6433552"/>
              <a:gd name="connsiteX2" fmla="*/ 995539 w 7657158"/>
              <a:gd name="connsiteY2" fmla="*/ 6393888 h 6433552"/>
              <a:gd name="connsiteX3" fmla="*/ 7757 w 7657158"/>
              <a:gd name="connsiteY3" fmla="*/ 6365104 h 6433552"/>
              <a:gd name="connsiteX4" fmla="*/ 49895 w 7657158"/>
              <a:gd name="connsiteY4" fmla="*/ 40219 h 6433552"/>
              <a:gd name="connsiteX5" fmla="*/ 241539 w 7657158"/>
              <a:gd name="connsiteY5" fmla="*/ 0 h 6433552"/>
              <a:gd name="connsiteX6" fmla="*/ 6439076 w 7657158"/>
              <a:gd name="connsiteY6" fmla="*/ 28166 h 6433552"/>
              <a:gd name="connsiteX7" fmla="*/ 7639227 w 7657158"/>
              <a:gd name="connsiteY7" fmla="*/ 58697 h 6433552"/>
              <a:gd name="connsiteX8" fmla="*/ 7567789 w 7657158"/>
              <a:gd name="connsiteY8" fmla="*/ 6302294 h 6433552"/>
              <a:gd name="connsiteX9" fmla="*/ 7402081 w 7657158"/>
              <a:gd name="connsiteY9" fmla="*/ 6430320 h 6433552"/>
              <a:gd name="connsiteX10" fmla="*/ 7149875 w 7657158"/>
              <a:gd name="connsiteY10" fmla="*/ 6433518 h 6433552"/>
              <a:gd name="connsiteX0" fmla="*/ 7149875 w 7661310"/>
              <a:gd name="connsiteY0" fmla="*/ 6433518 h 6452113"/>
              <a:gd name="connsiteX1" fmla="*/ 6560587 w 7661310"/>
              <a:gd name="connsiteY1" fmla="*/ 6424418 h 6452113"/>
              <a:gd name="connsiteX2" fmla="*/ 995539 w 7661310"/>
              <a:gd name="connsiteY2" fmla="*/ 6393888 h 6452113"/>
              <a:gd name="connsiteX3" fmla="*/ 7757 w 7661310"/>
              <a:gd name="connsiteY3" fmla="*/ 6365104 h 6452113"/>
              <a:gd name="connsiteX4" fmla="*/ 49895 w 7661310"/>
              <a:gd name="connsiteY4" fmla="*/ 40219 h 6452113"/>
              <a:gd name="connsiteX5" fmla="*/ 241539 w 7661310"/>
              <a:gd name="connsiteY5" fmla="*/ 0 h 6452113"/>
              <a:gd name="connsiteX6" fmla="*/ 6439076 w 7661310"/>
              <a:gd name="connsiteY6" fmla="*/ 28166 h 6452113"/>
              <a:gd name="connsiteX7" fmla="*/ 7639227 w 7661310"/>
              <a:gd name="connsiteY7" fmla="*/ 58697 h 6452113"/>
              <a:gd name="connsiteX8" fmla="*/ 7589645 w 7661310"/>
              <a:gd name="connsiteY8" fmla="*/ 6366021 h 6452113"/>
              <a:gd name="connsiteX9" fmla="*/ 7402081 w 7661310"/>
              <a:gd name="connsiteY9" fmla="*/ 6430320 h 6452113"/>
              <a:gd name="connsiteX10" fmla="*/ 7149875 w 7661310"/>
              <a:gd name="connsiteY10" fmla="*/ 6433518 h 6452113"/>
              <a:gd name="connsiteX0" fmla="*/ 7149875 w 7657523"/>
              <a:gd name="connsiteY0" fmla="*/ 6433518 h 6452112"/>
              <a:gd name="connsiteX1" fmla="*/ 6560587 w 7657523"/>
              <a:gd name="connsiteY1" fmla="*/ 6424418 h 6452112"/>
              <a:gd name="connsiteX2" fmla="*/ 995539 w 7657523"/>
              <a:gd name="connsiteY2" fmla="*/ 6393888 h 6452112"/>
              <a:gd name="connsiteX3" fmla="*/ 7757 w 7657523"/>
              <a:gd name="connsiteY3" fmla="*/ 6365104 h 6452112"/>
              <a:gd name="connsiteX4" fmla="*/ 49895 w 7657523"/>
              <a:gd name="connsiteY4" fmla="*/ 40219 h 6452112"/>
              <a:gd name="connsiteX5" fmla="*/ 241539 w 7657523"/>
              <a:gd name="connsiteY5" fmla="*/ 0 h 6452112"/>
              <a:gd name="connsiteX6" fmla="*/ 6439076 w 7657523"/>
              <a:gd name="connsiteY6" fmla="*/ 28166 h 6452112"/>
              <a:gd name="connsiteX7" fmla="*/ 7639227 w 7657523"/>
              <a:gd name="connsiteY7" fmla="*/ 58697 h 6452112"/>
              <a:gd name="connsiteX8" fmla="*/ 7589645 w 7657523"/>
              <a:gd name="connsiteY8" fmla="*/ 6366021 h 6452112"/>
              <a:gd name="connsiteX9" fmla="*/ 7402081 w 7657523"/>
              <a:gd name="connsiteY9" fmla="*/ 6430320 h 6452112"/>
              <a:gd name="connsiteX10" fmla="*/ 7149875 w 7657523"/>
              <a:gd name="connsiteY10" fmla="*/ 6433518 h 6452112"/>
              <a:gd name="connsiteX0" fmla="*/ 7149875 w 7639227"/>
              <a:gd name="connsiteY0" fmla="*/ 6433518 h 6452112"/>
              <a:gd name="connsiteX1" fmla="*/ 6560587 w 7639227"/>
              <a:gd name="connsiteY1" fmla="*/ 6424418 h 6452112"/>
              <a:gd name="connsiteX2" fmla="*/ 995539 w 7639227"/>
              <a:gd name="connsiteY2" fmla="*/ 6393888 h 6452112"/>
              <a:gd name="connsiteX3" fmla="*/ 7757 w 7639227"/>
              <a:gd name="connsiteY3" fmla="*/ 6365104 h 6452112"/>
              <a:gd name="connsiteX4" fmla="*/ 49895 w 7639227"/>
              <a:gd name="connsiteY4" fmla="*/ 40219 h 6452112"/>
              <a:gd name="connsiteX5" fmla="*/ 241539 w 7639227"/>
              <a:gd name="connsiteY5" fmla="*/ 0 h 6452112"/>
              <a:gd name="connsiteX6" fmla="*/ 6439076 w 7639227"/>
              <a:gd name="connsiteY6" fmla="*/ 28166 h 6452112"/>
              <a:gd name="connsiteX7" fmla="*/ 7639227 w 7639227"/>
              <a:gd name="connsiteY7" fmla="*/ 58697 h 6452112"/>
              <a:gd name="connsiteX8" fmla="*/ 7589645 w 7639227"/>
              <a:gd name="connsiteY8" fmla="*/ 6366021 h 6452112"/>
              <a:gd name="connsiteX9" fmla="*/ 7402081 w 7639227"/>
              <a:gd name="connsiteY9" fmla="*/ 6430320 h 6452112"/>
              <a:gd name="connsiteX10" fmla="*/ 7149875 w 7639227"/>
              <a:gd name="connsiteY10" fmla="*/ 6433518 h 6452112"/>
              <a:gd name="connsiteX0" fmla="*/ 7149875 w 7641711"/>
              <a:gd name="connsiteY0" fmla="*/ 6433518 h 6473199"/>
              <a:gd name="connsiteX1" fmla="*/ 6560587 w 7641711"/>
              <a:gd name="connsiteY1" fmla="*/ 6424418 h 6473199"/>
              <a:gd name="connsiteX2" fmla="*/ 995539 w 7641711"/>
              <a:gd name="connsiteY2" fmla="*/ 6393888 h 6473199"/>
              <a:gd name="connsiteX3" fmla="*/ 7757 w 7641711"/>
              <a:gd name="connsiteY3" fmla="*/ 6365104 h 6473199"/>
              <a:gd name="connsiteX4" fmla="*/ 49895 w 7641711"/>
              <a:gd name="connsiteY4" fmla="*/ 40219 h 6473199"/>
              <a:gd name="connsiteX5" fmla="*/ 241539 w 7641711"/>
              <a:gd name="connsiteY5" fmla="*/ 0 h 6473199"/>
              <a:gd name="connsiteX6" fmla="*/ 6439076 w 7641711"/>
              <a:gd name="connsiteY6" fmla="*/ 28166 h 6473199"/>
              <a:gd name="connsiteX7" fmla="*/ 7639227 w 7641711"/>
              <a:gd name="connsiteY7" fmla="*/ 58697 h 6473199"/>
              <a:gd name="connsiteX8" fmla="*/ 7618786 w 7641711"/>
              <a:gd name="connsiteY8" fmla="*/ 6397885 h 6473199"/>
              <a:gd name="connsiteX9" fmla="*/ 7402081 w 7641711"/>
              <a:gd name="connsiteY9" fmla="*/ 6430320 h 6473199"/>
              <a:gd name="connsiteX10" fmla="*/ 7149875 w 7641711"/>
              <a:gd name="connsiteY10" fmla="*/ 6433518 h 6473199"/>
              <a:gd name="connsiteX0" fmla="*/ 7149875 w 7641711"/>
              <a:gd name="connsiteY0" fmla="*/ 6433518 h 6438168"/>
              <a:gd name="connsiteX1" fmla="*/ 6560587 w 7641711"/>
              <a:gd name="connsiteY1" fmla="*/ 6424418 h 6438168"/>
              <a:gd name="connsiteX2" fmla="*/ 995539 w 7641711"/>
              <a:gd name="connsiteY2" fmla="*/ 6393888 h 6438168"/>
              <a:gd name="connsiteX3" fmla="*/ 7757 w 7641711"/>
              <a:gd name="connsiteY3" fmla="*/ 6365104 h 6438168"/>
              <a:gd name="connsiteX4" fmla="*/ 49895 w 7641711"/>
              <a:gd name="connsiteY4" fmla="*/ 40219 h 6438168"/>
              <a:gd name="connsiteX5" fmla="*/ 241539 w 7641711"/>
              <a:gd name="connsiteY5" fmla="*/ 0 h 6438168"/>
              <a:gd name="connsiteX6" fmla="*/ 6439076 w 7641711"/>
              <a:gd name="connsiteY6" fmla="*/ 28166 h 6438168"/>
              <a:gd name="connsiteX7" fmla="*/ 7639227 w 7641711"/>
              <a:gd name="connsiteY7" fmla="*/ 58697 h 6438168"/>
              <a:gd name="connsiteX8" fmla="*/ 7618786 w 7641711"/>
              <a:gd name="connsiteY8" fmla="*/ 6397885 h 6438168"/>
              <a:gd name="connsiteX9" fmla="*/ 7402081 w 7641711"/>
              <a:gd name="connsiteY9" fmla="*/ 6430320 h 6438168"/>
              <a:gd name="connsiteX10" fmla="*/ 7149875 w 7641711"/>
              <a:gd name="connsiteY10" fmla="*/ 6433518 h 643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41711" h="6438168">
                <a:moveTo>
                  <a:pt x="7149875" y="6433518"/>
                </a:moveTo>
                <a:cubicBezTo>
                  <a:pt x="6975114" y="6433129"/>
                  <a:pt x="6756136" y="6429491"/>
                  <a:pt x="6560587" y="6424418"/>
                </a:cubicBezTo>
                <a:lnTo>
                  <a:pt x="995539" y="6393888"/>
                </a:lnTo>
                <a:lnTo>
                  <a:pt x="7757" y="6365104"/>
                </a:lnTo>
                <a:cubicBezTo>
                  <a:pt x="-20334" y="4216169"/>
                  <a:pt x="35849" y="2148514"/>
                  <a:pt x="49895" y="40219"/>
                </a:cubicBezTo>
                <a:lnTo>
                  <a:pt x="241539" y="0"/>
                </a:lnTo>
                <a:lnTo>
                  <a:pt x="6439076" y="28166"/>
                </a:lnTo>
                <a:cubicBezTo>
                  <a:pt x="6939139" y="58697"/>
                  <a:pt x="7296327" y="28165"/>
                  <a:pt x="7639227" y="58697"/>
                </a:cubicBezTo>
                <a:cubicBezTo>
                  <a:pt x="7638435" y="2070139"/>
                  <a:pt x="7653203" y="4107561"/>
                  <a:pt x="7618786" y="6397885"/>
                </a:cubicBezTo>
                <a:cubicBezTo>
                  <a:pt x="7625166" y="6478264"/>
                  <a:pt x="7566387" y="6409966"/>
                  <a:pt x="7402081" y="6430320"/>
                </a:cubicBezTo>
                <a:cubicBezTo>
                  <a:pt x="7343671" y="6432816"/>
                  <a:pt x="7254732" y="6433752"/>
                  <a:pt x="7149875" y="643351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yellow text on a white background&#10;&#10;AI-generated content may be incorrect.">
            <a:extLst>
              <a:ext uri="{FF2B5EF4-FFF2-40B4-BE49-F238E27FC236}">
                <a16:creationId xmlns:a16="http://schemas.microsoft.com/office/drawing/2014/main" id="{85DF964C-64EE-2241-33E3-A7B6C4BA0F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8072" y="509581"/>
            <a:ext cx="8862595" cy="40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15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D9769A-E1A8-4890-A4B7-FF5D5C1DC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5030541-939E-4D9D-82AB-34D32FD16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79057" y="2200234"/>
            <a:ext cx="7166759" cy="4187342"/>
          </a:xfrm>
          <a:custGeom>
            <a:avLst/>
            <a:gdLst>
              <a:gd name="connsiteX0" fmla="*/ 3063362 w 5358686"/>
              <a:gd name="connsiteY0" fmla="*/ 3429562 h 3905917"/>
              <a:gd name="connsiteX1" fmla="*/ 4752173 w 5358686"/>
              <a:gd name="connsiteY1" fmla="*/ 3086315 h 3905917"/>
              <a:gd name="connsiteX2" fmla="*/ 5358470 w 5358686"/>
              <a:gd name="connsiteY2" fmla="*/ 1525101 h 3905917"/>
              <a:gd name="connsiteX3" fmla="*/ 4960932 w 5358686"/>
              <a:gd name="connsiteY3" fmla="*/ 466701 h 3905917"/>
              <a:gd name="connsiteX4" fmla="*/ 932230 w 5358686"/>
              <a:gd name="connsiteY4" fmla="*/ 19557 h 3905917"/>
              <a:gd name="connsiteX5" fmla="*/ 62745 w 5358686"/>
              <a:gd name="connsiteY5" fmla="*/ 783491 h 3905917"/>
              <a:gd name="connsiteX6" fmla="*/ 230579 w 5358686"/>
              <a:gd name="connsiteY6" fmla="*/ 2939564 h 3905917"/>
              <a:gd name="connsiteX7" fmla="*/ 2493030 w 5358686"/>
              <a:gd name="connsiteY7" fmla="*/ 3459876 h 3905917"/>
              <a:gd name="connsiteX8" fmla="*/ 2539191 w 5358686"/>
              <a:gd name="connsiteY8" fmla="*/ 3905918 h 3905917"/>
              <a:gd name="connsiteX9" fmla="*/ 3063362 w 5358686"/>
              <a:gd name="connsiteY9" fmla="*/ 3429562 h 3905917"/>
              <a:gd name="connsiteX0" fmla="*/ 3495230 w 5358668"/>
              <a:gd name="connsiteY0" fmla="*/ 3367114 h 3905918"/>
              <a:gd name="connsiteX1" fmla="*/ 4752173 w 5358668"/>
              <a:gd name="connsiteY1" fmla="*/ 3086315 h 3905918"/>
              <a:gd name="connsiteX2" fmla="*/ 5358470 w 5358668"/>
              <a:gd name="connsiteY2" fmla="*/ 1525101 h 3905918"/>
              <a:gd name="connsiteX3" fmla="*/ 4960932 w 5358668"/>
              <a:gd name="connsiteY3" fmla="*/ 466701 h 3905918"/>
              <a:gd name="connsiteX4" fmla="*/ 932230 w 5358668"/>
              <a:gd name="connsiteY4" fmla="*/ 19557 h 3905918"/>
              <a:gd name="connsiteX5" fmla="*/ 62745 w 5358668"/>
              <a:gd name="connsiteY5" fmla="*/ 783491 h 3905918"/>
              <a:gd name="connsiteX6" fmla="*/ 230579 w 5358668"/>
              <a:gd name="connsiteY6" fmla="*/ 2939564 h 3905918"/>
              <a:gd name="connsiteX7" fmla="*/ 2493030 w 5358668"/>
              <a:gd name="connsiteY7" fmla="*/ 3459876 h 3905918"/>
              <a:gd name="connsiteX8" fmla="*/ 2539191 w 5358668"/>
              <a:gd name="connsiteY8" fmla="*/ 3905918 h 3905918"/>
              <a:gd name="connsiteX9" fmla="*/ 3495230 w 5358668"/>
              <a:gd name="connsiteY9" fmla="*/ 3367114 h 3905918"/>
              <a:gd name="connsiteX0" fmla="*/ 3573176 w 5436614"/>
              <a:gd name="connsiteY0" fmla="*/ 3367114 h 3905918"/>
              <a:gd name="connsiteX1" fmla="*/ 4830119 w 5436614"/>
              <a:gd name="connsiteY1" fmla="*/ 3086315 h 3905918"/>
              <a:gd name="connsiteX2" fmla="*/ 5436416 w 5436614"/>
              <a:gd name="connsiteY2" fmla="*/ 1525101 h 3905918"/>
              <a:gd name="connsiteX3" fmla="*/ 5038878 w 5436614"/>
              <a:gd name="connsiteY3" fmla="*/ 466701 h 3905918"/>
              <a:gd name="connsiteX4" fmla="*/ 1010176 w 5436614"/>
              <a:gd name="connsiteY4" fmla="*/ 19557 h 3905918"/>
              <a:gd name="connsiteX5" fmla="*/ 140691 w 5436614"/>
              <a:gd name="connsiteY5" fmla="*/ 783491 h 3905918"/>
              <a:gd name="connsiteX6" fmla="*/ 308525 w 5436614"/>
              <a:gd name="connsiteY6" fmla="*/ 2939564 h 3905918"/>
              <a:gd name="connsiteX7" fmla="*/ 3039861 w 5436614"/>
              <a:gd name="connsiteY7" fmla="*/ 3409918 h 3905918"/>
              <a:gd name="connsiteX8" fmla="*/ 2617137 w 5436614"/>
              <a:gd name="connsiteY8" fmla="*/ 3905918 h 3905918"/>
              <a:gd name="connsiteX9" fmla="*/ 3573176 w 5436614"/>
              <a:gd name="connsiteY9" fmla="*/ 3367114 h 3905918"/>
              <a:gd name="connsiteX0" fmla="*/ 3573176 w 5436614"/>
              <a:gd name="connsiteY0" fmla="*/ 3367114 h 3843470"/>
              <a:gd name="connsiteX1" fmla="*/ 4830119 w 5436614"/>
              <a:gd name="connsiteY1" fmla="*/ 3086315 h 3843470"/>
              <a:gd name="connsiteX2" fmla="*/ 5436416 w 5436614"/>
              <a:gd name="connsiteY2" fmla="*/ 1525101 h 3843470"/>
              <a:gd name="connsiteX3" fmla="*/ 5038878 w 5436614"/>
              <a:gd name="connsiteY3" fmla="*/ 466701 h 3843470"/>
              <a:gd name="connsiteX4" fmla="*/ 1010176 w 5436614"/>
              <a:gd name="connsiteY4" fmla="*/ 19557 h 3843470"/>
              <a:gd name="connsiteX5" fmla="*/ 140691 w 5436614"/>
              <a:gd name="connsiteY5" fmla="*/ 783491 h 3843470"/>
              <a:gd name="connsiteX6" fmla="*/ 308525 w 5436614"/>
              <a:gd name="connsiteY6" fmla="*/ 2939564 h 3843470"/>
              <a:gd name="connsiteX7" fmla="*/ 3039861 w 5436614"/>
              <a:gd name="connsiteY7" fmla="*/ 3409918 h 3843470"/>
              <a:gd name="connsiteX8" fmla="*/ 3123040 w 5436614"/>
              <a:gd name="connsiteY8" fmla="*/ 3843470 h 3843470"/>
              <a:gd name="connsiteX9" fmla="*/ 3573176 w 5436614"/>
              <a:gd name="connsiteY9" fmla="*/ 3367114 h 3843470"/>
              <a:gd name="connsiteX0" fmla="*/ 3733585 w 5436599"/>
              <a:gd name="connsiteY0" fmla="*/ 3417073 h 3843470"/>
              <a:gd name="connsiteX1" fmla="*/ 4830119 w 5436599"/>
              <a:gd name="connsiteY1" fmla="*/ 3086315 h 3843470"/>
              <a:gd name="connsiteX2" fmla="*/ 5436416 w 5436599"/>
              <a:gd name="connsiteY2" fmla="*/ 1525101 h 3843470"/>
              <a:gd name="connsiteX3" fmla="*/ 5038878 w 5436599"/>
              <a:gd name="connsiteY3" fmla="*/ 466701 h 3843470"/>
              <a:gd name="connsiteX4" fmla="*/ 1010176 w 5436599"/>
              <a:gd name="connsiteY4" fmla="*/ 19557 h 3843470"/>
              <a:gd name="connsiteX5" fmla="*/ 140691 w 5436599"/>
              <a:gd name="connsiteY5" fmla="*/ 783491 h 3843470"/>
              <a:gd name="connsiteX6" fmla="*/ 308525 w 5436599"/>
              <a:gd name="connsiteY6" fmla="*/ 2939564 h 3843470"/>
              <a:gd name="connsiteX7" fmla="*/ 3039861 w 5436599"/>
              <a:gd name="connsiteY7" fmla="*/ 3409918 h 3843470"/>
              <a:gd name="connsiteX8" fmla="*/ 3123040 w 5436599"/>
              <a:gd name="connsiteY8" fmla="*/ 3843470 h 3843470"/>
              <a:gd name="connsiteX9" fmla="*/ 3733585 w 5436599"/>
              <a:gd name="connsiteY9" fmla="*/ 3417073 h 3843470"/>
              <a:gd name="connsiteX0" fmla="*/ 3745572 w 5448586"/>
              <a:gd name="connsiteY0" fmla="*/ 3417073 h 3843470"/>
              <a:gd name="connsiteX1" fmla="*/ 4842106 w 5448586"/>
              <a:gd name="connsiteY1" fmla="*/ 3086315 h 3843470"/>
              <a:gd name="connsiteX2" fmla="*/ 5448403 w 5448586"/>
              <a:gd name="connsiteY2" fmla="*/ 1525101 h 3843470"/>
              <a:gd name="connsiteX3" fmla="*/ 5050865 w 5448586"/>
              <a:gd name="connsiteY3" fmla="*/ 466701 h 3843470"/>
              <a:gd name="connsiteX4" fmla="*/ 1022163 w 5448586"/>
              <a:gd name="connsiteY4" fmla="*/ 19557 h 3843470"/>
              <a:gd name="connsiteX5" fmla="*/ 152678 w 5448586"/>
              <a:gd name="connsiteY5" fmla="*/ 783491 h 3843470"/>
              <a:gd name="connsiteX6" fmla="*/ 320512 w 5448586"/>
              <a:gd name="connsiteY6" fmla="*/ 2939564 h 3843470"/>
              <a:gd name="connsiteX7" fmla="*/ 3236934 w 5448586"/>
              <a:gd name="connsiteY7" fmla="*/ 3422408 h 3843470"/>
              <a:gd name="connsiteX8" fmla="*/ 3135027 w 5448586"/>
              <a:gd name="connsiteY8" fmla="*/ 3843470 h 3843470"/>
              <a:gd name="connsiteX9" fmla="*/ 3745572 w 5448586"/>
              <a:gd name="connsiteY9" fmla="*/ 3417073 h 3843470"/>
              <a:gd name="connsiteX0" fmla="*/ 3745572 w 5448586"/>
              <a:gd name="connsiteY0" fmla="*/ 3417073 h 3793511"/>
              <a:gd name="connsiteX1" fmla="*/ 4842106 w 5448586"/>
              <a:gd name="connsiteY1" fmla="*/ 3086315 h 3793511"/>
              <a:gd name="connsiteX2" fmla="*/ 5448403 w 5448586"/>
              <a:gd name="connsiteY2" fmla="*/ 1525101 h 3793511"/>
              <a:gd name="connsiteX3" fmla="*/ 5050865 w 5448586"/>
              <a:gd name="connsiteY3" fmla="*/ 466701 h 3793511"/>
              <a:gd name="connsiteX4" fmla="*/ 1022163 w 5448586"/>
              <a:gd name="connsiteY4" fmla="*/ 19557 h 3793511"/>
              <a:gd name="connsiteX5" fmla="*/ 152678 w 5448586"/>
              <a:gd name="connsiteY5" fmla="*/ 783491 h 3793511"/>
              <a:gd name="connsiteX6" fmla="*/ 320512 w 5448586"/>
              <a:gd name="connsiteY6" fmla="*/ 2939564 h 3793511"/>
              <a:gd name="connsiteX7" fmla="*/ 3236934 w 5448586"/>
              <a:gd name="connsiteY7" fmla="*/ 3422408 h 3793511"/>
              <a:gd name="connsiteX8" fmla="*/ 3233739 w 5448586"/>
              <a:gd name="connsiteY8" fmla="*/ 3793511 h 3793511"/>
              <a:gd name="connsiteX9" fmla="*/ 3745572 w 5448586"/>
              <a:gd name="connsiteY9" fmla="*/ 3417073 h 3793511"/>
              <a:gd name="connsiteX0" fmla="*/ 3745572 w 5452948"/>
              <a:gd name="connsiteY0" fmla="*/ 3417073 h 3793511"/>
              <a:gd name="connsiteX1" fmla="*/ 4928480 w 5452948"/>
              <a:gd name="connsiteY1" fmla="*/ 3061336 h 3793511"/>
              <a:gd name="connsiteX2" fmla="*/ 5448403 w 5452948"/>
              <a:gd name="connsiteY2" fmla="*/ 1525101 h 3793511"/>
              <a:gd name="connsiteX3" fmla="*/ 5050865 w 5452948"/>
              <a:gd name="connsiteY3" fmla="*/ 466701 h 3793511"/>
              <a:gd name="connsiteX4" fmla="*/ 1022163 w 5452948"/>
              <a:gd name="connsiteY4" fmla="*/ 19557 h 3793511"/>
              <a:gd name="connsiteX5" fmla="*/ 152678 w 5452948"/>
              <a:gd name="connsiteY5" fmla="*/ 783491 h 3793511"/>
              <a:gd name="connsiteX6" fmla="*/ 320512 w 5452948"/>
              <a:gd name="connsiteY6" fmla="*/ 2939564 h 3793511"/>
              <a:gd name="connsiteX7" fmla="*/ 3236934 w 5452948"/>
              <a:gd name="connsiteY7" fmla="*/ 3422408 h 3793511"/>
              <a:gd name="connsiteX8" fmla="*/ 3233739 w 5452948"/>
              <a:gd name="connsiteY8" fmla="*/ 3793511 h 3793511"/>
              <a:gd name="connsiteX9" fmla="*/ 3745572 w 5452948"/>
              <a:gd name="connsiteY9" fmla="*/ 3417073 h 3793511"/>
              <a:gd name="connsiteX0" fmla="*/ 3745572 w 5452948"/>
              <a:gd name="connsiteY0" fmla="*/ 3417073 h 3793511"/>
              <a:gd name="connsiteX1" fmla="*/ 4928480 w 5452948"/>
              <a:gd name="connsiteY1" fmla="*/ 3061336 h 3793511"/>
              <a:gd name="connsiteX2" fmla="*/ 5448403 w 5452948"/>
              <a:gd name="connsiteY2" fmla="*/ 1525101 h 3793511"/>
              <a:gd name="connsiteX3" fmla="*/ 5050865 w 5452948"/>
              <a:gd name="connsiteY3" fmla="*/ 466701 h 3793511"/>
              <a:gd name="connsiteX4" fmla="*/ 1022163 w 5452948"/>
              <a:gd name="connsiteY4" fmla="*/ 19557 h 3793511"/>
              <a:gd name="connsiteX5" fmla="*/ 152678 w 5452948"/>
              <a:gd name="connsiteY5" fmla="*/ 783491 h 3793511"/>
              <a:gd name="connsiteX6" fmla="*/ 320512 w 5452948"/>
              <a:gd name="connsiteY6" fmla="*/ 2939564 h 3793511"/>
              <a:gd name="connsiteX7" fmla="*/ 3236934 w 5452948"/>
              <a:gd name="connsiteY7" fmla="*/ 3422408 h 3793511"/>
              <a:gd name="connsiteX8" fmla="*/ 3233739 w 5452948"/>
              <a:gd name="connsiteY8" fmla="*/ 3793511 h 3793511"/>
              <a:gd name="connsiteX9" fmla="*/ 3745572 w 5452948"/>
              <a:gd name="connsiteY9" fmla="*/ 3417073 h 3793511"/>
              <a:gd name="connsiteX0" fmla="*/ 3744403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44403 w 5451779"/>
              <a:gd name="connsiteY9" fmla="*/ 3417073 h 3793511"/>
              <a:gd name="connsiteX0" fmla="*/ 3744403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44403 w 5451779"/>
              <a:gd name="connsiteY9" fmla="*/ 3417073 h 3793511"/>
              <a:gd name="connsiteX0" fmla="*/ 3798149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98149 w 5451779"/>
              <a:gd name="connsiteY9" fmla="*/ 3417073 h 3793511"/>
              <a:gd name="connsiteX0" fmla="*/ 3798149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98149 w 5451779"/>
              <a:gd name="connsiteY9" fmla="*/ 3417073 h 3793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51779" h="3793511">
                <a:moveTo>
                  <a:pt x="3798149" y="3417073"/>
                </a:moveTo>
                <a:cubicBezTo>
                  <a:pt x="4257694" y="3448903"/>
                  <a:pt x="4652464" y="3376665"/>
                  <a:pt x="4927311" y="3061336"/>
                </a:cubicBezTo>
                <a:cubicBezTo>
                  <a:pt x="5202158" y="2746007"/>
                  <a:pt x="5426837" y="1957540"/>
                  <a:pt x="5447234" y="1525101"/>
                </a:cubicBezTo>
                <a:cubicBezTo>
                  <a:pt x="5467631" y="1092662"/>
                  <a:pt x="5433316" y="716660"/>
                  <a:pt x="5049696" y="466701"/>
                </a:cubicBezTo>
                <a:cubicBezTo>
                  <a:pt x="4607927" y="262351"/>
                  <a:pt x="2070438" y="-86269"/>
                  <a:pt x="1020994" y="19557"/>
                </a:cubicBezTo>
                <a:cubicBezTo>
                  <a:pt x="535543" y="83769"/>
                  <a:pt x="235013" y="410480"/>
                  <a:pt x="151509" y="783491"/>
                </a:cubicBezTo>
                <a:cubicBezTo>
                  <a:pt x="36175" y="1298843"/>
                  <a:pt x="-191714" y="2499745"/>
                  <a:pt x="319343" y="2939564"/>
                </a:cubicBezTo>
                <a:cubicBezTo>
                  <a:pt x="830400" y="3379383"/>
                  <a:pt x="1915828" y="3438255"/>
                  <a:pt x="3217850" y="3422408"/>
                </a:cubicBezTo>
                <a:cubicBezTo>
                  <a:pt x="3251514" y="3541738"/>
                  <a:pt x="3263298" y="3609004"/>
                  <a:pt x="3232570" y="3793511"/>
                </a:cubicBezTo>
                <a:cubicBezTo>
                  <a:pt x="3517123" y="3635902"/>
                  <a:pt x="3798149" y="3417073"/>
                  <a:pt x="3798149" y="3417073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C72092-2B09-4FBA-B639-9D8632545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7520" y="2255022"/>
            <a:ext cx="7166759" cy="4187342"/>
          </a:xfrm>
          <a:custGeom>
            <a:avLst/>
            <a:gdLst>
              <a:gd name="connsiteX0" fmla="*/ 3063362 w 5358686"/>
              <a:gd name="connsiteY0" fmla="*/ 3429562 h 3905917"/>
              <a:gd name="connsiteX1" fmla="*/ 4752173 w 5358686"/>
              <a:gd name="connsiteY1" fmla="*/ 3086315 h 3905917"/>
              <a:gd name="connsiteX2" fmla="*/ 5358470 w 5358686"/>
              <a:gd name="connsiteY2" fmla="*/ 1525101 h 3905917"/>
              <a:gd name="connsiteX3" fmla="*/ 4960932 w 5358686"/>
              <a:gd name="connsiteY3" fmla="*/ 466701 h 3905917"/>
              <a:gd name="connsiteX4" fmla="*/ 932230 w 5358686"/>
              <a:gd name="connsiteY4" fmla="*/ 19557 h 3905917"/>
              <a:gd name="connsiteX5" fmla="*/ 62745 w 5358686"/>
              <a:gd name="connsiteY5" fmla="*/ 783491 h 3905917"/>
              <a:gd name="connsiteX6" fmla="*/ 230579 w 5358686"/>
              <a:gd name="connsiteY6" fmla="*/ 2939564 h 3905917"/>
              <a:gd name="connsiteX7" fmla="*/ 2493030 w 5358686"/>
              <a:gd name="connsiteY7" fmla="*/ 3459876 h 3905917"/>
              <a:gd name="connsiteX8" fmla="*/ 2539191 w 5358686"/>
              <a:gd name="connsiteY8" fmla="*/ 3905918 h 3905917"/>
              <a:gd name="connsiteX9" fmla="*/ 3063362 w 5358686"/>
              <a:gd name="connsiteY9" fmla="*/ 3429562 h 3905917"/>
              <a:gd name="connsiteX0" fmla="*/ 3495230 w 5358668"/>
              <a:gd name="connsiteY0" fmla="*/ 3367114 h 3905918"/>
              <a:gd name="connsiteX1" fmla="*/ 4752173 w 5358668"/>
              <a:gd name="connsiteY1" fmla="*/ 3086315 h 3905918"/>
              <a:gd name="connsiteX2" fmla="*/ 5358470 w 5358668"/>
              <a:gd name="connsiteY2" fmla="*/ 1525101 h 3905918"/>
              <a:gd name="connsiteX3" fmla="*/ 4960932 w 5358668"/>
              <a:gd name="connsiteY3" fmla="*/ 466701 h 3905918"/>
              <a:gd name="connsiteX4" fmla="*/ 932230 w 5358668"/>
              <a:gd name="connsiteY4" fmla="*/ 19557 h 3905918"/>
              <a:gd name="connsiteX5" fmla="*/ 62745 w 5358668"/>
              <a:gd name="connsiteY5" fmla="*/ 783491 h 3905918"/>
              <a:gd name="connsiteX6" fmla="*/ 230579 w 5358668"/>
              <a:gd name="connsiteY6" fmla="*/ 2939564 h 3905918"/>
              <a:gd name="connsiteX7" fmla="*/ 2493030 w 5358668"/>
              <a:gd name="connsiteY7" fmla="*/ 3459876 h 3905918"/>
              <a:gd name="connsiteX8" fmla="*/ 2539191 w 5358668"/>
              <a:gd name="connsiteY8" fmla="*/ 3905918 h 3905918"/>
              <a:gd name="connsiteX9" fmla="*/ 3495230 w 5358668"/>
              <a:gd name="connsiteY9" fmla="*/ 3367114 h 3905918"/>
              <a:gd name="connsiteX0" fmla="*/ 3573176 w 5436614"/>
              <a:gd name="connsiteY0" fmla="*/ 3367114 h 3905918"/>
              <a:gd name="connsiteX1" fmla="*/ 4830119 w 5436614"/>
              <a:gd name="connsiteY1" fmla="*/ 3086315 h 3905918"/>
              <a:gd name="connsiteX2" fmla="*/ 5436416 w 5436614"/>
              <a:gd name="connsiteY2" fmla="*/ 1525101 h 3905918"/>
              <a:gd name="connsiteX3" fmla="*/ 5038878 w 5436614"/>
              <a:gd name="connsiteY3" fmla="*/ 466701 h 3905918"/>
              <a:gd name="connsiteX4" fmla="*/ 1010176 w 5436614"/>
              <a:gd name="connsiteY4" fmla="*/ 19557 h 3905918"/>
              <a:gd name="connsiteX5" fmla="*/ 140691 w 5436614"/>
              <a:gd name="connsiteY5" fmla="*/ 783491 h 3905918"/>
              <a:gd name="connsiteX6" fmla="*/ 308525 w 5436614"/>
              <a:gd name="connsiteY6" fmla="*/ 2939564 h 3905918"/>
              <a:gd name="connsiteX7" fmla="*/ 3039861 w 5436614"/>
              <a:gd name="connsiteY7" fmla="*/ 3409918 h 3905918"/>
              <a:gd name="connsiteX8" fmla="*/ 2617137 w 5436614"/>
              <a:gd name="connsiteY8" fmla="*/ 3905918 h 3905918"/>
              <a:gd name="connsiteX9" fmla="*/ 3573176 w 5436614"/>
              <a:gd name="connsiteY9" fmla="*/ 3367114 h 3905918"/>
              <a:gd name="connsiteX0" fmla="*/ 3573176 w 5436614"/>
              <a:gd name="connsiteY0" fmla="*/ 3367114 h 3843470"/>
              <a:gd name="connsiteX1" fmla="*/ 4830119 w 5436614"/>
              <a:gd name="connsiteY1" fmla="*/ 3086315 h 3843470"/>
              <a:gd name="connsiteX2" fmla="*/ 5436416 w 5436614"/>
              <a:gd name="connsiteY2" fmla="*/ 1525101 h 3843470"/>
              <a:gd name="connsiteX3" fmla="*/ 5038878 w 5436614"/>
              <a:gd name="connsiteY3" fmla="*/ 466701 h 3843470"/>
              <a:gd name="connsiteX4" fmla="*/ 1010176 w 5436614"/>
              <a:gd name="connsiteY4" fmla="*/ 19557 h 3843470"/>
              <a:gd name="connsiteX5" fmla="*/ 140691 w 5436614"/>
              <a:gd name="connsiteY5" fmla="*/ 783491 h 3843470"/>
              <a:gd name="connsiteX6" fmla="*/ 308525 w 5436614"/>
              <a:gd name="connsiteY6" fmla="*/ 2939564 h 3843470"/>
              <a:gd name="connsiteX7" fmla="*/ 3039861 w 5436614"/>
              <a:gd name="connsiteY7" fmla="*/ 3409918 h 3843470"/>
              <a:gd name="connsiteX8" fmla="*/ 3123040 w 5436614"/>
              <a:gd name="connsiteY8" fmla="*/ 3843470 h 3843470"/>
              <a:gd name="connsiteX9" fmla="*/ 3573176 w 5436614"/>
              <a:gd name="connsiteY9" fmla="*/ 3367114 h 3843470"/>
              <a:gd name="connsiteX0" fmla="*/ 3733585 w 5436599"/>
              <a:gd name="connsiteY0" fmla="*/ 3417073 h 3843470"/>
              <a:gd name="connsiteX1" fmla="*/ 4830119 w 5436599"/>
              <a:gd name="connsiteY1" fmla="*/ 3086315 h 3843470"/>
              <a:gd name="connsiteX2" fmla="*/ 5436416 w 5436599"/>
              <a:gd name="connsiteY2" fmla="*/ 1525101 h 3843470"/>
              <a:gd name="connsiteX3" fmla="*/ 5038878 w 5436599"/>
              <a:gd name="connsiteY3" fmla="*/ 466701 h 3843470"/>
              <a:gd name="connsiteX4" fmla="*/ 1010176 w 5436599"/>
              <a:gd name="connsiteY4" fmla="*/ 19557 h 3843470"/>
              <a:gd name="connsiteX5" fmla="*/ 140691 w 5436599"/>
              <a:gd name="connsiteY5" fmla="*/ 783491 h 3843470"/>
              <a:gd name="connsiteX6" fmla="*/ 308525 w 5436599"/>
              <a:gd name="connsiteY6" fmla="*/ 2939564 h 3843470"/>
              <a:gd name="connsiteX7" fmla="*/ 3039861 w 5436599"/>
              <a:gd name="connsiteY7" fmla="*/ 3409918 h 3843470"/>
              <a:gd name="connsiteX8" fmla="*/ 3123040 w 5436599"/>
              <a:gd name="connsiteY8" fmla="*/ 3843470 h 3843470"/>
              <a:gd name="connsiteX9" fmla="*/ 3733585 w 5436599"/>
              <a:gd name="connsiteY9" fmla="*/ 3417073 h 3843470"/>
              <a:gd name="connsiteX0" fmla="*/ 3745572 w 5448586"/>
              <a:gd name="connsiteY0" fmla="*/ 3417073 h 3843470"/>
              <a:gd name="connsiteX1" fmla="*/ 4842106 w 5448586"/>
              <a:gd name="connsiteY1" fmla="*/ 3086315 h 3843470"/>
              <a:gd name="connsiteX2" fmla="*/ 5448403 w 5448586"/>
              <a:gd name="connsiteY2" fmla="*/ 1525101 h 3843470"/>
              <a:gd name="connsiteX3" fmla="*/ 5050865 w 5448586"/>
              <a:gd name="connsiteY3" fmla="*/ 466701 h 3843470"/>
              <a:gd name="connsiteX4" fmla="*/ 1022163 w 5448586"/>
              <a:gd name="connsiteY4" fmla="*/ 19557 h 3843470"/>
              <a:gd name="connsiteX5" fmla="*/ 152678 w 5448586"/>
              <a:gd name="connsiteY5" fmla="*/ 783491 h 3843470"/>
              <a:gd name="connsiteX6" fmla="*/ 320512 w 5448586"/>
              <a:gd name="connsiteY6" fmla="*/ 2939564 h 3843470"/>
              <a:gd name="connsiteX7" fmla="*/ 3236934 w 5448586"/>
              <a:gd name="connsiteY7" fmla="*/ 3422408 h 3843470"/>
              <a:gd name="connsiteX8" fmla="*/ 3135027 w 5448586"/>
              <a:gd name="connsiteY8" fmla="*/ 3843470 h 3843470"/>
              <a:gd name="connsiteX9" fmla="*/ 3745572 w 5448586"/>
              <a:gd name="connsiteY9" fmla="*/ 3417073 h 3843470"/>
              <a:gd name="connsiteX0" fmla="*/ 3745572 w 5448586"/>
              <a:gd name="connsiteY0" fmla="*/ 3417073 h 3793511"/>
              <a:gd name="connsiteX1" fmla="*/ 4842106 w 5448586"/>
              <a:gd name="connsiteY1" fmla="*/ 3086315 h 3793511"/>
              <a:gd name="connsiteX2" fmla="*/ 5448403 w 5448586"/>
              <a:gd name="connsiteY2" fmla="*/ 1525101 h 3793511"/>
              <a:gd name="connsiteX3" fmla="*/ 5050865 w 5448586"/>
              <a:gd name="connsiteY3" fmla="*/ 466701 h 3793511"/>
              <a:gd name="connsiteX4" fmla="*/ 1022163 w 5448586"/>
              <a:gd name="connsiteY4" fmla="*/ 19557 h 3793511"/>
              <a:gd name="connsiteX5" fmla="*/ 152678 w 5448586"/>
              <a:gd name="connsiteY5" fmla="*/ 783491 h 3793511"/>
              <a:gd name="connsiteX6" fmla="*/ 320512 w 5448586"/>
              <a:gd name="connsiteY6" fmla="*/ 2939564 h 3793511"/>
              <a:gd name="connsiteX7" fmla="*/ 3236934 w 5448586"/>
              <a:gd name="connsiteY7" fmla="*/ 3422408 h 3793511"/>
              <a:gd name="connsiteX8" fmla="*/ 3233739 w 5448586"/>
              <a:gd name="connsiteY8" fmla="*/ 3793511 h 3793511"/>
              <a:gd name="connsiteX9" fmla="*/ 3745572 w 5448586"/>
              <a:gd name="connsiteY9" fmla="*/ 3417073 h 3793511"/>
              <a:gd name="connsiteX0" fmla="*/ 3745572 w 5452948"/>
              <a:gd name="connsiteY0" fmla="*/ 3417073 h 3793511"/>
              <a:gd name="connsiteX1" fmla="*/ 4928480 w 5452948"/>
              <a:gd name="connsiteY1" fmla="*/ 3061336 h 3793511"/>
              <a:gd name="connsiteX2" fmla="*/ 5448403 w 5452948"/>
              <a:gd name="connsiteY2" fmla="*/ 1525101 h 3793511"/>
              <a:gd name="connsiteX3" fmla="*/ 5050865 w 5452948"/>
              <a:gd name="connsiteY3" fmla="*/ 466701 h 3793511"/>
              <a:gd name="connsiteX4" fmla="*/ 1022163 w 5452948"/>
              <a:gd name="connsiteY4" fmla="*/ 19557 h 3793511"/>
              <a:gd name="connsiteX5" fmla="*/ 152678 w 5452948"/>
              <a:gd name="connsiteY5" fmla="*/ 783491 h 3793511"/>
              <a:gd name="connsiteX6" fmla="*/ 320512 w 5452948"/>
              <a:gd name="connsiteY6" fmla="*/ 2939564 h 3793511"/>
              <a:gd name="connsiteX7" fmla="*/ 3236934 w 5452948"/>
              <a:gd name="connsiteY7" fmla="*/ 3422408 h 3793511"/>
              <a:gd name="connsiteX8" fmla="*/ 3233739 w 5452948"/>
              <a:gd name="connsiteY8" fmla="*/ 3793511 h 3793511"/>
              <a:gd name="connsiteX9" fmla="*/ 3745572 w 5452948"/>
              <a:gd name="connsiteY9" fmla="*/ 3417073 h 3793511"/>
              <a:gd name="connsiteX0" fmla="*/ 3745572 w 5452948"/>
              <a:gd name="connsiteY0" fmla="*/ 3417073 h 3793511"/>
              <a:gd name="connsiteX1" fmla="*/ 4928480 w 5452948"/>
              <a:gd name="connsiteY1" fmla="*/ 3061336 h 3793511"/>
              <a:gd name="connsiteX2" fmla="*/ 5448403 w 5452948"/>
              <a:gd name="connsiteY2" fmla="*/ 1525101 h 3793511"/>
              <a:gd name="connsiteX3" fmla="*/ 5050865 w 5452948"/>
              <a:gd name="connsiteY3" fmla="*/ 466701 h 3793511"/>
              <a:gd name="connsiteX4" fmla="*/ 1022163 w 5452948"/>
              <a:gd name="connsiteY4" fmla="*/ 19557 h 3793511"/>
              <a:gd name="connsiteX5" fmla="*/ 152678 w 5452948"/>
              <a:gd name="connsiteY5" fmla="*/ 783491 h 3793511"/>
              <a:gd name="connsiteX6" fmla="*/ 320512 w 5452948"/>
              <a:gd name="connsiteY6" fmla="*/ 2939564 h 3793511"/>
              <a:gd name="connsiteX7" fmla="*/ 3236934 w 5452948"/>
              <a:gd name="connsiteY7" fmla="*/ 3422408 h 3793511"/>
              <a:gd name="connsiteX8" fmla="*/ 3233739 w 5452948"/>
              <a:gd name="connsiteY8" fmla="*/ 3793511 h 3793511"/>
              <a:gd name="connsiteX9" fmla="*/ 3745572 w 5452948"/>
              <a:gd name="connsiteY9" fmla="*/ 3417073 h 3793511"/>
              <a:gd name="connsiteX0" fmla="*/ 3744403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44403 w 5451779"/>
              <a:gd name="connsiteY9" fmla="*/ 3417073 h 3793511"/>
              <a:gd name="connsiteX0" fmla="*/ 3744403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44403 w 5451779"/>
              <a:gd name="connsiteY9" fmla="*/ 3417073 h 3793511"/>
              <a:gd name="connsiteX0" fmla="*/ 3798149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98149 w 5451779"/>
              <a:gd name="connsiteY9" fmla="*/ 3417073 h 3793511"/>
              <a:gd name="connsiteX0" fmla="*/ 3798149 w 5451779"/>
              <a:gd name="connsiteY0" fmla="*/ 3417073 h 3793511"/>
              <a:gd name="connsiteX1" fmla="*/ 4927311 w 5451779"/>
              <a:gd name="connsiteY1" fmla="*/ 3061336 h 3793511"/>
              <a:gd name="connsiteX2" fmla="*/ 5447234 w 5451779"/>
              <a:gd name="connsiteY2" fmla="*/ 1525101 h 3793511"/>
              <a:gd name="connsiteX3" fmla="*/ 5049696 w 5451779"/>
              <a:gd name="connsiteY3" fmla="*/ 466701 h 3793511"/>
              <a:gd name="connsiteX4" fmla="*/ 1020994 w 5451779"/>
              <a:gd name="connsiteY4" fmla="*/ 19557 h 3793511"/>
              <a:gd name="connsiteX5" fmla="*/ 151509 w 5451779"/>
              <a:gd name="connsiteY5" fmla="*/ 783491 h 3793511"/>
              <a:gd name="connsiteX6" fmla="*/ 319343 w 5451779"/>
              <a:gd name="connsiteY6" fmla="*/ 2939564 h 3793511"/>
              <a:gd name="connsiteX7" fmla="*/ 3217850 w 5451779"/>
              <a:gd name="connsiteY7" fmla="*/ 3422408 h 3793511"/>
              <a:gd name="connsiteX8" fmla="*/ 3232570 w 5451779"/>
              <a:gd name="connsiteY8" fmla="*/ 3793511 h 3793511"/>
              <a:gd name="connsiteX9" fmla="*/ 3798149 w 5451779"/>
              <a:gd name="connsiteY9" fmla="*/ 3417073 h 3793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51779" h="3793511">
                <a:moveTo>
                  <a:pt x="3798149" y="3417073"/>
                </a:moveTo>
                <a:cubicBezTo>
                  <a:pt x="4257694" y="3448903"/>
                  <a:pt x="4652464" y="3376665"/>
                  <a:pt x="4927311" y="3061336"/>
                </a:cubicBezTo>
                <a:cubicBezTo>
                  <a:pt x="5202158" y="2746007"/>
                  <a:pt x="5426837" y="1957540"/>
                  <a:pt x="5447234" y="1525101"/>
                </a:cubicBezTo>
                <a:cubicBezTo>
                  <a:pt x="5467631" y="1092662"/>
                  <a:pt x="5433316" y="716660"/>
                  <a:pt x="5049696" y="466701"/>
                </a:cubicBezTo>
                <a:cubicBezTo>
                  <a:pt x="4607927" y="262351"/>
                  <a:pt x="2070438" y="-86269"/>
                  <a:pt x="1020994" y="19557"/>
                </a:cubicBezTo>
                <a:cubicBezTo>
                  <a:pt x="535543" y="83769"/>
                  <a:pt x="235013" y="410480"/>
                  <a:pt x="151509" y="783491"/>
                </a:cubicBezTo>
                <a:cubicBezTo>
                  <a:pt x="36175" y="1298843"/>
                  <a:pt x="-191714" y="2499745"/>
                  <a:pt x="319343" y="2939564"/>
                </a:cubicBezTo>
                <a:cubicBezTo>
                  <a:pt x="830400" y="3379383"/>
                  <a:pt x="1915828" y="3438255"/>
                  <a:pt x="3217850" y="3422408"/>
                </a:cubicBezTo>
                <a:cubicBezTo>
                  <a:pt x="3251514" y="3541738"/>
                  <a:pt x="3263298" y="3609004"/>
                  <a:pt x="3232570" y="3793511"/>
                </a:cubicBezTo>
                <a:cubicBezTo>
                  <a:pt x="3517123" y="3635902"/>
                  <a:pt x="3798149" y="3417073"/>
                  <a:pt x="3798149" y="3417073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5DB81DD-8F8C-4933-94B4-0E5595C5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41748" y="618134"/>
            <a:ext cx="6247268" cy="2432162"/>
          </a:xfrm>
          <a:custGeom>
            <a:avLst/>
            <a:gdLst>
              <a:gd name="connsiteX0" fmla="*/ 702544 w 1731866"/>
              <a:gd name="connsiteY0" fmla="*/ 704513 h 898547"/>
              <a:gd name="connsiteX1" fmla="*/ 1151838 w 1731866"/>
              <a:gd name="connsiteY1" fmla="*/ 709752 h 898547"/>
              <a:gd name="connsiteX2" fmla="*/ 1632946 w 1731866"/>
              <a:gd name="connsiteY2" fmla="*/ 622027 h 898547"/>
              <a:gd name="connsiteX3" fmla="*/ 1678094 w 1731866"/>
              <a:gd name="connsiteY3" fmla="*/ 138252 h 898547"/>
              <a:gd name="connsiteX4" fmla="*/ 721213 w 1731866"/>
              <a:gd name="connsiteY4" fmla="*/ 2711 h 898547"/>
              <a:gd name="connsiteX5" fmla="*/ 29222 w 1731866"/>
              <a:gd name="connsiteY5" fmla="*/ 208261 h 898547"/>
              <a:gd name="connsiteX6" fmla="*/ 142569 w 1731866"/>
              <a:gd name="connsiteY6" fmla="*/ 668985 h 898547"/>
              <a:gd name="connsiteX7" fmla="*/ 426128 w 1731866"/>
              <a:gd name="connsiteY7" fmla="*/ 701846 h 898547"/>
              <a:gd name="connsiteX8" fmla="*/ 729119 w 1731866"/>
              <a:gd name="connsiteY8" fmla="*/ 898538 h 898547"/>
              <a:gd name="connsiteX9" fmla="*/ 670635 w 1731866"/>
              <a:gd name="connsiteY9" fmla="*/ 773570 h 898547"/>
              <a:gd name="connsiteX10" fmla="*/ 702544 w 1731866"/>
              <a:gd name="connsiteY10" fmla="*/ 704513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70673 w 1731865"/>
              <a:gd name="connsiteY9" fmla="*/ 773579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7404 w 1731865"/>
              <a:gd name="connsiteY9" fmla="*/ 774971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7404 w 1731865"/>
              <a:gd name="connsiteY9" fmla="*/ 774971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7404 w 1731865"/>
              <a:gd name="connsiteY9" fmla="*/ 774971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1864 w 1731865"/>
              <a:gd name="connsiteY9" fmla="*/ 777755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1864 w 1731865"/>
              <a:gd name="connsiteY9" fmla="*/ 777755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1864 w 1731865"/>
              <a:gd name="connsiteY9" fmla="*/ 786108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1864 w 1731865"/>
              <a:gd name="connsiteY9" fmla="*/ 786108 h 898547"/>
              <a:gd name="connsiteX10" fmla="*/ 629450 w 1731865"/>
              <a:gd name="connsiteY10" fmla="*/ 704522 h 898547"/>
              <a:gd name="connsiteX0" fmla="*/ 629450 w 1731865"/>
              <a:gd name="connsiteY0" fmla="*/ 704522 h 891586"/>
              <a:gd name="connsiteX1" fmla="*/ 1151876 w 1731865"/>
              <a:gd name="connsiteY1" fmla="*/ 709761 h 891586"/>
              <a:gd name="connsiteX2" fmla="*/ 1632984 w 1731865"/>
              <a:gd name="connsiteY2" fmla="*/ 622036 h 891586"/>
              <a:gd name="connsiteX3" fmla="*/ 1678132 w 1731865"/>
              <a:gd name="connsiteY3" fmla="*/ 138261 h 891586"/>
              <a:gd name="connsiteX4" fmla="*/ 721251 w 1731865"/>
              <a:gd name="connsiteY4" fmla="*/ 2720 h 891586"/>
              <a:gd name="connsiteX5" fmla="*/ 29260 w 1731865"/>
              <a:gd name="connsiteY5" fmla="*/ 208270 h 891586"/>
              <a:gd name="connsiteX6" fmla="*/ 142607 w 1731865"/>
              <a:gd name="connsiteY6" fmla="*/ 668994 h 891586"/>
              <a:gd name="connsiteX7" fmla="*/ 426166 w 1731865"/>
              <a:gd name="connsiteY7" fmla="*/ 701855 h 891586"/>
              <a:gd name="connsiteX8" fmla="*/ 723617 w 1731865"/>
              <a:gd name="connsiteY8" fmla="*/ 891586 h 891586"/>
              <a:gd name="connsiteX9" fmla="*/ 641864 w 1731865"/>
              <a:gd name="connsiteY9" fmla="*/ 786108 h 891586"/>
              <a:gd name="connsiteX10" fmla="*/ 629450 w 1731865"/>
              <a:gd name="connsiteY10" fmla="*/ 704522 h 891586"/>
              <a:gd name="connsiteX0" fmla="*/ 629450 w 1731865"/>
              <a:gd name="connsiteY0" fmla="*/ 704522 h 891586"/>
              <a:gd name="connsiteX1" fmla="*/ 1151876 w 1731865"/>
              <a:gd name="connsiteY1" fmla="*/ 709761 h 891586"/>
              <a:gd name="connsiteX2" fmla="*/ 1632984 w 1731865"/>
              <a:gd name="connsiteY2" fmla="*/ 622036 h 891586"/>
              <a:gd name="connsiteX3" fmla="*/ 1678132 w 1731865"/>
              <a:gd name="connsiteY3" fmla="*/ 138261 h 891586"/>
              <a:gd name="connsiteX4" fmla="*/ 721251 w 1731865"/>
              <a:gd name="connsiteY4" fmla="*/ 2720 h 891586"/>
              <a:gd name="connsiteX5" fmla="*/ 29260 w 1731865"/>
              <a:gd name="connsiteY5" fmla="*/ 208270 h 891586"/>
              <a:gd name="connsiteX6" fmla="*/ 142607 w 1731865"/>
              <a:gd name="connsiteY6" fmla="*/ 668994 h 891586"/>
              <a:gd name="connsiteX7" fmla="*/ 426166 w 1731865"/>
              <a:gd name="connsiteY7" fmla="*/ 701855 h 891586"/>
              <a:gd name="connsiteX8" fmla="*/ 723617 w 1731865"/>
              <a:gd name="connsiteY8" fmla="*/ 891586 h 891586"/>
              <a:gd name="connsiteX9" fmla="*/ 641864 w 1731865"/>
              <a:gd name="connsiteY9" fmla="*/ 786108 h 891586"/>
              <a:gd name="connsiteX10" fmla="*/ 629450 w 1731865"/>
              <a:gd name="connsiteY10" fmla="*/ 704522 h 891586"/>
              <a:gd name="connsiteX0" fmla="*/ 629450 w 1731865"/>
              <a:gd name="connsiteY0" fmla="*/ 704522 h 891586"/>
              <a:gd name="connsiteX1" fmla="*/ 1151876 w 1731865"/>
              <a:gd name="connsiteY1" fmla="*/ 709761 h 891586"/>
              <a:gd name="connsiteX2" fmla="*/ 1632984 w 1731865"/>
              <a:gd name="connsiteY2" fmla="*/ 622036 h 891586"/>
              <a:gd name="connsiteX3" fmla="*/ 1678132 w 1731865"/>
              <a:gd name="connsiteY3" fmla="*/ 138261 h 891586"/>
              <a:gd name="connsiteX4" fmla="*/ 721251 w 1731865"/>
              <a:gd name="connsiteY4" fmla="*/ 2720 h 891586"/>
              <a:gd name="connsiteX5" fmla="*/ 29260 w 1731865"/>
              <a:gd name="connsiteY5" fmla="*/ 208270 h 891586"/>
              <a:gd name="connsiteX6" fmla="*/ 142607 w 1731865"/>
              <a:gd name="connsiteY6" fmla="*/ 668994 h 891586"/>
              <a:gd name="connsiteX7" fmla="*/ 426166 w 1731865"/>
              <a:gd name="connsiteY7" fmla="*/ 701855 h 891586"/>
              <a:gd name="connsiteX8" fmla="*/ 723617 w 1731865"/>
              <a:gd name="connsiteY8" fmla="*/ 891586 h 891586"/>
              <a:gd name="connsiteX9" fmla="*/ 641864 w 1731865"/>
              <a:gd name="connsiteY9" fmla="*/ 786108 h 891586"/>
              <a:gd name="connsiteX10" fmla="*/ 629450 w 1731865"/>
              <a:gd name="connsiteY10" fmla="*/ 704522 h 891586"/>
              <a:gd name="connsiteX0" fmla="*/ 629450 w 1731865"/>
              <a:gd name="connsiteY0" fmla="*/ 718060 h 891586"/>
              <a:gd name="connsiteX1" fmla="*/ 1151876 w 1731865"/>
              <a:gd name="connsiteY1" fmla="*/ 709761 h 891586"/>
              <a:gd name="connsiteX2" fmla="*/ 1632984 w 1731865"/>
              <a:gd name="connsiteY2" fmla="*/ 622036 h 891586"/>
              <a:gd name="connsiteX3" fmla="*/ 1678132 w 1731865"/>
              <a:gd name="connsiteY3" fmla="*/ 138261 h 891586"/>
              <a:gd name="connsiteX4" fmla="*/ 721251 w 1731865"/>
              <a:gd name="connsiteY4" fmla="*/ 2720 h 891586"/>
              <a:gd name="connsiteX5" fmla="*/ 29260 w 1731865"/>
              <a:gd name="connsiteY5" fmla="*/ 208270 h 891586"/>
              <a:gd name="connsiteX6" fmla="*/ 142607 w 1731865"/>
              <a:gd name="connsiteY6" fmla="*/ 668994 h 891586"/>
              <a:gd name="connsiteX7" fmla="*/ 426166 w 1731865"/>
              <a:gd name="connsiteY7" fmla="*/ 701855 h 891586"/>
              <a:gd name="connsiteX8" fmla="*/ 723617 w 1731865"/>
              <a:gd name="connsiteY8" fmla="*/ 891586 h 891586"/>
              <a:gd name="connsiteX9" fmla="*/ 641864 w 1731865"/>
              <a:gd name="connsiteY9" fmla="*/ 786108 h 891586"/>
              <a:gd name="connsiteX10" fmla="*/ 629450 w 1731865"/>
              <a:gd name="connsiteY10" fmla="*/ 718060 h 891586"/>
              <a:gd name="connsiteX0" fmla="*/ 629450 w 1731865"/>
              <a:gd name="connsiteY0" fmla="*/ 718060 h 891586"/>
              <a:gd name="connsiteX1" fmla="*/ 1151876 w 1731865"/>
              <a:gd name="connsiteY1" fmla="*/ 709761 h 891586"/>
              <a:gd name="connsiteX2" fmla="*/ 1632984 w 1731865"/>
              <a:gd name="connsiteY2" fmla="*/ 622036 h 891586"/>
              <a:gd name="connsiteX3" fmla="*/ 1678132 w 1731865"/>
              <a:gd name="connsiteY3" fmla="*/ 138261 h 891586"/>
              <a:gd name="connsiteX4" fmla="*/ 721251 w 1731865"/>
              <a:gd name="connsiteY4" fmla="*/ 2720 h 891586"/>
              <a:gd name="connsiteX5" fmla="*/ 29260 w 1731865"/>
              <a:gd name="connsiteY5" fmla="*/ 208270 h 891586"/>
              <a:gd name="connsiteX6" fmla="*/ 142607 w 1731865"/>
              <a:gd name="connsiteY6" fmla="*/ 668994 h 891586"/>
              <a:gd name="connsiteX7" fmla="*/ 426166 w 1731865"/>
              <a:gd name="connsiteY7" fmla="*/ 701855 h 891586"/>
              <a:gd name="connsiteX8" fmla="*/ 723617 w 1731865"/>
              <a:gd name="connsiteY8" fmla="*/ 891586 h 891586"/>
              <a:gd name="connsiteX9" fmla="*/ 641864 w 1731865"/>
              <a:gd name="connsiteY9" fmla="*/ 786108 h 891586"/>
              <a:gd name="connsiteX10" fmla="*/ 629450 w 1731865"/>
              <a:gd name="connsiteY10" fmla="*/ 718060 h 891586"/>
              <a:gd name="connsiteX0" fmla="*/ 629450 w 1735472"/>
              <a:gd name="connsiteY0" fmla="*/ 718060 h 891586"/>
              <a:gd name="connsiteX1" fmla="*/ 1165047 w 1735472"/>
              <a:gd name="connsiteY1" fmla="*/ 724804 h 891586"/>
              <a:gd name="connsiteX2" fmla="*/ 1632984 w 1735472"/>
              <a:gd name="connsiteY2" fmla="*/ 622036 h 891586"/>
              <a:gd name="connsiteX3" fmla="*/ 1678132 w 1735472"/>
              <a:gd name="connsiteY3" fmla="*/ 138261 h 891586"/>
              <a:gd name="connsiteX4" fmla="*/ 721251 w 1735472"/>
              <a:gd name="connsiteY4" fmla="*/ 2720 h 891586"/>
              <a:gd name="connsiteX5" fmla="*/ 29260 w 1735472"/>
              <a:gd name="connsiteY5" fmla="*/ 208270 h 891586"/>
              <a:gd name="connsiteX6" fmla="*/ 142607 w 1735472"/>
              <a:gd name="connsiteY6" fmla="*/ 668994 h 891586"/>
              <a:gd name="connsiteX7" fmla="*/ 426166 w 1735472"/>
              <a:gd name="connsiteY7" fmla="*/ 701855 h 891586"/>
              <a:gd name="connsiteX8" fmla="*/ 723617 w 1735472"/>
              <a:gd name="connsiteY8" fmla="*/ 891586 h 891586"/>
              <a:gd name="connsiteX9" fmla="*/ 641864 w 1735472"/>
              <a:gd name="connsiteY9" fmla="*/ 786108 h 891586"/>
              <a:gd name="connsiteX10" fmla="*/ 629450 w 1735472"/>
              <a:gd name="connsiteY10" fmla="*/ 718060 h 891586"/>
              <a:gd name="connsiteX0" fmla="*/ 631845 w 1735472"/>
              <a:gd name="connsiteY0" fmla="*/ 725582 h 891586"/>
              <a:gd name="connsiteX1" fmla="*/ 1165047 w 1735472"/>
              <a:gd name="connsiteY1" fmla="*/ 724804 h 891586"/>
              <a:gd name="connsiteX2" fmla="*/ 1632984 w 1735472"/>
              <a:gd name="connsiteY2" fmla="*/ 622036 h 891586"/>
              <a:gd name="connsiteX3" fmla="*/ 1678132 w 1735472"/>
              <a:gd name="connsiteY3" fmla="*/ 138261 h 891586"/>
              <a:gd name="connsiteX4" fmla="*/ 721251 w 1735472"/>
              <a:gd name="connsiteY4" fmla="*/ 2720 h 891586"/>
              <a:gd name="connsiteX5" fmla="*/ 29260 w 1735472"/>
              <a:gd name="connsiteY5" fmla="*/ 208270 h 891586"/>
              <a:gd name="connsiteX6" fmla="*/ 142607 w 1735472"/>
              <a:gd name="connsiteY6" fmla="*/ 668994 h 891586"/>
              <a:gd name="connsiteX7" fmla="*/ 426166 w 1735472"/>
              <a:gd name="connsiteY7" fmla="*/ 701855 h 891586"/>
              <a:gd name="connsiteX8" fmla="*/ 723617 w 1735472"/>
              <a:gd name="connsiteY8" fmla="*/ 891586 h 891586"/>
              <a:gd name="connsiteX9" fmla="*/ 641864 w 1735472"/>
              <a:gd name="connsiteY9" fmla="*/ 786108 h 891586"/>
              <a:gd name="connsiteX10" fmla="*/ 631845 w 1735472"/>
              <a:gd name="connsiteY10" fmla="*/ 725582 h 891586"/>
              <a:gd name="connsiteX0" fmla="*/ 631845 w 1735472"/>
              <a:gd name="connsiteY0" fmla="*/ 725582 h 891586"/>
              <a:gd name="connsiteX1" fmla="*/ 1165047 w 1735472"/>
              <a:gd name="connsiteY1" fmla="*/ 724804 h 891586"/>
              <a:gd name="connsiteX2" fmla="*/ 1632984 w 1735472"/>
              <a:gd name="connsiteY2" fmla="*/ 622036 h 891586"/>
              <a:gd name="connsiteX3" fmla="*/ 1678132 w 1735472"/>
              <a:gd name="connsiteY3" fmla="*/ 138261 h 891586"/>
              <a:gd name="connsiteX4" fmla="*/ 721251 w 1735472"/>
              <a:gd name="connsiteY4" fmla="*/ 2720 h 891586"/>
              <a:gd name="connsiteX5" fmla="*/ 29260 w 1735472"/>
              <a:gd name="connsiteY5" fmla="*/ 208270 h 891586"/>
              <a:gd name="connsiteX6" fmla="*/ 142607 w 1735472"/>
              <a:gd name="connsiteY6" fmla="*/ 668994 h 891586"/>
              <a:gd name="connsiteX7" fmla="*/ 426166 w 1735472"/>
              <a:gd name="connsiteY7" fmla="*/ 701855 h 891586"/>
              <a:gd name="connsiteX8" fmla="*/ 723617 w 1735472"/>
              <a:gd name="connsiteY8" fmla="*/ 891586 h 891586"/>
              <a:gd name="connsiteX9" fmla="*/ 644259 w 1735472"/>
              <a:gd name="connsiteY9" fmla="*/ 796638 h 891586"/>
              <a:gd name="connsiteX10" fmla="*/ 631845 w 1735472"/>
              <a:gd name="connsiteY10" fmla="*/ 725582 h 891586"/>
              <a:gd name="connsiteX0" fmla="*/ 631845 w 1735472"/>
              <a:gd name="connsiteY0" fmla="*/ 725582 h 891586"/>
              <a:gd name="connsiteX1" fmla="*/ 1165047 w 1735472"/>
              <a:gd name="connsiteY1" fmla="*/ 724804 h 891586"/>
              <a:gd name="connsiteX2" fmla="*/ 1632984 w 1735472"/>
              <a:gd name="connsiteY2" fmla="*/ 622036 h 891586"/>
              <a:gd name="connsiteX3" fmla="*/ 1678132 w 1735472"/>
              <a:gd name="connsiteY3" fmla="*/ 138261 h 891586"/>
              <a:gd name="connsiteX4" fmla="*/ 721251 w 1735472"/>
              <a:gd name="connsiteY4" fmla="*/ 2720 h 891586"/>
              <a:gd name="connsiteX5" fmla="*/ 29260 w 1735472"/>
              <a:gd name="connsiteY5" fmla="*/ 208270 h 891586"/>
              <a:gd name="connsiteX6" fmla="*/ 142607 w 1735472"/>
              <a:gd name="connsiteY6" fmla="*/ 668994 h 891586"/>
              <a:gd name="connsiteX7" fmla="*/ 426166 w 1735472"/>
              <a:gd name="connsiteY7" fmla="*/ 701855 h 891586"/>
              <a:gd name="connsiteX8" fmla="*/ 723617 w 1735472"/>
              <a:gd name="connsiteY8" fmla="*/ 891586 h 891586"/>
              <a:gd name="connsiteX9" fmla="*/ 644259 w 1735472"/>
              <a:gd name="connsiteY9" fmla="*/ 796638 h 891586"/>
              <a:gd name="connsiteX10" fmla="*/ 631845 w 1735472"/>
              <a:gd name="connsiteY10" fmla="*/ 725582 h 891586"/>
              <a:gd name="connsiteX0" fmla="*/ 618115 w 1721742"/>
              <a:gd name="connsiteY0" fmla="*/ 725582 h 891586"/>
              <a:gd name="connsiteX1" fmla="*/ 1151317 w 1721742"/>
              <a:gd name="connsiteY1" fmla="*/ 724804 h 891586"/>
              <a:gd name="connsiteX2" fmla="*/ 1619254 w 1721742"/>
              <a:gd name="connsiteY2" fmla="*/ 622036 h 891586"/>
              <a:gd name="connsiteX3" fmla="*/ 1664402 w 1721742"/>
              <a:gd name="connsiteY3" fmla="*/ 138261 h 891586"/>
              <a:gd name="connsiteX4" fmla="*/ 707521 w 1721742"/>
              <a:gd name="connsiteY4" fmla="*/ 2720 h 891586"/>
              <a:gd name="connsiteX5" fmla="*/ 15530 w 1721742"/>
              <a:gd name="connsiteY5" fmla="*/ 208270 h 891586"/>
              <a:gd name="connsiteX6" fmla="*/ 128877 w 1721742"/>
              <a:gd name="connsiteY6" fmla="*/ 668994 h 891586"/>
              <a:gd name="connsiteX7" fmla="*/ 446999 w 1721742"/>
              <a:gd name="connsiteY7" fmla="*/ 710126 h 891586"/>
              <a:gd name="connsiteX8" fmla="*/ 709887 w 1721742"/>
              <a:gd name="connsiteY8" fmla="*/ 891586 h 891586"/>
              <a:gd name="connsiteX9" fmla="*/ 630529 w 1721742"/>
              <a:gd name="connsiteY9" fmla="*/ 796638 h 891586"/>
              <a:gd name="connsiteX10" fmla="*/ 618115 w 1721742"/>
              <a:gd name="connsiteY10" fmla="*/ 725582 h 891586"/>
              <a:gd name="connsiteX0" fmla="*/ 647607 w 1751234"/>
              <a:gd name="connsiteY0" fmla="*/ 725582 h 891586"/>
              <a:gd name="connsiteX1" fmla="*/ 1180809 w 1751234"/>
              <a:gd name="connsiteY1" fmla="*/ 724804 h 891586"/>
              <a:gd name="connsiteX2" fmla="*/ 1648746 w 1751234"/>
              <a:gd name="connsiteY2" fmla="*/ 622036 h 891586"/>
              <a:gd name="connsiteX3" fmla="*/ 1693894 w 1751234"/>
              <a:gd name="connsiteY3" fmla="*/ 138261 h 891586"/>
              <a:gd name="connsiteX4" fmla="*/ 737013 w 1751234"/>
              <a:gd name="connsiteY4" fmla="*/ 2720 h 891586"/>
              <a:gd name="connsiteX5" fmla="*/ 45022 w 1751234"/>
              <a:gd name="connsiteY5" fmla="*/ 208270 h 891586"/>
              <a:gd name="connsiteX6" fmla="*/ 112285 w 1751234"/>
              <a:gd name="connsiteY6" fmla="*/ 648316 h 891586"/>
              <a:gd name="connsiteX7" fmla="*/ 476491 w 1751234"/>
              <a:gd name="connsiteY7" fmla="*/ 710126 h 891586"/>
              <a:gd name="connsiteX8" fmla="*/ 739379 w 1751234"/>
              <a:gd name="connsiteY8" fmla="*/ 891586 h 891586"/>
              <a:gd name="connsiteX9" fmla="*/ 660021 w 1751234"/>
              <a:gd name="connsiteY9" fmla="*/ 796638 h 891586"/>
              <a:gd name="connsiteX10" fmla="*/ 647607 w 1751234"/>
              <a:gd name="connsiteY10" fmla="*/ 725582 h 891586"/>
              <a:gd name="connsiteX0" fmla="*/ 643800 w 1747427"/>
              <a:gd name="connsiteY0" fmla="*/ 725582 h 891586"/>
              <a:gd name="connsiteX1" fmla="*/ 1177002 w 1747427"/>
              <a:gd name="connsiteY1" fmla="*/ 724804 h 891586"/>
              <a:gd name="connsiteX2" fmla="*/ 1644939 w 1747427"/>
              <a:gd name="connsiteY2" fmla="*/ 622036 h 891586"/>
              <a:gd name="connsiteX3" fmla="*/ 1690087 w 1747427"/>
              <a:gd name="connsiteY3" fmla="*/ 138261 h 891586"/>
              <a:gd name="connsiteX4" fmla="*/ 733206 w 1747427"/>
              <a:gd name="connsiteY4" fmla="*/ 2720 h 891586"/>
              <a:gd name="connsiteX5" fmla="*/ 41215 w 1747427"/>
              <a:gd name="connsiteY5" fmla="*/ 208270 h 891586"/>
              <a:gd name="connsiteX6" fmla="*/ 121645 w 1747427"/>
              <a:gd name="connsiteY6" fmla="*/ 629706 h 891586"/>
              <a:gd name="connsiteX7" fmla="*/ 472684 w 1747427"/>
              <a:gd name="connsiteY7" fmla="*/ 710126 h 891586"/>
              <a:gd name="connsiteX8" fmla="*/ 735572 w 1747427"/>
              <a:gd name="connsiteY8" fmla="*/ 891586 h 891586"/>
              <a:gd name="connsiteX9" fmla="*/ 656214 w 1747427"/>
              <a:gd name="connsiteY9" fmla="*/ 796638 h 891586"/>
              <a:gd name="connsiteX10" fmla="*/ 643800 w 1747427"/>
              <a:gd name="connsiteY10" fmla="*/ 725582 h 891586"/>
              <a:gd name="connsiteX0" fmla="*/ 622547 w 1726174"/>
              <a:gd name="connsiteY0" fmla="*/ 723164 h 889168"/>
              <a:gd name="connsiteX1" fmla="*/ 1155749 w 1726174"/>
              <a:gd name="connsiteY1" fmla="*/ 722386 h 889168"/>
              <a:gd name="connsiteX2" fmla="*/ 1623686 w 1726174"/>
              <a:gd name="connsiteY2" fmla="*/ 619618 h 889168"/>
              <a:gd name="connsiteX3" fmla="*/ 1668834 w 1726174"/>
              <a:gd name="connsiteY3" fmla="*/ 135843 h 889168"/>
              <a:gd name="connsiteX4" fmla="*/ 711953 w 1726174"/>
              <a:gd name="connsiteY4" fmla="*/ 302 h 889168"/>
              <a:gd name="connsiteX5" fmla="*/ 46296 w 1726174"/>
              <a:gd name="connsiteY5" fmla="*/ 158293 h 889168"/>
              <a:gd name="connsiteX6" fmla="*/ 100392 w 1726174"/>
              <a:gd name="connsiteY6" fmla="*/ 627288 h 889168"/>
              <a:gd name="connsiteX7" fmla="*/ 451431 w 1726174"/>
              <a:gd name="connsiteY7" fmla="*/ 707708 h 889168"/>
              <a:gd name="connsiteX8" fmla="*/ 714319 w 1726174"/>
              <a:gd name="connsiteY8" fmla="*/ 889168 h 889168"/>
              <a:gd name="connsiteX9" fmla="*/ 634961 w 1726174"/>
              <a:gd name="connsiteY9" fmla="*/ 794220 h 889168"/>
              <a:gd name="connsiteX10" fmla="*/ 622547 w 1726174"/>
              <a:gd name="connsiteY10" fmla="*/ 723164 h 889168"/>
              <a:gd name="connsiteX0" fmla="*/ 622547 w 1726174"/>
              <a:gd name="connsiteY0" fmla="*/ 723164 h 876761"/>
              <a:gd name="connsiteX1" fmla="*/ 1155749 w 1726174"/>
              <a:gd name="connsiteY1" fmla="*/ 722386 h 876761"/>
              <a:gd name="connsiteX2" fmla="*/ 1623686 w 1726174"/>
              <a:gd name="connsiteY2" fmla="*/ 619618 h 876761"/>
              <a:gd name="connsiteX3" fmla="*/ 1668834 w 1726174"/>
              <a:gd name="connsiteY3" fmla="*/ 135843 h 876761"/>
              <a:gd name="connsiteX4" fmla="*/ 711953 w 1726174"/>
              <a:gd name="connsiteY4" fmla="*/ 302 h 876761"/>
              <a:gd name="connsiteX5" fmla="*/ 46296 w 1726174"/>
              <a:gd name="connsiteY5" fmla="*/ 158293 h 876761"/>
              <a:gd name="connsiteX6" fmla="*/ 100392 w 1726174"/>
              <a:gd name="connsiteY6" fmla="*/ 627288 h 876761"/>
              <a:gd name="connsiteX7" fmla="*/ 451431 w 1726174"/>
              <a:gd name="connsiteY7" fmla="*/ 707708 h 876761"/>
              <a:gd name="connsiteX8" fmla="*/ 655068 w 1726174"/>
              <a:gd name="connsiteY8" fmla="*/ 876761 h 876761"/>
              <a:gd name="connsiteX9" fmla="*/ 634961 w 1726174"/>
              <a:gd name="connsiteY9" fmla="*/ 794220 h 876761"/>
              <a:gd name="connsiteX10" fmla="*/ 622547 w 1726174"/>
              <a:gd name="connsiteY10" fmla="*/ 723164 h 876761"/>
              <a:gd name="connsiteX0" fmla="*/ 622547 w 1726174"/>
              <a:gd name="connsiteY0" fmla="*/ 723164 h 876761"/>
              <a:gd name="connsiteX1" fmla="*/ 1155749 w 1726174"/>
              <a:gd name="connsiteY1" fmla="*/ 722386 h 876761"/>
              <a:gd name="connsiteX2" fmla="*/ 1623686 w 1726174"/>
              <a:gd name="connsiteY2" fmla="*/ 619618 h 876761"/>
              <a:gd name="connsiteX3" fmla="*/ 1668834 w 1726174"/>
              <a:gd name="connsiteY3" fmla="*/ 135843 h 876761"/>
              <a:gd name="connsiteX4" fmla="*/ 711953 w 1726174"/>
              <a:gd name="connsiteY4" fmla="*/ 302 h 876761"/>
              <a:gd name="connsiteX5" fmla="*/ 46296 w 1726174"/>
              <a:gd name="connsiteY5" fmla="*/ 158293 h 876761"/>
              <a:gd name="connsiteX6" fmla="*/ 100392 w 1726174"/>
              <a:gd name="connsiteY6" fmla="*/ 627288 h 876761"/>
              <a:gd name="connsiteX7" fmla="*/ 451431 w 1726174"/>
              <a:gd name="connsiteY7" fmla="*/ 707708 h 876761"/>
              <a:gd name="connsiteX8" fmla="*/ 655068 w 1726174"/>
              <a:gd name="connsiteY8" fmla="*/ 876761 h 876761"/>
              <a:gd name="connsiteX9" fmla="*/ 603690 w 1726174"/>
              <a:gd name="connsiteY9" fmla="*/ 792152 h 876761"/>
              <a:gd name="connsiteX10" fmla="*/ 622547 w 1726174"/>
              <a:gd name="connsiteY10" fmla="*/ 723164 h 876761"/>
              <a:gd name="connsiteX0" fmla="*/ 622547 w 1726174"/>
              <a:gd name="connsiteY0" fmla="*/ 723164 h 876761"/>
              <a:gd name="connsiteX1" fmla="*/ 1155749 w 1726174"/>
              <a:gd name="connsiteY1" fmla="*/ 722386 h 876761"/>
              <a:gd name="connsiteX2" fmla="*/ 1623686 w 1726174"/>
              <a:gd name="connsiteY2" fmla="*/ 619618 h 876761"/>
              <a:gd name="connsiteX3" fmla="*/ 1668834 w 1726174"/>
              <a:gd name="connsiteY3" fmla="*/ 135843 h 876761"/>
              <a:gd name="connsiteX4" fmla="*/ 711953 w 1726174"/>
              <a:gd name="connsiteY4" fmla="*/ 302 h 876761"/>
              <a:gd name="connsiteX5" fmla="*/ 46296 w 1726174"/>
              <a:gd name="connsiteY5" fmla="*/ 158293 h 876761"/>
              <a:gd name="connsiteX6" fmla="*/ 100392 w 1726174"/>
              <a:gd name="connsiteY6" fmla="*/ 627288 h 876761"/>
              <a:gd name="connsiteX7" fmla="*/ 451431 w 1726174"/>
              <a:gd name="connsiteY7" fmla="*/ 707708 h 876761"/>
              <a:gd name="connsiteX8" fmla="*/ 655068 w 1726174"/>
              <a:gd name="connsiteY8" fmla="*/ 876761 h 876761"/>
              <a:gd name="connsiteX9" fmla="*/ 603690 w 1726174"/>
              <a:gd name="connsiteY9" fmla="*/ 792152 h 876761"/>
              <a:gd name="connsiteX10" fmla="*/ 622547 w 1726174"/>
              <a:gd name="connsiteY10" fmla="*/ 723164 h 876761"/>
              <a:gd name="connsiteX0" fmla="*/ 596213 w 1726174"/>
              <a:gd name="connsiteY0" fmla="*/ 719029 h 876761"/>
              <a:gd name="connsiteX1" fmla="*/ 1155749 w 1726174"/>
              <a:gd name="connsiteY1" fmla="*/ 722386 h 876761"/>
              <a:gd name="connsiteX2" fmla="*/ 1623686 w 1726174"/>
              <a:gd name="connsiteY2" fmla="*/ 619618 h 876761"/>
              <a:gd name="connsiteX3" fmla="*/ 1668834 w 1726174"/>
              <a:gd name="connsiteY3" fmla="*/ 135843 h 876761"/>
              <a:gd name="connsiteX4" fmla="*/ 711953 w 1726174"/>
              <a:gd name="connsiteY4" fmla="*/ 302 h 876761"/>
              <a:gd name="connsiteX5" fmla="*/ 46296 w 1726174"/>
              <a:gd name="connsiteY5" fmla="*/ 158293 h 876761"/>
              <a:gd name="connsiteX6" fmla="*/ 100392 w 1726174"/>
              <a:gd name="connsiteY6" fmla="*/ 627288 h 876761"/>
              <a:gd name="connsiteX7" fmla="*/ 451431 w 1726174"/>
              <a:gd name="connsiteY7" fmla="*/ 707708 h 876761"/>
              <a:gd name="connsiteX8" fmla="*/ 655068 w 1726174"/>
              <a:gd name="connsiteY8" fmla="*/ 876761 h 876761"/>
              <a:gd name="connsiteX9" fmla="*/ 603690 w 1726174"/>
              <a:gd name="connsiteY9" fmla="*/ 792152 h 876761"/>
              <a:gd name="connsiteX10" fmla="*/ 596213 w 1726174"/>
              <a:gd name="connsiteY10" fmla="*/ 719029 h 876761"/>
              <a:gd name="connsiteX0" fmla="*/ 596213 w 1726174"/>
              <a:gd name="connsiteY0" fmla="*/ 719029 h 876761"/>
              <a:gd name="connsiteX1" fmla="*/ 1155749 w 1726174"/>
              <a:gd name="connsiteY1" fmla="*/ 722386 h 876761"/>
              <a:gd name="connsiteX2" fmla="*/ 1623686 w 1726174"/>
              <a:gd name="connsiteY2" fmla="*/ 619618 h 876761"/>
              <a:gd name="connsiteX3" fmla="*/ 1668834 w 1726174"/>
              <a:gd name="connsiteY3" fmla="*/ 135843 h 876761"/>
              <a:gd name="connsiteX4" fmla="*/ 711953 w 1726174"/>
              <a:gd name="connsiteY4" fmla="*/ 302 h 876761"/>
              <a:gd name="connsiteX5" fmla="*/ 46296 w 1726174"/>
              <a:gd name="connsiteY5" fmla="*/ 158293 h 876761"/>
              <a:gd name="connsiteX6" fmla="*/ 100392 w 1726174"/>
              <a:gd name="connsiteY6" fmla="*/ 627288 h 876761"/>
              <a:gd name="connsiteX7" fmla="*/ 451431 w 1726174"/>
              <a:gd name="connsiteY7" fmla="*/ 707708 h 876761"/>
              <a:gd name="connsiteX8" fmla="*/ 655068 w 1726174"/>
              <a:gd name="connsiteY8" fmla="*/ 876761 h 876761"/>
              <a:gd name="connsiteX9" fmla="*/ 597107 w 1726174"/>
              <a:gd name="connsiteY9" fmla="*/ 790084 h 876761"/>
              <a:gd name="connsiteX10" fmla="*/ 596213 w 1726174"/>
              <a:gd name="connsiteY10" fmla="*/ 719029 h 876761"/>
              <a:gd name="connsiteX0" fmla="*/ 596213 w 1726174"/>
              <a:gd name="connsiteY0" fmla="*/ 719029 h 856083"/>
              <a:gd name="connsiteX1" fmla="*/ 1155749 w 1726174"/>
              <a:gd name="connsiteY1" fmla="*/ 722386 h 856083"/>
              <a:gd name="connsiteX2" fmla="*/ 1623686 w 1726174"/>
              <a:gd name="connsiteY2" fmla="*/ 619618 h 856083"/>
              <a:gd name="connsiteX3" fmla="*/ 1668834 w 1726174"/>
              <a:gd name="connsiteY3" fmla="*/ 135843 h 856083"/>
              <a:gd name="connsiteX4" fmla="*/ 711953 w 1726174"/>
              <a:gd name="connsiteY4" fmla="*/ 302 h 856083"/>
              <a:gd name="connsiteX5" fmla="*/ 46296 w 1726174"/>
              <a:gd name="connsiteY5" fmla="*/ 158293 h 856083"/>
              <a:gd name="connsiteX6" fmla="*/ 100392 w 1726174"/>
              <a:gd name="connsiteY6" fmla="*/ 627288 h 856083"/>
              <a:gd name="connsiteX7" fmla="*/ 451431 w 1726174"/>
              <a:gd name="connsiteY7" fmla="*/ 707708 h 856083"/>
              <a:gd name="connsiteX8" fmla="*/ 640255 w 1726174"/>
              <a:gd name="connsiteY8" fmla="*/ 856083 h 856083"/>
              <a:gd name="connsiteX9" fmla="*/ 597107 w 1726174"/>
              <a:gd name="connsiteY9" fmla="*/ 790084 h 856083"/>
              <a:gd name="connsiteX10" fmla="*/ 596213 w 1726174"/>
              <a:gd name="connsiteY10" fmla="*/ 719029 h 856083"/>
              <a:gd name="connsiteX0" fmla="*/ 596213 w 1726174"/>
              <a:gd name="connsiteY0" fmla="*/ 719029 h 856083"/>
              <a:gd name="connsiteX1" fmla="*/ 1155749 w 1726174"/>
              <a:gd name="connsiteY1" fmla="*/ 722386 h 856083"/>
              <a:gd name="connsiteX2" fmla="*/ 1623686 w 1726174"/>
              <a:gd name="connsiteY2" fmla="*/ 619618 h 856083"/>
              <a:gd name="connsiteX3" fmla="*/ 1668834 w 1726174"/>
              <a:gd name="connsiteY3" fmla="*/ 135843 h 856083"/>
              <a:gd name="connsiteX4" fmla="*/ 711953 w 1726174"/>
              <a:gd name="connsiteY4" fmla="*/ 302 h 856083"/>
              <a:gd name="connsiteX5" fmla="*/ 46296 w 1726174"/>
              <a:gd name="connsiteY5" fmla="*/ 158293 h 856083"/>
              <a:gd name="connsiteX6" fmla="*/ 100392 w 1726174"/>
              <a:gd name="connsiteY6" fmla="*/ 627288 h 856083"/>
              <a:gd name="connsiteX7" fmla="*/ 451431 w 1726174"/>
              <a:gd name="connsiteY7" fmla="*/ 707708 h 856083"/>
              <a:gd name="connsiteX8" fmla="*/ 640255 w 1726174"/>
              <a:gd name="connsiteY8" fmla="*/ 856083 h 856083"/>
              <a:gd name="connsiteX9" fmla="*/ 592170 w 1726174"/>
              <a:gd name="connsiteY9" fmla="*/ 775610 h 856083"/>
              <a:gd name="connsiteX10" fmla="*/ 596213 w 1726174"/>
              <a:gd name="connsiteY10" fmla="*/ 719029 h 856083"/>
              <a:gd name="connsiteX0" fmla="*/ 596213 w 1726174"/>
              <a:gd name="connsiteY0" fmla="*/ 719029 h 856083"/>
              <a:gd name="connsiteX1" fmla="*/ 1155749 w 1726174"/>
              <a:gd name="connsiteY1" fmla="*/ 722386 h 856083"/>
              <a:gd name="connsiteX2" fmla="*/ 1623686 w 1726174"/>
              <a:gd name="connsiteY2" fmla="*/ 619618 h 856083"/>
              <a:gd name="connsiteX3" fmla="*/ 1668834 w 1726174"/>
              <a:gd name="connsiteY3" fmla="*/ 135843 h 856083"/>
              <a:gd name="connsiteX4" fmla="*/ 711953 w 1726174"/>
              <a:gd name="connsiteY4" fmla="*/ 302 h 856083"/>
              <a:gd name="connsiteX5" fmla="*/ 46296 w 1726174"/>
              <a:gd name="connsiteY5" fmla="*/ 158293 h 856083"/>
              <a:gd name="connsiteX6" fmla="*/ 100392 w 1726174"/>
              <a:gd name="connsiteY6" fmla="*/ 627288 h 856083"/>
              <a:gd name="connsiteX7" fmla="*/ 451431 w 1726174"/>
              <a:gd name="connsiteY7" fmla="*/ 707708 h 856083"/>
              <a:gd name="connsiteX8" fmla="*/ 640255 w 1726174"/>
              <a:gd name="connsiteY8" fmla="*/ 856083 h 856083"/>
              <a:gd name="connsiteX9" fmla="*/ 592170 w 1726174"/>
              <a:gd name="connsiteY9" fmla="*/ 775610 h 856083"/>
              <a:gd name="connsiteX10" fmla="*/ 596213 w 1726174"/>
              <a:gd name="connsiteY10" fmla="*/ 719029 h 856083"/>
              <a:gd name="connsiteX0" fmla="*/ 596213 w 1726174"/>
              <a:gd name="connsiteY0" fmla="*/ 719029 h 843676"/>
              <a:gd name="connsiteX1" fmla="*/ 1155749 w 1726174"/>
              <a:gd name="connsiteY1" fmla="*/ 722386 h 843676"/>
              <a:gd name="connsiteX2" fmla="*/ 1623686 w 1726174"/>
              <a:gd name="connsiteY2" fmla="*/ 619618 h 843676"/>
              <a:gd name="connsiteX3" fmla="*/ 1668834 w 1726174"/>
              <a:gd name="connsiteY3" fmla="*/ 135843 h 843676"/>
              <a:gd name="connsiteX4" fmla="*/ 711953 w 1726174"/>
              <a:gd name="connsiteY4" fmla="*/ 302 h 843676"/>
              <a:gd name="connsiteX5" fmla="*/ 46296 w 1726174"/>
              <a:gd name="connsiteY5" fmla="*/ 158293 h 843676"/>
              <a:gd name="connsiteX6" fmla="*/ 100392 w 1726174"/>
              <a:gd name="connsiteY6" fmla="*/ 627288 h 843676"/>
              <a:gd name="connsiteX7" fmla="*/ 451431 w 1726174"/>
              <a:gd name="connsiteY7" fmla="*/ 707708 h 843676"/>
              <a:gd name="connsiteX8" fmla="*/ 633672 w 1726174"/>
              <a:gd name="connsiteY8" fmla="*/ 843676 h 843676"/>
              <a:gd name="connsiteX9" fmla="*/ 592170 w 1726174"/>
              <a:gd name="connsiteY9" fmla="*/ 775610 h 843676"/>
              <a:gd name="connsiteX10" fmla="*/ 596213 w 1726174"/>
              <a:gd name="connsiteY10" fmla="*/ 719029 h 843676"/>
              <a:gd name="connsiteX0" fmla="*/ 596213 w 1726174"/>
              <a:gd name="connsiteY0" fmla="*/ 719029 h 843676"/>
              <a:gd name="connsiteX1" fmla="*/ 1155749 w 1726174"/>
              <a:gd name="connsiteY1" fmla="*/ 722386 h 843676"/>
              <a:gd name="connsiteX2" fmla="*/ 1623686 w 1726174"/>
              <a:gd name="connsiteY2" fmla="*/ 619618 h 843676"/>
              <a:gd name="connsiteX3" fmla="*/ 1668834 w 1726174"/>
              <a:gd name="connsiteY3" fmla="*/ 135843 h 843676"/>
              <a:gd name="connsiteX4" fmla="*/ 711953 w 1726174"/>
              <a:gd name="connsiteY4" fmla="*/ 302 h 843676"/>
              <a:gd name="connsiteX5" fmla="*/ 46296 w 1726174"/>
              <a:gd name="connsiteY5" fmla="*/ 158293 h 843676"/>
              <a:gd name="connsiteX6" fmla="*/ 100392 w 1726174"/>
              <a:gd name="connsiteY6" fmla="*/ 627288 h 843676"/>
              <a:gd name="connsiteX7" fmla="*/ 451431 w 1726174"/>
              <a:gd name="connsiteY7" fmla="*/ 707708 h 843676"/>
              <a:gd name="connsiteX8" fmla="*/ 633672 w 1726174"/>
              <a:gd name="connsiteY8" fmla="*/ 843676 h 843676"/>
              <a:gd name="connsiteX9" fmla="*/ 592170 w 1726174"/>
              <a:gd name="connsiteY9" fmla="*/ 775610 h 843676"/>
              <a:gd name="connsiteX10" fmla="*/ 596213 w 1726174"/>
              <a:gd name="connsiteY10" fmla="*/ 719029 h 843676"/>
              <a:gd name="connsiteX0" fmla="*/ 596213 w 1726174"/>
              <a:gd name="connsiteY0" fmla="*/ 719029 h 843785"/>
              <a:gd name="connsiteX1" fmla="*/ 1155749 w 1726174"/>
              <a:gd name="connsiteY1" fmla="*/ 722386 h 843785"/>
              <a:gd name="connsiteX2" fmla="*/ 1623686 w 1726174"/>
              <a:gd name="connsiteY2" fmla="*/ 619618 h 843785"/>
              <a:gd name="connsiteX3" fmla="*/ 1668834 w 1726174"/>
              <a:gd name="connsiteY3" fmla="*/ 135843 h 843785"/>
              <a:gd name="connsiteX4" fmla="*/ 711953 w 1726174"/>
              <a:gd name="connsiteY4" fmla="*/ 302 h 843785"/>
              <a:gd name="connsiteX5" fmla="*/ 46296 w 1726174"/>
              <a:gd name="connsiteY5" fmla="*/ 158293 h 843785"/>
              <a:gd name="connsiteX6" fmla="*/ 100392 w 1726174"/>
              <a:gd name="connsiteY6" fmla="*/ 627288 h 843785"/>
              <a:gd name="connsiteX7" fmla="*/ 451431 w 1726174"/>
              <a:gd name="connsiteY7" fmla="*/ 707708 h 843785"/>
              <a:gd name="connsiteX8" fmla="*/ 633672 w 1726174"/>
              <a:gd name="connsiteY8" fmla="*/ 843676 h 843785"/>
              <a:gd name="connsiteX9" fmla="*/ 592170 w 1726174"/>
              <a:gd name="connsiteY9" fmla="*/ 775610 h 843785"/>
              <a:gd name="connsiteX10" fmla="*/ 596213 w 1726174"/>
              <a:gd name="connsiteY10" fmla="*/ 719029 h 843785"/>
              <a:gd name="connsiteX0" fmla="*/ 596213 w 1726174"/>
              <a:gd name="connsiteY0" fmla="*/ 719029 h 843785"/>
              <a:gd name="connsiteX1" fmla="*/ 1155749 w 1726174"/>
              <a:gd name="connsiteY1" fmla="*/ 722386 h 843785"/>
              <a:gd name="connsiteX2" fmla="*/ 1623686 w 1726174"/>
              <a:gd name="connsiteY2" fmla="*/ 619618 h 843785"/>
              <a:gd name="connsiteX3" fmla="*/ 1668834 w 1726174"/>
              <a:gd name="connsiteY3" fmla="*/ 135843 h 843785"/>
              <a:gd name="connsiteX4" fmla="*/ 711953 w 1726174"/>
              <a:gd name="connsiteY4" fmla="*/ 302 h 843785"/>
              <a:gd name="connsiteX5" fmla="*/ 46296 w 1726174"/>
              <a:gd name="connsiteY5" fmla="*/ 158293 h 843785"/>
              <a:gd name="connsiteX6" fmla="*/ 100392 w 1726174"/>
              <a:gd name="connsiteY6" fmla="*/ 627288 h 843785"/>
              <a:gd name="connsiteX7" fmla="*/ 451431 w 1726174"/>
              <a:gd name="connsiteY7" fmla="*/ 707708 h 843785"/>
              <a:gd name="connsiteX8" fmla="*/ 633672 w 1726174"/>
              <a:gd name="connsiteY8" fmla="*/ 843676 h 843785"/>
              <a:gd name="connsiteX9" fmla="*/ 592170 w 1726174"/>
              <a:gd name="connsiteY9" fmla="*/ 775610 h 843785"/>
              <a:gd name="connsiteX10" fmla="*/ 596213 w 1726174"/>
              <a:gd name="connsiteY10" fmla="*/ 719029 h 843785"/>
              <a:gd name="connsiteX0" fmla="*/ 596213 w 1726174"/>
              <a:gd name="connsiteY0" fmla="*/ 719029 h 843785"/>
              <a:gd name="connsiteX1" fmla="*/ 1155749 w 1726174"/>
              <a:gd name="connsiteY1" fmla="*/ 722386 h 843785"/>
              <a:gd name="connsiteX2" fmla="*/ 1623686 w 1726174"/>
              <a:gd name="connsiteY2" fmla="*/ 619618 h 843785"/>
              <a:gd name="connsiteX3" fmla="*/ 1668834 w 1726174"/>
              <a:gd name="connsiteY3" fmla="*/ 135843 h 843785"/>
              <a:gd name="connsiteX4" fmla="*/ 711953 w 1726174"/>
              <a:gd name="connsiteY4" fmla="*/ 302 h 843785"/>
              <a:gd name="connsiteX5" fmla="*/ 46296 w 1726174"/>
              <a:gd name="connsiteY5" fmla="*/ 158293 h 843785"/>
              <a:gd name="connsiteX6" fmla="*/ 100392 w 1726174"/>
              <a:gd name="connsiteY6" fmla="*/ 627288 h 843785"/>
              <a:gd name="connsiteX7" fmla="*/ 451431 w 1726174"/>
              <a:gd name="connsiteY7" fmla="*/ 707708 h 843785"/>
              <a:gd name="connsiteX8" fmla="*/ 633672 w 1726174"/>
              <a:gd name="connsiteY8" fmla="*/ 843676 h 843785"/>
              <a:gd name="connsiteX9" fmla="*/ 603967 w 1726174"/>
              <a:gd name="connsiteY9" fmla="*/ 795371 h 843785"/>
              <a:gd name="connsiteX10" fmla="*/ 596213 w 1726174"/>
              <a:gd name="connsiteY10" fmla="*/ 719029 h 843785"/>
              <a:gd name="connsiteX0" fmla="*/ 596213 w 1726174"/>
              <a:gd name="connsiteY0" fmla="*/ 719029 h 833928"/>
              <a:gd name="connsiteX1" fmla="*/ 1155749 w 1726174"/>
              <a:gd name="connsiteY1" fmla="*/ 722386 h 833928"/>
              <a:gd name="connsiteX2" fmla="*/ 1623686 w 1726174"/>
              <a:gd name="connsiteY2" fmla="*/ 619618 h 833928"/>
              <a:gd name="connsiteX3" fmla="*/ 1668834 w 1726174"/>
              <a:gd name="connsiteY3" fmla="*/ 135843 h 833928"/>
              <a:gd name="connsiteX4" fmla="*/ 711953 w 1726174"/>
              <a:gd name="connsiteY4" fmla="*/ 302 h 833928"/>
              <a:gd name="connsiteX5" fmla="*/ 46296 w 1726174"/>
              <a:gd name="connsiteY5" fmla="*/ 158293 h 833928"/>
              <a:gd name="connsiteX6" fmla="*/ 100392 w 1726174"/>
              <a:gd name="connsiteY6" fmla="*/ 627288 h 833928"/>
              <a:gd name="connsiteX7" fmla="*/ 451431 w 1726174"/>
              <a:gd name="connsiteY7" fmla="*/ 707708 h 833928"/>
              <a:gd name="connsiteX8" fmla="*/ 629740 w 1726174"/>
              <a:gd name="connsiteY8" fmla="*/ 833796 h 833928"/>
              <a:gd name="connsiteX9" fmla="*/ 603967 w 1726174"/>
              <a:gd name="connsiteY9" fmla="*/ 795371 h 833928"/>
              <a:gd name="connsiteX10" fmla="*/ 596213 w 1726174"/>
              <a:gd name="connsiteY10" fmla="*/ 719029 h 833928"/>
              <a:gd name="connsiteX0" fmla="*/ 596213 w 1726174"/>
              <a:gd name="connsiteY0" fmla="*/ 719029 h 833928"/>
              <a:gd name="connsiteX1" fmla="*/ 1155749 w 1726174"/>
              <a:gd name="connsiteY1" fmla="*/ 722386 h 833928"/>
              <a:gd name="connsiteX2" fmla="*/ 1623686 w 1726174"/>
              <a:gd name="connsiteY2" fmla="*/ 619618 h 833928"/>
              <a:gd name="connsiteX3" fmla="*/ 1668834 w 1726174"/>
              <a:gd name="connsiteY3" fmla="*/ 135843 h 833928"/>
              <a:gd name="connsiteX4" fmla="*/ 711953 w 1726174"/>
              <a:gd name="connsiteY4" fmla="*/ 302 h 833928"/>
              <a:gd name="connsiteX5" fmla="*/ 46296 w 1726174"/>
              <a:gd name="connsiteY5" fmla="*/ 158293 h 833928"/>
              <a:gd name="connsiteX6" fmla="*/ 100392 w 1726174"/>
              <a:gd name="connsiteY6" fmla="*/ 627288 h 833928"/>
              <a:gd name="connsiteX7" fmla="*/ 451431 w 1726174"/>
              <a:gd name="connsiteY7" fmla="*/ 707708 h 833928"/>
              <a:gd name="connsiteX8" fmla="*/ 629740 w 1726174"/>
              <a:gd name="connsiteY8" fmla="*/ 833796 h 833928"/>
              <a:gd name="connsiteX9" fmla="*/ 602001 w 1726174"/>
              <a:gd name="connsiteY9" fmla="*/ 787961 h 833928"/>
              <a:gd name="connsiteX10" fmla="*/ 596213 w 1726174"/>
              <a:gd name="connsiteY10" fmla="*/ 719029 h 833928"/>
              <a:gd name="connsiteX0" fmla="*/ 596213 w 1726174"/>
              <a:gd name="connsiteY0" fmla="*/ 719029 h 833796"/>
              <a:gd name="connsiteX1" fmla="*/ 1155749 w 1726174"/>
              <a:gd name="connsiteY1" fmla="*/ 722386 h 833796"/>
              <a:gd name="connsiteX2" fmla="*/ 1623686 w 1726174"/>
              <a:gd name="connsiteY2" fmla="*/ 619618 h 833796"/>
              <a:gd name="connsiteX3" fmla="*/ 1668834 w 1726174"/>
              <a:gd name="connsiteY3" fmla="*/ 135843 h 833796"/>
              <a:gd name="connsiteX4" fmla="*/ 711953 w 1726174"/>
              <a:gd name="connsiteY4" fmla="*/ 302 h 833796"/>
              <a:gd name="connsiteX5" fmla="*/ 46296 w 1726174"/>
              <a:gd name="connsiteY5" fmla="*/ 158293 h 833796"/>
              <a:gd name="connsiteX6" fmla="*/ 100392 w 1726174"/>
              <a:gd name="connsiteY6" fmla="*/ 627288 h 833796"/>
              <a:gd name="connsiteX7" fmla="*/ 451431 w 1726174"/>
              <a:gd name="connsiteY7" fmla="*/ 707708 h 833796"/>
              <a:gd name="connsiteX8" fmla="*/ 629740 w 1726174"/>
              <a:gd name="connsiteY8" fmla="*/ 833796 h 833796"/>
              <a:gd name="connsiteX9" fmla="*/ 602001 w 1726174"/>
              <a:gd name="connsiteY9" fmla="*/ 787961 h 833796"/>
              <a:gd name="connsiteX10" fmla="*/ 596213 w 1726174"/>
              <a:gd name="connsiteY10" fmla="*/ 719029 h 833796"/>
              <a:gd name="connsiteX0" fmla="*/ 596213 w 1726174"/>
              <a:gd name="connsiteY0" fmla="*/ 719029 h 833796"/>
              <a:gd name="connsiteX1" fmla="*/ 1155749 w 1726174"/>
              <a:gd name="connsiteY1" fmla="*/ 722386 h 833796"/>
              <a:gd name="connsiteX2" fmla="*/ 1623686 w 1726174"/>
              <a:gd name="connsiteY2" fmla="*/ 619618 h 833796"/>
              <a:gd name="connsiteX3" fmla="*/ 1668834 w 1726174"/>
              <a:gd name="connsiteY3" fmla="*/ 135843 h 833796"/>
              <a:gd name="connsiteX4" fmla="*/ 711953 w 1726174"/>
              <a:gd name="connsiteY4" fmla="*/ 302 h 833796"/>
              <a:gd name="connsiteX5" fmla="*/ 46296 w 1726174"/>
              <a:gd name="connsiteY5" fmla="*/ 158293 h 833796"/>
              <a:gd name="connsiteX6" fmla="*/ 100392 w 1726174"/>
              <a:gd name="connsiteY6" fmla="*/ 627288 h 833796"/>
              <a:gd name="connsiteX7" fmla="*/ 451431 w 1726174"/>
              <a:gd name="connsiteY7" fmla="*/ 707708 h 833796"/>
              <a:gd name="connsiteX8" fmla="*/ 629740 w 1726174"/>
              <a:gd name="connsiteY8" fmla="*/ 833796 h 833796"/>
              <a:gd name="connsiteX9" fmla="*/ 602001 w 1726174"/>
              <a:gd name="connsiteY9" fmla="*/ 787961 h 833796"/>
              <a:gd name="connsiteX10" fmla="*/ 596213 w 1726174"/>
              <a:gd name="connsiteY10" fmla="*/ 719029 h 833796"/>
              <a:gd name="connsiteX0" fmla="*/ 596213 w 1726174"/>
              <a:gd name="connsiteY0" fmla="*/ 719029 h 833796"/>
              <a:gd name="connsiteX1" fmla="*/ 1155749 w 1726174"/>
              <a:gd name="connsiteY1" fmla="*/ 722386 h 833796"/>
              <a:gd name="connsiteX2" fmla="*/ 1623686 w 1726174"/>
              <a:gd name="connsiteY2" fmla="*/ 619618 h 833796"/>
              <a:gd name="connsiteX3" fmla="*/ 1668834 w 1726174"/>
              <a:gd name="connsiteY3" fmla="*/ 135843 h 833796"/>
              <a:gd name="connsiteX4" fmla="*/ 711953 w 1726174"/>
              <a:gd name="connsiteY4" fmla="*/ 302 h 833796"/>
              <a:gd name="connsiteX5" fmla="*/ 46296 w 1726174"/>
              <a:gd name="connsiteY5" fmla="*/ 158293 h 833796"/>
              <a:gd name="connsiteX6" fmla="*/ 100392 w 1726174"/>
              <a:gd name="connsiteY6" fmla="*/ 627288 h 833796"/>
              <a:gd name="connsiteX7" fmla="*/ 451431 w 1726174"/>
              <a:gd name="connsiteY7" fmla="*/ 707708 h 833796"/>
              <a:gd name="connsiteX8" fmla="*/ 629740 w 1726174"/>
              <a:gd name="connsiteY8" fmla="*/ 833796 h 833796"/>
              <a:gd name="connsiteX9" fmla="*/ 602001 w 1726174"/>
              <a:gd name="connsiteY9" fmla="*/ 787961 h 833796"/>
              <a:gd name="connsiteX10" fmla="*/ 596213 w 1726174"/>
              <a:gd name="connsiteY10" fmla="*/ 719029 h 833796"/>
              <a:gd name="connsiteX0" fmla="*/ 596095 w 1726056"/>
              <a:gd name="connsiteY0" fmla="*/ 728944 h 843711"/>
              <a:gd name="connsiteX1" fmla="*/ 1155631 w 1726056"/>
              <a:gd name="connsiteY1" fmla="*/ 732301 h 843711"/>
              <a:gd name="connsiteX2" fmla="*/ 1623568 w 1726056"/>
              <a:gd name="connsiteY2" fmla="*/ 629533 h 843711"/>
              <a:gd name="connsiteX3" fmla="*/ 1668716 w 1726056"/>
              <a:gd name="connsiteY3" fmla="*/ 145758 h 843711"/>
              <a:gd name="connsiteX4" fmla="*/ 710246 w 1726056"/>
              <a:gd name="connsiteY4" fmla="*/ 236 h 843711"/>
              <a:gd name="connsiteX5" fmla="*/ 46178 w 1726056"/>
              <a:gd name="connsiteY5" fmla="*/ 168208 h 843711"/>
              <a:gd name="connsiteX6" fmla="*/ 100274 w 1726056"/>
              <a:gd name="connsiteY6" fmla="*/ 637203 h 843711"/>
              <a:gd name="connsiteX7" fmla="*/ 451313 w 1726056"/>
              <a:gd name="connsiteY7" fmla="*/ 717623 h 843711"/>
              <a:gd name="connsiteX8" fmla="*/ 629622 w 1726056"/>
              <a:gd name="connsiteY8" fmla="*/ 843711 h 843711"/>
              <a:gd name="connsiteX9" fmla="*/ 601883 w 1726056"/>
              <a:gd name="connsiteY9" fmla="*/ 797876 h 843711"/>
              <a:gd name="connsiteX10" fmla="*/ 596095 w 1726056"/>
              <a:gd name="connsiteY10" fmla="*/ 728944 h 843711"/>
              <a:gd name="connsiteX0" fmla="*/ 596095 w 1726056"/>
              <a:gd name="connsiteY0" fmla="*/ 728944 h 843711"/>
              <a:gd name="connsiteX1" fmla="*/ 1155631 w 1726056"/>
              <a:gd name="connsiteY1" fmla="*/ 732301 h 843711"/>
              <a:gd name="connsiteX2" fmla="*/ 1623568 w 1726056"/>
              <a:gd name="connsiteY2" fmla="*/ 629533 h 843711"/>
              <a:gd name="connsiteX3" fmla="*/ 1668716 w 1726056"/>
              <a:gd name="connsiteY3" fmla="*/ 145758 h 843711"/>
              <a:gd name="connsiteX4" fmla="*/ 710246 w 1726056"/>
              <a:gd name="connsiteY4" fmla="*/ 236 h 843711"/>
              <a:gd name="connsiteX5" fmla="*/ 46178 w 1726056"/>
              <a:gd name="connsiteY5" fmla="*/ 168208 h 843711"/>
              <a:gd name="connsiteX6" fmla="*/ 100274 w 1726056"/>
              <a:gd name="connsiteY6" fmla="*/ 637203 h 843711"/>
              <a:gd name="connsiteX7" fmla="*/ 451313 w 1726056"/>
              <a:gd name="connsiteY7" fmla="*/ 717623 h 843711"/>
              <a:gd name="connsiteX8" fmla="*/ 629622 w 1726056"/>
              <a:gd name="connsiteY8" fmla="*/ 843711 h 843711"/>
              <a:gd name="connsiteX9" fmla="*/ 601883 w 1726056"/>
              <a:gd name="connsiteY9" fmla="*/ 797876 h 843711"/>
              <a:gd name="connsiteX10" fmla="*/ 596095 w 1726056"/>
              <a:gd name="connsiteY10" fmla="*/ 728944 h 843711"/>
              <a:gd name="connsiteX0" fmla="*/ 596095 w 1726056"/>
              <a:gd name="connsiteY0" fmla="*/ 729476 h 844243"/>
              <a:gd name="connsiteX1" fmla="*/ 1155631 w 1726056"/>
              <a:gd name="connsiteY1" fmla="*/ 732833 h 844243"/>
              <a:gd name="connsiteX2" fmla="*/ 1623568 w 1726056"/>
              <a:gd name="connsiteY2" fmla="*/ 630065 h 844243"/>
              <a:gd name="connsiteX3" fmla="*/ 1668716 w 1726056"/>
              <a:gd name="connsiteY3" fmla="*/ 146290 h 844243"/>
              <a:gd name="connsiteX4" fmla="*/ 710246 w 1726056"/>
              <a:gd name="connsiteY4" fmla="*/ 768 h 844243"/>
              <a:gd name="connsiteX5" fmla="*/ 46178 w 1726056"/>
              <a:gd name="connsiteY5" fmla="*/ 168740 h 844243"/>
              <a:gd name="connsiteX6" fmla="*/ 100274 w 1726056"/>
              <a:gd name="connsiteY6" fmla="*/ 637735 h 844243"/>
              <a:gd name="connsiteX7" fmla="*/ 451313 w 1726056"/>
              <a:gd name="connsiteY7" fmla="*/ 718155 h 844243"/>
              <a:gd name="connsiteX8" fmla="*/ 629622 w 1726056"/>
              <a:gd name="connsiteY8" fmla="*/ 844243 h 844243"/>
              <a:gd name="connsiteX9" fmla="*/ 601883 w 1726056"/>
              <a:gd name="connsiteY9" fmla="*/ 798408 h 844243"/>
              <a:gd name="connsiteX10" fmla="*/ 596095 w 1726056"/>
              <a:gd name="connsiteY10" fmla="*/ 729476 h 844243"/>
              <a:gd name="connsiteX0" fmla="*/ 596095 w 1726056"/>
              <a:gd name="connsiteY0" fmla="*/ 729476 h 844243"/>
              <a:gd name="connsiteX1" fmla="*/ 1155631 w 1726056"/>
              <a:gd name="connsiteY1" fmla="*/ 732833 h 844243"/>
              <a:gd name="connsiteX2" fmla="*/ 1623568 w 1726056"/>
              <a:gd name="connsiteY2" fmla="*/ 630065 h 844243"/>
              <a:gd name="connsiteX3" fmla="*/ 1668716 w 1726056"/>
              <a:gd name="connsiteY3" fmla="*/ 146290 h 844243"/>
              <a:gd name="connsiteX4" fmla="*/ 710246 w 1726056"/>
              <a:gd name="connsiteY4" fmla="*/ 768 h 844243"/>
              <a:gd name="connsiteX5" fmla="*/ 46178 w 1726056"/>
              <a:gd name="connsiteY5" fmla="*/ 168740 h 844243"/>
              <a:gd name="connsiteX6" fmla="*/ 100274 w 1726056"/>
              <a:gd name="connsiteY6" fmla="*/ 637735 h 844243"/>
              <a:gd name="connsiteX7" fmla="*/ 451313 w 1726056"/>
              <a:gd name="connsiteY7" fmla="*/ 718155 h 844243"/>
              <a:gd name="connsiteX8" fmla="*/ 629622 w 1726056"/>
              <a:gd name="connsiteY8" fmla="*/ 844243 h 844243"/>
              <a:gd name="connsiteX9" fmla="*/ 601883 w 1726056"/>
              <a:gd name="connsiteY9" fmla="*/ 798408 h 844243"/>
              <a:gd name="connsiteX10" fmla="*/ 596095 w 1726056"/>
              <a:gd name="connsiteY10" fmla="*/ 729476 h 844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26056" h="844243">
                <a:moveTo>
                  <a:pt x="596095" y="729476"/>
                </a:moveTo>
                <a:cubicBezTo>
                  <a:pt x="661109" y="739868"/>
                  <a:pt x="981208" y="743412"/>
                  <a:pt x="1155631" y="732833"/>
                </a:cubicBezTo>
                <a:cubicBezTo>
                  <a:pt x="1330054" y="722254"/>
                  <a:pt x="1538054" y="727822"/>
                  <a:pt x="1623568" y="630065"/>
                </a:cubicBezTo>
                <a:cubicBezTo>
                  <a:pt x="1709082" y="532308"/>
                  <a:pt x="1780349" y="377557"/>
                  <a:pt x="1668716" y="146290"/>
                </a:cubicBezTo>
                <a:cubicBezTo>
                  <a:pt x="1577926" y="1391"/>
                  <a:pt x="980669" y="-2974"/>
                  <a:pt x="710246" y="768"/>
                </a:cubicBezTo>
                <a:cubicBezTo>
                  <a:pt x="439823" y="4510"/>
                  <a:pt x="147840" y="62579"/>
                  <a:pt x="46178" y="168740"/>
                </a:cubicBezTo>
                <a:cubicBezTo>
                  <a:pt x="-55484" y="274901"/>
                  <a:pt x="32752" y="546166"/>
                  <a:pt x="100274" y="637735"/>
                </a:cubicBezTo>
                <a:cubicBezTo>
                  <a:pt x="167796" y="729304"/>
                  <a:pt x="405212" y="718155"/>
                  <a:pt x="451313" y="718155"/>
                </a:cubicBezTo>
                <a:cubicBezTo>
                  <a:pt x="526895" y="793049"/>
                  <a:pt x="550644" y="827154"/>
                  <a:pt x="629622" y="844243"/>
                </a:cubicBezTo>
                <a:cubicBezTo>
                  <a:pt x="615010" y="820248"/>
                  <a:pt x="617853" y="832539"/>
                  <a:pt x="601883" y="798408"/>
                </a:cubicBezTo>
                <a:cubicBezTo>
                  <a:pt x="585219" y="769261"/>
                  <a:pt x="596095" y="729476"/>
                  <a:pt x="596095" y="729476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10B73D1-A4C3-4A71-836A-5FD28F326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77662" y="659873"/>
            <a:ext cx="6247268" cy="2432162"/>
          </a:xfrm>
          <a:custGeom>
            <a:avLst/>
            <a:gdLst>
              <a:gd name="connsiteX0" fmla="*/ 702544 w 1731866"/>
              <a:gd name="connsiteY0" fmla="*/ 704513 h 898547"/>
              <a:gd name="connsiteX1" fmla="*/ 1151838 w 1731866"/>
              <a:gd name="connsiteY1" fmla="*/ 709752 h 898547"/>
              <a:gd name="connsiteX2" fmla="*/ 1632946 w 1731866"/>
              <a:gd name="connsiteY2" fmla="*/ 622027 h 898547"/>
              <a:gd name="connsiteX3" fmla="*/ 1678094 w 1731866"/>
              <a:gd name="connsiteY3" fmla="*/ 138252 h 898547"/>
              <a:gd name="connsiteX4" fmla="*/ 721213 w 1731866"/>
              <a:gd name="connsiteY4" fmla="*/ 2711 h 898547"/>
              <a:gd name="connsiteX5" fmla="*/ 29222 w 1731866"/>
              <a:gd name="connsiteY5" fmla="*/ 208261 h 898547"/>
              <a:gd name="connsiteX6" fmla="*/ 142569 w 1731866"/>
              <a:gd name="connsiteY6" fmla="*/ 668985 h 898547"/>
              <a:gd name="connsiteX7" fmla="*/ 426128 w 1731866"/>
              <a:gd name="connsiteY7" fmla="*/ 701846 h 898547"/>
              <a:gd name="connsiteX8" fmla="*/ 729119 w 1731866"/>
              <a:gd name="connsiteY8" fmla="*/ 898538 h 898547"/>
              <a:gd name="connsiteX9" fmla="*/ 670635 w 1731866"/>
              <a:gd name="connsiteY9" fmla="*/ 773570 h 898547"/>
              <a:gd name="connsiteX10" fmla="*/ 702544 w 1731866"/>
              <a:gd name="connsiteY10" fmla="*/ 704513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70673 w 1731865"/>
              <a:gd name="connsiteY9" fmla="*/ 773579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7404 w 1731865"/>
              <a:gd name="connsiteY9" fmla="*/ 774971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7404 w 1731865"/>
              <a:gd name="connsiteY9" fmla="*/ 774971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7404 w 1731865"/>
              <a:gd name="connsiteY9" fmla="*/ 774971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1864 w 1731865"/>
              <a:gd name="connsiteY9" fmla="*/ 777755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1864 w 1731865"/>
              <a:gd name="connsiteY9" fmla="*/ 777755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1864 w 1731865"/>
              <a:gd name="connsiteY9" fmla="*/ 786108 h 898547"/>
              <a:gd name="connsiteX10" fmla="*/ 629450 w 1731865"/>
              <a:gd name="connsiteY10" fmla="*/ 704522 h 898547"/>
              <a:gd name="connsiteX0" fmla="*/ 629450 w 1731865"/>
              <a:gd name="connsiteY0" fmla="*/ 704522 h 898547"/>
              <a:gd name="connsiteX1" fmla="*/ 1151876 w 1731865"/>
              <a:gd name="connsiteY1" fmla="*/ 709761 h 898547"/>
              <a:gd name="connsiteX2" fmla="*/ 1632984 w 1731865"/>
              <a:gd name="connsiteY2" fmla="*/ 622036 h 898547"/>
              <a:gd name="connsiteX3" fmla="*/ 1678132 w 1731865"/>
              <a:gd name="connsiteY3" fmla="*/ 138261 h 898547"/>
              <a:gd name="connsiteX4" fmla="*/ 721251 w 1731865"/>
              <a:gd name="connsiteY4" fmla="*/ 2720 h 898547"/>
              <a:gd name="connsiteX5" fmla="*/ 29260 w 1731865"/>
              <a:gd name="connsiteY5" fmla="*/ 208270 h 898547"/>
              <a:gd name="connsiteX6" fmla="*/ 142607 w 1731865"/>
              <a:gd name="connsiteY6" fmla="*/ 668994 h 898547"/>
              <a:gd name="connsiteX7" fmla="*/ 426166 w 1731865"/>
              <a:gd name="connsiteY7" fmla="*/ 701855 h 898547"/>
              <a:gd name="connsiteX8" fmla="*/ 729157 w 1731865"/>
              <a:gd name="connsiteY8" fmla="*/ 898547 h 898547"/>
              <a:gd name="connsiteX9" fmla="*/ 641864 w 1731865"/>
              <a:gd name="connsiteY9" fmla="*/ 786108 h 898547"/>
              <a:gd name="connsiteX10" fmla="*/ 629450 w 1731865"/>
              <a:gd name="connsiteY10" fmla="*/ 704522 h 898547"/>
              <a:gd name="connsiteX0" fmla="*/ 629450 w 1731865"/>
              <a:gd name="connsiteY0" fmla="*/ 704522 h 891586"/>
              <a:gd name="connsiteX1" fmla="*/ 1151876 w 1731865"/>
              <a:gd name="connsiteY1" fmla="*/ 709761 h 891586"/>
              <a:gd name="connsiteX2" fmla="*/ 1632984 w 1731865"/>
              <a:gd name="connsiteY2" fmla="*/ 622036 h 891586"/>
              <a:gd name="connsiteX3" fmla="*/ 1678132 w 1731865"/>
              <a:gd name="connsiteY3" fmla="*/ 138261 h 891586"/>
              <a:gd name="connsiteX4" fmla="*/ 721251 w 1731865"/>
              <a:gd name="connsiteY4" fmla="*/ 2720 h 891586"/>
              <a:gd name="connsiteX5" fmla="*/ 29260 w 1731865"/>
              <a:gd name="connsiteY5" fmla="*/ 208270 h 891586"/>
              <a:gd name="connsiteX6" fmla="*/ 142607 w 1731865"/>
              <a:gd name="connsiteY6" fmla="*/ 668994 h 891586"/>
              <a:gd name="connsiteX7" fmla="*/ 426166 w 1731865"/>
              <a:gd name="connsiteY7" fmla="*/ 701855 h 891586"/>
              <a:gd name="connsiteX8" fmla="*/ 723617 w 1731865"/>
              <a:gd name="connsiteY8" fmla="*/ 891586 h 891586"/>
              <a:gd name="connsiteX9" fmla="*/ 641864 w 1731865"/>
              <a:gd name="connsiteY9" fmla="*/ 786108 h 891586"/>
              <a:gd name="connsiteX10" fmla="*/ 629450 w 1731865"/>
              <a:gd name="connsiteY10" fmla="*/ 704522 h 891586"/>
              <a:gd name="connsiteX0" fmla="*/ 629450 w 1731865"/>
              <a:gd name="connsiteY0" fmla="*/ 704522 h 891586"/>
              <a:gd name="connsiteX1" fmla="*/ 1151876 w 1731865"/>
              <a:gd name="connsiteY1" fmla="*/ 709761 h 891586"/>
              <a:gd name="connsiteX2" fmla="*/ 1632984 w 1731865"/>
              <a:gd name="connsiteY2" fmla="*/ 622036 h 891586"/>
              <a:gd name="connsiteX3" fmla="*/ 1678132 w 1731865"/>
              <a:gd name="connsiteY3" fmla="*/ 138261 h 891586"/>
              <a:gd name="connsiteX4" fmla="*/ 721251 w 1731865"/>
              <a:gd name="connsiteY4" fmla="*/ 2720 h 891586"/>
              <a:gd name="connsiteX5" fmla="*/ 29260 w 1731865"/>
              <a:gd name="connsiteY5" fmla="*/ 208270 h 891586"/>
              <a:gd name="connsiteX6" fmla="*/ 142607 w 1731865"/>
              <a:gd name="connsiteY6" fmla="*/ 668994 h 891586"/>
              <a:gd name="connsiteX7" fmla="*/ 426166 w 1731865"/>
              <a:gd name="connsiteY7" fmla="*/ 701855 h 891586"/>
              <a:gd name="connsiteX8" fmla="*/ 723617 w 1731865"/>
              <a:gd name="connsiteY8" fmla="*/ 891586 h 891586"/>
              <a:gd name="connsiteX9" fmla="*/ 641864 w 1731865"/>
              <a:gd name="connsiteY9" fmla="*/ 786108 h 891586"/>
              <a:gd name="connsiteX10" fmla="*/ 629450 w 1731865"/>
              <a:gd name="connsiteY10" fmla="*/ 704522 h 891586"/>
              <a:gd name="connsiteX0" fmla="*/ 629450 w 1731865"/>
              <a:gd name="connsiteY0" fmla="*/ 704522 h 891586"/>
              <a:gd name="connsiteX1" fmla="*/ 1151876 w 1731865"/>
              <a:gd name="connsiteY1" fmla="*/ 709761 h 891586"/>
              <a:gd name="connsiteX2" fmla="*/ 1632984 w 1731865"/>
              <a:gd name="connsiteY2" fmla="*/ 622036 h 891586"/>
              <a:gd name="connsiteX3" fmla="*/ 1678132 w 1731865"/>
              <a:gd name="connsiteY3" fmla="*/ 138261 h 891586"/>
              <a:gd name="connsiteX4" fmla="*/ 721251 w 1731865"/>
              <a:gd name="connsiteY4" fmla="*/ 2720 h 891586"/>
              <a:gd name="connsiteX5" fmla="*/ 29260 w 1731865"/>
              <a:gd name="connsiteY5" fmla="*/ 208270 h 891586"/>
              <a:gd name="connsiteX6" fmla="*/ 142607 w 1731865"/>
              <a:gd name="connsiteY6" fmla="*/ 668994 h 891586"/>
              <a:gd name="connsiteX7" fmla="*/ 426166 w 1731865"/>
              <a:gd name="connsiteY7" fmla="*/ 701855 h 891586"/>
              <a:gd name="connsiteX8" fmla="*/ 723617 w 1731865"/>
              <a:gd name="connsiteY8" fmla="*/ 891586 h 891586"/>
              <a:gd name="connsiteX9" fmla="*/ 641864 w 1731865"/>
              <a:gd name="connsiteY9" fmla="*/ 786108 h 891586"/>
              <a:gd name="connsiteX10" fmla="*/ 629450 w 1731865"/>
              <a:gd name="connsiteY10" fmla="*/ 704522 h 891586"/>
              <a:gd name="connsiteX0" fmla="*/ 629450 w 1731865"/>
              <a:gd name="connsiteY0" fmla="*/ 718060 h 891586"/>
              <a:gd name="connsiteX1" fmla="*/ 1151876 w 1731865"/>
              <a:gd name="connsiteY1" fmla="*/ 709761 h 891586"/>
              <a:gd name="connsiteX2" fmla="*/ 1632984 w 1731865"/>
              <a:gd name="connsiteY2" fmla="*/ 622036 h 891586"/>
              <a:gd name="connsiteX3" fmla="*/ 1678132 w 1731865"/>
              <a:gd name="connsiteY3" fmla="*/ 138261 h 891586"/>
              <a:gd name="connsiteX4" fmla="*/ 721251 w 1731865"/>
              <a:gd name="connsiteY4" fmla="*/ 2720 h 891586"/>
              <a:gd name="connsiteX5" fmla="*/ 29260 w 1731865"/>
              <a:gd name="connsiteY5" fmla="*/ 208270 h 891586"/>
              <a:gd name="connsiteX6" fmla="*/ 142607 w 1731865"/>
              <a:gd name="connsiteY6" fmla="*/ 668994 h 891586"/>
              <a:gd name="connsiteX7" fmla="*/ 426166 w 1731865"/>
              <a:gd name="connsiteY7" fmla="*/ 701855 h 891586"/>
              <a:gd name="connsiteX8" fmla="*/ 723617 w 1731865"/>
              <a:gd name="connsiteY8" fmla="*/ 891586 h 891586"/>
              <a:gd name="connsiteX9" fmla="*/ 641864 w 1731865"/>
              <a:gd name="connsiteY9" fmla="*/ 786108 h 891586"/>
              <a:gd name="connsiteX10" fmla="*/ 629450 w 1731865"/>
              <a:gd name="connsiteY10" fmla="*/ 718060 h 891586"/>
              <a:gd name="connsiteX0" fmla="*/ 629450 w 1731865"/>
              <a:gd name="connsiteY0" fmla="*/ 718060 h 891586"/>
              <a:gd name="connsiteX1" fmla="*/ 1151876 w 1731865"/>
              <a:gd name="connsiteY1" fmla="*/ 709761 h 891586"/>
              <a:gd name="connsiteX2" fmla="*/ 1632984 w 1731865"/>
              <a:gd name="connsiteY2" fmla="*/ 622036 h 891586"/>
              <a:gd name="connsiteX3" fmla="*/ 1678132 w 1731865"/>
              <a:gd name="connsiteY3" fmla="*/ 138261 h 891586"/>
              <a:gd name="connsiteX4" fmla="*/ 721251 w 1731865"/>
              <a:gd name="connsiteY4" fmla="*/ 2720 h 891586"/>
              <a:gd name="connsiteX5" fmla="*/ 29260 w 1731865"/>
              <a:gd name="connsiteY5" fmla="*/ 208270 h 891586"/>
              <a:gd name="connsiteX6" fmla="*/ 142607 w 1731865"/>
              <a:gd name="connsiteY6" fmla="*/ 668994 h 891586"/>
              <a:gd name="connsiteX7" fmla="*/ 426166 w 1731865"/>
              <a:gd name="connsiteY7" fmla="*/ 701855 h 891586"/>
              <a:gd name="connsiteX8" fmla="*/ 723617 w 1731865"/>
              <a:gd name="connsiteY8" fmla="*/ 891586 h 891586"/>
              <a:gd name="connsiteX9" fmla="*/ 641864 w 1731865"/>
              <a:gd name="connsiteY9" fmla="*/ 786108 h 891586"/>
              <a:gd name="connsiteX10" fmla="*/ 629450 w 1731865"/>
              <a:gd name="connsiteY10" fmla="*/ 718060 h 891586"/>
              <a:gd name="connsiteX0" fmla="*/ 629450 w 1735472"/>
              <a:gd name="connsiteY0" fmla="*/ 718060 h 891586"/>
              <a:gd name="connsiteX1" fmla="*/ 1165047 w 1735472"/>
              <a:gd name="connsiteY1" fmla="*/ 724804 h 891586"/>
              <a:gd name="connsiteX2" fmla="*/ 1632984 w 1735472"/>
              <a:gd name="connsiteY2" fmla="*/ 622036 h 891586"/>
              <a:gd name="connsiteX3" fmla="*/ 1678132 w 1735472"/>
              <a:gd name="connsiteY3" fmla="*/ 138261 h 891586"/>
              <a:gd name="connsiteX4" fmla="*/ 721251 w 1735472"/>
              <a:gd name="connsiteY4" fmla="*/ 2720 h 891586"/>
              <a:gd name="connsiteX5" fmla="*/ 29260 w 1735472"/>
              <a:gd name="connsiteY5" fmla="*/ 208270 h 891586"/>
              <a:gd name="connsiteX6" fmla="*/ 142607 w 1735472"/>
              <a:gd name="connsiteY6" fmla="*/ 668994 h 891586"/>
              <a:gd name="connsiteX7" fmla="*/ 426166 w 1735472"/>
              <a:gd name="connsiteY7" fmla="*/ 701855 h 891586"/>
              <a:gd name="connsiteX8" fmla="*/ 723617 w 1735472"/>
              <a:gd name="connsiteY8" fmla="*/ 891586 h 891586"/>
              <a:gd name="connsiteX9" fmla="*/ 641864 w 1735472"/>
              <a:gd name="connsiteY9" fmla="*/ 786108 h 891586"/>
              <a:gd name="connsiteX10" fmla="*/ 629450 w 1735472"/>
              <a:gd name="connsiteY10" fmla="*/ 718060 h 891586"/>
              <a:gd name="connsiteX0" fmla="*/ 631845 w 1735472"/>
              <a:gd name="connsiteY0" fmla="*/ 725582 h 891586"/>
              <a:gd name="connsiteX1" fmla="*/ 1165047 w 1735472"/>
              <a:gd name="connsiteY1" fmla="*/ 724804 h 891586"/>
              <a:gd name="connsiteX2" fmla="*/ 1632984 w 1735472"/>
              <a:gd name="connsiteY2" fmla="*/ 622036 h 891586"/>
              <a:gd name="connsiteX3" fmla="*/ 1678132 w 1735472"/>
              <a:gd name="connsiteY3" fmla="*/ 138261 h 891586"/>
              <a:gd name="connsiteX4" fmla="*/ 721251 w 1735472"/>
              <a:gd name="connsiteY4" fmla="*/ 2720 h 891586"/>
              <a:gd name="connsiteX5" fmla="*/ 29260 w 1735472"/>
              <a:gd name="connsiteY5" fmla="*/ 208270 h 891586"/>
              <a:gd name="connsiteX6" fmla="*/ 142607 w 1735472"/>
              <a:gd name="connsiteY6" fmla="*/ 668994 h 891586"/>
              <a:gd name="connsiteX7" fmla="*/ 426166 w 1735472"/>
              <a:gd name="connsiteY7" fmla="*/ 701855 h 891586"/>
              <a:gd name="connsiteX8" fmla="*/ 723617 w 1735472"/>
              <a:gd name="connsiteY8" fmla="*/ 891586 h 891586"/>
              <a:gd name="connsiteX9" fmla="*/ 641864 w 1735472"/>
              <a:gd name="connsiteY9" fmla="*/ 786108 h 891586"/>
              <a:gd name="connsiteX10" fmla="*/ 631845 w 1735472"/>
              <a:gd name="connsiteY10" fmla="*/ 725582 h 891586"/>
              <a:gd name="connsiteX0" fmla="*/ 631845 w 1735472"/>
              <a:gd name="connsiteY0" fmla="*/ 725582 h 891586"/>
              <a:gd name="connsiteX1" fmla="*/ 1165047 w 1735472"/>
              <a:gd name="connsiteY1" fmla="*/ 724804 h 891586"/>
              <a:gd name="connsiteX2" fmla="*/ 1632984 w 1735472"/>
              <a:gd name="connsiteY2" fmla="*/ 622036 h 891586"/>
              <a:gd name="connsiteX3" fmla="*/ 1678132 w 1735472"/>
              <a:gd name="connsiteY3" fmla="*/ 138261 h 891586"/>
              <a:gd name="connsiteX4" fmla="*/ 721251 w 1735472"/>
              <a:gd name="connsiteY4" fmla="*/ 2720 h 891586"/>
              <a:gd name="connsiteX5" fmla="*/ 29260 w 1735472"/>
              <a:gd name="connsiteY5" fmla="*/ 208270 h 891586"/>
              <a:gd name="connsiteX6" fmla="*/ 142607 w 1735472"/>
              <a:gd name="connsiteY6" fmla="*/ 668994 h 891586"/>
              <a:gd name="connsiteX7" fmla="*/ 426166 w 1735472"/>
              <a:gd name="connsiteY7" fmla="*/ 701855 h 891586"/>
              <a:gd name="connsiteX8" fmla="*/ 723617 w 1735472"/>
              <a:gd name="connsiteY8" fmla="*/ 891586 h 891586"/>
              <a:gd name="connsiteX9" fmla="*/ 644259 w 1735472"/>
              <a:gd name="connsiteY9" fmla="*/ 796638 h 891586"/>
              <a:gd name="connsiteX10" fmla="*/ 631845 w 1735472"/>
              <a:gd name="connsiteY10" fmla="*/ 725582 h 891586"/>
              <a:gd name="connsiteX0" fmla="*/ 631845 w 1735472"/>
              <a:gd name="connsiteY0" fmla="*/ 725582 h 891586"/>
              <a:gd name="connsiteX1" fmla="*/ 1165047 w 1735472"/>
              <a:gd name="connsiteY1" fmla="*/ 724804 h 891586"/>
              <a:gd name="connsiteX2" fmla="*/ 1632984 w 1735472"/>
              <a:gd name="connsiteY2" fmla="*/ 622036 h 891586"/>
              <a:gd name="connsiteX3" fmla="*/ 1678132 w 1735472"/>
              <a:gd name="connsiteY3" fmla="*/ 138261 h 891586"/>
              <a:gd name="connsiteX4" fmla="*/ 721251 w 1735472"/>
              <a:gd name="connsiteY4" fmla="*/ 2720 h 891586"/>
              <a:gd name="connsiteX5" fmla="*/ 29260 w 1735472"/>
              <a:gd name="connsiteY5" fmla="*/ 208270 h 891586"/>
              <a:gd name="connsiteX6" fmla="*/ 142607 w 1735472"/>
              <a:gd name="connsiteY6" fmla="*/ 668994 h 891586"/>
              <a:gd name="connsiteX7" fmla="*/ 426166 w 1735472"/>
              <a:gd name="connsiteY7" fmla="*/ 701855 h 891586"/>
              <a:gd name="connsiteX8" fmla="*/ 723617 w 1735472"/>
              <a:gd name="connsiteY8" fmla="*/ 891586 h 891586"/>
              <a:gd name="connsiteX9" fmla="*/ 644259 w 1735472"/>
              <a:gd name="connsiteY9" fmla="*/ 796638 h 891586"/>
              <a:gd name="connsiteX10" fmla="*/ 631845 w 1735472"/>
              <a:gd name="connsiteY10" fmla="*/ 725582 h 891586"/>
              <a:gd name="connsiteX0" fmla="*/ 618115 w 1721742"/>
              <a:gd name="connsiteY0" fmla="*/ 725582 h 891586"/>
              <a:gd name="connsiteX1" fmla="*/ 1151317 w 1721742"/>
              <a:gd name="connsiteY1" fmla="*/ 724804 h 891586"/>
              <a:gd name="connsiteX2" fmla="*/ 1619254 w 1721742"/>
              <a:gd name="connsiteY2" fmla="*/ 622036 h 891586"/>
              <a:gd name="connsiteX3" fmla="*/ 1664402 w 1721742"/>
              <a:gd name="connsiteY3" fmla="*/ 138261 h 891586"/>
              <a:gd name="connsiteX4" fmla="*/ 707521 w 1721742"/>
              <a:gd name="connsiteY4" fmla="*/ 2720 h 891586"/>
              <a:gd name="connsiteX5" fmla="*/ 15530 w 1721742"/>
              <a:gd name="connsiteY5" fmla="*/ 208270 h 891586"/>
              <a:gd name="connsiteX6" fmla="*/ 128877 w 1721742"/>
              <a:gd name="connsiteY6" fmla="*/ 668994 h 891586"/>
              <a:gd name="connsiteX7" fmla="*/ 446999 w 1721742"/>
              <a:gd name="connsiteY7" fmla="*/ 710126 h 891586"/>
              <a:gd name="connsiteX8" fmla="*/ 709887 w 1721742"/>
              <a:gd name="connsiteY8" fmla="*/ 891586 h 891586"/>
              <a:gd name="connsiteX9" fmla="*/ 630529 w 1721742"/>
              <a:gd name="connsiteY9" fmla="*/ 796638 h 891586"/>
              <a:gd name="connsiteX10" fmla="*/ 618115 w 1721742"/>
              <a:gd name="connsiteY10" fmla="*/ 725582 h 891586"/>
              <a:gd name="connsiteX0" fmla="*/ 647607 w 1751234"/>
              <a:gd name="connsiteY0" fmla="*/ 725582 h 891586"/>
              <a:gd name="connsiteX1" fmla="*/ 1180809 w 1751234"/>
              <a:gd name="connsiteY1" fmla="*/ 724804 h 891586"/>
              <a:gd name="connsiteX2" fmla="*/ 1648746 w 1751234"/>
              <a:gd name="connsiteY2" fmla="*/ 622036 h 891586"/>
              <a:gd name="connsiteX3" fmla="*/ 1693894 w 1751234"/>
              <a:gd name="connsiteY3" fmla="*/ 138261 h 891586"/>
              <a:gd name="connsiteX4" fmla="*/ 737013 w 1751234"/>
              <a:gd name="connsiteY4" fmla="*/ 2720 h 891586"/>
              <a:gd name="connsiteX5" fmla="*/ 45022 w 1751234"/>
              <a:gd name="connsiteY5" fmla="*/ 208270 h 891586"/>
              <a:gd name="connsiteX6" fmla="*/ 112285 w 1751234"/>
              <a:gd name="connsiteY6" fmla="*/ 648316 h 891586"/>
              <a:gd name="connsiteX7" fmla="*/ 476491 w 1751234"/>
              <a:gd name="connsiteY7" fmla="*/ 710126 h 891586"/>
              <a:gd name="connsiteX8" fmla="*/ 739379 w 1751234"/>
              <a:gd name="connsiteY8" fmla="*/ 891586 h 891586"/>
              <a:gd name="connsiteX9" fmla="*/ 660021 w 1751234"/>
              <a:gd name="connsiteY9" fmla="*/ 796638 h 891586"/>
              <a:gd name="connsiteX10" fmla="*/ 647607 w 1751234"/>
              <a:gd name="connsiteY10" fmla="*/ 725582 h 891586"/>
              <a:gd name="connsiteX0" fmla="*/ 643800 w 1747427"/>
              <a:gd name="connsiteY0" fmla="*/ 725582 h 891586"/>
              <a:gd name="connsiteX1" fmla="*/ 1177002 w 1747427"/>
              <a:gd name="connsiteY1" fmla="*/ 724804 h 891586"/>
              <a:gd name="connsiteX2" fmla="*/ 1644939 w 1747427"/>
              <a:gd name="connsiteY2" fmla="*/ 622036 h 891586"/>
              <a:gd name="connsiteX3" fmla="*/ 1690087 w 1747427"/>
              <a:gd name="connsiteY3" fmla="*/ 138261 h 891586"/>
              <a:gd name="connsiteX4" fmla="*/ 733206 w 1747427"/>
              <a:gd name="connsiteY4" fmla="*/ 2720 h 891586"/>
              <a:gd name="connsiteX5" fmla="*/ 41215 w 1747427"/>
              <a:gd name="connsiteY5" fmla="*/ 208270 h 891586"/>
              <a:gd name="connsiteX6" fmla="*/ 121645 w 1747427"/>
              <a:gd name="connsiteY6" fmla="*/ 629706 h 891586"/>
              <a:gd name="connsiteX7" fmla="*/ 472684 w 1747427"/>
              <a:gd name="connsiteY7" fmla="*/ 710126 h 891586"/>
              <a:gd name="connsiteX8" fmla="*/ 735572 w 1747427"/>
              <a:gd name="connsiteY8" fmla="*/ 891586 h 891586"/>
              <a:gd name="connsiteX9" fmla="*/ 656214 w 1747427"/>
              <a:gd name="connsiteY9" fmla="*/ 796638 h 891586"/>
              <a:gd name="connsiteX10" fmla="*/ 643800 w 1747427"/>
              <a:gd name="connsiteY10" fmla="*/ 725582 h 891586"/>
              <a:gd name="connsiteX0" fmla="*/ 622547 w 1726174"/>
              <a:gd name="connsiteY0" fmla="*/ 723164 h 889168"/>
              <a:gd name="connsiteX1" fmla="*/ 1155749 w 1726174"/>
              <a:gd name="connsiteY1" fmla="*/ 722386 h 889168"/>
              <a:gd name="connsiteX2" fmla="*/ 1623686 w 1726174"/>
              <a:gd name="connsiteY2" fmla="*/ 619618 h 889168"/>
              <a:gd name="connsiteX3" fmla="*/ 1668834 w 1726174"/>
              <a:gd name="connsiteY3" fmla="*/ 135843 h 889168"/>
              <a:gd name="connsiteX4" fmla="*/ 711953 w 1726174"/>
              <a:gd name="connsiteY4" fmla="*/ 302 h 889168"/>
              <a:gd name="connsiteX5" fmla="*/ 46296 w 1726174"/>
              <a:gd name="connsiteY5" fmla="*/ 158293 h 889168"/>
              <a:gd name="connsiteX6" fmla="*/ 100392 w 1726174"/>
              <a:gd name="connsiteY6" fmla="*/ 627288 h 889168"/>
              <a:gd name="connsiteX7" fmla="*/ 451431 w 1726174"/>
              <a:gd name="connsiteY7" fmla="*/ 707708 h 889168"/>
              <a:gd name="connsiteX8" fmla="*/ 714319 w 1726174"/>
              <a:gd name="connsiteY8" fmla="*/ 889168 h 889168"/>
              <a:gd name="connsiteX9" fmla="*/ 634961 w 1726174"/>
              <a:gd name="connsiteY9" fmla="*/ 794220 h 889168"/>
              <a:gd name="connsiteX10" fmla="*/ 622547 w 1726174"/>
              <a:gd name="connsiteY10" fmla="*/ 723164 h 889168"/>
              <a:gd name="connsiteX0" fmla="*/ 622547 w 1726174"/>
              <a:gd name="connsiteY0" fmla="*/ 723164 h 876761"/>
              <a:gd name="connsiteX1" fmla="*/ 1155749 w 1726174"/>
              <a:gd name="connsiteY1" fmla="*/ 722386 h 876761"/>
              <a:gd name="connsiteX2" fmla="*/ 1623686 w 1726174"/>
              <a:gd name="connsiteY2" fmla="*/ 619618 h 876761"/>
              <a:gd name="connsiteX3" fmla="*/ 1668834 w 1726174"/>
              <a:gd name="connsiteY3" fmla="*/ 135843 h 876761"/>
              <a:gd name="connsiteX4" fmla="*/ 711953 w 1726174"/>
              <a:gd name="connsiteY4" fmla="*/ 302 h 876761"/>
              <a:gd name="connsiteX5" fmla="*/ 46296 w 1726174"/>
              <a:gd name="connsiteY5" fmla="*/ 158293 h 876761"/>
              <a:gd name="connsiteX6" fmla="*/ 100392 w 1726174"/>
              <a:gd name="connsiteY6" fmla="*/ 627288 h 876761"/>
              <a:gd name="connsiteX7" fmla="*/ 451431 w 1726174"/>
              <a:gd name="connsiteY7" fmla="*/ 707708 h 876761"/>
              <a:gd name="connsiteX8" fmla="*/ 655068 w 1726174"/>
              <a:gd name="connsiteY8" fmla="*/ 876761 h 876761"/>
              <a:gd name="connsiteX9" fmla="*/ 634961 w 1726174"/>
              <a:gd name="connsiteY9" fmla="*/ 794220 h 876761"/>
              <a:gd name="connsiteX10" fmla="*/ 622547 w 1726174"/>
              <a:gd name="connsiteY10" fmla="*/ 723164 h 876761"/>
              <a:gd name="connsiteX0" fmla="*/ 622547 w 1726174"/>
              <a:gd name="connsiteY0" fmla="*/ 723164 h 876761"/>
              <a:gd name="connsiteX1" fmla="*/ 1155749 w 1726174"/>
              <a:gd name="connsiteY1" fmla="*/ 722386 h 876761"/>
              <a:gd name="connsiteX2" fmla="*/ 1623686 w 1726174"/>
              <a:gd name="connsiteY2" fmla="*/ 619618 h 876761"/>
              <a:gd name="connsiteX3" fmla="*/ 1668834 w 1726174"/>
              <a:gd name="connsiteY3" fmla="*/ 135843 h 876761"/>
              <a:gd name="connsiteX4" fmla="*/ 711953 w 1726174"/>
              <a:gd name="connsiteY4" fmla="*/ 302 h 876761"/>
              <a:gd name="connsiteX5" fmla="*/ 46296 w 1726174"/>
              <a:gd name="connsiteY5" fmla="*/ 158293 h 876761"/>
              <a:gd name="connsiteX6" fmla="*/ 100392 w 1726174"/>
              <a:gd name="connsiteY6" fmla="*/ 627288 h 876761"/>
              <a:gd name="connsiteX7" fmla="*/ 451431 w 1726174"/>
              <a:gd name="connsiteY7" fmla="*/ 707708 h 876761"/>
              <a:gd name="connsiteX8" fmla="*/ 655068 w 1726174"/>
              <a:gd name="connsiteY8" fmla="*/ 876761 h 876761"/>
              <a:gd name="connsiteX9" fmla="*/ 603690 w 1726174"/>
              <a:gd name="connsiteY9" fmla="*/ 792152 h 876761"/>
              <a:gd name="connsiteX10" fmla="*/ 622547 w 1726174"/>
              <a:gd name="connsiteY10" fmla="*/ 723164 h 876761"/>
              <a:gd name="connsiteX0" fmla="*/ 622547 w 1726174"/>
              <a:gd name="connsiteY0" fmla="*/ 723164 h 876761"/>
              <a:gd name="connsiteX1" fmla="*/ 1155749 w 1726174"/>
              <a:gd name="connsiteY1" fmla="*/ 722386 h 876761"/>
              <a:gd name="connsiteX2" fmla="*/ 1623686 w 1726174"/>
              <a:gd name="connsiteY2" fmla="*/ 619618 h 876761"/>
              <a:gd name="connsiteX3" fmla="*/ 1668834 w 1726174"/>
              <a:gd name="connsiteY3" fmla="*/ 135843 h 876761"/>
              <a:gd name="connsiteX4" fmla="*/ 711953 w 1726174"/>
              <a:gd name="connsiteY4" fmla="*/ 302 h 876761"/>
              <a:gd name="connsiteX5" fmla="*/ 46296 w 1726174"/>
              <a:gd name="connsiteY5" fmla="*/ 158293 h 876761"/>
              <a:gd name="connsiteX6" fmla="*/ 100392 w 1726174"/>
              <a:gd name="connsiteY6" fmla="*/ 627288 h 876761"/>
              <a:gd name="connsiteX7" fmla="*/ 451431 w 1726174"/>
              <a:gd name="connsiteY7" fmla="*/ 707708 h 876761"/>
              <a:gd name="connsiteX8" fmla="*/ 655068 w 1726174"/>
              <a:gd name="connsiteY8" fmla="*/ 876761 h 876761"/>
              <a:gd name="connsiteX9" fmla="*/ 603690 w 1726174"/>
              <a:gd name="connsiteY9" fmla="*/ 792152 h 876761"/>
              <a:gd name="connsiteX10" fmla="*/ 622547 w 1726174"/>
              <a:gd name="connsiteY10" fmla="*/ 723164 h 876761"/>
              <a:gd name="connsiteX0" fmla="*/ 596213 w 1726174"/>
              <a:gd name="connsiteY0" fmla="*/ 719029 h 876761"/>
              <a:gd name="connsiteX1" fmla="*/ 1155749 w 1726174"/>
              <a:gd name="connsiteY1" fmla="*/ 722386 h 876761"/>
              <a:gd name="connsiteX2" fmla="*/ 1623686 w 1726174"/>
              <a:gd name="connsiteY2" fmla="*/ 619618 h 876761"/>
              <a:gd name="connsiteX3" fmla="*/ 1668834 w 1726174"/>
              <a:gd name="connsiteY3" fmla="*/ 135843 h 876761"/>
              <a:gd name="connsiteX4" fmla="*/ 711953 w 1726174"/>
              <a:gd name="connsiteY4" fmla="*/ 302 h 876761"/>
              <a:gd name="connsiteX5" fmla="*/ 46296 w 1726174"/>
              <a:gd name="connsiteY5" fmla="*/ 158293 h 876761"/>
              <a:gd name="connsiteX6" fmla="*/ 100392 w 1726174"/>
              <a:gd name="connsiteY6" fmla="*/ 627288 h 876761"/>
              <a:gd name="connsiteX7" fmla="*/ 451431 w 1726174"/>
              <a:gd name="connsiteY7" fmla="*/ 707708 h 876761"/>
              <a:gd name="connsiteX8" fmla="*/ 655068 w 1726174"/>
              <a:gd name="connsiteY8" fmla="*/ 876761 h 876761"/>
              <a:gd name="connsiteX9" fmla="*/ 603690 w 1726174"/>
              <a:gd name="connsiteY9" fmla="*/ 792152 h 876761"/>
              <a:gd name="connsiteX10" fmla="*/ 596213 w 1726174"/>
              <a:gd name="connsiteY10" fmla="*/ 719029 h 876761"/>
              <a:gd name="connsiteX0" fmla="*/ 596213 w 1726174"/>
              <a:gd name="connsiteY0" fmla="*/ 719029 h 876761"/>
              <a:gd name="connsiteX1" fmla="*/ 1155749 w 1726174"/>
              <a:gd name="connsiteY1" fmla="*/ 722386 h 876761"/>
              <a:gd name="connsiteX2" fmla="*/ 1623686 w 1726174"/>
              <a:gd name="connsiteY2" fmla="*/ 619618 h 876761"/>
              <a:gd name="connsiteX3" fmla="*/ 1668834 w 1726174"/>
              <a:gd name="connsiteY3" fmla="*/ 135843 h 876761"/>
              <a:gd name="connsiteX4" fmla="*/ 711953 w 1726174"/>
              <a:gd name="connsiteY4" fmla="*/ 302 h 876761"/>
              <a:gd name="connsiteX5" fmla="*/ 46296 w 1726174"/>
              <a:gd name="connsiteY5" fmla="*/ 158293 h 876761"/>
              <a:gd name="connsiteX6" fmla="*/ 100392 w 1726174"/>
              <a:gd name="connsiteY6" fmla="*/ 627288 h 876761"/>
              <a:gd name="connsiteX7" fmla="*/ 451431 w 1726174"/>
              <a:gd name="connsiteY7" fmla="*/ 707708 h 876761"/>
              <a:gd name="connsiteX8" fmla="*/ 655068 w 1726174"/>
              <a:gd name="connsiteY8" fmla="*/ 876761 h 876761"/>
              <a:gd name="connsiteX9" fmla="*/ 597107 w 1726174"/>
              <a:gd name="connsiteY9" fmla="*/ 790084 h 876761"/>
              <a:gd name="connsiteX10" fmla="*/ 596213 w 1726174"/>
              <a:gd name="connsiteY10" fmla="*/ 719029 h 876761"/>
              <a:gd name="connsiteX0" fmla="*/ 596213 w 1726174"/>
              <a:gd name="connsiteY0" fmla="*/ 719029 h 856083"/>
              <a:gd name="connsiteX1" fmla="*/ 1155749 w 1726174"/>
              <a:gd name="connsiteY1" fmla="*/ 722386 h 856083"/>
              <a:gd name="connsiteX2" fmla="*/ 1623686 w 1726174"/>
              <a:gd name="connsiteY2" fmla="*/ 619618 h 856083"/>
              <a:gd name="connsiteX3" fmla="*/ 1668834 w 1726174"/>
              <a:gd name="connsiteY3" fmla="*/ 135843 h 856083"/>
              <a:gd name="connsiteX4" fmla="*/ 711953 w 1726174"/>
              <a:gd name="connsiteY4" fmla="*/ 302 h 856083"/>
              <a:gd name="connsiteX5" fmla="*/ 46296 w 1726174"/>
              <a:gd name="connsiteY5" fmla="*/ 158293 h 856083"/>
              <a:gd name="connsiteX6" fmla="*/ 100392 w 1726174"/>
              <a:gd name="connsiteY6" fmla="*/ 627288 h 856083"/>
              <a:gd name="connsiteX7" fmla="*/ 451431 w 1726174"/>
              <a:gd name="connsiteY7" fmla="*/ 707708 h 856083"/>
              <a:gd name="connsiteX8" fmla="*/ 640255 w 1726174"/>
              <a:gd name="connsiteY8" fmla="*/ 856083 h 856083"/>
              <a:gd name="connsiteX9" fmla="*/ 597107 w 1726174"/>
              <a:gd name="connsiteY9" fmla="*/ 790084 h 856083"/>
              <a:gd name="connsiteX10" fmla="*/ 596213 w 1726174"/>
              <a:gd name="connsiteY10" fmla="*/ 719029 h 856083"/>
              <a:gd name="connsiteX0" fmla="*/ 596213 w 1726174"/>
              <a:gd name="connsiteY0" fmla="*/ 719029 h 856083"/>
              <a:gd name="connsiteX1" fmla="*/ 1155749 w 1726174"/>
              <a:gd name="connsiteY1" fmla="*/ 722386 h 856083"/>
              <a:gd name="connsiteX2" fmla="*/ 1623686 w 1726174"/>
              <a:gd name="connsiteY2" fmla="*/ 619618 h 856083"/>
              <a:gd name="connsiteX3" fmla="*/ 1668834 w 1726174"/>
              <a:gd name="connsiteY3" fmla="*/ 135843 h 856083"/>
              <a:gd name="connsiteX4" fmla="*/ 711953 w 1726174"/>
              <a:gd name="connsiteY4" fmla="*/ 302 h 856083"/>
              <a:gd name="connsiteX5" fmla="*/ 46296 w 1726174"/>
              <a:gd name="connsiteY5" fmla="*/ 158293 h 856083"/>
              <a:gd name="connsiteX6" fmla="*/ 100392 w 1726174"/>
              <a:gd name="connsiteY6" fmla="*/ 627288 h 856083"/>
              <a:gd name="connsiteX7" fmla="*/ 451431 w 1726174"/>
              <a:gd name="connsiteY7" fmla="*/ 707708 h 856083"/>
              <a:gd name="connsiteX8" fmla="*/ 640255 w 1726174"/>
              <a:gd name="connsiteY8" fmla="*/ 856083 h 856083"/>
              <a:gd name="connsiteX9" fmla="*/ 592170 w 1726174"/>
              <a:gd name="connsiteY9" fmla="*/ 775610 h 856083"/>
              <a:gd name="connsiteX10" fmla="*/ 596213 w 1726174"/>
              <a:gd name="connsiteY10" fmla="*/ 719029 h 856083"/>
              <a:gd name="connsiteX0" fmla="*/ 596213 w 1726174"/>
              <a:gd name="connsiteY0" fmla="*/ 719029 h 856083"/>
              <a:gd name="connsiteX1" fmla="*/ 1155749 w 1726174"/>
              <a:gd name="connsiteY1" fmla="*/ 722386 h 856083"/>
              <a:gd name="connsiteX2" fmla="*/ 1623686 w 1726174"/>
              <a:gd name="connsiteY2" fmla="*/ 619618 h 856083"/>
              <a:gd name="connsiteX3" fmla="*/ 1668834 w 1726174"/>
              <a:gd name="connsiteY3" fmla="*/ 135843 h 856083"/>
              <a:gd name="connsiteX4" fmla="*/ 711953 w 1726174"/>
              <a:gd name="connsiteY4" fmla="*/ 302 h 856083"/>
              <a:gd name="connsiteX5" fmla="*/ 46296 w 1726174"/>
              <a:gd name="connsiteY5" fmla="*/ 158293 h 856083"/>
              <a:gd name="connsiteX6" fmla="*/ 100392 w 1726174"/>
              <a:gd name="connsiteY6" fmla="*/ 627288 h 856083"/>
              <a:gd name="connsiteX7" fmla="*/ 451431 w 1726174"/>
              <a:gd name="connsiteY7" fmla="*/ 707708 h 856083"/>
              <a:gd name="connsiteX8" fmla="*/ 640255 w 1726174"/>
              <a:gd name="connsiteY8" fmla="*/ 856083 h 856083"/>
              <a:gd name="connsiteX9" fmla="*/ 592170 w 1726174"/>
              <a:gd name="connsiteY9" fmla="*/ 775610 h 856083"/>
              <a:gd name="connsiteX10" fmla="*/ 596213 w 1726174"/>
              <a:gd name="connsiteY10" fmla="*/ 719029 h 856083"/>
              <a:gd name="connsiteX0" fmla="*/ 596213 w 1726174"/>
              <a:gd name="connsiteY0" fmla="*/ 719029 h 843676"/>
              <a:gd name="connsiteX1" fmla="*/ 1155749 w 1726174"/>
              <a:gd name="connsiteY1" fmla="*/ 722386 h 843676"/>
              <a:gd name="connsiteX2" fmla="*/ 1623686 w 1726174"/>
              <a:gd name="connsiteY2" fmla="*/ 619618 h 843676"/>
              <a:gd name="connsiteX3" fmla="*/ 1668834 w 1726174"/>
              <a:gd name="connsiteY3" fmla="*/ 135843 h 843676"/>
              <a:gd name="connsiteX4" fmla="*/ 711953 w 1726174"/>
              <a:gd name="connsiteY4" fmla="*/ 302 h 843676"/>
              <a:gd name="connsiteX5" fmla="*/ 46296 w 1726174"/>
              <a:gd name="connsiteY5" fmla="*/ 158293 h 843676"/>
              <a:gd name="connsiteX6" fmla="*/ 100392 w 1726174"/>
              <a:gd name="connsiteY6" fmla="*/ 627288 h 843676"/>
              <a:gd name="connsiteX7" fmla="*/ 451431 w 1726174"/>
              <a:gd name="connsiteY7" fmla="*/ 707708 h 843676"/>
              <a:gd name="connsiteX8" fmla="*/ 633672 w 1726174"/>
              <a:gd name="connsiteY8" fmla="*/ 843676 h 843676"/>
              <a:gd name="connsiteX9" fmla="*/ 592170 w 1726174"/>
              <a:gd name="connsiteY9" fmla="*/ 775610 h 843676"/>
              <a:gd name="connsiteX10" fmla="*/ 596213 w 1726174"/>
              <a:gd name="connsiteY10" fmla="*/ 719029 h 843676"/>
              <a:gd name="connsiteX0" fmla="*/ 596213 w 1726174"/>
              <a:gd name="connsiteY0" fmla="*/ 719029 h 843676"/>
              <a:gd name="connsiteX1" fmla="*/ 1155749 w 1726174"/>
              <a:gd name="connsiteY1" fmla="*/ 722386 h 843676"/>
              <a:gd name="connsiteX2" fmla="*/ 1623686 w 1726174"/>
              <a:gd name="connsiteY2" fmla="*/ 619618 h 843676"/>
              <a:gd name="connsiteX3" fmla="*/ 1668834 w 1726174"/>
              <a:gd name="connsiteY3" fmla="*/ 135843 h 843676"/>
              <a:gd name="connsiteX4" fmla="*/ 711953 w 1726174"/>
              <a:gd name="connsiteY4" fmla="*/ 302 h 843676"/>
              <a:gd name="connsiteX5" fmla="*/ 46296 w 1726174"/>
              <a:gd name="connsiteY5" fmla="*/ 158293 h 843676"/>
              <a:gd name="connsiteX6" fmla="*/ 100392 w 1726174"/>
              <a:gd name="connsiteY6" fmla="*/ 627288 h 843676"/>
              <a:gd name="connsiteX7" fmla="*/ 451431 w 1726174"/>
              <a:gd name="connsiteY7" fmla="*/ 707708 h 843676"/>
              <a:gd name="connsiteX8" fmla="*/ 633672 w 1726174"/>
              <a:gd name="connsiteY8" fmla="*/ 843676 h 843676"/>
              <a:gd name="connsiteX9" fmla="*/ 592170 w 1726174"/>
              <a:gd name="connsiteY9" fmla="*/ 775610 h 843676"/>
              <a:gd name="connsiteX10" fmla="*/ 596213 w 1726174"/>
              <a:gd name="connsiteY10" fmla="*/ 719029 h 843676"/>
              <a:gd name="connsiteX0" fmla="*/ 596213 w 1726174"/>
              <a:gd name="connsiteY0" fmla="*/ 719029 h 843785"/>
              <a:gd name="connsiteX1" fmla="*/ 1155749 w 1726174"/>
              <a:gd name="connsiteY1" fmla="*/ 722386 h 843785"/>
              <a:gd name="connsiteX2" fmla="*/ 1623686 w 1726174"/>
              <a:gd name="connsiteY2" fmla="*/ 619618 h 843785"/>
              <a:gd name="connsiteX3" fmla="*/ 1668834 w 1726174"/>
              <a:gd name="connsiteY3" fmla="*/ 135843 h 843785"/>
              <a:gd name="connsiteX4" fmla="*/ 711953 w 1726174"/>
              <a:gd name="connsiteY4" fmla="*/ 302 h 843785"/>
              <a:gd name="connsiteX5" fmla="*/ 46296 w 1726174"/>
              <a:gd name="connsiteY5" fmla="*/ 158293 h 843785"/>
              <a:gd name="connsiteX6" fmla="*/ 100392 w 1726174"/>
              <a:gd name="connsiteY6" fmla="*/ 627288 h 843785"/>
              <a:gd name="connsiteX7" fmla="*/ 451431 w 1726174"/>
              <a:gd name="connsiteY7" fmla="*/ 707708 h 843785"/>
              <a:gd name="connsiteX8" fmla="*/ 633672 w 1726174"/>
              <a:gd name="connsiteY8" fmla="*/ 843676 h 843785"/>
              <a:gd name="connsiteX9" fmla="*/ 592170 w 1726174"/>
              <a:gd name="connsiteY9" fmla="*/ 775610 h 843785"/>
              <a:gd name="connsiteX10" fmla="*/ 596213 w 1726174"/>
              <a:gd name="connsiteY10" fmla="*/ 719029 h 843785"/>
              <a:gd name="connsiteX0" fmla="*/ 596213 w 1726174"/>
              <a:gd name="connsiteY0" fmla="*/ 719029 h 843785"/>
              <a:gd name="connsiteX1" fmla="*/ 1155749 w 1726174"/>
              <a:gd name="connsiteY1" fmla="*/ 722386 h 843785"/>
              <a:gd name="connsiteX2" fmla="*/ 1623686 w 1726174"/>
              <a:gd name="connsiteY2" fmla="*/ 619618 h 843785"/>
              <a:gd name="connsiteX3" fmla="*/ 1668834 w 1726174"/>
              <a:gd name="connsiteY3" fmla="*/ 135843 h 843785"/>
              <a:gd name="connsiteX4" fmla="*/ 711953 w 1726174"/>
              <a:gd name="connsiteY4" fmla="*/ 302 h 843785"/>
              <a:gd name="connsiteX5" fmla="*/ 46296 w 1726174"/>
              <a:gd name="connsiteY5" fmla="*/ 158293 h 843785"/>
              <a:gd name="connsiteX6" fmla="*/ 100392 w 1726174"/>
              <a:gd name="connsiteY6" fmla="*/ 627288 h 843785"/>
              <a:gd name="connsiteX7" fmla="*/ 451431 w 1726174"/>
              <a:gd name="connsiteY7" fmla="*/ 707708 h 843785"/>
              <a:gd name="connsiteX8" fmla="*/ 633672 w 1726174"/>
              <a:gd name="connsiteY8" fmla="*/ 843676 h 843785"/>
              <a:gd name="connsiteX9" fmla="*/ 592170 w 1726174"/>
              <a:gd name="connsiteY9" fmla="*/ 775610 h 843785"/>
              <a:gd name="connsiteX10" fmla="*/ 596213 w 1726174"/>
              <a:gd name="connsiteY10" fmla="*/ 719029 h 843785"/>
              <a:gd name="connsiteX0" fmla="*/ 596213 w 1726174"/>
              <a:gd name="connsiteY0" fmla="*/ 719029 h 843785"/>
              <a:gd name="connsiteX1" fmla="*/ 1155749 w 1726174"/>
              <a:gd name="connsiteY1" fmla="*/ 722386 h 843785"/>
              <a:gd name="connsiteX2" fmla="*/ 1623686 w 1726174"/>
              <a:gd name="connsiteY2" fmla="*/ 619618 h 843785"/>
              <a:gd name="connsiteX3" fmla="*/ 1668834 w 1726174"/>
              <a:gd name="connsiteY3" fmla="*/ 135843 h 843785"/>
              <a:gd name="connsiteX4" fmla="*/ 711953 w 1726174"/>
              <a:gd name="connsiteY4" fmla="*/ 302 h 843785"/>
              <a:gd name="connsiteX5" fmla="*/ 46296 w 1726174"/>
              <a:gd name="connsiteY5" fmla="*/ 158293 h 843785"/>
              <a:gd name="connsiteX6" fmla="*/ 100392 w 1726174"/>
              <a:gd name="connsiteY6" fmla="*/ 627288 h 843785"/>
              <a:gd name="connsiteX7" fmla="*/ 451431 w 1726174"/>
              <a:gd name="connsiteY7" fmla="*/ 707708 h 843785"/>
              <a:gd name="connsiteX8" fmla="*/ 633672 w 1726174"/>
              <a:gd name="connsiteY8" fmla="*/ 843676 h 843785"/>
              <a:gd name="connsiteX9" fmla="*/ 603967 w 1726174"/>
              <a:gd name="connsiteY9" fmla="*/ 795371 h 843785"/>
              <a:gd name="connsiteX10" fmla="*/ 596213 w 1726174"/>
              <a:gd name="connsiteY10" fmla="*/ 719029 h 843785"/>
              <a:gd name="connsiteX0" fmla="*/ 596213 w 1726174"/>
              <a:gd name="connsiteY0" fmla="*/ 719029 h 833928"/>
              <a:gd name="connsiteX1" fmla="*/ 1155749 w 1726174"/>
              <a:gd name="connsiteY1" fmla="*/ 722386 h 833928"/>
              <a:gd name="connsiteX2" fmla="*/ 1623686 w 1726174"/>
              <a:gd name="connsiteY2" fmla="*/ 619618 h 833928"/>
              <a:gd name="connsiteX3" fmla="*/ 1668834 w 1726174"/>
              <a:gd name="connsiteY3" fmla="*/ 135843 h 833928"/>
              <a:gd name="connsiteX4" fmla="*/ 711953 w 1726174"/>
              <a:gd name="connsiteY4" fmla="*/ 302 h 833928"/>
              <a:gd name="connsiteX5" fmla="*/ 46296 w 1726174"/>
              <a:gd name="connsiteY5" fmla="*/ 158293 h 833928"/>
              <a:gd name="connsiteX6" fmla="*/ 100392 w 1726174"/>
              <a:gd name="connsiteY6" fmla="*/ 627288 h 833928"/>
              <a:gd name="connsiteX7" fmla="*/ 451431 w 1726174"/>
              <a:gd name="connsiteY7" fmla="*/ 707708 h 833928"/>
              <a:gd name="connsiteX8" fmla="*/ 629740 w 1726174"/>
              <a:gd name="connsiteY8" fmla="*/ 833796 h 833928"/>
              <a:gd name="connsiteX9" fmla="*/ 603967 w 1726174"/>
              <a:gd name="connsiteY9" fmla="*/ 795371 h 833928"/>
              <a:gd name="connsiteX10" fmla="*/ 596213 w 1726174"/>
              <a:gd name="connsiteY10" fmla="*/ 719029 h 833928"/>
              <a:gd name="connsiteX0" fmla="*/ 596213 w 1726174"/>
              <a:gd name="connsiteY0" fmla="*/ 719029 h 833928"/>
              <a:gd name="connsiteX1" fmla="*/ 1155749 w 1726174"/>
              <a:gd name="connsiteY1" fmla="*/ 722386 h 833928"/>
              <a:gd name="connsiteX2" fmla="*/ 1623686 w 1726174"/>
              <a:gd name="connsiteY2" fmla="*/ 619618 h 833928"/>
              <a:gd name="connsiteX3" fmla="*/ 1668834 w 1726174"/>
              <a:gd name="connsiteY3" fmla="*/ 135843 h 833928"/>
              <a:gd name="connsiteX4" fmla="*/ 711953 w 1726174"/>
              <a:gd name="connsiteY4" fmla="*/ 302 h 833928"/>
              <a:gd name="connsiteX5" fmla="*/ 46296 w 1726174"/>
              <a:gd name="connsiteY5" fmla="*/ 158293 h 833928"/>
              <a:gd name="connsiteX6" fmla="*/ 100392 w 1726174"/>
              <a:gd name="connsiteY6" fmla="*/ 627288 h 833928"/>
              <a:gd name="connsiteX7" fmla="*/ 451431 w 1726174"/>
              <a:gd name="connsiteY7" fmla="*/ 707708 h 833928"/>
              <a:gd name="connsiteX8" fmla="*/ 629740 w 1726174"/>
              <a:gd name="connsiteY8" fmla="*/ 833796 h 833928"/>
              <a:gd name="connsiteX9" fmla="*/ 602001 w 1726174"/>
              <a:gd name="connsiteY9" fmla="*/ 787961 h 833928"/>
              <a:gd name="connsiteX10" fmla="*/ 596213 w 1726174"/>
              <a:gd name="connsiteY10" fmla="*/ 719029 h 833928"/>
              <a:gd name="connsiteX0" fmla="*/ 596213 w 1726174"/>
              <a:gd name="connsiteY0" fmla="*/ 719029 h 833796"/>
              <a:gd name="connsiteX1" fmla="*/ 1155749 w 1726174"/>
              <a:gd name="connsiteY1" fmla="*/ 722386 h 833796"/>
              <a:gd name="connsiteX2" fmla="*/ 1623686 w 1726174"/>
              <a:gd name="connsiteY2" fmla="*/ 619618 h 833796"/>
              <a:gd name="connsiteX3" fmla="*/ 1668834 w 1726174"/>
              <a:gd name="connsiteY3" fmla="*/ 135843 h 833796"/>
              <a:gd name="connsiteX4" fmla="*/ 711953 w 1726174"/>
              <a:gd name="connsiteY4" fmla="*/ 302 h 833796"/>
              <a:gd name="connsiteX5" fmla="*/ 46296 w 1726174"/>
              <a:gd name="connsiteY5" fmla="*/ 158293 h 833796"/>
              <a:gd name="connsiteX6" fmla="*/ 100392 w 1726174"/>
              <a:gd name="connsiteY6" fmla="*/ 627288 h 833796"/>
              <a:gd name="connsiteX7" fmla="*/ 451431 w 1726174"/>
              <a:gd name="connsiteY7" fmla="*/ 707708 h 833796"/>
              <a:gd name="connsiteX8" fmla="*/ 629740 w 1726174"/>
              <a:gd name="connsiteY8" fmla="*/ 833796 h 833796"/>
              <a:gd name="connsiteX9" fmla="*/ 602001 w 1726174"/>
              <a:gd name="connsiteY9" fmla="*/ 787961 h 833796"/>
              <a:gd name="connsiteX10" fmla="*/ 596213 w 1726174"/>
              <a:gd name="connsiteY10" fmla="*/ 719029 h 833796"/>
              <a:gd name="connsiteX0" fmla="*/ 596213 w 1726174"/>
              <a:gd name="connsiteY0" fmla="*/ 719029 h 833796"/>
              <a:gd name="connsiteX1" fmla="*/ 1155749 w 1726174"/>
              <a:gd name="connsiteY1" fmla="*/ 722386 h 833796"/>
              <a:gd name="connsiteX2" fmla="*/ 1623686 w 1726174"/>
              <a:gd name="connsiteY2" fmla="*/ 619618 h 833796"/>
              <a:gd name="connsiteX3" fmla="*/ 1668834 w 1726174"/>
              <a:gd name="connsiteY3" fmla="*/ 135843 h 833796"/>
              <a:gd name="connsiteX4" fmla="*/ 711953 w 1726174"/>
              <a:gd name="connsiteY4" fmla="*/ 302 h 833796"/>
              <a:gd name="connsiteX5" fmla="*/ 46296 w 1726174"/>
              <a:gd name="connsiteY5" fmla="*/ 158293 h 833796"/>
              <a:gd name="connsiteX6" fmla="*/ 100392 w 1726174"/>
              <a:gd name="connsiteY6" fmla="*/ 627288 h 833796"/>
              <a:gd name="connsiteX7" fmla="*/ 451431 w 1726174"/>
              <a:gd name="connsiteY7" fmla="*/ 707708 h 833796"/>
              <a:gd name="connsiteX8" fmla="*/ 629740 w 1726174"/>
              <a:gd name="connsiteY8" fmla="*/ 833796 h 833796"/>
              <a:gd name="connsiteX9" fmla="*/ 602001 w 1726174"/>
              <a:gd name="connsiteY9" fmla="*/ 787961 h 833796"/>
              <a:gd name="connsiteX10" fmla="*/ 596213 w 1726174"/>
              <a:gd name="connsiteY10" fmla="*/ 719029 h 833796"/>
              <a:gd name="connsiteX0" fmla="*/ 596213 w 1726174"/>
              <a:gd name="connsiteY0" fmla="*/ 719029 h 833796"/>
              <a:gd name="connsiteX1" fmla="*/ 1155749 w 1726174"/>
              <a:gd name="connsiteY1" fmla="*/ 722386 h 833796"/>
              <a:gd name="connsiteX2" fmla="*/ 1623686 w 1726174"/>
              <a:gd name="connsiteY2" fmla="*/ 619618 h 833796"/>
              <a:gd name="connsiteX3" fmla="*/ 1668834 w 1726174"/>
              <a:gd name="connsiteY3" fmla="*/ 135843 h 833796"/>
              <a:gd name="connsiteX4" fmla="*/ 711953 w 1726174"/>
              <a:gd name="connsiteY4" fmla="*/ 302 h 833796"/>
              <a:gd name="connsiteX5" fmla="*/ 46296 w 1726174"/>
              <a:gd name="connsiteY5" fmla="*/ 158293 h 833796"/>
              <a:gd name="connsiteX6" fmla="*/ 100392 w 1726174"/>
              <a:gd name="connsiteY6" fmla="*/ 627288 h 833796"/>
              <a:gd name="connsiteX7" fmla="*/ 451431 w 1726174"/>
              <a:gd name="connsiteY7" fmla="*/ 707708 h 833796"/>
              <a:gd name="connsiteX8" fmla="*/ 629740 w 1726174"/>
              <a:gd name="connsiteY8" fmla="*/ 833796 h 833796"/>
              <a:gd name="connsiteX9" fmla="*/ 602001 w 1726174"/>
              <a:gd name="connsiteY9" fmla="*/ 787961 h 833796"/>
              <a:gd name="connsiteX10" fmla="*/ 596213 w 1726174"/>
              <a:gd name="connsiteY10" fmla="*/ 719029 h 833796"/>
              <a:gd name="connsiteX0" fmla="*/ 596095 w 1726056"/>
              <a:gd name="connsiteY0" fmla="*/ 728944 h 843711"/>
              <a:gd name="connsiteX1" fmla="*/ 1155631 w 1726056"/>
              <a:gd name="connsiteY1" fmla="*/ 732301 h 843711"/>
              <a:gd name="connsiteX2" fmla="*/ 1623568 w 1726056"/>
              <a:gd name="connsiteY2" fmla="*/ 629533 h 843711"/>
              <a:gd name="connsiteX3" fmla="*/ 1668716 w 1726056"/>
              <a:gd name="connsiteY3" fmla="*/ 145758 h 843711"/>
              <a:gd name="connsiteX4" fmla="*/ 710246 w 1726056"/>
              <a:gd name="connsiteY4" fmla="*/ 236 h 843711"/>
              <a:gd name="connsiteX5" fmla="*/ 46178 w 1726056"/>
              <a:gd name="connsiteY5" fmla="*/ 168208 h 843711"/>
              <a:gd name="connsiteX6" fmla="*/ 100274 w 1726056"/>
              <a:gd name="connsiteY6" fmla="*/ 637203 h 843711"/>
              <a:gd name="connsiteX7" fmla="*/ 451313 w 1726056"/>
              <a:gd name="connsiteY7" fmla="*/ 717623 h 843711"/>
              <a:gd name="connsiteX8" fmla="*/ 629622 w 1726056"/>
              <a:gd name="connsiteY8" fmla="*/ 843711 h 843711"/>
              <a:gd name="connsiteX9" fmla="*/ 601883 w 1726056"/>
              <a:gd name="connsiteY9" fmla="*/ 797876 h 843711"/>
              <a:gd name="connsiteX10" fmla="*/ 596095 w 1726056"/>
              <a:gd name="connsiteY10" fmla="*/ 728944 h 843711"/>
              <a:gd name="connsiteX0" fmla="*/ 596095 w 1726056"/>
              <a:gd name="connsiteY0" fmla="*/ 728944 h 843711"/>
              <a:gd name="connsiteX1" fmla="*/ 1155631 w 1726056"/>
              <a:gd name="connsiteY1" fmla="*/ 732301 h 843711"/>
              <a:gd name="connsiteX2" fmla="*/ 1623568 w 1726056"/>
              <a:gd name="connsiteY2" fmla="*/ 629533 h 843711"/>
              <a:gd name="connsiteX3" fmla="*/ 1668716 w 1726056"/>
              <a:gd name="connsiteY3" fmla="*/ 145758 h 843711"/>
              <a:gd name="connsiteX4" fmla="*/ 710246 w 1726056"/>
              <a:gd name="connsiteY4" fmla="*/ 236 h 843711"/>
              <a:gd name="connsiteX5" fmla="*/ 46178 w 1726056"/>
              <a:gd name="connsiteY5" fmla="*/ 168208 h 843711"/>
              <a:gd name="connsiteX6" fmla="*/ 100274 w 1726056"/>
              <a:gd name="connsiteY6" fmla="*/ 637203 h 843711"/>
              <a:gd name="connsiteX7" fmla="*/ 451313 w 1726056"/>
              <a:gd name="connsiteY7" fmla="*/ 717623 h 843711"/>
              <a:gd name="connsiteX8" fmla="*/ 629622 w 1726056"/>
              <a:gd name="connsiteY8" fmla="*/ 843711 h 843711"/>
              <a:gd name="connsiteX9" fmla="*/ 601883 w 1726056"/>
              <a:gd name="connsiteY9" fmla="*/ 797876 h 843711"/>
              <a:gd name="connsiteX10" fmla="*/ 596095 w 1726056"/>
              <a:gd name="connsiteY10" fmla="*/ 728944 h 843711"/>
              <a:gd name="connsiteX0" fmla="*/ 596095 w 1726056"/>
              <a:gd name="connsiteY0" fmla="*/ 729476 h 844243"/>
              <a:gd name="connsiteX1" fmla="*/ 1155631 w 1726056"/>
              <a:gd name="connsiteY1" fmla="*/ 732833 h 844243"/>
              <a:gd name="connsiteX2" fmla="*/ 1623568 w 1726056"/>
              <a:gd name="connsiteY2" fmla="*/ 630065 h 844243"/>
              <a:gd name="connsiteX3" fmla="*/ 1668716 w 1726056"/>
              <a:gd name="connsiteY3" fmla="*/ 146290 h 844243"/>
              <a:gd name="connsiteX4" fmla="*/ 710246 w 1726056"/>
              <a:gd name="connsiteY4" fmla="*/ 768 h 844243"/>
              <a:gd name="connsiteX5" fmla="*/ 46178 w 1726056"/>
              <a:gd name="connsiteY5" fmla="*/ 168740 h 844243"/>
              <a:gd name="connsiteX6" fmla="*/ 100274 w 1726056"/>
              <a:gd name="connsiteY6" fmla="*/ 637735 h 844243"/>
              <a:gd name="connsiteX7" fmla="*/ 451313 w 1726056"/>
              <a:gd name="connsiteY7" fmla="*/ 718155 h 844243"/>
              <a:gd name="connsiteX8" fmla="*/ 629622 w 1726056"/>
              <a:gd name="connsiteY8" fmla="*/ 844243 h 844243"/>
              <a:gd name="connsiteX9" fmla="*/ 601883 w 1726056"/>
              <a:gd name="connsiteY9" fmla="*/ 798408 h 844243"/>
              <a:gd name="connsiteX10" fmla="*/ 596095 w 1726056"/>
              <a:gd name="connsiteY10" fmla="*/ 729476 h 844243"/>
              <a:gd name="connsiteX0" fmla="*/ 596095 w 1726056"/>
              <a:gd name="connsiteY0" fmla="*/ 729476 h 844243"/>
              <a:gd name="connsiteX1" fmla="*/ 1155631 w 1726056"/>
              <a:gd name="connsiteY1" fmla="*/ 732833 h 844243"/>
              <a:gd name="connsiteX2" fmla="*/ 1623568 w 1726056"/>
              <a:gd name="connsiteY2" fmla="*/ 630065 h 844243"/>
              <a:gd name="connsiteX3" fmla="*/ 1668716 w 1726056"/>
              <a:gd name="connsiteY3" fmla="*/ 146290 h 844243"/>
              <a:gd name="connsiteX4" fmla="*/ 710246 w 1726056"/>
              <a:gd name="connsiteY4" fmla="*/ 768 h 844243"/>
              <a:gd name="connsiteX5" fmla="*/ 46178 w 1726056"/>
              <a:gd name="connsiteY5" fmla="*/ 168740 h 844243"/>
              <a:gd name="connsiteX6" fmla="*/ 100274 w 1726056"/>
              <a:gd name="connsiteY6" fmla="*/ 637735 h 844243"/>
              <a:gd name="connsiteX7" fmla="*/ 451313 w 1726056"/>
              <a:gd name="connsiteY7" fmla="*/ 718155 h 844243"/>
              <a:gd name="connsiteX8" fmla="*/ 629622 w 1726056"/>
              <a:gd name="connsiteY8" fmla="*/ 844243 h 844243"/>
              <a:gd name="connsiteX9" fmla="*/ 601883 w 1726056"/>
              <a:gd name="connsiteY9" fmla="*/ 798408 h 844243"/>
              <a:gd name="connsiteX10" fmla="*/ 596095 w 1726056"/>
              <a:gd name="connsiteY10" fmla="*/ 729476 h 844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26056" h="844243">
                <a:moveTo>
                  <a:pt x="596095" y="729476"/>
                </a:moveTo>
                <a:cubicBezTo>
                  <a:pt x="661109" y="739868"/>
                  <a:pt x="981208" y="743412"/>
                  <a:pt x="1155631" y="732833"/>
                </a:cubicBezTo>
                <a:cubicBezTo>
                  <a:pt x="1330054" y="722254"/>
                  <a:pt x="1538054" y="727822"/>
                  <a:pt x="1623568" y="630065"/>
                </a:cubicBezTo>
                <a:cubicBezTo>
                  <a:pt x="1709082" y="532308"/>
                  <a:pt x="1780349" y="377557"/>
                  <a:pt x="1668716" y="146290"/>
                </a:cubicBezTo>
                <a:cubicBezTo>
                  <a:pt x="1577926" y="1391"/>
                  <a:pt x="980669" y="-2974"/>
                  <a:pt x="710246" y="768"/>
                </a:cubicBezTo>
                <a:cubicBezTo>
                  <a:pt x="439823" y="4510"/>
                  <a:pt x="147840" y="62579"/>
                  <a:pt x="46178" y="168740"/>
                </a:cubicBezTo>
                <a:cubicBezTo>
                  <a:pt x="-55484" y="274901"/>
                  <a:pt x="32752" y="546166"/>
                  <a:pt x="100274" y="637735"/>
                </a:cubicBezTo>
                <a:cubicBezTo>
                  <a:pt x="167796" y="729304"/>
                  <a:pt x="405212" y="718155"/>
                  <a:pt x="451313" y="718155"/>
                </a:cubicBezTo>
                <a:cubicBezTo>
                  <a:pt x="526895" y="793049"/>
                  <a:pt x="550644" y="827154"/>
                  <a:pt x="629622" y="844243"/>
                </a:cubicBezTo>
                <a:cubicBezTo>
                  <a:pt x="615010" y="820248"/>
                  <a:pt x="617853" y="832539"/>
                  <a:pt x="601883" y="798408"/>
                </a:cubicBezTo>
                <a:cubicBezTo>
                  <a:pt x="585219" y="769261"/>
                  <a:pt x="596095" y="729476"/>
                  <a:pt x="596095" y="729476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5F1D-45F1-4914-6548-1C183A532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598" y="1083379"/>
            <a:ext cx="4947424" cy="136410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Questions?</a:t>
            </a:r>
          </a:p>
        </p:txBody>
      </p:sp>
      <p:pic>
        <p:nvPicPr>
          <p:cNvPr id="5" name="Content Placeholder 4" descr="A white background with orange and grey letters&#10;&#10;AI-generated content may be incorrect.">
            <a:extLst>
              <a:ext uri="{FF2B5EF4-FFF2-40B4-BE49-F238E27FC236}">
                <a16:creationId xmlns:a16="http://schemas.microsoft.com/office/drawing/2014/main" id="{535BFE7C-0598-D24F-A3C1-D27B1F5E4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9124" y="2870200"/>
            <a:ext cx="3250927" cy="264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93829"/>
      </p:ext>
    </p:extLst>
  </p:cSld>
  <p:clrMapOvr>
    <a:masterClrMapping/>
  </p:clrMapOvr>
</p:sld>
</file>

<file path=ppt/theme/theme1.xml><?xml version="1.0" encoding="utf-8"?>
<a:theme xmlns:a="http://schemas.openxmlformats.org/drawingml/2006/main" name="ChitchatVTI">
  <a:themeElements>
    <a:clrScheme name="bubbles">
      <a:dk1>
        <a:sysClr val="windowText" lastClr="000000"/>
      </a:dk1>
      <a:lt1>
        <a:sysClr val="window" lastClr="FFFFFF"/>
      </a:lt1>
      <a:dk2>
        <a:srgbClr val="071819"/>
      </a:dk2>
      <a:lt2>
        <a:srgbClr val="D5F2EB"/>
      </a:lt2>
      <a:accent1>
        <a:srgbClr val="38B698"/>
      </a:accent1>
      <a:accent2>
        <a:srgbClr val="528BD6"/>
      </a:accent2>
      <a:accent3>
        <a:srgbClr val="31A7C7"/>
      </a:accent3>
      <a:accent4>
        <a:srgbClr val="F15843"/>
      </a:accent4>
      <a:accent5>
        <a:srgbClr val="DE3A6D"/>
      </a:accent5>
      <a:accent6>
        <a:srgbClr val="7AAE3C"/>
      </a:accent6>
      <a:hlink>
        <a:srgbClr val="2F9880"/>
      </a:hlink>
      <a:folHlink>
        <a:srgbClr val="396CD1"/>
      </a:folHlink>
    </a:clrScheme>
    <a:fontScheme name="The Hand">
      <a:majorFont>
        <a:latin typeface="The Serif Hand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itchatVTI" id="{08BB1610-1071-4750-BA6F-EA15E875FFCD}" vid="{D7BDF053-2181-45AE-9365-FFAA906CB4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Widescreen</PresentationFormat>
  <Paragraphs>25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The Hand</vt:lpstr>
      <vt:lpstr>The Serif Hand</vt:lpstr>
      <vt:lpstr>ChitchatVTI</vt:lpstr>
      <vt:lpstr>Practical  PT5053 CASP RCT</vt:lpstr>
      <vt:lpstr>CASP RCT</vt:lpstr>
      <vt:lpstr>Research article </vt:lpstr>
      <vt:lpstr>Question 1</vt:lpstr>
      <vt:lpstr>PICO Question? Population; Intervention; Control; Outcome</vt:lpstr>
      <vt:lpstr>Question 2</vt:lpstr>
      <vt:lpstr>PowerPoint Presentation</vt:lpstr>
      <vt:lpstr>Question 3</vt:lpstr>
      <vt:lpstr>171 = Intervention 177 = control </vt:lpstr>
      <vt:lpstr>Blinded?</vt:lpstr>
      <vt:lpstr>Question 4</vt:lpstr>
      <vt:lpstr>Question 5 – confounding factors</vt:lpstr>
      <vt:lpstr>Look for confounding factors between groups</vt:lpstr>
      <vt:lpstr>Look for confounding factors between groups</vt:lpstr>
      <vt:lpstr>Question 6 – study protocol</vt:lpstr>
      <vt:lpstr>Intervention: Arthroscopic surgery + physio</vt:lpstr>
      <vt:lpstr>Control – personalized hip therapy Injection? – did they say how many people had injections?</vt:lpstr>
      <vt:lpstr>Appendix: only 64% (100 out of 177) had &gt;6 sessions= treatment effect? Factors? ++ critical thinking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Lucy Metcalfe</dc:creator>
  <cp:lastModifiedBy>Lucy Metcalfe</cp:lastModifiedBy>
  <cp:revision>1</cp:revision>
  <dcterms:created xsi:type="dcterms:W3CDTF">2026-02-08T10:44:21Z</dcterms:created>
  <dcterms:modified xsi:type="dcterms:W3CDTF">2026-02-08T11:11:57Z</dcterms:modified>
</cp:coreProperties>
</file>