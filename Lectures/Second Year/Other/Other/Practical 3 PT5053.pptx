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8" r:id="rId15"/>
    <p:sldId id="275" r:id="rId16"/>
    <p:sldId id="271" r:id="rId17"/>
    <p:sldId id="273" r:id="rId18"/>
    <p:sldId id="274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024C5-A2E3-4531-92F7-A41B0A8EFE38}" v="4" dt="2026-02-15T11:46:42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6" autoAdjust="0"/>
    <p:restoredTop sz="94660"/>
  </p:normalViewPr>
  <p:slideViewPr>
    <p:cSldViewPr snapToGrid="0">
      <p:cViewPr varScale="1">
        <p:scale>
          <a:sx n="23" d="100"/>
          <a:sy n="23" d="100"/>
        </p:scale>
        <p:origin x="32" y="1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Metcalfe" userId="3f57b64c-a3e0-43bb-b464-d2c22f71326d" providerId="ADAL" clId="{D1EB25C5-E13D-41A2-8FB2-3B1664120573}"/>
    <pc:docChg chg="undo custSel addSld delSld modSld">
      <pc:chgData name="Lucy Metcalfe" userId="3f57b64c-a3e0-43bb-b464-d2c22f71326d" providerId="ADAL" clId="{D1EB25C5-E13D-41A2-8FB2-3B1664120573}" dt="2026-02-15T12:17:39.095" v="247" actId="26606"/>
      <pc:docMkLst>
        <pc:docMk/>
      </pc:docMkLst>
      <pc:sldChg chg="addSp modSp mod setBg">
        <pc:chgData name="Lucy Metcalfe" userId="3f57b64c-a3e0-43bb-b464-d2c22f71326d" providerId="ADAL" clId="{D1EB25C5-E13D-41A2-8FB2-3B1664120573}" dt="2026-02-15T11:33:55.730" v="6" actId="26606"/>
        <pc:sldMkLst>
          <pc:docMk/>
          <pc:sldMk cId="109857222" sldId="256"/>
        </pc:sldMkLst>
        <pc:spChg chg="mo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8" creationId="{46F1F2C8-798B-4CCE-A851-94AFAF350BED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10" creationId="{755E9CD0-04B0-4A3C-B291-AD913379C713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12" creationId="{1DD8BF3B-6066-418C-8D1A-75C5E396FC04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14" creationId="{80BC66F9-7A74-4286-AD22-1174052CC22C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16" creationId="{D8142CC3-2B5C-48E6-9DF0-6C8ACBAF23EF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20" creationId="{46A89C79-8EF3-4AF9-B3D9-59A883F41C83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22" creationId="{EFE5CE34-4543-42E5-B82C-1F3D12422CDD}"/>
          </ac:spMkLst>
        </pc:spChg>
        <pc:spChg chg="add">
          <ac:chgData name="Lucy Metcalfe" userId="3f57b64c-a3e0-43bb-b464-d2c22f71326d" providerId="ADAL" clId="{D1EB25C5-E13D-41A2-8FB2-3B1664120573}" dt="2026-02-15T11:33:55.730" v="6" actId="26606"/>
          <ac:spMkLst>
            <pc:docMk/>
            <pc:sldMk cId="109857222" sldId="256"/>
            <ac:spMk id="24" creationId="{72AF41FE-63D7-4695-81D2-66D2510E4486}"/>
          </ac:spMkLst>
        </pc:spChg>
      </pc:sldChg>
      <pc:sldChg chg="addSp delSp modSp mod setBg">
        <pc:chgData name="Lucy Metcalfe" userId="3f57b64c-a3e0-43bb-b464-d2c22f71326d" providerId="ADAL" clId="{D1EB25C5-E13D-41A2-8FB2-3B1664120573}" dt="2026-02-15T11:53:16.530" v="228" actId="1076"/>
        <pc:sldMkLst>
          <pc:docMk/>
          <pc:sldMk cId="2973489551" sldId="257"/>
        </pc:sldMkLst>
        <pc:spChg chg="mod">
          <ac:chgData name="Lucy Metcalfe" userId="3f57b64c-a3e0-43bb-b464-d2c22f71326d" providerId="ADAL" clId="{D1EB25C5-E13D-41A2-8FB2-3B1664120573}" dt="2026-02-15T11:34:02.404" v="7" actId="26606"/>
          <ac:spMkLst>
            <pc:docMk/>
            <pc:sldMk cId="2973489551" sldId="257"/>
            <ac:spMk id="2" creationId="{1299BB6A-4334-2AE5-1F47-B36CEFB1B247}"/>
          </ac:spMkLst>
        </pc:spChg>
        <pc:spChg chg="del">
          <ac:chgData name="Lucy Metcalfe" userId="3f57b64c-a3e0-43bb-b464-d2c22f71326d" providerId="ADAL" clId="{D1EB25C5-E13D-41A2-8FB2-3B1664120573}" dt="2026-02-15T11:33:08.983" v="0" actId="22"/>
          <ac:spMkLst>
            <pc:docMk/>
            <pc:sldMk cId="2973489551" sldId="257"/>
            <ac:spMk id="3" creationId="{EBAFC65C-EDC7-2F15-6FAF-9CDD90486A0F}"/>
          </ac:spMkLst>
        </pc:spChg>
        <pc:spChg chg="add">
          <ac:chgData name="Lucy Metcalfe" userId="3f57b64c-a3e0-43bb-b464-d2c22f71326d" providerId="ADAL" clId="{D1EB25C5-E13D-41A2-8FB2-3B1664120573}" dt="2026-02-15T11:34:02.404" v="7" actId="26606"/>
          <ac:spMkLst>
            <pc:docMk/>
            <pc:sldMk cId="2973489551" sldId="257"/>
            <ac:spMk id="12" creationId="{D55CA618-78A6-47F6-B865-E9315164FB49}"/>
          </ac:spMkLst>
        </pc:spChg>
        <pc:spChg chg="add">
          <ac:chgData name="Lucy Metcalfe" userId="3f57b64c-a3e0-43bb-b464-d2c22f71326d" providerId="ADAL" clId="{D1EB25C5-E13D-41A2-8FB2-3B1664120573}" dt="2026-02-15T11:34:02.404" v="7" actId="26606"/>
          <ac:spMkLst>
            <pc:docMk/>
            <pc:sldMk cId="2973489551" sldId="257"/>
            <ac:spMk id="18" creationId="{8ED94938-268E-4C0A-A08A-B3980C78BAEB}"/>
          </ac:spMkLst>
        </pc:spChg>
        <pc:grpChg chg="add">
          <ac:chgData name="Lucy Metcalfe" userId="3f57b64c-a3e0-43bb-b464-d2c22f71326d" providerId="ADAL" clId="{D1EB25C5-E13D-41A2-8FB2-3B1664120573}" dt="2026-02-15T11:34:02.404" v="7" actId="26606"/>
          <ac:grpSpMkLst>
            <pc:docMk/>
            <pc:sldMk cId="2973489551" sldId="257"/>
            <ac:grpSpMk id="14" creationId="{B83D307E-DF68-43F8-97CE-0AAE950A7129}"/>
          </ac:grpSpMkLst>
        </pc:grpChg>
        <pc:picChg chg="add mod ord">
          <ac:chgData name="Lucy Metcalfe" userId="3f57b64c-a3e0-43bb-b464-d2c22f71326d" providerId="ADAL" clId="{D1EB25C5-E13D-41A2-8FB2-3B1664120573}" dt="2026-02-15T11:53:09.932" v="226" actId="1076"/>
          <ac:picMkLst>
            <pc:docMk/>
            <pc:sldMk cId="2973489551" sldId="257"/>
            <ac:picMk id="5" creationId="{2FD31044-B012-43E1-C6F7-2C83A93CED35}"/>
          </ac:picMkLst>
        </pc:picChg>
        <pc:picChg chg="add mod">
          <ac:chgData name="Lucy Metcalfe" userId="3f57b64c-a3e0-43bb-b464-d2c22f71326d" providerId="ADAL" clId="{D1EB25C5-E13D-41A2-8FB2-3B1664120573}" dt="2026-02-15T11:53:16.530" v="228" actId="1076"/>
          <ac:picMkLst>
            <pc:docMk/>
            <pc:sldMk cId="2973489551" sldId="257"/>
            <ac:picMk id="7" creationId="{D2B3B4B3-743A-52F1-3A62-B9B1C8F622DB}"/>
          </ac:picMkLst>
        </pc:picChg>
      </pc:sldChg>
      <pc:sldChg chg="addSp delSp modSp mod">
        <pc:chgData name="Lucy Metcalfe" userId="3f57b64c-a3e0-43bb-b464-d2c22f71326d" providerId="ADAL" clId="{D1EB25C5-E13D-41A2-8FB2-3B1664120573}" dt="2026-02-15T11:34:12.805" v="8" actId="26606"/>
        <pc:sldMkLst>
          <pc:docMk/>
          <pc:sldMk cId="2599313850" sldId="258"/>
        </pc:sldMkLst>
        <pc:spChg chg="mod">
          <ac:chgData name="Lucy Metcalfe" userId="3f57b64c-a3e0-43bb-b464-d2c22f71326d" providerId="ADAL" clId="{D1EB25C5-E13D-41A2-8FB2-3B1664120573}" dt="2026-02-15T11:34:12.805" v="8" actId="26606"/>
          <ac:spMkLst>
            <pc:docMk/>
            <pc:sldMk cId="2599313850" sldId="258"/>
            <ac:spMk id="2" creationId="{E3834B7B-A2EF-CE93-D441-678CD4ECB0F3}"/>
          </ac:spMkLst>
        </pc:spChg>
        <pc:spChg chg="del">
          <ac:chgData name="Lucy Metcalfe" userId="3f57b64c-a3e0-43bb-b464-d2c22f71326d" providerId="ADAL" clId="{D1EB25C5-E13D-41A2-8FB2-3B1664120573}" dt="2026-02-15T11:34:12.805" v="8" actId="26606"/>
          <ac:spMkLst>
            <pc:docMk/>
            <pc:sldMk cId="2599313850" sldId="258"/>
            <ac:spMk id="23" creationId="{9D25F302-27C5-414F-97F8-6EA0A6C028BA}"/>
          </ac:spMkLst>
        </pc:spChg>
        <pc:spChg chg="del">
          <ac:chgData name="Lucy Metcalfe" userId="3f57b64c-a3e0-43bb-b464-d2c22f71326d" providerId="ADAL" clId="{D1EB25C5-E13D-41A2-8FB2-3B1664120573}" dt="2026-02-15T11:34:12.805" v="8" actId="26606"/>
          <ac:spMkLst>
            <pc:docMk/>
            <pc:sldMk cId="2599313850" sldId="258"/>
            <ac:spMk id="24" creationId="{830A36F8-48C2-4842-A87B-8CE8DF4E7FD2}"/>
          </ac:spMkLst>
        </pc:spChg>
        <pc:spChg chg="del">
          <ac:chgData name="Lucy Metcalfe" userId="3f57b64c-a3e0-43bb-b464-d2c22f71326d" providerId="ADAL" clId="{D1EB25C5-E13D-41A2-8FB2-3B1664120573}" dt="2026-02-15T11:34:12.805" v="8" actId="26606"/>
          <ac:spMkLst>
            <pc:docMk/>
            <pc:sldMk cId="2599313850" sldId="258"/>
            <ac:spMk id="25" creationId="{8F451A30-466B-4996-9BA5-CD6ABCC6D558}"/>
          </ac:spMkLst>
        </pc:spChg>
        <pc:spChg chg="del">
          <ac:chgData name="Lucy Metcalfe" userId="3f57b64c-a3e0-43bb-b464-d2c22f71326d" providerId="ADAL" clId="{D1EB25C5-E13D-41A2-8FB2-3B1664120573}" dt="2026-02-15T11:34:12.805" v="8" actId="26606"/>
          <ac:spMkLst>
            <pc:docMk/>
            <pc:sldMk cId="2599313850" sldId="258"/>
            <ac:spMk id="26" creationId="{C58D65F7-978C-CAEE-BB40-9477390333CA}"/>
          </ac:spMkLst>
        </pc:spChg>
        <pc:picChg chg="mod">
          <ac:chgData name="Lucy Metcalfe" userId="3f57b64c-a3e0-43bb-b464-d2c22f71326d" providerId="ADAL" clId="{D1EB25C5-E13D-41A2-8FB2-3B1664120573}" dt="2026-02-15T11:34:12.805" v="8" actId="26606"/>
          <ac:picMkLst>
            <pc:docMk/>
            <pc:sldMk cId="2599313850" sldId="258"/>
            <ac:picMk id="4" creationId="{8161CC06-2CAC-AEE2-F492-41D60254E2AD}"/>
          </ac:picMkLst>
        </pc:picChg>
        <pc:cxnChg chg="add">
          <ac:chgData name="Lucy Metcalfe" userId="3f57b64c-a3e0-43bb-b464-d2c22f71326d" providerId="ADAL" clId="{D1EB25C5-E13D-41A2-8FB2-3B1664120573}" dt="2026-02-15T11:34:12.805" v="8" actId="26606"/>
          <ac:cxnSpMkLst>
            <pc:docMk/>
            <pc:sldMk cId="2599313850" sldId="258"/>
            <ac:cxnSpMk id="31" creationId="{192712F8-36FA-35DF-0CE8-4098D93322A3}"/>
          </ac:cxnSpMkLst>
        </pc:cxnChg>
        <pc:cxnChg chg="add">
          <ac:chgData name="Lucy Metcalfe" userId="3f57b64c-a3e0-43bb-b464-d2c22f71326d" providerId="ADAL" clId="{D1EB25C5-E13D-41A2-8FB2-3B1664120573}" dt="2026-02-15T11:34:12.805" v="8" actId="26606"/>
          <ac:cxnSpMkLst>
            <pc:docMk/>
            <pc:sldMk cId="2599313850" sldId="258"/>
            <ac:cxnSpMk id="33" creationId="{AF9469B9-6468-5B6A-E832-8D4590388432}"/>
          </ac:cxnSpMkLst>
        </pc:cxnChg>
      </pc:sldChg>
      <pc:sldChg chg="addSp delSp modSp mod">
        <pc:chgData name="Lucy Metcalfe" userId="3f57b64c-a3e0-43bb-b464-d2c22f71326d" providerId="ADAL" clId="{D1EB25C5-E13D-41A2-8FB2-3B1664120573}" dt="2026-02-15T11:34:41.693" v="21" actId="26606"/>
        <pc:sldMkLst>
          <pc:docMk/>
          <pc:sldMk cId="507281851" sldId="259"/>
        </pc:sldMkLst>
        <pc:spChg chg="mod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6" creationId="{10B225A2-607A-8F0C-CEF8-41EE0C86DD60}"/>
          </ac:spMkLst>
        </pc:spChg>
        <pc:spChg chg="del mod ord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8" creationId="{F10E34B4-6544-F31C-2B3C-BC4C7B79EB47}"/>
          </ac:spMkLst>
        </pc:spChg>
        <pc:spChg chg="add del">
          <ac:chgData name="Lucy Metcalfe" userId="3f57b64c-a3e0-43bb-b464-d2c22f71326d" providerId="ADAL" clId="{D1EB25C5-E13D-41A2-8FB2-3B1664120573}" dt="2026-02-15T11:34:22.226" v="11" actId="26606"/>
          <ac:spMkLst>
            <pc:docMk/>
            <pc:sldMk cId="507281851" sldId="259"/>
            <ac:spMk id="11" creationId="{743AA782-23D1-4521-8CAD-47662984AA08}"/>
          </ac:spMkLst>
        </pc:spChg>
        <pc:spChg chg="add del">
          <ac:chgData name="Lucy Metcalfe" userId="3f57b64c-a3e0-43bb-b464-d2c22f71326d" providerId="ADAL" clId="{D1EB25C5-E13D-41A2-8FB2-3B1664120573}" dt="2026-02-15T11:34:22.226" v="11" actId="26606"/>
          <ac:spMkLst>
            <pc:docMk/>
            <pc:sldMk cId="507281851" sldId="259"/>
            <ac:spMk id="13" creationId="{71877DBC-BB60-40F0-AC93-2ACDBAAE60CE}"/>
          </ac:spMkLst>
        </pc:spChg>
        <pc:spChg chg="add del">
          <ac:chgData name="Lucy Metcalfe" userId="3f57b64c-a3e0-43bb-b464-d2c22f71326d" providerId="ADAL" clId="{D1EB25C5-E13D-41A2-8FB2-3B1664120573}" dt="2026-02-15T11:34:22.207" v="10" actId="26606"/>
          <ac:spMkLst>
            <pc:docMk/>
            <pc:sldMk cId="507281851" sldId="259"/>
            <ac:spMk id="18" creationId="{5AA03EDC-7067-4DFF-B672-541D016AAAB8}"/>
          </ac:spMkLst>
        </pc:spChg>
        <pc:spChg chg="add del">
          <ac:chgData name="Lucy Metcalfe" userId="3f57b64c-a3e0-43bb-b464-d2c22f71326d" providerId="ADAL" clId="{D1EB25C5-E13D-41A2-8FB2-3B1664120573}" dt="2026-02-15T11:34:22.207" v="10" actId="26606"/>
          <ac:spMkLst>
            <pc:docMk/>
            <pc:sldMk cId="507281851" sldId="259"/>
            <ac:spMk id="20" creationId="{0EBF3E39-B0BE-496A-8604-9007470FFA3A}"/>
          </ac:spMkLst>
        </pc:spChg>
        <pc:spChg chg="add del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22" creationId="{2C1BBA94-3F40-40AA-8BB9-E69E25E537C1}"/>
          </ac:spMkLst>
        </pc:spChg>
        <pc:spChg chg="add del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23" creationId="{9A724DBA-D2D9-471E-8ED7-2015DDD950DF}"/>
          </ac:spMkLst>
        </pc:spChg>
        <pc:spChg chg="add del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24" creationId="{169CC832-2974-4E8D-90ED-3E2941BA7336}"/>
          </ac:spMkLst>
        </pc:spChg>
        <pc:spChg chg="add del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25" creationId="{08980754-6F4B-43C9-B9BE-127B6BED6586}"/>
          </ac:spMkLst>
        </pc:spChg>
        <pc:spChg chg="add del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26" creationId="{55222F96-971A-4F90-B841-6BAB416C7AC1}"/>
          </ac:spMkLst>
        </pc:spChg>
        <pc:spChg chg="add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31" creationId="{9180DE06-7362-4888-AADA-7AADD57AC49D}"/>
          </ac:spMkLst>
        </pc:spChg>
        <pc:spChg chg="add">
          <ac:chgData name="Lucy Metcalfe" userId="3f57b64c-a3e0-43bb-b464-d2c22f71326d" providerId="ADAL" clId="{D1EB25C5-E13D-41A2-8FB2-3B1664120573}" dt="2026-02-15T11:34:41.693" v="21" actId="26606"/>
          <ac:spMkLst>
            <pc:docMk/>
            <pc:sldMk cId="507281851" sldId="259"/>
            <ac:spMk id="37" creationId="{04357C93-F0CB-4A1C-8F77-4E9063789819}"/>
          </ac:spMkLst>
        </pc:spChg>
        <pc:picChg chg="add del mod">
          <ac:chgData name="Lucy Metcalfe" userId="3f57b64c-a3e0-43bb-b464-d2c22f71326d" providerId="ADAL" clId="{D1EB25C5-E13D-41A2-8FB2-3B1664120573}" dt="2026-02-15T11:34:30.147" v="16" actId="22"/>
          <ac:picMkLst>
            <pc:docMk/>
            <pc:sldMk cId="507281851" sldId="259"/>
            <ac:picMk id="3" creationId="{D1B5FB28-E464-AED2-F487-25E4C786FC0A}"/>
          </ac:picMkLst>
        </pc:picChg>
        <pc:picChg chg="mod">
          <ac:chgData name="Lucy Metcalfe" userId="3f57b64c-a3e0-43bb-b464-d2c22f71326d" providerId="ADAL" clId="{D1EB25C5-E13D-41A2-8FB2-3B1664120573}" dt="2026-02-15T11:34:41.693" v="21" actId="26606"/>
          <ac:picMkLst>
            <pc:docMk/>
            <pc:sldMk cId="507281851" sldId="259"/>
            <ac:picMk id="4" creationId="{8CDE0502-F4D8-CC2D-D076-63B2D76B8A99}"/>
          </ac:picMkLst>
        </pc:picChg>
      </pc:sldChg>
      <pc:sldChg chg="addSp delSp modSp mod">
        <pc:chgData name="Lucy Metcalfe" userId="3f57b64c-a3e0-43bb-b464-d2c22f71326d" providerId="ADAL" clId="{D1EB25C5-E13D-41A2-8FB2-3B1664120573}" dt="2026-02-15T11:34:53.723" v="24" actId="27636"/>
        <pc:sldMkLst>
          <pc:docMk/>
          <pc:sldMk cId="1894772962" sldId="260"/>
        </pc:sldMkLst>
        <pc:spChg chg="mod">
          <ac:chgData name="Lucy Metcalfe" userId="3f57b64c-a3e0-43bb-b464-d2c22f71326d" providerId="ADAL" clId="{D1EB25C5-E13D-41A2-8FB2-3B1664120573}" dt="2026-02-15T11:34:53.723" v="24" actId="27636"/>
          <ac:spMkLst>
            <pc:docMk/>
            <pc:sldMk cId="1894772962" sldId="260"/>
            <ac:spMk id="2" creationId="{D169F5AF-B834-E982-48C0-648962020A78}"/>
          </ac:spMkLst>
        </pc:spChg>
        <pc:spChg chg="del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8" creationId="{E0B82883-4930-E57C-4DA5-409D11320562}"/>
          </ac:spMkLst>
        </pc:spChg>
        <pc:spChg chg="del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13" creationId="{08980754-6F4B-43C9-B9BE-127B6BED6586}"/>
          </ac:spMkLst>
        </pc:spChg>
        <pc:spChg chg="del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15" creationId="{2C1BBA94-3F40-40AA-8BB9-E69E25E537C1}"/>
          </ac:spMkLst>
        </pc:spChg>
        <pc:spChg chg="del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17" creationId="{169CC832-2974-4E8D-90ED-3E2941BA7336}"/>
          </ac:spMkLst>
        </pc:spChg>
        <pc:spChg chg="del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19" creationId="{55222F96-971A-4F90-B841-6BAB416C7AC1}"/>
          </ac:spMkLst>
        </pc:spChg>
        <pc:spChg chg="add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24" creationId="{1574D71B-7917-4BD7-887C-1D652DB0DFC4}"/>
          </ac:spMkLst>
        </pc:spChg>
        <pc:spChg chg="add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26" creationId="{99413ED5-9ED4-4772-BCE4-2BCAE6B12E35}"/>
          </ac:spMkLst>
        </pc:spChg>
        <pc:spChg chg="add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28" creationId="{04357C93-F0CB-4A1C-8F77-4E9063789819}"/>
          </ac:spMkLst>
        </pc:spChg>
        <pc:spChg chg="add">
          <ac:chgData name="Lucy Metcalfe" userId="3f57b64c-a3e0-43bb-b464-d2c22f71326d" providerId="ADAL" clId="{D1EB25C5-E13D-41A2-8FB2-3B1664120573}" dt="2026-02-15T11:34:49.093" v="22" actId="26606"/>
          <ac:spMkLst>
            <pc:docMk/>
            <pc:sldMk cId="1894772962" sldId="260"/>
            <ac:spMk id="30" creationId="{6CF143E5-57C3-46A3-91A2-EDAA7A8E6A75}"/>
          </ac:spMkLst>
        </pc:spChg>
      </pc:sldChg>
      <pc:sldChg chg="addSp delSp modSp mod setBg">
        <pc:chgData name="Lucy Metcalfe" userId="3f57b64c-a3e0-43bb-b464-d2c22f71326d" providerId="ADAL" clId="{D1EB25C5-E13D-41A2-8FB2-3B1664120573}" dt="2026-02-15T11:35:29.127" v="27" actId="26606"/>
        <pc:sldMkLst>
          <pc:docMk/>
          <pc:sldMk cId="2054145101" sldId="261"/>
        </pc:sldMkLst>
        <pc:spChg chg="mod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2" creationId="{6FC782BB-35E9-E0CD-31F9-3DED95D61E76}"/>
          </ac:spMkLst>
        </pc:spChg>
        <pc:spChg chg="add del">
          <ac:chgData name="Lucy Metcalfe" userId="3f57b64c-a3e0-43bb-b464-d2c22f71326d" providerId="ADAL" clId="{D1EB25C5-E13D-41A2-8FB2-3B1664120573}" dt="2026-02-15T11:35:26.432" v="26" actId="478"/>
          <ac:spMkLst>
            <pc:docMk/>
            <pc:sldMk cId="2054145101" sldId="261"/>
            <ac:spMk id="8" creationId="{53804861-43AB-1737-BCF0-F4853335BCE9}"/>
          </ac:spMkLst>
        </pc:spChg>
        <pc:spChg chg="add del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11" creationId="{FFB60E8C-7224-44A4-87A0-46A1711DD2ED}"/>
          </ac:spMkLst>
        </pc:spChg>
        <pc:spChg chg="add del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13" creationId="{5DA32751-37A2-45C0-BE94-63D375E27003}"/>
          </ac:spMkLst>
        </pc:spChg>
        <pc:spChg chg="add del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15" creationId="{E659831F-0D9A-4C63-9EBB-8435B85A440F}"/>
          </ac:spMkLst>
        </pc:spChg>
        <pc:spChg chg="add del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17" creationId="{5A55FBCD-CD42-40F5-8A1B-3203F9CAEEAA}"/>
          </ac:spMkLst>
        </pc:spChg>
        <pc:spChg chg="add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22" creationId="{9180DE06-7362-4888-AADA-7AADD57AC49D}"/>
          </ac:spMkLst>
        </pc:spChg>
        <pc:spChg chg="add">
          <ac:chgData name="Lucy Metcalfe" userId="3f57b64c-a3e0-43bb-b464-d2c22f71326d" providerId="ADAL" clId="{D1EB25C5-E13D-41A2-8FB2-3B1664120573}" dt="2026-02-15T11:35:29.127" v="27" actId="26606"/>
          <ac:spMkLst>
            <pc:docMk/>
            <pc:sldMk cId="2054145101" sldId="261"/>
            <ac:spMk id="28" creationId="{04357C93-F0CB-4A1C-8F77-4E9063789819}"/>
          </ac:spMkLst>
        </pc:spChg>
        <pc:grpChg chg="add">
          <ac:chgData name="Lucy Metcalfe" userId="3f57b64c-a3e0-43bb-b464-d2c22f71326d" providerId="ADAL" clId="{D1EB25C5-E13D-41A2-8FB2-3B1664120573}" dt="2026-02-15T11:35:29.127" v="27" actId="26606"/>
          <ac:grpSpMkLst>
            <pc:docMk/>
            <pc:sldMk cId="2054145101" sldId="261"/>
            <ac:grpSpMk id="24" creationId="{3AF6A671-C637-4547-85F4-51B6D1881399}"/>
          </ac:grpSpMkLst>
        </pc:grpChg>
        <pc:picChg chg="mod">
          <ac:chgData name="Lucy Metcalfe" userId="3f57b64c-a3e0-43bb-b464-d2c22f71326d" providerId="ADAL" clId="{D1EB25C5-E13D-41A2-8FB2-3B1664120573}" dt="2026-02-15T11:35:29.127" v="27" actId="26606"/>
          <ac:picMkLst>
            <pc:docMk/>
            <pc:sldMk cId="2054145101" sldId="261"/>
            <ac:picMk id="4" creationId="{3804B276-4E11-816B-36B0-59D4CB760A54}"/>
          </ac:picMkLst>
        </pc:picChg>
      </pc:sldChg>
      <pc:sldChg chg="addSp delSp modSp mod">
        <pc:chgData name="Lucy Metcalfe" userId="3f57b64c-a3e0-43bb-b464-d2c22f71326d" providerId="ADAL" clId="{D1EB25C5-E13D-41A2-8FB2-3B1664120573}" dt="2026-02-15T11:35:57.164" v="30" actId="26606"/>
        <pc:sldMkLst>
          <pc:docMk/>
          <pc:sldMk cId="42571560" sldId="262"/>
        </pc:sldMkLst>
        <pc:spChg chg="mod">
          <ac:chgData name="Lucy Metcalfe" userId="3f57b64c-a3e0-43bb-b464-d2c22f71326d" providerId="ADAL" clId="{D1EB25C5-E13D-41A2-8FB2-3B1664120573}" dt="2026-02-15T11:35:54.454" v="29" actId="20577"/>
          <ac:spMkLst>
            <pc:docMk/>
            <pc:sldMk cId="42571560" sldId="262"/>
            <ac:spMk id="2" creationId="{AE359A85-1E7B-DEB9-1752-80CD6A7BC76A}"/>
          </ac:spMkLst>
        </pc:spChg>
        <pc:spChg chg="del">
          <ac:chgData name="Lucy Metcalfe" userId="3f57b64c-a3e0-43bb-b464-d2c22f71326d" providerId="ADAL" clId="{D1EB25C5-E13D-41A2-8FB2-3B1664120573}" dt="2026-02-15T11:35:38.190" v="28" actId="26606"/>
          <ac:spMkLst>
            <pc:docMk/>
            <pc:sldMk cId="42571560" sldId="262"/>
            <ac:spMk id="17" creationId="{2B97F24A-32CE-4C1C-A50D-3016B394DCFB}"/>
          </ac:spMkLst>
        </pc:spChg>
        <pc:spChg chg="del">
          <ac:chgData name="Lucy Metcalfe" userId="3f57b64c-a3e0-43bb-b464-d2c22f71326d" providerId="ADAL" clId="{D1EB25C5-E13D-41A2-8FB2-3B1664120573}" dt="2026-02-15T11:35:38.190" v="28" actId="26606"/>
          <ac:spMkLst>
            <pc:docMk/>
            <pc:sldMk cId="42571560" sldId="262"/>
            <ac:spMk id="18" creationId="{CD8B4F24-440B-49E9-B85D-733523DC064B}"/>
          </ac:spMkLst>
        </pc:spChg>
        <pc:spChg chg="mod">
          <ac:chgData name="Lucy Metcalfe" userId="3f57b64c-a3e0-43bb-b464-d2c22f71326d" providerId="ADAL" clId="{D1EB25C5-E13D-41A2-8FB2-3B1664120573}" dt="2026-02-15T11:35:38.190" v="28" actId="26606"/>
          <ac:spMkLst>
            <pc:docMk/>
            <pc:sldMk cId="42571560" sldId="262"/>
            <ac:spMk id="19" creationId="{37C94AFD-0E9A-D8A0-15C4-41815E9D3406}"/>
          </ac:spMkLst>
        </pc:spChg>
        <pc:spChg chg="add del">
          <ac:chgData name="Lucy Metcalfe" userId="3f57b64c-a3e0-43bb-b464-d2c22f71326d" providerId="ADAL" clId="{D1EB25C5-E13D-41A2-8FB2-3B1664120573}" dt="2026-02-15T11:35:57.164" v="30" actId="26606"/>
          <ac:spMkLst>
            <pc:docMk/>
            <pc:sldMk cId="42571560" sldId="262"/>
            <ac:spMk id="24" creationId="{9180DE06-7362-4888-AADA-7AADD57AC49D}"/>
          </ac:spMkLst>
        </pc:spChg>
        <pc:spChg chg="add del">
          <ac:chgData name="Lucy Metcalfe" userId="3f57b64c-a3e0-43bb-b464-d2c22f71326d" providerId="ADAL" clId="{D1EB25C5-E13D-41A2-8FB2-3B1664120573}" dt="2026-02-15T11:35:57.164" v="30" actId="26606"/>
          <ac:spMkLst>
            <pc:docMk/>
            <pc:sldMk cId="42571560" sldId="262"/>
            <ac:spMk id="30" creationId="{04357C93-F0CB-4A1C-8F77-4E9063789819}"/>
          </ac:spMkLst>
        </pc:spChg>
        <pc:spChg chg="add">
          <ac:chgData name="Lucy Metcalfe" userId="3f57b64c-a3e0-43bb-b464-d2c22f71326d" providerId="ADAL" clId="{D1EB25C5-E13D-41A2-8FB2-3B1664120573}" dt="2026-02-15T11:35:57.164" v="30" actId="26606"/>
          <ac:spMkLst>
            <pc:docMk/>
            <pc:sldMk cId="42571560" sldId="262"/>
            <ac:spMk id="35" creationId="{9180DE06-7362-4888-AADA-7AADD57AC49D}"/>
          </ac:spMkLst>
        </pc:spChg>
        <pc:spChg chg="add">
          <ac:chgData name="Lucy Metcalfe" userId="3f57b64c-a3e0-43bb-b464-d2c22f71326d" providerId="ADAL" clId="{D1EB25C5-E13D-41A2-8FB2-3B1664120573}" dt="2026-02-15T11:35:57.164" v="30" actId="26606"/>
          <ac:spMkLst>
            <pc:docMk/>
            <pc:sldMk cId="42571560" sldId="262"/>
            <ac:spMk id="41" creationId="{04357C93-F0CB-4A1C-8F77-4E9063789819}"/>
          </ac:spMkLst>
        </pc:spChg>
        <pc:grpChg chg="add del">
          <ac:chgData name="Lucy Metcalfe" userId="3f57b64c-a3e0-43bb-b464-d2c22f71326d" providerId="ADAL" clId="{D1EB25C5-E13D-41A2-8FB2-3B1664120573}" dt="2026-02-15T11:35:57.164" v="30" actId="26606"/>
          <ac:grpSpMkLst>
            <pc:docMk/>
            <pc:sldMk cId="42571560" sldId="262"/>
            <ac:grpSpMk id="26" creationId="{3AF6A671-C637-4547-85F4-51B6D1881399}"/>
          </ac:grpSpMkLst>
        </pc:grpChg>
        <pc:grpChg chg="add">
          <ac:chgData name="Lucy Metcalfe" userId="3f57b64c-a3e0-43bb-b464-d2c22f71326d" providerId="ADAL" clId="{D1EB25C5-E13D-41A2-8FB2-3B1664120573}" dt="2026-02-15T11:35:57.164" v="30" actId="26606"/>
          <ac:grpSpMkLst>
            <pc:docMk/>
            <pc:sldMk cId="42571560" sldId="262"/>
            <ac:grpSpMk id="37" creationId="{3AF6A671-C637-4547-85F4-51B6D1881399}"/>
          </ac:grpSpMkLst>
        </pc:grpChg>
        <pc:picChg chg="mod">
          <ac:chgData name="Lucy Metcalfe" userId="3f57b64c-a3e0-43bb-b464-d2c22f71326d" providerId="ADAL" clId="{D1EB25C5-E13D-41A2-8FB2-3B1664120573}" dt="2026-02-15T11:35:38.190" v="28" actId="26606"/>
          <ac:picMkLst>
            <pc:docMk/>
            <pc:sldMk cId="42571560" sldId="262"/>
            <ac:picMk id="4" creationId="{70D830BC-05A5-6161-448A-1D94BF545B24}"/>
          </ac:picMkLst>
        </pc:picChg>
      </pc:sldChg>
      <pc:sldChg chg="addSp delSp modSp mod setBg addAnim delAnim">
        <pc:chgData name="Lucy Metcalfe" userId="3f57b64c-a3e0-43bb-b464-d2c22f71326d" providerId="ADAL" clId="{D1EB25C5-E13D-41A2-8FB2-3B1664120573}" dt="2026-02-15T11:36:04.121" v="34" actId="26606"/>
        <pc:sldMkLst>
          <pc:docMk/>
          <pc:sldMk cId="1822167739" sldId="263"/>
        </pc:sldMkLst>
        <pc:spChg chg="mo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2" creationId="{BDCE2308-A2FC-BF2B-E237-4049546655A8}"/>
          </ac:spMkLst>
        </pc:spChg>
        <pc:spChg chg="mo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3" creationId="{904C7E2B-59F2-E0DA-8FAA-F5E715219106}"/>
          </ac:spMkLst>
        </pc:spChg>
        <pc:spChg chg="add del">
          <ac:chgData name="Lucy Metcalfe" userId="3f57b64c-a3e0-43bb-b464-d2c22f71326d" providerId="ADAL" clId="{D1EB25C5-E13D-41A2-8FB2-3B1664120573}" dt="2026-02-15T11:36:04.090" v="33" actId="26606"/>
          <ac:spMkLst>
            <pc:docMk/>
            <pc:sldMk cId="1822167739" sldId="263"/>
            <ac:spMk id="8" creationId="{4522B21E-B2B9-4C72-9A71-C87EFD137480}"/>
          </ac:spMkLst>
        </pc:spChg>
        <pc:spChg chg="add del">
          <ac:chgData name="Lucy Metcalfe" userId="3f57b64c-a3e0-43bb-b464-d2c22f71326d" providerId="ADAL" clId="{D1EB25C5-E13D-41A2-8FB2-3B1664120573}" dt="2026-02-15T11:36:04.090" v="33" actId="26606"/>
          <ac:spMkLst>
            <pc:docMk/>
            <pc:sldMk cId="1822167739" sldId="263"/>
            <ac:spMk id="10" creationId="{5EB7D2A2-F448-44D4-938C-DC84CBCB3B1E}"/>
          </ac:spMkLst>
        </pc:spChg>
        <pc:spChg chg="add del">
          <ac:chgData name="Lucy Metcalfe" userId="3f57b64c-a3e0-43bb-b464-d2c22f71326d" providerId="ADAL" clId="{D1EB25C5-E13D-41A2-8FB2-3B1664120573}" dt="2026-02-15T11:36:04.090" v="33" actId="26606"/>
          <ac:spMkLst>
            <pc:docMk/>
            <pc:sldMk cId="1822167739" sldId="263"/>
            <ac:spMk id="12" creationId="{871AEA07-1E14-44B4-8E55-64EF049CD66F}"/>
          </ac:spMkLst>
        </pc:spChg>
        <pc:spChg chg="ad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16" creationId="{B0EE8A42-107A-4D4C-8D56-BBAE95C7FC0D}"/>
          </ac:spMkLst>
        </pc:spChg>
        <pc:spChg chg="ad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17" creationId="{A7895A40-19A4-42D6-9D30-DBC1E8002635}"/>
          </ac:spMkLst>
        </pc:spChg>
        <pc:spChg chg="ad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18" creationId="{02F429C4-ABC9-46FC-818A-B5429CDE4A96}"/>
          </ac:spMkLst>
        </pc:spChg>
        <pc:spChg chg="ad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19" creationId="{2CEF98E4-3709-4952-8F42-2305CCE34FA3}"/>
          </ac:spMkLst>
        </pc:spChg>
        <pc:spChg chg="add">
          <ac:chgData name="Lucy Metcalfe" userId="3f57b64c-a3e0-43bb-b464-d2c22f71326d" providerId="ADAL" clId="{D1EB25C5-E13D-41A2-8FB2-3B1664120573}" dt="2026-02-15T11:36:04.121" v="34" actId="26606"/>
          <ac:spMkLst>
            <pc:docMk/>
            <pc:sldMk cId="1822167739" sldId="263"/>
            <ac:spMk id="20" creationId="{F10BCCF5-D685-47FF-B675-647EAEB72C8E}"/>
          </ac:spMkLst>
        </pc:spChg>
        <pc:cxnChg chg="add del">
          <ac:chgData name="Lucy Metcalfe" userId="3f57b64c-a3e0-43bb-b464-d2c22f71326d" providerId="ADAL" clId="{D1EB25C5-E13D-41A2-8FB2-3B1664120573}" dt="2026-02-15T11:36:04.090" v="33" actId="26606"/>
          <ac:cxnSpMkLst>
            <pc:docMk/>
            <pc:sldMk cId="1822167739" sldId="263"/>
            <ac:cxnSpMk id="14" creationId="{F7C8EA93-3210-4C62-99E9-153C275E3A87}"/>
          </ac:cxnSpMkLst>
        </pc:cxnChg>
      </pc:sldChg>
      <pc:sldChg chg="addSp delSp modSp mod">
        <pc:chgData name="Lucy Metcalfe" userId="3f57b64c-a3e0-43bb-b464-d2c22f71326d" providerId="ADAL" clId="{D1EB25C5-E13D-41A2-8FB2-3B1664120573}" dt="2026-02-15T11:36:10.231" v="35" actId="26606"/>
        <pc:sldMkLst>
          <pc:docMk/>
          <pc:sldMk cId="2931098353" sldId="264"/>
        </pc:sldMkLst>
        <pc:spChg chg="mod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2" creationId="{3588AFD3-C1A9-849A-D73D-21B10385BEE1}"/>
          </ac:spMkLst>
        </pc:spChg>
        <pc:spChg chg="del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8" creationId="{AE0F1E09-A96A-81E4-F2A0-E0748EBE501E}"/>
          </ac:spMkLst>
        </pc:spChg>
        <pc:spChg chg="del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11" creationId="{058A14AF-9FB5-4CC7-BA35-E8E85D3EDF0E}"/>
          </ac:spMkLst>
        </pc:spChg>
        <pc:spChg chg="del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13" creationId="{3A9A4357-BD1D-4622-A4FE-766E6AB8DE84}"/>
          </ac:spMkLst>
        </pc:spChg>
        <pc:spChg chg="del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15" creationId="{E659831F-0D9A-4C63-9EBB-8435B85A440F}"/>
          </ac:spMkLst>
        </pc:spChg>
        <pc:spChg chg="del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17" creationId="{E6995CE5-F890-4ABA-82A2-26507CE8D2A3}"/>
          </ac:spMkLst>
        </pc:spChg>
        <pc:spChg chg="add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22" creationId="{F0DCC097-1DB8-4B6D-85D0-6FBA0E1CA4BA}"/>
          </ac:spMkLst>
        </pc:spChg>
        <pc:spChg chg="add">
          <ac:chgData name="Lucy Metcalfe" userId="3f57b64c-a3e0-43bb-b464-d2c22f71326d" providerId="ADAL" clId="{D1EB25C5-E13D-41A2-8FB2-3B1664120573}" dt="2026-02-15T11:36:10.231" v="35" actId="26606"/>
          <ac:spMkLst>
            <pc:docMk/>
            <pc:sldMk cId="2931098353" sldId="264"/>
            <ac:spMk id="24" creationId="{E0B58608-23C8-4441-994D-C6823EEE1DB7}"/>
          </ac:spMkLst>
        </pc:spChg>
        <pc:picChg chg="mod">
          <ac:chgData name="Lucy Metcalfe" userId="3f57b64c-a3e0-43bb-b464-d2c22f71326d" providerId="ADAL" clId="{D1EB25C5-E13D-41A2-8FB2-3B1664120573}" dt="2026-02-15T11:36:10.231" v="35" actId="26606"/>
          <ac:picMkLst>
            <pc:docMk/>
            <pc:sldMk cId="2931098353" sldId="264"/>
            <ac:picMk id="4" creationId="{F9DEB604-6AE9-AAB5-B0A1-B0D9DCAEE00A}"/>
          </ac:picMkLst>
        </pc:picChg>
      </pc:sldChg>
      <pc:sldChg chg="addSp delSp modSp mod">
        <pc:chgData name="Lucy Metcalfe" userId="3f57b64c-a3e0-43bb-b464-d2c22f71326d" providerId="ADAL" clId="{D1EB25C5-E13D-41A2-8FB2-3B1664120573}" dt="2026-02-15T11:36:15.156" v="36" actId="26606"/>
        <pc:sldMkLst>
          <pc:docMk/>
          <pc:sldMk cId="180562468" sldId="265"/>
        </pc:sldMkLst>
        <pc:spChg chg="mod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2" creationId="{8AC700A5-2B9F-6105-85C7-026E9B5E41D6}"/>
          </ac:spMkLst>
        </pc:spChg>
        <pc:spChg chg="del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3" creationId="{3CD27605-A51F-1C00-DFAC-3BB5D06A39FC}"/>
          </ac:spMkLst>
        </pc:spChg>
        <pc:spChg chg="del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9" creationId="{2B97F24A-32CE-4C1C-A50D-3016B394DCFB}"/>
          </ac:spMkLst>
        </pc:spChg>
        <pc:spChg chg="del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11" creationId="{6357EC4F-235E-4222-A36F-C7878ACE37F2}"/>
          </ac:spMkLst>
        </pc:spChg>
        <pc:spChg chg="add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16" creationId="{F0DCC097-1DB8-4B6D-85D0-6FBA0E1CA4BA}"/>
          </ac:spMkLst>
        </pc:spChg>
        <pc:spChg chg="add">
          <ac:chgData name="Lucy Metcalfe" userId="3f57b64c-a3e0-43bb-b464-d2c22f71326d" providerId="ADAL" clId="{D1EB25C5-E13D-41A2-8FB2-3B1664120573}" dt="2026-02-15T11:36:15.156" v="36" actId="26606"/>
          <ac:spMkLst>
            <pc:docMk/>
            <pc:sldMk cId="180562468" sldId="265"/>
            <ac:spMk id="18" creationId="{E0B58608-23C8-4441-994D-C6823EEE1DB7}"/>
          </ac:spMkLst>
        </pc:spChg>
        <pc:picChg chg="mod">
          <ac:chgData name="Lucy Metcalfe" userId="3f57b64c-a3e0-43bb-b464-d2c22f71326d" providerId="ADAL" clId="{D1EB25C5-E13D-41A2-8FB2-3B1664120573}" dt="2026-02-15T11:36:15.156" v="36" actId="26606"/>
          <ac:picMkLst>
            <pc:docMk/>
            <pc:sldMk cId="180562468" sldId="265"/>
            <ac:picMk id="4" creationId="{76F38AF5-2734-6681-74A0-2A3904DC229F}"/>
          </ac:picMkLst>
        </pc:picChg>
      </pc:sldChg>
      <pc:sldChg chg="addSp modSp mod setBg">
        <pc:chgData name="Lucy Metcalfe" userId="3f57b64c-a3e0-43bb-b464-d2c22f71326d" providerId="ADAL" clId="{D1EB25C5-E13D-41A2-8FB2-3B1664120573}" dt="2026-02-15T11:36:18.482" v="37" actId="26606"/>
        <pc:sldMkLst>
          <pc:docMk/>
          <pc:sldMk cId="730537208" sldId="266"/>
        </pc:sldMkLst>
        <pc:spChg chg="mod">
          <ac:chgData name="Lucy Metcalfe" userId="3f57b64c-a3e0-43bb-b464-d2c22f71326d" providerId="ADAL" clId="{D1EB25C5-E13D-41A2-8FB2-3B1664120573}" dt="2026-02-15T11:36:18.482" v="37" actId="26606"/>
          <ac:spMkLst>
            <pc:docMk/>
            <pc:sldMk cId="730537208" sldId="266"/>
            <ac:spMk id="2" creationId="{D6E5F54A-BD19-A7E8-2AFC-E1FB6BB4FFD7}"/>
          </ac:spMkLst>
        </pc:spChg>
        <pc:spChg chg="add">
          <ac:chgData name="Lucy Metcalfe" userId="3f57b64c-a3e0-43bb-b464-d2c22f71326d" providerId="ADAL" clId="{D1EB25C5-E13D-41A2-8FB2-3B1664120573}" dt="2026-02-15T11:36:18.482" v="37" actId="26606"/>
          <ac:spMkLst>
            <pc:docMk/>
            <pc:sldMk cId="730537208" sldId="266"/>
            <ac:spMk id="9" creationId="{9180DE06-7362-4888-AADA-7AADD57AC49D}"/>
          </ac:spMkLst>
        </pc:spChg>
        <pc:spChg chg="add">
          <ac:chgData name="Lucy Metcalfe" userId="3f57b64c-a3e0-43bb-b464-d2c22f71326d" providerId="ADAL" clId="{D1EB25C5-E13D-41A2-8FB2-3B1664120573}" dt="2026-02-15T11:36:18.482" v="37" actId="26606"/>
          <ac:spMkLst>
            <pc:docMk/>
            <pc:sldMk cId="730537208" sldId="266"/>
            <ac:spMk id="15" creationId="{04357C93-F0CB-4A1C-8F77-4E9063789819}"/>
          </ac:spMkLst>
        </pc:spChg>
        <pc:grpChg chg="add">
          <ac:chgData name="Lucy Metcalfe" userId="3f57b64c-a3e0-43bb-b464-d2c22f71326d" providerId="ADAL" clId="{D1EB25C5-E13D-41A2-8FB2-3B1664120573}" dt="2026-02-15T11:36:18.482" v="37" actId="26606"/>
          <ac:grpSpMkLst>
            <pc:docMk/>
            <pc:sldMk cId="730537208" sldId="266"/>
            <ac:grpSpMk id="11" creationId="{3AF6A671-C637-4547-85F4-51B6D1881399}"/>
          </ac:grpSpMkLst>
        </pc:grpChg>
        <pc:picChg chg="mod">
          <ac:chgData name="Lucy Metcalfe" userId="3f57b64c-a3e0-43bb-b464-d2c22f71326d" providerId="ADAL" clId="{D1EB25C5-E13D-41A2-8FB2-3B1664120573}" dt="2026-02-15T11:36:18.482" v="37" actId="26606"/>
          <ac:picMkLst>
            <pc:docMk/>
            <pc:sldMk cId="730537208" sldId="266"/>
            <ac:picMk id="4" creationId="{D6559246-33B6-CC45-C1F5-57B143B700D6}"/>
          </ac:picMkLst>
        </pc:picChg>
      </pc:sldChg>
      <pc:sldChg chg="addSp delSp modSp del mod setBg">
        <pc:chgData name="Lucy Metcalfe" userId="3f57b64c-a3e0-43bb-b464-d2c22f71326d" providerId="ADAL" clId="{D1EB25C5-E13D-41A2-8FB2-3B1664120573}" dt="2026-02-15T11:48:37.250" v="109" actId="47"/>
        <pc:sldMkLst>
          <pc:docMk/>
          <pc:sldMk cId="1922785578" sldId="267"/>
        </pc:sldMkLst>
        <pc:spChg chg="mo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2" creationId="{C2247E4D-03BD-B770-2254-3D844C8D4242}"/>
          </ac:spMkLst>
        </pc:spChg>
        <pc:spChg chg="mod or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3" creationId="{566F1E96-5C89-D577-BC99-7562B676DAD3}"/>
          </ac:spMkLst>
        </pc:spChg>
        <pc:spChg chg="add del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9" creationId="{5D13CC36-B950-4F02-9BAF-9A7EB267398C}"/>
          </ac:spMkLst>
        </pc:spChg>
        <pc:spChg chg="add del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11" creationId="{4F2E2428-58BA-458D-AA54-05502E63F32F}"/>
          </ac:spMkLst>
        </pc:spChg>
        <pc:spChg chg="ad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16" creationId="{D9A7F3BF-8763-4074-AD77-92790AF314D1}"/>
          </ac:spMkLst>
        </pc:spChg>
        <pc:spChg chg="ad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20" creationId="{6CB927A4-E432-4310-9CD5-E89FF5063179}"/>
          </ac:spMkLst>
        </pc:spChg>
        <pc:spChg chg="ad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22" creationId="{E3020543-B24B-4EC4-8FFC-8DD88EEA91A8}"/>
          </ac:spMkLst>
        </pc:spChg>
        <pc:spChg chg="add">
          <ac:chgData name="Lucy Metcalfe" userId="3f57b64c-a3e0-43bb-b464-d2c22f71326d" providerId="ADAL" clId="{D1EB25C5-E13D-41A2-8FB2-3B1664120573}" dt="2026-02-15T11:36:39.985" v="41" actId="26606"/>
          <ac:spMkLst>
            <pc:docMk/>
            <pc:sldMk cId="1922785578" sldId="267"/>
            <ac:spMk id="24" creationId="{1453BF6C-B012-48B7-B4E8-6D7AC7C27D02}"/>
          </ac:spMkLst>
        </pc:spChg>
        <pc:picChg chg="mod">
          <ac:chgData name="Lucy Metcalfe" userId="3f57b64c-a3e0-43bb-b464-d2c22f71326d" providerId="ADAL" clId="{D1EB25C5-E13D-41A2-8FB2-3B1664120573}" dt="2026-02-15T11:36:39.985" v="41" actId="26606"/>
          <ac:picMkLst>
            <pc:docMk/>
            <pc:sldMk cId="1922785578" sldId="267"/>
            <ac:picMk id="4" creationId="{BA8C4DE7-C144-3EEF-CC8E-1D8A028D4F53}"/>
          </ac:picMkLst>
        </pc:picChg>
        <pc:cxnChg chg="add">
          <ac:chgData name="Lucy Metcalfe" userId="3f57b64c-a3e0-43bb-b464-d2c22f71326d" providerId="ADAL" clId="{D1EB25C5-E13D-41A2-8FB2-3B1664120573}" dt="2026-02-15T11:36:39.985" v="41" actId="26606"/>
          <ac:cxnSpMkLst>
            <pc:docMk/>
            <pc:sldMk cId="1922785578" sldId="267"/>
            <ac:cxnSpMk id="18" creationId="{C49DA8F6-BCC1-4447-B54C-57856834B94B}"/>
          </ac:cxnSpMkLst>
        </pc:cxnChg>
      </pc:sldChg>
      <pc:sldChg chg="addSp delSp modSp mod">
        <pc:chgData name="Lucy Metcalfe" userId="3f57b64c-a3e0-43bb-b464-d2c22f71326d" providerId="ADAL" clId="{D1EB25C5-E13D-41A2-8FB2-3B1664120573}" dt="2026-02-15T11:37:09.239" v="44" actId="26606"/>
        <pc:sldMkLst>
          <pc:docMk/>
          <pc:sldMk cId="1796513798" sldId="268"/>
        </pc:sldMkLst>
        <pc:spChg chg="mod">
          <ac:chgData name="Lucy Metcalfe" userId="3f57b64c-a3e0-43bb-b464-d2c22f71326d" providerId="ADAL" clId="{D1EB25C5-E13D-41A2-8FB2-3B1664120573}" dt="2026-02-15T11:37:09.239" v="44" actId="26606"/>
          <ac:spMkLst>
            <pc:docMk/>
            <pc:sldMk cId="1796513798" sldId="268"/>
            <ac:spMk id="2" creationId="{1ACB8BF8-E087-E179-CC56-60BCB2C3C904}"/>
          </ac:spMkLst>
        </pc:spChg>
        <pc:spChg chg="del">
          <ac:chgData name="Lucy Metcalfe" userId="3f57b64c-a3e0-43bb-b464-d2c22f71326d" providerId="ADAL" clId="{D1EB25C5-E13D-41A2-8FB2-3B1664120573}" dt="2026-02-15T11:37:09.239" v="44" actId="26606"/>
          <ac:spMkLst>
            <pc:docMk/>
            <pc:sldMk cId="1796513798" sldId="268"/>
            <ac:spMk id="10" creationId="{022BDE4A-8A20-4A69-9C5A-581C82036A4D}"/>
          </ac:spMkLst>
        </pc:spChg>
        <pc:spChg chg="add">
          <ac:chgData name="Lucy Metcalfe" userId="3f57b64c-a3e0-43bb-b464-d2c22f71326d" providerId="ADAL" clId="{D1EB25C5-E13D-41A2-8FB2-3B1664120573}" dt="2026-02-15T11:37:09.239" v="44" actId="26606"/>
          <ac:spMkLst>
            <pc:docMk/>
            <pc:sldMk cId="1796513798" sldId="268"/>
            <ac:spMk id="15" creationId="{C4879EFC-8E62-4E00-973C-C45EE9EC676D}"/>
          </ac:spMkLst>
        </pc:spChg>
        <pc:spChg chg="add">
          <ac:chgData name="Lucy Metcalfe" userId="3f57b64c-a3e0-43bb-b464-d2c22f71326d" providerId="ADAL" clId="{D1EB25C5-E13D-41A2-8FB2-3B1664120573}" dt="2026-02-15T11:37:09.239" v="44" actId="26606"/>
          <ac:spMkLst>
            <pc:docMk/>
            <pc:sldMk cId="1796513798" sldId="268"/>
            <ac:spMk id="17" creationId="{D6A9C53F-5F90-40A5-8C85-5412D39C8C68}"/>
          </ac:spMkLst>
        </pc:spChg>
        <pc:picChg chg="mod ord">
          <ac:chgData name="Lucy Metcalfe" userId="3f57b64c-a3e0-43bb-b464-d2c22f71326d" providerId="ADAL" clId="{D1EB25C5-E13D-41A2-8FB2-3B1664120573}" dt="2026-02-15T11:37:09.239" v="44" actId="26606"/>
          <ac:picMkLst>
            <pc:docMk/>
            <pc:sldMk cId="1796513798" sldId="268"/>
            <ac:picMk id="4" creationId="{70829476-920B-219F-56AA-2AB6A22F1A6B}"/>
          </ac:picMkLst>
        </pc:picChg>
        <pc:picChg chg="mod">
          <ac:chgData name="Lucy Metcalfe" userId="3f57b64c-a3e0-43bb-b464-d2c22f71326d" providerId="ADAL" clId="{D1EB25C5-E13D-41A2-8FB2-3B1664120573}" dt="2026-02-15T11:37:09.239" v="44" actId="26606"/>
          <ac:picMkLst>
            <pc:docMk/>
            <pc:sldMk cId="1796513798" sldId="268"/>
            <ac:picMk id="5" creationId="{36C0A9DF-B01E-6D1F-06C4-4A51A5A99BB6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1:48:20.543" v="108" actId="14100"/>
        <pc:sldMkLst>
          <pc:docMk/>
          <pc:sldMk cId="1197915844" sldId="269"/>
        </pc:sldMkLst>
        <pc:spChg chg="mod">
          <ac:chgData name="Lucy Metcalfe" userId="3f57b64c-a3e0-43bb-b464-d2c22f71326d" providerId="ADAL" clId="{D1EB25C5-E13D-41A2-8FB2-3B1664120573}" dt="2026-02-15T11:48:03.651" v="105" actId="1076"/>
          <ac:spMkLst>
            <pc:docMk/>
            <pc:sldMk cId="1197915844" sldId="269"/>
            <ac:spMk id="2" creationId="{D2D26E4B-58AC-1586-A2E2-68894E25FA42}"/>
          </ac:spMkLst>
        </pc:spChg>
        <pc:spChg chg="del">
          <ac:chgData name="Lucy Metcalfe" userId="3f57b64c-a3e0-43bb-b464-d2c22f71326d" providerId="ADAL" clId="{D1EB25C5-E13D-41A2-8FB2-3B1664120573}" dt="2026-02-15T11:38:06.715" v="46" actId="22"/>
          <ac:spMkLst>
            <pc:docMk/>
            <pc:sldMk cId="1197915844" sldId="269"/>
            <ac:spMk id="3" creationId="{1D33E87F-E17D-A29C-FACE-93B824911483}"/>
          </ac:spMkLst>
        </pc:spChg>
        <pc:spChg chg="add del">
          <ac:chgData name="Lucy Metcalfe" userId="3f57b64c-a3e0-43bb-b464-d2c22f71326d" providerId="ADAL" clId="{D1EB25C5-E13D-41A2-8FB2-3B1664120573}" dt="2026-02-15T11:39:01.330" v="50" actId="26606"/>
          <ac:spMkLst>
            <pc:docMk/>
            <pc:sldMk cId="1197915844" sldId="269"/>
            <ac:spMk id="9" creationId="{7469D611-8D62-5183-D6E7-F08069A23F5E}"/>
          </ac:spMkLst>
        </pc:spChg>
        <pc:spChg chg="add del">
          <ac:chgData name="Lucy Metcalfe" userId="3f57b64c-a3e0-43bb-b464-d2c22f71326d" providerId="ADAL" clId="{D1EB25C5-E13D-41A2-8FB2-3B1664120573}" dt="2026-02-15T11:39:01.330" v="50" actId="26606"/>
          <ac:spMkLst>
            <pc:docMk/>
            <pc:sldMk cId="1197915844" sldId="269"/>
            <ac:spMk id="12" creationId="{66E48AFA-8884-4F68-A44F-D2C1E8609C5A}"/>
          </ac:spMkLst>
        </pc:spChg>
        <pc:spChg chg="add del">
          <ac:chgData name="Lucy Metcalfe" userId="3f57b64c-a3e0-43bb-b464-d2c22f71326d" providerId="ADAL" clId="{D1EB25C5-E13D-41A2-8FB2-3B1664120573}" dt="2026-02-15T11:39:01.330" v="50" actId="26606"/>
          <ac:spMkLst>
            <pc:docMk/>
            <pc:sldMk cId="1197915844" sldId="269"/>
            <ac:spMk id="14" creationId="{969D19A6-08CB-498C-93EC-3FFB021FC68A}"/>
          </ac:spMkLst>
        </pc:spChg>
        <pc:spChg chg="add del">
          <ac:chgData name="Lucy Metcalfe" userId="3f57b64c-a3e0-43bb-b464-d2c22f71326d" providerId="ADAL" clId="{D1EB25C5-E13D-41A2-8FB2-3B1664120573}" dt="2026-02-15T11:42:53.892" v="63" actId="26606"/>
          <ac:spMkLst>
            <pc:docMk/>
            <pc:sldMk cId="1197915844" sldId="269"/>
            <ac:spMk id="19" creationId="{23D09407-53BC-485E-B4CE-BC5E4FC4B25B}"/>
          </ac:spMkLst>
        </pc:spChg>
        <pc:spChg chg="add del">
          <ac:chgData name="Lucy Metcalfe" userId="3f57b64c-a3e0-43bb-b464-d2c22f71326d" providerId="ADAL" clId="{D1EB25C5-E13D-41A2-8FB2-3B1664120573}" dt="2026-02-15T11:42:53.892" v="63" actId="26606"/>
          <ac:spMkLst>
            <pc:docMk/>
            <pc:sldMk cId="1197915844" sldId="269"/>
            <ac:spMk id="21" creationId="{921DB988-49FC-4608-B0A2-E2F3A4019041}"/>
          </ac:spMkLst>
        </pc:spChg>
        <pc:spChg chg="add del">
          <ac:chgData name="Lucy Metcalfe" userId="3f57b64c-a3e0-43bb-b464-d2c22f71326d" providerId="ADAL" clId="{D1EB25C5-E13D-41A2-8FB2-3B1664120573}" dt="2026-02-15T11:46:25.284" v="94" actId="26606"/>
          <ac:spMkLst>
            <pc:docMk/>
            <pc:sldMk cId="1197915844" sldId="269"/>
            <ac:spMk id="38" creationId="{23D09407-53BC-485E-B4CE-BC5E4FC4B25B}"/>
          </ac:spMkLst>
        </pc:spChg>
        <pc:spChg chg="add del">
          <ac:chgData name="Lucy Metcalfe" userId="3f57b64c-a3e0-43bb-b464-d2c22f71326d" providerId="ADAL" clId="{D1EB25C5-E13D-41A2-8FB2-3B1664120573}" dt="2026-02-15T11:46:25.284" v="94" actId="26606"/>
          <ac:spMkLst>
            <pc:docMk/>
            <pc:sldMk cId="1197915844" sldId="269"/>
            <ac:spMk id="40" creationId="{921DB988-49FC-4608-B0A2-E2F3A4019041}"/>
          </ac:spMkLst>
        </pc:spChg>
        <pc:spChg chg="add del">
          <ac:chgData name="Lucy Metcalfe" userId="3f57b64c-a3e0-43bb-b464-d2c22f71326d" providerId="ADAL" clId="{D1EB25C5-E13D-41A2-8FB2-3B1664120573}" dt="2026-02-15T11:46:28.028" v="95" actId="478"/>
          <ac:spMkLst>
            <pc:docMk/>
            <pc:sldMk cId="1197915844" sldId="269"/>
            <ac:spMk id="56" creationId="{348FD323-58BF-8DCC-57BD-0CCEEB363363}"/>
          </ac:spMkLst>
        </pc:spChg>
        <pc:spChg chg="add">
          <ac:chgData name="Lucy Metcalfe" userId="3f57b64c-a3e0-43bb-b464-d2c22f71326d" providerId="ADAL" clId="{D1EB25C5-E13D-41A2-8FB2-3B1664120573}" dt="2026-02-15T11:46:25.284" v="94" actId="26606"/>
          <ac:spMkLst>
            <pc:docMk/>
            <pc:sldMk cId="1197915844" sldId="269"/>
            <ac:spMk id="59" creationId="{5C8908E2-EE49-44D2-9428-A28D2312A8D5}"/>
          </ac:spMkLst>
        </pc:spChg>
        <pc:spChg chg="add">
          <ac:chgData name="Lucy Metcalfe" userId="3f57b64c-a3e0-43bb-b464-d2c22f71326d" providerId="ADAL" clId="{D1EB25C5-E13D-41A2-8FB2-3B1664120573}" dt="2026-02-15T11:46:25.284" v="94" actId="26606"/>
          <ac:spMkLst>
            <pc:docMk/>
            <pc:sldMk cId="1197915844" sldId="269"/>
            <ac:spMk id="65" creationId="{8B88B599-C539-4F18-A32A-40207EC6E21A}"/>
          </ac:spMkLst>
        </pc:spChg>
        <pc:spChg chg="add">
          <ac:chgData name="Lucy Metcalfe" userId="3f57b64c-a3e0-43bb-b464-d2c22f71326d" providerId="ADAL" clId="{D1EB25C5-E13D-41A2-8FB2-3B1664120573}" dt="2026-02-15T11:46:25.284" v="94" actId="26606"/>
          <ac:spMkLst>
            <pc:docMk/>
            <pc:sldMk cId="1197915844" sldId="269"/>
            <ac:spMk id="67" creationId="{ED888B23-07FA-482A-96DF-47E31AF1A603}"/>
          </ac:spMkLst>
        </pc:spChg>
        <pc:grpChg chg="add del">
          <ac:chgData name="Lucy Metcalfe" userId="3f57b64c-a3e0-43bb-b464-d2c22f71326d" providerId="ADAL" clId="{D1EB25C5-E13D-41A2-8FB2-3B1664120573}" dt="2026-02-15T11:42:53.892" v="63" actId="26606"/>
          <ac:grpSpMkLst>
            <pc:docMk/>
            <pc:sldMk cId="1197915844" sldId="269"/>
            <ac:grpSpMk id="23" creationId="{E9B930FD-8671-4C4C-ADCF-73AC1D0CD417}"/>
          </ac:grpSpMkLst>
        </pc:grpChg>
        <pc:grpChg chg="add del">
          <ac:chgData name="Lucy Metcalfe" userId="3f57b64c-a3e0-43bb-b464-d2c22f71326d" providerId="ADAL" clId="{D1EB25C5-E13D-41A2-8FB2-3B1664120573}" dt="2026-02-15T11:42:53.892" v="63" actId="26606"/>
          <ac:grpSpMkLst>
            <pc:docMk/>
            <pc:sldMk cId="1197915844" sldId="269"/>
            <ac:grpSpMk id="29" creationId="{383C2651-AE0C-4AE4-8725-E2F9414FE219}"/>
          </ac:grpSpMkLst>
        </pc:grpChg>
        <pc:grpChg chg="add del">
          <ac:chgData name="Lucy Metcalfe" userId="3f57b64c-a3e0-43bb-b464-d2c22f71326d" providerId="ADAL" clId="{D1EB25C5-E13D-41A2-8FB2-3B1664120573}" dt="2026-02-15T11:46:25.284" v="94" actId="26606"/>
          <ac:grpSpMkLst>
            <pc:docMk/>
            <pc:sldMk cId="1197915844" sldId="269"/>
            <ac:grpSpMk id="42" creationId="{E9B930FD-8671-4C4C-ADCF-73AC1D0CD417}"/>
          </ac:grpSpMkLst>
        </pc:grpChg>
        <pc:grpChg chg="add">
          <ac:chgData name="Lucy Metcalfe" userId="3f57b64c-a3e0-43bb-b464-d2c22f71326d" providerId="ADAL" clId="{D1EB25C5-E13D-41A2-8FB2-3B1664120573}" dt="2026-02-15T11:42:53.892" v="63" actId="26606"/>
          <ac:grpSpMkLst>
            <pc:docMk/>
            <pc:sldMk cId="1197915844" sldId="269"/>
            <ac:grpSpMk id="48" creationId="{383C2651-AE0C-4AE4-8725-E2F9414FE219}"/>
          </ac:grpSpMkLst>
        </pc:grpChg>
        <pc:picChg chg="add del mod ord">
          <ac:chgData name="Lucy Metcalfe" userId="3f57b64c-a3e0-43bb-b464-d2c22f71326d" providerId="ADAL" clId="{D1EB25C5-E13D-41A2-8FB2-3B1664120573}" dt="2026-02-15T11:47:11.438" v="100" actId="478"/>
          <ac:picMkLst>
            <pc:docMk/>
            <pc:sldMk cId="1197915844" sldId="269"/>
            <ac:picMk id="5" creationId="{5E0C05EF-57DE-F620-7D03-99D1928CAAA4}"/>
          </ac:picMkLst>
        </pc:picChg>
        <pc:picChg chg="add mod">
          <ac:chgData name="Lucy Metcalfe" userId="3f57b64c-a3e0-43bb-b464-d2c22f71326d" providerId="ADAL" clId="{D1EB25C5-E13D-41A2-8FB2-3B1664120573}" dt="2026-02-15T11:47:35.565" v="104" actId="1076"/>
          <ac:picMkLst>
            <pc:docMk/>
            <pc:sldMk cId="1197915844" sldId="269"/>
            <ac:picMk id="7" creationId="{24AC06FB-AB06-FF0E-468E-3C442EC82680}"/>
          </ac:picMkLst>
        </pc:picChg>
        <pc:picChg chg="add mod">
          <ac:chgData name="Lucy Metcalfe" userId="3f57b64c-a3e0-43bb-b464-d2c22f71326d" providerId="ADAL" clId="{D1EB25C5-E13D-41A2-8FB2-3B1664120573}" dt="2026-02-15T11:48:20.543" v="108" actId="14100"/>
          <ac:picMkLst>
            <pc:docMk/>
            <pc:sldMk cId="1197915844" sldId="269"/>
            <ac:picMk id="8" creationId="{43AA629C-661A-8D70-F8B5-9E8B6DFDC010}"/>
          </ac:picMkLst>
        </pc:picChg>
        <pc:picChg chg="add mod">
          <ac:chgData name="Lucy Metcalfe" userId="3f57b64c-a3e0-43bb-b464-d2c22f71326d" providerId="ADAL" clId="{D1EB25C5-E13D-41A2-8FB2-3B1664120573}" dt="2026-02-15T11:47:26.911" v="102" actId="1076"/>
          <ac:picMkLst>
            <pc:docMk/>
            <pc:sldMk cId="1197915844" sldId="269"/>
            <ac:picMk id="11" creationId="{27E697AB-3D54-A901-579C-7388F581A791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1:49:23.726" v="141" actId="1076"/>
        <pc:sldMkLst>
          <pc:docMk/>
          <pc:sldMk cId="2998553639" sldId="270"/>
        </pc:sldMkLst>
        <pc:spChg chg="mod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2" creationId="{CB9D8B72-4362-919A-26B2-A196787AF90A}"/>
          </ac:spMkLst>
        </pc:spChg>
        <pc:spChg chg="del">
          <ac:chgData name="Lucy Metcalfe" userId="3f57b64c-a3e0-43bb-b464-d2c22f71326d" providerId="ADAL" clId="{D1EB25C5-E13D-41A2-8FB2-3B1664120573}" dt="2026-02-15T11:44:09.193" v="72" actId="22"/>
          <ac:spMkLst>
            <pc:docMk/>
            <pc:sldMk cId="2998553639" sldId="270"/>
            <ac:spMk id="3" creationId="{DDEDD0B8-40CC-8E46-9B03-C625B10C35DD}"/>
          </ac:spMkLst>
        </pc:spChg>
        <pc:spChg chg="add del">
          <ac:chgData name="Lucy Metcalfe" userId="3f57b64c-a3e0-43bb-b464-d2c22f71326d" providerId="ADAL" clId="{D1EB25C5-E13D-41A2-8FB2-3B1664120573}" dt="2026-02-15T11:49:09.816" v="137" actId="478"/>
          <ac:spMkLst>
            <pc:docMk/>
            <pc:sldMk cId="2998553639" sldId="270"/>
            <ac:spMk id="11" creationId="{C729F28D-8C4E-997D-460D-ABC55CBEA7A7}"/>
          </ac:spMkLst>
        </pc:spChg>
        <pc:spChg chg="add del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14" creationId="{04695F26-39DB-450E-B464-9C76CD233B36}"/>
          </ac:spMkLst>
        </pc:spChg>
        <pc:spChg chg="add del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16" creationId="{2F42E55F-A297-474F-AF2D-6D3A15822BCA}"/>
          </ac:spMkLst>
        </pc:spChg>
        <pc:spChg chg="add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27" creationId="{2DA60C47-9F76-46D7-9D57-E0C7BA42B81A}"/>
          </ac:spMkLst>
        </pc:spChg>
        <pc:spChg chg="add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29" creationId="{99413ED5-9ED4-4772-BCE4-2BCAE6B12E35}"/>
          </ac:spMkLst>
        </pc:spChg>
        <pc:spChg chg="add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31" creationId="{04357C93-F0CB-4A1C-8F77-4E9063789819}"/>
          </ac:spMkLst>
        </pc:spChg>
        <pc:spChg chg="add">
          <ac:chgData name="Lucy Metcalfe" userId="3f57b64c-a3e0-43bb-b464-d2c22f71326d" providerId="ADAL" clId="{D1EB25C5-E13D-41A2-8FB2-3B1664120573}" dt="2026-02-15T11:49:13.494" v="138" actId="26606"/>
          <ac:spMkLst>
            <pc:docMk/>
            <pc:sldMk cId="2998553639" sldId="270"/>
            <ac:spMk id="33" creationId="{6CF143E5-57C3-46A3-91A2-EDAA7A8E6A75}"/>
          </ac:spMkLst>
        </pc:spChg>
        <pc:grpChg chg="add del">
          <ac:chgData name="Lucy Metcalfe" userId="3f57b64c-a3e0-43bb-b464-d2c22f71326d" providerId="ADAL" clId="{D1EB25C5-E13D-41A2-8FB2-3B1664120573}" dt="2026-02-15T11:49:13.494" v="138" actId="26606"/>
          <ac:grpSpMkLst>
            <pc:docMk/>
            <pc:sldMk cId="2998553639" sldId="270"/>
            <ac:grpSpMk id="18" creationId="{972070F7-E065-4D60-8938-9FB8CDB8ACB0}"/>
          </ac:grpSpMkLst>
        </pc:grpChg>
        <pc:picChg chg="add mod ord">
          <ac:chgData name="Lucy Metcalfe" userId="3f57b64c-a3e0-43bb-b464-d2c22f71326d" providerId="ADAL" clId="{D1EB25C5-E13D-41A2-8FB2-3B1664120573}" dt="2026-02-15T11:49:23.726" v="141" actId="1076"/>
          <ac:picMkLst>
            <pc:docMk/>
            <pc:sldMk cId="2998553639" sldId="270"/>
            <ac:picMk id="5" creationId="{5061C87B-BA1B-2384-090B-DFF96E2BB15F}"/>
          </ac:picMkLst>
        </pc:picChg>
        <pc:picChg chg="add mod">
          <ac:chgData name="Lucy Metcalfe" userId="3f57b64c-a3e0-43bb-b464-d2c22f71326d" providerId="ADAL" clId="{D1EB25C5-E13D-41A2-8FB2-3B1664120573}" dt="2026-02-15T11:49:21.951" v="140" actId="1076"/>
          <ac:picMkLst>
            <pc:docMk/>
            <pc:sldMk cId="2998553639" sldId="270"/>
            <ac:picMk id="7" creationId="{8BEE1C59-F1A6-ED03-E6CE-5F09DC137138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1:49:51.579" v="160" actId="26606"/>
        <pc:sldMkLst>
          <pc:docMk/>
          <pc:sldMk cId="3815204503" sldId="271"/>
        </pc:sldMkLst>
        <pc:spChg chg="mod">
          <ac:chgData name="Lucy Metcalfe" userId="3f57b64c-a3e0-43bb-b464-d2c22f71326d" providerId="ADAL" clId="{D1EB25C5-E13D-41A2-8FB2-3B1664120573}" dt="2026-02-15T11:49:51.579" v="160" actId="26606"/>
          <ac:spMkLst>
            <pc:docMk/>
            <pc:sldMk cId="3815204503" sldId="271"/>
            <ac:spMk id="2" creationId="{B51182A1-F50D-A11A-64A1-724A9D4FDDA5}"/>
          </ac:spMkLst>
        </pc:spChg>
        <pc:spChg chg="del">
          <ac:chgData name="Lucy Metcalfe" userId="3f57b64c-a3e0-43bb-b464-d2c22f71326d" providerId="ADAL" clId="{D1EB25C5-E13D-41A2-8FB2-3B1664120573}" dt="2026-02-15T11:44:40.760" v="77" actId="22"/>
          <ac:spMkLst>
            <pc:docMk/>
            <pc:sldMk cId="3815204503" sldId="271"/>
            <ac:spMk id="3" creationId="{4171D26E-20BC-7DAB-D474-729FDBBD99B4}"/>
          </ac:spMkLst>
        </pc:spChg>
        <pc:spChg chg="add del">
          <ac:chgData name="Lucy Metcalfe" userId="3f57b64c-a3e0-43bb-b464-d2c22f71326d" providerId="ADAL" clId="{D1EB25C5-E13D-41A2-8FB2-3B1664120573}" dt="2026-02-15T11:49:51.553" v="159" actId="26606"/>
          <ac:spMkLst>
            <pc:docMk/>
            <pc:sldMk cId="3815204503" sldId="271"/>
            <ac:spMk id="12" creationId="{2DA60C47-9F76-46D7-9D57-E0C7BA42B81A}"/>
          </ac:spMkLst>
        </pc:spChg>
        <pc:spChg chg="add del">
          <ac:chgData name="Lucy Metcalfe" userId="3f57b64c-a3e0-43bb-b464-d2c22f71326d" providerId="ADAL" clId="{D1EB25C5-E13D-41A2-8FB2-3B1664120573}" dt="2026-02-15T11:49:51.553" v="159" actId="26606"/>
          <ac:spMkLst>
            <pc:docMk/>
            <pc:sldMk cId="3815204503" sldId="271"/>
            <ac:spMk id="14" creationId="{99413ED5-9ED4-4772-BCE4-2BCAE6B12E35}"/>
          </ac:spMkLst>
        </pc:spChg>
        <pc:spChg chg="add del">
          <ac:chgData name="Lucy Metcalfe" userId="3f57b64c-a3e0-43bb-b464-d2c22f71326d" providerId="ADAL" clId="{D1EB25C5-E13D-41A2-8FB2-3B1664120573}" dt="2026-02-15T11:49:51.553" v="159" actId="26606"/>
          <ac:spMkLst>
            <pc:docMk/>
            <pc:sldMk cId="3815204503" sldId="271"/>
            <ac:spMk id="16" creationId="{04357C93-F0CB-4A1C-8F77-4E9063789819}"/>
          </ac:spMkLst>
        </pc:spChg>
        <pc:spChg chg="add del">
          <ac:chgData name="Lucy Metcalfe" userId="3f57b64c-a3e0-43bb-b464-d2c22f71326d" providerId="ADAL" clId="{D1EB25C5-E13D-41A2-8FB2-3B1664120573}" dt="2026-02-15T11:49:51.553" v="159" actId="26606"/>
          <ac:spMkLst>
            <pc:docMk/>
            <pc:sldMk cId="3815204503" sldId="271"/>
            <ac:spMk id="18" creationId="{6CF143E5-57C3-46A3-91A2-EDAA7A8E6A75}"/>
          </ac:spMkLst>
        </pc:spChg>
        <pc:spChg chg="add">
          <ac:chgData name="Lucy Metcalfe" userId="3f57b64c-a3e0-43bb-b464-d2c22f71326d" providerId="ADAL" clId="{D1EB25C5-E13D-41A2-8FB2-3B1664120573}" dt="2026-02-15T11:49:51.579" v="160" actId="26606"/>
          <ac:spMkLst>
            <pc:docMk/>
            <pc:sldMk cId="3815204503" sldId="271"/>
            <ac:spMk id="20" creationId="{C4879EFC-8E62-4E00-973C-C45EE9EC676D}"/>
          </ac:spMkLst>
        </pc:spChg>
        <pc:spChg chg="add">
          <ac:chgData name="Lucy Metcalfe" userId="3f57b64c-a3e0-43bb-b464-d2c22f71326d" providerId="ADAL" clId="{D1EB25C5-E13D-41A2-8FB2-3B1664120573}" dt="2026-02-15T11:49:51.579" v="160" actId="26606"/>
          <ac:spMkLst>
            <pc:docMk/>
            <pc:sldMk cId="3815204503" sldId="271"/>
            <ac:spMk id="21" creationId="{D6A9C53F-5F90-40A5-8C85-5412D39C8C68}"/>
          </ac:spMkLst>
        </pc:spChg>
        <pc:picChg chg="add mod ord">
          <ac:chgData name="Lucy Metcalfe" userId="3f57b64c-a3e0-43bb-b464-d2c22f71326d" providerId="ADAL" clId="{D1EB25C5-E13D-41A2-8FB2-3B1664120573}" dt="2026-02-15T11:49:51.579" v="160" actId="26606"/>
          <ac:picMkLst>
            <pc:docMk/>
            <pc:sldMk cId="3815204503" sldId="271"/>
            <ac:picMk id="5" creationId="{F2CE6B6E-EE01-6BF9-0D2E-4013DBF11A7C}"/>
          </ac:picMkLst>
        </pc:picChg>
        <pc:picChg chg="add mod">
          <ac:chgData name="Lucy Metcalfe" userId="3f57b64c-a3e0-43bb-b464-d2c22f71326d" providerId="ADAL" clId="{D1EB25C5-E13D-41A2-8FB2-3B1664120573}" dt="2026-02-15T11:49:51.579" v="160" actId="26606"/>
          <ac:picMkLst>
            <pc:docMk/>
            <pc:sldMk cId="3815204503" sldId="271"/>
            <ac:picMk id="7" creationId="{ACAD5BA3-D542-E1F2-6FFD-0846E3C5DD30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1:50:56.739" v="224" actId="26606"/>
        <pc:sldMkLst>
          <pc:docMk/>
          <pc:sldMk cId="2485979391" sldId="272"/>
        </pc:sldMkLst>
        <pc:spChg chg="mod">
          <ac:chgData name="Lucy Metcalfe" userId="3f57b64c-a3e0-43bb-b464-d2c22f71326d" providerId="ADAL" clId="{D1EB25C5-E13D-41A2-8FB2-3B1664120573}" dt="2026-02-15T11:50:56.739" v="224" actId="26606"/>
          <ac:spMkLst>
            <pc:docMk/>
            <pc:sldMk cId="2485979391" sldId="272"/>
            <ac:spMk id="2" creationId="{B7BAB38F-C36F-C76D-C4BB-366D506A42B3}"/>
          </ac:spMkLst>
        </pc:spChg>
        <pc:spChg chg="del">
          <ac:chgData name="Lucy Metcalfe" userId="3f57b64c-a3e0-43bb-b464-d2c22f71326d" providerId="ADAL" clId="{D1EB25C5-E13D-41A2-8FB2-3B1664120573}" dt="2026-02-15T11:50:56.739" v="224" actId="26606"/>
          <ac:spMkLst>
            <pc:docMk/>
            <pc:sldMk cId="2485979391" sldId="272"/>
            <ac:spMk id="3" creationId="{B3CBEB9B-5BCD-C5FF-6592-B66978AA4ECA}"/>
          </ac:spMkLst>
        </pc:spChg>
        <pc:spChg chg="add">
          <ac:chgData name="Lucy Metcalfe" userId="3f57b64c-a3e0-43bb-b464-d2c22f71326d" providerId="ADAL" clId="{D1EB25C5-E13D-41A2-8FB2-3B1664120573}" dt="2026-02-15T11:50:56.739" v="224" actId="26606"/>
          <ac:spMkLst>
            <pc:docMk/>
            <pc:sldMk cId="2485979391" sldId="272"/>
            <ac:spMk id="12" creationId="{74751229-0244-4FBB-BED1-407467F4C951}"/>
          </ac:spMkLst>
        </pc:spChg>
        <pc:picChg chg="add">
          <ac:chgData name="Lucy Metcalfe" userId="3f57b64c-a3e0-43bb-b464-d2c22f71326d" providerId="ADAL" clId="{D1EB25C5-E13D-41A2-8FB2-3B1664120573}" dt="2026-02-15T11:50:56.739" v="224" actId="26606"/>
          <ac:picMkLst>
            <pc:docMk/>
            <pc:sldMk cId="2485979391" sldId="272"/>
            <ac:picMk id="7" creationId="{920C1AE0-0935-3D80-6C71-5BED3F7EBC52}"/>
          </ac:picMkLst>
        </pc:picChg>
        <pc:picChg chg="add">
          <ac:chgData name="Lucy Metcalfe" userId="3f57b64c-a3e0-43bb-b464-d2c22f71326d" providerId="ADAL" clId="{D1EB25C5-E13D-41A2-8FB2-3B1664120573}" dt="2026-02-15T11:50:56.739" v="224" actId="26606"/>
          <ac:picMkLst>
            <pc:docMk/>
            <pc:sldMk cId="2485979391" sldId="272"/>
            <ac:picMk id="9" creationId="{5D2A5DAF-4B9C-4F71-A969-6D4F1F8607CC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1:50:25.414" v="175" actId="478"/>
        <pc:sldMkLst>
          <pc:docMk/>
          <pc:sldMk cId="1219529904" sldId="273"/>
        </pc:sldMkLst>
        <pc:spChg chg="mod ord">
          <ac:chgData name="Lucy Metcalfe" userId="3f57b64c-a3e0-43bb-b464-d2c22f71326d" providerId="ADAL" clId="{D1EB25C5-E13D-41A2-8FB2-3B1664120573}" dt="2026-02-15T11:50:04.566" v="172" actId="26606"/>
          <ac:spMkLst>
            <pc:docMk/>
            <pc:sldMk cId="1219529904" sldId="273"/>
            <ac:spMk id="2" creationId="{A201728A-DBBF-635E-87ED-EDCE5EF93D72}"/>
          </ac:spMkLst>
        </pc:spChg>
        <pc:spChg chg="del">
          <ac:chgData name="Lucy Metcalfe" userId="3f57b64c-a3e0-43bb-b464-d2c22f71326d" providerId="ADAL" clId="{D1EB25C5-E13D-41A2-8FB2-3B1664120573}" dt="2026-02-15T11:45:17.599" v="85" actId="22"/>
          <ac:spMkLst>
            <pc:docMk/>
            <pc:sldMk cId="1219529904" sldId="273"/>
            <ac:spMk id="3" creationId="{F204C157-3F88-0699-479F-E6CC76419A37}"/>
          </ac:spMkLst>
        </pc:spChg>
        <pc:spChg chg="add del">
          <ac:chgData name="Lucy Metcalfe" userId="3f57b64c-a3e0-43bb-b464-d2c22f71326d" providerId="ADAL" clId="{D1EB25C5-E13D-41A2-8FB2-3B1664120573}" dt="2026-02-15T11:50:25.414" v="175" actId="478"/>
          <ac:spMkLst>
            <pc:docMk/>
            <pc:sldMk cId="1219529904" sldId="273"/>
            <ac:spMk id="11" creationId="{8B4E786E-A149-F628-B00A-26919ECABBC1}"/>
          </ac:spMkLst>
        </pc:spChg>
        <pc:spChg chg="add">
          <ac:chgData name="Lucy Metcalfe" userId="3f57b64c-a3e0-43bb-b464-d2c22f71326d" providerId="ADAL" clId="{D1EB25C5-E13D-41A2-8FB2-3B1664120573}" dt="2026-02-15T11:50:04.566" v="172" actId="26606"/>
          <ac:spMkLst>
            <pc:docMk/>
            <pc:sldMk cId="1219529904" sldId="273"/>
            <ac:spMk id="14" creationId="{9D25F302-27C5-414F-97F8-6EA0A6C028BA}"/>
          </ac:spMkLst>
        </pc:spChg>
        <pc:spChg chg="add">
          <ac:chgData name="Lucy Metcalfe" userId="3f57b64c-a3e0-43bb-b464-d2c22f71326d" providerId="ADAL" clId="{D1EB25C5-E13D-41A2-8FB2-3B1664120573}" dt="2026-02-15T11:50:04.566" v="172" actId="26606"/>
          <ac:spMkLst>
            <pc:docMk/>
            <pc:sldMk cId="1219529904" sldId="273"/>
            <ac:spMk id="16" creationId="{830A36F8-48C2-4842-A87B-8CE8DF4E7FD2}"/>
          </ac:spMkLst>
        </pc:spChg>
        <pc:spChg chg="add">
          <ac:chgData name="Lucy Metcalfe" userId="3f57b64c-a3e0-43bb-b464-d2c22f71326d" providerId="ADAL" clId="{D1EB25C5-E13D-41A2-8FB2-3B1664120573}" dt="2026-02-15T11:50:04.566" v="172" actId="26606"/>
          <ac:spMkLst>
            <pc:docMk/>
            <pc:sldMk cId="1219529904" sldId="273"/>
            <ac:spMk id="18" creationId="{086A5A31-B10A-4793-84D4-D785959AE5B8}"/>
          </ac:spMkLst>
        </pc:spChg>
        <pc:picChg chg="add mod ord">
          <ac:chgData name="Lucy Metcalfe" userId="3f57b64c-a3e0-43bb-b464-d2c22f71326d" providerId="ADAL" clId="{D1EB25C5-E13D-41A2-8FB2-3B1664120573}" dt="2026-02-15T11:50:12.997" v="174" actId="1076"/>
          <ac:picMkLst>
            <pc:docMk/>
            <pc:sldMk cId="1219529904" sldId="273"/>
            <ac:picMk id="5" creationId="{CA2F5D29-115C-E168-CCC5-F5C5EEB80F11}"/>
          </ac:picMkLst>
        </pc:picChg>
        <pc:picChg chg="add mod">
          <ac:chgData name="Lucy Metcalfe" userId="3f57b64c-a3e0-43bb-b464-d2c22f71326d" providerId="ADAL" clId="{D1EB25C5-E13D-41A2-8FB2-3B1664120573}" dt="2026-02-15T11:50:11.401" v="173" actId="1076"/>
          <ac:picMkLst>
            <pc:docMk/>
            <pc:sldMk cId="1219529904" sldId="273"/>
            <ac:picMk id="7" creationId="{A83FAE77-D39B-8001-EDEC-DB63B4D2A22E}"/>
          </ac:picMkLst>
        </pc:picChg>
      </pc:sldChg>
      <pc:sldChg chg="addSp delSp modSp new mod">
        <pc:chgData name="Lucy Metcalfe" userId="3f57b64c-a3e0-43bb-b464-d2c22f71326d" providerId="ADAL" clId="{D1EB25C5-E13D-41A2-8FB2-3B1664120573}" dt="2026-02-15T11:50:45.110" v="210" actId="20577"/>
        <pc:sldMkLst>
          <pc:docMk/>
          <pc:sldMk cId="1290162758" sldId="274"/>
        </pc:sldMkLst>
        <pc:spChg chg="mod">
          <ac:chgData name="Lucy Metcalfe" userId="3f57b64c-a3e0-43bb-b464-d2c22f71326d" providerId="ADAL" clId="{D1EB25C5-E13D-41A2-8FB2-3B1664120573}" dt="2026-02-15T11:50:45.110" v="210" actId="20577"/>
          <ac:spMkLst>
            <pc:docMk/>
            <pc:sldMk cId="1290162758" sldId="274"/>
            <ac:spMk id="2" creationId="{BB530915-F9DB-B9A1-FECB-BD587CC49DC8}"/>
          </ac:spMkLst>
        </pc:spChg>
        <pc:spChg chg="del">
          <ac:chgData name="Lucy Metcalfe" userId="3f57b64c-a3e0-43bb-b464-d2c22f71326d" providerId="ADAL" clId="{D1EB25C5-E13D-41A2-8FB2-3B1664120573}" dt="2026-02-15T11:45:42.804" v="91" actId="22"/>
          <ac:spMkLst>
            <pc:docMk/>
            <pc:sldMk cId="1290162758" sldId="274"/>
            <ac:spMk id="3" creationId="{B988014F-69A8-C850-86CE-3CFB46B42460}"/>
          </ac:spMkLst>
        </pc:spChg>
        <pc:picChg chg="add mod ord">
          <ac:chgData name="Lucy Metcalfe" userId="3f57b64c-a3e0-43bb-b464-d2c22f71326d" providerId="ADAL" clId="{D1EB25C5-E13D-41A2-8FB2-3B1664120573}" dt="2026-02-15T11:45:43.327" v="93" actId="962"/>
          <ac:picMkLst>
            <pc:docMk/>
            <pc:sldMk cId="1290162758" sldId="274"/>
            <ac:picMk id="5" creationId="{A5649DA3-0DE2-481A-A7D8-0B3EFD55ECBB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15T12:17:39.095" v="247" actId="26606"/>
        <pc:sldMkLst>
          <pc:docMk/>
          <pc:sldMk cId="1756477289" sldId="275"/>
        </pc:sldMkLst>
        <pc:spChg chg="mod">
          <ac:chgData name="Lucy Metcalfe" userId="3f57b64c-a3e0-43bb-b464-d2c22f71326d" providerId="ADAL" clId="{D1EB25C5-E13D-41A2-8FB2-3B1664120573}" dt="2026-02-15T12:17:39.095" v="247" actId="26606"/>
          <ac:spMkLst>
            <pc:docMk/>
            <pc:sldMk cId="1756477289" sldId="275"/>
            <ac:spMk id="2" creationId="{90DF2847-BA43-2506-F1DA-0131FD3AC913}"/>
          </ac:spMkLst>
        </pc:spChg>
        <pc:spChg chg="del">
          <ac:chgData name="Lucy Metcalfe" userId="3f57b64c-a3e0-43bb-b464-d2c22f71326d" providerId="ADAL" clId="{D1EB25C5-E13D-41A2-8FB2-3B1664120573}" dt="2026-02-15T12:17:31.502" v="230" actId="22"/>
          <ac:spMkLst>
            <pc:docMk/>
            <pc:sldMk cId="1756477289" sldId="275"/>
            <ac:spMk id="3" creationId="{29BC1A51-9AEC-5267-7834-ED5BA1DC9BC4}"/>
          </ac:spMkLst>
        </pc:spChg>
        <pc:spChg chg="add">
          <ac:chgData name="Lucy Metcalfe" userId="3f57b64c-a3e0-43bb-b464-d2c22f71326d" providerId="ADAL" clId="{D1EB25C5-E13D-41A2-8FB2-3B1664120573}" dt="2026-02-15T12:17:39.095" v="247" actId="26606"/>
          <ac:spMkLst>
            <pc:docMk/>
            <pc:sldMk cId="1756477289" sldId="275"/>
            <ac:spMk id="10" creationId="{F0DCC097-1DB8-4B6D-85D0-6FBA0E1CA4BA}"/>
          </ac:spMkLst>
        </pc:spChg>
        <pc:spChg chg="add">
          <ac:chgData name="Lucy Metcalfe" userId="3f57b64c-a3e0-43bb-b464-d2c22f71326d" providerId="ADAL" clId="{D1EB25C5-E13D-41A2-8FB2-3B1664120573}" dt="2026-02-15T12:17:39.095" v="247" actId="26606"/>
          <ac:spMkLst>
            <pc:docMk/>
            <pc:sldMk cId="1756477289" sldId="275"/>
            <ac:spMk id="12" creationId="{E0B58608-23C8-4441-994D-C6823EEE1DB7}"/>
          </ac:spMkLst>
        </pc:spChg>
        <pc:picChg chg="add mod ord">
          <ac:chgData name="Lucy Metcalfe" userId="3f57b64c-a3e0-43bb-b464-d2c22f71326d" providerId="ADAL" clId="{D1EB25C5-E13D-41A2-8FB2-3B1664120573}" dt="2026-02-15T12:17:39.095" v="247" actId="26606"/>
          <ac:picMkLst>
            <pc:docMk/>
            <pc:sldMk cId="1756477289" sldId="275"/>
            <ac:picMk id="5" creationId="{3A927CF0-6CA6-5471-6D0C-015D03F08E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n-US"/>
              <a:t>Practical 2 </a:t>
            </a:r>
            <a:br>
              <a:rPr lang="en-US" dirty="0"/>
            </a:br>
            <a:r>
              <a:rPr lang="en-US"/>
              <a:t>PT5053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/>
              <a:t>Lucy Metcalfe</a:t>
            </a:r>
          </a:p>
          <a:p>
            <a:pPr algn="l"/>
            <a:r>
              <a:rPr lang="en-US"/>
              <a:t>Senior Lecturer Physiotherapy</a:t>
            </a:r>
          </a:p>
          <a:p>
            <a:pPr algn="l"/>
            <a:r>
              <a:rPr lang="en-US"/>
              <a:t>l.metcalfe1@londonmet.ac.uk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9BB6A-4334-2AE5-1F47-B36CEFB1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941205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Question 7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D31044-B012-43E1-C6F7-2C83A93CE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34" y="1937218"/>
            <a:ext cx="6198545" cy="1084745"/>
          </a:xfrm>
          <a:prstGeom prst="rect">
            <a:avLst/>
          </a:prstGeom>
        </p:spPr>
      </p:pic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2B3B4B3-743A-52F1-3A62-B9B1C8F6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679" y="1664642"/>
            <a:ext cx="5832589" cy="176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8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4B7B-A2EF-CE93-D441-678CD4EC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i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Was a power calculation undertaken?</a:t>
            </a:r>
            <a:endParaRPr lang="en-US" sz="4000" kern="120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8161CC06-2CAC-AEE2-F492-41D60254E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39" y="2677768"/>
            <a:ext cx="10478721" cy="210134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31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B225A2-607A-8F0C-CEF8-41EE0C86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What outcomes were measured, and were they clearly specified?</a:t>
            </a:r>
            <a:br>
              <a:rPr lang="en-US" sz="4200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</a:b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yellow text on a yellow background&#10;&#10;AI-generated content may be incorrect.">
            <a:extLst>
              <a:ext uri="{FF2B5EF4-FFF2-40B4-BE49-F238E27FC236}">
                <a16:creationId xmlns:a16="http://schemas.microsoft.com/office/drawing/2014/main" id="{8CDE0502-F4D8-CC2D-D076-63B2D76B8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97" y="677498"/>
            <a:ext cx="5608830" cy="550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8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574D71B-7917-4BD7-887C-1D652DB0D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9F5AF-B834-E982-48C0-64896202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841" y="679730"/>
            <a:ext cx="3951414" cy="37870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9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How were the results expressed? </a:t>
            </a:r>
            <a:br>
              <a:rPr lang="en-US" sz="29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</a:br>
            <a:r>
              <a:rPr lang="en-US" sz="29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For binary outcomes, were relative and absolute effects reported?</a:t>
            </a:r>
            <a:br>
              <a:rPr lang="en-US" sz="29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</a:br>
            <a:r>
              <a:rPr lang="en-US" sz="29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Were the results reported for each outcome in each study group at each follow-up interval?</a:t>
            </a:r>
            <a:endParaRPr lang="en-US" sz="2900" kern="1200" dirty="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605660" y="145634"/>
            <a:ext cx="1715478" cy="69267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269325"/>
            <a:ext cx="6116779" cy="61719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table&#10;&#10;AI-generated content may be incorrect.">
            <a:extLst>
              <a:ext uri="{FF2B5EF4-FFF2-40B4-BE49-F238E27FC236}">
                <a16:creationId xmlns:a16="http://schemas.microsoft.com/office/drawing/2014/main" id="{D6CA6257-00EC-F53C-0F16-FE5D3B006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50" r="5772" b="-2"/>
          <a:stretch>
            <a:fillRect/>
          </a:stretch>
        </p:blipFill>
        <p:spPr>
          <a:xfrm>
            <a:off x="942597" y="702296"/>
            <a:ext cx="5608830" cy="530599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CF143E5-57C3-46A3-91A2-EDAA7A8E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0788" y="2754068"/>
            <a:ext cx="149016" cy="1709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7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782BB-35E9-E0CD-31F9-3DED95D6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i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Was there any missing or incomplete data?</a:t>
            </a:r>
            <a:endParaRPr lang="en-US" sz="5600" kern="120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yellow and black text&#10;&#10;AI-generated content may be incorrect.">
            <a:extLst>
              <a:ext uri="{FF2B5EF4-FFF2-40B4-BE49-F238E27FC236}">
                <a16:creationId xmlns:a16="http://schemas.microsoft.com/office/drawing/2014/main" id="{3804B276-4E11-816B-36B0-59D4CB76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97" y="2063693"/>
            <a:ext cx="5608830" cy="273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45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59A85-1E7B-DEB9-1752-80CD6A7B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r>
              <a:rPr lang="en-US" sz="3800" i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Was there differential drop-out between the study groups that could affect the results?</a:t>
            </a:r>
            <a:endParaRPr lang="en-US" sz="3800" kern="1200" dirty="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7C94AFD-0E9A-D8A0-15C4-41815E9D3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383" y="5227455"/>
            <a:ext cx="3876085" cy="85746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there was a large drop out in one group – could show that one interventon was not tolerable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flowchart of a patient&#10;&#10;AI-generated content may be incorrect.">
            <a:extLst>
              <a:ext uri="{FF2B5EF4-FFF2-40B4-BE49-F238E27FC236}">
                <a16:creationId xmlns:a16="http://schemas.microsoft.com/office/drawing/2014/main" id="{70D830BC-05A5-6161-448A-1D94BF545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97" y="1262589"/>
            <a:ext cx="5608830" cy="43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E2308-A2FC-BF2B-E237-40495466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i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Were potential sources of bias identified?</a:t>
            </a:r>
            <a:endParaRPr lang="en-US" sz="8000" kern="120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C7E2B-59F2-E0DA-8FAA-F5E715219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688" y="1553518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specific identification of bias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6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8AFD3-C1A9-849A-D73D-21B10385B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i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Which statistical tests were used?</a:t>
            </a:r>
            <a:endParaRPr lang="en-US" sz="3600" kern="1200">
              <a:solidFill>
                <a:schemeClr val="tx1"/>
              </a:solidFill>
              <a:highlight>
                <a:srgbClr val="FFFFFF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yellow text with black text&#10;&#10;AI-generated content may be incorrect.">
            <a:extLst>
              <a:ext uri="{FF2B5EF4-FFF2-40B4-BE49-F238E27FC236}">
                <a16:creationId xmlns:a16="http://schemas.microsoft.com/office/drawing/2014/main" id="{F9DEB604-6AE9-AAB5-B0A1-B0D9DCAEE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050" y="2354239"/>
            <a:ext cx="951590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9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700A5-2B9F-6105-85C7-026E9B5E4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Were P values reported</a:t>
            </a:r>
          </a:p>
        </p:txBody>
      </p:sp>
      <p:pic>
        <p:nvPicPr>
          <p:cNvPr id="4" name="Content Placeholder 3" descr="P Value, Statistical Significance and Clinical Significance">
            <a:extLst>
              <a:ext uri="{FF2B5EF4-FFF2-40B4-BE49-F238E27FC236}">
                <a16:creationId xmlns:a16="http://schemas.microsoft.com/office/drawing/2014/main" id="{76F38AF5-2734-6681-74A0-2A3904DC2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449" y="2354239"/>
            <a:ext cx="844510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5F54A-BD19-A7E8-2AFC-E1FB6BB4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Were P values reported</a:t>
            </a:r>
          </a:p>
          <a:p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559246-33B6-CC45-C1F5-57B143B70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97" y="1045247"/>
            <a:ext cx="5608830" cy="476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3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018A0-5DE6-4CC9-AB25-675616AF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24400" cy="6858000"/>
            <a:chOff x="7467600" y="0"/>
            <a:chExt cx="4724400" cy="6858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AD5C302-E4AF-4B3F-818D-17AEA68E7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D27820F-8F33-4F10-AFA0-72D2722D2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B88B599-C539-4F18-A32A-40207EC6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244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1" y="457199"/>
            <a:ext cx="117348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26E4B-58AC-1586-A2E2-68894E25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4672263"/>
            <a:ext cx="4953000" cy="12161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Question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AC06FB-AB06-FF0E-468E-3C442EC8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95" y="2929891"/>
            <a:ext cx="10496527" cy="839722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43AA629C-661A-8D70-F8B5-9E8B6DFDC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120" y="-143187"/>
            <a:ext cx="2200301" cy="7001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E697AB-3D54-A901-579C-7388F581A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51" y="871490"/>
            <a:ext cx="695422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1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DA60C47-9F76-46D7-9D57-E0C7BA4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D8B72-4362-919A-26B2-A196787A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596" y="679730"/>
            <a:ext cx="4475848" cy="37870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Question 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65538" y="385757"/>
            <a:ext cx="1715478" cy="64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413" y="269325"/>
            <a:ext cx="5591744" cy="61719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8BEE1C59-F1A6-ED03-E6CE-5F09DC137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85" y="4492630"/>
            <a:ext cx="5127395" cy="96138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61C87B-BA1B-2384-090B-DFF96E2BB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84" y="1732156"/>
            <a:ext cx="5127395" cy="5896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CF143E5-57C3-46A3-91A2-EDAA7A8E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0543" y="2754068"/>
            <a:ext cx="149016" cy="1709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53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B8BF8-E087-E179-CC56-60BCB2C3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/>
              <a:t>Do the benefits of the experimental intervention outweigh the harms and costs?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ext on a page&#10;&#10;AI-generated content may be incorrect.">
            <a:extLst>
              <a:ext uri="{FF2B5EF4-FFF2-40B4-BE49-F238E27FC236}">
                <a16:creationId xmlns:a16="http://schemas.microsoft.com/office/drawing/2014/main" id="{36C0A9DF-B01E-6D1F-06C4-4A51A5A9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36" r="3" b="6822"/>
          <a:stretch>
            <a:fillRect/>
          </a:stretch>
        </p:blipFill>
        <p:spPr>
          <a:xfrm>
            <a:off x="437837" y="2642616"/>
            <a:ext cx="5378821" cy="3605784"/>
          </a:xfrm>
          <a:prstGeom prst="rect">
            <a:avLst/>
          </a:prstGeom>
        </p:spPr>
      </p:pic>
      <p:pic>
        <p:nvPicPr>
          <p:cNvPr id="4" name="Content Placeholder 3" descr="A text on a page&#10;&#10;AI-generated content may be incorrect.">
            <a:extLst>
              <a:ext uri="{FF2B5EF4-FFF2-40B4-BE49-F238E27FC236}">
                <a16:creationId xmlns:a16="http://schemas.microsoft.com/office/drawing/2014/main" id="{70829476-920B-219F-56AA-2AB6A22F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52" r="2898"/>
          <a:stretch>
            <a:fillRect/>
          </a:stretch>
        </p:blipFill>
        <p:spPr>
          <a:xfrm>
            <a:off x="6372314" y="2642616"/>
            <a:ext cx="5378780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13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F2847-BA43-2506-F1DA-0131FD3A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Adverse Events</a:t>
            </a:r>
          </a:p>
        </p:txBody>
      </p:sp>
      <p:pic>
        <p:nvPicPr>
          <p:cNvPr id="5" name="Content Placeholder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3A927CF0-6CA6-5471-6D0C-015D03F08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151" y="2354239"/>
            <a:ext cx="10389698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77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182A1-F50D-A11A-64A1-724A9D4F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Question 11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2CE6B6E-EE01-6BF9-0D2E-4013DBF11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3666508"/>
            <a:ext cx="5614416" cy="1558000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CAD5BA3-D542-E1F2-6FFD-0846E3C5D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813886"/>
            <a:ext cx="5614416" cy="126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0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83FAE77-D39B-8001-EDEC-DB63B4D2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06" y="3335867"/>
            <a:ext cx="5298894" cy="794834"/>
          </a:xfrm>
          <a:prstGeom prst="rect">
            <a:avLst/>
          </a:prstGeom>
        </p:spPr>
      </p:pic>
      <p:pic>
        <p:nvPicPr>
          <p:cNvPr id="5" name="Content Placeholder 4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CA2F5D29-115C-E168-CCC5-F5C5EEB80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54" y="1188637"/>
            <a:ext cx="5298894" cy="755092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1728A-DBBF-635E-87ED-EDCE5EF93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33" y="1188637"/>
            <a:ext cx="4218138" cy="1597228"/>
          </a:xfrm>
        </p:spPr>
        <p:txBody>
          <a:bodyPr>
            <a:normAutofit/>
          </a:bodyPr>
          <a:lstStyle/>
          <a:p>
            <a:r>
              <a:rPr lang="en-GB" sz="5400" dirty="0"/>
              <a:t>Question 12</a:t>
            </a:r>
          </a:p>
        </p:txBody>
      </p:sp>
    </p:spTree>
    <p:extLst>
      <p:ext uri="{BB962C8B-B14F-4D97-AF65-F5344CB8AC3E}">
        <p14:creationId xmlns:p14="http://schemas.microsoft.com/office/powerpoint/2010/main" val="121952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0915-F9DB-B9A1-FECB-BD587CC4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the study methodological sound?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49DA3-0DE2-481A-A7D8-0B3EFD55E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546" y="2577107"/>
            <a:ext cx="883090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6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AB38F-C36F-C76D-C4BB-366D506A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920C1AE0-0935-3D80-6C71-5BED3F7EB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Help">
            <a:extLst>
              <a:ext uri="{FF2B5EF4-FFF2-40B4-BE49-F238E27FC236}">
                <a16:creationId xmlns:a16="http://schemas.microsoft.com/office/drawing/2014/main" id="{5D2A5DAF-4B9C-4F71-A969-6D4F1F860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79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171</Words>
  <Application>Microsoft Office PowerPoint</Application>
  <PresentationFormat>Widescreen</PresentationFormat>
  <Paragraphs>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Practical 2  PT5053 </vt:lpstr>
      <vt:lpstr>Question 7</vt:lpstr>
      <vt:lpstr>Was a power calculation undertaken?</vt:lpstr>
      <vt:lpstr>What outcomes were measured, and were they clearly specified? </vt:lpstr>
      <vt:lpstr>How were the results expressed?  For binary outcomes, were relative and absolute effects reported? Were the results reported for each outcome in each study group at each follow-up interval?</vt:lpstr>
      <vt:lpstr>Was there any missing or incomplete data?</vt:lpstr>
      <vt:lpstr> Was there differential drop-out between the study groups that could affect the results?</vt:lpstr>
      <vt:lpstr>Were potential sources of bias identified?</vt:lpstr>
      <vt:lpstr>Which statistical tests were used?</vt:lpstr>
      <vt:lpstr>Were P values reported</vt:lpstr>
      <vt:lpstr>Were P values reported </vt:lpstr>
      <vt:lpstr>Question 9</vt:lpstr>
      <vt:lpstr>Question 10</vt:lpstr>
      <vt:lpstr>Do the benefits of the experimental intervention outweigh the harms and costs? </vt:lpstr>
      <vt:lpstr>Adverse Events</vt:lpstr>
      <vt:lpstr>Question 11</vt:lpstr>
      <vt:lpstr>Question 12</vt:lpstr>
      <vt:lpstr>Is the study methodological sound? 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2  PT5053 </dc:title>
  <dc:creator/>
  <cp:lastModifiedBy>Lucy Metcalfe</cp:lastModifiedBy>
  <cp:revision>66</cp:revision>
  <dcterms:created xsi:type="dcterms:W3CDTF">2026-02-13T12:24:26Z</dcterms:created>
  <dcterms:modified xsi:type="dcterms:W3CDTF">2026-02-15T12:17:40Z</dcterms:modified>
</cp:coreProperties>
</file>