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4052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London Metropolitan University brand colour palette (black #231f20) and logo rules: https://www.londonmet.ac.uk/brand/guidelines/colour/
- London Metropolitan University logo rules: https://www.londonmet.ac.uk/brand/guidelines/logos/
- Logo image (PNG derived from SVG): https://upload.wikimedia.org/wikipedia/de/thumb/8/88/London_Metropolitan_University_logo.svg/1280px-London_Metropolitan_University_logo.svg.png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ERS/ATS interpretive strategies for routine lung function tests: https://publications.ersnet.org/content/erj/60/1/2101499
- Restrictive lung disease overview (NCBI Bookshelf): https://www.ncbi.nlm.nih.gov/books/NBK560880/
- NICE NG250 (pneumonia): https://www.nice.org.uk/guidance/ng250
- BTS bronchiectasis guideline (airway clearance): https://thorax.bmj.com/content/thoraxjnl/74/suppl_1/1.full.pdf
- ATS 6MWT guideline: https://www.thoracic.org/statements/resources/pfet/sixminute.pdf
- ATS/ERS pulmonary rehabilitation statement: https://www.thoracic.org/statements/resources/respiratory-disease-adults/atserspr0606.pdf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ATS/ERS pulmonary rehabilitation statement (exercise + education components): https://www.thoracic.org/statements/resources/respiratory-disease-adults/atserspr0606.pdf
- ATS 6MWT guideline (standardised assessment and monitoring): https://www.thoracic.org/statements/resources/pfet/sixminute.pdf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NICE NG250 (CURB-65 use and reassessment/escalation): https://www.nice.org.uk/guidance/ng250
- NICE NG250 visual summary (CAP adults presenting to hospital): https://www.nice.org.uk/guidance/ng250/resources/visual-summary-community-acquired-pneumonia-adults-presenting-to-hospital-pdf-15434376301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BTS bronchiectasis guideline (ACT teaching, dosing, adherence): https://thorax.bmj.com/content/thoraxjnl/74/suppl_1/1.full.pdf
- ERS statement on ACTs in bronchiectasis (2023): https://publications.ersnet.org/content/erj/62/1/2202053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ERS/ATS interpretive strategies for routine lung function tests: https://publications.ersnet.org/content/erj/60/1/2101499
- Restrictive lung disease overview (NCBI Bookshelf): https://www.ncbi.nlm.nih.gov/books/NBK560880/
- NICE NG250 (pneumonia): https://www.nice.org.uk/guidance/ng250
- BTS bronchiectasis guideline (airway clearance): https://thorax.bmj.com/content/thoraxjnl/74/suppl_1/1.full.pdf
- ATS 6MWT guideline: https://www.thoracic.org/statements/resources/pfet/sixminute.pdf
- ATS/ERS pulmonary rehabilitation statement: https://www.thoracic.org/statements/resources/respiratory-disease-adults/atserspr0606.pdf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NICE NG250: https://www.nice.org.uk/guidance/ng250
- BTS bronchiectasis guideline PDF: https://thorax.bmj.com/content/thoraxjnl/74/suppl_1/1.full.pdf
- ERS ACT statement: https://publications.ersnet.org/content/erj/62/1/2202053
- ATS/ERS PR statement PDF: https://www.thoracic.org/statements/resources/respiratory-disease-adults/atserspr0606.pdf
- ATS 6MWT statement PDF: https://www.thoracic.org/statements/resources/pfet/sixminute.pdf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NICE NG250: https://www.nice.org.uk/guidance/ng250
- BTS bronchiectasis guideline PDF: https://thorax.bmj.com/content/thoraxjnl/74/suppl_1/1.full.pdf
- ERS ACT statement: https://publications.ersnet.org/content/erj/62/1/2202053
- ATS/ERS PR statement PDF: https://www.thoracic.org/statements/resources/respiratory-disease-adults/atserspr0606.pdf
- ATS 6MWT statement PDF: https://www.thoracic.org/statements/resources/pfet/sixminute.pdf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0" y="0"/>
            <a:ext cx="164592" cy="6858000"/>
          </a:xfrm>
          <a:prstGeom prst="rect">
            <a:avLst/>
          </a:prstGeom>
          <a:solidFill>
            <a:srgbClr val="0AAA87"/>
          </a:solidFill>
          <a:ln w="12700">
            <a:solidFill>
              <a:srgbClr val="0AAA87"/>
            </a:solidFill>
            <a:prstDash val="solid"/>
          </a:ln>
        </p:spPr>
      </p:sp>
      <p:pic>
        <p:nvPicPr>
          <p:cNvPr id="5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35" y="502920"/>
            <a:ext cx="187133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1051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London Metropolitan University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09160" y="135331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PT5000 · Cardiorespiratory Practice 3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09160" y="1764792"/>
            <a:ext cx="7178040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2011680"/>
            <a:ext cx="7178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Studies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&amp; Treatment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709160" y="3590903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Tutorial: clinical reasoning + planning</a:t>
            </a:r>
          </a:p>
          <a:p>
            <a:pPr marL="0" indent="0">
              <a:buNone/>
            </a:pPr>
            <a:endParaRPr lang="en-US" sz="1600" dirty="0">
              <a:solidFill>
                <a:srgbClr val="002D6D"/>
              </a:solidFill>
              <a:latin typeface="Aptos" pitchFamily="34" charset="0"/>
            </a:endParaRPr>
          </a:p>
          <a:p>
            <a:pPr marL="0" indent="0">
              <a:buNone/>
            </a:pPr>
            <a:endParaRPr lang="en-US" sz="1600" dirty="0">
              <a:solidFill>
                <a:srgbClr val="002D6D"/>
              </a:solidFill>
              <a:latin typeface="Aptos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Kola </a:t>
            </a:r>
            <a:r>
              <a:rPr lang="en-US" sz="1600" b="1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Akinlabi,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BSc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(Hons), MSc Adv. 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cardiorespi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(UCL), 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Pgcet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NMP, MPhil, PhD</a:t>
            </a:r>
          </a:p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Clinical Lead Respiratory, 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Pulm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Rehab and Long COVID </a:t>
            </a:r>
          </a:p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CLCH NHS Trust 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86300" y="5052060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16:00–17:00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5212080"/>
            <a:ext cx="3063240" cy="1051560"/>
          </a:xfrm>
          <a:prstGeom prst="roundRect">
            <a:avLst/>
          </a:prstGeom>
          <a:solidFill>
            <a:srgbClr val="0AAA87"/>
          </a:solidFill>
          <a:ln w="12700">
            <a:solidFill>
              <a:srgbClr val="0AAA8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3218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BSc Year 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Pack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16:00–17:00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051560"/>
            <a:ext cx="11091672" cy="5120640"/>
          </a:xfrm>
          <a:prstGeom prst="rect">
            <a:avLst/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234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 the end of this session, you should be able to: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" y="173736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 structured reasoning approach to respiratory cases (problem list → hypotheses → plan).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key assessment findings and prioritise physiotherapy problems.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 safe, evidence-informed interventions and monitoring for different phenotypes.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 an MDT escalation plan and patient education messages.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will work through cases (method)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16:00–17:00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Step-by-step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Identify red flags + immediate risks (ABC, sepsis, rapid O2 escalation).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Build a problem list (symptoms, impairments, activity limitations).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Link problems to likely mechanisms (restriction vs infection vs mixed).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Choose assessment priorities (what will change your plan today?).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Set goals and plan interventions with monitoring + progression.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expected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one-paragraph assessment summary.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short-term plan (today/next 24h) and a rehab plan (next week).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measures you will use to judge response.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Education/safety-netting: what you will tell the patient.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1: Progressive ILD (restrictive phenotype)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16:00–17:00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62-year-old with diagnosed fibrotic ILD; increasing exertional dyspnoea over 6 months.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SpO2 94% at rest on room air; drops to 86% after 2 minutes walking.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Dry cough; fine bibasal crackles; CXR/HRCT consistent with fibrosis.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maintain independence and walking tolerance; anxious about breathlessness.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Tasks for your group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additional assessment is most useful today? (pick 3)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will you structure an exercise session safely?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education will you prioritise (pacing/oxygen/safety)?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will you measure progress over 4–6 weeks?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2: Community-acquired pneumonia (acute ward)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16:00–17:00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48-year-old admitted yesterday with CAP; CURB-65 = 2.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3 L/min O2 via nasal cannula; SpO2 93% at rest; RR 28, HR 112.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Productive cough; pleuritic pain limits deep breathing; CXR shows RLL consolidation.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Today: wants to get to bathroom independently but feels “wiped out”.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Tasks for your group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are the priorities for physio input in the next 24 hours?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will you dose mobilisation and monitor response?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ACT indicated? If yes, which technique and why?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would trigger escalation to medical review?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3: Bronchiectasis exacerbation (infective + secretion phenotype)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16:00–17:00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35-year-old with non-CF bronchiectasis; ↑ sputum volume and purulence for 5 days.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productive cough; reports difficulty clearing sputum; wheeze on exertion.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SpO2 96% at rest; coarse crackles and rhonchi; fatigued and less active than usual.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 previously used ACBT but adherence is inconsistent.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Tasks for your group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an ACT plan (technique + dose + progression) and justify it.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outcome measures will you use to judge ACT effectiveness?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will you address adherence and long-term self-management?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would you stop/modify ACTs (safety)?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answer structure (what “good” looks like)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16:00–17:00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summary (example)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“Primary problems: exertional desaturation + high symptom burden limiting mobility; secondary problem: ineffective secretion clearance.”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“Mechanism hypothesis: restrictive mechanics (↓volumes/↓compliance) or infective consolidation causing V/Q mismatch.”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“Risk: deterioration if oxygenation worsens or mobilisation intolerance increases.”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(example)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Short-term: mobilise little-and-often with SpO2 monitoring; teach pacing/breathing control; ACT if secretions retained.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Rehab: structured exercise programme (interval if needed); progress using outcome measures.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Education: self-management + red flags; coordinate with MDT for analgesia/oxygen/meds.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references (selected)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16:00–17:00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143000"/>
            <a:ext cx="10881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371600"/>
            <a:ext cx="1042416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NICE. Pneumonia: diagnosis and management. NG250 (updated 2025).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 AT, et al. BTS guideline for bronchiectasis in adults. Thorax. 2019;74(Suppl 1):1–69.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Herrero-Cortina B, et al. ERS statement on airway clearance techniques in adults with bronchiectasis. Eur Respir J. 2023;62:2202053.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ATS/ERS. Statement on pulmonary rehabilitation. 2006.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ATS. Guidelines for the six-minute walk test. 2002.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 JB, Luks AM. West's Respiratory Physiology: The Essentials. 11th ed. Wolters Kluwer; 2021.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Broaddus VC, et al. Murray &amp; Nadel's Textbook of Respiratory Medicine. 7th ed. Elsevier; 2022.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Pryor JA, Prasad SA. Cardiorespiratory Physiotherapy: Adults and Paediatrics. 5th ed. Elsevier; 2016.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Hillegass E. Essentials of Cardiopulmonary Physical Therapy. 5th ed. Elsevier; 2022.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resources &amp; practice tasks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16:00–17:00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143000"/>
            <a:ext cx="10881360" cy="507492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3258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self-study (60–90 min)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1737360"/>
            <a:ext cx="1042416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Write: a one-page case summary (pick 1 of the 3) including goals, intervention plan, and monitoring.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Practice: interpret a mock PFT (restriction vs obstruction) and suggest next investigations.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Reflect: what “red flag” did you find easiest to miss, and how will you protect against that in practice?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1952</Words>
  <Application>Microsoft Macintosh PowerPoint</Application>
  <PresentationFormat>Widescreen</PresentationFormat>
  <Paragraphs>121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CRP 3: Case Studies (Assessment &amp; Treatment)</dc:title>
  <dc:subject>PT5000 CRP3 Tutorial</dc:subject>
  <dc:creator>London Metropolitan University (generated)</dc:creator>
  <cp:lastModifiedBy>Kola akinlabi</cp:lastModifiedBy>
  <cp:revision>2</cp:revision>
  <dcterms:created xsi:type="dcterms:W3CDTF">2026-01-26T00:51:18Z</dcterms:created>
  <dcterms:modified xsi:type="dcterms:W3CDTF">2026-01-27T15:25:06Z</dcterms:modified>
</cp:coreProperties>
</file>