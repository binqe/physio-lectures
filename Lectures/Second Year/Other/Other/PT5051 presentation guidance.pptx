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7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5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045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939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881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22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90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85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5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39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385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391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263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863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647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198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078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358EF83-E084-47C9-BB3A-EB6708470B6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F90E75-7AAB-4763-9919-23ADF1130C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77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EE28-6837-729A-BE49-67E912FBE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PT5051 – assessment support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E007F-7413-2C3D-73C7-9AD942A9A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354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1E574-8BFF-8D6B-B457-F29C0BE9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two 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DEB9B-8190-A094-C0C2-75DBAF30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You are delivery a 10 minute presentation as a group to:</a:t>
            </a:r>
          </a:p>
          <a:p>
            <a:endParaRPr lang="en-GB" dirty="0"/>
          </a:p>
          <a:p>
            <a:r>
              <a:rPr lang="en-GB" dirty="0"/>
              <a:t>Review and evaluate two different health related podcasts chosen from the list below. </a:t>
            </a:r>
          </a:p>
          <a:p>
            <a:endParaRPr lang="en-GB" dirty="0"/>
          </a:p>
          <a:p>
            <a:r>
              <a:rPr lang="en-GB" dirty="0"/>
              <a:t>You should discuss the credibility of the information; the target audience; the accessibility; and the key take home health messages.</a:t>
            </a:r>
          </a:p>
        </p:txBody>
      </p:sp>
    </p:spTree>
    <p:extLst>
      <p:ext uri="{BB962C8B-B14F-4D97-AF65-F5344CB8AC3E}">
        <p14:creationId xmlns:p14="http://schemas.microsoft.com/office/powerpoint/2010/main" val="2683366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4E1B-F9CD-D4B4-845D-3DB3C227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the following sub-headings to structure your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FE311-C4D2-B839-C32B-2959601B4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summary of the podcast – aims, target audience and subject.</a:t>
            </a:r>
          </a:p>
          <a:p>
            <a:r>
              <a:rPr lang="en-GB" dirty="0"/>
              <a:t>The scientific evidence base.</a:t>
            </a:r>
          </a:p>
          <a:p>
            <a:r>
              <a:rPr lang="en-GB" dirty="0"/>
              <a:t>The accessibility</a:t>
            </a:r>
          </a:p>
          <a:p>
            <a:r>
              <a:rPr lang="en-GB" dirty="0"/>
              <a:t>The key take home messages</a:t>
            </a:r>
          </a:p>
          <a:p>
            <a:r>
              <a:rPr lang="en-GB" dirty="0"/>
              <a:t>Communication style and behaviour modification techniques</a:t>
            </a:r>
          </a:p>
          <a:p>
            <a:r>
              <a:rPr lang="en-GB" dirty="0"/>
              <a:t>Guidance to which podcast you would recommend and why.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5898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FF27E-4DF4-AB95-3C71-E0B1BC26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researching the podcasts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EBC6-2645-0611-7A4E-4AFC6B77D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Each of you should:</a:t>
            </a:r>
          </a:p>
          <a:p>
            <a:endParaRPr lang="en-GB" dirty="0"/>
          </a:p>
          <a:p>
            <a:r>
              <a:rPr lang="en-GB" dirty="0"/>
              <a:t>Review the landing page of the podcast. This will help you to:</a:t>
            </a:r>
          </a:p>
          <a:p>
            <a:pPr lvl="1"/>
            <a:r>
              <a:rPr lang="en-GB" dirty="0"/>
              <a:t>Understand the target audience</a:t>
            </a:r>
          </a:p>
          <a:p>
            <a:pPr lvl="1"/>
            <a:r>
              <a:rPr lang="en-GB" dirty="0"/>
              <a:t>Think about the speakers who they use – do they have the appropriate credentials ?</a:t>
            </a:r>
          </a:p>
          <a:p>
            <a:pPr lvl="1"/>
            <a:r>
              <a:rPr lang="en-GB" dirty="0"/>
              <a:t>Look for any credible information – based on scientific evidence</a:t>
            </a:r>
          </a:p>
          <a:p>
            <a:pPr lvl="1"/>
            <a:r>
              <a:rPr lang="en-GB" dirty="0"/>
              <a:t>Look for information that may discredit the podcast – is it linked to the presenters own financial benefit for example or are they using information that is not grounded in science</a:t>
            </a:r>
          </a:p>
        </p:txBody>
      </p:sp>
    </p:spTree>
    <p:extLst>
      <p:ext uri="{BB962C8B-B14F-4D97-AF65-F5344CB8AC3E}">
        <p14:creationId xmlns:p14="http://schemas.microsoft.com/office/powerpoint/2010/main" val="3093214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223F-4089-CFD4-F914-CDA46EC3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researching the podcasts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B648-0DD7-4B41-9158-62F654038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of you should listen to extracts of different podcasts. You don’t have to listen to the whole series, but enough information to discuss</a:t>
            </a:r>
          </a:p>
          <a:p>
            <a:pPr lvl="1"/>
            <a:r>
              <a:rPr lang="en-GB" dirty="0"/>
              <a:t>The evidence base, the target audience, the take home messages, the target audience, communication styles, any behaviour modification used.</a:t>
            </a:r>
          </a:p>
          <a:p>
            <a:r>
              <a:rPr lang="en-GB" dirty="0"/>
              <a:t>Discuss the credibility as a group.</a:t>
            </a:r>
          </a:p>
          <a:p>
            <a:r>
              <a:rPr lang="en-GB" dirty="0"/>
              <a:t>Use those discussions to inform your presentation.</a:t>
            </a:r>
          </a:p>
          <a:p>
            <a:r>
              <a:rPr lang="en-GB" dirty="0"/>
              <a:t>Then decide as a group which podcast you recommend and why.</a:t>
            </a:r>
          </a:p>
        </p:txBody>
      </p:sp>
    </p:spTree>
    <p:extLst>
      <p:ext uri="{BB962C8B-B14F-4D97-AF65-F5344CB8AC3E}">
        <p14:creationId xmlns:p14="http://schemas.microsoft.com/office/powerpoint/2010/main" val="2348083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BA6A-793F-9395-E85B-9EE5CA4F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 should all present for equal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9622-0B14-83CF-9E7D-81E1F55E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Each of you should present for around 3 minutes – you could do this as a block, or integrated.</a:t>
            </a:r>
          </a:p>
          <a:p>
            <a:r>
              <a:rPr lang="en-GB" dirty="0"/>
              <a:t>The presentation should be cohesive, in a standard format and you should demonstrate your team working skills.</a:t>
            </a:r>
          </a:p>
          <a:p>
            <a:r>
              <a:rPr lang="en-GB" dirty="0"/>
              <a:t>You should all try to answer questions equally</a:t>
            </a:r>
          </a:p>
          <a:p>
            <a:endParaRPr lang="en-GB" dirty="0"/>
          </a:p>
          <a:p>
            <a:r>
              <a:rPr lang="en-GB" dirty="0"/>
              <a:t>You will be allowed to exceed your time by 1 minute, only. Any longer and I will ask you to complete your presentation </a:t>
            </a:r>
            <a:r>
              <a:rPr lang="en-GB"/>
              <a:t>straight away.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86671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360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PT5051 – assessment support</vt:lpstr>
      <vt:lpstr>The two assessments</vt:lpstr>
      <vt:lpstr>Use the following sub-headings to structure your presentation</vt:lpstr>
      <vt:lpstr>In researching the podcasts (1)</vt:lpstr>
      <vt:lpstr>In researching the podcasts (2)</vt:lpstr>
      <vt:lpstr>You should all present for equal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Illingworth</dc:creator>
  <cp:lastModifiedBy>Sarah Illingworth</cp:lastModifiedBy>
  <cp:revision>2</cp:revision>
  <dcterms:created xsi:type="dcterms:W3CDTF">2025-11-10T13:59:58Z</dcterms:created>
  <dcterms:modified xsi:type="dcterms:W3CDTF">2025-11-18T16:40:29Z</dcterms:modified>
</cp:coreProperties>
</file>