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4"/>
  </p:notesMasterIdLst>
  <p:sldIdLst>
    <p:sldId id="256" r:id="rId2"/>
    <p:sldId id="260" r:id="rId3"/>
    <p:sldId id="257" r:id="rId4"/>
    <p:sldId id="258" r:id="rId5"/>
    <p:sldId id="259" r:id="rId6"/>
    <p:sldId id="266" r:id="rId7"/>
    <p:sldId id="267" r:id="rId8"/>
    <p:sldId id="268" r:id="rId9"/>
    <p:sldId id="269" r:id="rId10"/>
    <p:sldId id="270" r:id="rId11"/>
    <p:sldId id="261" r:id="rId12"/>
    <p:sldId id="27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878" autoAdjust="0"/>
    <p:restoredTop sz="94660"/>
  </p:normalViewPr>
  <p:slideViewPr>
    <p:cSldViewPr snapToGrid="0">
      <p:cViewPr varScale="1">
        <p:scale>
          <a:sx n="72" d="100"/>
          <a:sy n="72" d="100"/>
        </p:scale>
        <p:origin x="84" y="7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AFB944-336D-4641-8803-2F22802E3A9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9632263-5C8A-4FB1-84A4-BB23E8AB95E1}">
      <dgm:prSet/>
      <dgm:spPr/>
      <dgm:t>
        <a:bodyPr/>
        <a:lstStyle/>
        <a:p>
          <a:r>
            <a:rPr lang="en-GB"/>
            <a:t>Child F1died in April 2015 from a heart condition that was exacerbated by their morbid obesity.</a:t>
          </a:r>
          <a:endParaRPr lang="en-US"/>
        </a:p>
      </dgm:t>
    </dgm:pt>
    <dgm:pt modelId="{6AA4E2C4-70D4-458C-9617-49D006676663}" type="parTrans" cxnId="{522911C3-6BBF-4D40-B03A-BA706C269AAF}">
      <dgm:prSet/>
      <dgm:spPr/>
      <dgm:t>
        <a:bodyPr/>
        <a:lstStyle/>
        <a:p>
          <a:endParaRPr lang="en-US"/>
        </a:p>
      </dgm:t>
    </dgm:pt>
    <dgm:pt modelId="{5CAB2E4B-F9AF-4861-A937-944BB5163EB2}" type="sibTrans" cxnId="{522911C3-6BBF-4D40-B03A-BA706C269AAF}">
      <dgm:prSet/>
      <dgm:spPr/>
      <dgm:t>
        <a:bodyPr/>
        <a:lstStyle/>
        <a:p>
          <a:endParaRPr lang="en-US"/>
        </a:p>
      </dgm:t>
    </dgm:pt>
    <dgm:pt modelId="{9917EA30-869C-47BC-AE12-872148889671}">
      <dgm:prSet/>
      <dgm:spPr/>
      <dgm:t>
        <a:bodyPr/>
        <a:lstStyle/>
        <a:p>
          <a:r>
            <a:rPr lang="en-GB"/>
            <a:t>The serious case review covers a period of nearly two years, from July 2013, when Child F1 was aged twelve years old until their death aged thirteen years old in April 2015.</a:t>
          </a:r>
          <a:endParaRPr lang="en-US"/>
        </a:p>
      </dgm:t>
    </dgm:pt>
    <dgm:pt modelId="{8CBEF430-53D2-4FCB-873F-0A6F72D95E01}" type="parTrans" cxnId="{8E91AC64-BCCD-4976-8BCF-60A100FC15DA}">
      <dgm:prSet/>
      <dgm:spPr/>
      <dgm:t>
        <a:bodyPr/>
        <a:lstStyle/>
        <a:p>
          <a:endParaRPr lang="en-US"/>
        </a:p>
      </dgm:t>
    </dgm:pt>
    <dgm:pt modelId="{E3FF2B55-C675-4001-8422-CD3D99848CD8}" type="sibTrans" cxnId="{8E91AC64-BCCD-4976-8BCF-60A100FC15DA}">
      <dgm:prSet/>
      <dgm:spPr/>
      <dgm:t>
        <a:bodyPr/>
        <a:lstStyle/>
        <a:p>
          <a:endParaRPr lang="en-US"/>
        </a:p>
      </dgm:t>
    </dgm:pt>
    <dgm:pt modelId="{0414242C-1D13-4DB9-855A-FD2254619F18}">
      <dgm:prSet/>
      <dgm:spPr/>
      <dgm:t>
        <a:bodyPr/>
        <a:lstStyle/>
        <a:p>
          <a:r>
            <a:rPr lang="en-GB"/>
            <a:t>Child F1’s mother came from Eastern Europe as a refugee, with one child and settled in the UK prior to Child F1’s birth. </a:t>
          </a:r>
          <a:endParaRPr lang="en-US"/>
        </a:p>
      </dgm:t>
    </dgm:pt>
    <dgm:pt modelId="{0DC890FA-DEF7-4BD4-84F1-C23E420CF6ED}" type="parTrans" cxnId="{E786ECD1-7597-48F8-BA5B-0D01476F9073}">
      <dgm:prSet/>
      <dgm:spPr/>
      <dgm:t>
        <a:bodyPr/>
        <a:lstStyle/>
        <a:p>
          <a:endParaRPr lang="en-US"/>
        </a:p>
      </dgm:t>
    </dgm:pt>
    <dgm:pt modelId="{976B1074-B9DA-4577-81D6-B43C69D7AFE4}" type="sibTrans" cxnId="{E786ECD1-7597-48F8-BA5B-0D01476F9073}">
      <dgm:prSet/>
      <dgm:spPr/>
      <dgm:t>
        <a:bodyPr/>
        <a:lstStyle/>
        <a:p>
          <a:endParaRPr lang="en-US"/>
        </a:p>
      </dgm:t>
    </dgm:pt>
    <dgm:pt modelId="{FABFE47C-9CC3-47E9-9790-D8C0C2C6C89F}">
      <dgm:prSet/>
      <dgm:spPr/>
      <dgm:t>
        <a:bodyPr/>
        <a:lstStyle/>
        <a:p>
          <a:r>
            <a:rPr lang="en-GB"/>
            <a:t>Child F1 is the second of four children and the only sibling of their gender. </a:t>
          </a:r>
          <a:endParaRPr lang="en-US"/>
        </a:p>
      </dgm:t>
    </dgm:pt>
    <dgm:pt modelId="{6ACA4803-D350-4BD8-929F-4E8B0AA71AD1}" type="parTrans" cxnId="{C323A6D1-03FA-4178-99C2-96BB4B7B2052}">
      <dgm:prSet/>
      <dgm:spPr/>
      <dgm:t>
        <a:bodyPr/>
        <a:lstStyle/>
        <a:p>
          <a:endParaRPr lang="en-US"/>
        </a:p>
      </dgm:t>
    </dgm:pt>
    <dgm:pt modelId="{A43BF4F3-E3F9-43BF-B820-8883D2ECAF72}" type="sibTrans" cxnId="{C323A6D1-03FA-4178-99C2-96BB4B7B2052}">
      <dgm:prSet/>
      <dgm:spPr/>
      <dgm:t>
        <a:bodyPr/>
        <a:lstStyle/>
        <a:p>
          <a:endParaRPr lang="en-US"/>
        </a:p>
      </dgm:t>
    </dgm:pt>
    <dgm:pt modelId="{9568A044-EB85-4EB1-BD56-4CA46D6E8CD3}">
      <dgm:prSet/>
      <dgm:spPr/>
      <dgm:t>
        <a:bodyPr/>
        <a:lstStyle/>
        <a:p>
          <a:r>
            <a:rPr lang="en-GB"/>
            <a:t>Little is known about Child F1’s mother and sibling F1’s life prior to their entry to the UK, but the family moved several times before settling in the Manchester area. </a:t>
          </a:r>
          <a:endParaRPr lang="en-US"/>
        </a:p>
      </dgm:t>
    </dgm:pt>
    <dgm:pt modelId="{83ACA547-5E63-45FE-B123-3E8CCEBF5877}" type="parTrans" cxnId="{E172240A-A2AE-4C72-B700-204977FAA860}">
      <dgm:prSet/>
      <dgm:spPr/>
      <dgm:t>
        <a:bodyPr/>
        <a:lstStyle/>
        <a:p>
          <a:endParaRPr lang="en-US"/>
        </a:p>
      </dgm:t>
    </dgm:pt>
    <dgm:pt modelId="{5236D62F-7A6E-4867-8FA9-3AEAE4054B53}" type="sibTrans" cxnId="{E172240A-A2AE-4C72-B700-204977FAA860}">
      <dgm:prSet/>
      <dgm:spPr/>
      <dgm:t>
        <a:bodyPr/>
        <a:lstStyle/>
        <a:p>
          <a:endParaRPr lang="en-US"/>
        </a:p>
      </dgm:t>
    </dgm:pt>
    <dgm:pt modelId="{90ACDC7F-6A84-4008-BA82-67494EC7D53A}">
      <dgm:prSet/>
      <dgm:spPr/>
      <dgm:t>
        <a:bodyPr/>
        <a:lstStyle/>
        <a:p>
          <a:r>
            <a:rPr lang="en-GB"/>
            <a:t>By 2010 Child F1’s father was no longer living with the family. There was a history of domestic abuse, homelessness. Subsequently they moved to privately rented accommodation.</a:t>
          </a:r>
          <a:endParaRPr lang="en-US"/>
        </a:p>
      </dgm:t>
    </dgm:pt>
    <dgm:pt modelId="{016E6C31-6977-4B00-8284-D054F14A10AB}" type="parTrans" cxnId="{89375273-5813-4FFB-912E-AF61EB1A62FB}">
      <dgm:prSet/>
      <dgm:spPr/>
      <dgm:t>
        <a:bodyPr/>
        <a:lstStyle/>
        <a:p>
          <a:endParaRPr lang="en-US"/>
        </a:p>
      </dgm:t>
    </dgm:pt>
    <dgm:pt modelId="{B704DE1D-2410-4A69-BFE0-15726B1A48C1}" type="sibTrans" cxnId="{89375273-5813-4FFB-912E-AF61EB1A62FB}">
      <dgm:prSet/>
      <dgm:spPr/>
      <dgm:t>
        <a:bodyPr/>
        <a:lstStyle/>
        <a:p>
          <a:endParaRPr lang="en-US"/>
        </a:p>
      </dgm:t>
    </dgm:pt>
    <dgm:pt modelId="{353A0B39-C7AD-4732-9FFF-07B85EDF5928}" type="pres">
      <dgm:prSet presAssocID="{ACAFB944-336D-4641-8803-2F22802E3A9C}" presName="linear" presStyleCnt="0">
        <dgm:presLayoutVars>
          <dgm:animLvl val="lvl"/>
          <dgm:resizeHandles val="exact"/>
        </dgm:presLayoutVars>
      </dgm:prSet>
      <dgm:spPr/>
    </dgm:pt>
    <dgm:pt modelId="{C730C08E-6928-4215-968F-1D6FDB9768E7}" type="pres">
      <dgm:prSet presAssocID="{39632263-5C8A-4FB1-84A4-BB23E8AB95E1}" presName="parentText" presStyleLbl="node1" presStyleIdx="0" presStyleCnt="6">
        <dgm:presLayoutVars>
          <dgm:chMax val="0"/>
          <dgm:bulletEnabled val="1"/>
        </dgm:presLayoutVars>
      </dgm:prSet>
      <dgm:spPr/>
    </dgm:pt>
    <dgm:pt modelId="{8EDDC4A1-77A4-4822-ACB3-037CD9F43591}" type="pres">
      <dgm:prSet presAssocID="{5CAB2E4B-F9AF-4861-A937-944BB5163EB2}" presName="spacer" presStyleCnt="0"/>
      <dgm:spPr/>
    </dgm:pt>
    <dgm:pt modelId="{BD988D02-D1C3-4AD4-BCC3-E896E3D0BA88}" type="pres">
      <dgm:prSet presAssocID="{9917EA30-869C-47BC-AE12-872148889671}" presName="parentText" presStyleLbl="node1" presStyleIdx="1" presStyleCnt="6">
        <dgm:presLayoutVars>
          <dgm:chMax val="0"/>
          <dgm:bulletEnabled val="1"/>
        </dgm:presLayoutVars>
      </dgm:prSet>
      <dgm:spPr/>
    </dgm:pt>
    <dgm:pt modelId="{5FB42863-2E7D-41B8-80AE-8934A9604CFA}" type="pres">
      <dgm:prSet presAssocID="{E3FF2B55-C675-4001-8422-CD3D99848CD8}" presName="spacer" presStyleCnt="0"/>
      <dgm:spPr/>
    </dgm:pt>
    <dgm:pt modelId="{0B2FF288-4812-45BC-BF51-87D7E4F64B6F}" type="pres">
      <dgm:prSet presAssocID="{0414242C-1D13-4DB9-855A-FD2254619F18}" presName="parentText" presStyleLbl="node1" presStyleIdx="2" presStyleCnt="6">
        <dgm:presLayoutVars>
          <dgm:chMax val="0"/>
          <dgm:bulletEnabled val="1"/>
        </dgm:presLayoutVars>
      </dgm:prSet>
      <dgm:spPr/>
    </dgm:pt>
    <dgm:pt modelId="{9B59A938-2908-4489-A002-87384F88653E}" type="pres">
      <dgm:prSet presAssocID="{976B1074-B9DA-4577-81D6-B43C69D7AFE4}" presName="spacer" presStyleCnt="0"/>
      <dgm:spPr/>
    </dgm:pt>
    <dgm:pt modelId="{1E4F7CDE-242F-481C-8D72-32CFEE35C7AE}" type="pres">
      <dgm:prSet presAssocID="{FABFE47C-9CC3-47E9-9790-D8C0C2C6C89F}" presName="parentText" presStyleLbl="node1" presStyleIdx="3" presStyleCnt="6">
        <dgm:presLayoutVars>
          <dgm:chMax val="0"/>
          <dgm:bulletEnabled val="1"/>
        </dgm:presLayoutVars>
      </dgm:prSet>
      <dgm:spPr/>
    </dgm:pt>
    <dgm:pt modelId="{1D8D4205-5559-4F97-AEEF-2319BBDDF868}" type="pres">
      <dgm:prSet presAssocID="{A43BF4F3-E3F9-43BF-B820-8883D2ECAF72}" presName="spacer" presStyleCnt="0"/>
      <dgm:spPr/>
    </dgm:pt>
    <dgm:pt modelId="{0FBABC94-9ADC-4BDB-986F-41A75F574921}" type="pres">
      <dgm:prSet presAssocID="{9568A044-EB85-4EB1-BD56-4CA46D6E8CD3}" presName="parentText" presStyleLbl="node1" presStyleIdx="4" presStyleCnt="6">
        <dgm:presLayoutVars>
          <dgm:chMax val="0"/>
          <dgm:bulletEnabled val="1"/>
        </dgm:presLayoutVars>
      </dgm:prSet>
      <dgm:spPr/>
    </dgm:pt>
    <dgm:pt modelId="{74B527D3-C970-438B-B222-90C7A8694868}" type="pres">
      <dgm:prSet presAssocID="{5236D62F-7A6E-4867-8FA9-3AEAE4054B53}" presName="spacer" presStyleCnt="0"/>
      <dgm:spPr/>
    </dgm:pt>
    <dgm:pt modelId="{0605663A-34EC-4347-ADF8-94CC0B3A2116}" type="pres">
      <dgm:prSet presAssocID="{90ACDC7F-6A84-4008-BA82-67494EC7D53A}" presName="parentText" presStyleLbl="node1" presStyleIdx="5" presStyleCnt="6">
        <dgm:presLayoutVars>
          <dgm:chMax val="0"/>
          <dgm:bulletEnabled val="1"/>
        </dgm:presLayoutVars>
      </dgm:prSet>
      <dgm:spPr/>
    </dgm:pt>
  </dgm:ptLst>
  <dgm:cxnLst>
    <dgm:cxn modelId="{E172240A-A2AE-4C72-B700-204977FAA860}" srcId="{ACAFB944-336D-4641-8803-2F22802E3A9C}" destId="{9568A044-EB85-4EB1-BD56-4CA46D6E8CD3}" srcOrd="4" destOrd="0" parTransId="{83ACA547-5E63-45FE-B123-3E8CCEBF5877}" sibTransId="{5236D62F-7A6E-4867-8FA9-3AEAE4054B53}"/>
    <dgm:cxn modelId="{9493261E-518B-4958-A59B-B5E035004748}" type="presOf" srcId="{90ACDC7F-6A84-4008-BA82-67494EC7D53A}" destId="{0605663A-34EC-4347-ADF8-94CC0B3A2116}" srcOrd="0" destOrd="0" presId="urn:microsoft.com/office/officeart/2005/8/layout/vList2"/>
    <dgm:cxn modelId="{BCB39626-DCB3-47AC-B274-778C560CD40C}" type="presOf" srcId="{9917EA30-869C-47BC-AE12-872148889671}" destId="{BD988D02-D1C3-4AD4-BCC3-E896E3D0BA88}" srcOrd="0" destOrd="0" presId="urn:microsoft.com/office/officeart/2005/8/layout/vList2"/>
    <dgm:cxn modelId="{F4180E41-B804-4396-B0A5-D63F90A748B9}" type="presOf" srcId="{ACAFB944-336D-4641-8803-2F22802E3A9C}" destId="{353A0B39-C7AD-4732-9FFF-07B85EDF5928}" srcOrd="0" destOrd="0" presId="urn:microsoft.com/office/officeart/2005/8/layout/vList2"/>
    <dgm:cxn modelId="{AE75FB63-6C71-482B-BDD8-789847329754}" type="presOf" srcId="{0414242C-1D13-4DB9-855A-FD2254619F18}" destId="{0B2FF288-4812-45BC-BF51-87D7E4F64B6F}" srcOrd="0" destOrd="0" presId="urn:microsoft.com/office/officeart/2005/8/layout/vList2"/>
    <dgm:cxn modelId="{8E91AC64-BCCD-4976-8BCF-60A100FC15DA}" srcId="{ACAFB944-336D-4641-8803-2F22802E3A9C}" destId="{9917EA30-869C-47BC-AE12-872148889671}" srcOrd="1" destOrd="0" parTransId="{8CBEF430-53D2-4FCB-873F-0A6F72D95E01}" sibTransId="{E3FF2B55-C675-4001-8422-CD3D99848CD8}"/>
    <dgm:cxn modelId="{E6E9AA49-B8FF-458A-A0C5-5F6D7A0F5BA6}" type="presOf" srcId="{9568A044-EB85-4EB1-BD56-4CA46D6E8CD3}" destId="{0FBABC94-9ADC-4BDB-986F-41A75F574921}" srcOrd="0" destOrd="0" presId="urn:microsoft.com/office/officeart/2005/8/layout/vList2"/>
    <dgm:cxn modelId="{89375273-5813-4FFB-912E-AF61EB1A62FB}" srcId="{ACAFB944-336D-4641-8803-2F22802E3A9C}" destId="{90ACDC7F-6A84-4008-BA82-67494EC7D53A}" srcOrd="5" destOrd="0" parTransId="{016E6C31-6977-4B00-8284-D054F14A10AB}" sibTransId="{B704DE1D-2410-4A69-BFE0-15726B1A48C1}"/>
    <dgm:cxn modelId="{76F4097F-F525-4C1C-9391-6478AA12B9E0}" type="presOf" srcId="{39632263-5C8A-4FB1-84A4-BB23E8AB95E1}" destId="{C730C08E-6928-4215-968F-1D6FDB9768E7}" srcOrd="0" destOrd="0" presId="urn:microsoft.com/office/officeart/2005/8/layout/vList2"/>
    <dgm:cxn modelId="{1B488CAB-80B2-41C2-8480-827ADC51BF05}" type="presOf" srcId="{FABFE47C-9CC3-47E9-9790-D8C0C2C6C89F}" destId="{1E4F7CDE-242F-481C-8D72-32CFEE35C7AE}" srcOrd="0" destOrd="0" presId="urn:microsoft.com/office/officeart/2005/8/layout/vList2"/>
    <dgm:cxn modelId="{522911C3-6BBF-4D40-B03A-BA706C269AAF}" srcId="{ACAFB944-336D-4641-8803-2F22802E3A9C}" destId="{39632263-5C8A-4FB1-84A4-BB23E8AB95E1}" srcOrd="0" destOrd="0" parTransId="{6AA4E2C4-70D4-458C-9617-49D006676663}" sibTransId="{5CAB2E4B-F9AF-4861-A937-944BB5163EB2}"/>
    <dgm:cxn modelId="{C323A6D1-03FA-4178-99C2-96BB4B7B2052}" srcId="{ACAFB944-336D-4641-8803-2F22802E3A9C}" destId="{FABFE47C-9CC3-47E9-9790-D8C0C2C6C89F}" srcOrd="3" destOrd="0" parTransId="{6ACA4803-D350-4BD8-929F-4E8B0AA71AD1}" sibTransId="{A43BF4F3-E3F9-43BF-B820-8883D2ECAF72}"/>
    <dgm:cxn modelId="{E786ECD1-7597-48F8-BA5B-0D01476F9073}" srcId="{ACAFB944-336D-4641-8803-2F22802E3A9C}" destId="{0414242C-1D13-4DB9-855A-FD2254619F18}" srcOrd="2" destOrd="0" parTransId="{0DC890FA-DEF7-4BD4-84F1-C23E420CF6ED}" sibTransId="{976B1074-B9DA-4577-81D6-B43C69D7AFE4}"/>
    <dgm:cxn modelId="{9DE72BC8-1250-4852-8046-E67C8A59A55E}" type="presParOf" srcId="{353A0B39-C7AD-4732-9FFF-07B85EDF5928}" destId="{C730C08E-6928-4215-968F-1D6FDB9768E7}" srcOrd="0" destOrd="0" presId="urn:microsoft.com/office/officeart/2005/8/layout/vList2"/>
    <dgm:cxn modelId="{74FE97EE-87A1-452C-8167-16B73F21FEB1}" type="presParOf" srcId="{353A0B39-C7AD-4732-9FFF-07B85EDF5928}" destId="{8EDDC4A1-77A4-4822-ACB3-037CD9F43591}" srcOrd="1" destOrd="0" presId="urn:microsoft.com/office/officeart/2005/8/layout/vList2"/>
    <dgm:cxn modelId="{0C5C4AA8-174A-485E-9B9A-F482FE21A032}" type="presParOf" srcId="{353A0B39-C7AD-4732-9FFF-07B85EDF5928}" destId="{BD988D02-D1C3-4AD4-BCC3-E896E3D0BA88}" srcOrd="2" destOrd="0" presId="urn:microsoft.com/office/officeart/2005/8/layout/vList2"/>
    <dgm:cxn modelId="{FE350961-20B4-4E9C-89D9-E0A5EF5C6087}" type="presParOf" srcId="{353A0B39-C7AD-4732-9FFF-07B85EDF5928}" destId="{5FB42863-2E7D-41B8-80AE-8934A9604CFA}" srcOrd="3" destOrd="0" presId="urn:microsoft.com/office/officeart/2005/8/layout/vList2"/>
    <dgm:cxn modelId="{CAB7F097-2871-491F-B7E5-D06ADAFEAF13}" type="presParOf" srcId="{353A0B39-C7AD-4732-9FFF-07B85EDF5928}" destId="{0B2FF288-4812-45BC-BF51-87D7E4F64B6F}" srcOrd="4" destOrd="0" presId="urn:microsoft.com/office/officeart/2005/8/layout/vList2"/>
    <dgm:cxn modelId="{2E8FE2DD-063A-4CB4-A5CB-728B829EC64E}" type="presParOf" srcId="{353A0B39-C7AD-4732-9FFF-07B85EDF5928}" destId="{9B59A938-2908-4489-A002-87384F88653E}" srcOrd="5" destOrd="0" presId="urn:microsoft.com/office/officeart/2005/8/layout/vList2"/>
    <dgm:cxn modelId="{892BE71A-DAC5-4D06-A56F-F27BCBC785AA}" type="presParOf" srcId="{353A0B39-C7AD-4732-9FFF-07B85EDF5928}" destId="{1E4F7CDE-242F-481C-8D72-32CFEE35C7AE}" srcOrd="6" destOrd="0" presId="urn:microsoft.com/office/officeart/2005/8/layout/vList2"/>
    <dgm:cxn modelId="{5D3FEA9F-246D-4560-BB9E-7AF66AF0F078}" type="presParOf" srcId="{353A0B39-C7AD-4732-9FFF-07B85EDF5928}" destId="{1D8D4205-5559-4F97-AEEF-2319BBDDF868}" srcOrd="7" destOrd="0" presId="urn:microsoft.com/office/officeart/2005/8/layout/vList2"/>
    <dgm:cxn modelId="{F803272D-0FF7-4A6A-A0C6-4CF99C542C05}" type="presParOf" srcId="{353A0B39-C7AD-4732-9FFF-07B85EDF5928}" destId="{0FBABC94-9ADC-4BDB-986F-41A75F574921}" srcOrd="8" destOrd="0" presId="urn:microsoft.com/office/officeart/2005/8/layout/vList2"/>
    <dgm:cxn modelId="{7A771476-8C2F-4D71-9010-079CE8AF6E41}" type="presParOf" srcId="{353A0B39-C7AD-4732-9FFF-07B85EDF5928}" destId="{74B527D3-C970-438B-B222-90C7A8694868}" srcOrd="9" destOrd="0" presId="urn:microsoft.com/office/officeart/2005/8/layout/vList2"/>
    <dgm:cxn modelId="{2A3D2705-EB40-4A28-81C5-22887C2F8ECF}" type="presParOf" srcId="{353A0B39-C7AD-4732-9FFF-07B85EDF5928}" destId="{0605663A-34EC-4347-ADF8-94CC0B3A211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D63E69-FC28-42A6-B4B8-7D509CF4DD0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5626D55-F8CF-4C8F-8626-1DB22EEFDEEB}">
      <dgm:prSet/>
      <dgm:spPr/>
      <dgm:t>
        <a:bodyPr/>
        <a:lstStyle/>
        <a:p>
          <a:r>
            <a:rPr lang="en-GB"/>
            <a:t>Child F1 was born with mild talipes and received physiotherapy input.</a:t>
          </a:r>
          <a:endParaRPr lang="en-US"/>
        </a:p>
      </dgm:t>
    </dgm:pt>
    <dgm:pt modelId="{5581955E-1F21-44AF-A027-D8A585234C6C}" type="parTrans" cxnId="{5800917A-F929-40BC-A552-E3688F73AFBF}">
      <dgm:prSet/>
      <dgm:spPr/>
      <dgm:t>
        <a:bodyPr/>
        <a:lstStyle/>
        <a:p>
          <a:endParaRPr lang="en-US"/>
        </a:p>
      </dgm:t>
    </dgm:pt>
    <dgm:pt modelId="{16059D12-1F30-4B29-A477-7AB61C9B83E8}" type="sibTrans" cxnId="{5800917A-F929-40BC-A552-E3688F73AFBF}">
      <dgm:prSet/>
      <dgm:spPr/>
      <dgm:t>
        <a:bodyPr/>
        <a:lstStyle/>
        <a:p>
          <a:endParaRPr lang="en-US"/>
        </a:p>
      </dgm:t>
    </dgm:pt>
    <dgm:pt modelId="{B6BA9F1B-B476-418F-B466-81BE047C77B1}">
      <dgm:prSet/>
      <dgm:spPr/>
      <dgm:t>
        <a:bodyPr/>
        <a:lstStyle/>
        <a:p>
          <a:r>
            <a:rPr lang="en-GB"/>
            <a:t>At three years old Child F1’s weight was 30.25 kg, height 104 cm and BMI above the 99.6th centile; F1 was morbidly obese and remained so for the next 10 years of their life.</a:t>
          </a:r>
          <a:endParaRPr lang="en-US"/>
        </a:p>
      </dgm:t>
    </dgm:pt>
    <dgm:pt modelId="{ED4098DB-7867-4391-9428-C87AE6C5BDF0}" type="parTrans" cxnId="{0D09C0DC-72D4-4AF4-8664-198F59B37CFB}">
      <dgm:prSet/>
      <dgm:spPr/>
      <dgm:t>
        <a:bodyPr/>
        <a:lstStyle/>
        <a:p>
          <a:endParaRPr lang="en-US"/>
        </a:p>
      </dgm:t>
    </dgm:pt>
    <dgm:pt modelId="{D7B02F22-9886-4E24-A7B2-CF16D196C71E}" type="sibTrans" cxnId="{0D09C0DC-72D4-4AF4-8664-198F59B37CFB}">
      <dgm:prSet/>
      <dgm:spPr/>
      <dgm:t>
        <a:bodyPr/>
        <a:lstStyle/>
        <a:p>
          <a:endParaRPr lang="en-US"/>
        </a:p>
      </dgm:t>
    </dgm:pt>
    <dgm:pt modelId="{7B04BA57-42E0-4EDB-8CC9-9F1ABD7C8723}">
      <dgm:prSet/>
      <dgm:spPr/>
      <dgm:t>
        <a:bodyPr/>
        <a:lstStyle/>
        <a:p>
          <a:r>
            <a:rPr lang="en-GB"/>
            <a:t>Child F1 was referred by the Health Visitor to the community paediatrician for obesity, tooth decay, and management of their talipes but they did not attend many appointments.</a:t>
          </a:r>
          <a:endParaRPr lang="en-US"/>
        </a:p>
      </dgm:t>
    </dgm:pt>
    <dgm:pt modelId="{8A35E401-66D4-4808-895A-5C34AFAC3454}" type="parTrans" cxnId="{9B7A956D-F7DA-497E-B8F9-1BDE58774102}">
      <dgm:prSet/>
      <dgm:spPr/>
      <dgm:t>
        <a:bodyPr/>
        <a:lstStyle/>
        <a:p>
          <a:endParaRPr lang="en-US"/>
        </a:p>
      </dgm:t>
    </dgm:pt>
    <dgm:pt modelId="{21D61BD3-0A1F-426D-8BE6-C81AC4F9F4D2}" type="sibTrans" cxnId="{9B7A956D-F7DA-497E-B8F9-1BDE58774102}">
      <dgm:prSet/>
      <dgm:spPr/>
      <dgm:t>
        <a:bodyPr/>
        <a:lstStyle/>
        <a:p>
          <a:endParaRPr lang="en-US"/>
        </a:p>
      </dgm:t>
    </dgm:pt>
    <dgm:pt modelId="{A1E000FA-A511-462D-B5E2-BBA3542902A9}">
      <dgm:prSet/>
      <dgm:spPr/>
      <dgm:t>
        <a:bodyPr/>
        <a:lstStyle/>
        <a:p>
          <a:r>
            <a:rPr lang="en-GB"/>
            <a:t>When the child was 6 years old the school nurse started a common assessment framework (CAF) as they were worried about the childs’ obesity. They were referred to MEND where engagement was limited.</a:t>
          </a:r>
          <a:endParaRPr lang="en-US"/>
        </a:p>
      </dgm:t>
    </dgm:pt>
    <dgm:pt modelId="{F6900FCE-A5CE-4739-BF0D-DA10714F40E2}" type="parTrans" cxnId="{2665541E-06B0-4E0F-87C9-50C96A1BBF4B}">
      <dgm:prSet/>
      <dgm:spPr/>
      <dgm:t>
        <a:bodyPr/>
        <a:lstStyle/>
        <a:p>
          <a:endParaRPr lang="en-US"/>
        </a:p>
      </dgm:t>
    </dgm:pt>
    <dgm:pt modelId="{2AA5463D-09BF-4334-A5B4-B7AFFDFF8BD0}" type="sibTrans" cxnId="{2665541E-06B0-4E0F-87C9-50C96A1BBF4B}">
      <dgm:prSet/>
      <dgm:spPr/>
      <dgm:t>
        <a:bodyPr/>
        <a:lstStyle/>
        <a:p>
          <a:endParaRPr lang="en-US"/>
        </a:p>
      </dgm:t>
    </dgm:pt>
    <dgm:pt modelId="{07AA6207-6948-4BE1-9AAB-C78B540B2808}">
      <dgm:prSet/>
      <dgm:spPr/>
      <dgm:t>
        <a:bodyPr/>
        <a:lstStyle/>
        <a:p>
          <a:r>
            <a:rPr lang="en-GB"/>
            <a:t>Mum was pregnant, and the CAF was closed. Child F1 was undertaking sporting activities and they were going to restart MEND after their sibling was born.</a:t>
          </a:r>
          <a:endParaRPr lang="en-US"/>
        </a:p>
      </dgm:t>
    </dgm:pt>
    <dgm:pt modelId="{C0A7B831-96BC-4115-B67E-225AD39647F1}" type="parTrans" cxnId="{E0526506-2697-41D2-8F71-1613CCC286BD}">
      <dgm:prSet/>
      <dgm:spPr/>
      <dgm:t>
        <a:bodyPr/>
        <a:lstStyle/>
        <a:p>
          <a:endParaRPr lang="en-US"/>
        </a:p>
      </dgm:t>
    </dgm:pt>
    <dgm:pt modelId="{9027727F-B84F-467E-A10C-A50CF8E9AAB0}" type="sibTrans" cxnId="{E0526506-2697-41D2-8F71-1613CCC286BD}">
      <dgm:prSet/>
      <dgm:spPr/>
      <dgm:t>
        <a:bodyPr/>
        <a:lstStyle/>
        <a:p>
          <a:endParaRPr lang="en-US"/>
        </a:p>
      </dgm:t>
    </dgm:pt>
    <dgm:pt modelId="{22CBEAB4-7361-4615-813B-C598891F251E}">
      <dgm:prSet/>
      <dgm:spPr/>
      <dgm:t>
        <a:bodyPr/>
        <a:lstStyle/>
        <a:p>
          <a:r>
            <a:rPr lang="en-GB"/>
            <a:t>There was no engagement with the second referral to MEND.</a:t>
          </a:r>
          <a:endParaRPr lang="en-US"/>
        </a:p>
      </dgm:t>
    </dgm:pt>
    <dgm:pt modelId="{9FE0F101-B6A7-4A06-8E11-EDA01A0895C6}" type="parTrans" cxnId="{FB9D412F-1F4E-4955-8593-81B9B4282252}">
      <dgm:prSet/>
      <dgm:spPr/>
      <dgm:t>
        <a:bodyPr/>
        <a:lstStyle/>
        <a:p>
          <a:endParaRPr lang="en-US"/>
        </a:p>
      </dgm:t>
    </dgm:pt>
    <dgm:pt modelId="{3ED3EAC5-2EA1-42E7-9147-A4E6D9651283}" type="sibTrans" cxnId="{FB9D412F-1F4E-4955-8593-81B9B4282252}">
      <dgm:prSet/>
      <dgm:spPr/>
      <dgm:t>
        <a:bodyPr/>
        <a:lstStyle/>
        <a:p>
          <a:endParaRPr lang="en-US"/>
        </a:p>
      </dgm:t>
    </dgm:pt>
    <dgm:pt modelId="{8F45B5EF-ADC9-4FEE-A672-B5F95EF30641}" type="pres">
      <dgm:prSet presAssocID="{34D63E69-FC28-42A6-B4B8-7D509CF4DD08}" presName="linear" presStyleCnt="0">
        <dgm:presLayoutVars>
          <dgm:animLvl val="lvl"/>
          <dgm:resizeHandles val="exact"/>
        </dgm:presLayoutVars>
      </dgm:prSet>
      <dgm:spPr/>
    </dgm:pt>
    <dgm:pt modelId="{5F335E85-80F3-42D0-8FA7-AE190C153E6C}" type="pres">
      <dgm:prSet presAssocID="{F5626D55-F8CF-4C8F-8626-1DB22EEFDEEB}" presName="parentText" presStyleLbl="node1" presStyleIdx="0" presStyleCnt="6">
        <dgm:presLayoutVars>
          <dgm:chMax val="0"/>
          <dgm:bulletEnabled val="1"/>
        </dgm:presLayoutVars>
      </dgm:prSet>
      <dgm:spPr/>
    </dgm:pt>
    <dgm:pt modelId="{6C203385-6940-4E85-84C2-C082372A58F7}" type="pres">
      <dgm:prSet presAssocID="{16059D12-1F30-4B29-A477-7AB61C9B83E8}" presName="spacer" presStyleCnt="0"/>
      <dgm:spPr/>
    </dgm:pt>
    <dgm:pt modelId="{416FF590-BFC0-4668-BB71-C791B00C7797}" type="pres">
      <dgm:prSet presAssocID="{B6BA9F1B-B476-418F-B466-81BE047C77B1}" presName="parentText" presStyleLbl="node1" presStyleIdx="1" presStyleCnt="6">
        <dgm:presLayoutVars>
          <dgm:chMax val="0"/>
          <dgm:bulletEnabled val="1"/>
        </dgm:presLayoutVars>
      </dgm:prSet>
      <dgm:spPr/>
    </dgm:pt>
    <dgm:pt modelId="{C3DED278-EAE3-42F8-BBC3-CF91F94D49CC}" type="pres">
      <dgm:prSet presAssocID="{D7B02F22-9886-4E24-A7B2-CF16D196C71E}" presName="spacer" presStyleCnt="0"/>
      <dgm:spPr/>
    </dgm:pt>
    <dgm:pt modelId="{4D89C6CD-F58F-43E8-A1A5-9B374C1B8DE7}" type="pres">
      <dgm:prSet presAssocID="{7B04BA57-42E0-4EDB-8CC9-9F1ABD7C8723}" presName="parentText" presStyleLbl="node1" presStyleIdx="2" presStyleCnt="6">
        <dgm:presLayoutVars>
          <dgm:chMax val="0"/>
          <dgm:bulletEnabled val="1"/>
        </dgm:presLayoutVars>
      </dgm:prSet>
      <dgm:spPr/>
    </dgm:pt>
    <dgm:pt modelId="{E8785968-5B42-4CDF-946C-56EC2A6CE901}" type="pres">
      <dgm:prSet presAssocID="{21D61BD3-0A1F-426D-8BE6-C81AC4F9F4D2}" presName="spacer" presStyleCnt="0"/>
      <dgm:spPr/>
    </dgm:pt>
    <dgm:pt modelId="{1CEC2CF5-C472-4BC5-9C7D-FA54449C1043}" type="pres">
      <dgm:prSet presAssocID="{A1E000FA-A511-462D-B5E2-BBA3542902A9}" presName="parentText" presStyleLbl="node1" presStyleIdx="3" presStyleCnt="6">
        <dgm:presLayoutVars>
          <dgm:chMax val="0"/>
          <dgm:bulletEnabled val="1"/>
        </dgm:presLayoutVars>
      </dgm:prSet>
      <dgm:spPr/>
    </dgm:pt>
    <dgm:pt modelId="{56FA7FF3-E142-4EE2-B01A-67C9C0F80D29}" type="pres">
      <dgm:prSet presAssocID="{2AA5463D-09BF-4334-A5B4-B7AFFDFF8BD0}" presName="spacer" presStyleCnt="0"/>
      <dgm:spPr/>
    </dgm:pt>
    <dgm:pt modelId="{3E614D14-2BCF-4833-9ADC-5C9CD40E4392}" type="pres">
      <dgm:prSet presAssocID="{07AA6207-6948-4BE1-9AAB-C78B540B2808}" presName="parentText" presStyleLbl="node1" presStyleIdx="4" presStyleCnt="6">
        <dgm:presLayoutVars>
          <dgm:chMax val="0"/>
          <dgm:bulletEnabled val="1"/>
        </dgm:presLayoutVars>
      </dgm:prSet>
      <dgm:spPr/>
    </dgm:pt>
    <dgm:pt modelId="{6DEB6A3D-73AC-43D3-AF3D-857C841D1D94}" type="pres">
      <dgm:prSet presAssocID="{9027727F-B84F-467E-A10C-A50CF8E9AAB0}" presName="spacer" presStyleCnt="0"/>
      <dgm:spPr/>
    </dgm:pt>
    <dgm:pt modelId="{6F191FA7-6456-4721-88B7-8A493C48A162}" type="pres">
      <dgm:prSet presAssocID="{22CBEAB4-7361-4615-813B-C598891F251E}" presName="parentText" presStyleLbl="node1" presStyleIdx="5" presStyleCnt="6">
        <dgm:presLayoutVars>
          <dgm:chMax val="0"/>
          <dgm:bulletEnabled val="1"/>
        </dgm:presLayoutVars>
      </dgm:prSet>
      <dgm:spPr/>
    </dgm:pt>
  </dgm:ptLst>
  <dgm:cxnLst>
    <dgm:cxn modelId="{E0526506-2697-41D2-8F71-1613CCC286BD}" srcId="{34D63E69-FC28-42A6-B4B8-7D509CF4DD08}" destId="{07AA6207-6948-4BE1-9AAB-C78B540B2808}" srcOrd="4" destOrd="0" parTransId="{C0A7B831-96BC-4115-B67E-225AD39647F1}" sibTransId="{9027727F-B84F-467E-A10C-A50CF8E9AAB0}"/>
    <dgm:cxn modelId="{29BCB90F-AA9C-417F-968E-9858286E9263}" type="presOf" srcId="{7B04BA57-42E0-4EDB-8CC9-9F1ABD7C8723}" destId="{4D89C6CD-F58F-43E8-A1A5-9B374C1B8DE7}" srcOrd="0" destOrd="0" presId="urn:microsoft.com/office/officeart/2005/8/layout/vList2"/>
    <dgm:cxn modelId="{061EBF10-B655-4544-BC93-FE4FE2635DDE}" type="presOf" srcId="{22CBEAB4-7361-4615-813B-C598891F251E}" destId="{6F191FA7-6456-4721-88B7-8A493C48A162}" srcOrd="0" destOrd="0" presId="urn:microsoft.com/office/officeart/2005/8/layout/vList2"/>
    <dgm:cxn modelId="{2665541E-06B0-4E0F-87C9-50C96A1BBF4B}" srcId="{34D63E69-FC28-42A6-B4B8-7D509CF4DD08}" destId="{A1E000FA-A511-462D-B5E2-BBA3542902A9}" srcOrd="3" destOrd="0" parTransId="{F6900FCE-A5CE-4739-BF0D-DA10714F40E2}" sibTransId="{2AA5463D-09BF-4334-A5B4-B7AFFDFF8BD0}"/>
    <dgm:cxn modelId="{E015782A-5AEA-4DCF-9689-61F9997B3DC6}" type="presOf" srcId="{34D63E69-FC28-42A6-B4B8-7D509CF4DD08}" destId="{8F45B5EF-ADC9-4FEE-A672-B5F95EF30641}" srcOrd="0" destOrd="0" presId="urn:microsoft.com/office/officeart/2005/8/layout/vList2"/>
    <dgm:cxn modelId="{FB9D412F-1F4E-4955-8593-81B9B4282252}" srcId="{34D63E69-FC28-42A6-B4B8-7D509CF4DD08}" destId="{22CBEAB4-7361-4615-813B-C598891F251E}" srcOrd="5" destOrd="0" parTransId="{9FE0F101-B6A7-4A06-8E11-EDA01A0895C6}" sibTransId="{3ED3EAC5-2EA1-42E7-9147-A4E6D9651283}"/>
    <dgm:cxn modelId="{AF80E45F-1DCD-4D82-8A0D-10DD57671B86}" type="presOf" srcId="{B6BA9F1B-B476-418F-B466-81BE047C77B1}" destId="{416FF590-BFC0-4668-BB71-C791B00C7797}" srcOrd="0" destOrd="0" presId="urn:microsoft.com/office/officeart/2005/8/layout/vList2"/>
    <dgm:cxn modelId="{9B7A956D-F7DA-497E-B8F9-1BDE58774102}" srcId="{34D63E69-FC28-42A6-B4B8-7D509CF4DD08}" destId="{7B04BA57-42E0-4EDB-8CC9-9F1ABD7C8723}" srcOrd="2" destOrd="0" parTransId="{8A35E401-66D4-4808-895A-5C34AFAC3454}" sibTransId="{21D61BD3-0A1F-426D-8BE6-C81AC4F9F4D2}"/>
    <dgm:cxn modelId="{5800917A-F929-40BC-A552-E3688F73AFBF}" srcId="{34D63E69-FC28-42A6-B4B8-7D509CF4DD08}" destId="{F5626D55-F8CF-4C8F-8626-1DB22EEFDEEB}" srcOrd="0" destOrd="0" parTransId="{5581955E-1F21-44AF-A027-D8A585234C6C}" sibTransId="{16059D12-1F30-4B29-A477-7AB61C9B83E8}"/>
    <dgm:cxn modelId="{546F5583-44B8-41EA-A357-2AE8FE6E3822}" type="presOf" srcId="{A1E000FA-A511-462D-B5E2-BBA3542902A9}" destId="{1CEC2CF5-C472-4BC5-9C7D-FA54449C1043}" srcOrd="0" destOrd="0" presId="urn:microsoft.com/office/officeart/2005/8/layout/vList2"/>
    <dgm:cxn modelId="{BCBE03A0-72EE-4851-BB88-168959FFF918}" type="presOf" srcId="{07AA6207-6948-4BE1-9AAB-C78B540B2808}" destId="{3E614D14-2BCF-4833-9ADC-5C9CD40E4392}" srcOrd="0" destOrd="0" presId="urn:microsoft.com/office/officeart/2005/8/layout/vList2"/>
    <dgm:cxn modelId="{3B2C52B0-D14A-4DB3-AB46-C4755DF6E121}" type="presOf" srcId="{F5626D55-F8CF-4C8F-8626-1DB22EEFDEEB}" destId="{5F335E85-80F3-42D0-8FA7-AE190C153E6C}" srcOrd="0" destOrd="0" presId="urn:microsoft.com/office/officeart/2005/8/layout/vList2"/>
    <dgm:cxn modelId="{0D09C0DC-72D4-4AF4-8664-198F59B37CFB}" srcId="{34D63E69-FC28-42A6-B4B8-7D509CF4DD08}" destId="{B6BA9F1B-B476-418F-B466-81BE047C77B1}" srcOrd="1" destOrd="0" parTransId="{ED4098DB-7867-4391-9428-C87AE6C5BDF0}" sibTransId="{D7B02F22-9886-4E24-A7B2-CF16D196C71E}"/>
    <dgm:cxn modelId="{54BC5D9B-1842-43BB-9797-5D2CC4175E28}" type="presParOf" srcId="{8F45B5EF-ADC9-4FEE-A672-B5F95EF30641}" destId="{5F335E85-80F3-42D0-8FA7-AE190C153E6C}" srcOrd="0" destOrd="0" presId="urn:microsoft.com/office/officeart/2005/8/layout/vList2"/>
    <dgm:cxn modelId="{A5833759-106D-41A6-995F-53898FE40AC2}" type="presParOf" srcId="{8F45B5EF-ADC9-4FEE-A672-B5F95EF30641}" destId="{6C203385-6940-4E85-84C2-C082372A58F7}" srcOrd="1" destOrd="0" presId="urn:microsoft.com/office/officeart/2005/8/layout/vList2"/>
    <dgm:cxn modelId="{C4262F65-2915-4705-9A78-CC6036F5157C}" type="presParOf" srcId="{8F45B5EF-ADC9-4FEE-A672-B5F95EF30641}" destId="{416FF590-BFC0-4668-BB71-C791B00C7797}" srcOrd="2" destOrd="0" presId="urn:microsoft.com/office/officeart/2005/8/layout/vList2"/>
    <dgm:cxn modelId="{79E53AA8-5BB6-403D-8CDE-CA8149515E4C}" type="presParOf" srcId="{8F45B5EF-ADC9-4FEE-A672-B5F95EF30641}" destId="{C3DED278-EAE3-42F8-BBC3-CF91F94D49CC}" srcOrd="3" destOrd="0" presId="urn:microsoft.com/office/officeart/2005/8/layout/vList2"/>
    <dgm:cxn modelId="{5FA2097C-1E3D-4916-9C4A-D793F4101D04}" type="presParOf" srcId="{8F45B5EF-ADC9-4FEE-A672-B5F95EF30641}" destId="{4D89C6CD-F58F-43E8-A1A5-9B374C1B8DE7}" srcOrd="4" destOrd="0" presId="urn:microsoft.com/office/officeart/2005/8/layout/vList2"/>
    <dgm:cxn modelId="{C5E00D4F-0006-430F-A28F-F26221F2A09E}" type="presParOf" srcId="{8F45B5EF-ADC9-4FEE-A672-B5F95EF30641}" destId="{E8785968-5B42-4CDF-946C-56EC2A6CE901}" srcOrd="5" destOrd="0" presId="urn:microsoft.com/office/officeart/2005/8/layout/vList2"/>
    <dgm:cxn modelId="{CC2776E0-3F33-43D0-AE3F-42A68BEA3E2A}" type="presParOf" srcId="{8F45B5EF-ADC9-4FEE-A672-B5F95EF30641}" destId="{1CEC2CF5-C472-4BC5-9C7D-FA54449C1043}" srcOrd="6" destOrd="0" presId="urn:microsoft.com/office/officeart/2005/8/layout/vList2"/>
    <dgm:cxn modelId="{A02F1DB8-C12C-4C3B-8F20-6DC0F8E84539}" type="presParOf" srcId="{8F45B5EF-ADC9-4FEE-A672-B5F95EF30641}" destId="{56FA7FF3-E142-4EE2-B01A-67C9C0F80D29}" srcOrd="7" destOrd="0" presId="urn:microsoft.com/office/officeart/2005/8/layout/vList2"/>
    <dgm:cxn modelId="{8C0B0646-A30E-4077-A347-AE266725F41A}" type="presParOf" srcId="{8F45B5EF-ADC9-4FEE-A672-B5F95EF30641}" destId="{3E614D14-2BCF-4833-9ADC-5C9CD40E4392}" srcOrd="8" destOrd="0" presId="urn:microsoft.com/office/officeart/2005/8/layout/vList2"/>
    <dgm:cxn modelId="{D19A40BD-EF6D-4786-BF8E-FC11684370C3}" type="presParOf" srcId="{8F45B5EF-ADC9-4FEE-A672-B5F95EF30641}" destId="{6DEB6A3D-73AC-43D3-AF3D-857C841D1D94}" srcOrd="9" destOrd="0" presId="urn:microsoft.com/office/officeart/2005/8/layout/vList2"/>
    <dgm:cxn modelId="{BFB42222-24B1-4714-9BE5-56C948DE879C}" type="presParOf" srcId="{8F45B5EF-ADC9-4FEE-A672-B5F95EF30641}" destId="{6F191FA7-6456-4721-88B7-8A493C48A162}"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EC9B18-BFB3-4E2A-8E54-7D50FC8D21F0}"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9831605-C3AD-49E1-82E7-6815D6438CA9}">
      <dgm:prSet/>
      <dgm:spPr/>
      <dgm:t>
        <a:bodyPr/>
        <a:lstStyle/>
        <a:p>
          <a:r>
            <a:rPr lang="en-GB"/>
            <a:t>In 2010, when Child F1 was aged 10 they were referred to a paediatrician following a multi-agency meeting in school because of continued concerns regarding F1's obesity and because their mother had not brought them to appointments. This did not lead to a plan of action.</a:t>
          </a:r>
          <a:endParaRPr lang="en-US"/>
        </a:p>
      </dgm:t>
    </dgm:pt>
    <dgm:pt modelId="{244F90C3-9BDD-4678-89DC-8C4E0EEE8B7F}" type="parTrans" cxnId="{75B48BB2-F7C1-45FE-84BB-27BA0D8AF9C8}">
      <dgm:prSet/>
      <dgm:spPr/>
      <dgm:t>
        <a:bodyPr/>
        <a:lstStyle/>
        <a:p>
          <a:endParaRPr lang="en-US"/>
        </a:p>
      </dgm:t>
    </dgm:pt>
    <dgm:pt modelId="{BB1FBE4C-E745-4257-ADC5-119CDC7D9325}" type="sibTrans" cxnId="{75B48BB2-F7C1-45FE-84BB-27BA0D8AF9C8}">
      <dgm:prSet/>
      <dgm:spPr/>
      <dgm:t>
        <a:bodyPr/>
        <a:lstStyle/>
        <a:p>
          <a:endParaRPr lang="en-US"/>
        </a:p>
      </dgm:t>
    </dgm:pt>
    <dgm:pt modelId="{24C55D46-7DEE-45B0-90F0-C0FB4FFAC732}">
      <dgm:prSet/>
      <dgm:spPr/>
      <dgm:t>
        <a:bodyPr/>
        <a:lstStyle/>
        <a:p>
          <a:r>
            <a:rPr lang="en-GB"/>
            <a:t>Points to note</a:t>
          </a:r>
          <a:endParaRPr lang="en-US"/>
        </a:p>
      </dgm:t>
    </dgm:pt>
    <dgm:pt modelId="{941DAEA0-EADC-4E54-B87B-FD637ADE62B6}" type="parTrans" cxnId="{87F44AF8-D69A-4249-854C-BF8BEFE594F2}">
      <dgm:prSet/>
      <dgm:spPr/>
      <dgm:t>
        <a:bodyPr/>
        <a:lstStyle/>
        <a:p>
          <a:endParaRPr lang="en-US"/>
        </a:p>
      </dgm:t>
    </dgm:pt>
    <dgm:pt modelId="{3FD1E5ED-42A3-461E-ACE6-FE165823CB22}" type="sibTrans" cxnId="{87F44AF8-D69A-4249-854C-BF8BEFE594F2}">
      <dgm:prSet/>
      <dgm:spPr/>
      <dgm:t>
        <a:bodyPr/>
        <a:lstStyle/>
        <a:p>
          <a:endParaRPr lang="en-US"/>
        </a:p>
      </dgm:t>
    </dgm:pt>
    <dgm:pt modelId="{33DF8C02-333C-4FEE-B12B-B2C7E994D622}">
      <dgm:prSet/>
      <dgm:spPr/>
      <dgm:t>
        <a:bodyPr/>
        <a:lstStyle/>
        <a:p>
          <a:r>
            <a:rPr lang="en-GB"/>
            <a:t>In and around 2010 Child F1’s mother was deregistered by the family’s GP due to her aggression when her requests for treatment for her children were refused as not being in their best interest. </a:t>
          </a:r>
          <a:endParaRPr lang="en-US"/>
        </a:p>
      </dgm:t>
    </dgm:pt>
    <dgm:pt modelId="{4BAAF369-598C-4717-96AA-9533D7FD49CD}" type="parTrans" cxnId="{97A7BA07-6EDA-4D44-B464-753660F264B2}">
      <dgm:prSet/>
      <dgm:spPr/>
      <dgm:t>
        <a:bodyPr/>
        <a:lstStyle/>
        <a:p>
          <a:endParaRPr lang="en-US"/>
        </a:p>
      </dgm:t>
    </dgm:pt>
    <dgm:pt modelId="{2F0A54A0-FBBE-4D12-895A-95304B65FD01}" type="sibTrans" cxnId="{97A7BA07-6EDA-4D44-B464-753660F264B2}">
      <dgm:prSet/>
      <dgm:spPr/>
      <dgm:t>
        <a:bodyPr/>
        <a:lstStyle/>
        <a:p>
          <a:endParaRPr lang="en-US"/>
        </a:p>
      </dgm:t>
    </dgm:pt>
    <dgm:pt modelId="{B323F333-AB0E-463E-BC61-01C6A5E4D50D}">
      <dgm:prSet/>
      <dgm:spPr/>
      <dgm:t>
        <a:bodyPr/>
        <a:lstStyle/>
        <a:p>
          <a:r>
            <a:rPr lang="en-GB"/>
            <a:t>Child F1’s mother had a number of health problems of her own for which she did not always attend appointments or take medical advice. </a:t>
          </a:r>
          <a:endParaRPr lang="en-US"/>
        </a:p>
      </dgm:t>
    </dgm:pt>
    <dgm:pt modelId="{7EB37DB4-6AAA-4D7D-A6DD-F45A486F4DC9}" type="parTrans" cxnId="{44717EFF-9724-483F-B979-A75DA1AA0534}">
      <dgm:prSet/>
      <dgm:spPr/>
      <dgm:t>
        <a:bodyPr/>
        <a:lstStyle/>
        <a:p>
          <a:endParaRPr lang="en-US"/>
        </a:p>
      </dgm:t>
    </dgm:pt>
    <dgm:pt modelId="{6AF10F7D-DBFA-4115-A0FC-0E11317237BA}" type="sibTrans" cxnId="{44717EFF-9724-483F-B979-A75DA1AA0534}">
      <dgm:prSet/>
      <dgm:spPr/>
      <dgm:t>
        <a:bodyPr/>
        <a:lstStyle/>
        <a:p>
          <a:endParaRPr lang="en-US"/>
        </a:p>
      </dgm:t>
    </dgm:pt>
    <dgm:pt modelId="{CE1B3D45-747D-4992-91DD-C0336A14BD5F}" type="pres">
      <dgm:prSet presAssocID="{E1EC9B18-BFB3-4E2A-8E54-7D50FC8D21F0}" presName="hierChild1" presStyleCnt="0">
        <dgm:presLayoutVars>
          <dgm:chPref val="1"/>
          <dgm:dir/>
          <dgm:animOne val="branch"/>
          <dgm:animLvl val="lvl"/>
          <dgm:resizeHandles/>
        </dgm:presLayoutVars>
      </dgm:prSet>
      <dgm:spPr/>
    </dgm:pt>
    <dgm:pt modelId="{3717CFFC-7890-4F66-A297-4A97ABDBAA1D}" type="pres">
      <dgm:prSet presAssocID="{89831605-C3AD-49E1-82E7-6815D6438CA9}" presName="hierRoot1" presStyleCnt="0"/>
      <dgm:spPr/>
    </dgm:pt>
    <dgm:pt modelId="{00BB3F62-EDAE-4559-89DB-D7317D2F6A54}" type="pres">
      <dgm:prSet presAssocID="{89831605-C3AD-49E1-82E7-6815D6438CA9}" presName="composite" presStyleCnt="0"/>
      <dgm:spPr/>
    </dgm:pt>
    <dgm:pt modelId="{7D38D115-9D7E-4FA6-9183-790CE48CD857}" type="pres">
      <dgm:prSet presAssocID="{89831605-C3AD-49E1-82E7-6815D6438CA9}" presName="background" presStyleLbl="node0" presStyleIdx="0" presStyleCnt="2"/>
      <dgm:spPr/>
    </dgm:pt>
    <dgm:pt modelId="{E8AF244E-3193-47B5-AD53-CDEBDCA5DAB1}" type="pres">
      <dgm:prSet presAssocID="{89831605-C3AD-49E1-82E7-6815D6438CA9}" presName="text" presStyleLbl="fgAcc0" presStyleIdx="0" presStyleCnt="2">
        <dgm:presLayoutVars>
          <dgm:chPref val="3"/>
        </dgm:presLayoutVars>
      </dgm:prSet>
      <dgm:spPr/>
    </dgm:pt>
    <dgm:pt modelId="{B6D76EE4-95AC-47CC-BB96-FBA793B34F60}" type="pres">
      <dgm:prSet presAssocID="{89831605-C3AD-49E1-82E7-6815D6438CA9}" presName="hierChild2" presStyleCnt="0"/>
      <dgm:spPr/>
    </dgm:pt>
    <dgm:pt modelId="{D58DBCF2-E9D7-4D67-8240-065D530B0EF2}" type="pres">
      <dgm:prSet presAssocID="{24C55D46-7DEE-45B0-90F0-C0FB4FFAC732}" presName="hierRoot1" presStyleCnt="0"/>
      <dgm:spPr/>
    </dgm:pt>
    <dgm:pt modelId="{BA8568EB-F32B-47E0-8B9D-D00C2F66AAB9}" type="pres">
      <dgm:prSet presAssocID="{24C55D46-7DEE-45B0-90F0-C0FB4FFAC732}" presName="composite" presStyleCnt="0"/>
      <dgm:spPr/>
    </dgm:pt>
    <dgm:pt modelId="{39D8AC44-505C-411A-B488-94BE26461F1F}" type="pres">
      <dgm:prSet presAssocID="{24C55D46-7DEE-45B0-90F0-C0FB4FFAC732}" presName="background" presStyleLbl="node0" presStyleIdx="1" presStyleCnt="2"/>
      <dgm:spPr/>
    </dgm:pt>
    <dgm:pt modelId="{0E70E8EA-EA43-4BC2-AAF0-C207E62FEA9D}" type="pres">
      <dgm:prSet presAssocID="{24C55D46-7DEE-45B0-90F0-C0FB4FFAC732}" presName="text" presStyleLbl="fgAcc0" presStyleIdx="1" presStyleCnt="2">
        <dgm:presLayoutVars>
          <dgm:chPref val="3"/>
        </dgm:presLayoutVars>
      </dgm:prSet>
      <dgm:spPr/>
    </dgm:pt>
    <dgm:pt modelId="{14221956-7BF6-47BD-864C-665216AC5580}" type="pres">
      <dgm:prSet presAssocID="{24C55D46-7DEE-45B0-90F0-C0FB4FFAC732}" presName="hierChild2" presStyleCnt="0"/>
      <dgm:spPr/>
    </dgm:pt>
    <dgm:pt modelId="{3DE1BAB1-2D57-4413-939D-C6D2D9926C99}" type="pres">
      <dgm:prSet presAssocID="{4BAAF369-598C-4717-96AA-9533D7FD49CD}" presName="Name10" presStyleLbl="parChTrans1D2" presStyleIdx="0" presStyleCnt="2"/>
      <dgm:spPr/>
    </dgm:pt>
    <dgm:pt modelId="{D25DCD23-CE33-4870-B6DC-04C13216C32B}" type="pres">
      <dgm:prSet presAssocID="{33DF8C02-333C-4FEE-B12B-B2C7E994D622}" presName="hierRoot2" presStyleCnt="0"/>
      <dgm:spPr/>
    </dgm:pt>
    <dgm:pt modelId="{1432C01B-15DE-4164-A3D5-B8BBA5E4B806}" type="pres">
      <dgm:prSet presAssocID="{33DF8C02-333C-4FEE-B12B-B2C7E994D622}" presName="composite2" presStyleCnt="0"/>
      <dgm:spPr/>
    </dgm:pt>
    <dgm:pt modelId="{69378C0B-4463-4317-A3A7-1E5868CA6F85}" type="pres">
      <dgm:prSet presAssocID="{33DF8C02-333C-4FEE-B12B-B2C7E994D622}" presName="background2" presStyleLbl="node2" presStyleIdx="0" presStyleCnt="2"/>
      <dgm:spPr/>
    </dgm:pt>
    <dgm:pt modelId="{F893ED2F-DF69-4E9D-A980-8D970D33D04B}" type="pres">
      <dgm:prSet presAssocID="{33DF8C02-333C-4FEE-B12B-B2C7E994D622}" presName="text2" presStyleLbl="fgAcc2" presStyleIdx="0" presStyleCnt="2">
        <dgm:presLayoutVars>
          <dgm:chPref val="3"/>
        </dgm:presLayoutVars>
      </dgm:prSet>
      <dgm:spPr/>
    </dgm:pt>
    <dgm:pt modelId="{13F44130-1F55-4243-A87C-C08A39C0EE61}" type="pres">
      <dgm:prSet presAssocID="{33DF8C02-333C-4FEE-B12B-B2C7E994D622}" presName="hierChild3" presStyleCnt="0"/>
      <dgm:spPr/>
    </dgm:pt>
    <dgm:pt modelId="{7B6D5151-E104-4125-B7A9-9669AA740966}" type="pres">
      <dgm:prSet presAssocID="{7EB37DB4-6AAA-4D7D-A6DD-F45A486F4DC9}" presName="Name10" presStyleLbl="parChTrans1D2" presStyleIdx="1" presStyleCnt="2"/>
      <dgm:spPr/>
    </dgm:pt>
    <dgm:pt modelId="{990261F5-C20D-4F93-BB4E-F8347B2646B9}" type="pres">
      <dgm:prSet presAssocID="{B323F333-AB0E-463E-BC61-01C6A5E4D50D}" presName="hierRoot2" presStyleCnt="0"/>
      <dgm:spPr/>
    </dgm:pt>
    <dgm:pt modelId="{19C476B7-B244-427A-9690-F18C9888033D}" type="pres">
      <dgm:prSet presAssocID="{B323F333-AB0E-463E-BC61-01C6A5E4D50D}" presName="composite2" presStyleCnt="0"/>
      <dgm:spPr/>
    </dgm:pt>
    <dgm:pt modelId="{8E2C20FC-DA6E-424E-8948-9E63598AC676}" type="pres">
      <dgm:prSet presAssocID="{B323F333-AB0E-463E-BC61-01C6A5E4D50D}" presName="background2" presStyleLbl="node2" presStyleIdx="1" presStyleCnt="2"/>
      <dgm:spPr/>
    </dgm:pt>
    <dgm:pt modelId="{AD843394-76E5-49C8-9AB8-4E965623E459}" type="pres">
      <dgm:prSet presAssocID="{B323F333-AB0E-463E-BC61-01C6A5E4D50D}" presName="text2" presStyleLbl="fgAcc2" presStyleIdx="1" presStyleCnt="2">
        <dgm:presLayoutVars>
          <dgm:chPref val="3"/>
        </dgm:presLayoutVars>
      </dgm:prSet>
      <dgm:spPr/>
    </dgm:pt>
    <dgm:pt modelId="{512B3C62-FA18-4957-89F2-348157046C36}" type="pres">
      <dgm:prSet presAssocID="{B323F333-AB0E-463E-BC61-01C6A5E4D50D}" presName="hierChild3" presStyleCnt="0"/>
      <dgm:spPr/>
    </dgm:pt>
  </dgm:ptLst>
  <dgm:cxnLst>
    <dgm:cxn modelId="{97A7BA07-6EDA-4D44-B464-753660F264B2}" srcId="{24C55D46-7DEE-45B0-90F0-C0FB4FFAC732}" destId="{33DF8C02-333C-4FEE-B12B-B2C7E994D622}" srcOrd="0" destOrd="0" parTransId="{4BAAF369-598C-4717-96AA-9533D7FD49CD}" sibTransId="{2F0A54A0-FBBE-4D12-895A-95304B65FD01}"/>
    <dgm:cxn modelId="{FBEE950F-0D0B-41D3-BC2E-3F674E74D640}" type="presOf" srcId="{B323F333-AB0E-463E-BC61-01C6A5E4D50D}" destId="{AD843394-76E5-49C8-9AB8-4E965623E459}" srcOrd="0" destOrd="0" presId="urn:microsoft.com/office/officeart/2005/8/layout/hierarchy1"/>
    <dgm:cxn modelId="{CE9DAD4A-F161-4AF4-AF76-F9C7BBB5D6E1}" type="presOf" srcId="{33DF8C02-333C-4FEE-B12B-B2C7E994D622}" destId="{F893ED2F-DF69-4E9D-A980-8D970D33D04B}" srcOrd="0" destOrd="0" presId="urn:microsoft.com/office/officeart/2005/8/layout/hierarchy1"/>
    <dgm:cxn modelId="{FD887694-68DE-4997-9E75-1D90350A3AA3}" type="presOf" srcId="{E1EC9B18-BFB3-4E2A-8E54-7D50FC8D21F0}" destId="{CE1B3D45-747D-4992-91DD-C0336A14BD5F}" srcOrd="0" destOrd="0" presId="urn:microsoft.com/office/officeart/2005/8/layout/hierarchy1"/>
    <dgm:cxn modelId="{71B1A3A8-96FD-4B96-A861-98F13ACD77D3}" type="presOf" srcId="{24C55D46-7DEE-45B0-90F0-C0FB4FFAC732}" destId="{0E70E8EA-EA43-4BC2-AAF0-C207E62FEA9D}" srcOrd="0" destOrd="0" presId="urn:microsoft.com/office/officeart/2005/8/layout/hierarchy1"/>
    <dgm:cxn modelId="{75B48BB2-F7C1-45FE-84BB-27BA0D8AF9C8}" srcId="{E1EC9B18-BFB3-4E2A-8E54-7D50FC8D21F0}" destId="{89831605-C3AD-49E1-82E7-6815D6438CA9}" srcOrd="0" destOrd="0" parTransId="{244F90C3-9BDD-4678-89DC-8C4E0EEE8B7F}" sibTransId="{BB1FBE4C-E745-4257-ADC5-119CDC7D9325}"/>
    <dgm:cxn modelId="{8FFC97C5-C6A9-49BF-BF16-91EB6BBB8842}" type="presOf" srcId="{7EB37DB4-6AAA-4D7D-A6DD-F45A486F4DC9}" destId="{7B6D5151-E104-4125-B7A9-9669AA740966}" srcOrd="0" destOrd="0" presId="urn:microsoft.com/office/officeart/2005/8/layout/hierarchy1"/>
    <dgm:cxn modelId="{31CB6CC9-2461-45E8-84DD-773A4D609D24}" type="presOf" srcId="{89831605-C3AD-49E1-82E7-6815D6438CA9}" destId="{E8AF244E-3193-47B5-AD53-CDEBDCA5DAB1}" srcOrd="0" destOrd="0" presId="urn:microsoft.com/office/officeart/2005/8/layout/hierarchy1"/>
    <dgm:cxn modelId="{C90024EA-8668-404E-A721-5454D6A39826}" type="presOf" srcId="{4BAAF369-598C-4717-96AA-9533D7FD49CD}" destId="{3DE1BAB1-2D57-4413-939D-C6D2D9926C99}" srcOrd="0" destOrd="0" presId="urn:microsoft.com/office/officeart/2005/8/layout/hierarchy1"/>
    <dgm:cxn modelId="{87F44AF8-D69A-4249-854C-BF8BEFE594F2}" srcId="{E1EC9B18-BFB3-4E2A-8E54-7D50FC8D21F0}" destId="{24C55D46-7DEE-45B0-90F0-C0FB4FFAC732}" srcOrd="1" destOrd="0" parTransId="{941DAEA0-EADC-4E54-B87B-FD637ADE62B6}" sibTransId="{3FD1E5ED-42A3-461E-ACE6-FE165823CB22}"/>
    <dgm:cxn modelId="{44717EFF-9724-483F-B979-A75DA1AA0534}" srcId="{24C55D46-7DEE-45B0-90F0-C0FB4FFAC732}" destId="{B323F333-AB0E-463E-BC61-01C6A5E4D50D}" srcOrd="1" destOrd="0" parTransId="{7EB37DB4-6AAA-4D7D-A6DD-F45A486F4DC9}" sibTransId="{6AF10F7D-DBFA-4115-A0FC-0E11317237BA}"/>
    <dgm:cxn modelId="{884950A7-F9A0-4D1C-9DD9-1E4183F54BE9}" type="presParOf" srcId="{CE1B3D45-747D-4992-91DD-C0336A14BD5F}" destId="{3717CFFC-7890-4F66-A297-4A97ABDBAA1D}" srcOrd="0" destOrd="0" presId="urn:microsoft.com/office/officeart/2005/8/layout/hierarchy1"/>
    <dgm:cxn modelId="{5BBA0D37-F198-4289-A1AF-B32F598E8BC3}" type="presParOf" srcId="{3717CFFC-7890-4F66-A297-4A97ABDBAA1D}" destId="{00BB3F62-EDAE-4559-89DB-D7317D2F6A54}" srcOrd="0" destOrd="0" presId="urn:microsoft.com/office/officeart/2005/8/layout/hierarchy1"/>
    <dgm:cxn modelId="{607DE0A9-C9DB-40F7-ABFE-2F6260FE1898}" type="presParOf" srcId="{00BB3F62-EDAE-4559-89DB-D7317D2F6A54}" destId="{7D38D115-9D7E-4FA6-9183-790CE48CD857}" srcOrd="0" destOrd="0" presId="urn:microsoft.com/office/officeart/2005/8/layout/hierarchy1"/>
    <dgm:cxn modelId="{21DC8BB2-F196-4665-AC25-A7E045AF3370}" type="presParOf" srcId="{00BB3F62-EDAE-4559-89DB-D7317D2F6A54}" destId="{E8AF244E-3193-47B5-AD53-CDEBDCA5DAB1}" srcOrd="1" destOrd="0" presId="urn:microsoft.com/office/officeart/2005/8/layout/hierarchy1"/>
    <dgm:cxn modelId="{1C3E6AA0-6F3E-41A5-A0DB-4701C5B14893}" type="presParOf" srcId="{3717CFFC-7890-4F66-A297-4A97ABDBAA1D}" destId="{B6D76EE4-95AC-47CC-BB96-FBA793B34F60}" srcOrd="1" destOrd="0" presId="urn:microsoft.com/office/officeart/2005/8/layout/hierarchy1"/>
    <dgm:cxn modelId="{2A4674AC-ABBC-4E76-9084-563AB96C968A}" type="presParOf" srcId="{CE1B3D45-747D-4992-91DD-C0336A14BD5F}" destId="{D58DBCF2-E9D7-4D67-8240-065D530B0EF2}" srcOrd="1" destOrd="0" presId="urn:microsoft.com/office/officeart/2005/8/layout/hierarchy1"/>
    <dgm:cxn modelId="{BC97360D-937A-4C7B-85E0-881FED1F6D93}" type="presParOf" srcId="{D58DBCF2-E9D7-4D67-8240-065D530B0EF2}" destId="{BA8568EB-F32B-47E0-8B9D-D00C2F66AAB9}" srcOrd="0" destOrd="0" presId="urn:microsoft.com/office/officeart/2005/8/layout/hierarchy1"/>
    <dgm:cxn modelId="{7DCB09FD-9250-4DBF-896A-62F6A4857565}" type="presParOf" srcId="{BA8568EB-F32B-47E0-8B9D-D00C2F66AAB9}" destId="{39D8AC44-505C-411A-B488-94BE26461F1F}" srcOrd="0" destOrd="0" presId="urn:microsoft.com/office/officeart/2005/8/layout/hierarchy1"/>
    <dgm:cxn modelId="{870BE3E3-67ED-478A-8EA1-C4EC22C31B36}" type="presParOf" srcId="{BA8568EB-F32B-47E0-8B9D-D00C2F66AAB9}" destId="{0E70E8EA-EA43-4BC2-AAF0-C207E62FEA9D}" srcOrd="1" destOrd="0" presId="urn:microsoft.com/office/officeart/2005/8/layout/hierarchy1"/>
    <dgm:cxn modelId="{8DF4677B-B20E-4C54-A967-015C30F2BC0C}" type="presParOf" srcId="{D58DBCF2-E9D7-4D67-8240-065D530B0EF2}" destId="{14221956-7BF6-47BD-864C-665216AC5580}" srcOrd="1" destOrd="0" presId="urn:microsoft.com/office/officeart/2005/8/layout/hierarchy1"/>
    <dgm:cxn modelId="{39D9F3E3-0ACB-4DB8-A177-81F02CBAC237}" type="presParOf" srcId="{14221956-7BF6-47BD-864C-665216AC5580}" destId="{3DE1BAB1-2D57-4413-939D-C6D2D9926C99}" srcOrd="0" destOrd="0" presId="urn:microsoft.com/office/officeart/2005/8/layout/hierarchy1"/>
    <dgm:cxn modelId="{470A1A3A-5B7E-4219-A93E-DE34D912E8B0}" type="presParOf" srcId="{14221956-7BF6-47BD-864C-665216AC5580}" destId="{D25DCD23-CE33-4870-B6DC-04C13216C32B}" srcOrd="1" destOrd="0" presId="urn:microsoft.com/office/officeart/2005/8/layout/hierarchy1"/>
    <dgm:cxn modelId="{EF15BCEB-CC97-44DA-AF05-BBE473B28FF2}" type="presParOf" srcId="{D25DCD23-CE33-4870-B6DC-04C13216C32B}" destId="{1432C01B-15DE-4164-A3D5-B8BBA5E4B806}" srcOrd="0" destOrd="0" presId="urn:microsoft.com/office/officeart/2005/8/layout/hierarchy1"/>
    <dgm:cxn modelId="{216B39DC-885A-4363-ADF6-4BBCD7C65AB6}" type="presParOf" srcId="{1432C01B-15DE-4164-A3D5-B8BBA5E4B806}" destId="{69378C0B-4463-4317-A3A7-1E5868CA6F85}" srcOrd="0" destOrd="0" presId="urn:microsoft.com/office/officeart/2005/8/layout/hierarchy1"/>
    <dgm:cxn modelId="{27B6BF69-A5E8-4021-9D5C-4FC0010E4ADD}" type="presParOf" srcId="{1432C01B-15DE-4164-A3D5-B8BBA5E4B806}" destId="{F893ED2F-DF69-4E9D-A980-8D970D33D04B}" srcOrd="1" destOrd="0" presId="urn:microsoft.com/office/officeart/2005/8/layout/hierarchy1"/>
    <dgm:cxn modelId="{B9AD8A34-0C74-478A-B893-38ED1E85FBE5}" type="presParOf" srcId="{D25DCD23-CE33-4870-B6DC-04C13216C32B}" destId="{13F44130-1F55-4243-A87C-C08A39C0EE61}" srcOrd="1" destOrd="0" presId="urn:microsoft.com/office/officeart/2005/8/layout/hierarchy1"/>
    <dgm:cxn modelId="{4430B953-FB36-42E3-8601-E25E36488482}" type="presParOf" srcId="{14221956-7BF6-47BD-864C-665216AC5580}" destId="{7B6D5151-E104-4125-B7A9-9669AA740966}" srcOrd="2" destOrd="0" presId="urn:microsoft.com/office/officeart/2005/8/layout/hierarchy1"/>
    <dgm:cxn modelId="{0EEBC2E6-6E19-4FA3-BF5C-0DDEA7D7CC3C}" type="presParOf" srcId="{14221956-7BF6-47BD-864C-665216AC5580}" destId="{990261F5-C20D-4F93-BB4E-F8347B2646B9}" srcOrd="3" destOrd="0" presId="urn:microsoft.com/office/officeart/2005/8/layout/hierarchy1"/>
    <dgm:cxn modelId="{94487D3A-1BD8-494E-9408-4A3F10EE1C53}" type="presParOf" srcId="{990261F5-C20D-4F93-BB4E-F8347B2646B9}" destId="{19C476B7-B244-427A-9690-F18C9888033D}" srcOrd="0" destOrd="0" presId="urn:microsoft.com/office/officeart/2005/8/layout/hierarchy1"/>
    <dgm:cxn modelId="{44C2A136-964D-412D-9D55-158CE45C41DE}" type="presParOf" srcId="{19C476B7-B244-427A-9690-F18C9888033D}" destId="{8E2C20FC-DA6E-424E-8948-9E63598AC676}" srcOrd="0" destOrd="0" presId="urn:microsoft.com/office/officeart/2005/8/layout/hierarchy1"/>
    <dgm:cxn modelId="{309E7DF9-722C-4F7C-B001-68F1A578DA77}" type="presParOf" srcId="{19C476B7-B244-427A-9690-F18C9888033D}" destId="{AD843394-76E5-49C8-9AB8-4E965623E459}" srcOrd="1" destOrd="0" presId="urn:microsoft.com/office/officeart/2005/8/layout/hierarchy1"/>
    <dgm:cxn modelId="{244E3DDC-6079-4350-9BF2-7F204969BF08}" type="presParOf" srcId="{990261F5-C20D-4F93-BB4E-F8347B2646B9}" destId="{512B3C62-FA18-4957-89F2-348157046C3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96F6C62-F00C-463A-A7AA-7CFAC49D7DD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E4582F7-9BFC-41E7-A77B-34608BACD0CA}">
      <dgm:prSet/>
      <dgm:spPr/>
      <dgm:t>
        <a:bodyPr/>
        <a:lstStyle/>
        <a:p>
          <a:r>
            <a:rPr lang="en-GB"/>
            <a:t>The review period starts in July 2013 when Child F1 was in the first year of secondary school. F1 was a popular student with staff and pupils, doing well academically; but there were concerns about their attendance.</a:t>
          </a:r>
          <a:endParaRPr lang="en-US"/>
        </a:p>
      </dgm:t>
    </dgm:pt>
    <dgm:pt modelId="{F3FCEAD1-8D09-417D-A727-44873E773F82}" type="parTrans" cxnId="{732B80CA-3472-4A3C-8909-03DE1FE19820}">
      <dgm:prSet/>
      <dgm:spPr/>
      <dgm:t>
        <a:bodyPr/>
        <a:lstStyle/>
        <a:p>
          <a:endParaRPr lang="en-US"/>
        </a:p>
      </dgm:t>
    </dgm:pt>
    <dgm:pt modelId="{351D9E16-E3C7-42C2-B4B6-8EC8D4714B49}" type="sibTrans" cxnId="{732B80CA-3472-4A3C-8909-03DE1FE19820}">
      <dgm:prSet/>
      <dgm:spPr/>
      <dgm:t>
        <a:bodyPr/>
        <a:lstStyle/>
        <a:p>
          <a:endParaRPr lang="en-US"/>
        </a:p>
      </dgm:t>
    </dgm:pt>
    <dgm:pt modelId="{04FB5ACC-D5C4-426A-A38C-5794494096F0}">
      <dgm:prSet/>
      <dgm:spPr/>
      <dgm:t>
        <a:bodyPr/>
        <a:lstStyle/>
        <a:p>
          <a:r>
            <a:rPr lang="en-GB"/>
            <a:t>In July 2013 mother took Child F1 to the GP because of concerns regarding sleep problems, which was subsequently found to be sleep apnoea caused by F1's obesity and enlarged tonsils.</a:t>
          </a:r>
          <a:endParaRPr lang="en-US"/>
        </a:p>
      </dgm:t>
    </dgm:pt>
    <dgm:pt modelId="{BAA43D2C-10F4-40E7-8F2D-77D434692258}" type="parTrans" cxnId="{728BF535-54B0-4F2C-8542-D2CB4A786CB4}">
      <dgm:prSet/>
      <dgm:spPr/>
      <dgm:t>
        <a:bodyPr/>
        <a:lstStyle/>
        <a:p>
          <a:endParaRPr lang="en-US"/>
        </a:p>
      </dgm:t>
    </dgm:pt>
    <dgm:pt modelId="{EB8742AB-5ED5-4A54-9C6D-F4D92F30BA3C}" type="sibTrans" cxnId="{728BF535-54B0-4F2C-8542-D2CB4A786CB4}">
      <dgm:prSet/>
      <dgm:spPr/>
      <dgm:t>
        <a:bodyPr/>
        <a:lstStyle/>
        <a:p>
          <a:endParaRPr lang="en-US"/>
        </a:p>
      </dgm:t>
    </dgm:pt>
    <dgm:pt modelId="{8D1C2AF5-7B61-4E46-AF36-56EABAD62CE6}">
      <dgm:prSet/>
      <dgm:spPr/>
      <dgm:t>
        <a:bodyPr/>
        <a:lstStyle/>
        <a:p>
          <a:r>
            <a:rPr lang="en-GB"/>
            <a:t>In April 2014 a tonsillectomy, occurred with a referral to the Family Weight Management Service (FWMS) to address F1's obesity. </a:t>
          </a:r>
          <a:endParaRPr lang="en-US"/>
        </a:p>
      </dgm:t>
    </dgm:pt>
    <dgm:pt modelId="{5589858E-1286-4A58-B7A8-F1A1FB9CFFE3}" type="parTrans" cxnId="{9DEAFE40-FD38-4249-AE4E-84941A2A61AF}">
      <dgm:prSet/>
      <dgm:spPr/>
      <dgm:t>
        <a:bodyPr/>
        <a:lstStyle/>
        <a:p>
          <a:endParaRPr lang="en-US"/>
        </a:p>
      </dgm:t>
    </dgm:pt>
    <dgm:pt modelId="{D4A7FF24-5839-4297-BB1A-160DD0EF6D54}" type="sibTrans" cxnId="{9DEAFE40-FD38-4249-AE4E-84941A2A61AF}">
      <dgm:prSet/>
      <dgm:spPr/>
      <dgm:t>
        <a:bodyPr/>
        <a:lstStyle/>
        <a:p>
          <a:endParaRPr lang="en-US"/>
        </a:p>
      </dgm:t>
    </dgm:pt>
    <dgm:pt modelId="{66E94247-09FE-4C28-B296-D49638452B28}">
      <dgm:prSet/>
      <dgm:spPr/>
      <dgm:t>
        <a:bodyPr/>
        <a:lstStyle/>
        <a:p>
          <a:r>
            <a:rPr lang="en-GB"/>
            <a:t>The FWMS worked with Child F1 and their family for a period of nine months, and although F1 lost a small amount of weight, this was not maintained; mother did not engage with the advice provided and disengaged with the service in August 2014</a:t>
          </a:r>
          <a:endParaRPr lang="en-US"/>
        </a:p>
      </dgm:t>
    </dgm:pt>
    <dgm:pt modelId="{FACFDB42-660B-4449-978F-01D36CDE13D1}" type="parTrans" cxnId="{CA7A0E69-4546-4564-B40B-90A47C9FB518}">
      <dgm:prSet/>
      <dgm:spPr/>
      <dgm:t>
        <a:bodyPr/>
        <a:lstStyle/>
        <a:p>
          <a:endParaRPr lang="en-US"/>
        </a:p>
      </dgm:t>
    </dgm:pt>
    <dgm:pt modelId="{271473A3-3D97-470F-931A-256E54801FB8}" type="sibTrans" cxnId="{CA7A0E69-4546-4564-B40B-90A47C9FB518}">
      <dgm:prSet/>
      <dgm:spPr/>
      <dgm:t>
        <a:bodyPr/>
        <a:lstStyle/>
        <a:p>
          <a:endParaRPr lang="en-US"/>
        </a:p>
      </dgm:t>
    </dgm:pt>
    <dgm:pt modelId="{6EA876FB-F368-44E1-B745-84B5EDBF4567}" type="pres">
      <dgm:prSet presAssocID="{496F6C62-F00C-463A-A7AA-7CFAC49D7DDC}" presName="linear" presStyleCnt="0">
        <dgm:presLayoutVars>
          <dgm:animLvl val="lvl"/>
          <dgm:resizeHandles val="exact"/>
        </dgm:presLayoutVars>
      </dgm:prSet>
      <dgm:spPr/>
    </dgm:pt>
    <dgm:pt modelId="{4B896554-DE91-4C61-9C2A-423AFD9B1916}" type="pres">
      <dgm:prSet presAssocID="{1E4582F7-9BFC-41E7-A77B-34608BACD0CA}" presName="parentText" presStyleLbl="node1" presStyleIdx="0" presStyleCnt="4">
        <dgm:presLayoutVars>
          <dgm:chMax val="0"/>
          <dgm:bulletEnabled val="1"/>
        </dgm:presLayoutVars>
      </dgm:prSet>
      <dgm:spPr/>
    </dgm:pt>
    <dgm:pt modelId="{51D30EB2-723B-4E14-9C6E-8BBCB6AD3CC4}" type="pres">
      <dgm:prSet presAssocID="{351D9E16-E3C7-42C2-B4B6-8EC8D4714B49}" presName="spacer" presStyleCnt="0"/>
      <dgm:spPr/>
    </dgm:pt>
    <dgm:pt modelId="{3E8315A6-6204-4DE9-86D3-4B7CCE9BD195}" type="pres">
      <dgm:prSet presAssocID="{04FB5ACC-D5C4-426A-A38C-5794494096F0}" presName="parentText" presStyleLbl="node1" presStyleIdx="1" presStyleCnt="4">
        <dgm:presLayoutVars>
          <dgm:chMax val="0"/>
          <dgm:bulletEnabled val="1"/>
        </dgm:presLayoutVars>
      </dgm:prSet>
      <dgm:spPr/>
    </dgm:pt>
    <dgm:pt modelId="{99080B30-E51B-4F54-B96D-7A4936FD86F4}" type="pres">
      <dgm:prSet presAssocID="{EB8742AB-5ED5-4A54-9C6D-F4D92F30BA3C}" presName="spacer" presStyleCnt="0"/>
      <dgm:spPr/>
    </dgm:pt>
    <dgm:pt modelId="{A82EAA45-B111-4283-909E-EB5166D5D506}" type="pres">
      <dgm:prSet presAssocID="{8D1C2AF5-7B61-4E46-AF36-56EABAD62CE6}" presName="parentText" presStyleLbl="node1" presStyleIdx="2" presStyleCnt="4">
        <dgm:presLayoutVars>
          <dgm:chMax val="0"/>
          <dgm:bulletEnabled val="1"/>
        </dgm:presLayoutVars>
      </dgm:prSet>
      <dgm:spPr/>
    </dgm:pt>
    <dgm:pt modelId="{B8BB6A3C-011A-464B-A75D-6130470DF571}" type="pres">
      <dgm:prSet presAssocID="{D4A7FF24-5839-4297-BB1A-160DD0EF6D54}" presName="spacer" presStyleCnt="0"/>
      <dgm:spPr/>
    </dgm:pt>
    <dgm:pt modelId="{8AE3C526-E066-47E8-B28A-08436C1B0A5B}" type="pres">
      <dgm:prSet presAssocID="{66E94247-09FE-4C28-B296-D49638452B28}" presName="parentText" presStyleLbl="node1" presStyleIdx="3" presStyleCnt="4">
        <dgm:presLayoutVars>
          <dgm:chMax val="0"/>
          <dgm:bulletEnabled val="1"/>
        </dgm:presLayoutVars>
      </dgm:prSet>
      <dgm:spPr/>
    </dgm:pt>
  </dgm:ptLst>
  <dgm:cxnLst>
    <dgm:cxn modelId="{728BF535-54B0-4F2C-8542-D2CB4A786CB4}" srcId="{496F6C62-F00C-463A-A7AA-7CFAC49D7DDC}" destId="{04FB5ACC-D5C4-426A-A38C-5794494096F0}" srcOrd="1" destOrd="0" parTransId="{BAA43D2C-10F4-40E7-8F2D-77D434692258}" sibTransId="{EB8742AB-5ED5-4A54-9C6D-F4D92F30BA3C}"/>
    <dgm:cxn modelId="{9DEAFE40-FD38-4249-AE4E-84941A2A61AF}" srcId="{496F6C62-F00C-463A-A7AA-7CFAC49D7DDC}" destId="{8D1C2AF5-7B61-4E46-AF36-56EABAD62CE6}" srcOrd="2" destOrd="0" parTransId="{5589858E-1286-4A58-B7A8-F1A1FB9CFFE3}" sibTransId="{D4A7FF24-5839-4297-BB1A-160DD0EF6D54}"/>
    <dgm:cxn modelId="{B623B461-C96F-4299-A216-99FBEBF628EB}" type="presOf" srcId="{8D1C2AF5-7B61-4E46-AF36-56EABAD62CE6}" destId="{A82EAA45-B111-4283-909E-EB5166D5D506}" srcOrd="0" destOrd="0" presId="urn:microsoft.com/office/officeart/2005/8/layout/vList2"/>
    <dgm:cxn modelId="{CA7A0E69-4546-4564-B40B-90A47C9FB518}" srcId="{496F6C62-F00C-463A-A7AA-7CFAC49D7DDC}" destId="{66E94247-09FE-4C28-B296-D49638452B28}" srcOrd="3" destOrd="0" parTransId="{FACFDB42-660B-4449-978F-01D36CDE13D1}" sibTransId="{271473A3-3D97-470F-931A-256E54801FB8}"/>
    <dgm:cxn modelId="{EA5C3086-CDED-4C46-BAA6-01D12C0C0F5A}" type="presOf" srcId="{1E4582F7-9BFC-41E7-A77B-34608BACD0CA}" destId="{4B896554-DE91-4C61-9C2A-423AFD9B1916}" srcOrd="0" destOrd="0" presId="urn:microsoft.com/office/officeart/2005/8/layout/vList2"/>
    <dgm:cxn modelId="{8D664690-2ED6-4034-A21A-DE6D8EE9676E}" type="presOf" srcId="{04FB5ACC-D5C4-426A-A38C-5794494096F0}" destId="{3E8315A6-6204-4DE9-86D3-4B7CCE9BD195}" srcOrd="0" destOrd="0" presId="urn:microsoft.com/office/officeart/2005/8/layout/vList2"/>
    <dgm:cxn modelId="{11E7E8AF-2DA8-4FBF-8BF0-D3D9D47EEFBE}" type="presOf" srcId="{66E94247-09FE-4C28-B296-D49638452B28}" destId="{8AE3C526-E066-47E8-B28A-08436C1B0A5B}" srcOrd="0" destOrd="0" presId="urn:microsoft.com/office/officeart/2005/8/layout/vList2"/>
    <dgm:cxn modelId="{732B80CA-3472-4A3C-8909-03DE1FE19820}" srcId="{496F6C62-F00C-463A-A7AA-7CFAC49D7DDC}" destId="{1E4582F7-9BFC-41E7-A77B-34608BACD0CA}" srcOrd="0" destOrd="0" parTransId="{F3FCEAD1-8D09-417D-A727-44873E773F82}" sibTransId="{351D9E16-E3C7-42C2-B4B6-8EC8D4714B49}"/>
    <dgm:cxn modelId="{CA0532DD-B02B-484A-A95F-9FCDB10E9D71}" type="presOf" srcId="{496F6C62-F00C-463A-A7AA-7CFAC49D7DDC}" destId="{6EA876FB-F368-44E1-B745-84B5EDBF4567}" srcOrd="0" destOrd="0" presId="urn:microsoft.com/office/officeart/2005/8/layout/vList2"/>
    <dgm:cxn modelId="{727002D3-2507-4D7F-909E-14BE9B9614F9}" type="presParOf" srcId="{6EA876FB-F368-44E1-B745-84B5EDBF4567}" destId="{4B896554-DE91-4C61-9C2A-423AFD9B1916}" srcOrd="0" destOrd="0" presId="urn:microsoft.com/office/officeart/2005/8/layout/vList2"/>
    <dgm:cxn modelId="{72A489DB-DCF0-470F-8F7A-012E51D4DCBB}" type="presParOf" srcId="{6EA876FB-F368-44E1-B745-84B5EDBF4567}" destId="{51D30EB2-723B-4E14-9C6E-8BBCB6AD3CC4}" srcOrd="1" destOrd="0" presId="urn:microsoft.com/office/officeart/2005/8/layout/vList2"/>
    <dgm:cxn modelId="{E722066A-25A3-4343-A86D-006604D6E63D}" type="presParOf" srcId="{6EA876FB-F368-44E1-B745-84B5EDBF4567}" destId="{3E8315A6-6204-4DE9-86D3-4B7CCE9BD195}" srcOrd="2" destOrd="0" presId="urn:microsoft.com/office/officeart/2005/8/layout/vList2"/>
    <dgm:cxn modelId="{E1771EEA-2C62-4FF0-A299-ED23C1897596}" type="presParOf" srcId="{6EA876FB-F368-44E1-B745-84B5EDBF4567}" destId="{99080B30-E51B-4F54-B96D-7A4936FD86F4}" srcOrd="3" destOrd="0" presId="urn:microsoft.com/office/officeart/2005/8/layout/vList2"/>
    <dgm:cxn modelId="{F790A3CB-CC28-44EC-A351-2696710CB56A}" type="presParOf" srcId="{6EA876FB-F368-44E1-B745-84B5EDBF4567}" destId="{A82EAA45-B111-4283-909E-EB5166D5D506}" srcOrd="4" destOrd="0" presId="urn:microsoft.com/office/officeart/2005/8/layout/vList2"/>
    <dgm:cxn modelId="{765B5148-067A-4002-9B14-BADBB3C49419}" type="presParOf" srcId="{6EA876FB-F368-44E1-B745-84B5EDBF4567}" destId="{B8BB6A3C-011A-464B-A75D-6130470DF571}" srcOrd="5" destOrd="0" presId="urn:microsoft.com/office/officeart/2005/8/layout/vList2"/>
    <dgm:cxn modelId="{B4AD12CD-8576-42E4-ACBC-A970ADE0D1F8}" type="presParOf" srcId="{6EA876FB-F368-44E1-B745-84B5EDBF4567}" destId="{8AE3C526-E066-47E8-B28A-08436C1B0A5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F3F9BE0-3BFD-4427-9786-13C162BD605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C8CAEB3-1549-49E2-84BB-5A1FEC1A2DAF}">
      <dgm:prSet/>
      <dgm:spPr/>
      <dgm:t>
        <a:bodyPr/>
        <a:lstStyle/>
        <a:p>
          <a:r>
            <a:rPr lang="en-GB"/>
            <a:t>During the hospital admission there were concerns regarding mother’s behaviour and attitude, she brought inappropriate food into the unit, was seen to be hostile and aggressive and there was evidence of emotional abuse to child F1. </a:t>
          </a:r>
          <a:endParaRPr lang="en-US"/>
        </a:p>
      </dgm:t>
    </dgm:pt>
    <dgm:pt modelId="{DCF572DC-8B39-4027-B4D6-C5A52B020CBF}" type="parTrans" cxnId="{77F42206-A1A0-4EF8-95CE-B893AC547728}">
      <dgm:prSet/>
      <dgm:spPr/>
      <dgm:t>
        <a:bodyPr/>
        <a:lstStyle/>
        <a:p>
          <a:endParaRPr lang="en-US"/>
        </a:p>
      </dgm:t>
    </dgm:pt>
    <dgm:pt modelId="{4B7A668D-6856-46C7-85C9-04180CAB1181}" type="sibTrans" cxnId="{77F42206-A1A0-4EF8-95CE-B893AC547728}">
      <dgm:prSet/>
      <dgm:spPr/>
      <dgm:t>
        <a:bodyPr/>
        <a:lstStyle/>
        <a:p>
          <a:endParaRPr lang="en-US"/>
        </a:p>
      </dgm:t>
    </dgm:pt>
    <dgm:pt modelId="{EC779C37-5186-4E4B-913D-F72E63D43D3B}">
      <dgm:prSet/>
      <dgm:spPr/>
      <dgm:t>
        <a:bodyPr/>
        <a:lstStyle/>
        <a:p>
          <a:r>
            <a:rPr lang="en-GB"/>
            <a:t>A multi-agency meeting was held – the first one – and a referral made to Children’s Social Care. </a:t>
          </a:r>
          <a:endParaRPr lang="en-US"/>
        </a:p>
      </dgm:t>
    </dgm:pt>
    <dgm:pt modelId="{B079DBCC-B86E-4D7A-8D01-B4D81AE1733F}" type="parTrans" cxnId="{E4F079AB-59F8-4852-9424-14143EEC3BBC}">
      <dgm:prSet/>
      <dgm:spPr/>
      <dgm:t>
        <a:bodyPr/>
        <a:lstStyle/>
        <a:p>
          <a:endParaRPr lang="en-US"/>
        </a:p>
      </dgm:t>
    </dgm:pt>
    <dgm:pt modelId="{BD134417-3242-4586-B5C0-8AFFC7C47D78}" type="sibTrans" cxnId="{E4F079AB-59F8-4852-9424-14143EEC3BBC}">
      <dgm:prSet/>
      <dgm:spPr/>
      <dgm:t>
        <a:bodyPr/>
        <a:lstStyle/>
        <a:p>
          <a:endParaRPr lang="en-US"/>
        </a:p>
      </dgm:t>
    </dgm:pt>
    <dgm:pt modelId="{BB446970-DBB4-4920-8838-07D52E05303B}">
      <dgm:prSet/>
      <dgm:spPr/>
      <dgm:t>
        <a:bodyPr/>
        <a:lstStyle/>
        <a:p>
          <a:r>
            <a:rPr lang="en-GB"/>
            <a:t>It was agreed that assessments of the siblings would take place after child F1’s death and these assessments led to the siblings being subject to child protection plans. </a:t>
          </a:r>
          <a:endParaRPr lang="en-US"/>
        </a:p>
      </dgm:t>
    </dgm:pt>
    <dgm:pt modelId="{8581FDB2-6C28-4A00-B18B-5A8A54489553}" type="parTrans" cxnId="{7FD72549-337C-41E8-B855-B5C222A6BE14}">
      <dgm:prSet/>
      <dgm:spPr/>
      <dgm:t>
        <a:bodyPr/>
        <a:lstStyle/>
        <a:p>
          <a:endParaRPr lang="en-US"/>
        </a:p>
      </dgm:t>
    </dgm:pt>
    <dgm:pt modelId="{0210A061-43B5-4E2A-9DC7-69E6A2D8CE90}" type="sibTrans" cxnId="{7FD72549-337C-41E8-B855-B5C222A6BE14}">
      <dgm:prSet/>
      <dgm:spPr/>
      <dgm:t>
        <a:bodyPr/>
        <a:lstStyle/>
        <a:p>
          <a:endParaRPr lang="en-US"/>
        </a:p>
      </dgm:t>
    </dgm:pt>
    <dgm:pt modelId="{4814467D-7B9A-4769-8FFF-4ABC4BC672C0}">
      <dgm:prSet/>
      <dgm:spPr/>
      <dgm:t>
        <a:bodyPr/>
        <a:lstStyle/>
        <a:p>
          <a:r>
            <a:rPr lang="en-GB"/>
            <a:t>Child F1 died four weeks after admittance to PICU from a heart condition that was exacerbated by their morbid obesity.</a:t>
          </a:r>
          <a:endParaRPr lang="en-US"/>
        </a:p>
      </dgm:t>
    </dgm:pt>
    <dgm:pt modelId="{4587F8E6-02AD-4961-85C7-2C1023A7A26A}" type="parTrans" cxnId="{7E9C5E1C-AB7E-4130-AB47-2C5FA95AE9D2}">
      <dgm:prSet/>
      <dgm:spPr/>
      <dgm:t>
        <a:bodyPr/>
        <a:lstStyle/>
        <a:p>
          <a:endParaRPr lang="en-US"/>
        </a:p>
      </dgm:t>
    </dgm:pt>
    <dgm:pt modelId="{5A596A17-3D59-4B0A-A266-5DCBFD08318C}" type="sibTrans" cxnId="{7E9C5E1C-AB7E-4130-AB47-2C5FA95AE9D2}">
      <dgm:prSet/>
      <dgm:spPr/>
      <dgm:t>
        <a:bodyPr/>
        <a:lstStyle/>
        <a:p>
          <a:endParaRPr lang="en-US"/>
        </a:p>
      </dgm:t>
    </dgm:pt>
    <dgm:pt modelId="{EDAA46AC-5B8C-4BA8-9598-2827F33A4AAD}" type="pres">
      <dgm:prSet presAssocID="{DF3F9BE0-3BFD-4427-9786-13C162BD6057}" presName="linear" presStyleCnt="0">
        <dgm:presLayoutVars>
          <dgm:animLvl val="lvl"/>
          <dgm:resizeHandles val="exact"/>
        </dgm:presLayoutVars>
      </dgm:prSet>
      <dgm:spPr/>
    </dgm:pt>
    <dgm:pt modelId="{E3398488-63E8-42DA-A8B4-A668B66B1EDF}" type="pres">
      <dgm:prSet presAssocID="{6C8CAEB3-1549-49E2-84BB-5A1FEC1A2DAF}" presName="parentText" presStyleLbl="node1" presStyleIdx="0" presStyleCnt="4">
        <dgm:presLayoutVars>
          <dgm:chMax val="0"/>
          <dgm:bulletEnabled val="1"/>
        </dgm:presLayoutVars>
      </dgm:prSet>
      <dgm:spPr/>
    </dgm:pt>
    <dgm:pt modelId="{F3A1C41E-9A4F-40AC-B8B3-2F54206A0EAC}" type="pres">
      <dgm:prSet presAssocID="{4B7A668D-6856-46C7-85C9-04180CAB1181}" presName="spacer" presStyleCnt="0"/>
      <dgm:spPr/>
    </dgm:pt>
    <dgm:pt modelId="{5E1E8584-BF55-4748-9F27-17685D359FA7}" type="pres">
      <dgm:prSet presAssocID="{EC779C37-5186-4E4B-913D-F72E63D43D3B}" presName="parentText" presStyleLbl="node1" presStyleIdx="1" presStyleCnt="4">
        <dgm:presLayoutVars>
          <dgm:chMax val="0"/>
          <dgm:bulletEnabled val="1"/>
        </dgm:presLayoutVars>
      </dgm:prSet>
      <dgm:spPr/>
    </dgm:pt>
    <dgm:pt modelId="{2F0223E9-AD9A-42F2-8D19-243FF7C647BE}" type="pres">
      <dgm:prSet presAssocID="{BD134417-3242-4586-B5C0-8AFFC7C47D78}" presName="spacer" presStyleCnt="0"/>
      <dgm:spPr/>
    </dgm:pt>
    <dgm:pt modelId="{EA60BFBA-FA52-49EE-A83B-67016C66E01C}" type="pres">
      <dgm:prSet presAssocID="{BB446970-DBB4-4920-8838-07D52E05303B}" presName="parentText" presStyleLbl="node1" presStyleIdx="2" presStyleCnt="4">
        <dgm:presLayoutVars>
          <dgm:chMax val="0"/>
          <dgm:bulletEnabled val="1"/>
        </dgm:presLayoutVars>
      </dgm:prSet>
      <dgm:spPr/>
    </dgm:pt>
    <dgm:pt modelId="{01A4D516-EEFC-4947-9D3D-11C0D2A65CB8}" type="pres">
      <dgm:prSet presAssocID="{0210A061-43B5-4E2A-9DC7-69E6A2D8CE90}" presName="spacer" presStyleCnt="0"/>
      <dgm:spPr/>
    </dgm:pt>
    <dgm:pt modelId="{E154E87E-133E-4084-BFE0-385E46E1DA21}" type="pres">
      <dgm:prSet presAssocID="{4814467D-7B9A-4769-8FFF-4ABC4BC672C0}" presName="parentText" presStyleLbl="node1" presStyleIdx="3" presStyleCnt="4">
        <dgm:presLayoutVars>
          <dgm:chMax val="0"/>
          <dgm:bulletEnabled val="1"/>
        </dgm:presLayoutVars>
      </dgm:prSet>
      <dgm:spPr/>
    </dgm:pt>
  </dgm:ptLst>
  <dgm:cxnLst>
    <dgm:cxn modelId="{77F42206-A1A0-4EF8-95CE-B893AC547728}" srcId="{DF3F9BE0-3BFD-4427-9786-13C162BD6057}" destId="{6C8CAEB3-1549-49E2-84BB-5A1FEC1A2DAF}" srcOrd="0" destOrd="0" parTransId="{DCF572DC-8B39-4027-B4D6-C5A52B020CBF}" sibTransId="{4B7A668D-6856-46C7-85C9-04180CAB1181}"/>
    <dgm:cxn modelId="{7E9C5E1C-AB7E-4130-AB47-2C5FA95AE9D2}" srcId="{DF3F9BE0-3BFD-4427-9786-13C162BD6057}" destId="{4814467D-7B9A-4769-8FFF-4ABC4BC672C0}" srcOrd="3" destOrd="0" parTransId="{4587F8E6-02AD-4961-85C7-2C1023A7A26A}" sibTransId="{5A596A17-3D59-4B0A-A266-5DCBFD08318C}"/>
    <dgm:cxn modelId="{B6EC953E-A282-4DC0-BEA9-D7771191F56C}" type="presOf" srcId="{4814467D-7B9A-4769-8FFF-4ABC4BC672C0}" destId="{E154E87E-133E-4084-BFE0-385E46E1DA21}" srcOrd="0" destOrd="0" presId="urn:microsoft.com/office/officeart/2005/8/layout/vList2"/>
    <dgm:cxn modelId="{7FD72549-337C-41E8-B855-B5C222A6BE14}" srcId="{DF3F9BE0-3BFD-4427-9786-13C162BD6057}" destId="{BB446970-DBB4-4920-8838-07D52E05303B}" srcOrd="2" destOrd="0" parTransId="{8581FDB2-6C28-4A00-B18B-5A8A54489553}" sibTransId="{0210A061-43B5-4E2A-9DC7-69E6A2D8CE90}"/>
    <dgm:cxn modelId="{19BEED69-06A5-4FEA-A732-366BE868BB5B}" type="presOf" srcId="{6C8CAEB3-1549-49E2-84BB-5A1FEC1A2DAF}" destId="{E3398488-63E8-42DA-A8B4-A668B66B1EDF}" srcOrd="0" destOrd="0" presId="urn:microsoft.com/office/officeart/2005/8/layout/vList2"/>
    <dgm:cxn modelId="{3DF87984-C4BC-4A8D-A58C-394DC643AEF2}" type="presOf" srcId="{BB446970-DBB4-4920-8838-07D52E05303B}" destId="{EA60BFBA-FA52-49EE-A83B-67016C66E01C}" srcOrd="0" destOrd="0" presId="urn:microsoft.com/office/officeart/2005/8/layout/vList2"/>
    <dgm:cxn modelId="{DB877F84-A30D-48ED-BA84-737FCD8A319B}" type="presOf" srcId="{DF3F9BE0-3BFD-4427-9786-13C162BD6057}" destId="{EDAA46AC-5B8C-4BA8-9598-2827F33A4AAD}" srcOrd="0" destOrd="0" presId="urn:microsoft.com/office/officeart/2005/8/layout/vList2"/>
    <dgm:cxn modelId="{E4F079AB-59F8-4852-9424-14143EEC3BBC}" srcId="{DF3F9BE0-3BFD-4427-9786-13C162BD6057}" destId="{EC779C37-5186-4E4B-913D-F72E63D43D3B}" srcOrd="1" destOrd="0" parTransId="{B079DBCC-B86E-4D7A-8D01-B4D81AE1733F}" sibTransId="{BD134417-3242-4586-B5C0-8AFFC7C47D78}"/>
    <dgm:cxn modelId="{FEFD0AB3-9DC3-4828-963A-1784ABC766E6}" type="presOf" srcId="{EC779C37-5186-4E4B-913D-F72E63D43D3B}" destId="{5E1E8584-BF55-4748-9F27-17685D359FA7}" srcOrd="0" destOrd="0" presId="urn:microsoft.com/office/officeart/2005/8/layout/vList2"/>
    <dgm:cxn modelId="{5B11D359-DF07-420B-B9C3-B515D8FFE526}" type="presParOf" srcId="{EDAA46AC-5B8C-4BA8-9598-2827F33A4AAD}" destId="{E3398488-63E8-42DA-A8B4-A668B66B1EDF}" srcOrd="0" destOrd="0" presId="urn:microsoft.com/office/officeart/2005/8/layout/vList2"/>
    <dgm:cxn modelId="{8F83B5D8-FCFB-44F0-A5B5-2F5781F06E3A}" type="presParOf" srcId="{EDAA46AC-5B8C-4BA8-9598-2827F33A4AAD}" destId="{F3A1C41E-9A4F-40AC-B8B3-2F54206A0EAC}" srcOrd="1" destOrd="0" presId="urn:microsoft.com/office/officeart/2005/8/layout/vList2"/>
    <dgm:cxn modelId="{13BB5BB2-3C43-456A-BF1B-BE07E7CAD307}" type="presParOf" srcId="{EDAA46AC-5B8C-4BA8-9598-2827F33A4AAD}" destId="{5E1E8584-BF55-4748-9F27-17685D359FA7}" srcOrd="2" destOrd="0" presId="urn:microsoft.com/office/officeart/2005/8/layout/vList2"/>
    <dgm:cxn modelId="{731C2D91-9802-48C8-8D7F-7C7452499E26}" type="presParOf" srcId="{EDAA46AC-5B8C-4BA8-9598-2827F33A4AAD}" destId="{2F0223E9-AD9A-42F2-8D19-243FF7C647BE}" srcOrd="3" destOrd="0" presId="urn:microsoft.com/office/officeart/2005/8/layout/vList2"/>
    <dgm:cxn modelId="{086BBACF-4B36-4A42-9CA4-3B8C6367F21A}" type="presParOf" srcId="{EDAA46AC-5B8C-4BA8-9598-2827F33A4AAD}" destId="{EA60BFBA-FA52-49EE-A83B-67016C66E01C}" srcOrd="4" destOrd="0" presId="urn:microsoft.com/office/officeart/2005/8/layout/vList2"/>
    <dgm:cxn modelId="{E2EB9A89-FE63-4B5D-9F6D-B29FB649BBB0}" type="presParOf" srcId="{EDAA46AC-5B8C-4BA8-9598-2827F33A4AAD}" destId="{01A4D516-EEFC-4947-9D3D-11C0D2A65CB8}" srcOrd="5" destOrd="0" presId="urn:microsoft.com/office/officeart/2005/8/layout/vList2"/>
    <dgm:cxn modelId="{0DA739CC-9ED0-4107-A8FE-FDBBC8FE6DA3}" type="presParOf" srcId="{EDAA46AC-5B8C-4BA8-9598-2827F33A4AAD}" destId="{E154E87E-133E-4084-BFE0-385E46E1DA2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BE7322C-16D5-4135-81B0-249DDCD73D8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71F91BD-0A34-49FA-AB64-EB5D972E531D}">
      <dgm:prSet/>
      <dgm:spPr/>
      <dgm:t>
        <a:bodyPr/>
        <a:lstStyle/>
        <a:p>
          <a:r>
            <a:rPr lang="en-GB"/>
            <a:t>There are a variety of documents available for your references within weblearn.</a:t>
          </a:r>
          <a:endParaRPr lang="en-US"/>
        </a:p>
      </dgm:t>
    </dgm:pt>
    <dgm:pt modelId="{95CA13A2-3D67-4AB7-8E2C-979C82557C3F}" type="parTrans" cxnId="{67B6033E-C512-468D-8167-FEC8E5C041F0}">
      <dgm:prSet/>
      <dgm:spPr/>
      <dgm:t>
        <a:bodyPr/>
        <a:lstStyle/>
        <a:p>
          <a:endParaRPr lang="en-US"/>
        </a:p>
      </dgm:t>
    </dgm:pt>
    <dgm:pt modelId="{2598A38A-0E47-4DC5-BF99-CE83DB0233F0}" type="sibTrans" cxnId="{67B6033E-C512-468D-8167-FEC8E5C041F0}">
      <dgm:prSet/>
      <dgm:spPr/>
      <dgm:t>
        <a:bodyPr/>
        <a:lstStyle/>
        <a:p>
          <a:endParaRPr lang="en-US"/>
        </a:p>
      </dgm:t>
    </dgm:pt>
    <dgm:pt modelId="{362D112F-39BA-4F7A-BFF1-3B5D0CD560C9}">
      <dgm:prSet/>
      <dgm:spPr/>
      <dgm:t>
        <a:bodyPr/>
        <a:lstStyle/>
        <a:p>
          <a:r>
            <a:rPr lang="en-GB"/>
            <a:t>To process map please use the serious case review child F1 and read section 2.</a:t>
          </a:r>
          <a:endParaRPr lang="en-US"/>
        </a:p>
      </dgm:t>
    </dgm:pt>
    <dgm:pt modelId="{298E6E38-B3C2-4030-8612-5F0EFDE97279}" type="parTrans" cxnId="{22F5AED1-9BEF-4E0E-A46E-8DA6B5086218}">
      <dgm:prSet/>
      <dgm:spPr/>
      <dgm:t>
        <a:bodyPr/>
        <a:lstStyle/>
        <a:p>
          <a:endParaRPr lang="en-US"/>
        </a:p>
      </dgm:t>
    </dgm:pt>
    <dgm:pt modelId="{8E9AC35F-FEC7-4E2F-9EBF-D0F0F5C2F767}" type="sibTrans" cxnId="{22F5AED1-9BEF-4E0E-A46E-8DA6B5086218}">
      <dgm:prSet/>
      <dgm:spPr/>
      <dgm:t>
        <a:bodyPr/>
        <a:lstStyle/>
        <a:p>
          <a:endParaRPr lang="en-US"/>
        </a:p>
      </dgm:t>
    </dgm:pt>
    <dgm:pt modelId="{9A4D8276-F8A2-4EDD-8293-2ED387896180}">
      <dgm:prSet/>
      <dgm:spPr/>
      <dgm:t>
        <a:bodyPr/>
        <a:lstStyle/>
        <a:p>
          <a:r>
            <a:rPr lang="en-GB"/>
            <a:t>The background reading should have been done in advance of the class.</a:t>
          </a:r>
          <a:endParaRPr lang="en-US"/>
        </a:p>
      </dgm:t>
    </dgm:pt>
    <dgm:pt modelId="{608893A1-CEF4-4BE8-BED7-F599263FBDDD}" type="parTrans" cxnId="{A72B382C-01C9-4071-805F-1572E01D6E41}">
      <dgm:prSet/>
      <dgm:spPr/>
      <dgm:t>
        <a:bodyPr/>
        <a:lstStyle/>
        <a:p>
          <a:endParaRPr lang="en-US"/>
        </a:p>
      </dgm:t>
    </dgm:pt>
    <dgm:pt modelId="{FB2C295E-5232-4900-8D25-CA665B944B70}" type="sibTrans" cxnId="{A72B382C-01C9-4071-805F-1572E01D6E41}">
      <dgm:prSet/>
      <dgm:spPr/>
      <dgm:t>
        <a:bodyPr/>
        <a:lstStyle/>
        <a:p>
          <a:endParaRPr lang="en-US"/>
        </a:p>
      </dgm:t>
    </dgm:pt>
    <dgm:pt modelId="{C718C27A-5E1C-4960-B5AF-B52BD9C2F16D}">
      <dgm:prSet/>
      <dgm:spPr/>
      <dgm:t>
        <a:bodyPr/>
        <a:lstStyle/>
        <a:p>
          <a:r>
            <a:rPr lang="en-GB" dirty="0"/>
            <a:t>Break into three groups to work on different aspects of the case.</a:t>
          </a:r>
          <a:endParaRPr lang="en-US" dirty="0"/>
        </a:p>
      </dgm:t>
    </dgm:pt>
    <dgm:pt modelId="{4B845840-F290-48A6-940F-D589F716CCE6}" type="parTrans" cxnId="{0E7A3C33-4151-45F9-9D52-6EF6090A6527}">
      <dgm:prSet/>
      <dgm:spPr/>
      <dgm:t>
        <a:bodyPr/>
        <a:lstStyle/>
        <a:p>
          <a:endParaRPr lang="en-US"/>
        </a:p>
      </dgm:t>
    </dgm:pt>
    <dgm:pt modelId="{07B2D79D-A923-4D92-96F8-45DEDC9A7277}" type="sibTrans" cxnId="{0E7A3C33-4151-45F9-9D52-6EF6090A6527}">
      <dgm:prSet/>
      <dgm:spPr/>
      <dgm:t>
        <a:bodyPr/>
        <a:lstStyle/>
        <a:p>
          <a:endParaRPr lang="en-US"/>
        </a:p>
      </dgm:t>
    </dgm:pt>
    <dgm:pt modelId="{942D03B9-72D3-4842-8CAC-A6589C1C86C8}" type="pres">
      <dgm:prSet presAssocID="{ABE7322C-16D5-4135-81B0-249DDCD73D85}" presName="linear" presStyleCnt="0">
        <dgm:presLayoutVars>
          <dgm:animLvl val="lvl"/>
          <dgm:resizeHandles val="exact"/>
        </dgm:presLayoutVars>
      </dgm:prSet>
      <dgm:spPr/>
    </dgm:pt>
    <dgm:pt modelId="{EFD548AC-7910-4D6B-AAF5-C5FDF53AC97B}" type="pres">
      <dgm:prSet presAssocID="{471F91BD-0A34-49FA-AB64-EB5D972E531D}" presName="parentText" presStyleLbl="node1" presStyleIdx="0" presStyleCnt="4">
        <dgm:presLayoutVars>
          <dgm:chMax val="0"/>
          <dgm:bulletEnabled val="1"/>
        </dgm:presLayoutVars>
      </dgm:prSet>
      <dgm:spPr/>
    </dgm:pt>
    <dgm:pt modelId="{8EA20BC1-A460-489F-B95D-D7689AA2CC71}" type="pres">
      <dgm:prSet presAssocID="{2598A38A-0E47-4DC5-BF99-CE83DB0233F0}" presName="spacer" presStyleCnt="0"/>
      <dgm:spPr/>
    </dgm:pt>
    <dgm:pt modelId="{58E6BE01-6272-4D4B-8456-E14E88D3B0A3}" type="pres">
      <dgm:prSet presAssocID="{362D112F-39BA-4F7A-BFF1-3B5D0CD560C9}" presName="parentText" presStyleLbl="node1" presStyleIdx="1" presStyleCnt="4">
        <dgm:presLayoutVars>
          <dgm:chMax val="0"/>
          <dgm:bulletEnabled val="1"/>
        </dgm:presLayoutVars>
      </dgm:prSet>
      <dgm:spPr/>
    </dgm:pt>
    <dgm:pt modelId="{DDF6B795-E73B-450A-9DDE-262585B06958}" type="pres">
      <dgm:prSet presAssocID="{8E9AC35F-FEC7-4E2F-9EBF-D0F0F5C2F767}" presName="spacer" presStyleCnt="0"/>
      <dgm:spPr/>
    </dgm:pt>
    <dgm:pt modelId="{084E292B-EF5A-4A52-B0A5-E2E7A0080B06}" type="pres">
      <dgm:prSet presAssocID="{9A4D8276-F8A2-4EDD-8293-2ED387896180}" presName="parentText" presStyleLbl="node1" presStyleIdx="2" presStyleCnt="4">
        <dgm:presLayoutVars>
          <dgm:chMax val="0"/>
          <dgm:bulletEnabled val="1"/>
        </dgm:presLayoutVars>
      </dgm:prSet>
      <dgm:spPr/>
    </dgm:pt>
    <dgm:pt modelId="{A7827314-92F7-4845-99E1-1446B7F75C28}" type="pres">
      <dgm:prSet presAssocID="{FB2C295E-5232-4900-8D25-CA665B944B70}" presName="spacer" presStyleCnt="0"/>
      <dgm:spPr/>
    </dgm:pt>
    <dgm:pt modelId="{0966B6E3-30A9-4E6B-894E-DDB5E839760C}" type="pres">
      <dgm:prSet presAssocID="{C718C27A-5E1C-4960-B5AF-B52BD9C2F16D}" presName="parentText" presStyleLbl="node1" presStyleIdx="3" presStyleCnt="4">
        <dgm:presLayoutVars>
          <dgm:chMax val="0"/>
          <dgm:bulletEnabled val="1"/>
        </dgm:presLayoutVars>
      </dgm:prSet>
      <dgm:spPr/>
    </dgm:pt>
  </dgm:ptLst>
  <dgm:cxnLst>
    <dgm:cxn modelId="{A72B382C-01C9-4071-805F-1572E01D6E41}" srcId="{ABE7322C-16D5-4135-81B0-249DDCD73D85}" destId="{9A4D8276-F8A2-4EDD-8293-2ED387896180}" srcOrd="2" destOrd="0" parTransId="{608893A1-CEF4-4BE8-BED7-F599263FBDDD}" sibTransId="{FB2C295E-5232-4900-8D25-CA665B944B70}"/>
    <dgm:cxn modelId="{0E7A3C33-4151-45F9-9D52-6EF6090A6527}" srcId="{ABE7322C-16D5-4135-81B0-249DDCD73D85}" destId="{C718C27A-5E1C-4960-B5AF-B52BD9C2F16D}" srcOrd="3" destOrd="0" parTransId="{4B845840-F290-48A6-940F-D589F716CCE6}" sibTransId="{07B2D79D-A923-4D92-96F8-45DEDC9A7277}"/>
    <dgm:cxn modelId="{67B6033E-C512-468D-8167-FEC8E5C041F0}" srcId="{ABE7322C-16D5-4135-81B0-249DDCD73D85}" destId="{471F91BD-0A34-49FA-AB64-EB5D972E531D}" srcOrd="0" destOrd="0" parTransId="{95CA13A2-3D67-4AB7-8E2C-979C82557C3F}" sibTransId="{2598A38A-0E47-4DC5-BF99-CE83DB0233F0}"/>
    <dgm:cxn modelId="{7A9C8871-F775-4A58-B910-F397E1E6FB44}" type="presOf" srcId="{9A4D8276-F8A2-4EDD-8293-2ED387896180}" destId="{084E292B-EF5A-4A52-B0A5-E2E7A0080B06}" srcOrd="0" destOrd="0" presId="urn:microsoft.com/office/officeart/2005/8/layout/vList2"/>
    <dgm:cxn modelId="{A7459072-7E07-4A29-BAD9-CAF4026EFAC4}" type="presOf" srcId="{ABE7322C-16D5-4135-81B0-249DDCD73D85}" destId="{942D03B9-72D3-4842-8CAC-A6589C1C86C8}" srcOrd="0" destOrd="0" presId="urn:microsoft.com/office/officeart/2005/8/layout/vList2"/>
    <dgm:cxn modelId="{8553B375-94F0-4473-88E3-A78E3C7ED721}" type="presOf" srcId="{C718C27A-5E1C-4960-B5AF-B52BD9C2F16D}" destId="{0966B6E3-30A9-4E6B-894E-DDB5E839760C}" srcOrd="0" destOrd="0" presId="urn:microsoft.com/office/officeart/2005/8/layout/vList2"/>
    <dgm:cxn modelId="{731126AF-B5A0-49BE-A1D0-E370A445E627}" type="presOf" srcId="{471F91BD-0A34-49FA-AB64-EB5D972E531D}" destId="{EFD548AC-7910-4D6B-AAF5-C5FDF53AC97B}" srcOrd="0" destOrd="0" presId="urn:microsoft.com/office/officeart/2005/8/layout/vList2"/>
    <dgm:cxn modelId="{22F5AED1-9BEF-4E0E-A46E-8DA6B5086218}" srcId="{ABE7322C-16D5-4135-81B0-249DDCD73D85}" destId="{362D112F-39BA-4F7A-BFF1-3B5D0CD560C9}" srcOrd="1" destOrd="0" parTransId="{298E6E38-B3C2-4030-8612-5F0EFDE97279}" sibTransId="{8E9AC35F-FEC7-4E2F-9EBF-D0F0F5C2F767}"/>
    <dgm:cxn modelId="{EAC6C2EB-878E-488F-888B-0FC3DC8D7963}" type="presOf" srcId="{362D112F-39BA-4F7A-BFF1-3B5D0CD560C9}" destId="{58E6BE01-6272-4D4B-8456-E14E88D3B0A3}" srcOrd="0" destOrd="0" presId="urn:microsoft.com/office/officeart/2005/8/layout/vList2"/>
    <dgm:cxn modelId="{FD7E35CE-AC9A-4D15-8D2F-0DE9EB16E5FE}" type="presParOf" srcId="{942D03B9-72D3-4842-8CAC-A6589C1C86C8}" destId="{EFD548AC-7910-4D6B-AAF5-C5FDF53AC97B}" srcOrd="0" destOrd="0" presId="urn:microsoft.com/office/officeart/2005/8/layout/vList2"/>
    <dgm:cxn modelId="{9ABF1CFA-BA5A-49A1-9011-9E9E03CEAC77}" type="presParOf" srcId="{942D03B9-72D3-4842-8CAC-A6589C1C86C8}" destId="{8EA20BC1-A460-489F-B95D-D7689AA2CC71}" srcOrd="1" destOrd="0" presId="urn:microsoft.com/office/officeart/2005/8/layout/vList2"/>
    <dgm:cxn modelId="{14A5E798-0C3B-436A-8D12-854A247E589C}" type="presParOf" srcId="{942D03B9-72D3-4842-8CAC-A6589C1C86C8}" destId="{58E6BE01-6272-4D4B-8456-E14E88D3B0A3}" srcOrd="2" destOrd="0" presId="urn:microsoft.com/office/officeart/2005/8/layout/vList2"/>
    <dgm:cxn modelId="{5C19A0FC-33BD-4C5F-B123-3245997AD63E}" type="presParOf" srcId="{942D03B9-72D3-4842-8CAC-A6589C1C86C8}" destId="{DDF6B795-E73B-450A-9DDE-262585B06958}" srcOrd="3" destOrd="0" presId="urn:microsoft.com/office/officeart/2005/8/layout/vList2"/>
    <dgm:cxn modelId="{3853EF8B-392A-49D8-A332-DD959E90578C}" type="presParOf" srcId="{942D03B9-72D3-4842-8CAC-A6589C1C86C8}" destId="{084E292B-EF5A-4A52-B0A5-E2E7A0080B06}" srcOrd="4" destOrd="0" presId="urn:microsoft.com/office/officeart/2005/8/layout/vList2"/>
    <dgm:cxn modelId="{2B158E83-D2B1-4256-AA63-660FD8C52663}" type="presParOf" srcId="{942D03B9-72D3-4842-8CAC-A6589C1C86C8}" destId="{A7827314-92F7-4845-99E1-1446B7F75C28}" srcOrd="5" destOrd="0" presId="urn:microsoft.com/office/officeart/2005/8/layout/vList2"/>
    <dgm:cxn modelId="{358FCCED-FDEF-44A8-8DF1-405056FC7F04}" type="presParOf" srcId="{942D03B9-72D3-4842-8CAC-A6589C1C86C8}" destId="{0966B6E3-30A9-4E6B-894E-DDB5E839760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30C08E-6928-4215-968F-1D6FDB9768E7}">
      <dsp:nvSpPr>
        <dsp:cNvPr id="0" name=""/>
        <dsp:cNvSpPr/>
      </dsp:nvSpPr>
      <dsp:spPr>
        <a:xfrm>
          <a:off x="0" y="77262"/>
          <a:ext cx="9720072" cy="69086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Child F1died in April 2015 from a heart condition that was exacerbated by their morbid obesity.</a:t>
          </a:r>
          <a:endParaRPr lang="en-US" sz="1900" kern="1200"/>
        </a:p>
      </dsp:txBody>
      <dsp:txXfrm>
        <a:off x="33725" y="110987"/>
        <a:ext cx="9652622" cy="623416"/>
      </dsp:txXfrm>
    </dsp:sp>
    <dsp:sp modelId="{BD988D02-D1C3-4AD4-BCC3-E896E3D0BA88}">
      <dsp:nvSpPr>
        <dsp:cNvPr id="0" name=""/>
        <dsp:cNvSpPr/>
      </dsp:nvSpPr>
      <dsp:spPr>
        <a:xfrm>
          <a:off x="0" y="822849"/>
          <a:ext cx="9720072" cy="69086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The serious case review covers a period of nearly two years, from July 2013, when Child F1 was aged twelve years old until their death aged thirteen years old in April 2015.</a:t>
          </a:r>
          <a:endParaRPr lang="en-US" sz="1900" kern="1200"/>
        </a:p>
      </dsp:txBody>
      <dsp:txXfrm>
        <a:off x="33725" y="856574"/>
        <a:ext cx="9652622" cy="623416"/>
      </dsp:txXfrm>
    </dsp:sp>
    <dsp:sp modelId="{0B2FF288-4812-45BC-BF51-87D7E4F64B6F}">
      <dsp:nvSpPr>
        <dsp:cNvPr id="0" name=""/>
        <dsp:cNvSpPr/>
      </dsp:nvSpPr>
      <dsp:spPr>
        <a:xfrm>
          <a:off x="0" y="1568435"/>
          <a:ext cx="9720072" cy="69086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Child F1’s mother came from Eastern Europe as a refugee, with one child and settled in the UK prior to Child F1’s birth. </a:t>
          </a:r>
          <a:endParaRPr lang="en-US" sz="1900" kern="1200"/>
        </a:p>
      </dsp:txBody>
      <dsp:txXfrm>
        <a:off x="33725" y="1602160"/>
        <a:ext cx="9652622" cy="623416"/>
      </dsp:txXfrm>
    </dsp:sp>
    <dsp:sp modelId="{1E4F7CDE-242F-481C-8D72-32CFEE35C7AE}">
      <dsp:nvSpPr>
        <dsp:cNvPr id="0" name=""/>
        <dsp:cNvSpPr/>
      </dsp:nvSpPr>
      <dsp:spPr>
        <a:xfrm>
          <a:off x="0" y="2314022"/>
          <a:ext cx="9720072" cy="69086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Child F1 is the second of four children and the only sibling of their gender. </a:t>
          </a:r>
          <a:endParaRPr lang="en-US" sz="1900" kern="1200"/>
        </a:p>
      </dsp:txBody>
      <dsp:txXfrm>
        <a:off x="33725" y="2347747"/>
        <a:ext cx="9652622" cy="623416"/>
      </dsp:txXfrm>
    </dsp:sp>
    <dsp:sp modelId="{0FBABC94-9ADC-4BDB-986F-41A75F574921}">
      <dsp:nvSpPr>
        <dsp:cNvPr id="0" name=""/>
        <dsp:cNvSpPr/>
      </dsp:nvSpPr>
      <dsp:spPr>
        <a:xfrm>
          <a:off x="0" y="3059609"/>
          <a:ext cx="9720072" cy="69086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Little is known about Child F1’s mother and sibling F1’s life prior to their entry to the UK, but the family moved several times before settling in the Manchester area. </a:t>
          </a:r>
          <a:endParaRPr lang="en-US" sz="1900" kern="1200"/>
        </a:p>
      </dsp:txBody>
      <dsp:txXfrm>
        <a:off x="33725" y="3093334"/>
        <a:ext cx="9652622" cy="623416"/>
      </dsp:txXfrm>
    </dsp:sp>
    <dsp:sp modelId="{0605663A-34EC-4347-ADF8-94CC0B3A2116}">
      <dsp:nvSpPr>
        <dsp:cNvPr id="0" name=""/>
        <dsp:cNvSpPr/>
      </dsp:nvSpPr>
      <dsp:spPr>
        <a:xfrm>
          <a:off x="0" y="3805195"/>
          <a:ext cx="9720072" cy="69086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By 2010 Child F1’s father was no longer living with the family. There was a history of domestic abuse, homelessness. Subsequently they moved to privately rented accommodation.</a:t>
          </a:r>
          <a:endParaRPr lang="en-US" sz="1900" kern="1200"/>
        </a:p>
      </dsp:txBody>
      <dsp:txXfrm>
        <a:off x="33725" y="3838920"/>
        <a:ext cx="9652622" cy="6234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335E85-80F3-42D0-8FA7-AE190C153E6C}">
      <dsp:nvSpPr>
        <dsp:cNvPr id="0" name=""/>
        <dsp:cNvSpPr/>
      </dsp:nvSpPr>
      <dsp:spPr>
        <a:xfrm>
          <a:off x="0" y="34848"/>
          <a:ext cx="9720072" cy="6181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Child F1 was born with mild talipes and received physiotherapy input.</a:t>
          </a:r>
          <a:endParaRPr lang="en-US" sz="1700" kern="1200"/>
        </a:p>
      </dsp:txBody>
      <dsp:txXfrm>
        <a:off x="30175" y="65023"/>
        <a:ext cx="9659722" cy="557793"/>
      </dsp:txXfrm>
    </dsp:sp>
    <dsp:sp modelId="{416FF590-BFC0-4668-BB71-C791B00C7797}">
      <dsp:nvSpPr>
        <dsp:cNvPr id="0" name=""/>
        <dsp:cNvSpPr/>
      </dsp:nvSpPr>
      <dsp:spPr>
        <a:xfrm>
          <a:off x="0" y="701952"/>
          <a:ext cx="9720072" cy="6181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At three years old Child F1’s weight was 30.25 kg, height 104 cm and BMI above the 99.6th centile; F1 was morbidly obese and remained so for the next 10 years of their life.</a:t>
          </a:r>
          <a:endParaRPr lang="en-US" sz="1700" kern="1200"/>
        </a:p>
      </dsp:txBody>
      <dsp:txXfrm>
        <a:off x="30175" y="732127"/>
        <a:ext cx="9659722" cy="557793"/>
      </dsp:txXfrm>
    </dsp:sp>
    <dsp:sp modelId="{4D89C6CD-F58F-43E8-A1A5-9B374C1B8DE7}">
      <dsp:nvSpPr>
        <dsp:cNvPr id="0" name=""/>
        <dsp:cNvSpPr/>
      </dsp:nvSpPr>
      <dsp:spPr>
        <a:xfrm>
          <a:off x="0" y="1369056"/>
          <a:ext cx="9720072" cy="6181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Child F1 was referred by the Health Visitor to the community paediatrician for obesity, tooth decay, and management of their talipes but they did not attend many appointments.</a:t>
          </a:r>
          <a:endParaRPr lang="en-US" sz="1700" kern="1200"/>
        </a:p>
      </dsp:txBody>
      <dsp:txXfrm>
        <a:off x="30175" y="1399231"/>
        <a:ext cx="9659722" cy="557793"/>
      </dsp:txXfrm>
    </dsp:sp>
    <dsp:sp modelId="{1CEC2CF5-C472-4BC5-9C7D-FA54449C1043}">
      <dsp:nvSpPr>
        <dsp:cNvPr id="0" name=""/>
        <dsp:cNvSpPr/>
      </dsp:nvSpPr>
      <dsp:spPr>
        <a:xfrm>
          <a:off x="0" y="2036160"/>
          <a:ext cx="9720072" cy="6181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When the child was 6 years old the school nurse started a common assessment framework (CAF) as they were worried about the childs’ obesity. They were referred to MEND where engagement was limited.</a:t>
          </a:r>
          <a:endParaRPr lang="en-US" sz="1700" kern="1200"/>
        </a:p>
      </dsp:txBody>
      <dsp:txXfrm>
        <a:off x="30175" y="2066335"/>
        <a:ext cx="9659722" cy="557793"/>
      </dsp:txXfrm>
    </dsp:sp>
    <dsp:sp modelId="{3E614D14-2BCF-4833-9ADC-5C9CD40E4392}">
      <dsp:nvSpPr>
        <dsp:cNvPr id="0" name=""/>
        <dsp:cNvSpPr/>
      </dsp:nvSpPr>
      <dsp:spPr>
        <a:xfrm>
          <a:off x="0" y="2703263"/>
          <a:ext cx="9720072" cy="6181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Mum was pregnant, and the CAF was closed. Child F1 was undertaking sporting activities and they were going to restart MEND after their sibling was born.</a:t>
          </a:r>
          <a:endParaRPr lang="en-US" sz="1700" kern="1200"/>
        </a:p>
      </dsp:txBody>
      <dsp:txXfrm>
        <a:off x="30175" y="2733438"/>
        <a:ext cx="9659722" cy="557793"/>
      </dsp:txXfrm>
    </dsp:sp>
    <dsp:sp modelId="{6F191FA7-6456-4721-88B7-8A493C48A162}">
      <dsp:nvSpPr>
        <dsp:cNvPr id="0" name=""/>
        <dsp:cNvSpPr/>
      </dsp:nvSpPr>
      <dsp:spPr>
        <a:xfrm>
          <a:off x="0" y="3370367"/>
          <a:ext cx="9720072" cy="6181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There was no engagement with the second referral to MEND.</a:t>
          </a:r>
          <a:endParaRPr lang="en-US" sz="1700" kern="1200"/>
        </a:p>
      </dsp:txBody>
      <dsp:txXfrm>
        <a:off x="30175" y="3400542"/>
        <a:ext cx="9659722" cy="5577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D5151-E104-4125-B7A9-9669AA740966}">
      <dsp:nvSpPr>
        <dsp:cNvPr id="0" name=""/>
        <dsp:cNvSpPr/>
      </dsp:nvSpPr>
      <dsp:spPr>
        <a:xfrm>
          <a:off x="5463388" y="1533356"/>
          <a:ext cx="1474859" cy="701899"/>
        </a:xfrm>
        <a:custGeom>
          <a:avLst/>
          <a:gdLst/>
          <a:ahLst/>
          <a:cxnLst/>
          <a:rect l="0" t="0" r="0" b="0"/>
          <a:pathLst>
            <a:path>
              <a:moveTo>
                <a:pt x="0" y="0"/>
              </a:moveTo>
              <a:lnTo>
                <a:pt x="0" y="478323"/>
              </a:lnTo>
              <a:lnTo>
                <a:pt x="1474859" y="478323"/>
              </a:lnTo>
              <a:lnTo>
                <a:pt x="1474859" y="70189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E1BAB1-2D57-4413-939D-C6D2D9926C99}">
      <dsp:nvSpPr>
        <dsp:cNvPr id="0" name=""/>
        <dsp:cNvSpPr/>
      </dsp:nvSpPr>
      <dsp:spPr>
        <a:xfrm>
          <a:off x="3988528" y="1533356"/>
          <a:ext cx="1474859" cy="701899"/>
        </a:xfrm>
        <a:custGeom>
          <a:avLst/>
          <a:gdLst/>
          <a:ahLst/>
          <a:cxnLst/>
          <a:rect l="0" t="0" r="0" b="0"/>
          <a:pathLst>
            <a:path>
              <a:moveTo>
                <a:pt x="1474859" y="0"/>
              </a:moveTo>
              <a:lnTo>
                <a:pt x="1474859" y="478323"/>
              </a:lnTo>
              <a:lnTo>
                <a:pt x="0" y="478323"/>
              </a:lnTo>
              <a:lnTo>
                <a:pt x="0" y="70189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38D115-9D7E-4FA6-9183-790CE48CD857}">
      <dsp:nvSpPr>
        <dsp:cNvPr id="0" name=""/>
        <dsp:cNvSpPr/>
      </dsp:nvSpPr>
      <dsp:spPr>
        <a:xfrm>
          <a:off x="1306965" y="842"/>
          <a:ext cx="2413406" cy="15325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AF244E-3193-47B5-AD53-CDEBDCA5DAB1}">
      <dsp:nvSpPr>
        <dsp:cNvPr id="0" name=""/>
        <dsp:cNvSpPr/>
      </dsp:nvSpPr>
      <dsp:spPr>
        <a:xfrm>
          <a:off x="1575121" y="255591"/>
          <a:ext cx="2413406" cy="15325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In 2010, when Child F1 was aged 10 they were referred to a paediatrician following a multi-agency meeting in school because of continued concerns regarding F1's obesity and because their mother had not brought them to appointments. This did not lead to a plan of action.</a:t>
          </a:r>
          <a:endParaRPr lang="en-US" sz="1200" kern="1200"/>
        </a:p>
      </dsp:txBody>
      <dsp:txXfrm>
        <a:off x="1620007" y="300477"/>
        <a:ext cx="2323634" cy="1442741"/>
      </dsp:txXfrm>
    </dsp:sp>
    <dsp:sp modelId="{39D8AC44-505C-411A-B488-94BE26461F1F}">
      <dsp:nvSpPr>
        <dsp:cNvPr id="0" name=""/>
        <dsp:cNvSpPr/>
      </dsp:nvSpPr>
      <dsp:spPr>
        <a:xfrm>
          <a:off x="4256684" y="842"/>
          <a:ext cx="2413406" cy="15325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70E8EA-EA43-4BC2-AAF0-C207E62FEA9D}">
      <dsp:nvSpPr>
        <dsp:cNvPr id="0" name=""/>
        <dsp:cNvSpPr/>
      </dsp:nvSpPr>
      <dsp:spPr>
        <a:xfrm>
          <a:off x="4524841" y="255591"/>
          <a:ext cx="2413406" cy="15325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Points to note</a:t>
          </a:r>
          <a:endParaRPr lang="en-US" sz="1200" kern="1200"/>
        </a:p>
      </dsp:txBody>
      <dsp:txXfrm>
        <a:off x="4569727" y="300477"/>
        <a:ext cx="2323634" cy="1442741"/>
      </dsp:txXfrm>
    </dsp:sp>
    <dsp:sp modelId="{69378C0B-4463-4317-A3A7-1E5868CA6F85}">
      <dsp:nvSpPr>
        <dsp:cNvPr id="0" name=""/>
        <dsp:cNvSpPr/>
      </dsp:nvSpPr>
      <dsp:spPr>
        <a:xfrm>
          <a:off x="2781825" y="2235255"/>
          <a:ext cx="2413406" cy="15325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93ED2F-DF69-4E9D-A980-8D970D33D04B}">
      <dsp:nvSpPr>
        <dsp:cNvPr id="0" name=""/>
        <dsp:cNvSpPr/>
      </dsp:nvSpPr>
      <dsp:spPr>
        <a:xfrm>
          <a:off x="3049981" y="2490003"/>
          <a:ext cx="2413406" cy="15325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In and around 2010 Child F1’s mother was deregistered by the family’s GP due to her aggression when her requests for treatment for her children were refused as not being in their best interest. </a:t>
          </a:r>
          <a:endParaRPr lang="en-US" sz="1200" kern="1200"/>
        </a:p>
      </dsp:txBody>
      <dsp:txXfrm>
        <a:off x="3094867" y="2534889"/>
        <a:ext cx="2323634" cy="1442741"/>
      </dsp:txXfrm>
    </dsp:sp>
    <dsp:sp modelId="{8E2C20FC-DA6E-424E-8948-9E63598AC676}">
      <dsp:nvSpPr>
        <dsp:cNvPr id="0" name=""/>
        <dsp:cNvSpPr/>
      </dsp:nvSpPr>
      <dsp:spPr>
        <a:xfrm>
          <a:off x="5731544" y="2235255"/>
          <a:ext cx="2413406" cy="153251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843394-76E5-49C8-9AB8-4E965623E459}">
      <dsp:nvSpPr>
        <dsp:cNvPr id="0" name=""/>
        <dsp:cNvSpPr/>
      </dsp:nvSpPr>
      <dsp:spPr>
        <a:xfrm>
          <a:off x="5999700" y="2490003"/>
          <a:ext cx="2413406" cy="153251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Child F1’s mother had a number of health problems of her own for which she did not always attend appointments or take medical advice. </a:t>
          </a:r>
          <a:endParaRPr lang="en-US" sz="1200" kern="1200"/>
        </a:p>
      </dsp:txBody>
      <dsp:txXfrm>
        <a:off x="6044586" y="2534889"/>
        <a:ext cx="2323634" cy="14427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896554-DE91-4C61-9C2A-423AFD9B1916}">
      <dsp:nvSpPr>
        <dsp:cNvPr id="0" name=""/>
        <dsp:cNvSpPr/>
      </dsp:nvSpPr>
      <dsp:spPr>
        <a:xfrm>
          <a:off x="0" y="17820"/>
          <a:ext cx="9720072" cy="9558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The review period starts in July 2013 when Child F1 was in the first year of secondary school. F1 was a popular student with staff and pupils, doing well academically; but there were concerns about their attendance.</a:t>
          </a:r>
          <a:endParaRPr lang="en-US" sz="1900" kern="1200"/>
        </a:p>
      </dsp:txBody>
      <dsp:txXfrm>
        <a:off x="46663" y="64483"/>
        <a:ext cx="9626746" cy="862564"/>
      </dsp:txXfrm>
    </dsp:sp>
    <dsp:sp modelId="{3E8315A6-6204-4DE9-86D3-4B7CCE9BD195}">
      <dsp:nvSpPr>
        <dsp:cNvPr id="0" name=""/>
        <dsp:cNvSpPr/>
      </dsp:nvSpPr>
      <dsp:spPr>
        <a:xfrm>
          <a:off x="0" y="1028430"/>
          <a:ext cx="9720072" cy="9558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In July 2013 mother took Child F1 to the GP because of concerns regarding sleep problems, which was subsequently found to be sleep apnoea caused by F1's obesity and enlarged tonsils.</a:t>
          </a:r>
          <a:endParaRPr lang="en-US" sz="1900" kern="1200"/>
        </a:p>
      </dsp:txBody>
      <dsp:txXfrm>
        <a:off x="46663" y="1075093"/>
        <a:ext cx="9626746" cy="862564"/>
      </dsp:txXfrm>
    </dsp:sp>
    <dsp:sp modelId="{A82EAA45-B111-4283-909E-EB5166D5D506}">
      <dsp:nvSpPr>
        <dsp:cNvPr id="0" name=""/>
        <dsp:cNvSpPr/>
      </dsp:nvSpPr>
      <dsp:spPr>
        <a:xfrm>
          <a:off x="0" y="2039040"/>
          <a:ext cx="9720072" cy="9558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In April 2014 a tonsillectomy, occurred with a referral to the Family Weight Management Service (FWMS) to address F1's obesity. </a:t>
          </a:r>
          <a:endParaRPr lang="en-US" sz="1900" kern="1200"/>
        </a:p>
      </dsp:txBody>
      <dsp:txXfrm>
        <a:off x="46663" y="2085703"/>
        <a:ext cx="9626746" cy="862564"/>
      </dsp:txXfrm>
    </dsp:sp>
    <dsp:sp modelId="{8AE3C526-E066-47E8-B28A-08436C1B0A5B}">
      <dsp:nvSpPr>
        <dsp:cNvPr id="0" name=""/>
        <dsp:cNvSpPr/>
      </dsp:nvSpPr>
      <dsp:spPr>
        <a:xfrm>
          <a:off x="0" y="3049650"/>
          <a:ext cx="9720072" cy="9558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The FWMS worked with Child F1 and their family for a period of nine months, and although F1 lost a small amount of weight, this was not maintained; mother did not engage with the advice provided and disengaged with the service in August 2014</a:t>
          </a:r>
          <a:endParaRPr lang="en-US" sz="1900" kern="1200"/>
        </a:p>
      </dsp:txBody>
      <dsp:txXfrm>
        <a:off x="46663" y="3096313"/>
        <a:ext cx="9626746" cy="8625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398488-63E8-42DA-A8B4-A668B66B1EDF}">
      <dsp:nvSpPr>
        <dsp:cNvPr id="0" name=""/>
        <dsp:cNvSpPr/>
      </dsp:nvSpPr>
      <dsp:spPr>
        <a:xfrm>
          <a:off x="0" y="17820"/>
          <a:ext cx="9720072" cy="9558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During the hospital admission there were concerns regarding mother’s behaviour and attitude, she brought inappropriate food into the unit, was seen to be hostile and aggressive and there was evidence of emotional abuse to child F1. </a:t>
          </a:r>
          <a:endParaRPr lang="en-US" sz="1900" kern="1200"/>
        </a:p>
      </dsp:txBody>
      <dsp:txXfrm>
        <a:off x="46663" y="64483"/>
        <a:ext cx="9626746" cy="862564"/>
      </dsp:txXfrm>
    </dsp:sp>
    <dsp:sp modelId="{5E1E8584-BF55-4748-9F27-17685D359FA7}">
      <dsp:nvSpPr>
        <dsp:cNvPr id="0" name=""/>
        <dsp:cNvSpPr/>
      </dsp:nvSpPr>
      <dsp:spPr>
        <a:xfrm>
          <a:off x="0" y="1028430"/>
          <a:ext cx="9720072" cy="9558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A multi-agency meeting was held – the first one – and a referral made to Children’s Social Care. </a:t>
          </a:r>
          <a:endParaRPr lang="en-US" sz="1900" kern="1200"/>
        </a:p>
      </dsp:txBody>
      <dsp:txXfrm>
        <a:off x="46663" y="1075093"/>
        <a:ext cx="9626746" cy="862564"/>
      </dsp:txXfrm>
    </dsp:sp>
    <dsp:sp modelId="{EA60BFBA-FA52-49EE-A83B-67016C66E01C}">
      <dsp:nvSpPr>
        <dsp:cNvPr id="0" name=""/>
        <dsp:cNvSpPr/>
      </dsp:nvSpPr>
      <dsp:spPr>
        <a:xfrm>
          <a:off x="0" y="2039040"/>
          <a:ext cx="9720072" cy="9558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It was agreed that assessments of the siblings would take place after child F1’s death and these assessments led to the siblings being subject to child protection plans. </a:t>
          </a:r>
          <a:endParaRPr lang="en-US" sz="1900" kern="1200"/>
        </a:p>
      </dsp:txBody>
      <dsp:txXfrm>
        <a:off x="46663" y="2085703"/>
        <a:ext cx="9626746" cy="862564"/>
      </dsp:txXfrm>
    </dsp:sp>
    <dsp:sp modelId="{E154E87E-133E-4084-BFE0-385E46E1DA21}">
      <dsp:nvSpPr>
        <dsp:cNvPr id="0" name=""/>
        <dsp:cNvSpPr/>
      </dsp:nvSpPr>
      <dsp:spPr>
        <a:xfrm>
          <a:off x="0" y="3049650"/>
          <a:ext cx="9720072" cy="9558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Child F1 died four weeks after admittance to PICU from a heart condition that was exacerbated by their morbid obesity.</a:t>
          </a:r>
          <a:endParaRPr lang="en-US" sz="1900" kern="1200"/>
        </a:p>
      </dsp:txBody>
      <dsp:txXfrm>
        <a:off x="46663" y="3096313"/>
        <a:ext cx="9626746" cy="86256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D548AC-7910-4D6B-AAF5-C5FDF53AC97B}">
      <dsp:nvSpPr>
        <dsp:cNvPr id="0" name=""/>
        <dsp:cNvSpPr/>
      </dsp:nvSpPr>
      <dsp:spPr>
        <a:xfrm>
          <a:off x="0" y="615985"/>
          <a:ext cx="5641974" cy="87048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There are a variety of documents available for your references within weblearn.</a:t>
          </a:r>
          <a:endParaRPr lang="en-US" sz="2400" kern="1200"/>
        </a:p>
      </dsp:txBody>
      <dsp:txXfrm>
        <a:off x="42493" y="658478"/>
        <a:ext cx="5556988" cy="785494"/>
      </dsp:txXfrm>
    </dsp:sp>
    <dsp:sp modelId="{58E6BE01-6272-4D4B-8456-E14E88D3B0A3}">
      <dsp:nvSpPr>
        <dsp:cNvPr id="0" name=""/>
        <dsp:cNvSpPr/>
      </dsp:nvSpPr>
      <dsp:spPr>
        <a:xfrm>
          <a:off x="0" y="1555585"/>
          <a:ext cx="5641974" cy="870480"/>
        </a:xfrm>
        <a:prstGeom prst="roundRect">
          <a:avLst/>
        </a:prstGeom>
        <a:solidFill>
          <a:schemeClr val="accent2">
            <a:hueOff val="-441124"/>
            <a:satOff val="497"/>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To process map please use the serious case review child F1 and read section 2.</a:t>
          </a:r>
          <a:endParaRPr lang="en-US" sz="2400" kern="1200"/>
        </a:p>
      </dsp:txBody>
      <dsp:txXfrm>
        <a:off x="42493" y="1598078"/>
        <a:ext cx="5556988" cy="785494"/>
      </dsp:txXfrm>
    </dsp:sp>
    <dsp:sp modelId="{084E292B-EF5A-4A52-B0A5-E2E7A0080B06}">
      <dsp:nvSpPr>
        <dsp:cNvPr id="0" name=""/>
        <dsp:cNvSpPr/>
      </dsp:nvSpPr>
      <dsp:spPr>
        <a:xfrm>
          <a:off x="0" y="2495185"/>
          <a:ext cx="5641974" cy="870480"/>
        </a:xfrm>
        <a:prstGeom prst="roundRect">
          <a:avLst/>
        </a:prstGeom>
        <a:solidFill>
          <a:schemeClr val="accent2">
            <a:hueOff val="-882249"/>
            <a:satOff val="995"/>
            <a:lumOff val="235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The background reading should have been done in advance of the class.</a:t>
          </a:r>
          <a:endParaRPr lang="en-US" sz="2400" kern="1200"/>
        </a:p>
      </dsp:txBody>
      <dsp:txXfrm>
        <a:off x="42493" y="2537678"/>
        <a:ext cx="5556988" cy="785494"/>
      </dsp:txXfrm>
    </dsp:sp>
    <dsp:sp modelId="{0966B6E3-30A9-4E6B-894E-DDB5E839760C}">
      <dsp:nvSpPr>
        <dsp:cNvPr id="0" name=""/>
        <dsp:cNvSpPr/>
      </dsp:nvSpPr>
      <dsp:spPr>
        <a:xfrm>
          <a:off x="0" y="3434785"/>
          <a:ext cx="5641974" cy="870480"/>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Break into three groups to work on different aspects of the case.</a:t>
          </a:r>
          <a:endParaRPr lang="en-US" sz="2400" kern="1200" dirty="0"/>
        </a:p>
      </dsp:txBody>
      <dsp:txXfrm>
        <a:off x="42493" y="3477278"/>
        <a:ext cx="5556988" cy="7854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D1CAF-41B1-4F8F-ACB8-72561ED51F76}" type="datetimeFigureOut">
              <a:rPr lang="en-GB" smtClean="0"/>
              <a:t>06/06/2025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6673DB-3977-4FEF-ADEB-1DAC9C7A5F63}" type="slidenum">
              <a:rPr lang="en-GB" smtClean="0"/>
              <a:t>‹#›</a:t>
            </a:fld>
            <a:endParaRPr lang="en-GB"/>
          </a:p>
        </p:txBody>
      </p:sp>
    </p:spTree>
    <p:extLst>
      <p:ext uri="{BB962C8B-B14F-4D97-AF65-F5344CB8AC3E}">
        <p14:creationId xmlns:p14="http://schemas.microsoft.com/office/powerpoint/2010/main" val="1141715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condition where feet turn inwards.</a:t>
            </a:r>
          </a:p>
          <a:p>
            <a:r>
              <a:rPr lang="en-GB" dirty="0"/>
              <a:t>Had input about weight management from Health visitor.</a:t>
            </a:r>
          </a:p>
        </p:txBody>
      </p:sp>
      <p:sp>
        <p:nvSpPr>
          <p:cNvPr id="4" name="Slide Number Placeholder 3"/>
          <p:cNvSpPr>
            <a:spLocks noGrp="1"/>
          </p:cNvSpPr>
          <p:nvPr>
            <p:ph type="sldNum" sz="quarter" idx="5"/>
          </p:nvPr>
        </p:nvSpPr>
        <p:spPr/>
        <p:txBody>
          <a:bodyPr/>
          <a:lstStyle/>
          <a:p>
            <a:fld id="{F26673DB-3977-4FEF-ADEB-1DAC9C7A5F63}" type="slidenum">
              <a:rPr lang="en-GB" smtClean="0"/>
              <a:t>4</a:t>
            </a:fld>
            <a:endParaRPr lang="en-GB"/>
          </a:p>
        </p:txBody>
      </p:sp>
    </p:spTree>
    <p:extLst>
      <p:ext uri="{BB962C8B-B14F-4D97-AF65-F5344CB8AC3E}">
        <p14:creationId xmlns:p14="http://schemas.microsoft.com/office/powerpoint/2010/main" val="4180654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FCAC7C2-053D-4758-9335-6043CFFE4FD7}" type="datetimeFigureOut">
              <a:rPr lang="en-GB" smtClean="0"/>
              <a:t>06/06/2025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61C27C-DE8A-4EE1-895C-14A08C8A7796}"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078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CAC7C2-053D-4758-9335-6043CFFE4FD7}" type="datetimeFigureOut">
              <a:rPr lang="en-GB" smtClean="0"/>
              <a:t>06/06/2025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61C27C-DE8A-4EE1-895C-14A08C8A7796}" type="slidenum">
              <a:rPr lang="en-GB" smtClean="0"/>
              <a:t>‹#›</a:t>
            </a:fld>
            <a:endParaRPr lang="en-GB"/>
          </a:p>
        </p:txBody>
      </p:sp>
    </p:spTree>
    <p:extLst>
      <p:ext uri="{BB962C8B-B14F-4D97-AF65-F5344CB8AC3E}">
        <p14:creationId xmlns:p14="http://schemas.microsoft.com/office/powerpoint/2010/main" val="122768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CAC7C2-053D-4758-9335-6043CFFE4FD7}" type="datetimeFigureOut">
              <a:rPr lang="en-GB" smtClean="0"/>
              <a:t>06/06/2025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61C27C-DE8A-4EE1-895C-14A08C8A7796}"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821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CAC7C2-053D-4758-9335-6043CFFE4FD7}" type="datetimeFigureOut">
              <a:rPr lang="en-GB" smtClean="0"/>
              <a:t>06/06/2025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361C27C-DE8A-4EE1-895C-14A08C8A7796}" type="slidenum">
              <a:rPr lang="en-GB" smtClean="0"/>
              <a:t>‹#›</a:t>
            </a:fld>
            <a:endParaRPr lang="en-GB"/>
          </a:p>
        </p:txBody>
      </p:sp>
    </p:spTree>
    <p:extLst>
      <p:ext uri="{BB962C8B-B14F-4D97-AF65-F5344CB8AC3E}">
        <p14:creationId xmlns:p14="http://schemas.microsoft.com/office/powerpoint/2010/main" val="3601591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CAC7C2-053D-4758-9335-6043CFFE4FD7}" type="datetimeFigureOut">
              <a:rPr lang="en-GB" smtClean="0"/>
              <a:t>06/06/2025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361C27C-DE8A-4EE1-895C-14A08C8A7796}" type="slidenum">
              <a:rPr lang="en-GB" smtClean="0"/>
              <a:t>‹#›</a:t>
            </a:fld>
            <a:endParaRPr lang="en-GB"/>
          </a:p>
        </p:txBody>
      </p:sp>
    </p:spTree>
    <p:extLst>
      <p:ext uri="{BB962C8B-B14F-4D97-AF65-F5344CB8AC3E}">
        <p14:creationId xmlns:p14="http://schemas.microsoft.com/office/powerpoint/2010/main" val="3599782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CAC7C2-053D-4758-9335-6043CFFE4FD7}" type="datetimeFigureOut">
              <a:rPr lang="en-GB" smtClean="0"/>
              <a:t>06/06/2025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361C27C-DE8A-4EE1-895C-14A08C8A7796}" type="slidenum">
              <a:rPr lang="en-GB" smtClean="0"/>
              <a:t>‹#›</a:t>
            </a:fld>
            <a:endParaRPr lang="en-GB"/>
          </a:p>
        </p:txBody>
      </p:sp>
    </p:spTree>
    <p:extLst>
      <p:ext uri="{BB962C8B-B14F-4D97-AF65-F5344CB8AC3E}">
        <p14:creationId xmlns:p14="http://schemas.microsoft.com/office/powerpoint/2010/main" val="1336786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CAC7C2-053D-4758-9335-6043CFFE4FD7}" type="datetimeFigureOut">
              <a:rPr lang="en-GB" smtClean="0"/>
              <a:t>06/06/2025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361C27C-DE8A-4EE1-895C-14A08C8A7796}" type="slidenum">
              <a:rPr lang="en-GB" smtClean="0"/>
              <a:t>‹#›</a:t>
            </a:fld>
            <a:endParaRPr lang="en-GB"/>
          </a:p>
        </p:txBody>
      </p:sp>
    </p:spTree>
    <p:extLst>
      <p:ext uri="{BB962C8B-B14F-4D97-AF65-F5344CB8AC3E}">
        <p14:creationId xmlns:p14="http://schemas.microsoft.com/office/powerpoint/2010/main" val="1555141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AC7C2-053D-4758-9335-6043CFFE4FD7}" type="datetimeFigureOut">
              <a:rPr lang="en-GB" smtClean="0"/>
              <a:t>06/06/2025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361C27C-DE8A-4EE1-895C-14A08C8A7796}" type="slidenum">
              <a:rPr lang="en-GB" smtClean="0"/>
              <a:t>‹#›</a:t>
            </a:fld>
            <a:endParaRPr lang="en-GB"/>
          </a:p>
        </p:txBody>
      </p:sp>
    </p:spTree>
    <p:extLst>
      <p:ext uri="{BB962C8B-B14F-4D97-AF65-F5344CB8AC3E}">
        <p14:creationId xmlns:p14="http://schemas.microsoft.com/office/powerpoint/2010/main" val="2363157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CAC7C2-053D-4758-9335-6043CFFE4FD7}" type="datetimeFigureOut">
              <a:rPr lang="en-GB" smtClean="0"/>
              <a:t>06/06/2025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361C27C-DE8A-4EE1-895C-14A08C8A7796}"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731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CAC7C2-053D-4758-9335-6043CFFE4FD7}" type="datetimeFigureOut">
              <a:rPr lang="en-GB" smtClean="0"/>
              <a:t>06/06/2025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61C27C-DE8A-4EE1-895C-14A08C8A7796}" type="slidenum">
              <a:rPr lang="en-GB" smtClean="0"/>
              <a:t>‹#›</a:t>
            </a:fld>
            <a:endParaRPr lang="en-GB"/>
          </a:p>
        </p:txBody>
      </p:sp>
    </p:spTree>
    <p:extLst>
      <p:ext uri="{BB962C8B-B14F-4D97-AF65-F5344CB8AC3E}">
        <p14:creationId xmlns:p14="http://schemas.microsoft.com/office/powerpoint/2010/main" val="210282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CAC7C2-053D-4758-9335-6043CFFE4FD7}" type="datetimeFigureOut">
              <a:rPr lang="en-GB" smtClean="0"/>
              <a:t>06/06/2025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61C27C-DE8A-4EE1-895C-14A08C8A7796}" type="slidenum">
              <a:rPr lang="en-GB" smtClean="0"/>
              <a:t>‹#›</a:t>
            </a:fld>
            <a:endParaRPr lang="en-GB"/>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12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FCAC7C2-053D-4758-9335-6043CFFE4FD7}" type="datetimeFigureOut">
              <a:rPr lang="en-GB" smtClean="0"/>
              <a:t>06/06/2025</a:t>
            </a:fld>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361C27C-DE8A-4EE1-895C-14A08C8A7796}" type="slidenum">
              <a:rPr lang="en-GB" smtClean="0"/>
              <a:t>‹#›</a:t>
            </a:fld>
            <a:endParaRPr lang="en-GB"/>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467007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97DB37-7085-4D91-B2EC-0A034EF30011}"/>
              </a:ext>
            </a:extLst>
          </p:cNvPr>
          <p:cNvSpPr>
            <a:spLocks noGrp="1"/>
          </p:cNvSpPr>
          <p:nvPr>
            <p:ph type="ctrTitle"/>
          </p:nvPr>
        </p:nvSpPr>
        <p:spPr>
          <a:xfrm>
            <a:off x="4713224" y="1105351"/>
            <a:ext cx="6353967" cy="3023981"/>
          </a:xfrm>
        </p:spPr>
        <p:txBody>
          <a:bodyPr anchor="b">
            <a:normAutofit/>
          </a:bodyPr>
          <a:lstStyle/>
          <a:p>
            <a:pPr algn="l"/>
            <a:r>
              <a:rPr lang="en-GB" sz="4800">
                <a:solidFill>
                  <a:srgbClr val="FFFFFF"/>
                </a:solidFill>
              </a:rPr>
              <a:t>Serious Case Review – child f1</a:t>
            </a:r>
          </a:p>
        </p:txBody>
      </p:sp>
      <p:sp>
        <p:nvSpPr>
          <p:cNvPr id="3" name="Subtitle 2">
            <a:extLst>
              <a:ext uri="{FF2B5EF4-FFF2-40B4-BE49-F238E27FC236}">
                <a16:creationId xmlns:a16="http://schemas.microsoft.com/office/drawing/2014/main" id="{9233D791-6A8F-4051-A78F-9E501D16391E}"/>
              </a:ext>
            </a:extLst>
          </p:cNvPr>
          <p:cNvSpPr>
            <a:spLocks noGrp="1"/>
          </p:cNvSpPr>
          <p:nvPr>
            <p:ph type="subTitle" idx="1"/>
          </p:nvPr>
        </p:nvSpPr>
        <p:spPr>
          <a:xfrm>
            <a:off x="4713224" y="4297556"/>
            <a:ext cx="6353968" cy="1433391"/>
          </a:xfrm>
        </p:spPr>
        <p:txBody>
          <a:bodyPr anchor="t">
            <a:normAutofit/>
          </a:bodyPr>
          <a:lstStyle/>
          <a:p>
            <a:endParaRPr lang="en-GB">
              <a:solidFill>
                <a:srgbClr val="FFFFFF"/>
              </a:solidFill>
            </a:endParaRP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0379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4220-F8EF-4AC1-BF30-525AEBBD4E82}"/>
              </a:ext>
            </a:extLst>
          </p:cNvPr>
          <p:cNvSpPr>
            <a:spLocks noGrp="1"/>
          </p:cNvSpPr>
          <p:nvPr>
            <p:ph type="title"/>
          </p:nvPr>
        </p:nvSpPr>
        <p:spPr>
          <a:xfrm>
            <a:off x="1024128" y="585216"/>
            <a:ext cx="8018272" cy="1499616"/>
          </a:xfrm>
        </p:spPr>
        <p:txBody>
          <a:bodyPr>
            <a:normAutofit/>
          </a:bodyPr>
          <a:lstStyle/>
          <a:p>
            <a:r>
              <a:rPr lang="en-GB" dirty="0"/>
              <a:t>Context</a:t>
            </a:r>
          </a:p>
        </p:txBody>
      </p:sp>
      <p:sp>
        <p:nvSpPr>
          <p:cNvPr id="3" name="Content Placeholder 2">
            <a:extLst>
              <a:ext uri="{FF2B5EF4-FFF2-40B4-BE49-F238E27FC236}">
                <a16:creationId xmlns:a16="http://schemas.microsoft.com/office/drawing/2014/main" id="{161D2859-57B0-465D-933E-51CDC6D805AC}"/>
              </a:ext>
            </a:extLst>
          </p:cNvPr>
          <p:cNvSpPr>
            <a:spLocks noGrp="1"/>
          </p:cNvSpPr>
          <p:nvPr>
            <p:ph idx="1"/>
          </p:nvPr>
        </p:nvSpPr>
        <p:spPr>
          <a:xfrm>
            <a:off x="1024128" y="2286000"/>
            <a:ext cx="8018271" cy="4023360"/>
          </a:xfrm>
        </p:spPr>
        <p:txBody>
          <a:bodyPr>
            <a:normAutofit/>
          </a:bodyPr>
          <a:lstStyle/>
          <a:p>
            <a:r>
              <a:rPr lang="en-GB" sz="2000"/>
              <a:t>The following case study is difficult to read and the detail is horrifying and upsetting.</a:t>
            </a:r>
          </a:p>
          <a:p>
            <a:r>
              <a:rPr lang="en-GB" sz="2000"/>
              <a:t>Why read it ?</a:t>
            </a:r>
          </a:p>
          <a:p>
            <a:r>
              <a:rPr lang="en-GB" sz="2000"/>
              <a:t>Sadly cases such as ChildF1 do happen. Nutritional status (malnutrition/overnutrition/obesity) may be a red flag for safeguarding concerns and it may be that you as the dietitian has to instigate safeguarding procedures.</a:t>
            </a:r>
          </a:p>
          <a:p>
            <a:r>
              <a:rPr lang="en-GB" sz="2000"/>
              <a:t>It is also important to understand when there are failures in health and social care that they can have significant, fatal and long-lasting consequences.</a:t>
            </a:r>
          </a:p>
          <a:p>
            <a:r>
              <a:rPr lang="en-GB" sz="2000"/>
              <a:t>We have a duty to understand and engage with the lessons learnt. </a:t>
            </a: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1044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A388-C48F-4368-97F3-7A88EF0D4B2A}"/>
              </a:ext>
            </a:extLst>
          </p:cNvPr>
          <p:cNvSpPr>
            <a:spLocks noGrp="1"/>
          </p:cNvSpPr>
          <p:nvPr>
            <p:ph type="title"/>
          </p:nvPr>
        </p:nvSpPr>
        <p:spPr/>
        <p:txBody>
          <a:bodyPr/>
          <a:lstStyle/>
          <a:p>
            <a:r>
              <a:rPr lang="en-GB" dirty="0"/>
              <a:t>BACKGROUND to the case.</a:t>
            </a:r>
          </a:p>
        </p:txBody>
      </p:sp>
      <p:graphicFrame>
        <p:nvGraphicFramePr>
          <p:cNvPr id="5" name="Content Placeholder 2">
            <a:extLst>
              <a:ext uri="{FF2B5EF4-FFF2-40B4-BE49-F238E27FC236}">
                <a16:creationId xmlns:a16="http://schemas.microsoft.com/office/drawing/2014/main" id="{26185ADC-DB25-0FC7-F493-42D778A77446}"/>
              </a:ext>
            </a:extLst>
          </p:cNvPr>
          <p:cNvGraphicFramePr>
            <a:graphicFrameLocks noGrp="1"/>
          </p:cNvGraphicFramePr>
          <p:nvPr>
            <p:ph idx="1"/>
          </p:nvPr>
        </p:nvGraphicFramePr>
        <p:xfrm>
          <a:off x="1024128" y="1736035"/>
          <a:ext cx="9720073" cy="4573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012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C2198-2A07-42B7-B804-E8A04CDA5236}"/>
              </a:ext>
            </a:extLst>
          </p:cNvPr>
          <p:cNvSpPr>
            <a:spLocks noGrp="1"/>
          </p:cNvSpPr>
          <p:nvPr>
            <p:ph type="title"/>
          </p:nvPr>
        </p:nvSpPr>
        <p:spPr/>
        <p:txBody>
          <a:bodyPr/>
          <a:lstStyle/>
          <a:p>
            <a:r>
              <a:rPr lang="en-GB" dirty="0"/>
              <a:t>CHILD f1 – background (1)</a:t>
            </a:r>
          </a:p>
        </p:txBody>
      </p:sp>
      <p:graphicFrame>
        <p:nvGraphicFramePr>
          <p:cNvPr id="5" name="Content Placeholder 2">
            <a:extLst>
              <a:ext uri="{FF2B5EF4-FFF2-40B4-BE49-F238E27FC236}">
                <a16:creationId xmlns:a16="http://schemas.microsoft.com/office/drawing/2014/main" id="{224EEB42-D53D-7A65-9F86-8ED4F3143A49}"/>
              </a:ext>
            </a:extLst>
          </p:cNvPr>
          <p:cNvGraphicFramePr>
            <a:graphicFrameLocks noGrp="1"/>
          </p:cNvGraphicFramePr>
          <p:nvPr>
            <p:ph idx="1"/>
          </p:nvPr>
        </p:nvGraphicFramePr>
        <p:xfrm>
          <a:off x="1024128" y="2286000"/>
          <a:ext cx="9720073"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4573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B37F5-5ED4-4806-8E90-0F748309034F}"/>
              </a:ext>
            </a:extLst>
          </p:cNvPr>
          <p:cNvSpPr>
            <a:spLocks noGrp="1"/>
          </p:cNvSpPr>
          <p:nvPr>
            <p:ph type="title"/>
          </p:nvPr>
        </p:nvSpPr>
        <p:spPr/>
        <p:txBody>
          <a:bodyPr/>
          <a:lstStyle/>
          <a:p>
            <a:r>
              <a:rPr lang="en-GB" dirty="0"/>
              <a:t>CHILD f1 – background (2)</a:t>
            </a:r>
          </a:p>
        </p:txBody>
      </p:sp>
      <p:graphicFrame>
        <p:nvGraphicFramePr>
          <p:cNvPr id="12" name="Content Placeholder 2">
            <a:extLst>
              <a:ext uri="{FF2B5EF4-FFF2-40B4-BE49-F238E27FC236}">
                <a16:creationId xmlns:a16="http://schemas.microsoft.com/office/drawing/2014/main" id="{4156A0B1-4798-92DA-F305-7259CA6CA0F5}"/>
              </a:ext>
            </a:extLst>
          </p:cNvPr>
          <p:cNvGraphicFramePr>
            <a:graphicFrameLocks noGrp="1"/>
          </p:cNvGraphicFramePr>
          <p:nvPr>
            <p:ph idx="1"/>
          </p:nvPr>
        </p:nvGraphicFramePr>
        <p:xfrm>
          <a:off x="1024128" y="2286000"/>
          <a:ext cx="9720073"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8065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9B5F9-DE7F-0A75-3129-A0A17D2CEB13}"/>
              </a:ext>
            </a:extLst>
          </p:cNvPr>
          <p:cNvSpPr>
            <a:spLocks noGrp="1"/>
          </p:cNvSpPr>
          <p:nvPr>
            <p:ph type="title"/>
          </p:nvPr>
        </p:nvSpPr>
        <p:spPr/>
        <p:txBody>
          <a:bodyPr/>
          <a:lstStyle/>
          <a:p>
            <a:r>
              <a:rPr lang="en-GB" dirty="0"/>
              <a:t>CHILD F1 – start of serious case review</a:t>
            </a:r>
          </a:p>
        </p:txBody>
      </p:sp>
      <p:graphicFrame>
        <p:nvGraphicFramePr>
          <p:cNvPr id="5" name="Content Placeholder 2">
            <a:extLst>
              <a:ext uri="{FF2B5EF4-FFF2-40B4-BE49-F238E27FC236}">
                <a16:creationId xmlns:a16="http://schemas.microsoft.com/office/drawing/2014/main" id="{2326670E-B9E1-A509-1DD5-75857F6E1B9C}"/>
              </a:ext>
            </a:extLst>
          </p:cNvPr>
          <p:cNvGraphicFramePr>
            <a:graphicFrameLocks noGrp="1"/>
          </p:cNvGraphicFramePr>
          <p:nvPr>
            <p:ph idx="1"/>
          </p:nvPr>
        </p:nvGraphicFramePr>
        <p:xfrm>
          <a:off x="1024128" y="2286000"/>
          <a:ext cx="9720073"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6674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8FB3-8DC5-4CB9-C080-BB74DB86BB0D}"/>
              </a:ext>
            </a:extLst>
          </p:cNvPr>
          <p:cNvSpPr>
            <a:spLocks noGrp="1"/>
          </p:cNvSpPr>
          <p:nvPr>
            <p:ph type="title"/>
          </p:nvPr>
        </p:nvSpPr>
        <p:spPr>
          <a:xfrm>
            <a:off x="1024128" y="585216"/>
            <a:ext cx="8018272" cy="1499616"/>
          </a:xfrm>
        </p:spPr>
        <p:txBody>
          <a:bodyPr>
            <a:normAutofit/>
          </a:bodyPr>
          <a:lstStyle/>
          <a:p>
            <a:r>
              <a:rPr lang="en-GB"/>
              <a:t>CHILD F1 SCR (1)</a:t>
            </a:r>
            <a:endParaRPr lang="en-GB" dirty="0"/>
          </a:p>
        </p:txBody>
      </p:sp>
      <p:sp>
        <p:nvSpPr>
          <p:cNvPr id="3" name="Content Placeholder 2">
            <a:extLst>
              <a:ext uri="{FF2B5EF4-FFF2-40B4-BE49-F238E27FC236}">
                <a16:creationId xmlns:a16="http://schemas.microsoft.com/office/drawing/2014/main" id="{C0F2D8F4-8BEE-AE7C-4223-2BDB809298B4}"/>
              </a:ext>
            </a:extLst>
          </p:cNvPr>
          <p:cNvSpPr>
            <a:spLocks noGrp="1"/>
          </p:cNvSpPr>
          <p:nvPr>
            <p:ph idx="1"/>
          </p:nvPr>
        </p:nvSpPr>
        <p:spPr>
          <a:xfrm>
            <a:off x="1024128" y="2286000"/>
            <a:ext cx="8018271" cy="4023360"/>
          </a:xfrm>
        </p:spPr>
        <p:txBody>
          <a:bodyPr>
            <a:normAutofit/>
          </a:bodyPr>
          <a:lstStyle/>
          <a:p>
            <a:r>
              <a:rPr lang="en-GB" sz="1900"/>
              <a:t>In June 2014 Child F1 was experiencing chest pains and dizziness, and Mum took the child to the GP expressing anxiety about a family history of heart disease. </a:t>
            </a:r>
          </a:p>
          <a:p>
            <a:r>
              <a:rPr lang="en-GB" sz="1900"/>
              <a:t>An appointment was made with a paediatrician for eight weeks later, but mother reported she did not receive the letter. </a:t>
            </a:r>
          </a:p>
          <a:p>
            <a:r>
              <a:rPr lang="en-GB" sz="1900"/>
              <a:t>A further appointment was made for September 2014 to which mother did not bring Child F1 (aged 12). </a:t>
            </a:r>
          </a:p>
          <a:p>
            <a:r>
              <a:rPr lang="en-GB" sz="1900"/>
              <a:t>The GP had further contact with Child F1 in December 2014 when F1 complained of health problems which they thought were due to their obesity. </a:t>
            </a:r>
          </a:p>
          <a:p>
            <a:r>
              <a:rPr lang="en-GB" sz="1900"/>
              <a:t>A further appointment was made to explore these issues, to which Child F1 was not brought. The GP made no further referral to the paediatrician because of previous non-attendance</a:t>
            </a: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3600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16">
            <a:extLst>
              <a:ext uri="{FF2B5EF4-FFF2-40B4-BE49-F238E27FC236}">
                <a16:creationId xmlns:a16="http://schemas.microsoft.com/office/drawing/2014/main" id="{A10C41F2-1746-4431-9B52-B9F147A89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endParaRPr>
          </a:p>
        </p:txBody>
      </p:sp>
      <p:sp>
        <p:nvSpPr>
          <p:cNvPr id="10" name="Rectangle 9">
            <a:extLst>
              <a:ext uri="{FF2B5EF4-FFF2-40B4-BE49-F238E27FC236}">
                <a16:creationId xmlns:a16="http://schemas.microsoft.com/office/drawing/2014/main" id="{7984928E-D694-4849-BBAD-D7C7DC405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4020" y="643461"/>
            <a:ext cx="7654513" cy="55710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8127D-7E0F-4F81-983C-BA6F7BB2690C}"/>
              </a:ext>
            </a:extLst>
          </p:cNvPr>
          <p:cNvSpPr>
            <a:spLocks noGrp="1"/>
          </p:cNvSpPr>
          <p:nvPr>
            <p:ph type="title"/>
          </p:nvPr>
        </p:nvSpPr>
        <p:spPr>
          <a:xfrm>
            <a:off x="4219803" y="4735775"/>
            <a:ext cx="7006998" cy="1245732"/>
          </a:xfrm>
        </p:spPr>
        <p:txBody>
          <a:bodyPr anchor="t">
            <a:normAutofit/>
          </a:bodyPr>
          <a:lstStyle/>
          <a:p>
            <a:r>
              <a:rPr lang="en-GB">
                <a:solidFill>
                  <a:srgbClr val="FFFFFF"/>
                </a:solidFill>
              </a:rPr>
              <a:t>CHILD F1 SCR (2)</a:t>
            </a:r>
          </a:p>
        </p:txBody>
      </p:sp>
      <p:sp>
        <p:nvSpPr>
          <p:cNvPr id="12" name="Freeform 18">
            <a:extLst>
              <a:ext uri="{FF2B5EF4-FFF2-40B4-BE49-F238E27FC236}">
                <a16:creationId xmlns:a16="http://schemas.microsoft.com/office/drawing/2014/main" id="{A24A153C-9BEC-46E7-9AA4-DFC65A2B1A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69400" y="1910808"/>
            <a:ext cx="5571069" cy="3036377"/>
          </a:xfrm>
          <a:custGeom>
            <a:avLst/>
            <a:gdLst>
              <a:gd name="connsiteX0" fmla="*/ 5215514 w 5851096"/>
              <a:gd name="connsiteY0" fmla="*/ 659222 h 3089525"/>
              <a:gd name="connsiteX1" fmla="*/ 5783878 w 5851096"/>
              <a:gd name="connsiteY1" fmla="*/ 1223782 h 3089525"/>
              <a:gd name="connsiteX2" fmla="*/ 5215514 w 5851096"/>
              <a:gd name="connsiteY2" fmla="*/ 659222 h 3089525"/>
              <a:gd name="connsiteX3" fmla="*/ 5215514 w 5851096"/>
              <a:gd name="connsiteY3" fmla="*/ 2417442 h 3089525"/>
              <a:gd name="connsiteX4" fmla="*/ 5783878 w 5851096"/>
              <a:gd name="connsiteY4" fmla="*/ 2982001 h 3089525"/>
              <a:gd name="connsiteX5" fmla="*/ 5215514 w 5851096"/>
              <a:gd name="connsiteY5" fmla="*/ 2417442 h 3089525"/>
              <a:gd name="connsiteX6" fmla="*/ 5215512 w 5851096"/>
              <a:gd name="connsiteY6" fmla="*/ 2107862 h 3089525"/>
              <a:gd name="connsiteX7" fmla="*/ 5783876 w 5851096"/>
              <a:gd name="connsiteY7" fmla="*/ 1547735 h 3089525"/>
              <a:gd name="connsiteX8" fmla="*/ 5215512 w 5851096"/>
              <a:gd name="connsiteY8" fmla="*/ 2107862 h 3089525"/>
              <a:gd name="connsiteX9" fmla="*/ 5065535 w 5851096"/>
              <a:gd name="connsiteY9" fmla="*/ 521483 h 3089525"/>
              <a:gd name="connsiteX10" fmla="*/ 5066157 w 5851096"/>
              <a:gd name="connsiteY10" fmla="*/ 509629 h 3089525"/>
              <a:gd name="connsiteX11" fmla="*/ 5066678 w 5851096"/>
              <a:gd name="connsiteY11" fmla="*/ 509663 h 3089525"/>
              <a:gd name="connsiteX12" fmla="*/ 5066705 w 5851096"/>
              <a:gd name="connsiteY12" fmla="*/ 509151 h 3089525"/>
              <a:gd name="connsiteX13" fmla="*/ 5084580 w 5851096"/>
              <a:gd name="connsiteY13" fmla="*/ 510833 h 3089525"/>
              <a:gd name="connsiteX14" fmla="*/ 5184444 w 5851096"/>
              <a:gd name="connsiteY14" fmla="*/ 520226 h 3089525"/>
              <a:gd name="connsiteX15" fmla="*/ 5201405 w 5851096"/>
              <a:gd name="connsiteY15" fmla="*/ 521820 h 3089525"/>
              <a:gd name="connsiteX16" fmla="*/ 5201527 w 5851096"/>
              <a:gd name="connsiteY16" fmla="*/ 523010 h 3089525"/>
              <a:gd name="connsiteX17" fmla="*/ 5841311 w 5851096"/>
              <a:gd name="connsiteY17" fmla="*/ 983324 h 3089525"/>
              <a:gd name="connsiteX18" fmla="*/ 5851096 w 5851096"/>
              <a:gd name="connsiteY18" fmla="*/ 1006985 h 3089525"/>
              <a:gd name="connsiteX19" fmla="*/ 5851096 w 5851096"/>
              <a:gd name="connsiteY19" fmla="*/ 1366179 h 3089525"/>
              <a:gd name="connsiteX20" fmla="*/ 5814952 w 5851096"/>
              <a:gd name="connsiteY20" fmla="*/ 1362779 h 3089525"/>
              <a:gd name="connsiteX21" fmla="*/ 5797987 w 5851096"/>
              <a:gd name="connsiteY21" fmla="*/ 1361184 h 3089525"/>
              <a:gd name="connsiteX22" fmla="*/ 5797866 w 5851096"/>
              <a:gd name="connsiteY22" fmla="*/ 1359994 h 3089525"/>
              <a:gd name="connsiteX23" fmla="*/ 5075873 w 5851096"/>
              <a:gd name="connsiteY23" fmla="*/ 641878 h 3089525"/>
              <a:gd name="connsiteX24" fmla="*/ 5075344 w 5851096"/>
              <a:gd name="connsiteY24" fmla="*/ 641812 h 3089525"/>
              <a:gd name="connsiteX25" fmla="*/ 5074781 w 5851096"/>
              <a:gd name="connsiteY25" fmla="*/ 634895 h 3089525"/>
              <a:gd name="connsiteX26" fmla="*/ 5066970 w 5851096"/>
              <a:gd name="connsiteY26" fmla="*/ 539073 h 3089525"/>
              <a:gd name="connsiteX27" fmla="*/ 5065535 w 5851096"/>
              <a:gd name="connsiteY27" fmla="*/ 521483 h 3089525"/>
              <a:gd name="connsiteX28" fmla="*/ 5065535 w 5851096"/>
              <a:gd name="connsiteY28" fmla="*/ 2279702 h 3089525"/>
              <a:gd name="connsiteX29" fmla="*/ 5066157 w 5851096"/>
              <a:gd name="connsiteY29" fmla="*/ 2267848 h 3089525"/>
              <a:gd name="connsiteX30" fmla="*/ 5066678 w 5851096"/>
              <a:gd name="connsiteY30" fmla="*/ 2267882 h 3089525"/>
              <a:gd name="connsiteX31" fmla="*/ 5066705 w 5851096"/>
              <a:gd name="connsiteY31" fmla="*/ 2267371 h 3089525"/>
              <a:gd name="connsiteX32" fmla="*/ 5084580 w 5851096"/>
              <a:gd name="connsiteY32" fmla="*/ 2269052 h 3089525"/>
              <a:gd name="connsiteX33" fmla="*/ 5184444 w 5851096"/>
              <a:gd name="connsiteY33" fmla="*/ 2278445 h 3089525"/>
              <a:gd name="connsiteX34" fmla="*/ 5201405 w 5851096"/>
              <a:gd name="connsiteY34" fmla="*/ 2280040 h 3089525"/>
              <a:gd name="connsiteX35" fmla="*/ 5201527 w 5851096"/>
              <a:gd name="connsiteY35" fmla="*/ 2281230 h 3089525"/>
              <a:gd name="connsiteX36" fmla="*/ 5841311 w 5851096"/>
              <a:gd name="connsiteY36" fmla="*/ 2741544 h 3089525"/>
              <a:gd name="connsiteX37" fmla="*/ 5851096 w 5851096"/>
              <a:gd name="connsiteY37" fmla="*/ 2765204 h 3089525"/>
              <a:gd name="connsiteX38" fmla="*/ 5851096 w 5851096"/>
              <a:gd name="connsiteY38" fmla="*/ 3089525 h 3089525"/>
              <a:gd name="connsiteX39" fmla="*/ 5680952 w 5851096"/>
              <a:gd name="connsiteY39" fmla="*/ 3089525 h 3089525"/>
              <a:gd name="connsiteX40" fmla="*/ 5661219 w 5851096"/>
              <a:gd name="connsiteY40" fmla="*/ 3084683 h 3089525"/>
              <a:gd name="connsiteX41" fmla="*/ 5075873 w 5851096"/>
              <a:gd name="connsiteY41" fmla="*/ 2400097 h 3089525"/>
              <a:gd name="connsiteX42" fmla="*/ 5075344 w 5851096"/>
              <a:gd name="connsiteY42" fmla="*/ 2400032 h 3089525"/>
              <a:gd name="connsiteX43" fmla="*/ 5074781 w 5851096"/>
              <a:gd name="connsiteY43" fmla="*/ 2393114 h 3089525"/>
              <a:gd name="connsiteX44" fmla="*/ 5066970 w 5851096"/>
              <a:gd name="connsiteY44" fmla="*/ 2297292 h 3089525"/>
              <a:gd name="connsiteX45" fmla="*/ 5065535 w 5851096"/>
              <a:gd name="connsiteY45" fmla="*/ 2279702 h 3089525"/>
              <a:gd name="connsiteX46" fmla="*/ 5065533 w 5851096"/>
              <a:gd name="connsiteY46" fmla="*/ 486299 h 3089525"/>
              <a:gd name="connsiteX47" fmla="*/ 5066968 w 5851096"/>
              <a:gd name="connsiteY47" fmla="*/ 468842 h 3089525"/>
              <a:gd name="connsiteX48" fmla="*/ 5074776 w 5851096"/>
              <a:gd name="connsiteY48" fmla="*/ 373792 h 3089525"/>
              <a:gd name="connsiteX49" fmla="*/ 5075341 w 5851096"/>
              <a:gd name="connsiteY49" fmla="*/ 366915 h 3089525"/>
              <a:gd name="connsiteX50" fmla="*/ 5075869 w 5851096"/>
              <a:gd name="connsiteY50" fmla="*/ 366850 h 3089525"/>
              <a:gd name="connsiteX51" fmla="*/ 5163966 w 5851096"/>
              <a:gd name="connsiteY51" fmla="*/ 100280 h 3089525"/>
              <a:gd name="connsiteX52" fmla="*/ 5229488 w 5851096"/>
              <a:gd name="connsiteY52" fmla="*/ 0 h 3089525"/>
              <a:gd name="connsiteX53" fmla="*/ 5405629 w 5851096"/>
              <a:gd name="connsiteY53" fmla="*/ 0 h 3089525"/>
              <a:gd name="connsiteX54" fmla="*/ 5334254 w 5851096"/>
              <a:gd name="connsiteY54" fmla="*/ 79433 h 3089525"/>
              <a:gd name="connsiteX55" fmla="*/ 5215512 w 5851096"/>
              <a:gd name="connsiteY55" fmla="*/ 349642 h 3089525"/>
              <a:gd name="connsiteX56" fmla="*/ 5674730 w 5851096"/>
              <a:gd name="connsiteY56" fmla="*/ 45955 h 3089525"/>
              <a:gd name="connsiteX57" fmla="*/ 5697983 w 5851096"/>
              <a:gd name="connsiteY57" fmla="*/ 0 h 3089525"/>
              <a:gd name="connsiteX58" fmla="*/ 5851096 w 5851096"/>
              <a:gd name="connsiteY58" fmla="*/ 0 h 3089525"/>
              <a:gd name="connsiteX59" fmla="*/ 5851096 w 5851096"/>
              <a:gd name="connsiteY59" fmla="*/ 4349 h 3089525"/>
              <a:gd name="connsiteX60" fmla="*/ 5799246 w 5851096"/>
              <a:gd name="connsiteY60" fmla="*/ 99096 h 3089525"/>
              <a:gd name="connsiteX61" fmla="*/ 5201524 w 5851096"/>
              <a:gd name="connsiteY61" fmla="*/ 484784 h 3089525"/>
              <a:gd name="connsiteX62" fmla="*/ 5201403 w 5851096"/>
              <a:gd name="connsiteY62" fmla="*/ 485964 h 3089525"/>
              <a:gd name="connsiteX63" fmla="*/ 5184438 w 5851096"/>
              <a:gd name="connsiteY63" fmla="*/ 487548 h 3089525"/>
              <a:gd name="connsiteX64" fmla="*/ 5084610 w 5851096"/>
              <a:gd name="connsiteY64" fmla="*/ 496864 h 3089525"/>
              <a:gd name="connsiteX65" fmla="*/ 5066703 w 5851096"/>
              <a:gd name="connsiteY65" fmla="*/ 498535 h 3089525"/>
              <a:gd name="connsiteX66" fmla="*/ 5066676 w 5851096"/>
              <a:gd name="connsiteY66" fmla="*/ 498027 h 3089525"/>
              <a:gd name="connsiteX67" fmla="*/ 5066154 w 5851096"/>
              <a:gd name="connsiteY67" fmla="*/ 498061 h 3089525"/>
              <a:gd name="connsiteX68" fmla="*/ 5065533 w 5851096"/>
              <a:gd name="connsiteY68" fmla="*/ 486299 h 3089525"/>
              <a:gd name="connsiteX69" fmla="*/ 5065533 w 5851096"/>
              <a:gd name="connsiteY69" fmla="*/ 2244520 h 3089525"/>
              <a:gd name="connsiteX70" fmla="*/ 5066968 w 5851096"/>
              <a:gd name="connsiteY70" fmla="*/ 2227062 h 3089525"/>
              <a:gd name="connsiteX71" fmla="*/ 5074776 w 5851096"/>
              <a:gd name="connsiteY71" fmla="*/ 2132012 h 3089525"/>
              <a:gd name="connsiteX72" fmla="*/ 5075341 w 5851096"/>
              <a:gd name="connsiteY72" fmla="*/ 2125135 h 3089525"/>
              <a:gd name="connsiteX73" fmla="*/ 5075869 w 5851096"/>
              <a:gd name="connsiteY73" fmla="*/ 2125070 h 3089525"/>
              <a:gd name="connsiteX74" fmla="*/ 5797863 w 5851096"/>
              <a:gd name="connsiteY74" fmla="*/ 1412593 h 3089525"/>
              <a:gd name="connsiteX75" fmla="*/ 5797985 w 5851096"/>
              <a:gd name="connsiteY75" fmla="*/ 1411413 h 3089525"/>
              <a:gd name="connsiteX76" fmla="*/ 5814946 w 5851096"/>
              <a:gd name="connsiteY76" fmla="*/ 1409830 h 3089525"/>
              <a:gd name="connsiteX77" fmla="*/ 5851096 w 5851096"/>
              <a:gd name="connsiteY77" fmla="*/ 1406457 h 3089525"/>
              <a:gd name="connsiteX78" fmla="*/ 5851096 w 5851096"/>
              <a:gd name="connsiteY78" fmla="*/ 1762823 h 3089525"/>
              <a:gd name="connsiteX79" fmla="*/ 5841309 w 5851096"/>
              <a:gd name="connsiteY79" fmla="*/ 1786304 h 3089525"/>
              <a:gd name="connsiteX80" fmla="*/ 5201524 w 5851096"/>
              <a:gd name="connsiteY80" fmla="*/ 2243004 h 3089525"/>
              <a:gd name="connsiteX81" fmla="*/ 5201403 w 5851096"/>
              <a:gd name="connsiteY81" fmla="*/ 2244184 h 3089525"/>
              <a:gd name="connsiteX82" fmla="*/ 5184438 w 5851096"/>
              <a:gd name="connsiteY82" fmla="*/ 2245767 h 3089525"/>
              <a:gd name="connsiteX83" fmla="*/ 5084610 w 5851096"/>
              <a:gd name="connsiteY83" fmla="*/ 2255084 h 3089525"/>
              <a:gd name="connsiteX84" fmla="*/ 5066703 w 5851096"/>
              <a:gd name="connsiteY84" fmla="*/ 2256755 h 3089525"/>
              <a:gd name="connsiteX85" fmla="*/ 5066676 w 5851096"/>
              <a:gd name="connsiteY85" fmla="*/ 2256246 h 3089525"/>
              <a:gd name="connsiteX86" fmla="*/ 5066154 w 5851096"/>
              <a:gd name="connsiteY86" fmla="*/ 2256280 h 3089525"/>
              <a:gd name="connsiteX87" fmla="*/ 5065533 w 5851096"/>
              <a:gd name="connsiteY87" fmla="*/ 2244520 h 3089525"/>
              <a:gd name="connsiteX88" fmla="*/ 4325732 w 5851096"/>
              <a:gd name="connsiteY88" fmla="*/ 1223782 h 3089525"/>
              <a:gd name="connsiteX89" fmla="*/ 4894096 w 5851096"/>
              <a:gd name="connsiteY89" fmla="*/ 659222 h 3089525"/>
              <a:gd name="connsiteX90" fmla="*/ 4325732 w 5851096"/>
              <a:gd name="connsiteY90" fmla="*/ 1223782 h 3089525"/>
              <a:gd name="connsiteX91" fmla="*/ 4325732 w 5851096"/>
              <a:gd name="connsiteY91" fmla="*/ 1547735 h 3089525"/>
              <a:gd name="connsiteX92" fmla="*/ 4894096 w 5851096"/>
              <a:gd name="connsiteY92" fmla="*/ 2107862 h 3089525"/>
              <a:gd name="connsiteX93" fmla="*/ 4325732 w 5851096"/>
              <a:gd name="connsiteY93" fmla="*/ 1547735 h 3089525"/>
              <a:gd name="connsiteX94" fmla="*/ 4325732 w 5851096"/>
              <a:gd name="connsiteY94" fmla="*/ 2982001 h 3089525"/>
              <a:gd name="connsiteX95" fmla="*/ 4894096 w 5851096"/>
              <a:gd name="connsiteY95" fmla="*/ 2417442 h 3089525"/>
              <a:gd name="connsiteX96" fmla="*/ 4325732 w 5851096"/>
              <a:gd name="connsiteY96" fmla="*/ 2982001 h 3089525"/>
              <a:gd name="connsiteX97" fmla="*/ 4256134 w 5851096"/>
              <a:gd name="connsiteY97" fmla="*/ 0 h 3089525"/>
              <a:gd name="connsiteX98" fmla="*/ 4411625 w 5851096"/>
              <a:gd name="connsiteY98" fmla="*/ 0 h 3089525"/>
              <a:gd name="connsiteX99" fmla="*/ 4434878 w 5851096"/>
              <a:gd name="connsiteY99" fmla="*/ 45955 h 3089525"/>
              <a:gd name="connsiteX100" fmla="*/ 4894096 w 5851096"/>
              <a:gd name="connsiteY100" fmla="*/ 349642 h 3089525"/>
              <a:gd name="connsiteX101" fmla="*/ 4775353 w 5851096"/>
              <a:gd name="connsiteY101" fmla="*/ 79433 h 3089525"/>
              <a:gd name="connsiteX102" fmla="*/ 4703980 w 5851096"/>
              <a:gd name="connsiteY102" fmla="*/ 0 h 3089525"/>
              <a:gd name="connsiteX103" fmla="*/ 4880119 w 5851096"/>
              <a:gd name="connsiteY103" fmla="*/ 0 h 3089525"/>
              <a:gd name="connsiteX104" fmla="*/ 4945641 w 5851096"/>
              <a:gd name="connsiteY104" fmla="*/ 100280 h 3089525"/>
              <a:gd name="connsiteX105" fmla="*/ 5033738 w 5851096"/>
              <a:gd name="connsiteY105" fmla="*/ 366850 h 3089525"/>
              <a:gd name="connsiteX106" fmla="*/ 5034267 w 5851096"/>
              <a:gd name="connsiteY106" fmla="*/ 366915 h 3089525"/>
              <a:gd name="connsiteX107" fmla="*/ 5034832 w 5851096"/>
              <a:gd name="connsiteY107" fmla="*/ 373792 h 3089525"/>
              <a:gd name="connsiteX108" fmla="*/ 5042640 w 5851096"/>
              <a:gd name="connsiteY108" fmla="*/ 468842 h 3089525"/>
              <a:gd name="connsiteX109" fmla="*/ 5044074 w 5851096"/>
              <a:gd name="connsiteY109" fmla="*/ 486299 h 3089525"/>
              <a:gd name="connsiteX110" fmla="*/ 5043454 w 5851096"/>
              <a:gd name="connsiteY110" fmla="*/ 498061 h 3089525"/>
              <a:gd name="connsiteX111" fmla="*/ 5042932 w 5851096"/>
              <a:gd name="connsiteY111" fmla="*/ 498027 h 3089525"/>
              <a:gd name="connsiteX112" fmla="*/ 5042905 w 5851096"/>
              <a:gd name="connsiteY112" fmla="*/ 498535 h 3089525"/>
              <a:gd name="connsiteX113" fmla="*/ 5024997 w 5851096"/>
              <a:gd name="connsiteY113" fmla="*/ 496864 h 3089525"/>
              <a:gd name="connsiteX114" fmla="*/ 4925170 w 5851096"/>
              <a:gd name="connsiteY114" fmla="*/ 487548 h 3089525"/>
              <a:gd name="connsiteX115" fmla="*/ 4908205 w 5851096"/>
              <a:gd name="connsiteY115" fmla="*/ 485964 h 3089525"/>
              <a:gd name="connsiteX116" fmla="*/ 4908084 w 5851096"/>
              <a:gd name="connsiteY116" fmla="*/ 484784 h 3089525"/>
              <a:gd name="connsiteX117" fmla="*/ 4310363 w 5851096"/>
              <a:gd name="connsiteY117" fmla="*/ 99096 h 3089525"/>
              <a:gd name="connsiteX118" fmla="*/ 4178216 w 5851096"/>
              <a:gd name="connsiteY118" fmla="*/ 3089525 h 3089525"/>
              <a:gd name="connsiteX119" fmla="*/ 4184996 w 5851096"/>
              <a:gd name="connsiteY119" fmla="*/ 3006343 h 3089525"/>
              <a:gd name="connsiteX120" fmla="*/ 4185561 w 5851096"/>
              <a:gd name="connsiteY120" fmla="*/ 2999411 h 3089525"/>
              <a:gd name="connsiteX121" fmla="*/ 4186090 w 5851096"/>
              <a:gd name="connsiteY121" fmla="*/ 2999346 h 3089525"/>
              <a:gd name="connsiteX122" fmla="*/ 4908083 w 5851096"/>
              <a:gd name="connsiteY122" fmla="*/ 2281230 h 3089525"/>
              <a:gd name="connsiteX123" fmla="*/ 4908205 w 5851096"/>
              <a:gd name="connsiteY123" fmla="*/ 2280040 h 3089525"/>
              <a:gd name="connsiteX124" fmla="*/ 4925166 w 5851096"/>
              <a:gd name="connsiteY124" fmla="*/ 2278445 h 3089525"/>
              <a:gd name="connsiteX125" fmla="*/ 5025030 w 5851096"/>
              <a:gd name="connsiteY125" fmla="*/ 2269052 h 3089525"/>
              <a:gd name="connsiteX126" fmla="*/ 5042905 w 5851096"/>
              <a:gd name="connsiteY126" fmla="*/ 2267371 h 3089525"/>
              <a:gd name="connsiteX127" fmla="*/ 5042932 w 5851096"/>
              <a:gd name="connsiteY127" fmla="*/ 2267882 h 3089525"/>
              <a:gd name="connsiteX128" fmla="*/ 5043453 w 5851096"/>
              <a:gd name="connsiteY128" fmla="*/ 2267848 h 3089525"/>
              <a:gd name="connsiteX129" fmla="*/ 5044074 w 5851096"/>
              <a:gd name="connsiteY129" fmla="*/ 2279702 h 3089525"/>
              <a:gd name="connsiteX130" fmla="*/ 5042640 w 5851096"/>
              <a:gd name="connsiteY130" fmla="*/ 2297292 h 3089525"/>
              <a:gd name="connsiteX131" fmla="*/ 5034829 w 5851096"/>
              <a:gd name="connsiteY131" fmla="*/ 2393114 h 3089525"/>
              <a:gd name="connsiteX132" fmla="*/ 5034266 w 5851096"/>
              <a:gd name="connsiteY132" fmla="*/ 2400032 h 3089525"/>
              <a:gd name="connsiteX133" fmla="*/ 5033737 w 5851096"/>
              <a:gd name="connsiteY133" fmla="*/ 2400097 h 3089525"/>
              <a:gd name="connsiteX134" fmla="*/ 4448391 w 5851096"/>
              <a:gd name="connsiteY134" fmla="*/ 3084683 h 3089525"/>
              <a:gd name="connsiteX135" fmla="*/ 4428658 w 5851096"/>
              <a:gd name="connsiteY135" fmla="*/ 3089525 h 3089525"/>
              <a:gd name="connsiteX136" fmla="*/ 4175753 w 5851096"/>
              <a:gd name="connsiteY136" fmla="*/ 1361522 h 3089525"/>
              <a:gd name="connsiteX137" fmla="*/ 4177187 w 5851096"/>
              <a:gd name="connsiteY137" fmla="*/ 1343926 h 3089525"/>
              <a:gd name="connsiteX138" fmla="*/ 4184996 w 5851096"/>
              <a:gd name="connsiteY138" fmla="*/ 1248124 h 3089525"/>
              <a:gd name="connsiteX139" fmla="*/ 4185561 w 5851096"/>
              <a:gd name="connsiteY139" fmla="*/ 1241192 h 3089525"/>
              <a:gd name="connsiteX140" fmla="*/ 4186090 w 5851096"/>
              <a:gd name="connsiteY140" fmla="*/ 1241127 h 3089525"/>
              <a:gd name="connsiteX141" fmla="*/ 4908083 w 5851096"/>
              <a:gd name="connsiteY141" fmla="*/ 523010 h 3089525"/>
              <a:gd name="connsiteX142" fmla="*/ 4908205 w 5851096"/>
              <a:gd name="connsiteY142" fmla="*/ 521820 h 3089525"/>
              <a:gd name="connsiteX143" fmla="*/ 4925166 w 5851096"/>
              <a:gd name="connsiteY143" fmla="*/ 520226 h 3089525"/>
              <a:gd name="connsiteX144" fmla="*/ 5025030 w 5851096"/>
              <a:gd name="connsiteY144" fmla="*/ 510833 h 3089525"/>
              <a:gd name="connsiteX145" fmla="*/ 5042905 w 5851096"/>
              <a:gd name="connsiteY145" fmla="*/ 509151 h 3089525"/>
              <a:gd name="connsiteX146" fmla="*/ 5042932 w 5851096"/>
              <a:gd name="connsiteY146" fmla="*/ 509663 h 3089525"/>
              <a:gd name="connsiteX147" fmla="*/ 5043453 w 5851096"/>
              <a:gd name="connsiteY147" fmla="*/ 509629 h 3089525"/>
              <a:gd name="connsiteX148" fmla="*/ 5044074 w 5851096"/>
              <a:gd name="connsiteY148" fmla="*/ 521483 h 3089525"/>
              <a:gd name="connsiteX149" fmla="*/ 5042640 w 5851096"/>
              <a:gd name="connsiteY149" fmla="*/ 539073 h 3089525"/>
              <a:gd name="connsiteX150" fmla="*/ 5034829 w 5851096"/>
              <a:gd name="connsiteY150" fmla="*/ 634895 h 3089525"/>
              <a:gd name="connsiteX151" fmla="*/ 5034266 w 5851096"/>
              <a:gd name="connsiteY151" fmla="*/ 641812 h 3089525"/>
              <a:gd name="connsiteX152" fmla="*/ 5033737 w 5851096"/>
              <a:gd name="connsiteY152" fmla="*/ 641878 h 3089525"/>
              <a:gd name="connsiteX153" fmla="*/ 4311744 w 5851096"/>
              <a:gd name="connsiteY153" fmla="*/ 1359994 h 3089525"/>
              <a:gd name="connsiteX154" fmla="*/ 4311623 w 5851096"/>
              <a:gd name="connsiteY154" fmla="*/ 1361184 h 3089525"/>
              <a:gd name="connsiteX155" fmla="*/ 4294658 w 5851096"/>
              <a:gd name="connsiteY155" fmla="*/ 1362780 h 3089525"/>
              <a:gd name="connsiteX156" fmla="*/ 4194831 w 5851096"/>
              <a:gd name="connsiteY156" fmla="*/ 1372169 h 3089525"/>
              <a:gd name="connsiteX157" fmla="*/ 4176923 w 5851096"/>
              <a:gd name="connsiteY157" fmla="*/ 1373854 h 3089525"/>
              <a:gd name="connsiteX158" fmla="*/ 4176896 w 5851096"/>
              <a:gd name="connsiteY158" fmla="*/ 1373341 h 3089525"/>
              <a:gd name="connsiteX159" fmla="*/ 4176374 w 5851096"/>
              <a:gd name="connsiteY159" fmla="*/ 1373376 h 3089525"/>
              <a:gd name="connsiteX160" fmla="*/ 4175753 w 5851096"/>
              <a:gd name="connsiteY160" fmla="*/ 1361522 h 3089525"/>
              <a:gd name="connsiteX161" fmla="*/ 4175753 w 5851096"/>
              <a:gd name="connsiteY161" fmla="*/ 1411078 h 3089525"/>
              <a:gd name="connsiteX162" fmla="*/ 4176375 w 5851096"/>
              <a:gd name="connsiteY162" fmla="*/ 1399317 h 3089525"/>
              <a:gd name="connsiteX163" fmla="*/ 4176896 w 5851096"/>
              <a:gd name="connsiteY163" fmla="*/ 1399351 h 3089525"/>
              <a:gd name="connsiteX164" fmla="*/ 4176923 w 5851096"/>
              <a:gd name="connsiteY164" fmla="*/ 1398843 h 3089525"/>
              <a:gd name="connsiteX165" fmla="*/ 4194799 w 5851096"/>
              <a:gd name="connsiteY165" fmla="*/ 1400511 h 3089525"/>
              <a:gd name="connsiteX166" fmla="*/ 4294662 w 5851096"/>
              <a:gd name="connsiteY166" fmla="*/ 1409831 h 3089525"/>
              <a:gd name="connsiteX167" fmla="*/ 4311623 w 5851096"/>
              <a:gd name="connsiteY167" fmla="*/ 1411413 h 3089525"/>
              <a:gd name="connsiteX168" fmla="*/ 4311745 w 5851096"/>
              <a:gd name="connsiteY168" fmla="*/ 1412593 h 3089525"/>
              <a:gd name="connsiteX169" fmla="*/ 5033738 w 5851096"/>
              <a:gd name="connsiteY169" fmla="*/ 2125070 h 3089525"/>
              <a:gd name="connsiteX170" fmla="*/ 5034267 w 5851096"/>
              <a:gd name="connsiteY170" fmla="*/ 2125135 h 3089525"/>
              <a:gd name="connsiteX171" fmla="*/ 5034832 w 5851096"/>
              <a:gd name="connsiteY171" fmla="*/ 2132012 h 3089525"/>
              <a:gd name="connsiteX172" fmla="*/ 5042640 w 5851096"/>
              <a:gd name="connsiteY172" fmla="*/ 2227062 h 3089525"/>
              <a:gd name="connsiteX173" fmla="*/ 5044074 w 5851096"/>
              <a:gd name="connsiteY173" fmla="*/ 2244520 h 3089525"/>
              <a:gd name="connsiteX174" fmla="*/ 5043454 w 5851096"/>
              <a:gd name="connsiteY174" fmla="*/ 2256280 h 3089525"/>
              <a:gd name="connsiteX175" fmla="*/ 5042932 w 5851096"/>
              <a:gd name="connsiteY175" fmla="*/ 2256246 h 3089525"/>
              <a:gd name="connsiteX176" fmla="*/ 5042905 w 5851096"/>
              <a:gd name="connsiteY176" fmla="*/ 2256755 h 3089525"/>
              <a:gd name="connsiteX177" fmla="*/ 5024997 w 5851096"/>
              <a:gd name="connsiteY177" fmla="*/ 2255084 h 3089525"/>
              <a:gd name="connsiteX178" fmla="*/ 4925170 w 5851096"/>
              <a:gd name="connsiteY178" fmla="*/ 2245767 h 3089525"/>
              <a:gd name="connsiteX179" fmla="*/ 4908205 w 5851096"/>
              <a:gd name="connsiteY179" fmla="*/ 2244184 h 3089525"/>
              <a:gd name="connsiteX180" fmla="*/ 4908084 w 5851096"/>
              <a:gd name="connsiteY180" fmla="*/ 2243004 h 3089525"/>
              <a:gd name="connsiteX181" fmla="*/ 4186091 w 5851096"/>
              <a:gd name="connsiteY181" fmla="*/ 1530527 h 3089525"/>
              <a:gd name="connsiteX182" fmla="*/ 4185562 w 5851096"/>
              <a:gd name="connsiteY182" fmla="*/ 1530463 h 3089525"/>
              <a:gd name="connsiteX183" fmla="*/ 4184999 w 5851096"/>
              <a:gd name="connsiteY183" fmla="*/ 1523599 h 3089525"/>
              <a:gd name="connsiteX184" fmla="*/ 4177187 w 5851096"/>
              <a:gd name="connsiteY184" fmla="*/ 1428529 h 3089525"/>
              <a:gd name="connsiteX185" fmla="*/ 4175753 w 5851096"/>
              <a:gd name="connsiteY185" fmla="*/ 1411078 h 3089525"/>
              <a:gd name="connsiteX186" fmla="*/ 3445328 w 5851096"/>
              <a:gd name="connsiteY186" fmla="*/ 659222 h 3089525"/>
              <a:gd name="connsiteX187" fmla="*/ 4013692 w 5851096"/>
              <a:gd name="connsiteY187" fmla="*/ 1223782 h 3089525"/>
              <a:gd name="connsiteX188" fmla="*/ 3445328 w 5851096"/>
              <a:gd name="connsiteY188" fmla="*/ 659222 h 3089525"/>
              <a:gd name="connsiteX189" fmla="*/ 3445328 w 5851096"/>
              <a:gd name="connsiteY189" fmla="*/ 2417442 h 3089525"/>
              <a:gd name="connsiteX190" fmla="*/ 4013692 w 5851096"/>
              <a:gd name="connsiteY190" fmla="*/ 2982001 h 3089525"/>
              <a:gd name="connsiteX191" fmla="*/ 3445328 w 5851096"/>
              <a:gd name="connsiteY191" fmla="*/ 2417442 h 3089525"/>
              <a:gd name="connsiteX192" fmla="*/ 3445326 w 5851096"/>
              <a:gd name="connsiteY192" fmla="*/ 2107862 h 3089525"/>
              <a:gd name="connsiteX193" fmla="*/ 4013690 w 5851096"/>
              <a:gd name="connsiteY193" fmla="*/ 1547735 h 3089525"/>
              <a:gd name="connsiteX194" fmla="*/ 3445326 w 5851096"/>
              <a:gd name="connsiteY194" fmla="*/ 2107862 h 3089525"/>
              <a:gd name="connsiteX195" fmla="*/ 3295350 w 5851096"/>
              <a:gd name="connsiteY195" fmla="*/ 521483 h 3089525"/>
              <a:gd name="connsiteX196" fmla="*/ 3295971 w 5851096"/>
              <a:gd name="connsiteY196" fmla="*/ 509629 h 3089525"/>
              <a:gd name="connsiteX197" fmla="*/ 3296492 w 5851096"/>
              <a:gd name="connsiteY197" fmla="*/ 509663 h 3089525"/>
              <a:gd name="connsiteX198" fmla="*/ 3296519 w 5851096"/>
              <a:gd name="connsiteY198" fmla="*/ 509151 h 3089525"/>
              <a:gd name="connsiteX199" fmla="*/ 3314395 w 5851096"/>
              <a:gd name="connsiteY199" fmla="*/ 510833 h 3089525"/>
              <a:gd name="connsiteX200" fmla="*/ 3414258 w 5851096"/>
              <a:gd name="connsiteY200" fmla="*/ 520226 h 3089525"/>
              <a:gd name="connsiteX201" fmla="*/ 3431219 w 5851096"/>
              <a:gd name="connsiteY201" fmla="*/ 521820 h 3089525"/>
              <a:gd name="connsiteX202" fmla="*/ 3431341 w 5851096"/>
              <a:gd name="connsiteY202" fmla="*/ 523010 h 3089525"/>
              <a:gd name="connsiteX203" fmla="*/ 4153335 w 5851096"/>
              <a:gd name="connsiteY203" fmla="*/ 1241127 h 3089525"/>
              <a:gd name="connsiteX204" fmla="*/ 4153863 w 5851096"/>
              <a:gd name="connsiteY204" fmla="*/ 1241192 h 3089525"/>
              <a:gd name="connsiteX205" fmla="*/ 4154429 w 5851096"/>
              <a:gd name="connsiteY205" fmla="*/ 1248124 h 3089525"/>
              <a:gd name="connsiteX206" fmla="*/ 4162237 w 5851096"/>
              <a:gd name="connsiteY206" fmla="*/ 1343926 h 3089525"/>
              <a:gd name="connsiteX207" fmla="*/ 4163671 w 5851096"/>
              <a:gd name="connsiteY207" fmla="*/ 1361522 h 3089525"/>
              <a:gd name="connsiteX208" fmla="*/ 4163050 w 5851096"/>
              <a:gd name="connsiteY208" fmla="*/ 1373376 h 3089525"/>
              <a:gd name="connsiteX209" fmla="*/ 4162528 w 5851096"/>
              <a:gd name="connsiteY209" fmla="*/ 1373341 h 3089525"/>
              <a:gd name="connsiteX210" fmla="*/ 4162501 w 5851096"/>
              <a:gd name="connsiteY210" fmla="*/ 1373854 h 3089525"/>
              <a:gd name="connsiteX211" fmla="*/ 4144594 w 5851096"/>
              <a:gd name="connsiteY211" fmla="*/ 1372169 h 3089525"/>
              <a:gd name="connsiteX212" fmla="*/ 4044766 w 5851096"/>
              <a:gd name="connsiteY212" fmla="*/ 1362780 h 3089525"/>
              <a:gd name="connsiteX213" fmla="*/ 4027802 w 5851096"/>
              <a:gd name="connsiteY213" fmla="*/ 1361184 h 3089525"/>
              <a:gd name="connsiteX214" fmla="*/ 4027681 w 5851096"/>
              <a:gd name="connsiteY214" fmla="*/ 1359994 h 3089525"/>
              <a:gd name="connsiteX215" fmla="*/ 3305687 w 5851096"/>
              <a:gd name="connsiteY215" fmla="*/ 641878 h 3089525"/>
              <a:gd name="connsiteX216" fmla="*/ 3305158 w 5851096"/>
              <a:gd name="connsiteY216" fmla="*/ 641812 h 3089525"/>
              <a:gd name="connsiteX217" fmla="*/ 3304595 w 5851096"/>
              <a:gd name="connsiteY217" fmla="*/ 634895 h 3089525"/>
              <a:gd name="connsiteX218" fmla="*/ 3296784 w 5851096"/>
              <a:gd name="connsiteY218" fmla="*/ 539073 h 3089525"/>
              <a:gd name="connsiteX219" fmla="*/ 3295350 w 5851096"/>
              <a:gd name="connsiteY219" fmla="*/ 521483 h 3089525"/>
              <a:gd name="connsiteX220" fmla="*/ 3295350 w 5851096"/>
              <a:gd name="connsiteY220" fmla="*/ 2279702 h 3089525"/>
              <a:gd name="connsiteX221" fmla="*/ 3295971 w 5851096"/>
              <a:gd name="connsiteY221" fmla="*/ 2267848 h 3089525"/>
              <a:gd name="connsiteX222" fmla="*/ 3296492 w 5851096"/>
              <a:gd name="connsiteY222" fmla="*/ 2267882 h 3089525"/>
              <a:gd name="connsiteX223" fmla="*/ 3296519 w 5851096"/>
              <a:gd name="connsiteY223" fmla="*/ 2267371 h 3089525"/>
              <a:gd name="connsiteX224" fmla="*/ 3314395 w 5851096"/>
              <a:gd name="connsiteY224" fmla="*/ 2269052 h 3089525"/>
              <a:gd name="connsiteX225" fmla="*/ 3414258 w 5851096"/>
              <a:gd name="connsiteY225" fmla="*/ 2278445 h 3089525"/>
              <a:gd name="connsiteX226" fmla="*/ 3431219 w 5851096"/>
              <a:gd name="connsiteY226" fmla="*/ 2280040 h 3089525"/>
              <a:gd name="connsiteX227" fmla="*/ 3431341 w 5851096"/>
              <a:gd name="connsiteY227" fmla="*/ 2281230 h 3089525"/>
              <a:gd name="connsiteX228" fmla="*/ 4153335 w 5851096"/>
              <a:gd name="connsiteY228" fmla="*/ 2999346 h 3089525"/>
              <a:gd name="connsiteX229" fmla="*/ 4153863 w 5851096"/>
              <a:gd name="connsiteY229" fmla="*/ 2999411 h 3089525"/>
              <a:gd name="connsiteX230" fmla="*/ 4154429 w 5851096"/>
              <a:gd name="connsiteY230" fmla="*/ 3006343 h 3089525"/>
              <a:gd name="connsiteX231" fmla="*/ 4161209 w 5851096"/>
              <a:gd name="connsiteY231" fmla="*/ 3089525 h 3089525"/>
              <a:gd name="connsiteX232" fmla="*/ 3910768 w 5851096"/>
              <a:gd name="connsiteY232" fmla="*/ 3089525 h 3089525"/>
              <a:gd name="connsiteX233" fmla="*/ 3891034 w 5851096"/>
              <a:gd name="connsiteY233" fmla="*/ 3084683 h 3089525"/>
              <a:gd name="connsiteX234" fmla="*/ 3305687 w 5851096"/>
              <a:gd name="connsiteY234" fmla="*/ 2400097 h 3089525"/>
              <a:gd name="connsiteX235" fmla="*/ 3305158 w 5851096"/>
              <a:gd name="connsiteY235" fmla="*/ 2400032 h 3089525"/>
              <a:gd name="connsiteX236" fmla="*/ 3304595 w 5851096"/>
              <a:gd name="connsiteY236" fmla="*/ 2393114 h 3089525"/>
              <a:gd name="connsiteX237" fmla="*/ 3296784 w 5851096"/>
              <a:gd name="connsiteY237" fmla="*/ 2297292 h 3089525"/>
              <a:gd name="connsiteX238" fmla="*/ 3295350 w 5851096"/>
              <a:gd name="connsiteY238" fmla="*/ 2279702 h 3089525"/>
              <a:gd name="connsiteX239" fmla="*/ 3295347 w 5851096"/>
              <a:gd name="connsiteY239" fmla="*/ 486299 h 3089525"/>
              <a:gd name="connsiteX240" fmla="*/ 3296782 w 5851096"/>
              <a:gd name="connsiteY240" fmla="*/ 468842 h 3089525"/>
              <a:gd name="connsiteX241" fmla="*/ 3304590 w 5851096"/>
              <a:gd name="connsiteY241" fmla="*/ 373792 h 3089525"/>
              <a:gd name="connsiteX242" fmla="*/ 3305155 w 5851096"/>
              <a:gd name="connsiteY242" fmla="*/ 366915 h 3089525"/>
              <a:gd name="connsiteX243" fmla="*/ 3305684 w 5851096"/>
              <a:gd name="connsiteY243" fmla="*/ 366850 h 3089525"/>
              <a:gd name="connsiteX244" fmla="*/ 3393781 w 5851096"/>
              <a:gd name="connsiteY244" fmla="*/ 100280 h 3089525"/>
              <a:gd name="connsiteX245" fmla="*/ 3459303 w 5851096"/>
              <a:gd name="connsiteY245" fmla="*/ 0 h 3089525"/>
              <a:gd name="connsiteX246" fmla="*/ 3635443 w 5851096"/>
              <a:gd name="connsiteY246" fmla="*/ 0 h 3089525"/>
              <a:gd name="connsiteX247" fmla="*/ 3564068 w 5851096"/>
              <a:gd name="connsiteY247" fmla="*/ 79433 h 3089525"/>
              <a:gd name="connsiteX248" fmla="*/ 3445326 w 5851096"/>
              <a:gd name="connsiteY248" fmla="*/ 349642 h 3089525"/>
              <a:gd name="connsiteX249" fmla="*/ 3904544 w 5851096"/>
              <a:gd name="connsiteY249" fmla="*/ 45955 h 3089525"/>
              <a:gd name="connsiteX250" fmla="*/ 3927798 w 5851096"/>
              <a:gd name="connsiteY250" fmla="*/ 0 h 3089525"/>
              <a:gd name="connsiteX251" fmla="*/ 4083290 w 5851096"/>
              <a:gd name="connsiteY251" fmla="*/ 0 h 3089525"/>
              <a:gd name="connsiteX252" fmla="*/ 4029061 w 5851096"/>
              <a:gd name="connsiteY252" fmla="*/ 99096 h 3089525"/>
              <a:gd name="connsiteX253" fmla="*/ 3431338 w 5851096"/>
              <a:gd name="connsiteY253" fmla="*/ 484784 h 3089525"/>
              <a:gd name="connsiteX254" fmla="*/ 3431217 w 5851096"/>
              <a:gd name="connsiteY254" fmla="*/ 485964 h 3089525"/>
              <a:gd name="connsiteX255" fmla="*/ 3414252 w 5851096"/>
              <a:gd name="connsiteY255" fmla="*/ 487548 h 3089525"/>
              <a:gd name="connsiteX256" fmla="*/ 3314425 w 5851096"/>
              <a:gd name="connsiteY256" fmla="*/ 496864 h 3089525"/>
              <a:gd name="connsiteX257" fmla="*/ 3296517 w 5851096"/>
              <a:gd name="connsiteY257" fmla="*/ 498535 h 3089525"/>
              <a:gd name="connsiteX258" fmla="*/ 3296490 w 5851096"/>
              <a:gd name="connsiteY258" fmla="*/ 498027 h 3089525"/>
              <a:gd name="connsiteX259" fmla="*/ 3295968 w 5851096"/>
              <a:gd name="connsiteY259" fmla="*/ 498061 h 3089525"/>
              <a:gd name="connsiteX260" fmla="*/ 3295347 w 5851096"/>
              <a:gd name="connsiteY260" fmla="*/ 486299 h 3089525"/>
              <a:gd name="connsiteX261" fmla="*/ 3295347 w 5851096"/>
              <a:gd name="connsiteY261" fmla="*/ 2244520 h 3089525"/>
              <a:gd name="connsiteX262" fmla="*/ 3296782 w 5851096"/>
              <a:gd name="connsiteY262" fmla="*/ 2227062 h 3089525"/>
              <a:gd name="connsiteX263" fmla="*/ 3304590 w 5851096"/>
              <a:gd name="connsiteY263" fmla="*/ 2132012 h 3089525"/>
              <a:gd name="connsiteX264" fmla="*/ 3305155 w 5851096"/>
              <a:gd name="connsiteY264" fmla="*/ 2125135 h 3089525"/>
              <a:gd name="connsiteX265" fmla="*/ 3305684 w 5851096"/>
              <a:gd name="connsiteY265" fmla="*/ 2125070 h 3089525"/>
              <a:gd name="connsiteX266" fmla="*/ 4027678 w 5851096"/>
              <a:gd name="connsiteY266" fmla="*/ 1412593 h 3089525"/>
              <a:gd name="connsiteX267" fmla="*/ 4027800 w 5851096"/>
              <a:gd name="connsiteY267" fmla="*/ 1411413 h 3089525"/>
              <a:gd name="connsiteX268" fmla="*/ 4044760 w 5851096"/>
              <a:gd name="connsiteY268" fmla="*/ 1409831 h 3089525"/>
              <a:gd name="connsiteX269" fmla="*/ 4144624 w 5851096"/>
              <a:gd name="connsiteY269" fmla="*/ 1400511 h 3089525"/>
              <a:gd name="connsiteX270" fmla="*/ 4162499 w 5851096"/>
              <a:gd name="connsiteY270" fmla="*/ 1398843 h 3089525"/>
              <a:gd name="connsiteX271" fmla="*/ 4162526 w 5851096"/>
              <a:gd name="connsiteY271" fmla="*/ 1399351 h 3089525"/>
              <a:gd name="connsiteX272" fmla="*/ 4163047 w 5851096"/>
              <a:gd name="connsiteY272" fmla="*/ 1399317 h 3089525"/>
              <a:gd name="connsiteX273" fmla="*/ 4163669 w 5851096"/>
              <a:gd name="connsiteY273" fmla="*/ 1411078 h 3089525"/>
              <a:gd name="connsiteX274" fmla="*/ 4162235 w 5851096"/>
              <a:gd name="connsiteY274" fmla="*/ 1428529 h 3089525"/>
              <a:gd name="connsiteX275" fmla="*/ 4154424 w 5851096"/>
              <a:gd name="connsiteY275" fmla="*/ 1523599 h 3089525"/>
              <a:gd name="connsiteX276" fmla="*/ 4153860 w 5851096"/>
              <a:gd name="connsiteY276" fmla="*/ 1530463 h 3089525"/>
              <a:gd name="connsiteX277" fmla="*/ 4153332 w 5851096"/>
              <a:gd name="connsiteY277" fmla="*/ 1530527 h 3089525"/>
              <a:gd name="connsiteX278" fmla="*/ 3431338 w 5851096"/>
              <a:gd name="connsiteY278" fmla="*/ 2243004 h 3089525"/>
              <a:gd name="connsiteX279" fmla="*/ 3431217 w 5851096"/>
              <a:gd name="connsiteY279" fmla="*/ 2244184 h 3089525"/>
              <a:gd name="connsiteX280" fmla="*/ 3414252 w 5851096"/>
              <a:gd name="connsiteY280" fmla="*/ 2245767 h 3089525"/>
              <a:gd name="connsiteX281" fmla="*/ 3314425 w 5851096"/>
              <a:gd name="connsiteY281" fmla="*/ 2255084 h 3089525"/>
              <a:gd name="connsiteX282" fmla="*/ 3296517 w 5851096"/>
              <a:gd name="connsiteY282" fmla="*/ 2256755 h 3089525"/>
              <a:gd name="connsiteX283" fmla="*/ 3296490 w 5851096"/>
              <a:gd name="connsiteY283" fmla="*/ 2256246 h 3089525"/>
              <a:gd name="connsiteX284" fmla="*/ 3295968 w 5851096"/>
              <a:gd name="connsiteY284" fmla="*/ 2256280 h 3089525"/>
              <a:gd name="connsiteX285" fmla="*/ 3295347 w 5851096"/>
              <a:gd name="connsiteY285" fmla="*/ 2244520 h 3089525"/>
              <a:gd name="connsiteX286" fmla="*/ 2555546 w 5851096"/>
              <a:gd name="connsiteY286" fmla="*/ 1223782 h 3089525"/>
              <a:gd name="connsiteX287" fmla="*/ 3123910 w 5851096"/>
              <a:gd name="connsiteY287" fmla="*/ 659222 h 3089525"/>
              <a:gd name="connsiteX288" fmla="*/ 2555546 w 5851096"/>
              <a:gd name="connsiteY288" fmla="*/ 1223782 h 3089525"/>
              <a:gd name="connsiteX289" fmla="*/ 2555546 w 5851096"/>
              <a:gd name="connsiteY289" fmla="*/ 1547735 h 3089525"/>
              <a:gd name="connsiteX290" fmla="*/ 3123910 w 5851096"/>
              <a:gd name="connsiteY290" fmla="*/ 2107862 h 3089525"/>
              <a:gd name="connsiteX291" fmla="*/ 2555546 w 5851096"/>
              <a:gd name="connsiteY291" fmla="*/ 1547735 h 3089525"/>
              <a:gd name="connsiteX292" fmla="*/ 2555546 w 5851096"/>
              <a:gd name="connsiteY292" fmla="*/ 2982001 h 3089525"/>
              <a:gd name="connsiteX293" fmla="*/ 3123910 w 5851096"/>
              <a:gd name="connsiteY293" fmla="*/ 2417442 h 3089525"/>
              <a:gd name="connsiteX294" fmla="*/ 2555546 w 5851096"/>
              <a:gd name="connsiteY294" fmla="*/ 2982001 h 3089525"/>
              <a:gd name="connsiteX295" fmla="*/ 2485948 w 5851096"/>
              <a:gd name="connsiteY295" fmla="*/ 0 h 3089525"/>
              <a:gd name="connsiteX296" fmla="*/ 2641440 w 5851096"/>
              <a:gd name="connsiteY296" fmla="*/ 0 h 3089525"/>
              <a:gd name="connsiteX297" fmla="*/ 2664693 w 5851096"/>
              <a:gd name="connsiteY297" fmla="*/ 45955 h 3089525"/>
              <a:gd name="connsiteX298" fmla="*/ 3123910 w 5851096"/>
              <a:gd name="connsiteY298" fmla="*/ 349642 h 3089525"/>
              <a:gd name="connsiteX299" fmla="*/ 3005167 w 5851096"/>
              <a:gd name="connsiteY299" fmla="*/ 79433 h 3089525"/>
              <a:gd name="connsiteX300" fmla="*/ 2933794 w 5851096"/>
              <a:gd name="connsiteY300" fmla="*/ 0 h 3089525"/>
              <a:gd name="connsiteX301" fmla="*/ 3109934 w 5851096"/>
              <a:gd name="connsiteY301" fmla="*/ 0 h 3089525"/>
              <a:gd name="connsiteX302" fmla="*/ 3175456 w 5851096"/>
              <a:gd name="connsiteY302" fmla="*/ 100280 h 3089525"/>
              <a:gd name="connsiteX303" fmla="*/ 3263553 w 5851096"/>
              <a:gd name="connsiteY303" fmla="*/ 366850 h 3089525"/>
              <a:gd name="connsiteX304" fmla="*/ 3264081 w 5851096"/>
              <a:gd name="connsiteY304" fmla="*/ 366915 h 3089525"/>
              <a:gd name="connsiteX305" fmla="*/ 3264647 w 5851096"/>
              <a:gd name="connsiteY305" fmla="*/ 373792 h 3089525"/>
              <a:gd name="connsiteX306" fmla="*/ 3272455 w 5851096"/>
              <a:gd name="connsiteY306" fmla="*/ 468842 h 3089525"/>
              <a:gd name="connsiteX307" fmla="*/ 3273888 w 5851096"/>
              <a:gd name="connsiteY307" fmla="*/ 486299 h 3089525"/>
              <a:gd name="connsiteX308" fmla="*/ 3273268 w 5851096"/>
              <a:gd name="connsiteY308" fmla="*/ 498061 h 3089525"/>
              <a:gd name="connsiteX309" fmla="*/ 3272746 w 5851096"/>
              <a:gd name="connsiteY309" fmla="*/ 498027 h 3089525"/>
              <a:gd name="connsiteX310" fmla="*/ 3272719 w 5851096"/>
              <a:gd name="connsiteY310" fmla="*/ 498535 h 3089525"/>
              <a:gd name="connsiteX311" fmla="*/ 3254811 w 5851096"/>
              <a:gd name="connsiteY311" fmla="*/ 496864 h 3089525"/>
              <a:gd name="connsiteX312" fmla="*/ 3154984 w 5851096"/>
              <a:gd name="connsiteY312" fmla="*/ 487548 h 3089525"/>
              <a:gd name="connsiteX313" fmla="*/ 3138020 w 5851096"/>
              <a:gd name="connsiteY313" fmla="*/ 485964 h 3089525"/>
              <a:gd name="connsiteX314" fmla="*/ 3137899 w 5851096"/>
              <a:gd name="connsiteY314" fmla="*/ 484784 h 3089525"/>
              <a:gd name="connsiteX315" fmla="*/ 2540177 w 5851096"/>
              <a:gd name="connsiteY315" fmla="*/ 99096 h 3089525"/>
              <a:gd name="connsiteX316" fmla="*/ 2408030 w 5851096"/>
              <a:gd name="connsiteY316" fmla="*/ 3089525 h 3089525"/>
              <a:gd name="connsiteX317" fmla="*/ 2414810 w 5851096"/>
              <a:gd name="connsiteY317" fmla="*/ 3006343 h 3089525"/>
              <a:gd name="connsiteX318" fmla="*/ 2415375 w 5851096"/>
              <a:gd name="connsiteY318" fmla="*/ 2999411 h 3089525"/>
              <a:gd name="connsiteX319" fmla="*/ 2415904 w 5851096"/>
              <a:gd name="connsiteY319" fmla="*/ 2999346 h 3089525"/>
              <a:gd name="connsiteX320" fmla="*/ 3137898 w 5851096"/>
              <a:gd name="connsiteY320" fmla="*/ 2281230 h 3089525"/>
              <a:gd name="connsiteX321" fmla="*/ 3138020 w 5851096"/>
              <a:gd name="connsiteY321" fmla="*/ 2280040 h 3089525"/>
              <a:gd name="connsiteX322" fmla="*/ 3154980 w 5851096"/>
              <a:gd name="connsiteY322" fmla="*/ 2278445 h 3089525"/>
              <a:gd name="connsiteX323" fmla="*/ 3254844 w 5851096"/>
              <a:gd name="connsiteY323" fmla="*/ 2269052 h 3089525"/>
              <a:gd name="connsiteX324" fmla="*/ 3272719 w 5851096"/>
              <a:gd name="connsiteY324" fmla="*/ 2267371 h 3089525"/>
              <a:gd name="connsiteX325" fmla="*/ 3272746 w 5851096"/>
              <a:gd name="connsiteY325" fmla="*/ 2267882 h 3089525"/>
              <a:gd name="connsiteX326" fmla="*/ 3273267 w 5851096"/>
              <a:gd name="connsiteY326" fmla="*/ 2267848 h 3089525"/>
              <a:gd name="connsiteX327" fmla="*/ 3273888 w 5851096"/>
              <a:gd name="connsiteY327" fmla="*/ 2279702 h 3089525"/>
              <a:gd name="connsiteX328" fmla="*/ 3272455 w 5851096"/>
              <a:gd name="connsiteY328" fmla="*/ 2297292 h 3089525"/>
              <a:gd name="connsiteX329" fmla="*/ 3264644 w 5851096"/>
              <a:gd name="connsiteY329" fmla="*/ 2393114 h 3089525"/>
              <a:gd name="connsiteX330" fmla="*/ 3264080 w 5851096"/>
              <a:gd name="connsiteY330" fmla="*/ 2400032 h 3089525"/>
              <a:gd name="connsiteX331" fmla="*/ 3263552 w 5851096"/>
              <a:gd name="connsiteY331" fmla="*/ 2400097 h 3089525"/>
              <a:gd name="connsiteX332" fmla="*/ 2678205 w 5851096"/>
              <a:gd name="connsiteY332" fmla="*/ 3084683 h 3089525"/>
              <a:gd name="connsiteX333" fmla="*/ 2658472 w 5851096"/>
              <a:gd name="connsiteY333" fmla="*/ 3089525 h 3089525"/>
              <a:gd name="connsiteX334" fmla="*/ 2405567 w 5851096"/>
              <a:gd name="connsiteY334" fmla="*/ 1361522 h 3089525"/>
              <a:gd name="connsiteX335" fmla="*/ 2407002 w 5851096"/>
              <a:gd name="connsiteY335" fmla="*/ 1343926 h 3089525"/>
              <a:gd name="connsiteX336" fmla="*/ 2414810 w 5851096"/>
              <a:gd name="connsiteY336" fmla="*/ 1248124 h 3089525"/>
              <a:gd name="connsiteX337" fmla="*/ 2415375 w 5851096"/>
              <a:gd name="connsiteY337" fmla="*/ 1241192 h 3089525"/>
              <a:gd name="connsiteX338" fmla="*/ 2415904 w 5851096"/>
              <a:gd name="connsiteY338" fmla="*/ 1241127 h 3089525"/>
              <a:gd name="connsiteX339" fmla="*/ 3137898 w 5851096"/>
              <a:gd name="connsiteY339" fmla="*/ 523010 h 3089525"/>
              <a:gd name="connsiteX340" fmla="*/ 3138020 w 5851096"/>
              <a:gd name="connsiteY340" fmla="*/ 521820 h 3089525"/>
              <a:gd name="connsiteX341" fmla="*/ 3154980 w 5851096"/>
              <a:gd name="connsiteY341" fmla="*/ 520226 h 3089525"/>
              <a:gd name="connsiteX342" fmla="*/ 3254844 w 5851096"/>
              <a:gd name="connsiteY342" fmla="*/ 510833 h 3089525"/>
              <a:gd name="connsiteX343" fmla="*/ 3272719 w 5851096"/>
              <a:gd name="connsiteY343" fmla="*/ 509151 h 3089525"/>
              <a:gd name="connsiteX344" fmla="*/ 3272746 w 5851096"/>
              <a:gd name="connsiteY344" fmla="*/ 509663 h 3089525"/>
              <a:gd name="connsiteX345" fmla="*/ 3273267 w 5851096"/>
              <a:gd name="connsiteY345" fmla="*/ 509629 h 3089525"/>
              <a:gd name="connsiteX346" fmla="*/ 3273888 w 5851096"/>
              <a:gd name="connsiteY346" fmla="*/ 521483 h 3089525"/>
              <a:gd name="connsiteX347" fmla="*/ 3272455 w 5851096"/>
              <a:gd name="connsiteY347" fmla="*/ 539073 h 3089525"/>
              <a:gd name="connsiteX348" fmla="*/ 3264644 w 5851096"/>
              <a:gd name="connsiteY348" fmla="*/ 634895 h 3089525"/>
              <a:gd name="connsiteX349" fmla="*/ 3264080 w 5851096"/>
              <a:gd name="connsiteY349" fmla="*/ 641812 h 3089525"/>
              <a:gd name="connsiteX350" fmla="*/ 3263552 w 5851096"/>
              <a:gd name="connsiteY350" fmla="*/ 641878 h 3089525"/>
              <a:gd name="connsiteX351" fmla="*/ 2541558 w 5851096"/>
              <a:gd name="connsiteY351" fmla="*/ 1359994 h 3089525"/>
              <a:gd name="connsiteX352" fmla="*/ 2541437 w 5851096"/>
              <a:gd name="connsiteY352" fmla="*/ 1361184 h 3089525"/>
              <a:gd name="connsiteX353" fmla="*/ 2524472 w 5851096"/>
              <a:gd name="connsiteY353" fmla="*/ 1362780 h 3089525"/>
              <a:gd name="connsiteX354" fmla="*/ 2424645 w 5851096"/>
              <a:gd name="connsiteY354" fmla="*/ 1372169 h 3089525"/>
              <a:gd name="connsiteX355" fmla="*/ 2406737 w 5851096"/>
              <a:gd name="connsiteY355" fmla="*/ 1373854 h 3089525"/>
              <a:gd name="connsiteX356" fmla="*/ 2406710 w 5851096"/>
              <a:gd name="connsiteY356" fmla="*/ 1373341 h 3089525"/>
              <a:gd name="connsiteX357" fmla="*/ 2406188 w 5851096"/>
              <a:gd name="connsiteY357" fmla="*/ 1373376 h 3089525"/>
              <a:gd name="connsiteX358" fmla="*/ 2405567 w 5851096"/>
              <a:gd name="connsiteY358" fmla="*/ 1361522 h 3089525"/>
              <a:gd name="connsiteX359" fmla="*/ 2405567 w 5851096"/>
              <a:gd name="connsiteY359" fmla="*/ 1411078 h 3089525"/>
              <a:gd name="connsiteX360" fmla="*/ 2406189 w 5851096"/>
              <a:gd name="connsiteY360" fmla="*/ 1399317 h 3089525"/>
              <a:gd name="connsiteX361" fmla="*/ 2406710 w 5851096"/>
              <a:gd name="connsiteY361" fmla="*/ 1399351 h 3089525"/>
              <a:gd name="connsiteX362" fmla="*/ 2406737 w 5851096"/>
              <a:gd name="connsiteY362" fmla="*/ 1398843 h 3089525"/>
              <a:gd name="connsiteX363" fmla="*/ 2424613 w 5851096"/>
              <a:gd name="connsiteY363" fmla="*/ 1400511 h 3089525"/>
              <a:gd name="connsiteX364" fmla="*/ 2524476 w 5851096"/>
              <a:gd name="connsiteY364" fmla="*/ 1409831 h 3089525"/>
              <a:gd name="connsiteX365" fmla="*/ 2541437 w 5851096"/>
              <a:gd name="connsiteY365" fmla="*/ 1411413 h 3089525"/>
              <a:gd name="connsiteX366" fmla="*/ 2541559 w 5851096"/>
              <a:gd name="connsiteY366" fmla="*/ 1412593 h 3089525"/>
              <a:gd name="connsiteX367" fmla="*/ 3263553 w 5851096"/>
              <a:gd name="connsiteY367" fmla="*/ 2125070 h 3089525"/>
              <a:gd name="connsiteX368" fmla="*/ 3264081 w 5851096"/>
              <a:gd name="connsiteY368" fmla="*/ 2125135 h 3089525"/>
              <a:gd name="connsiteX369" fmla="*/ 3264647 w 5851096"/>
              <a:gd name="connsiteY369" fmla="*/ 2132012 h 3089525"/>
              <a:gd name="connsiteX370" fmla="*/ 3272455 w 5851096"/>
              <a:gd name="connsiteY370" fmla="*/ 2227062 h 3089525"/>
              <a:gd name="connsiteX371" fmla="*/ 3273888 w 5851096"/>
              <a:gd name="connsiteY371" fmla="*/ 2244520 h 3089525"/>
              <a:gd name="connsiteX372" fmla="*/ 3273268 w 5851096"/>
              <a:gd name="connsiteY372" fmla="*/ 2256280 h 3089525"/>
              <a:gd name="connsiteX373" fmla="*/ 3272746 w 5851096"/>
              <a:gd name="connsiteY373" fmla="*/ 2256246 h 3089525"/>
              <a:gd name="connsiteX374" fmla="*/ 3272719 w 5851096"/>
              <a:gd name="connsiteY374" fmla="*/ 2256755 h 3089525"/>
              <a:gd name="connsiteX375" fmla="*/ 3254811 w 5851096"/>
              <a:gd name="connsiteY375" fmla="*/ 2255084 h 3089525"/>
              <a:gd name="connsiteX376" fmla="*/ 3154984 w 5851096"/>
              <a:gd name="connsiteY376" fmla="*/ 2245767 h 3089525"/>
              <a:gd name="connsiteX377" fmla="*/ 3138020 w 5851096"/>
              <a:gd name="connsiteY377" fmla="*/ 2244184 h 3089525"/>
              <a:gd name="connsiteX378" fmla="*/ 3137899 w 5851096"/>
              <a:gd name="connsiteY378" fmla="*/ 2243004 h 3089525"/>
              <a:gd name="connsiteX379" fmla="*/ 2415905 w 5851096"/>
              <a:gd name="connsiteY379" fmla="*/ 1530527 h 3089525"/>
              <a:gd name="connsiteX380" fmla="*/ 2415376 w 5851096"/>
              <a:gd name="connsiteY380" fmla="*/ 1530463 h 3089525"/>
              <a:gd name="connsiteX381" fmla="*/ 2414813 w 5851096"/>
              <a:gd name="connsiteY381" fmla="*/ 1523599 h 3089525"/>
              <a:gd name="connsiteX382" fmla="*/ 2407002 w 5851096"/>
              <a:gd name="connsiteY382" fmla="*/ 1428529 h 3089525"/>
              <a:gd name="connsiteX383" fmla="*/ 2405567 w 5851096"/>
              <a:gd name="connsiteY383" fmla="*/ 1411078 h 3089525"/>
              <a:gd name="connsiteX384" fmla="*/ 1675142 w 5851096"/>
              <a:gd name="connsiteY384" fmla="*/ 659222 h 3089525"/>
              <a:gd name="connsiteX385" fmla="*/ 2243506 w 5851096"/>
              <a:gd name="connsiteY385" fmla="*/ 1223782 h 3089525"/>
              <a:gd name="connsiteX386" fmla="*/ 1675142 w 5851096"/>
              <a:gd name="connsiteY386" fmla="*/ 659222 h 3089525"/>
              <a:gd name="connsiteX387" fmla="*/ 1675142 w 5851096"/>
              <a:gd name="connsiteY387" fmla="*/ 2417442 h 3089525"/>
              <a:gd name="connsiteX388" fmla="*/ 2243506 w 5851096"/>
              <a:gd name="connsiteY388" fmla="*/ 2982001 h 3089525"/>
              <a:gd name="connsiteX389" fmla="*/ 1675142 w 5851096"/>
              <a:gd name="connsiteY389" fmla="*/ 2417442 h 3089525"/>
              <a:gd name="connsiteX390" fmla="*/ 1675140 w 5851096"/>
              <a:gd name="connsiteY390" fmla="*/ 2107862 h 3089525"/>
              <a:gd name="connsiteX391" fmla="*/ 2243504 w 5851096"/>
              <a:gd name="connsiteY391" fmla="*/ 1547735 h 3089525"/>
              <a:gd name="connsiteX392" fmla="*/ 1675140 w 5851096"/>
              <a:gd name="connsiteY392" fmla="*/ 2107862 h 3089525"/>
              <a:gd name="connsiteX393" fmla="*/ 1525164 w 5851096"/>
              <a:gd name="connsiteY393" fmla="*/ 521483 h 3089525"/>
              <a:gd name="connsiteX394" fmla="*/ 1525785 w 5851096"/>
              <a:gd name="connsiteY394" fmla="*/ 509629 h 3089525"/>
              <a:gd name="connsiteX395" fmla="*/ 1526306 w 5851096"/>
              <a:gd name="connsiteY395" fmla="*/ 509663 h 3089525"/>
              <a:gd name="connsiteX396" fmla="*/ 1526333 w 5851096"/>
              <a:gd name="connsiteY396" fmla="*/ 509151 h 3089525"/>
              <a:gd name="connsiteX397" fmla="*/ 1544208 w 5851096"/>
              <a:gd name="connsiteY397" fmla="*/ 510833 h 3089525"/>
              <a:gd name="connsiteX398" fmla="*/ 1644072 w 5851096"/>
              <a:gd name="connsiteY398" fmla="*/ 520226 h 3089525"/>
              <a:gd name="connsiteX399" fmla="*/ 1661032 w 5851096"/>
              <a:gd name="connsiteY399" fmla="*/ 521820 h 3089525"/>
              <a:gd name="connsiteX400" fmla="*/ 1661154 w 5851096"/>
              <a:gd name="connsiteY400" fmla="*/ 523010 h 3089525"/>
              <a:gd name="connsiteX401" fmla="*/ 2383148 w 5851096"/>
              <a:gd name="connsiteY401" fmla="*/ 1241127 h 3089525"/>
              <a:gd name="connsiteX402" fmla="*/ 2383678 w 5851096"/>
              <a:gd name="connsiteY402" fmla="*/ 1241192 h 3089525"/>
              <a:gd name="connsiteX403" fmla="*/ 2384242 w 5851096"/>
              <a:gd name="connsiteY403" fmla="*/ 1248124 h 3089525"/>
              <a:gd name="connsiteX404" fmla="*/ 2392051 w 5851096"/>
              <a:gd name="connsiteY404" fmla="*/ 1343926 h 3089525"/>
              <a:gd name="connsiteX405" fmla="*/ 2393485 w 5851096"/>
              <a:gd name="connsiteY405" fmla="*/ 1361522 h 3089525"/>
              <a:gd name="connsiteX406" fmla="*/ 2392864 w 5851096"/>
              <a:gd name="connsiteY406" fmla="*/ 1373376 h 3089525"/>
              <a:gd name="connsiteX407" fmla="*/ 2392342 w 5851096"/>
              <a:gd name="connsiteY407" fmla="*/ 1373341 h 3089525"/>
              <a:gd name="connsiteX408" fmla="*/ 2392315 w 5851096"/>
              <a:gd name="connsiteY408" fmla="*/ 1373854 h 3089525"/>
              <a:gd name="connsiteX409" fmla="*/ 2374407 w 5851096"/>
              <a:gd name="connsiteY409" fmla="*/ 1372169 h 3089525"/>
              <a:gd name="connsiteX410" fmla="*/ 2274580 w 5851096"/>
              <a:gd name="connsiteY410" fmla="*/ 1362780 h 3089525"/>
              <a:gd name="connsiteX411" fmla="*/ 2257615 w 5851096"/>
              <a:gd name="connsiteY411" fmla="*/ 1361184 h 3089525"/>
              <a:gd name="connsiteX412" fmla="*/ 2257494 w 5851096"/>
              <a:gd name="connsiteY412" fmla="*/ 1359994 h 3089525"/>
              <a:gd name="connsiteX413" fmla="*/ 1535500 w 5851096"/>
              <a:gd name="connsiteY413" fmla="*/ 641878 h 3089525"/>
              <a:gd name="connsiteX414" fmla="*/ 1534972 w 5851096"/>
              <a:gd name="connsiteY414" fmla="*/ 641812 h 3089525"/>
              <a:gd name="connsiteX415" fmla="*/ 1534408 w 5851096"/>
              <a:gd name="connsiteY415" fmla="*/ 634895 h 3089525"/>
              <a:gd name="connsiteX416" fmla="*/ 1526597 w 5851096"/>
              <a:gd name="connsiteY416" fmla="*/ 539073 h 3089525"/>
              <a:gd name="connsiteX417" fmla="*/ 1525164 w 5851096"/>
              <a:gd name="connsiteY417" fmla="*/ 521483 h 3089525"/>
              <a:gd name="connsiteX418" fmla="*/ 1525164 w 5851096"/>
              <a:gd name="connsiteY418" fmla="*/ 2279702 h 3089525"/>
              <a:gd name="connsiteX419" fmla="*/ 1525785 w 5851096"/>
              <a:gd name="connsiteY419" fmla="*/ 2267848 h 3089525"/>
              <a:gd name="connsiteX420" fmla="*/ 1526306 w 5851096"/>
              <a:gd name="connsiteY420" fmla="*/ 2267882 h 3089525"/>
              <a:gd name="connsiteX421" fmla="*/ 1526333 w 5851096"/>
              <a:gd name="connsiteY421" fmla="*/ 2267371 h 3089525"/>
              <a:gd name="connsiteX422" fmla="*/ 1544208 w 5851096"/>
              <a:gd name="connsiteY422" fmla="*/ 2269052 h 3089525"/>
              <a:gd name="connsiteX423" fmla="*/ 1644072 w 5851096"/>
              <a:gd name="connsiteY423" fmla="*/ 2278445 h 3089525"/>
              <a:gd name="connsiteX424" fmla="*/ 1661032 w 5851096"/>
              <a:gd name="connsiteY424" fmla="*/ 2280040 h 3089525"/>
              <a:gd name="connsiteX425" fmla="*/ 1661154 w 5851096"/>
              <a:gd name="connsiteY425" fmla="*/ 2281230 h 3089525"/>
              <a:gd name="connsiteX426" fmla="*/ 2383148 w 5851096"/>
              <a:gd name="connsiteY426" fmla="*/ 2999346 h 3089525"/>
              <a:gd name="connsiteX427" fmla="*/ 2383678 w 5851096"/>
              <a:gd name="connsiteY427" fmla="*/ 2999411 h 3089525"/>
              <a:gd name="connsiteX428" fmla="*/ 2384242 w 5851096"/>
              <a:gd name="connsiteY428" fmla="*/ 3006343 h 3089525"/>
              <a:gd name="connsiteX429" fmla="*/ 2391022 w 5851096"/>
              <a:gd name="connsiteY429" fmla="*/ 3089525 h 3089525"/>
              <a:gd name="connsiteX430" fmla="*/ 2140581 w 5851096"/>
              <a:gd name="connsiteY430" fmla="*/ 3089525 h 3089525"/>
              <a:gd name="connsiteX431" fmla="*/ 2120847 w 5851096"/>
              <a:gd name="connsiteY431" fmla="*/ 3084683 h 3089525"/>
              <a:gd name="connsiteX432" fmla="*/ 1535500 w 5851096"/>
              <a:gd name="connsiteY432" fmla="*/ 2400097 h 3089525"/>
              <a:gd name="connsiteX433" fmla="*/ 1534972 w 5851096"/>
              <a:gd name="connsiteY433" fmla="*/ 2400032 h 3089525"/>
              <a:gd name="connsiteX434" fmla="*/ 1534408 w 5851096"/>
              <a:gd name="connsiteY434" fmla="*/ 2393114 h 3089525"/>
              <a:gd name="connsiteX435" fmla="*/ 1526597 w 5851096"/>
              <a:gd name="connsiteY435" fmla="*/ 2297292 h 3089525"/>
              <a:gd name="connsiteX436" fmla="*/ 1525164 w 5851096"/>
              <a:gd name="connsiteY436" fmla="*/ 2279702 h 3089525"/>
              <a:gd name="connsiteX437" fmla="*/ 1525162 w 5851096"/>
              <a:gd name="connsiteY437" fmla="*/ 486299 h 3089525"/>
              <a:gd name="connsiteX438" fmla="*/ 1526595 w 5851096"/>
              <a:gd name="connsiteY438" fmla="*/ 468842 h 3089525"/>
              <a:gd name="connsiteX439" fmla="*/ 1534403 w 5851096"/>
              <a:gd name="connsiteY439" fmla="*/ 373792 h 3089525"/>
              <a:gd name="connsiteX440" fmla="*/ 1534969 w 5851096"/>
              <a:gd name="connsiteY440" fmla="*/ 366915 h 3089525"/>
              <a:gd name="connsiteX441" fmla="*/ 1535497 w 5851096"/>
              <a:gd name="connsiteY441" fmla="*/ 366850 h 3089525"/>
              <a:gd name="connsiteX442" fmla="*/ 1623594 w 5851096"/>
              <a:gd name="connsiteY442" fmla="*/ 100280 h 3089525"/>
              <a:gd name="connsiteX443" fmla="*/ 1689117 w 5851096"/>
              <a:gd name="connsiteY443" fmla="*/ 0 h 3089525"/>
              <a:gd name="connsiteX444" fmla="*/ 1865257 w 5851096"/>
              <a:gd name="connsiteY444" fmla="*/ 0 h 3089525"/>
              <a:gd name="connsiteX445" fmla="*/ 1793882 w 5851096"/>
              <a:gd name="connsiteY445" fmla="*/ 79433 h 3089525"/>
              <a:gd name="connsiteX446" fmla="*/ 1675140 w 5851096"/>
              <a:gd name="connsiteY446" fmla="*/ 349642 h 3089525"/>
              <a:gd name="connsiteX447" fmla="*/ 2134358 w 5851096"/>
              <a:gd name="connsiteY447" fmla="*/ 45955 h 3089525"/>
              <a:gd name="connsiteX448" fmla="*/ 2157611 w 5851096"/>
              <a:gd name="connsiteY448" fmla="*/ 0 h 3089525"/>
              <a:gd name="connsiteX449" fmla="*/ 2313103 w 5851096"/>
              <a:gd name="connsiteY449" fmla="*/ 0 h 3089525"/>
              <a:gd name="connsiteX450" fmla="*/ 2258874 w 5851096"/>
              <a:gd name="connsiteY450" fmla="*/ 99096 h 3089525"/>
              <a:gd name="connsiteX451" fmla="*/ 1661151 w 5851096"/>
              <a:gd name="connsiteY451" fmla="*/ 484784 h 3089525"/>
              <a:gd name="connsiteX452" fmla="*/ 1661030 w 5851096"/>
              <a:gd name="connsiteY452" fmla="*/ 485964 h 3089525"/>
              <a:gd name="connsiteX453" fmla="*/ 1644066 w 5851096"/>
              <a:gd name="connsiteY453" fmla="*/ 487548 h 3089525"/>
              <a:gd name="connsiteX454" fmla="*/ 1544239 w 5851096"/>
              <a:gd name="connsiteY454" fmla="*/ 496864 h 3089525"/>
              <a:gd name="connsiteX455" fmla="*/ 1526331 w 5851096"/>
              <a:gd name="connsiteY455" fmla="*/ 498535 h 3089525"/>
              <a:gd name="connsiteX456" fmla="*/ 1526304 w 5851096"/>
              <a:gd name="connsiteY456" fmla="*/ 498027 h 3089525"/>
              <a:gd name="connsiteX457" fmla="*/ 1525782 w 5851096"/>
              <a:gd name="connsiteY457" fmla="*/ 498061 h 3089525"/>
              <a:gd name="connsiteX458" fmla="*/ 1525162 w 5851096"/>
              <a:gd name="connsiteY458" fmla="*/ 486299 h 3089525"/>
              <a:gd name="connsiteX459" fmla="*/ 1525161 w 5851096"/>
              <a:gd name="connsiteY459" fmla="*/ 2244520 h 3089525"/>
              <a:gd name="connsiteX460" fmla="*/ 1526595 w 5851096"/>
              <a:gd name="connsiteY460" fmla="*/ 2227062 h 3089525"/>
              <a:gd name="connsiteX461" fmla="*/ 1534403 w 5851096"/>
              <a:gd name="connsiteY461" fmla="*/ 2132012 h 3089525"/>
              <a:gd name="connsiteX462" fmla="*/ 1534969 w 5851096"/>
              <a:gd name="connsiteY462" fmla="*/ 2125135 h 3089525"/>
              <a:gd name="connsiteX463" fmla="*/ 1535497 w 5851096"/>
              <a:gd name="connsiteY463" fmla="*/ 2125070 h 3089525"/>
              <a:gd name="connsiteX464" fmla="*/ 2257491 w 5851096"/>
              <a:gd name="connsiteY464" fmla="*/ 1412593 h 3089525"/>
              <a:gd name="connsiteX465" fmla="*/ 2257613 w 5851096"/>
              <a:gd name="connsiteY465" fmla="*/ 1411413 h 3089525"/>
              <a:gd name="connsiteX466" fmla="*/ 2274574 w 5851096"/>
              <a:gd name="connsiteY466" fmla="*/ 1409831 h 3089525"/>
              <a:gd name="connsiteX467" fmla="*/ 2374437 w 5851096"/>
              <a:gd name="connsiteY467" fmla="*/ 1400511 h 3089525"/>
              <a:gd name="connsiteX468" fmla="*/ 2392313 w 5851096"/>
              <a:gd name="connsiteY468" fmla="*/ 1398843 h 3089525"/>
              <a:gd name="connsiteX469" fmla="*/ 2392341 w 5851096"/>
              <a:gd name="connsiteY469" fmla="*/ 1399351 h 3089525"/>
              <a:gd name="connsiteX470" fmla="*/ 2392861 w 5851096"/>
              <a:gd name="connsiteY470" fmla="*/ 1399317 h 3089525"/>
              <a:gd name="connsiteX471" fmla="*/ 2393483 w 5851096"/>
              <a:gd name="connsiteY471" fmla="*/ 1411078 h 3089525"/>
              <a:gd name="connsiteX472" fmla="*/ 2392048 w 5851096"/>
              <a:gd name="connsiteY472" fmla="*/ 1428529 h 3089525"/>
              <a:gd name="connsiteX473" fmla="*/ 2384237 w 5851096"/>
              <a:gd name="connsiteY473" fmla="*/ 1523599 h 3089525"/>
              <a:gd name="connsiteX474" fmla="*/ 2383674 w 5851096"/>
              <a:gd name="connsiteY474" fmla="*/ 1530463 h 3089525"/>
              <a:gd name="connsiteX475" fmla="*/ 2383145 w 5851096"/>
              <a:gd name="connsiteY475" fmla="*/ 1530527 h 3089525"/>
              <a:gd name="connsiteX476" fmla="*/ 1661151 w 5851096"/>
              <a:gd name="connsiteY476" fmla="*/ 2243004 h 3089525"/>
              <a:gd name="connsiteX477" fmla="*/ 1661030 w 5851096"/>
              <a:gd name="connsiteY477" fmla="*/ 2244184 h 3089525"/>
              <a:gd name="connsiteX478" fmla="*/ 1644066 w 5851096"/>
              <a:gd name="connsiteY478" fmla="*/ 2245767 h 3089525"/>
              <a:gd name="connsiteX479" fmla="*/ 1544238 w 5851096"/>
              <a:gd name="connsiteY479" fmla="*/ 2255084 h 3089525"/>
              <a:gd name="connsiteX480" fmla="*/ 1526331 w 5851096"/>
              <a:gd name="connsiteY480" fmla="*/ 2256755 h 3089525"/>
              <a:gd name="connsiteX481" fmla="*/ 1526304 w 5851096"/>
              <a:gd name="connsiteY481" fmla="*/ 2256246 h 3089525"/>
              <a:gd name="connsiteX482" fmla="*/ 1525782 w 5851096"/>
              <a:gd name="connsiteY482" fmla="*/ 2256280 h 3089525"/>
              <a:gd name="connsiteX483" fmla="*/ 1525161 w 5851096"/>
              <a:gd name="connsiteY483" fmla="*/ 2244520 h 3089525"/>
              <a:gd name="connsiteX484" fmla="*/ 785360 w 5851096"/>
              <a:gd name="connsiteY484" fmla="*/ 1223782 h 3089525"/>
              <a:gd name="connsiteX485" fmla="*/ 1353724 w 5851096"/>
              <a:gd name="connsiteY485" fmla="*/ 659222 h 3089525"/>
              <a:gd name="connsiteX486" fmla="*/ 785360 w 5851096"/>
              <a:gd name="connsiteY486" fmla="*/ 1223782 h 3089525"/>
              <a:gd name="connsiteX487" fmla="*/ 785360 w 5851096"/>
              <a:gd name="connsiteY487" fmla="*/ 1547735 h 3089525"/>
              <a:gd name="connsiteX488" fmla="*/ 1353724 w 5851096"/>
              <a:gd name="connsiteY488" fmla="*/ 2107862 h 3089525"/>
              <a:gd name="connsiteX489" fmla="*/ 785360 w 5851096"/>
              <a:gd name="connsiteY489" fmla="*/ 1547735 h 3089525"/>
              <a:gd name="connsiteX490" fmla="*/ 785360 w 5851096"/>
              <a:gd name="connsiteY490" fmla="*/ 2982001 h 3089525"/>
              <a:gd name="connsiteX491" fmla="*/ 1353724 w 5851096"/>
              <a:gd name="connsiteY491" fmla="*/ 2417442 h 3089525"/>
              <a:gd name="connsiteX492" fmla="*/ 785360 w 5851096"/>
              <a:gd name="connsiteY492" fmla="*/ 2982001 h 3089525"/>
              <a:gd name="connsiteX493" fmla="*/ 715762 w 5851096"/>
              <a:gd name="connsiteY493" fmla="*/ 0 h 3089525"/>
              <a:gd name="connsiteX494" fmla="*/ 871255 w 5851096"/>
              <a:gd name="connsiteY494" fmla="*/ 0 h 3089525"/>
              <a:gd name="connsiteX495" fmla="*/ 894508 w 5851096"/>
              <a:gd name="connsiteY495" fmla="*/ 45955 h 3089525"/>
              <a:gd name="connsiteX496" fmla="*/ 1353724 w 5851096"/>
              <a:gd name="connsiteY496" fmla="*/ 349642 h 3089525"/>
              <a:gd name="connsiteX497" fmla="*/ 1234983 w 5851096"/>
              <a:gd name="connsiteY497" fmla="*/ 79433 h 3089525"/>
              <a:gd name="connsiteX498" fmla="*/ 1163608 w 5851096"/>
              <a:gd name="connsiteY498" fmla="*/ 0 h 3089525"/>
              <a:gd name="connsiteX499" fmla="*/ 1339748 w 5851096"/>
              <a:gd name="connsiteY499" fmla="*/ 0 h 3089525"/>
              <a:gd name="connsiteX500" fmla="*/ 1405271 w 5851096"/>
              <a:gd name="connsiteY500" fmla="*/ 100280 h 3089525"/>
              <a:gd name="connsiteX501" fmla="*/ 1493366 w 5851096"/>
              <a:gd name="connsiteY501" fmla="*/ 366850 h 3089525"/>
              <a:gd name="connsiteX502" fmla="*/ 1493895 w 5851096"/>
              <a:gd name="connsiteY502" fmla="*/ 366914 h 3089525"/>
              <a:gd name="connsiteX503" fmla="*/ 1494460 w 5851096"/>
              <a:gd name="connsiteY503" fmla="*/ 373792 h 3089525"/>
              <a:gd name="connsiteX504" fmla="*/ 1502268 w 5851096"/>
              <a:gd name="connsiteY504" fmla="*/ 468842 h 3089525"/>
              <a:gd name="connsiteX505" fmla="*/ 1503703 w 5851096"/>
              <a:gd name="connsiteY505" fmla="*/ 486299 h 3089525"/>
              <a:gd name="connsiteX506" fmla="*/ 1503082 w 5851096"/>
              <a:gd name="connsiteY506" fmla="*/ 498061 h 3089525"/>
              <a:gd name="connsiteX507" fmla="*/ 1502560 w 5851096"/>
              <a:gd name="connsiteY507" fmla="*/ 498027 h 3089525"/>
              <a:gd name="connsiteX508" fmla="*/ 1502533 w 5851096"/>
              <a:gd name="connsiteY508" fmla="*/ 498535 h 3089525"/>
              <a:gd name="connsiteX509" fmla="*/ 1484625 w 5851096"/>
              <a:gd name="connsiteY509" fmla="*/ 496864 h 3089525"/>
              <a:gd name="connsiteX510" fmla="*/ 1384798 w 5851096"/>
              <a:gd name="connsiteY510" fmla="*/ 487548 h 3089525"/>
              <a:gd name="connsiteX511" fmla="*/ 1367833 w 5851096"/>
              <a:gd name="connsiteY511" fmla="*/ 485964 h 3089525"/>
              <a:gd name="connsiteX512" fmla="*/ 1367712 w 5851096"/>
              <a:gd name="connsiteY512" fmla="*/ 484784 h 3089525"/>
              <a:gd name="connsiteX513" fmla="*/ 769992 w 5851096"/>
              <a:gd name="connsiteY513" fmla="*/ 99096 h 3089525"/>
              <a:gd name="connsiteX514" fmla="*/ 637843 w 5851096"/>
              <a:gd name="connsiteY514" fmla="*/ 3089525 h 3089525"/>
              <a:gd name="connsiteX515" fmla="*/ 644623 w 5851096"/>
              <a:gd name="connsiteY515" fmla="*/ 3006343 h 3089525"/>
              <a:gd name="connsiteX516" fmla="*/ 645189 w 5851096"/>
              <a:gd name="connsiteY516" fmla="*/ 2999411 h 3089525"/>
              <a:gd name="connsiteX517" fmla="*/ 645717 w 5851096"/>
              <a:gd name="connsiteY517" fmla="*/ 2999346 h 3089525"/>
              <a:gd name="connsiteX518" fmla="*/ 1367711 w 5851096"/>
              <a:gd name="connsiteY518" fmla="*/ 2281230 h 3089525"/>
              <a:gd name="connsiteX519" fmla="*/ 1367833 w 5851096"/>
              <a:gd name="connsiteY519" fmla="*/ 2280040 h 3089525"/>
              <a:gd name="connsiteX520" fmla="*/ 1384794 w 5851096"/>
              <a:gd name="connsiteY520" fmla="*/ 2278445 h 3089525"/>
              <a:gd name="connsiteX521" fmla="*/ 1484657 w 5851096"/>
              <a:gd name="connsiteY521" fmla="*/ 2269052 h 3089525"/>
              <a:gd name="connsiteX522" fmla="*/ 1502533 w 5851096"/>
              <a:gd name="connsiteY522" fmla="*/ 2267371 h 3089525"/>
              <a:gd name="connsiteX523" fmla="*/ 1502560 w 5851096"/>
              <a:gd name="connsiteY523" fmla="*/ 2267882 h 3089525"/>
              <a:gd name="connsiteX524" fmla="*/ 1503081 w 5851096"/>
              <a:gd name="connsiteY524" fmla="*/ 2267848 h 3089525"/>
              <a:gd name="connsiteX525" fmla="*/ 1503703 w 5851096"/>
              <a:gd name="connsiteY525" fmla="*/ 2279702 h 3089525"/>
              <a:gd name="connsiteX526" fmla="*/ 1502268 w 5851096"/>
              <a:gd name="connsiteY526" fmla="*/ 2297292 h 3089525"/>
              <a:gd name="connsiteX527" fmla="*/ 1494457 w 5851096"/>
              <a:gd name="connsiteY527" fmla="*/ 2393114 h 3089525"/>
              <a:gd name="connsiteX528" fmla="*/ 1493894 w 5851096"/>
              <a:gd name="connsiteY528" fmla="*/ 2400032 h 3089525"/>
              <a:gd name="connsiteX529" fmla="*/ 1493365 w 5851096"/>
              <a:gd name="connsiteY529" fmla="*/ 2400097 h 3089525"/>
              <a:gd name="connsiteX530" fmla="*/ 908018 w 5851096"/>
              <a:gd name="connsiteY530" fmla="*/ 3084683 h 3089525"/>
              <a:gd name="connsiteX531" fmla="*/ 888285 w 5851096"/>
              <a:gd name="connsiteY531" fmla="*/ 3089525 h 3089525"/>
              <a:gd name="connsiteX532" fmla="*/ 635382 w 5851096"/>
              <a:gd name="connsiteY532" fmla="*/ 1361522 h 3089525"/>
              <a:gd name="connsiteX533" fmla="*/ 636815 w 5851096"/>
              <a:gd name="connsiteY533" fmla="*/ 1343926 h 3089525"/>
              <a:gd name="connsiteX534" fmla="*/ 644623 w 5851096"/>
              <a:gd name="connsiteY534" fmla="*/ 1248124 h 3089525"/>
              <a:gd name="connsiteX535" fmla="*/ 645189 w 5851096"/>
              <a:gd name="connsiteY535" fmla="*/ 1241192 h 3089525"/>
              <a:gd name="connsiteX536" fmla="*/ 645717 w 5851096"/>
              <a:gd name="connsiteY536" fmla="*/ 1241127 h 3089525"/>
              <a:gd name="connsiteX537" fmla="*/ 1367711 w 5851096"/>
              <a:gd name="connsiteY537" fmla="*/ 523010 h 3089525"/>
              <a:gd name="connsiteX538" fmla="*/ 1367833 w 5851096"/>
              <a:gd name="connsiteY538" fmla="*/ 521820 h 3089525"/>
              <a:gd name="connsiteX539" fmla="*/ 1384794 w 5851096"/>
              <a:gd name="connsiteY539" fmla="*/ 520226 h 3089525"/>
              <a:gd name="connsiteX540" fmla="*/ 1484657 w 5851096"/>
              <a:gd name="connsiteY540" fmla="*/ 510833 h 3089525"/>
              <a:gd name="connsiteX541" fmla="*/ 1502533 w 5851096"/>
              <a:gd name="connsiteY541" fmla="*/ 509151 h 3089525"/>
              <a:gd name="connsiteX542" fmla="*/ 1502560 w 5851096"/>
              <a:gd name="connsiteY542" fmla="*/ 509663 h 3089525"/>
              <a:gd name="connsiteX543" fmla="*/ 1503081 w 5851096"/>
              <a:gd name="connsiteY543" fmla="*/ 509629 h 3089525"/>
              <a:gd name="connsiteX544" fmla="*/ 1503703 w 5851096"/>
              <a:gd name="connsiteY544" fmla="*/ 521483 h 3089525"/>
              <a:gd name="connsiteX545" fmla="*/ 1502268 w 5851096"/>
              <a:gd name="connsiteY545" fmla="*/ 539073 h 3089525"/>
              <a:gd name="connsiteX546" fmla="*/ 1494457 w 5851096"/>
              <a:gd name="connsiteY546" fmla="*/ 634895 h 3089525"/>
              <a:gd name="connsiteX547" fmla="*/ 1493894 w 5851096"/>
              <a:gd name="connsiteY547" fmla="*/ 641812 h 3089525"/>
              <a:gd name="connsiteX548" fmla="*/ 1493365 w 5851096"/>
              <a:gd name="connsiteY548" fmla="*/ 641878 h 3089525"/>
              <a:gd name="connsiteX549" fmla="*/ 771371 w 5851096"/>
              <a:gd name="connsiteY549" fmla="*/ 1359994 h 3089525"/>
              <a:gd name="connsiteX550" fmla="*/ 771250 w 5851096"/>
              <a:gd name="connsiteY550" fmla="*/ 1361184 h 3089525"/>
              <a:gd name="connsiteX551" fmla="*/ 754286 w 5851096"/>
              <a:gd name="connsiteY551" fmla="*/ 1362780 h 3089525"/>
              <a:gd name="connsiteX552" fmla="*/ 654458 w 5851096"/>
              <a:gd name="connsiteY552" fmla="*/ 1372169 h 3089525"/>
              <a:gd name="connsiteX553" fmla="*/ 636551 w 5851096"/>
              <a:gd name="connsiteY553" fmla="*/ 1373854 h 3089525"/>
              <a:gd name="connsiteX554" fmla="*/ 636524 w 5851096"/>
              <a:gd name="connsiteY554" fmla="*/ 1373341 h 3089525"/>
              <a:gd name="connsiteX555" fmla="*/ 636002 w 5851096"/>
              <a:gd name="connsiteY555" fmla="*/ 1373376 h 3089525"/>
              <a:gd name="connsiteX556" fmla="*/ 635382 w 5851096"/>
              <a:gd name="connsiteY556" fmla="*/ 1361522 h 3089525"/>
              <a:gd name="connsiteX557" fmla="*/ 635382 w 5851096"/>
              <a:gd name="connsiteY557" fmla="*/ 1411078 h 3089525"/>
              <a:gd name="connsiteX558" fmla="*/ 636003 w 5851096"/>
              <a:gd name="connsiteY558" fmla="*/ 1399317 h 3089525"/>
              <a:gd name="connsiteX559" fmla="*/ 636524 w 5851096"/>
              <a:gd name="connsiteY559" fmla="*/ 1399351 h 3089525"/>
              <a:gd name="connsiteX560" fmla="*/ 636551 w 5851096"/>
              <a:gd name="connsiteY560" fmla="*/ 1398843 h 3089525"/>
              <a:gd name="connsiteX561" fmla="*/ 654426 w 5851096"/>
              <a:gd name="connsiteY561" fmla="*/ 1400511 h 3089525"/>
              <a:gd name="connsiteX562" fmla="*/ 754290 w 5851096"/>
              <a:gd name="connsiteY562" fmla="*/ 1409831 h 3089525"/>
              <a:gd name="connsiteX563" fmla="*/ 771250 w 5851096"/>
              <a:gd name="connsiteY563" fmla="*/ 1411413 h 3089525"/>
              <a:gd name="connsiteX564" fmla="*/ 771372 w 5851096"/>
              <a:gd name="connsiteY564" fmla="*/ 1412593 h 3089525"/>
              <a:gd name="connsiteX565" fmla="*/ 1493366 w 5851096"/>
              <a:gd name="connsiteY565" fmla="*/ 2125070 h 3089525"/>
              <a:gd name="connsiteX566" fmla="*/ 1493895 w 5851096"/>
              <a:gd name="connsiteY566" fmla="*/ 2125135 h 3089525"/>
              <a:gd name="connsiteX567" fmla="*/ 1494460 w 5851096"/>
              <a:gd name="connsiteY567" fmla="*/ 2132012 h 3089525"/>
              <a:gd name="connsiteX568" fmla="*/ 1502268 w 5851096"/>
              <a:gd name="connsiteY568" fmla="*/ 2227062 h 3089525"/>
              <a:gd name="connsiteX569" fmla="*/ 1503703 w 5851096"/>
              <a:gd name="connsiteY569" fmla="*/ 2244520 h 3089525"/>
              <a:gd name="connsiteX570" fmla="*/ 1503082 w 5851096"/>
              <a:gd name="connsiteY570" fmla="*/ 2256280 h 3089525"/>
              <a:gd name="connsiteX571" fmla="*/ 1502560 w 5851096"/>
              <a:gd name="connsiteY571" fmla="*/ 2256246 h 3089525"/>
              <a:gd name="connsiteX572" fmla="*/ 1502533 w 5851096"/>
              <a:gd name="connsiteY572" fmla="*/ 2256755 h 3089525"/>
              <a:gd name="connsiteX573" fmla="*/ 1484625 w 5851096"/>
              <a:gd name="connsiteY573" fmla="*/ 2255084 h 3089525"/>
              <a:gd name="connsiteX574" fmla="*/ 1384798 w 5851096"/>
              <a:gd name="connsiteY574" fmla="*/ 2245767 h 3089525"/>
              <a:gd name="connsiteX575" fmla="*/ 1367833 w 5851096"/>
              <a:gd name="connsiteY575" fmla="*/ 2244184 h 3089525"/>
              <a:gd name="connsiteX576" fmla="*/ 1367712 w 5851096"/>
              <a:gd name="connsiteY576" fmla="*/ 2243004 h 3089525"/>
              <a:gd name="connsiteX577" fmla="*/ 645718 w 5851096"/>
              <a:gd name="connsiteY577" fmla="*/ 1530527 h 3089525"/>
              <a:gd name="connsiteX578" fmla="*/ 645190 w 5851096"/>
              <a:gd name="connsiteY578" fmla="*/ 1530463 h 3089525"/>
              <a:gd name="connsiteX579" fmla="*/ 644626 w 5851096"/>
              <a:gd name="connsiteY579" fmla="*/ 1523599 h 3089525"/>
              <a:gd name="connsiteX580" fmla="*/ 636815 w 5851096"/>
              <a:gd name="connsiteY580" fmla="*/ 1428529 h 3089525"/>
              <a:gd name="connsiteX581" fmla="*/ 635382 w 5851096"/>
              <a:gd name="connsiteY581" fmla="*/ 1411078 h 3089525"/>
              <a:gd name="connsiteX582" fmla="*/ 0 w 5851096"/>
              <a:gd name="connsiteY582" fmla="*/ 120584 h 3089525"/>
              <a:gd name="connsiteX583" fmla="*/ 0 w 5851096"/>
              <a:gd name="connsiteY583" fmla="*/ 0 h 3089525"/>
              <a:gd name="connsiteX584" fmla="*/ 95071 w 5851096"/>
              <a:gd name="connsiteY584" fmla="*/ 0 h 3089525"/>
              <a:gd name="connsiteX585" fmla="*/ 23697 w 5851096"/>
              <a:gd name="connsiteY585" fmla="*/ 79433 h 3089525"/>
              <a:gd name="connsiteX586" fmla="*/ 0 w 5851096"/>
              <a:gd name="connsiteY586" fmla="*/ 459154 h 3089525"/>
              <a:gd name="connsiteX587" fmla="*/ 0 w 5851096"/>
              <a:gd name="connsiteY587" fmla="*/ 322913 h 3089525"/>
              <a:gd name="connsiteX588" fmla="*/ 85961 w 5851096"/>
              <a:gd name="connsiteY588" fmla="*/ 286715 h 3089525"/>
              <a:gd name="connsiteX589" fmla="*/ 364172 w 5851096"/>
              <a:gd name="connsiteY589" fmla="*/ 45955 h 3089525"/>
              <a:gd name="connsiteX590" fmla="*/ 387426 w 5851096"/>
              <a:gd name="connsiteY590" fmla="*/ 0 h 3089525"/>
              <a:gd name="connsiteX591" fmla="*/ 542918 w 5851096"/>
              <a:gd name="connsiteY591" fmla="*/ 0 h 3089525"/>
              <a:gd name="connsiteX592" fmla="*/ 488688 w 5851096"/>
              <a:gd name="connsiteY592" fmla="*/ 99096 h 3089525"/>
              <a:gd name="connsiteX593" fmla="*/ 13938 w 5851096"/>
              <a:gd name="connsiteY593" fmla="*/ 455878 h 3089525"/>
              <a:gd name="connsiteX594" fmla="*/ 0 w 5851096"/>
              <a:gd name="connsiteY594" fmla="*/ 1108862 h 3089525"/>
              <a:gd name="connsiteX595" fmla="*/ 0 w 5851096"/>
              <a:gd name="connsiteY595" fmla="*/ 893255 h 3089525"/>
              <a:gd name="connsiteX596" fmla="*/ 33376 w 5851096"/>
              <a:gd name="connsiteY596" fmla="*/ 945052 h 3089525"/>
              <a:gd name="connsiteX597" fmla="*/ 473320 w 5851096"/>
              <a:gd name="connsiteY597" fmla="*/ 1223782 h 3089525"/>
              <a:gd name="connsiteX598" fmla="*/ 9746 w 5851096"/>
              <a:gd name="connsiteY598" fmla="*/ 689563 h 3089525"/>
              <a:gd name="connsiteX599" fmla="*/ 0 w 5851096"/>
              <a:gd name="connsiteY599" fmla="*/ 686740 h 3089525"/>
              <a:gd name="connsiteX600" fmla="*/ 0 w 5851096"/>
              <a:gd name="connsiteY600" fmla="*/ 549764 h 3089525"/>
              <a:gd name="connsiteX601" fmla="*/ 27617 w 5851096"/>
              <a:gd name="connsiteY601" fmla="*/ 556541 h 3089525"/>
              <a:gd name="connsiteX602" fmla="*/ 612962 w 5851096"/>
              <a:gd name="connsiteY602" fmla="*/ 1241127 h 3089525"/>
              <a:gd name="connsiteX603" fmla="*/ 613492 w 5851096"/>
              <a:gd name="connsiteY603" fmla="*/ 1241192 h 3089525"/>
              <a:gd name="connsiteX604" fmla="*/ 614057 w 5851096"/>
              <a:gd name="connsiteY604" fmla="*/ 1248124 h 3089525"/>
              <a:gd name="connsiteX605" fmla="*/ 621865 w 5851096"/>
              <a:gd name="connsiteY605" fmla="*/ 1343926 h 3089525"/>
              <a:gd name="connsiteX606" fmla="*/ 623299 w 5851096"/>
              <a:gd name="connsiteY606" fmla="*/ 1361522 h 3089525"/>
              <a:gd name="connsiteX607" fmla="*/ 622679 w 5851096"/>
              <a:gd name="connsiteY607" fmla="*/ 1373376 h 3089525"/>
              <a:gd name="connsiteX608" fmla="*/ 622157 w 5851096"/>
              <a:gd name="connsiteY608" fmla="*/ 1373341 h 3089525"/>
              <a:gd name="connsiteX609" fmla="*/ 622129 w 5851096"/>
              <a:gd name="connsiteY609" fmla="*/ 1373854 h 3089525"/>
              <a:gd name="connsiteX610" fmla="*/ 604221 w 5851096"/>
              <a:gd name="connsiteY610" fmla="*/ 1372169 h 3089525"/>
              <a:gd name="connsiteX611" fmla="*/ 504394 w 5851096"/>
              <a:gd name="connsiteY611" fmla="*/ 1362780 h 3089525"/>
              <a:gd name="connsiteX612" fmla="*/ 487429 w 5851096"/>
              <a:gd name="connsiteY612" fmla="*/ 1361184 h 3089525"/>
              <a:gd name="connsiteX613" fmla="*/ 487308 w 5851096"/>
              <a:gd name="connsiteY613" fmla="*/ 1359994 h 3089525"/>
              <a:gd name="connsiteX614" fmla="*/ 5260 w 5851096"/>
              <a:gd name="connsiteY614" fmla="*/ 1114967 h 3089525"/>
              <a:gd name="connsiteX615" fmla="*/ 0 w 5851096"/>
              <a:gd name="connsiteY615" fmla="*/ 2216459 h 3089525"/>
              <a:gd name="connsiteX616" fmla="*/ 0 w 5851096"/>
              <a:gd name="connsiteY616" fmla="*/ 2080559 h 3089525"/>
              <a:gd name="connsiteX617" fmla="*/ 9744 w 5851096"/>
              <a:gd name="connsiteY617" fmla="*/ 2077760 h 3089525"/>
              <a:gd name="connsiteX618" fmla="*/ 473318 w 5851096"/>
              <a:gd name="connsiteY618" fmla="*/ 1547735 h 3089525"/>
              <a:gd name="connsiteX619" fmla="*/ 33374 w 5851096"/>
              <a:gd name="connsiteY619" fmla="*/ 1824276 h 3089525"/>
              <a:gd name="connsiteX620" fmla="*/ 0 w 5851096"/>
              <a:gd name="connsiteY620" fmla="*/ 1875663 h 3089525"/>
              <a:gd name="connsiteX621" fmla="*/ 0 w 5851096"/>
              <a:gd name="connsiteY621" fmla="*/ 1661750 h 3089525"/>
              <a:gd name="connsiteX622" fmla="*/ 5257 w 5851096"/>
              <a:gd name="connsiteY622" fmla="*/ 1655695 h 3089525"/>
              <a:gd name="connsiteX623" fmla="*/ 487305 w 5851096"/>
              <a:gd name="connsiteY623" fmla="*/ 1412593 h 3089525"/>
              <a:gd name="connsiteX624" fmla="*/ 487427 w 5851096"/>
              <a:gd name="connsiteY624" fmla="*/ 1411413 h 3089525"/>
              <a:gd name="connsiteX625" fmla="*/ 504388 w 5851096"/>
              <a:gd name="connsiteY625" fmla="*/ 1409831 h 3089525"/>
              <a:gd name="connsiteX626" fmla="*/ 604251 w 5851096"/>
              <a:gd name="connsiteY626" fmla="*/ 1400511 h 3089525"/>
              <a:gd name="connsiteX627" fmla="*/ 622127 w 5851096"/>
              <a:gd name="connsiteY627" fmla="*/ 1398843 h 3089525"/>
              <a:gd name="connsiteX628" fmla="*/ 622154 w 5851096"/>
              <a:gd name="connsiteY628" fmla="*/ 1399351 h 3089525"/>
              <a:gd name="connsiteX629" fmla="*/ 622675 w 5851096"/>
              <a:gd name="connsiteY629" fmla="*/ 1399317 h 3089525"/>
              <a:gd name="connsiteX630" fmla="*/ 623297 w 5851096"/>
              <a:gd name="connsiteY630" fmla="*/ 1411078 h 3089525"/>
              <a:gd name="connsiteX631" fmla="*/ 621863 w 5851096"/>
              <a:gd name="connsiteY631" fmla="*/ 1428529 h 3089525"/>
              <a:gd name="connsiteX632" fmla="*/ 614051 w 5851096"/>
              <a:gd name="connsiteY632" fmla="*/ 1523599 h 3089525"/>
              <a:gd name="connsiteX633" fmla="*/ 613488 w 5851096"/>
              <a:gd name="connsiteY633" fmla="*/ 1530463 h 3089525"/>
              <a:gd name="connsiteX634" fmla="*/ 612959 w 5851096"/>
              <a:gd name="connsiteY634" fmla="*/ 1530527 h 3089525"/>
              <a:gd name="connsiteX635" fmla="*/ 27613 w 5851096"/>
              <a:gd name="connsiteY635" fmla="*/ 2209736 h 3089525"/>
              <a:gd name="connsiteX636" fmla="*/ 0 w 5851096"/>
              <a:gd name="connsiteY636" fmla="*/ 2867081 h 3089525"/>
              <a:gd name="connsiteX637" fmla="*/ 0 w 5851096"/>
              <a:gd name="connsiteY637" fmla="*/ 2651475 h 3089525"/>
              <a:gd name="connsiteX638" fmla="*/ 33376 w 5851096"/>
              <a:gd name="connsiteY638" fmla="*/ 2703272 h 3089525"/>
              <a:gd name="connsiteX639" fmla="*/ 473320 w 5851096"/>
              <a:gd name="connsiteY639" fmla="*/ 2982001 h 3089525"/>
              <a:gd name="connsiteX640" fmla="*/ 9746 w 5851096"/>
              <a:gd name="connsiteY640" fmla="*/ 2447782 h 3089525"/>
              <a:gd name="connsiteX641" fmla="*/ 0 w 5851096"/>
              <a:gd name="connsiteY641" fmla="*/ 2444960 h 3089525"/>
              <a:gd name="connsiteX642" fmla="*/ 0 w 5851096"/>
              <a:gd name="connsiteY642" fmla="*/ 2307984 h 3089525"/>
              <a:gd name="connsiteX643" fmla="*/ 27617 w 5851096"/>
              <a:gd name="connsiteY643" fmla="*/ 2314760 h 3089525"/>
              <a:gd name="connsiteX644" fmla="*/ 612962 w 5851096"/>
              <a:gd name="connsiteY644" fmla="*/ 2999346 h 3089525"/>
              <a:gd name="connsiteX645" fmla="*/ 613492 w 5851096"/>
              <a:gd name="connsiteY645" fmla="*/ 2999411 h 3089525"/>
              <a:gd name="connsiteX646" fmla="*/ 614056 w 5851096"/>
              <a:gd name="connsiteY646" fmla="*/ 3006343 h 3089525"/>
              <a:gd name="connsiteX647" fmla="*/ 620836 w 5851096"/>
              <a:gd name="connsiteY647" fmla="*/ 3089525 h 3089525"/>
              <a:gd name="connsiteX648" fmla="*/ 370396 w 5851096"/>
              <a:gd name="connsiteY648" fmla="*/ 3089525 h 3089525"/>
              <a:gd name="connsiteX649" fmla="*/ 350661 w 5851096"/>
              <a:gd name="connsiteY649" fmla="*/ 3084682 h 3089525"/>
              <a:gd name="connsiteX650" fmla="*/ 5260 w 5851096"/>
              <a:gd name="connsiteY650" fmla="*/ 2873187 h 308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Lst>
            <a:rect l="l" t="t" r="r" b="b"/>
            <a:pathLst>
              <a:path w="5851096" h="3089525">
                <a:moveTo>
                  <a:pt x="5215514" y="659222"/>
                </a:moveTo>
                <a:cubicBezTo>
                  <a:pt x="5271247" y="939930"/>
                  <a:pt x="5495997" y="1162499"/>
                  <a:pt x="5783878" y="1223782"/>
                </a:cubicBezTo>
                <a:cubicBezTo>
                  <a:pt x="5728146" y="943074"/>
                  <a:pt x="5503395" y="720505"/>
                  <a:pt x="5215514" y="659222"/>
                </a:cubicBezTo>
                <a:close/>
                <a:moveTo>
                  <a:pt x="5215514" y="2417442"/>
                </a:moveTo>
                <a:cubicBezTo>
                  <a:pt x="5271247" y="2698150"/>
                  <a:pt x="5495997" y="2920718"/>
                  <a:pt x="5783878" y="2982001"/>
                </a:cubicBezTo>
                <a:cubicBezTo>
                  <a:pt x="5728146" y="2701294"/>
                  <a:pt x="5503395" y="2478725"/>
                  <a:pt x="5215514" y="2417442"/>
                </a:cubicBezTo>
                <a:close/>
                <a:moveTo>
                  <a:pt x="5215512" y="2107862"/>
                </a:moveTo>
                <a:cubicBezTo>
                  <a:pt x="5503392" y="2047060"/>
                  <a:pt x="5728143" y="1826239"/>
                  <a:pt x="5783876" y="1547735"/>
                </a:cubicBezTo>
                <a:cubicBezTo>
                  <a:pt x="5495995" y="1608537"/>
                  <a:pt x="5271244" y="1829358"/>
                  <a:pt x="5215512" y="2107862"/>
                </a:cubicBezTo>
                <a:close/>
                <a:moveTo>
                  <a:pt x="5065535" y="521483"/>
                </a:moveTo>
                <a:lnTo>
                  <a:pt x="5066157" y="509629"/>
                </a:lnTo>
                <a:lnTo>
                  <a:pt x="5066678" y="509663"/>
                </a:lnTo>
                <a:lnTo>
                  <a:pt x="5066705" y="509151"/>
                </a:lnTo>
                <a:lnTo>
                  <a:pt x="5084580" y="510833"/>
                </a:lnTo>
                <a:cubicBezTo>
                  <a:pt x="5118460" y="511379"/>
                  <a:pt x="5151823" y="514468"/>
                  <a:pt x="5184444" y="520226"/>
                </a:cubicBezTo>
                <a:cubicBezTo>
                  <a:pt x="5190277" y="519792"/>
                  <a:pt x="5195851" y="520774"/>
                  <a:pt x="5201405" y="521820"/>
                </a:cubicBezTo>
                <a:lnTo>
                  <a:pt x="5201527" y="523010"/>
                </a:lnTo>
                <a:cubicBezTo>
                  <a:pt x="5483077" y="569171"/>
                  <a:pt x="5718838" y="744362"/>
                  <a:pt x="5841311" y="983324"/>
                </a:cubicBezTo>
                <a:lnTo>
                  <a:pt x="5851096" y="1006985"/>
                </a:lnTo>
                <a:lnTo>
                  <a:pt x="5851096" y="1366179"/>
                </a:lnTo>
                <a:lnTo>
                  <a:pt x="5814952" y="1362779"/>
                </a:lnTo>
                <a:cubicBezTo>
                  <a:pt x="5809118" y="1363214"/>
                  <a:pt x="5803543" y="1362231"/>
                  <a:pt x="5797987" y="1361184"/>
                </a:cubicBezTo>
                <a:lnTo>
                  <a:pt x="5797866" y="1359994"/>
                </a:lnTo>
                <a:cubicBezTo>
                  <a:pt x="5422466" y="1298446"/>
                  <a:pt x="5128467" y="1007510"/>
                  <a:pt x="5075873" y="641878"/>
                </a:cubicBezTo>
                <a:cubicBezTo>
                  <a:pt x="5075697" y="641823"/>
                  <a:pt x="5075522" y="641817"/>
                  <a:pt x="5075344" y="641812"/>
                </a:cubicBezTo>
                <a:lnTo>
                  <a:pt x="5074781" y="634895"/>
                </a:lnTo>
                <a:cubicBezTo>
                  <a:pt x="5069489" y="603550"/>
                  <a:pt x="5066925" y="571542"/>
                  <a:pt x="5066970" y="539073"/>
                </a:cubicBezTo>
                <a:cubicBezTo>
                  <a:pt x="5065597" y="533241"/>
                  <a:pt x="5065535" y="527369"/>
                  <a:pt x="5065535" y="521483"/>
                </a:cubicBezTo>
                <a:close/>
                <a:moveTo>
                  <a:pt x="5065535" y="2279702"/>
                </a:moveTo>
                <a:lnTo>
                  <a:pt x="5066157" y="2267848"/>
                </a:lnTo>
                <a:lnTo>
                  <a:pt x="5066678" y="2267882"/>
                </a:lnTo>
                <a:lnTo>
                  <a:pt x="5066705" y="2267371"/>
                </a:lnTo>
                <a:lnTo>
                  <a:pt x="5084580" y="2269052"/>
                </a:lnTo>
                <a:cubicBezTo>
                  <a:pt x="5118460" y="2269598"/>
                  <a:pt x="5151823" y="2272687"/>
                  <a:pt x="5184444" y="2278445"/>
                </a:cubicBezTo>
                <a:cubicBezTo>
                  <a:pt x="5190277" y="2278011"/>
                  <a:pt x="5195851" y="2278993"/>
                  <a:pt x="5201405" y="2280040"/>
                </a:cubicBezTo>
                <a:lnTo>
                  <a:pt x="5201527" y="2281230"/>
                </a:lnTo>
                <a:cubicBezTo>
                  <a:pt x="5483077" y="2327390"/>
                  <a:pt x="5718838" y="2502582"/>
                  <a:pt x="5841311" y="2741544"/>
                </a:cubicBezTo>
                <a:lnTo>
                  <a:pt x="5851096" y="2765204"/>
                </a:lnTo>
                <a:lnTo>
                  <a:pt x="5851096" y="3089525"/>
                </a:lnTo>
                <a:lnTo>
                  <a:pt x="5680952" y="3089525"/>
                </a:lnTo>
                <a:lnTo>
                  <a:pt x="5661219" y="3084683"/>
                </a:lnTo>
                <a:cubicBezTo>
                  <a:pt x="5352738" y="2982764"/>
                  <a:pt x="5121893" y="2720025"/>
                  <a:pt x="5075873" y="2400097"/>
                </a:cubicBezTo>
                <a:cubicBezTo>
                  <a:pt x="5075697" y="2400042"/>
                  <a:pt x="5075522" y="2400037"/>
                  <a:pt x="5075344" y="2400032"/>
                </a:cubicBezTo>
                <a:lnTo>
                  <a:pt x="5074781" y="2393114"/>
                </a:lnTo>
                <a:cubicBezTo>
                  <a:pt x="5069489" y="2361770"/>
                  <a:pt x="5066925" y="2329761"/>
                  <a:pt x="5066970" y="2297292"/>
                </a:cubicBezTo>
                <a:cubicBezTo>
                  <a:pt x="5065597" y="2291461"/>
                  <a:pt x="5065535" y="2285589"/>
                  <a:pt x="5065535" y="2279702"/>
                </a:cubicBezTo>
                <a:close/>
                <a:moveTo>
                  <a:pt x="5065533" y="486299"/>
                </a:moveTo>
                <a:cubicBezTo>
                  <a:pt x="5065533" y="480458"/>
                  <a:pt x="5065595" y="474631"/>
                  <a:pt x="5066968" y="468842"/>
                </a:cubicBezTo>
                <a:cubicBezTo>
                  <a:pt x="5066923" y="436636"/>
                  <a:pt x="5069486" y="404884"/>
                  <a:pt x="5074776" y="373792"/>
                </a:cubicBezTo>
                <a:lnTo>
                  <a:pt x="5075341" y="366915"/>
                </a:lnTo>
                <a:cubicBezTo>
                  <a:pt x="5075518" y="366910"/>
                  <a:pt x="5075694" y="366905"/>
                  <a:pt x="5075869" y="366850"/>
                </a:cubicBezTo>
                <a:cubicBezTo>
                  <a:pt x="5089628" y="271960"/>
                  <a:pt x="5119903" y="182140"/>
                  <a:pt x="5163966" y="100280"/>
                </a:cubicBezTo>
                <a:lnTo>
                  <a:pt x="5229488" y="0"/>
                </a:lnTo>
                <a:lnTo>
                  <a:pt x="5405629" y="0"/>
                </a:lnTo>
                <a:lnTo>
                  <a:pt x="5334254" y="79433"/>
                </a:lnTo>
                <a:cubicBezTo>
                  <a:pt x="5276439" y="159050"/>
                  <a:pt x="5235311" y="250706"/>
                  <a:pt x="5215512" y="349642"/>
                </a:cubicBezTo>
                <a:cubicBezTo>
                  <a:pt x="5406992" y="309201"/>
                  <a:pt x="5570544" y="197965"/>
                  <a:pt x="5674730" y="45955"/>
                </a:cubicBezTo>
                <a:lnTo>
                  <a:pt x="5697983" y="0"/>
                </a:lnTo>
                <a:lnTo>
                  <a:pt x="5851096" y="0"/>
                </a:lnTo>
                <a:lnTo>
                  <a:pt x="5851096" y="4349"/>
                </a:lnTo>
                <a:lnTo>
                  <a:pt x="5799246" y="99096"/>
                </a:lnTo>
                <a:cubicBezTo>
                  <a:pt x="5669765" y="299632"/>
                  <a:pt x="5454064" y="443705"/>
                  <a:pt x="5201524" y="484784"/>
                </a:cubicBezTo>
                <a:lnTo>
                  <a:pt x="5201403" y="485964"/>
                </a:lnTo>
                <a:cubicBezTo>
                  <a:pt x="5195847" y="487004"/>
                  <a:pt x="5190272" y="487979"/>
                  <a:pt x="5184438" y="487548"/>
                </a:cubicBezTo>
                <a:cubicBezTo>
                  <a:pt x="5151829" y="493257"/>
                  <a:pt x="5118478" y="496322"/>
                  <a:pt x="5084610" y="496864"/>
                </a:cubicBezTo>
                <a:lnTo>
                  <a:pt x="5066703" y="498535"/>
                </a:lnTo>
                <a:lnTo>
                  <a:pt x="5066676" y="498027"/>
                </a:lnTo>
                <a:lnTo>
                  <a:pt x="5066154" y="498061"/>
                </a:lnTo>
                <a:cubicBezTo>
                  <a:pt x="5065562" y="494151"/>
                  <a:pt x="5065533" y="490228"/>
                  <a:pt x="5065533" y="486299"/>
                </a:cubicBezTo>
                <a:close/>
                <a:moveTo>
                  <a:pt x="5065533" y="2244520"/>
                </a:moveTo>
                <a:cubicBezTo>
                  <a:pt x="5065533" y="2238678"/>
                  <a:pt x="5065595" y="2232850"/>
                  <a:pt x="5066968" y="2227062"/>
                </a:cubicBezTo>
                <a:cubicBezTo>
                  <a:pt x="5066923" y="2194855"/>
                  <a:pt x="5069486" y="2163105"/>
                  <a:pt x="5074776" y="2132012"/>
                </a:cubicBezTo>
                <a:lnTo>
                  <a:pt x="5075341" y="2125135"/>
                </a:lnTo>
                <a:cubicBezTo>
                  <a:pt x="5075518" y="2125130"/>
                  <a:pt x="5075694" y="2125125"/>
                  <a:pt x="5075869" y="2125070"/>
                </a:cubicBezTo>
                <a:cubicBezTo>
                  <a:pt x="5128465" y="1762307"/>
                  <a:pt x="5422464" y="1473657"/>
                  <a:pt x="5797863" y="1412593"/>
                </a:cubicBezTo>
                <a:lnTo>
                  <a:pt x="5797985" y="1411413"/>
                </a:lnTo>
                <a:cubicBezTo>
                  <a:pt x="5803539" y="1410374"/>
                  <a:pt x="5809112" y="1409399"/>
                  <a:pt x="5814946" y="1409830"/>
                </a:cubicBezTo>
                <a:lnTo>
                  <a:pt x="5851096" y="1406457"/>
                </a:lnTo>
                <a:lnTo>
                  <a:pt x="5851096" y="1762823"/>
                </a:lnTo>
                <a:lnTo>
                  <a:pt x="5841309" y="1786304"/>
                </a:lnTo>
                <a:cubicBezTo>
                  <a:pt x="5718836" y="2023390"/>
                  <a:pt x="5483074" y="2197206"/>
                  <a:pt x="5201524" y="2243004"/>
                </a:cubicBezTo>
                <a:lnTo>
                  <a:pt x="5201403" y="2244184"/>
                </a:lnTo>
                <a:cubicBezTo>
                  <a:pt x="5195847" y="2245223"/>
                  <a:pt x="5190272" y="2246198"/>
                  <a:pt x="5184438" y="2245767"/>
                </a:cubicBezTo>
                <a:cubicBezTo>
                  <a:pt x="5151829" y="2251477"/>
                  <a:pt x="5118478" y="2254542"/>
                  <a:pt x="5084610" y="2255084"/>
                </a:cubicBezTo>
                <a:lnTo>
                  <a:pt x="5066703" y="2256755"/>
                </a:lnTo>
                <a:lnTo>
                  <a:pt x="5066676" y="2256246"/>
                </a:lnTo>
                <a:lnTo>
                  <a:pt x="5066154" y="2256280"/>
                </a:lnTo>
                <a:cubicBezTo>
                  <a:pt x="5065562" y="2252372"/>
                  <a:pt x="5065533" y="2248449"/>
                  <a:pt x="5065533" y="2244520"/>
                </a:cubicBezTo>
                <a:close/>
                <a:moveTo>
                  <a:pt x="4325732" y="1223782"/>
                </a:moveTo>
                <a:cubicBezTo>
                  <a:pt x="4613612" y="1162499"/>
                  <a:pt x="4838363" y="939930"/>
                  <a:pt x="4894096" y="659222"/>
                </a:cubicBezTo>
                <a:cubicBezTo>
                  <a:pt x="4606215" y="720505"/>
                  <a:pt x="4381464" y="943074"/>
                  <a:pt x="4325732" y="1223782"/>
                </a:cubicBezTo>
                <a:close/>
                <a:moveTo>
                  <a:pt x="4325732" y="1547735"/>
                </a:moveTo>
                <a:cubicBezTo>
                  <a:pt x="4381465" y="1826239"/>
                  <a:pt x="4606215" y="2047060"/>
                  <a:pt x="4894096" y="2107862"/>
                </a:cubicBezTo>
                <a:cubicBezTo>
                  <a:pt x="4838364" y="1829358"/>
                  <a:pt x="4613612" y="1608537"/>
                  <a:pt x="4325732" y="1547735"/>
                </a:cubicBezTo>
                <a:close/>
                <a:moveTo>
                  <a:pt x="4325732" y="2982001"/>
                </a:moveTo>
                <a:cubicBezTo>
                  <a:pt x="4613612" y="2920718"/>
                  <a:pt x="4838363" y="2698150"/>
                  <a:pt x="4894096" y="2417442"/>
                </a:cubicBezTo>
                <a:cubicBezTo>
                  <a:pt x="4606215" y="2478725"/>
                  <a:pt x="4381464" y="2701294"/>
                  <a:pt x="4325732" y="2982001"/>
                </a:cubicBezTo>
                <a:close/>
                <a:moveTo>
                  <a:pt x="4256134" y="0"/>
                </a:moveTo>
                <a:lnTo>
                  <a:pt x="4411625" y="0"/>
                </a:lnTo>
                <a:lnTo>
                  <a:pt x="4434878" y="45955"/>
                </a:lnTo>
                <a:cubicBezTo>
                  <a:pt x="4539065" y="197965"/>
                  <a:pt x="4702616" y="309201"/>
                  <a:pt x="4894096" y="349642"/>
                </a:cubicBezTo>
                <a:cubicBezTo>
                  <a:pt x="4874298" y="250706"/>
                  <a:pt x="4833170" y="159050"/>
                  <a:pt x="4775353" y="79433"/>
                </a:cubicBezTo>
                <a:lnTo>
                  <a:pt x="4703980" y="0"/>
                </a:lnTo>
                <a:lnTo>
                  <a:pt x="4880119" y="0"/>
                </a:lnTo>
                <a:lnTo>
                  <a:pt x="4945641" y="100280"/>
                </a:lnTo>
                <a:cubicBezTo>
                  <a:pt x="4989705" y="182140"/>
                  <a:pt x="5019980" y="271960"/>
                  <a:pt x="5033738" y="366850"/>
                </a:cubicBezTo>
                <a:cubicBezTo>
                  <a:pt x="5033914" y="366905"/>
                  <a:pt x="5034090" y="366910"/>
                  <a:pt x="5034267" y="366915"/>
                </a:cubicBezTo>
                <a:lnTo>
                  <a:pt x="5034832" y="373792"/>
                </a:lnTo>
                <a:cubicBezTo>
                  <a:pt x="5040122" y="404884"/>
                  <a:pt x="5042685" y="436636"/>
                  <a:pt x="5042640" y="468842"/>
                </a:cubicBezTo>
                <a:cubicBezTo>
                  <a:pt x="5044013" y="474631"/>
                  <a:pt x="5044074" y="480458"/>
                  <a:pt x="5044074" y="486299"/>
                </a:cubicBezTo>
                <a:cubicBezTo>
                  <a:pt x="5044074" y="490228"/>
                  <a:pt x="5044046" y="494151"/>
                  <a:pt x="5043454" y="498061"/>
                </a:cubicBezTo>
                <a:lnTo>
                  <a:pt x="5042932" y="498027"/>
                </a:lnTo>
                <a:lnTo>
                  <a:pt x="5042905" y="498535"/>
                </a:lnTo>
                <a:lnTo>
                  <a:pt x="5024997" y="496864"/>
                </a:lnTo>
                <a:cubicBezTo>
                  <a:pt x="4991129" y="496322"/>
                  <a:pt x="4957779" y="493257"/>
                  <a:pt x="4925170" y="487548"/>
                </a:cubicBezTo>
                <a:cubicBezTo>
                  <a:pt x="4919336" y="487979"/>
                  <a:pt x="4913761" y="487004"/>
                  <a:pt x="4908205" y="485964"/>
                </a:cubicBezTo>
                <a:lnTo>
                  <a:pt x="4908084" y="484784"/>
                </a:lnTo>
                <a:cubicBezTo>
                  <a:pt x="4655545" y="443705"/>
                  <a:pt x="4439844" y="299632"/>
                  <a:pt x="4310363" y="99096"/>
                </a:cubicBezTo>
                <a:close/>
                <a:moveTo>
                  <a:pt x="4178216" y="3089525"/>
                </a:moveTo>
                <a:lnTo>
                  <a:pt x="4184996" y="3006343"/>
                </a:lnTo>
                <a:lnTo>
                  <a:pt x="4185561" y="2999411"/>
                </a:lnTo>
                <a:cubicBezTo>
                  <a:pt x="4185737" y="2999406"/>
                  <a:pt x="4185914" y="2999401"/>
                  <a:pt x="4186090" y="2999346"/>
                </a:cubicBezTo>
                <a:cubicBezTo>
                  <a:pt x="4238685" y="2633713"/>
                  <a:pt x="4532684" y="2342777"/>
                  <a:pt x="4908083" y="2281230"/>
                </a:cubicBezTo>
                <a:lnTo>
                  <a:pt x="4908205" y="2280040"/>
                </a:lnTo>
                <a:cubicBezTo>
                  <a:pt x="4913759" y="2278993"/>
                  <a:pt x="4919332" y="2278011"/>
                  <a:pt x="4925166" y="2278445"/>
                </a:cubicBezTo>
                <a:cubicBezTo>
                  <a:pt x="4957787" y="2272687"/>
                  <a:pt x="4991150" y="2269598"/>
                  <a:pt x="5025030" y="2269052"/>
                </a:cubicBezTo>
                <a:lnTo>
                  <a:pt x="5042905" y="2267371"/>
                </a:lnTo>
                <a:lnTo>
                  <a:pt x="5042932" y="2267882"/>
                </a:lnTo>
                <a:lnTo>
                  <a:pt x="5043453" y="2267848"/>
                </a:lnTo>
                <a:lnTo>
                  <a:pt x="5044074" y="2279702"/>
                </a:lnTo>
                <a:cubicBezTo>
                  <a:pt x="5044074" y="2285589"/>
                  <a:pt x="5044013" y="2291461"/>
                  <a:pt x="5042640" y="2297292"/>
                </a:cubicBezTo>
                <a:cubicBezTo>
                  <a:pt x="5042685" y="2329761"/>
                  <a:pt x="5040121" y="2361770"/>
                  <a:pt x="5034829" y="2393114"/>
                </a:cubicBezTo>
                <a:lnTo>
                  <a:pt x="5034266" y="2400032"/>
                </a:lnTo>
                <a:cubicBezTo>
                  <a:pt x="5034088" y="2400037"/>
                  <a:pt x="5033912" y="2400042"/>
                  <a:pt x="5033737" y="2400097"/>
                </a:cubicBezTo>
                <a:cubicBezTo>
                  <a:pt x="4987717" y="2720025"/>
                  <a:pt x="4756872" y="2982764"/>
                  <a:pt x="4448391" y="3084683"/>
                </a:cubicBezTo>
                <a:lnTo>
                  <a:pt x="4428658" y="3089525"/>
                </a:lnTo>
                <a:close/>
                <a:moveTo>
                  <a:pt x="4175753" y="1361522"/>
                </a:moveTo>
                <a:cubicBezTo>
                  <a:pt x="4175753" y="1355634"/>
                  <a:pt x="4175815" y="1349760"/>
                  <a:pt x="4177187" y="1343926"/>
                </a:cubicBezTo>
                <a:cubicBezTo>
                  <a:pt x="4177144" y="1311465"/>
                  <a:pt x="4179705" y="1279462"/>
                  <a:pt x="4184996" y="1248124"/>
                </a:cubicBezTo>
                <a:lnTo>
                  <a:pt x="4185561" y="1241192"/>
                </a:lnTo>
                <a:cubicBezTo>
                  <a:pt x="4185737" y="1241187"/>
                  <a:pt x="4185914" y="1241182"/>
                  <a:pt x="4186090" y="1241127"/>
                </a:cubicBezTo>
                <a:cubicBezTo>
                  <a:pt x="4238685" y="875493"/>
                  <a:pt x="4532684" y="584557"/>
                  <a:pt x="4908083" y="523010"/>
                </a:cubicBezTo>
                <a:lnTo>
                  <a:pt x="4908205" y="521820"/>
                </a:lnTo>
                <a:cubicBezTo>
                  <a:pt x="4913759" y="520774"/>
                  <a:pt x="4919332" y="519792"/>
                  <a:pt x="4925166" y="520226"/>
                </a:cubicBezTo>
                <a:cubicBezTo>
                  <a:pt x="4957787" y="514468"/>
                  <a:pt x="4991150" y="511379"/>
                  <a:pt x="5025030" y="510833"/>
                </a:cubicBezTo>
                <a:lnTo>
                  <a:pt x="5042905" y="509151"/>
                </a:lnTo>
                <a:lnTo>
                  <a:pt x="5042932" y="509663"/>
                </a:lnTo>
                <a:lnTo>
                  <a:pt x="5043453" y="509629"/>
                </a:lnTo>
                <a:lnTo>
                  <a:pt x="5044074" y="521483"/>
                </a:lnTo>
                <a:cubicBezTo>
                  <a:pt x="5044074" y="527369"/>
                  <a:pt x="5044013" y="533241"/>
                  <a:pt x="5042640" y="539073"/>
                </a:cubicBezTo>
                <a:cubicBezTo>
                  <a:pt x="5042685" y="571542"/>
                  <a:pt x="5040121" y="603550"/>
                  <a:pt x="5034829" y="634895"/>
                </a:cubicBezTo>
                <a:lnTo>
                  <a:pt x="5034266" y="641812"/>
                </a:lnTo>
                <a:cubicBezTo>
                  <a:pt x="5034088" y="641817"/>
                  <a:pt x="5033912" y="641823"/>
                  <a:pt x="5033737" y="641878"/>
                </a:cubicBezTo>
                <a:cubicBezTo>
                  <a:pt x="4981143" y="1007510"/>
                  <a:pt x="4687144" y="1298446"/>
                  <a:pt x="4311744" y="1359994"/>
                </a:cubicBezTo>
                <a:lnTo>
                  <a:pt x="4311623" y="1361184"/>
                </a:lnTo>
                <a:cubicBezTo>
                  <a:pt x="4306067" y="1362231"/>
                  <a:pt x="4300492" y="1363214"/>
                  <a:pt x="4294658" y="1362780"/>
                </a:cubicBezTo>
                <a:cubicBezTo>
                  <a:pt x="4262048" y="1368535"/>
                  <a:pt x="4228698" y="1371623"/>
                  <a:pt x="4194831" y="1372169"/>
                </a:cubicBezTo>
                <a:lnTo>
                  <a:pt x="4176923" y="1373854"/>
                </a:lnTo>
                <a:lnTo>
                  <a:pt x="4176896" y="1373341"/>
                </a:lnTo>
                <a:lnTo>
                  <a:pt x="4176374" y="1373376"/>
                </a:lnTo>
                <a:cubicBezTo>
                  <a:pt x="4175781" y="1369436"/>
                  <a:pt x="4175753" y="1365482"/>
                  <a:pt x="4175753" y="1361522"/>
                </a:cubicBezTo>
                <a:close/>
                <a:moveTo>
                  <a:pt x="4175753" y="1411078"/>
                </a:moveTo>
                <a:lnTo>
                  <a:pt x="4176375" y="1399317"/>
                </a:lnTo>
                <a:lnTo>
                  <a:pt x="4176896" y="1399351"/>
                </a:lnTo>
                <a:lnTo>
                  <a:pt x="4176923" y="1398843"/>
                </a:lnTo>
                <a:lnTo>
                  <a:pt x="4194799" y="1400511"/>
                </a:lnTo>
                <a:cubicBezTo>
                  <a:pt x="4228677" y="1401053"/>
                  <a:pt x="4262041" y="1404118"/>
                  <a:pt x="4294662" y="1409831"/>
                </a:cubicBezTo>
                <a:cubicBezTo>
                  <a:pt x="4300495" y="1409399"/>
                  <a:pt x="4306069" y="1410375"/>
                  <a:pt x="4311623" y="1411413"/>
                </a:cubicBezTo>
                <a:lnTo>
                  <a:pt x="4311745" y="1412593"/>
                </a:lnTo>
                <a:cubicBezTo>
                  <a:pt x="4687144" y="1473657"/>
                  <a:pt x="4981143" y="1762307"/>
                  <a:pt x="5033738" y="2125070"/>
                </a:cubicBezTo>
                <a:cubicBezTo>
                  <a:pt x="5033914" y="2125125"/>
                  <a:pt x="5034090" y="2125130"/>
                  <a:pt x="5034267" y="2125135"/>
                </a:cubicBezTo>
                <a:lnTo>
                  <a:pt x="5034832" y="2132012"/>
                </a:lnTo>
                <a:cubicBezTo>
                  <a:pt x="5040122" y="2163105"/>
                  <a:pt x="5042685" y="2194855"/>
                  <a:pt x="5042640" y="2227062"/>
                </a:cubicBezTo>
                <a:cubicBezTo>
                  <a:pt x="5044013" y="2232850"/>
                  <a:pt x="5044074" y="2238678"/>
                  <a:pt x="5044074" y="2244520"/>
                </a:cubicBezTo>
                <a:cubicBezTo>
                  <a:pt x="5044074" y="2248449"/>
                  <a:pt x="5044046" y="2252372"/>
                  <a:pt x="5043454" y="2256280"/>
                </a:cubicBezTo>
                <a:lnTo>
                  <a:pt x="5042932" y="2256246"/>
                </a:lnTo>
                <a:lnTo>
                  <a:pt x="5042905" y="2256755"/>
                </a:lnTo>
                <a:lnTo>
                  <a:pt x="5024997" y="2255084"/>
                </a:lnTo>
                <a:cubicBezTo>
                  <a:pt x="4991129" y="2254542"/>
                  <a:pt x="4957779" y="2251477"/>
                  <a:pt x="4925170" y="2245767"/>
                </a:cubicBezTo>
                <a:cubicBezTo>
                  <a:pt x="4919336" y="2246198"/>
                  <a:pt x="4913761" y="2245223"/>
                  <a:pt x="4908205" y="2244184"/>
                </a:cubicBezTo>
                <a:lnTo>
                  <a:pt x="4908084" y="2243004"/>
                </a:lnTo>
                <a:cubicBezTo>
                  <a:pt x="4532684" y="2181939"/>
                  <a:pt x="4238685" y="1893288"/>
                  <a:pt x="4186091" y="1530527"/>
                </a:cubicBezTo>
                <a:cubicBezTo>
                  <a:pt x="4185915" y="1530472"/>
                  <a:pt x="4185739" y="1530468"/>
                  <a:pt x="4185562" y="1530463"/>
                </a:cubicBezTo>
                <a:lnTo>
                  <a:pt x="4184999" y="1523599"/>
                </a:lnTo>
                <a:cubicBezTo>
                  <a:pt x="4179707" y="1492501"/>
                  <a:pt x="4177144" y="1460743"/>
                  <a:pt x="4177187" y="1428529"/>
                </a:cubicBezTo>
                <a:cubicBezTo>
                  <a:pt x="4175815" y="1422743"/>
                  <a:pt x="4175753" y="1416918"/>
                  <a:pt x="4175753" y="1411078"/>
                </a:cubicBezTo>
                <a:close/>
                <a:moveTo>
                  <a:pt x="3445328" y="659222"/>
                </a:moveTo>
                <a:cubicBezTo>
                  <a:pt x="3501061" y="939930"/>
                  <a:pt x="3725812" y="1162499"/>
                  <a:pt x="4013692" y="1223782"/>
                </a:cubicBezTo>
                <a:cubicBezTo>
                  <a:pt x="3957960" y="943074"/>
                  <a:pt x="3733209" y="720505"/>
                  <a:pt x="3445328" y="659222"/>
                </a:cubicBezTo>
                <a:close/>
                <a:moveTo>
                  <a:pt x="3445328" y="2417442"/>
                </a:moveTo>
                <a:cubicBezTo>
                  <a:pt x="3501061" y="2698150"/>
                  <a:pt x="3725812" y="2920718"/>
                  <a:pt x="4013692" y="2982001"/>
                </a:cubicBezTo>
                <a:cubicBezTo>
                  <a:pt x="3957960" y="2701294"/>
                  <a:pt x="3733209" y="2478725"/>
                  <a:pt x="3445328" y="2417442"/>
                </a:cubicBezTo>
                <a:close/>
                <a:moveTo>
                  <a:pt x="3445326" y="2107862"/>
                </a:moveTo>
                <a:cubicBezTo>
                  <a:pt x="3733207" y="2047060"/>
                  <a:pt x="3957957" y="1826239"/>
                  <a:pt x="4013690" y="1547735"/>
                </a:cubicBezTo>
                <a:cubicBezTo>
                  <a:pt x="3725809" y="1608537"/>
                  <a:pt x="3501058" y="1829358"/>
                  <a:pt x="3445326" y="2107862"/>
                </a:cubicBezTo>
                <a:close/>
                <a:moveTo>
                  <a:pt x="3295350" y="521483"/>
                </a:moveTo>
                <a:lnTo>
                  <a:pt x="3295971" y="509629"/>
                </a:lnTo>
                <a:lnTo>
                  <a:pt x="3296492" y="509663"/>
                </a:lnTo>
                <a:lnTo>
                  <a:pt x="3296519" y="509151"/>
                </a:lnTo>
                <a:lnTo>
                  <a:pt x="3314395" y="510833"/>
                </a:lnTo>
                <a:cubicBezTo>
                  <a:pt x="3348274" y="511379"/>
                  <a:pt x="3381637" y="514468"/>
                  <a:pt x="3414258" y="520226"/>
                </a:cubicBezTo>
                <a:cubicBezTo>
                  <a:pt x="3420092" y="519792"/>
                  <a:pt x="3425665" y="520774"/>
                  <a:pt x="3431219" y="521820"/>
                </a:cubicBezTo>
                <a:lnTo>
                  <a:pt x="3431341" y="523010"/>
                </a:lnTo>
                <a:cubicBezTo>
                  <a:pt x="3806740" y="584557"/>
                  <a:pt x="4100739" y="875493"/>
                  <a:pt x="4153335" y="1241127"/>
                </a:cubicBezTo>
                <a:cubicBezTo>
                  <a:pt x="4153510" y="1241182"/>
                  <a:pt x="4153688" y="1241187"/>
                  <a:pt x="4153863" y="1241192"/>
                </a:cubicBezTo>
                <a:lnTo>
                  <a:pt x="4154429" y="1248124"/>
                </a:lnTo>
                <a:cubicBezTo>
                  <a:pt x="4159718" y="1279462"/>
                  <a:pt x="4162281" y="1311465"/>
                  <a:pt x="4162237" y="1343926"/>
                </a:cubicBezTo>
                <a:cubicBezTo>
                  <a:pt x="4163610" y="1349760"/>
                  <a:pt x="4163671" y="1355634"/>
                  <a:pt x="4163671" y="1361522"/>
                </a:cubicBezTo>
                <a:cubicBezTo>
                  <a:pt x="4163671" y="1365482"/>
                  <a:pt x="4163642" y="1369436"/>
                  <a:pt x="4163050" y="1373376"/>
                </a:cubicBezTo>
                <a:lnTo>
                  <a:pt x="4162528" y="1373341"/>
                </a:lnTo>
                <a:lnTo>
                  <a:pt x="4162501" y="1373854"/>
                </a:lnTo>
                <a:lnTo>
                  <a:pt x="4144594" y="1372169"/>
                </a:lnTo>
                <a:cubicBezTo>
                  <a:pt x="4110727" y="1371623"/>
                  <a:pt x="4077375" y="1368535"/>
                  <a:pt x="4044766" y="1362780"/>
                </a:cubicBezTo>
                <a:cubicBezTo>
                  <a:pt x="4038932" y="1363214"/>
                  <a:pt x="4033357" y="1362231"/>
                  <a:pt x="4027802" y="1361184"/>
                </a:cubicBezTo>
                <a:lnTo>
                  <a:pt x="4027681" y="1359994"/>
                </a:lnTo>
                <a:cubicBezTo>
                  <a:pt x="3652280" y="1298446"/>
                  <a:pt x="3358281" y="1007510"/>
                  <a:pt x="3305687" y="641878"/>
                </a:cubicBezTo>
                <a:cubicBezTo>
                  <a:pt x="3305511" y="641823"/>
                  <a:pt x="3305336" y="641818"/>
                  <a:pt x="3305158" y="641812"/>
                </a:cubicBezTo>
                <a:lnTo>
                  <a:pt x="3304595" y="634895"/>
                </a:lnTo>
                <a:cubicBezTo>
                  <a:pt x="3299303" y="603550"/>
                  <a:pt x="3296740" y="571542"/>
                  <a:pt x="3296784" y="539073"/>
                </a:cubicBezTo>
                <a:cubicBezTo>
                  <a:pt x="3295411" y="533241"/>
                  <a:pt x="3295350" y="527369"/>
                  <a:pt x="3295350" y="521483"/>
                </a:cubicBezTo>
                <a:close/>
                <a:moveTo>
                  <a:pt x="3295350" y="2279702"/>
                </a:moveTo>
                <a:lnTo>
                  <a:pt x="3295971" y="2267848"/>
                </a:lnTo>
                <a:lnTo>
                  <a:pt x="3296492" y="2267882"/>
                </a:lnTo>
                <a:lnTo>
                  <a:pt x="3296519" y="2267371"/>
                </a:lnTo>
                <a:lnTo>
                  <a:pt x="3314395" y="2269052"/>
                </a:lnTo>
                <a:cubicBezTo>
                  <a:pt x="3348274" y="2269598"/>
                  <a:pt x="3381637" y="2272687"/>
                  <a:pt x="3414258" y="2278445"/>
                </a:cubicBezTo>
                <a:cubicBezTo>
                  <a:pt x="3420092" y="2278011"/>
                  <a:pt x="3425665" y="2278993"/>
                  <a:pt x="3431219" y="2280040"/>
                </a:cubicBezTo>
                <a:lnTo>
                  <a:pt x="3431341" y="2281230"/>
                </a:lnTo>
                <a:cubicBezTo>
                  <a:pt x="3806740" y="2342777"/>
                  <a:pt x="4100739" y="2633713"/>
                  <a:pt x="4153335" y="2999346"/>
                </a:cubicBezTo>
                <a:cubicBezTo>
                  <a:pt x="4153510" y="2999401"/>
                  <a:pt x="4153688" y="2999406"/>
                  <a:pt x="4153863" y="2999411"/>
                </a:cubicBezTo>
                <a:lnTo>
                  <a:pt x="4154429" y="3006343"/>
                </a:lnTo>
                <a:lnTo>
                  <a:pt x="4161209" y="3089525"/>
                </a:lnTo>
                <a:lnTo>
                  <a:pt x="3910768" y="3089525"/>
                </a:lnTo>
                <a:lnTo>
                  <a:pt x="3891034" y="3084683"/>
                </a:lnTo>
                <a:cubicBezTo>
                  <a:pt x="3582552" y="2982764"/>
                  <a:pt x="3351706" y="2720025"/>
                  <a:pt x="3305687" y="2400097"/>
                </a:cubicBezTo>
                <a:cubicBezTo>
                  <a:pt x="3305511" y="2400042"/>
                  <a:pt x="3305336" y="2400037"/>
                  <a:pt x="3305158" y="2400032"/>
                </a:cubicBezTo>
                <a:lnTo>
                  <a:pt x="3304595" y="2393114"/>
                </a:lnTo>
                <a:cubicBezTo>
                  <a:pt x="3299303" y="2361770"/>
                  <a:pt x="3296740" y="2329761"/>
                  <a:pt x="3296784" y="2297292"/>
                </a:cubicBezTo>
                <a:cubicBezTo>
                  <a:pt x="3295411" y="2291461"/>
                  <a:pt x="3295350" y="2285589"/>
                  <a:pt x="3295350" y="2279702"/>
                </a:cubicBezTo>
                <a:close/>
                <a:moveTo>
                  <a:pt x="3295347" y="486299"/>
                </a:moveTo>
                <a:cubicBezTo>
                  <a:pt x="3295347" y="480458"/>
                  <a:pt x="3295409" y="474631"/>
                  <a:pt x="3296782" y="468842"/>
                </a:cubicBezTo>
                <a:cubicBezTo>
                  <a:pt x="3296738" y="436636"/>
                  <a:pt x="3299300" y="404884"/>
                  <a:pt x="3304590" y="373792"/>
                </a:cubicBezTo>
                <a:lnTo>
                  <a:pt x="3305155" y="366915"/>
                </a:lnTo>
                <a:cubicBezTo>
                  <a:pt x="3305332" y="366910"/>
                  <a:pt x="3305508" y="366905"/>
                  <a:pt x="3305684" y="366850"/>
                </a:cubicBezTo>
                <a:cubicBezTo>
                  <a:pt x="3319442" y="271960"/>
                  <a:pt x="3349717" y="182140"/>
                  <a:pt x="3393781" y="100280"/>
                </a:cubicBezTo>
                <a:lnTo>
                  <a:pt x="3459303" y="0"/>
                </a:lnTo>
                <a:lnTo>
                  <a:pt x="3635443" y="0"/>
                </a:lnTo>
                <a:lnTo>
                  <a:pt x="3564068" y="79433"/>
                </a:lnTo>
                <a:cubicBezTo>
                  <a:pt x="3506253" y="159050"/>
                  <a:pt x="3465125" y="250706"/>
                  <a:pt x="3445326" y="349642"/>
                </a:cubicBezTo>
                <a:cubicBezTo>
                  <a:pt x="3636807" y="309201"/>
                  <a:pt x="3800358" y="197965"/>
                  <a:pt x="3904544" y="45955"/>
                </a:cubicBezTo>
                <a:lnTo>
                  <a:pt x="3927798" y="0"/>
                </a:lnTo>
                <a:lnTo>
                  <a:pt x="4083290" y="0"/>
                </a:lnTo>
                <a:lnTo>
                  <a:pt x="4029061" y="99096"/>
                </a:lnTo>
                <a:cubicBezTo>
                  <a:pt x="3899579" y="299632"/>
                  <a:pt x="3683877" y="443705"/>
                  <a:pt x="3431338" y="484784"/>
                </a:cubicBezTo>
                <a:lnTo>
                  <a:pt x="3431217" y="485964"/>
                </a:lnTo>
                <a:cubicBezTo>
                  <a:pt x="3425661" y="487004"/>
                  <a:pt x="3420086" y="487979"/>
                  <a:pt x="3414252" y="487548"/>
                </a:cubicBezTo>
                <a:cubicBezTo>
                  <a:pt x="3381643" y="493257"/>
                  <a:pt x="3348292" y="496322"/>
                  <a:pt x="3314425" y="496864"/>
                </a:cubicBezTo>
                <a:lnTo>
                  <a:pt x="3296517" y="498535"/>
                </a:lnTo>
                <a:lnTo>
                  <a:pt x="3296490" y="498027"/>
                </a:lnTo>
                <a:lnTo>
                  <a:pt x="3295968" y="498061"/>
                </a:lnTo>
                <a:cubicBezTo>
                  <a:pt x="3295376" y="494151"/>
                  <a:pt x="3295347" y="490228"/>
                  <a:pt x="3295347" y="486299"/>
                </a:cubicBezTo>
                <a:close/>
                <a:moveTo>
                  <a:pt x="3295347" y="2244520"/>
                </a:moveTo>
                <a:cubicBezTo>
                  <a:pt x="3295347" y="2238678"/>
                  <a:pt x="3295409" y="2232850"/>
                  <a:pt x="3296782" y="2227062"/>
                </a:cubicBezTo>
                <a:cubicBezTo>
                  <a:pt x="3296738" y="2194855"/>
                  <a:pt x="3299300" y="2163105"/>
                  <a:pt x="3304590" y="2132012"/>
                </a:cubicBezTo>
                <a:lnTo>
                  <a:pt x="3305155" y="2125135"/>
                </a:lnTo>
                <a:cubicBezTo>
                  <a:pt x="3305332" y="2125130"/>
                  <a:pt x="3305508" y="2125125"/>
                  <a:pt x="3305684" y="2125070"/>
                </a:cubicBezTo>
                <a:cubicBezTo>
                  <a:pt x="3358279" y="1762307"/>
                  <a:pt x="3652278" y="1473657"/>
                  <a:pt x="4027678" y="1412593"/>
                </a:cubicBezTo>
                <a:lnTo>
                  <a:pt x="4027800" y="1411413"/>
                </a:lnTo>
                <a:cubicBezTo>
                  <a:pt x="4033353" y="1410375"/>
                  <a:pt x="4038927" y="1409399"/>
                  <a:pt x="4044760" y="1409831"/>
                </a:cubicBezTo>
                <a:cubicBezTo>
                  <a:pt x="4077382" y="1404118"/>
                  <a:pt x="4110744" y="1401053"/>
                  <a:pt x="4144624" y="1400511"/>
                </a:cubicBezTo>
                <a:lnTo>
                  <a:pt x="4162499" y="1398843"/>
                </a:lnTo>
                <a:lnTo>
                  <a:pt x="4162526" y="1399351"/>
                </a:lnTo>
                <a:lnTo>
                  <a:pt x="4163047" y="1399317"/>
                </a:lnTo>
                <a:lnTo>
                  <a:pt x="4163669" y="1411078"/>
                </a:lnTo>
                <a:cubicBezTo>
                  <a:pt x="4163669" y="1416918"/>
                  <a:pt x="4163608" y="1422743"/>
                  <a:pt x="4162235" y="1428529"/>
                </a:cubicBezTo>
                <a:cubicBezTo>
                  <a:pt x="4162279" y="1460743"/>
                  <a:pt x="4159715" y="1492501"/>
                  <a:pt x="4154424" y="1523599"/>
                </a:cubicBezTo>
                <a:lnTo>
                  <a:pt x="4153860" y="1530463"/>
                </a:lnTo>
                <a:cubicBezTo>
                  <a:pt x="4153683" y="1530468"/>
                  <a:pt x="4153507" y="1530472"/>
                  <a:pt x="4153332" y="1530527"/>
                </a:cubicBezTo>
                <a:cubicBezTo>
                  <a:pt x="4100737" y="1893288"/>
                  <a:pt x="3806738" y="2181939"/>
                  <a:pt x="3431338" y="2243004"/>
                </a:cubicBezTo>
                <a:lnTo>
                  <a:pt x="3431217" y="2244184"/>
                </a:lnTo>
                <a:cubicBezTo>
                  <a:pt x="3425661" y="2245223"/>
                  <a:pt x="3420086" y="2246198"/>
                  <a:pt x="3414252" y="2245767"/>
                </a:cubicBezTo>
                <a:cubicBezTo>
                  <a:pt x="3381643" y="2251477"/>
                  <a:pt x="3348292" y="2254542"/>
                  <a:pt x="3314425" y="2255084"/>
                </a:cubicBezTo>
                <a:lnTo>
                  <a:pt x="3296517" y="2256755"/>
                </a:lnTo>
                <a:lnTo>
                  <a:pt x="3296490" y="2256246"/>
                </a:lnTo>
                <a:lnTo>
                  <a:pt x="3295968" y="2256280"/>
                </a:lnTo>
                <a:cubicBezTo>
                  <a:pt x="3295376" y="2252372"/>
                  <a:pt x="3295347" y="2248449"/>
                  <a:pt x="3295347" y="2244520"/>
                </a:cubicBezTo>
                <a:close/>
                <a:moveTo>
                  <a:pt x="2555546" y="1223782"/>
                </a:moveTo>
                <a:cubicBezTo>
                  <a:pt x="2843426" y="1162499"/>
                  <a:pt x="3068177" y="939930"/>
                  <a:pt x="3123910" y="659222"/>
                </a:cubicBezTo>
                <a:cubicBezTo>
                  <a:pt x="2836029" y="720505"/>
                  <a:pt x="2611278" y="943074"/>
                  <a:pt x="2555546" y="1223782"/>
                </a:cubicBezTo>
                <a:close/>
                <a:moveTo>
                  <a:pt x="2555546" y="1547735"/>
                </a:moveTo>
                <a:cubicBezTo>
                  <a:pt x="2611279" y="1826239"/>
                  <a:pt x="2836029" y="2047060"/>
                  <a:pt x="3123910" y="2107862"/>
                </a:cubicBezTo>
                <a:cubicBezTo>
                  <a:pt x="3068178" y="1829358"/>
                  <a:pt x="2843426" y="1608537"/>
                  <a:pt x="2555546" y="1547735"/>
                </a:cubicBezTo>
                <a:close/>
                <a:moveTo>
                  <a:pt x="2555546" y="2982001"/>
                </a:moveTo>
                <a:cubicBezTo>
                  <a:pt x="2843426" y="2920718"/>
                  <a:pt x="3068177" y="2698150"/>
                  <a:pt x="3123910" y="2417442"/>
                </a:cubicBezTo>
                <a:cubicBezTo>
                  <a:pt x="2836029" y="2478725"/>
                  <a:pt x="2611278" y="2701294"/>
                  <a:pt x="2555546" y="2982001"/>
                </a:cubicBezTo>
                <a:close/>
                <a:moveTo>
                  <a:pt x="2485948" y="0"/>
                </a:moveTo>
                <a:lnTo>
                  <a:pt x="2641440" y="0"/>
                </a:lnTo>
                <a:lnTo>
                  <a:pt x="2664693" y="45955"/>
                </a:lnTo>
                <a:cubicBezTo>
                  <a:pt x="2768879" y="197965"/>
                  <a:pt x="2932430" y="309201"/>
                  <a:pt x="3123910" y="349642"/>
                </a:cubicBezTo>
                <a:cubicBezTo>
                  <a:pt x="3104112" y="250706"/>
                  <a:pt x="3062984" y="159050"/>
                  <a:pt x="3005167" y="79433"/>
                </a:cubicBezTo>
                <a:lnTo>
                  <a:pt x="2933794" y="0"/>
                </a:lnTo>
                <a:lnTo>
                  <a:pt x="3109934" y="0"/>
                </a:lnTo>
                <a:lnTo>
                  <a:pt x="3175456" y="100280"/>
                </a:lnTo>
                <a:cubicBezTo>
                  <a:pt x="3219520" y="182140"/>
                  <a:pt x="3249795" y="271960"/>
                  <a:pt x="3263553" y="366850"/>
                </a:cubicBezTo>
                <a:cubicBezTo>
                  <a:pt x="3263728" y="366905"/>
                  <a:pt x="3263905" y="366910"/>
                  <a:pt x="3264081" y="366915"/>
                </a:cubicBezTo>
                <a:lnTo>
                  <a:pt x="3264647" y="373792"/>
                </a:lnTo>
                <a:cubicBezTo>
                  <a:pt x="3269936" y="404884"/>
                  <a:pt x="3272499" y="436636"/>
                  <a:pt x="3272455" y="468842"/>
                </a:cubicBezTo>
                <a:cubicBezTo>
                  <a:pt x="3273828" y="474631"/>
                  <a:pt x="3273888" y="480458"/>
                  <a:pt x="3273888" y="486299"/>
                </a:cubicBezTo>
                <a:cubicBezTo>
                  <a:pt x="3273888" y="490228"/>
                  <a:pt x="3273860" y="494151"/>
                  <a:pt x="3273268" y="498061"/>
                </a:cubicBezTo>
                <a:lnTo>
                  <a:pt x="3272746" y="498027"/>
                </a:lnTo>
                <a:lnTo>
                  <a:pt x="3272719" y="498535"/>
                </a:lnTo>
                <a:lnTo>
                  <a:pt x="3254811" y="496864"/>
                </a:lnTo>
                <a:cubicBezTo>
                  <a:pt x="3220945" y="496322"/>
                  <a:pt x="3187593" y="493257"/>
                  <a:pt x="3154984" y="487548"/>
                </a:cubicBezTo>
                <a:cubicBezTo>
                  <a:pt x="3149150" y="487979"/>
                  <a:pt x="3143575" y="487004"/>
                  <a:pt x="3138020" y="485964"/>
                </a:cubicBezTo>
                <a:lnTo>
                  <a:pt x="3137899" y="484784"/>
                </a:lnTo>
                <a:cubicBezTo>
                  <a:pt x="2885360" y="443705"/>
                  <a:pt x="2669659" y="299632"/>
                  <a:pt x="2540177" y="99096"/>
                </a:cubicBezTo>
                <a:close/>
                <a:moveTo>
                  <a:pt x="2408030" y="3089525"/>
                </a:moveTo>
                <a:lnTo>
                  <a:pt x="2414810" y="3006343"/>
                </a:lnTo>
                <a:lnTo>
                  <a:pt x="2415375" y="2999411"/>
                </a:lnTo>
                <a:cubicBezTo>
                  <a:pt x="2415552" y="2999406"/>
                  <a:pt x="2415728" y="2999401"/>
                  <a:pt x="2415904" y="2999346"/>
                </a:cubicBezTo>
                <a:cubicBezTo>
                  <a:pt x="2468499" y="2633713"/>
                  <a:pt x="2762498" y="2342777"/>
                  <a:pt x="3137898" y="2281230"/>
                </a:cubicBezTo>
                <a:lnTo>
                  <a:pt x="3138020" y="2280040"/>
                </a:lnTo>
                <a:cubicBezTo>
                  <a:pt x="3143573" y="2278993"/>
                  <a:pt x="3149146" y="2278011"/>
                  <a:pt x="3154980" y="2278445"/>
                </a:cubicBezTo>
                <a:cubicBezTo>
                  <a:pt x="3187602" y="2272687"/>
                  <a:pt x="3220964" y="2269598"/>
                  <a:pt x="3254844" y="2269052"/>
                </a:cubicBezTo>
                <a:lnTo>
                  <a:pt x="3272719" y="2267371"/>
                </a:lnTo>
                <a:lnTo>
                  <a:pt x="3272746" y="2267882"/>
                </a:lnTo>
                <a:lnTo>
                  <a:pt x="3273267" y="2267848"/>
                </a:lnTo>
                <a:lnTo>
                  <a:pt x="3273888" y="2279702"/>
                </a:lnTo>
                <a:cubicBezTo>
                  <a:pt x="3273888" y="2285589"/>
                  <a:pt x="3273828" y="2291461"/>
                  <a:pt x="3272455" y="2297292"/>
                </a:cubicBezTo>
                <a:cubicBezTo>
                  <a:pt x="3272499" y="2329761"/>
                  <a:pt x="3269935" y="2361770"/>
                  <a:pt x="3264644" y="2393114"/>
                </a:cubicBezTo>
                <a:lnTo>
                  <a:pt x="3264080" y="2400032"/>
                </a:lnTo>
                <a:cubicBezTo>
                  <a:pt x="3263903" y="2400037"/>
                  <a:pt x="3263726" y="2400042"/>
                  <a:pt x="3263552" y="2400097"/>
                </a:cubicBezTo>
                <a:cubicBezTo>
                  <a:pt x="3217532" y="2720025"/>
                  <a:pt x="2986686" y="2982764"/>
                  <a:pt x="2678205" y="3084683"/>
                </a:cubicBezTo>
                <a:lnTo>
                  <a:pt x="2658472" y="3089525"/>
                </a:lnTo>
                <a:close/>
                <a:moveTo>
                  <a:pt x="2405567" y="1361522"/>
                </a:moveTo>
                <a:cubicBezTo>
                  <a:pt x="2405567" y="1355634"/>
                  <a:pt x="2405629" y="1349760"/>
                  <a:pt x="2407002" y="1343926"/>
                </a:cubicBezTo>
                <a:cubicBezTo>
                  <a:pt x="2406958" y="1311465"/>
                  <a:pt x="2409520" y="1279462"/>
                  <a:pt x="2414810" y="1248124"/>
                </a:cubicBezTo>
                <a:lnTo>
                  <a:pt x="2415375" y="1241192"/>
                </a:lnTo>
                <a:cubicBezTo>
                  <a:pt x="2415552" y="1241187"/>
                  <a:pt x="2415728" y="1241182"/>
                  <a:pt x="2415904" y="1241127"/>
                </a:cubicBezTo>
                <a:cubicBezTo>
                  <a:pt x="2468499" y="875493"/>
                  <a:pt x="2762498" y="584557"/>
                  <a:pt x="3137898" y="523010"/>
                </a:cubicBezTo>
                <a:lnTo>
                  <a:pt x="3138020" y="521820"/>
                </a:lnTo>
                <a:cubicBezTo>
                  <a:pt x="3143573" y="520774"/>
                  <a:pt x="3149146" y="519792"/>
                  <a:pt x="3154980" y="520226"/>
                </a:cubicBezTo>
                <a:cubicBezTo>
                  <a:pt x="3187602" y="514468"/>
                  <a:pt x="3220964" y="511379"/>
                  <a:pt x="3254844" y="510833"/>
                </a:cubicBezTo>
                <a:lnTo>
                  <a:pt x="3272719" y="509151"/>
                </a:lnTo>
                <a:lnTo>
                  <a:pt x="3272746" y="509663"/>
                </a:lnTo>
                <a:lnTo>
                  <a:pt x="3273267" y="509629"/>
                </a:lnTo>
                <a:lnTo>
                  <a:pt x="3273888" y="521483"/>
                </a:lnTo>
                <a:cubicBezTo>
                  <a:pt x="3273888" y="527369"/>
                  <a:pt x="3273828" y="533241"/>
                  <a:pt x="3272455" y="539073"/>
                </a:cubicBezTo>
                <a:cubicBezTo>
                  <a:pt x="3272499" y="571542"/>
                  <a:pt x="3269935" y="603550"/>
                  <a:pt x="3264644" y="634895"/>
                </a:cubicBezTo>
                <a:lnTo>
                  <a:pt x="3264080" y="641812"/>
                </a:lnTo>
                <a:cubicBezTo>
                  <a:pt x="3263903" y="641818"/>
                  <a:pt x="3263726" y="641823"/>
                  <a:pt x="3263552" y="641878"/>
                </a:cubicBezTo>
                <a:cubicBezTo>
                  <a:pt x="3210957" y="1007510"/>
                  <a:pt x="2916958" y="1298446"/>
                  <a:pt x="2541558" y="1359994"/>
                </a:cubicBezTo>
                <a:lnTo>
                  <a:pt x="2541437" y="1361184"/>
                </a:lnTo>
                <a:cubicBezTo>
                  <a:pt x="2535881" y="1362231"/>
                  <a:pt x="2530306" y="1363214"/>
                  <a:pt x="2524472" y="1362780"/>
                </a:cubicBezTo>
                <a:cubicBezTo>
                  <a:pt x="2491863" y="1368535"/>
                  <a:pt x="2458513" y="1371623"/>
                  <a:pt x="2424645" y="1372169"/>
                </a:cubicBezTo>
                <a:lnTo>
                  <a:pt x="2406737" y="1373854"/>
                </a:lnTo>
                <a:lnTo>
                  <a:pt x="2406710" y="1373341"/>
                </a:lnTo>
                <a:lnTo>
                  <a:pt x="2406188" y="1373376"/>
                </a:lnTo>
                <a:cubicBezTo>
                  <a:pt x="2405596" y="1369436"/>
                  <a:pt x="2405567" y="1365482"/>
                  <a:pt x="2405567" y="1361522"/>
                </a:cubicBezTo>
                <a:close/>
                <a:moveTo>
                  <a:pt x="2405567" y="1411078"/>
                </a:moveTo>
                <a:lnTo>
                  <a:pt x="2406189" y="1399317"/>
                </a:lnTo>
                <a:lnTo>
                  <a:pt x="2406710" y="1399351"/>
                </a:lnTo>
                <a:lnTo>
                  <a:pt x="2406737" y="1398843"/>
                </a:lnTo>
                <a:lnTo>
                  <a:pt x="2424613" y="1400511"/>
                </a:lnTo>
                <a:cubicBezTo>
                  <a:pt x="2458492" y="1401053"/>
                  <a:pt x="2491855" y="1404118"/>
                  <a:pt x="2524476" y="1409831"/>
                </a:cubicBezTo>
                <a:cubicBezTo>
                  <a:pt x="2530309" y="1409399"/>
                  <a:pt x="2535883" y="1410375"/>
                  <a:pt x="2541437" y="1411413"/>
                </a:cubicBezTo>
                <a:lnTo>
                  <a:pt x="2541559" y="1412593"/>
                </a:lnTo>
                <a:cubicBezTo>
                  <a:pt x="2916958" y="1473657"/>
                  <a:pt x="3210957" y="1762307"/>
                  <a:pt x="3263553" y="2125070"/>
                </a:cubicBezTo>
                <a:cubicBezTo>
                  <a:pt x="3263728" y="2125125"/>
                  <a:pt x="3263905" y="2125130"/>
                  <a:pt x="3264081" y="2125135"/>
                </a:cubicBezTo>
                <a:lnTo>
                  <a:pt x="3264647" y="2132012"/>
                </a:lnTo>
                <a:cubicBezTo>
                  <a:pt x="3269936" y="2163105"/>
                  <a:pt x="3272499" y="2194855"/>
                  <a:pt x="3272455" y="2227062"/>
                </a:cubicBezTo>
                <a:cubicBezTo>
                  <a:pt x="3273828" y="2232850"/>
                  <a:pt x="3273888" y="2238678"/>
                  <a:pt x="3273888" y="2244520"/>
                </a:cubicBezTo>
                <a:cubicBezTo>
                  <a:pt x="3273888" y="2248449"/>
                  <a:pt x="3273860" y="2252372"/>
                  <a:pt x="3273268" y="2256280"/>
                </a:cubicBezTo>
                <a:lnTo>
                  <a:pt x="3272746" y="2256246"/>
                </a:lnTo>
                <a:lnTo>
                  <a:pt x="3272719" y="2256755"/>
                </a:lnTo>
                <a:lnTo>
                  <a:pt x="3254811" y="2255084"/>
                </a:lnTo>
                <a:cubicBezTo>
                  <a:pt x="3220945" y="2254542"/>
                  <a:pt x="3187593" y="2251477"/>
                  <a:pt x="3154984" y="2245767"/>
                </a:cubicBezTo>
                <a:cubicBezTo>
                  <a:pt x="3149150" y="2246198"/>
                  <a:pt x="3143575" y="2245223"/>
                  <a:pt x="3138020" y="2244184"/>
                </a:cubicBezTo>
                <a:lnTo>
                  <a:pt x="3137899" y="2243004"/>
                </a:lnTo>
                <a:cubicBezTo>
                  <a:pt x="2762498" y="2181939"/>
                  <a:pt x="2468499" y="1893288"/>
                  <a:pt x="2415905" y="1530527"/>
                </a:cubicBezTo>
                <a:cubicBezTo>
                  <a:pt x="2415730" y="1530472"/>
                  <a:pt x="2415554" y="1530468"/>
                  <a:pt x="2415376" y="1530463"/>
                </a:cubicBezTo>
                <a:lnTo>
                  <a:pt x="2414813" y="1523599"/>
                </a:lnTo>
                <a:cubicBezTo>
                  <a:pt x="2409521" y="1492501"/>
                  <a:pt x="2406958" y="1460743"/>
                  <a:pt x="2407002" y="1428529"/>
                </a:cubicBezTo>
                <a:cubicBezTo>
                  <a:pt x="2405629" y="1422743"/>
                  <a:pt x="2405567" y="1416918"/>
                  <a:pt x="2405567" y="1411078"/>
                </a:cubicBezTo>
                <a:close/>
                <a:moveTo>
                  <a:pt x="1675142" y="659222"/>
                </a:moveTo>
                <a:cubicBezTo>
                  <a:pt x="1730875" y="939930"/>
                  <a:pt x="1955626" y="1162499"/>
                  <a:pt x="2243506" y="1223782"/>
                </a:cubicBezTo>
                <a:cubicBezTo>
                  <a:pt x="2187774" y="943074"/>
                  <a:pt x="1963023" y="720505"/>
                  <a:pt x="1675142" y="659222"/>
                </a:cubicBezTo>
                <a:close/>
                <a:moveTo>
                  <a:pt x="1675142" y="2417442"/>
                </a:moveTo>
                <a:cubicBezTo>
                  <a:pt x="1730875" y="2698150"/>
                  <a:pt x="1955626" y="2920718"/>
                  <a:pt x="2243506" y="2982001"/>
                </a:cubicBezTo>
                <a:cubicBezTo>
                  <a:pt x="2187774" y="2701294"/>
                  <a:pt x="1963023" y="2478725"/>
                  <a:pt x="1675142" y="2417442"/>
                </a:cubicBezTo>
                <a:close/>
                <a:moveTo>
                  <a:pt x="1675140" y="2107862"/>
                </a:moveTo>
                <a:cubicBezTo>
                  <a:pt x="1963020" y="2047060"/>
                  <a:pt x="2187772" y="1826239"/>
                  <a:pt x="2243504" y="1547735"/>
                </a:cubicBezTo>
                <a:cubicBezTo>
                  <a:pt x="1955623" y="1608537"/>
                  <a:pt x="1730872" y="1829358"/>
                  <a:pt x="1675140" y="2107862"/>
                </a:cubicBezTo>
                <a:close/>
                <a:moveTo>
                  <a:pt x="1525164" y="521483"/>
                </a:moveTo>
                <a:lnTo>
                  <a:pt x="1525785" y="509629"/>
                </a:lnTo>
                <a:lnTo>
                  <a:pt x="1526306" y="509663"/>
                </a:lnTo>
                <a:lnTo>
                  <a:pt x="1526333" y="509151"/>
                </a:lnTo>
                <a:lnTo>
                  <a:pt x="1544208" y="510833"/>
                </a:lnTo>
                <a:cubicBezTo>
                  <a:pt x="1578088" y="511379"/>
                  <a:pt x="1611450" y="514468"/>
                  <a:pt x="1644072" y="520226"/>
                </a:cubicBezTo>
                <a:cubicBezTo>
                  <a:pt x="1649905" y="519792"/>
                  <a:pt x="1655479" y="520774"/>
                  <a:pt x="1661032" y="521820"/>
                </a:cubicBezTo>
                <a:lnTo>
                  <a:pt x="1661154" y="523010"/>
                </a:lnTo>
                <a:cubicBezTo>
                  <a:pt x="2036554" y="584557"/>
                  <a:pt x="2330554" y="875493"/>
                  <a:pt x="2383148" y="1241127"/>
                </a:cubicBezTo>
                <a:cubicBezTo>
                  <a:pt x="2383324" y="1241182"/>
                  <a:pt x="2383501" y="1241187"/>
                  <a:pt x="2383678" y="1241192"/>
                </a:cubicBezTo>
                <a:lnTo>
                  <a:pt x="2384242" y="1248124"/>
                </a:lnTo>
                <a:cubicBezTo>
                  <a:pt x="2389533" y="1279462"/>
                  <a:pt x="2392095" y="1311465"/>
                  <a:pt x="2392051" y="1343926"/>
                </a:cubicBezTo>
                <a:cubicBezTo>
                  <a:pt x="2393423" y="1349760"/>
                  <a:pt x="2393485" y="1355634"/>
                  <a:pt x="2393485" y="1361522"/>
                </a:cubicBezTo>
                <a:cubicBezTo>
                  <a:pt x="2393485" y="1365482"/>
                  <a:pt x="2393457" y="1369436"/>
                  <a:pt x="2392864" y="1373376"/>
                </a:cubicBezTo>
                <a:lnTo>
                  <a:pt x="2392342" y="1373341"/>
                </a:lnTo>
                <a:lnTo>
                  <a:pt x="2392315" y="1373854"/>
                </a:lnTo>
                <a:lnTo>
                  <a:pt x="2374407" y="1372169"/>
                </a:lnTo>
                <a:cubicBezTo>
                  <a:pt x="2340540" y="1371623"/>
                  <a:pt x="2307190" y="1368535"/>
                  <a:pt x="2274580" y="1362780"/>
                </a:cubicBezTo>
                <a:cubicBezTo>
                  <a:pt x="2268746" y="1363214"/>
                  <a:pt x="2263171" y="1362231"/>
                  <a:pt x="2257615" y="1361184"/>
                </a:cubicBezTo>
                <a:lnTo>
                  <a:pt x="2257494" y="1359994"/>
                </a:lnTo>
                <a:cubicBezTo>
                  <a:pt x="1882094" y="1298446"/>
                  <a:pt x="1588095" y="1007510"/>
                  <a:pt x="1535500" y="641878"/>
                </a:cubicBezTo>
                <a:cubicBezTo>
                  <a:pt x="1535326" y="641823"/>
                  <a:pt x="1535149" y="641818"/>
                  <a:pt x="1534972" y="641812"/>
                </a:cubicBezTo>
                <a:lnTo>
                  <a:pt x="1534408" y="634895"/>
                </a:lnTo>
                <a:cubicBezTo>
                  <a:pt x="1529117" y="603550"/>
                  <a:pt x="1526553" y="571542"/>
                  <a:pt x="1526597" y="539073"/>
                </a:cubicBezTo>
                <a:cubicBezTo>
                  <a:pt x="1525224" y="533241"/>
                  <a:pt x="1525164" y="527369"/>
                  <a:pt x="1525164" y="521483"/>
                </a:cubicBezTo>
                <a:close/>
                <a:moveTo>
                  <a:pt x="1525164" y="2279702"/>
                </a:moveTo>
                <a:lnTo>
                  <a:pt x="1525785" y="2267848"/>
                </a:lnTo>
                <a:lnTo>
                  <a:pt x="1526306" y="2267882"/>
                </a:lnTo>
                <a:lnTo>
                  <a:pt x="1526333" y="2267371"/>
                </a:lnTo>
                <a:lnTo>
                  <a:pt x="1544208" y="2269052"/>
                </a:lnTo>
                <a:cubicBezTo>
                  <a:pt x="1578088" y="2269598"/>
                  <a:pt x="1611450" y="2272687"/>
                  <a:pt x="1644072" y="2278445"/>
                </a:cubicBezTo>
                <a:cubicBezTo>
                  <a:pt x="1649905" y="2278011"/>
                  <a:pt x="1655479" y="2278993"/>
                  <a:pt x="1661032" y="2280040"/>
                </a:cubicBezTo>
                <a:lnTo>
                  <a:pt x="1661154" y="2281230"/>
                </a:lnTo>
                <a:cubicBezTo>
                  <a:pt x="2036554" y="2342777"/>
                  <a:pt x="2330554" y="2633713"/>
                  <a:pt x="2383148" y="2999346"/>
                </a:cubicBezTo>
                <a:cubicBezTo>
                  <a:pt x="2383324" y="2999401"/>
                  <a:pt x="2383501" y="2999406"/>
                  <a:pt x="2383678" y="2999411"/>
                </a:cubicBezTo>
                <a:lnTo>
                  <a:pt x="2384242" y="3006343"/>
                </a:lnTo>
                <a:lnTo>
                  <a:pt x="2391022" y="3089525"/>
                </a:lnTo>
                <a:lnTo>
                  <a:pt x="2140581" y="3089525"/>
                </a:lnTo>
                <a:lnTo>
                  <a:pt x="2120847" y="3084683"/>
                </a:lnTo>
                <a:cubicBezTo>
                  <a:pt x="1812366" y="2982764"/>
                  <a:pt x="1581520" y="2720025"/>
                  <a:pt x="1535500" y="2400097"/>
                </a:cubicBezTo>
                <a:cubicBezTo>
                  <a:pt x="1535326" y="2400042"/>
                  <a:pt x="1535149" y="2400037"/>
                  <a:pt x="1534972" y="2400032"/>
                </a:cubicBezTo>
                <a:lnTo>
                  <a:pt x="1534408" y="2393114"/>
                </a:lnTo>
                <a:cubicBezTo>
                  <a:pt x="1529117" y="2361770"/>
                  <a:pt x="1526553" y="2329761"/>
                  <a:pt x="1526597" y="2297292"/>
                </a:cubicBezTo>
                <a:cubicBezTo>
                  <a:pt x="1525224" y="2291461"/>
                  <a:pt x="1525164" y="2285589"/>
                  <a:pt x="1525164" y="2279702"/>
                </a:cubicBezTo>
                <a:close/>
                <a:moveTo>
                  <a:pt x="1525162" y="486299"/>
                </a:moveTo>
                <a:cubicBezTo>
                  <a:pt x="1525162" y="480458"/>
                  <a:pt x="1525222" y="474631"/>
                  <a:pt x="1526595" y="468842"/>
                </a:cubicBezTo>
                <a:cubicBezTo>
                  <a:pt x="1526551" y="436636"/>
                  <a:pt x="1529114" y="404884"/>
                  <a:pt x="1534403" y="373792"/>
                </a:cubicBezTo>
                <a:lnTo>
                  <a:pt x="1534969" y="366915"/>
                </a:lnTo>
                <a:cubicBezTo>
                  <a:pt x="1535145" y="366910"/>
                  <a:pt x="1535323" y="366905"/>
                  <a:pt x="1535497" y="366850"/>
                </a:cubicBezTo>
                <a:cubicBezTo>
                  <a:pt x="1549256" y="271960"/>
                  <a:pt x="1579531" y="182140"/>
                  <a:pt x="1623594" y="100280"/>
                </a:cubicBezTo>
                <a:lnTo>
                  <a:pt x="1689117" y="0"/>
                </a:lnTo>
                <a:lnTo>
                  <a:pt x="1865257" y="0"/>
                </a:lnTo>
                <a:lnTo>
                  <a:pt x="1793882" y="79433"/>
                </a:lnTo>
                <a:cubicBezTo>
                  <a:pt x="1736067" y="159050"/>
                  <a:pt x="1694939" y="250706"/>
                  <a:pt x="1675140" y="349642"/>
                </a:cubicBezTo>
                <a:cubicBezTo>
                  <a:pt x="1866621" y="309201"/>
                  <a:pt x="2030172" y="197965"/>
                  <a:pt x="2134358" y="45955"/>
                </a:cubicBezTo>
                <a:lnTo>
                  <a:pt x="2157611" y="0"/>
                </a:lnTo>
                <a:lnTo>
                  <a:pt x="2313103" y="0"/>
                </a:lnTo>
                <a:lnTo>
                  <a:pt x="2258874" y="99096"/>
                </a:lnTo>
                <a:cubicBezTo>
                  <a:pt x="2129392" y="299632"/>
                  <a:pt x="1913691" y="443705"/>
                  <a:pt x="1661151" y="484784"/>
                </a:cubicBezTo>
                <a:lnTo>
                  <a:pt x="1661030" y="485964"/>
                </a:lnTo>
                <a:cubicBezTo>
                  <a:pt x="1655475" y="487004"/>
                  <a:pt x="1649900" y="487979"/>
                  <a:pt x="1644066" y="487548"/>
                </a:cubicBezTo>
                <a:cubicBezTo>
                  <a:pt x="1611457" y="493257"/>
                  <a:pt x="1578105" y="496322"/>
                  <a:pt x="1544239" y="496864"/>
                </a:cubicBezTo>
                <a:lnTo>
                  <a:pt x="1526331" y="498535"/>
                </a:lnTo>
                <a:lnTo>
                  <a:pt x="1526304" y="498027"/>
                </a:lnTo>
                <a:lnTo>
                  <a:pt x="1525782" y="498061"/>
                </a:lnTo>
                <a:cubicBezTo>
                  <a:pt x="1525190" y="494151"/>
                  <a:pt x="1525162" y="490228"/>
                  <a:pt x="1525162" y="486299"/>
                </a:cubicBezTo>
                <a:close/>
                <a:moveTo>
                  <a:pt x="1525161" y="2244520"/>
                </a:moveTo>
                <a:cubicBezTo>
                  <a:pt x="1525161" y="2238678"/>
                  <a:pt x="1525222" y="2232850"/>
                  <a:pt x="1526595" y="2227062"/>
                </a:cubicBezTo>
                <a:cubicBezTo>
                  <a:pt x="1526551" y="2194855"/>
                  <a:pt x="1529114" y="2163105"/>
                  <a:pt x="1534403" y="2132012"/>
                </a:cubicBezTo>
                <a:lnTo>
                  <a:pt x="1534969" y="2125135"/>
                </a:lnTo>
                <a:cubicBezTo>
                  <a:pt x="1535145" y="2125130"/>
                  <a:pt x="1535322" y="2125125"/>
                  <a:pt x="1535497" y="2125070"/>
                </a:cubicBezTo>
                <a:cubicBezTo>
                  <a:pt x="1588092" y="1762307"/>
                  <a:pt x="1882092" y="1473657"/>
                  <a:pt x="2257491" y="1412593"/>
                </a:cubicBezTo>
                <a:lnTo>
                  <a:pt x="2257613" y="1411413"/>
                </a:lnTo>
                <a:cubicBezTo>
                  <a:pt x="2263167" y="1410375"/>
                  <a:pt x="2268741" y="1409399"/>
                  <a:pt x="2274574" y="1409831"/>
                </a:cubicBezTo>
                <a:cubicBezTo>
                  <a:pt x="2307195" y="1404118"/>
                  <a:pt x="2340559" y="1401053"/>
                  <a:pt x="2374437" y="1400511"/>
                </a:cubicBezTo>
                <a:lnTo>
                  <a:pt x="2392313" y="1398843"/>
                </a:lnTo>
                <a:lnTo>
                  <a:pt x="2392341" y="1399351"/>
                </a:lnTo>
                <a:lnTo>
                  <a:pt x="2392861" y="1399317"/>
                </a:lnTo>
                <a:lnTo>
                  <a:pt x="2393483" y="1411078"/>
                </a:lnTo>
                <a:cubicBezTo>
                  <a:pt x="2393483" y="1416918"/>
                  <a:pt x="2393421" y="1422743"/>
                  <a:pt x="2392048" y="1428529"/>
                </a:cubicBezTo>
                <a:cubicBezTo>
                  <a:pt x="2392092" y="1460743"/>
                  <a:pt x="2389530" y="1492501"/>
                  <a:pt x="2384237" y="1523599"/>
                </a:cubicBezTo>
                <a:lnTo>
                  <a:pt x="2383674" y="1530463"/>
                </a:lnTo>
                <a:cubicBezTo>
                  <a:pt x="2383497" y="1530468"/>
                  <a:pt x="2383321" y="1530472"/>
                  <a:pt x="2383145" y="1530527"/>
                </a:cubicBezTo>
                <a:cubicBezTo>
                  <a:pt x="2330551" y="1893288"/>
                  <a:pt x="2036552" y="2181939"/>
                  <a:pt x="1661151" y="2243004"/>
                </a:cubicBezTo>
                <a:lnTo>
                  <a:pt x="1661030" y="2244184"/>
                </a:lnTo>
                <a:cubicBezTo>
                  <a:pt x="1655475" y="2245223"/>
                  <a:pt x="1649900" y="2246198"/>
                  <a:pt x="1644066" y="2245767"/>
                </a:cubicBezTo>
                <a:cubicBezTo>
                  <a:pt x="1611457" y="2251477"/>
                  <a:pt x="1578105" y="2254542"/>
                  <a:pt x="1544238" y="2255084"/>
                </a:cubicBezTo>
                <a:lnTo>
                  <a:pt x="1526331" y="2256755"/>
                </a:lnTo>
                <a:lnTo>
                  <a:pt x="1526304" y="2256246"/>
                </a:lnTo>
                <a:lnTo>
                  <a:pt x="1525782" y="2256280"/>
                </a:lnTo>
                <a:cubicBezTo>
                  <a:pt x="1525190" y="2252372"/>
                  <a:pt x="1525161" y="2248449"/>
                  <a:pt x="1525161" y="2244520"/>
                </a:cubicBezTo>
                <a:close/>
                <a:moveTo>
                  <a:pt x="785360" y="1223782"/>
                </a:moveTo>
                <a:cubicBezTo>
                  <a:pt x="1073241" y="1162499"/>
                  <a:pt x="1297991" y="939930"/>
                  <a:pt x="1353724" y="659222"/>
                </a:cubicBezTo>
                <a:cubicBezTo>
                  <a:pt x="1065844" y="720505"/>
                  <a:pt x="841092" y="943074"/>
                  <a:pt x="785360" y="1223782"/>
                </a:cubicBezTo>
                <a:close/>
                <a:moveTo>
                  <a:pt x="785360" y="1547735"/>
                </a:moveTo>
                <a:cubicBezTo>
                  <a:pt x="841093" y="1826239"/>
                  <a:pt x="1065843" y="2047060"/>
                  <a:pt x="1353724" y="2107862"/>
                </a:cubicBezTo>
                <a:cubicBezTo>
                  <a:pt x="1297992" y="1829358"/>
                  <a:pt x="1073241" y="1608537"/>
                  <a:pt x="785360" y="1547735"/>
                </a:cubicBezTo>
                <a:close/>
                <a:moveTo>
                  <a:pt x="785360" y="2982001"/>
                </a:moveTo>
                <a:cubicBezTo>
                  <a:pt x="1073241" y="2920718"/>
                  <a:pt x="1297991" y="2698150"/>
                  <a:pt x="1353724" y="2417442"/>
                </a:cubicBezTo>
                <a:cubicBezTo>
                  <a:pt x="1065843" y="2478725"/>
                  <a:pt x="841092" y="2701294"/>
                  <a:pt x="785360" y="2982001"/>
                </a:cubicBezTo>
                <a:close/>
                <a:moveTo>
                  <a:pt x="715762" y="0"/>
                </a:moveTo>
                <a:lnTo>
                  <a:pt x="871255" y="0"/>
                </a:lnTo>
                <a:lnTo>
                  <a:pt x="894508" y="45955"/>
                </a:lnTo>
                <a:cubicBezTo>
                  <a:pt x="998693" y="197966"/>
                  <a:pt x="1162244" y="309201"/>
                  <a:pt x="1353724" y="349642"/>
                </a:cubicBezTo>
                <a:cubicBezTo>
                  <a:pt x="1333926" y="250706"/>
                  <a:pt x="1292798" y="159050"/>
                  <a:pt x="1234983" y="79433"/>
                </a:cubicBezTo>
                <a:lnTo>
                  <a:pt x="1163608" y="0"/>
                </a:lnTo>
                <a:lnTo>
                  <a:pt x="1339748" y="0"/>
                </a:lnTo>
                <a:lnTo>
                  <a:pt x="1405271" y="100280"/>
                </a:lnTo>
                <a:cubicBezTo>
                  <a:pt x="1449334" y="182140"/>
                  <a:pt x="1479609" y="271960"/>
                  <a:pt x="1493366" y="366850"/>
                </a:cubicBezTo>
                <a:cubicBezTo>
                  <a:pt x="1493542" y="366905"/>
                  <a:pt x="1493719" y="366910"/>
                  <a:pt x="1493895" y="366914"/>
                </a:cubicBezTo>
                <a:lnTo>
                  <a:pt x="1494460" y="373792"/>
                </a:lnTo>
                <a:cubicBezTo>
                  <a:pt x="1499750" y="404884"/>
                  <a:pt x="1502312" y="436636"/>
                  <a:pt x="1502268" y="468842"/>
                </a:cubicBezTo>
                <a:cubicBezTo>
                  <a:pt x="1503641" y="474631"/>
                  <a:pt x="1503703" y="480458"/>
                  <a:pt x="1503703" y="486299"/>
                </a:cubicBezTo>
                <a:cubicBezTo>
                  <a:pt x="1503703" y="490229"/>
                  <a:pt x="1503674" y="494151"/>
                  <a:pt x="1503082" y="498061"/>
                </a:cubicBezTo>
                <a:lnTo>
                  <a:pt x="1502560" y="498027"/>
                </a:lnTo>
                <a:lnTo>
                  <a:pt x="1502533" y="498535"/>
                </a:lnTo>
                <a:lnTo>
                  <a:pt x="1484625" y="496864"/>
                </a:lnTo>
                <a:cubicBezTo>
                  <a:pt x="1450758" y="496322"/>
                  <a:pt x="1417408" y="493257"/>
                  <a:pt x="1384798" y="487548"/>
                </a:cubicBezTo>
                <a:cubicBezTo>
                  <a:pt x="1378964" y="487979"/>
                  <a:pt x="1373389" y="487004"/>
                  <a:pt x="1367833" y="485964"/>
                </a:cubicBezTo>
                <a:lnTo>
                  <a:pt x="1367712" y="484784"/>
                </a:lnTo>
                <a:cubicBezTo>
                  <a:pt x="1115174" y="443705"/>
                  <a:pt x="899474" y="299632"/>
                  <a:pt x="769992" y="99096"/>
                </a:cubicBezTo>
                <a:close/>
                <a:moveTo>
                  <a:pt x="637843" y="3089525"/>
                </a:moveTo>
                <a:lnTo>
                  <a:pt x="644623" y="3006343"/>
                </a:lnTo>
                <a:lnTo>
                  <a:pt x="645189" y="2999411"/>
                </a:lnTo>
                <a:cubicBezTo>
                  <a:pt x="645364" y="2999406"/>
                  <a:pt x="645542" y="2999401"/>
                  <a:pt x="645717" y="2999346"/>
                </a:cubicBezTo>
                <a:cubicBezTo>
                  <a:pt x="698313" y="2633713"/>
                  <a:pt x="992312" y="2342777"/>
                  <a:pt x="1367711" y="2281230"/>
                </a:cubicBezTo>
                <a:lnTo>
                  <a:pt x="1367833" y="2280040"/>
                </a:lnTo>
                <a:cubicBezTo>
                  <a:pt x="1373387" y="2278993"/>
                  <a:pt x="1378961" y="2278011"/>
                  <a:pt x="1384794" y="2278445"/>
                </a:cubicBezTo>
                <a:cubicBezTo>
                  <a:pt x="1417415" y="2272687"/>
                  <a:pt x="1450779" y="2269598"/>
                  <a:pt x="1484657" y="2269052"/>
                </a:cubicBezTo>
                <a:lnTo>
                  <a:pt x="1502533" y="2267371"/>
                </a:lnTo>
                <a:lnTo>
                  <a:pt x="1502560" y="2267882"/>
                </a:lnTo>
                <a:lnTo>
                  <a:pt x="1503081" y="2267848"/>
                </a:lnTo>
                <a:lnTo>
                  <a:pt x="1503703" y="2279702"/>
                </a:lnTo>
                <a:cubicBezTo>
                  <a:pt x="1503703" y="2285589"/>
                  <a:pt x="1503641" y="2291461"/>
                  <a:pt x="1502268" y="2297292"/>
                </a:cubicBezTo>
                <a:cubicBezTo>
                  <a:pt x="1502312" y="2329761"/>
                  <a:pt x="1499749" y="2361770"/>
                  <a:pt x="1494457" y="2393114"/>
                </a:cubicBezTo>
                <a:lnTo>
                  <a:pt x="1493894" y="2400032"/>
                </a:lnTo>
                <a:cubicBezTo>
                  <a:pt x="1493716" y="2400037"/>
                  <a:pt x="1493541" y="2400042"/>
                  <a:pt x="1493365" y="2400097"/>
                </a:cubicBezTo>
                <a:cubicBezTo>
                  <a:pt x="1447346" y="2720025"/>
                  <a:pt x="1216500" y="2982764"/>
                  <a:pt x="908018" y="3084683"/>
                </a:cubicBezTo>
                <a:lnTo>
                  <a:pt x="888285" y="3089525"/>
                </a:lnTo>
                <a:close/>
                <a:moveTo>
                  <a:pt x="635382" y="1361522"/>
                </a:moveTo>
                <a:cubicBezTo>
                  <a:pt x="635382" y="1355634"/>
                  <a:pt x="635442" y="1349760"/>
                  <a:pt x="636815" y="1343926"/>
                </a:cubicBezTo>
                <a:cubicBezTo>
                  <a:pt x="636771" y="1311465"/>
                  <a:pt x="639334" y="1279462"/>
                  <a:pt x="644623" y="1248124"/>
                </a:cubicBezTo>
                <a:lnTo>
                  <a:pt x="645189" y="1241192"/>
                </a:lnTo>
                <a:cubicBezTo>
                  <a:pt x="645365" y="1241187"/>
                  <a:pt x="645543" y="1241182"/>
                  <a:pt x="645717" y="1241127"/>
                </a:cubicBezTo>
                <a:cubicBezTo>
                  <a:pt x="698313" y="875493"/>
                  <a:pt x="992312" y="584557"/>
                  <a:pt x="1367711" y="523010"/>
                </a:cubicBezTo>
                <a:lnTo>
                  <a:pt x="1367833" y="521820"/>
                </a:lnTo>
                <a:cubicBezTo>
                  <a:pt x="1373387" y="520774"/>
                  <a:pt x="1378961" y="519792"/>
                  <a:pt x="1384794" y="520226"/>
                </a:cubicBezTo>
                <a:cubicBezTo>
                  <a:pt x="1417415" y="514468"/>
                  <a:pt x="1450779" y="511379"/>
                  <a:pt x="1484657" y="510833"/>
                </a:cubicBezTo>
                <a:lnTo>
                  <a:pt x="1502533" y="509151"/>
                </a:lnTo>
                <a:lnTo>
                  <a:pt x="1502560" y="509663"/>
                </a:lnTo>
                <a:lnTo>
                  <a:pt x="1503081" y="509629"/>
                </a:lnTo>
                <a:lnTo>
                  <a:pt x="1503703" y="521483"/>
                </a:lnTo>
                <a:cubicBezTo>
                  <a:pt x="1503703" y="527369"/>
                  <a:pt x="1503641" y="533241"/>
                  <a:pt x="1502268" y="539073"/>
                </a:cubicBezTo>
                <a:cubicBezTo>
                  <a:pt x="1502312" y="571542"/>
                  <a:pt x="1499749" y="603550"/>
                  <a:pt x="1494457" y="634895"/>
                </a:cubicBezTo>
                <a:lnTo>
                  <a:pt x="1493894" y="641812"/>
                </a:lnTo>
                <a:cubicBezTo>
                  <a:pt x="1493716" y="641818"/>
                  <a:pt x="1493541" y="641823"/>
                  <a:pt x="1493365" y="641878"/>
                </a:cubicBezTo>
                <a:cubicBezTo>
                  <a:pt x="1440771" y="1007510"/>
                  <a:pt x="1146772" y="1298446"/>
                  <a:pt x="771371" y="1359994"/>
                </a:cubicBezTo>
                <a:lnTo>
                  <a:pt x="771250" y="1361184"/>
                </a:lnTo>
                <a:cubicBezTo>
                  <a:pt x="765695" y="1362231"/>
                  <a:pt x="760120" y="1363214"/>
                  <a:pt x="754286" y="1362780"/>
                </a:cubicBezTo>
                <a:cubicBezTo>
                  <a:pt x="721677" y="1368535"/>
                  <a:pt x="688326" y="1371623"/>
                  <a:pt x="654458" y="1372169"/>
                </a:cubicBezTo>
                <a:lnTo>
                  <a:pt x="636551" y="1373854"/>
                </a:lnTo>
                <a:lnTo>
                  <a:pt x="636524" y="1373341"/>
                </a:lnTo>
                <a:lnTo>
                  <a:pt x="636002" y="1373376"/>
                </a:lnTo>
                <a:cubicBezTo>
                  <a:pt x="635410" y="1369436"/>
                  <a:pt x="635382" y="1365482"/>
                  <a:pt x="635382" y="1361522"/>
                </a:cubicBezTo>
                <a:close/>
                <a:moveTo>
                  <a:pt x="635382" y="1411078"/>
                </a:moveTo>
                <a:lnTo>
                  <a:pt x="636003" y="1399317"/>
                </a:lnTo>
                <a:lnTo>
                  <a:pt x="636524" y="1399351"/>
                </a:lnTo>
                <a:lnTo>
                  <a:pt x="636551" y="1398843"/>
                </a:lnTo>
                <a:lnTo>
                  <a:pt x="654426" y="1400511"/>
                </a:lnTo>
                <a:cubicBezTo>
                  <a:pt x="688306" y="1401053"/>
                  <a:pt x="721668" y="1404118"/>
                  <a:pt x="754290" y="1409831"/>
                </a:cubicBezTo>
                <a:cubicBezTo>
                  <a:pt x="760124" y="1409399"/>
                  <a:pt x="765697" y="1410375"/>
                  <a:pt x="771250" y="1411413"/>
                </a:cubicBezTo>
                <a:lnTo>
                  <a:pt x="771372" y="1412593"/>
                </a:lnTo>
                <a:cubicBezTo>
                  <a:pt x="1146772" y="1473657"/>
                  <a:pt x="1440771" y="1762307"/>
                  <a:pt x="1493366" y="2125070"/>
                </a:cubicBezTo>
                <a:cubicBezTo>
                  <a:pt x="1493542" y="2125125"/>
                  <a:pt x="1493718" y="2125130"/>
                  <a:pt x="1493895" y="2125135"/>
                </a:cubicBezTo>
                <a:lnTo>
                  <a:pt x="1494460" y="2132012"/>
                </a:lnTo>
                <a:cubicBezTo>
                  <a:pt x="1499750" y="2163105"/>
                  <a:pt x="1502312" y="2194855"/>
                  <a:pt x="1502268" y="2227062"/>
                </a:cubicBezTo>
                <a:cubicBezTo>
                  <a:pt x="1503641" y="2232850"/>
                  <a:pt x="1503703" y="2238678"/>
                  <a:pt x="1503703" y="2244520"/>
                </a:cubicBezTo>
                <a:cubicBezTo>
                  <a:pt x="1503703" y="2248449"/>
                  <a:pt x="1503674" y="2252372"/>
                  <a:pt x="1503082" y="2256280"/>
                </a:cubicBezTo>
                <a:lnTo>
                  <a:pt x="1502560" y="2256246"/>
                </a:lnTo>
                <a:lnTo>
                  <a:pt x="1502533" y="2256755"/>
                </a:lnTo>
                <a:lnTo>
                  <a:pt x="1484625" y="2255084"/>
                </a:lnTo>
                <a:cubicBezTo>
                  <a:pt x="1450758" y="2254542"/>
                  <a:pt x="1417407" y="2251477"/>
                  <a:pt x="1384798" y="2245767"/>
                </a:cubicBezTo>
                <a:cubicBezTo>
                  <a:pt x="1378964" y="2246198"/>
                  <a:pt x="1373389" y="2245223"/>
                  <a:pt x="1367833" y="2244184"/>
                </a:cubicBezTo>
                <a:lnTo>
                  <a:pt x="1367712" y="2243004"/>
                </a:lnTo>
                <a:cubicBezTo>
                  <a:pt x="992312" y="2181939"/>
                  <a:pt x="698313" y="1893288"/>
                  <a:pt x="645718" y="1530527"/>
                </a:cubicBezTo>
                <a:cubicBezTo>
                  <a:pt x="645544" y="1530472"/>
                  <a:pt x="645367" y="1530468"/>
                  <a:pt x="645190" y="1530463"/>
                </a:cubicBezTo>
                <a:lnTo>
                  <a:pt x="644626" y="1523599"/>
                </a:lnTo>
                <a:cubicBezTo>
                  <a:pt x="639335" y="1492501"/>
                  <a:pt x="636771" y="1460743"/>
                  <a:pt x="636815" y="1428529"/>
                </a:cubicBezTo>
                <a:cubicBezTo>
                  <a:pt x="635442" y="1422743"/>
                  <a:pt x="635382" y="1416918"/>
                  <a:pt x="635382" y="1411078"/>
                </a:cubicBezTo>
                <a:close/>
                <a:moveTo>
                  <a:pt x="0" y="120584"/>
                </a:moveTo>
                <a:lnTo>
                  <a:pt x="0" y="0"/>
                </a:lnTo>
                <a:lnTo>
                  <a:pt x="95071" y="0"/>
                </a:lnTo>
                <a:lnTo>
                  <a:pt x="23697" y="79433"/>
                </a:lnTo>
                <a:close/>
                <a:moveTo>
                  <a:pt x="0" y="459154"/>
                </a:moveTo>
                <a:lnTo>
                  <a:pt x="0" y="322913"/>
                </a:lnTo>
                <a:lnTo>
                  <a:pt x="85961" y="286715"/>
                </a:lnTo>
                <a:cubicBezTo>
                  <a:pt x="198873" y="230513"/>
                  <a:pt x="294715" y="147295"/>
                  <a:pt x="364172" y="45955"/>
                </a:cubicBezTo>
                <a:lnTo>
                  <a:pt x="387426" y="0"/>
                </a:lnTo>
                <a:lnTo>
                  <a:pt x="542918" y="0"/>
                </a:lnTo>
                <a:lnTo>
                  <a:pt x="488688" y="99096"/>
                </a:lnTo>
                <a:cubicBezTo>
                  <a:pt x="380786" y="266209"/>
                  <a:pt x="213011" y="394112"/>
                  <a:pt x="13938" y="455878"/>
                </a:cubicBezTo>
                <a:close/>
                <a:moveTo>
                  <a:pt x="0" y="1108862"/>
                </a:moveTo>
                <a:lnTo>
                  <a:pt x="0" y="893255"/>
                </a:lnTo>
                <a:lnTo>
                  <a:pt x="33376" y="945052"/>
                </a:lnTo>
                <a:cubicBezTo>
                  <a:pt x="138130" y="1084176"/>
                  <a:pt x="293395" y="1185481"/>
                  <a:pt x="473320" y="1223782"/>
                </a:cubicBezTo>
                <a:cubicBezTo>
                  <a:pt x="424556" y="978162"/>
                  <a:pt x="246384" y="777056"/>
                  <a:pt x="9746" y="689563"/>
                </a:cubicBezTo>
                <a:lnTo>
                  <a:pt x="0" y="686740"/>
                </a:lnTo>
                <a:lnTo>
                  <a:pt x="0" y="549764"/>
                </a:lnTo>
                <a:lnTo>
                  <a:pt x="27617" y="556541"/>
                </a:lnTo>
                <a:cubicBezTo>
                  <a:pt x="336096" y="658459"/>
                  <a:pt x="566943" y="921197"/>
                  <a:pt x="612962" y="1241127"/>
                </a:cubicBezTo>
                <a:cubicBezTo>
                  <a:pt x="613138" y="1241182"/>
                  <a:pt x="613315" y="1241187"/>
                  <a:pt x="613492" y="1241192"/>
                </a:cubicBezTo>
                <a:lnTo>
                  <a:pt x="614057" y="1248124"/>
                </a:lnTo>
                <a:cubicBezTo>
                  <a:pt x="619347" y="1279462"/>
                  <a:pt x="621909" y="1311465"/>
                  <a:pt x="621865" y="1343926"/>
                </a:cubicBezTo>
                <a:cubicBezTo>
                  <a:pt x="623237" y="1349760"/>
                  <a:pt x="623299" y="1355634"/>
                  <a:pt x="623299" y="1361522"/>
                </a:cubicBezTo>
                <a:cubicBezTo>
                  <a:pt x="623299" y="1365482"/>
                  <a:pt x="623271" y="1369436"/>
                  <a:pt x="622679" y="1373376"/>
                </a:cubicBezTo>
                <a:lnTo>
                  <a:pt x="622157" y="1373341"/>
                </a:lnTo>
                <a:lnTo>
                  <a:pt x="622129" y="1373854"/>
                </a:lnTo>
                <a:lnTo>
                  <a:pt x="604221" y="1372169"/>
                </a:lnTo>
                <a:cubicBezTo>
                  <a:pt x="570354" y="1371623"/>
                  <a:pt x="537004" y="1368535"/>
                  <a:pt x="504394" y="1362780"/>
                </a:cubicBezTo>
                <a:cubicBezTo>
                  <a:pt x="498560" y="1363214"/>
                  <a:pt x="492985" y="1362231"/>
                  <a:pt x="487429" y="1361184"/>
                </a:cubicBezTo>
                <a:lnTo>
                  <a:pt x="487308" y="1359994"/>
                </a:lnTo>
                <a:cubicBezTo>
                  <a:pt x="299609" y="1329221"/>
                  <a:pt x="132258" y="1241100"/>
                  <a:pt x="5260" y="1114967"/>
                </a:cubicBezTo>
                <a:close/>
                <a:moveTo>
                  <a:pt x="0" y="2216459"/>
                </a:moveTo>
                <a:lnTo>
                  <a:pt x="0" y="2080559"/>
                </a:lnTo>
                <a:lnTo>
                  <a:pt x="9744" y="2077760"/>
                </a:lnTo>
                <a:cubicBezTo>
                  <a:pt x="246382" y="1990953"/>
                  <a:pt x="424553" y="1791426"/>
                  <a:pt x="473318" y="1547735"/>
                </a:cubicBezTo>
                <a:cubicBezTo>
                  <a:pt x="293393" y="1585736"/>
                  <a:pt x="138127" y="1686244"/>
                  <a:pt x="33374" y="1824276"/>
                </a:cubicBezTo>
                <a:lnTo>
                  <a:pt x="0" y="1875663"/>
                </a:lnTo>
                <a:lnTo>
                  <a:pt x="0" y="1661750"/>
                </a:lnTo>
                <a:lnTo>
                  <a:pt x="5257" y="1655695"/>
                </a:lnTo>
                <a:cubicBezTo>
                  <a:pt x="132256" y="1530554"/>
                  <a:pt x="299606" y="1443125"/>
                  <a:pt x="487305" y="1412593"/>
                </a:cubicBezTo>
                <a:lnTo>
                  <a:pt x="487427" y="1411413"/>
                </a:lnTo>
                <a:cubicBezTo>
                  <a:pt x="492981" y="1410375"/>
                  <a:pt x="498555" y="1409399"/>
                  <a:pt x="504388" y="1409831"/>
                </a:cubicBezTo>
                <a:cubicBezTo>
                  <a:pt x="537009" y="1404118"/>
                  <a:pt x="570373" y="1401053"/>
                  <a:pt x="604251" y="1400511"/>
                </a:cubicBezTo>
                <a:lnTo>
                  <a:pt x="622127" y="1398843"/>
                </a:lnTo>
                <a:lnTo>
                  <a:pt x="622154" y="1399351"/>
                </a:lnTo>
                <a:lnTo>
                  <a:pt x="622675" y="1399317"/>
                </a:lnTo>
                <a:lnTo>
                  <a:pt x="623297" y="1411078"/>
                </a:lnTo>
                <a:cubicBezTo>
                  <a:pt x="623297" y="1416918"/>
                  <a:pt x="623235" y="1422743"/>
                  <a:pt x="621863" y="1428529"/>
                </a:cubicBezTo>
                <a:cubicBezTo>
                  <a:pt x="621907" y="1460743"/>
                  <a:pt x="619344" y="1492501"/>
                  <a:pt x="614051" y="1523599"/>
                </a:cubicBezTo>
                <a:lnTo>
                  <a:pt x="613488" y="1530463"/>
                </a:lnTo>
                <a:cubicBezTo>
                  <a:pt x="613311" y="1530468"/>
                  <a:pt x="613135" y="1530472"/>
                  <a:pt x="612959" y="1530527"/>
                </a:cubicBezTo>
                <a:cubicBezTo>
                  <a:pt x="566940" y="1847943"/>
                  <a:pt x="336094" y="2108619"/>
                  <a:pt x="27613" y="2209736"/>
                </a:cubicBezTo>
                <a:close/>
                <a:moveTo>
                  <a:pt x="0" y="2867081"/>
                </a:moveTo>
                <a:lnTo>
                  <a:pt x="0" y="2651475"/>
                </a:lnTo>
                <a:lnTo>
                  <a:pt x="33376" y="2703272"/>
                </a:lnTo>
                <a:cubicBezTo>
                  <a:pt x="138130" y="2842396"/>
                  <a:pt x="293395" y="2943700"/>
                  <a:pt x="473320" y="2982001"/>
                </a:cubicBezTo>
                <a:cubicBezTo>
                  <a:pt x="424556" y="2736382"/>
                  <a:pt x="246384" y="2535275"/>
                  <a:pt x="9746" y="2447782"/>
                </a:cubicBezTo>
                <a:lnTo>
                  <a:pt x="0" y="2444960"/>
                </a:lnTo>
                <a:lnTo>
                  <a:pt x="0" y="2307984"/>
                </a:lnTo>
                <a:lnTo>
                  <a:pt x="27617" y="2314760"/>
                </a:lnTo>
                <a:cubicBezTo>
                  <a:pt x="336096" y="2416678"/>
                  <a:pt x="566943" y="2679417"/>
                  <a:pt x="612962" y="2999346"/>
                </a:cubicBezTo>
                <a:cubicBezTo>
                  <a:pt x="613138" y="2999401"/>
                  <a:pt x="613315" y="2999406"/>
                  <a:pt x="613492" y="2999411"/>
                </a:cubicBezTo>
                <a:lnTo>
                  <a:pt x="614056" y="3006343"/>
                </a:lnTo>
                <a:lnTo>
                  <a:pt x="620836" y="3089525"/>
                </a:lnTo>
                <a:lnTo>
                  <a:pt x="370396" y="3089525"/>
                </a:lnTo>
                <a:lnTo>
                  <a:pt x="350661" y="3084682"/>
                </a:lnTo>
                <a:cubicBezTo>
                  <a:pt x="218455" y="3041003"/>
                  <a:pt x="100509" y="2967785"/>
                  <a:pt x="5260" y="2873187"/>
                </a:cubicBezTo>
                <a:close/>
              </a:path>
            </a:pathLst>
          </a:cu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Content Placeholder 2">
            <a:extLst>
              <a:ext uri="{FF2B5EF4-FFF2-40B4-BE49-F238E27FC236}">
                <a16:creationId xmlns:a16="http://schemas.microsoft.com/office/drawing/2014/main" id="{76F57485-9741-CA55-5E1D-ABDF9B620991}"/>
              </a:ext>
            </a:extLst>
          </p:cNvPr>
          <p:cNvSpPr>
            <a:spLocks noGrp="1"/>
          </p:cNvSpPr>
          <p:nvPr>
            <p:ph idx="1"/>
          </p:nvPr>
        </p:nvSpPr>
        <p:spPr>
          <a:xfrm>
            <a:off x="4219802" y="965864"/>
            <a:ext cx="7006998" cy="3450370"/>
          </a:xfrm>
        </p:spPr>
        <p:txBody>
          <a:bodyPr anchor="b">
            <a:normAutofit/>
          </a:bodyPr>
          <a:lstStyle/>
          <a:p>
            <a:r>
              <a:rPr lang="en-GB" sz="2000">
                <a:solidFill>
                  <a:srgbClr val="FFFFFF"/>
                </a:solidFill>
              </a:rPr>
              <a:t>In October 2014 the school nurse and PE teacher started a Change for Life group at the school and encouraged Child F1 to attend. F1 attended until January 2015. </a:t>
            </a:r>
          </a:p>
          <a:p>
            <a:r>
              <a:rPr lang="en-GB" sz="2000">
                <a:solidFill>
                  <a:srgbClr val="FFFFFF"/>
                </a:solidFill>
              </a:rPr>
              <a:t>The school nurse became increasingly concerned about F1 and following discussion with the nutritionist the school nurse contacted F1's mother and a CAF meeting was arranged for the 3 rd February. </a:t>
            </a:r>
          </a:p>
          <a:p>
            <a:r>
              <a:rPr lang="en-GB" sz="2000">
                <a:solidFill>
                  <a:srgbClr val="FFFFFF"/>
                </a:solidFill>
              </a:rPr>
              <a:t>This was cancelled because mother said she could not attend. </a:t>
            </a:r>
          </a:p>
          <a:p>
            <a:r>
              <a:rPr lang="en-GB" sz="2000">
                <a:solidFill>
                  <a:srgbClr val="FFFFFF"/>
                </a:solidFill>
              </a:rPr>
              <a:t>A further meeting was arranged but postponed because of Child F1’s hospitalisation. </a:t>
            </a:r>
          </a:p>
        </p:txBody>
      </p:sp>
      <p:cxnSp>
        <p:nvCxnSpPr>
          <p:cNvPr id="14" name="Straight Connector 13">
            <a:extLst>
              <a:ext uri="{FF2B5EF4-FFF2-40B4-BE49-F238E27FC236}">
                <a16:creationId xmlns:a16="http://schemas.microsoft.com/office/drawing/2014/main" id="{99237721-19CF-41B1-AA0A-E1E1A8282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24317" y="4576004"/>
            <a:ext cx="457200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39116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6BAB8-5D50-FE09-A0A2-28BBA7D2C8AA}"/>
              </a:ext>
            </a:extLst>
          </p:cNvPr>
          <p:cNvSpPr>
            <a:spLocks noGrp="1"/>
          </p:cNvSpPr>
          <p:nvPr>
            <p:ph type="title"/>
          </p:nvPr>
        </p:nvSpPr>
        <p:spPr>
          <a:xfrm>
            <a:off x="1024128" y="585216"/>
            <a:ext cx="8018272" cy="1499616"/>
          </a:xfrm>
        </p:spPr>
        <p:txBody>
          <a:bodyPr>
            <a:normAutofit/>
          </a:bodyPr>
          <a:lstStyle/>
          <a:p>
            <a:r>
              <a:rPr lang="en-GB" dirty="0"/>
              <a:t>CHILD F1 SCR (3)</a:t>
            </a:r>
          </a:p>
        </p:txBody>
      </p:sp>
      <p:sp>
        <p:nvSpPr>
          <p:cNvPr id="3" name="Content Placeholder 2">
            <a:extLst>
              <a:ext uri="{FF2B5EF4-FFF2-40B4-BE49-F238E27FC236}">
                <a16:creationId xmlns:a16="http://schemas.microsoft.com/office/drawing/2014/main" id="{1ECF3389-7807-587D-9BAD-7A7A1EE74CB8}"/>
              </a:ext>
            </a:extLst>
          </p:cNvPr>
          <p:cNvSpPr>
            <a:spLocks noGrp="1"/>
          </p:cNvSpPr>
          <p:nvPr>
            <p:ph idx="1"/>
          </p:nvPr>
        </p:nvSpPr>
        <p:spPr>
          <a:xfrm>
            <a:off x="1024128" y="2286000"/>
            <a:ext cx="8018271" cy="4023360"/>
          </a:xfrm>
        </p:spPr>
        <p:txBody>
          <a:bodyPr>
            <a:normAutofit/>
          </a:bodyPr>
          <a:lstStyle/>
          <a:p>
            <a:r>
              <a:rPr lang="en-GB" dirty="0"/>
              <a:t>In February 2015 Child F1 was admitted to hospital with possible cardiomyopathy, a blood clot and obesity. </a:t>
            </a:r>
          </a:p>
          <a:p>
            <a:r>
              <a:rPr lang="en-GB" dirty="0"/>
              <a:t>F1 had continued to gain weight. </a:t>
            </a:r>
          </a:p>
          <a:p>
            <a:r>
              <a:rPr lang="en-GB" dirty="0"/>
              <a:t>F1 was discharged home with a plan of care, but readmitted almost immediately to Paediatric Intensive Care (PICU) and was found to be extremely unwell. Treatment options were complex, and although a heart transplant was considered it was ruled out because of F1's obesity and deteriorating heart condition. </a:t>
            </a:r>
          </a:p>
          <a:p>
            <a:r>
              <a:rPr lang="en-GB" dirty="0"/>
              <a:t>This meant F1's condition was critical and they were terminally ill. An end of life care plan was put in place. </a:t>
            </a: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0665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565BA-1005-69EB-5959-1E2A0C74EF09}"/>
              </a:ext>
            </a:extLst>
          </p:cNvPr>
          <p:cNvSpPr>
            <a:spLocks noGrp="1"/>
          </p:cNvSpPr>
          <p:nvPr>
            <p:ph type="title"/>
          </p:nvPr>
        </p:nvSpPr>
        <p:spPr/>
        <p:txBody>
          <a:bodyPr/>
          <a:lstStyle/>
          <a:p>
            <a:r>
              <a:rPr lang="en-GB" dirty="0"/>
              <a:t>CHILD F1 SCR (4)</a:t>
            </a:r>
          </a:p>
        </p:txBody>
      </p:sp>
      <p:graphicFrame>
        <p:nvGraphicFramePr>
          <p:cNvPr id="5" name="Content Placeholder 2">
            <a:extLst>
              <a:ext uri="{FF2B5EF4-FFF2-40B4-BE49-F238E27FC236}">
                <a16:creationId xmlns:a16="http://schemas.microsoft.com/office/drawing/2014/main" id="{F668E184-7AA2-319A-EAFC-400052AE11EC}"/>
              </a:ext>
            </a:extLst>
          </p:cNvPr>
          <p:cNvGraphicFramePr>
            <a:graphicFrameLocks noGrp="1"/>
          </p:cNvGraphicFramePr>
          <p:nvPr>
            <p:ph idx="1"/>
          </p:nvPr>
        </p:nvGraphicFramePr>
        <p:xfrm>
          <a:off x="1024128" y="2286000"/>
          <a:ext cx="9720073"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174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81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CE21510-E237-49E5-90F7-19E58D72A2BD}"/>
              </a:ext>
            </a:extLst>
          </p:cNvPr>
          <p:cNvSpPr>
            <a:spLocks noGrp="1"/>
          </p:cNvSpPr>
          <p:nvPr>
            <p:ph type="title"/>
          </p:nvPr>
        </p:nvSpPr>
        <p:spPr>
          <a:xfrm>
            <a:off x="643468" y="643467"/>
            <a:ext cx="3415612" cy="5571066"/>
          </a:xfrm>
        </p:spPr>
        <p:txBody>
          <a:bodyPr>
            <a:normAutofit/>
          </a:bodyPr>
          <a:lstStyle/>
          <a:p>
            <a:r>
              <a:rPr lang="en-GB">
                <a:solidFill>
                  <a:srgbClr val="FFFFFF"/>
                </a:solidFill>
              </a:rPr>
              <a:t>Instructions for the morning</a:t>
            </a:r>
          </a:p>
        </p:txBody>
      </p:sp>
      <p:graphicFrame>
        <p:nvGraphicFramePr>
          <p:cNvPr id="7" name="Content Placeholder 4">
            <a:extLst>
              <a:ext uri="{FF2B5EF4-FFF2-40B4-BE49-F238E27FC236}">
                <a16:creationId xmlns:a16="http://schemas.microsoft.com/office/drawing/2014/main" id="{6E364E34-8612-46EC-8416-8CE2C4B15C39}"/>
              </a:ext>
            </a:extLst>
          </p:cNvPr>
          <p:cNvGraphicFramePr>
            <a:graphicFrameLocks noGrp="1"/>
          </p:cNvGraphicFramePr>
          <p:nvPr>
            <p:ph idx="1"/>
            <p:extLst>
              <p:ext uri="{D42A27DB-BD31-4B8C-83A1-F6EECF244321}">
                <p14:modId xmlns:p14="http://schemas.microsoft.com/office/powerpoint/2010/main" val="1504181121"/>
              </p:ext>
            </p:extLst>
          </p:nvPr>
        </p:nvGraphicFramePr>
        <p:xfrm>
          <a:off x="5603875" y="954088"/>
          <a:ext cx="5641975"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1578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D13105-2E5B-7B20-A670-F43790E58BA6}"/>
              </a:ext>
            </a:extLst>
          </p:cNvPr>
          <p:cNvSpPr>
            <a:spLocks noGrp="1"/>
          </p:cNvSpPr>
          <p:nvPr>
            <p:ph type="title"/>
          </p:nvPr>
        </p:nvSpPr>
        <p:spPr>
          <a:xfrm>
            <a:off x="964788" y="804333"/>
            <a:ext cx="3391900" cy="5249334"/>
          </a:xfrm>
        </p:spPr>
        <p:txBody>
          <a:bodyPr>
            <a:normAutofit/>
          </a:bodyPr>
          <a:lstStyle/>
          <a:p>
            <a:pPr algn="r"/>
            <a:r>
              <a:rPr lang="en-GB" dirty="0"/>
              <a:t>What will each group be exploring ?</a:t>
            </a:r>
            <a:endParaRPr lang="en-GB"/>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8A51930-FB12-8CC3-A154-66B809F5F924}"/>
              </a:ext>
            </a:extLst>
          </p:cNvPr>
          <p:cNvSpPr>
            <a:spLocks noGrp="1"/>
          </p:cNvSpPr>
          <p:nvPr>
            <p:ph idx="1"/>
          </p:nvPr>
        </p:nvSpPr>
        <p:spPr>
          <a:xfrm>
            <a:off x="4999330" y="804333"/>
            <a:ext cx="6257721" cy="5249334"/>
          </a:xfrm>
        </p:spPr>
        <p:txBody>
          <a:bodyPr anchor="ctr">
            <a:normAutofit fontScale="92500" lnSpcReduction="10000"/>
          </a:bodyPr>
          <a:lstStyle/>
          <a:p>
            <a:r>
              <a:rPr lang="en-GB" dirty="0"/>
              <a:t>Group 1 - process map child F1 journey from July 2013, and note the </a:t>
            </a:r>
            <a:r>
              <a:rPr lang="en-GB" dirty="0" err="1"/>
              <a:t>childs’</a:t>
            </a:r>
            <a:r>
              <a:rPr lang="en-GB" dirty="0"/>
              <a:t> interactions with professionals and services. </a:t>
            </a:r>
          </a:p>
          <a:p>
            <a:r>
              <a:rPr lang="en-GB" dirty="0"/>
              <a:t>Group 2 - process map child F1 journey from July 2013, and note the parents’ interactions with professionals and services. </a:t>
            </a:r>
          </a:p>
          <a:p>
            <a:r>
              <a:rPr lang="en-GB" dirty="0"/>
              <a:t>Group 3 – process map child F1 journey from July 2013, and note the professionals and how they interact with the child, the parents and each other</a:t>
            </a:r>
          </a:p>
          <a:p>
            <a:r>
              <a:rPr lang="en-GB" dirty="0"/>
              <a:t>Think about the outcomes of these interactions and the follow up responses as a result of the outcomes</a:t>
            </a:r>
          </a:p>
          <a:p>
            <a:r>
              <a:rPr lang="en-GB" dirty="0"/>
              <a:t>Consider </a:t>
            </a:r>
          </a:p>
          <a:p>
            <a:pPr lvl="1"/>
            <a:r>
              <a:rPr lang="en-GB" dirty="0"/>
              <a:t>can you hear the child’s voice ?</a:t>
            </a:r>
          </a:p>
          <a:p>
            <a:pPr lvl="1"/>
            <a:r>
              <a:rPr lang="en-GB" dirty="0"/>
              <a:t>the concept of induced illness</a:t>
            </a:r>
          </a:p>
          <a:p>
            <a:pPr lvl="1"/>
            <a:r>
              <a:rPr lang="en-GB" dirty="0"/>
              <a:t>complex people </a:t>
            </a:r>
          </a:p>
          <a:p>
            <a:pPr lvl="1"/>
            <a:r>
              <a:rPr lang="en-GB" dirty="0"/>
              <a:t>the benefits of obesity management</a:t>
            </a:r>
          </a:p>
          <a:p>
            <a:pPr lvl="1"/>
            <a:r>
              <a:rPr lang="en-GB" dirty="0"/>
              <a:t>the role of physical activity</a:t>
            </a:r>
          </a:p>
        </p:txBody>
      </p:sp>
    </p:spTree>
    <p:extLst>
      <p:ext uri="{BB962C8B-B14F-4D97-AF65-F5344CB8AC3E}">
        <p14:creationId xmlns:p14="http://schemas.microsoft.com/office/powerpoint/2010/main" val="39415108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1356</Words>
  <Application>Microsoft Office PowerPoint</Application>
  <PresentationFormat>Widescreen</PresentationFormat>
  <Paragraphs>71</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Tw Cen MT</vt:lpstr>
      <vt:lpstr>Tw Cen MT Condensed</vt:lpstr>
      <vt:lpstr>Wingdings 3</vt:lpstr>
      <vt:lpstr>Integral</vt:lpstr>
      <vt:lpstr>Serious Case Review – child f1</vt:lpstr>
      <vt:lpstr>Context</vt:lpstr>
      <vt:lpstr>BACKGROUND to the case.</vt:lpstr>
      <vt:lpstr>CHILD f1 – background (1)</vt:lpstr>
      <vt:lpstr>CHILD f1 – background (2)</vt:lpstr>
      <vt:lpstr>CHILD F1 – start of serious case review</vt:lpstr>
      <vt:lpstr>CHILD F1 SCR (1)</vt:lpstr>
      <vt:lpstr>CHILD F1 SCR (2)</vt:lpstr>
      <vt:lpstr>CHILD F1 SCR (3)</vt:lpstr>
      <vt:lpstr>CHILD F1 SCR (4)</vt:lpstr>
      <vt:lpstr>Instructions for the morning</vt:lpstr>
      <vt:lpstr>What will each group be exploring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Serious Case Review – Daniel Pelka</dc:title>
  <dc:creator>Sarah Illingworth</dc:creator>
  <cp:lastModifiedBy>Sarah Illingworth</cp:lastModifiedBy>
  <cp:revision>13</cp:revision>
  <dcterms:created xsi:type="dcterms:W3CDTF">2020-02-17T10:59:40Z</dcterms:created>
  <dcterms:modified xsi:type="dcterms:W3CDTF">2025-06-06T14:38:41Z</dcterms:modified>
</cp:coreProperties>
</file>