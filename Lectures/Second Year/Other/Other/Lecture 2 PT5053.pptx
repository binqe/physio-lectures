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4" r:id="rId9"/>
    <p:sldId id="262" r:id="rId10"/>
    <p:sldId id="263" r:id="rId11"/>
    <p:sldId id="289" r:id="rId12"/>
    <p:sldId id="290" r:id="rId13"/>
    <p:sldId id="291" r:id="rId14"/>
    <p:sldId id="295" r:id="rId15"/>
    <p:sldId id="265" r:id="rId16"/>
    <p:sldId id="292" r:id="rId17"/>
    <p:sldId id="293" r:id="rId18"/>
    <p:sldId id="294" r:id="rId19"/>
    <p:sldId id="271" r:id="rId20"/>
    <p:sldId id="272" r:id="rId21"/>
    <p:sldId id="273" r:id="rId22"/>
    <p:sldId id="267" r:id="rId23"/>
    <p:sldId id="268" r:id="rId24"/>
    <p:sldId id="270" r:id="rId25"/>
    <p:sldId id="296" r:id="rId26"/>
    <p:sldId id="284" r:id="rId27"/>
    <p:sldId id="297" r:id="rId28"/>
    <p:sldId id="298" r:id="rId29"/>
    <p:sldId id="274" r:id="rId30"/>
    <p:sldId id="269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5" r:id="rId41"/>
    <p:sldId id="286" r:id="rId42"/>
    <p:sldId id="288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46C26C-F995-477F-A973-A9A3DF051F44}" v="56" dt="2026-02-04T12:29:34.9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>
        <p:scale>
          <a:sx n="53" d="100"/>
          <a:sy n="53" d="100"/>
        </p:scale>
        <p:origin x="1612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y Metcalfe" userId="3f57b64c-a3e0-43bb-b464-d2c22f71326d" providerId="ADAL" clId="{D1EB25C5-E13D-41A2-8FB2-3B1664120573}"/>
    <pc:docChg chg="undo custSel addSld delSld modSld">
      <pc:chgData name="Lucy Metcalfe" userId="3f57b64c-a3e0-43bb-b464-d2c22f71326d" providerId="ADAL" clId="{D1EB25C5-E13D-41A2-8FB2-3B1664120573}" dt="2026-02-04T12:29:34.947" v="2263" actId="1076"/>
      <pc:docMkLst>
        <pc:docMk/>
      </pc:docMkLst>
      <pc:sldChg chg="addSp delSp modSp mod setBg">
        <pc:chgData name="Lucy Metcalfe" userId="3f57b64c-a3e0-43bb-b464-d2c22f71326d" providerId="ADAL" clId="{D1EB25C5-E13D-41A2-8FB2-3B1664120573}" dt="2026-02-04T11:54:12.327" v="149" actId="26606"/>
        <pc:sldMkLst>
          <pc:docMk/>
          <pc:sldMk cId="981318586" sldId="258"/>
        </pc:sldMkLst>
        <pc:spChg chg="mod">
          <ac:chgData name="Lucy Metcalfe" userId="3f57b64c-a3e0-43bb-b464-d2c22f71326d" providerId="ADAL" clId="{D1EB25C5-E13D-41A2-8FB2-3B1664120573}" dt="2026-02-04T11:54:12.327" v="149" actId="26606"/>
          <ac:spMkLst>
            <pc:docMk/>
            <pc:sldMk cId="981318586" sldId="258"/>
            <ac:spMk id="2" creationId="{AF9A3921-3AC1-8D74-5FDC-AC66C7854E25}"/>
          </ac:spMkLst>
        </pc:spChg>
        <pc:spChg chg="del">
          <ac:chgData name="Lucy Metcalfe" userId="3f57b64c-a3e0-43bb-b464-d2c22f71326d" providerId="ADAL" clId="{D1EB25C5-E13D-41A2-8FB2-3B1664120573}" dt="2026-02-04T11:54:12.327" v="149" actId="26606"/>
          <ac:spMkLst>
            <pc:docMk/>
            <pc:sldMk cId="981318586" sldId="258"/>
            <ac:spMk id="3" creationId="{9D50AAE9-5888-5E56-C2DE-084482F6057C}"/>
          </ac:spMkLst>
        </pc:spChg>
        <pc:spChg chg="add">
          <ac:chgData name="Lucy Metcalfe" userId="3f57b64c-a3e0-43bb-b464-d2c22f71326d" providerId="ADAL" clId="{D1EB25C5-E13D-41A2-8FB2-3B1664120573}" dt="2026-02-04T11:54:12.327" v="149" actId="26606"/>
          <ac:spMkLst>
            <pc:docMk/>
            <pc:sldMk cId="981318586" sldId="258"/>
            <ac:spMk id="9" creationId="{8651CFA9-6065-4243-AC48-858E359780B1}"/>
          </ac:spMkLst>
        </pc:spChg>
        <pc:spChg chg="add">
          <ac:chgData name="Lucy Metcalfe" userId="3f57b64c-a3e0-43bb-b464-d2c22f71326d" providerId="ADAL" clId="{D1EB25C5-E13D-41A2-8FB2-3B1664120573}" dt="2026-02-04T11:54:12.327" v="149" actId="26606"/>
          <ac:spMkLst>
            <pc:docMk/>
            <pc:sldMk cId="981318586" sldId="258"/>
            <ac:spMk id="11" creationId="{37962AE0-6A1C-4B76-9D52-10E5E6D7D3BB}"/>
          </ac:spMkLst>
        </pc:spChg>
        <pc:grpChg chg="add">
          <ac:chgData name="Lucy Metcalfe" userId="3f57b64c-a3e0-43bb-b464-d2c22f71326d" providerId="ADAL" clId="{D1EB25C5-E13D-41A2-8FB2-3B1664120573}" dt="2026-02-04T11:54:12.327" v="149" actId="26606"/>
          <ac:grpSpMkLst>
            <pc:docMk/>
            <pc:sldMk cId="981318586" sldId="258"/>
            <ac:grpSpMk id="13" creationId="{7AB7BDB5-BE0D-446B-AA57-16A1D859E52B}"/>
          </ac:grpSpMkLst>
        </pc:grpChg>
        <pc:graphicFrameChg chg="add">
          <ac:chgData name="Lucy Metcalfe" userId="3f57b64c-a3e0-43bb-b464-d2c22f71326d" providerId="ADAL" clId="{D1EB25C5-E13D-41A2-8FB2-3B1664120573}" dt="2026-02-04T11:54:12.327" v="149" actId="26606"/>
          <ac:graphicFrameMkLst>
            <pc:docMk/>
            <pc:sldMk cId="981318586" sldId="258"/>
            <ac:graphicFrameMk id="5" creationId="{9114269F-ABFB-4F72-09C9-28E0E5A31735}"/>
          </ac:graphicFrameMkLst>
        </pc:graphicFrameChg>
      </pc:sldChg>
      <pc:sldChg chg="modSp mod">
        <pc:chgData name="Lucy Metcalfe" userId="3f57b64c-a3e0-43bb-b464-d2c22f71326d" providerId="ADAL" clId="{D1EB25C5-E13D-41A2-8FB2-3B1664120573}" dt="2026-02-04T11:54:28.400" v="153" actId="33524"/>
        <pc:sldMkLst>
          <pc:docMk/>
          <pc:sldMk cId="2858688701" sldId="259"/>
        </pc:sldMkLst>
        <pc:spChg chg="mod">
          <ac:chgData name="Lucy Metcalfe" userId="3f57b64c-a3e0-43bb-b464-d2c22f71326d" providerId="ADAL" clId="{D1EB25C5-E13D-41A2-8FB2-3B1664120573}" dt="2026-02-04T11:54:28.400" v="153" actId="33524"/>
          <ac:spMkLst>
            <pc:docMk/>
            <pc:sldMk cId="2858688701" sldId="259"/>
            <ac:spMk id="3" creationId="{26650028-C569-6CE3-3A79-DB5EC63E22DA}"/>
          </ac:spMkLst>
        </pc:spChg>
      </pc:sldChg>
      <pc:sldChg chg="modSp mod">
        <pc:chgData name="Lucy Metcalfe" userId="3f57b64c-a3e0-43bb-b464-d2c22f71326d" providerId="ADAL" clId="{D1EB25C5-E13D-41A2-8FB2-3B1664120573}" dt="2026-02-04T11:55:04.717" v="157" actId="113"/>
        <pc:sldMkLst>
          <pc:docMk/>
          <pc:sldMk cId="4098149667" sldId="261"/>
        </pc:sldMkLst>
        <pc:spChg chg="mod">
          <ac:chgData name="Lucy Metcalfe" userId="3f57b64c-a3e0-43bb-b464-d2c22f71326d" providerId="ADAL" clId="{D1EB25C5-E13D-41A2-8FB2-3B1664120573}" dt="2026-02-04T11:55:04.717" v="157" actId="113"/>
          <ac:spMkLst>
            <pc:docMk/>
            <pc:sldMk cId="4098149667" sldId="261"/>
            <ac:spMk id="3" creationId="{02E9A490-C5BE-318D-8214-AC92913FAEB7}"/>
          </ac:spMkLst>
        </pc:spChg>
      </pc:sldChg>
      <pc:sldChg chg="modSp mod">
        <pc:chgData name="Lucy Metcalfe" userId="3f57b64c-a3e0-43bb-b464-d2c22f71326d" providerId="ADAL" clId="{D1EB25C5-E13D-41A2-8FB2-3B1664120573}" dt="2026-02-04T11:55:31.422" v="165" actId="27636"/>
        <pc:sldMkLst>
          <pc:docMk/>
          <pc:sldMk cId="2666950451" sldId="263"/>
        </pc:sldMkLst>
        <pc:spChg chg="mod">
          <ac:chgData name="Lucy Metcalfe" userId="3f57b64c-a3e0-43bb-b464-d2c22f71326d" providerId="ADAL" clId="{D1EB25C5-E13D-41A2-8FB2-3B1664120573}" dt="2026-02-04T11:55:31.422" v="165" actId="27636"/>
          <ac:spMkLst>
            <pc:docMk/>
            <pc:sldMk cId="2666950451" sldId="263"/>
            <ac:spMk id="3" creationId="{0F7A337F-9623-F8D6-E81E-5A77B9E3E3B3}"/>
          </ac:spMkLst>
        </pc:spChg>
      </pc:sldChg>
      <pc:sldChg chg="addSp modSp mod">
        <pc:chgData name="Lucy Metcalfe" userId="3f57b64c-a3e0-43bb-b464-d2c22f71326d" providerId="ADAL" clId="{D1EB25C5-E13D-41A2-8FB2-3B1664120573}" dt="2026-02-04T12:03:13.664" v="1004" actId="113"/>
        <pc:sldMkLst>
          <pc:docMk/>
          <pc:sldMk cId="2160816624" sldId="265"/>
        </pc:sldMkLst>
        <pc:spChg chg="mod">
          <ac:chgData name="Lucy Metcalfe" userId="3f57b64c-a3e0-43bb-b464-d2c22f71326d" providerId="ADAL" clId="{D1EB25C5-E13D-41A2-8FB2-3B1664120573}" dt="2026-02-04T12:03:13.664" v="1004" actId="113"/>
          <ac:spMkLst>
            <pc:docMk/>
            <pc:sldMk cId="2160816624" sldId="265"/>
            <ac:spMk id="3" creationId="{10128E2E-E153-CCC6-7264-C5C4AAEA1D4B}"/>
          </ac:spMkLst>
        </pc:spChg>
        <pc:picChg chg="add">
          <ac:chgData name="Lucy Metcalfe" userId="3f57b64c-a3e0-43bb-b464-d2c22f71326d" providerId="ADAL" clId="{D1EB25C5-E13D-41A2-8FB2-3B1664120573}" dt="2026-02-04T12:03:12.337" v="1003"/>
          <ac:picMkLst>
            <pc:docMk/>
            <pc:sldMk cId="2160816624" sldId="265"/>
            <ac:picMk id="3074" creationId="{5FEFE09F-61E0-8B6F-7900-6DBAB366A630}"/>
          </ac:picMkLst>
        </pc:picChg>
      </pc:sldChg>
      <pc:sldChg chg="addSp delSp modSp mod setBg">
        <pc:chgData name="Lucy Metcalfe" userId="3f57b64c-a3e0-43bb-b464-d2c22f71326d" providerId="ADAL" clId="{D1EB25C5-E13D-41A2-8FB2-3B1664120573}" dt="2026-02-04T11:54:49.738" v="155" actId="1076"/>
        <pc:sldMkLst>
          <pc:docMk/>
          <pc:sldMk cId="3269560063" sldId="266"/>
        </pc:sldMkLst>
        <pc:spChg chg="del">
          <ac:chgData name="Lucy Metcalfe" userId="3f57b64c-a3e0-43bb-b464-d2c22f71326d" providerId="ADAL" clId="{D1EB25C5-E13D-41A2-8FB2-3B1664120573}" dt="2026-02-04T11:54:41.644" v="154" actId="26606"/>
          <ac:spMkLst>
            <pc:docMk/>
            <pc:sldMk cId="3269560063" sldId="266"/>
            <ac:spMk id="2" creationId="{E0A16E56-8896-0681-83A9-879199EB9C51}"/>
          </ac:spMkLst>
        </pc:spChg>
        <pc:spChg chg="add">
          <ac:chgData name="Lucy Metcalfe" userId="3f57b64c-a3e0-43bb-b464-d2c22f71326d" providerId="ADAL" clId="{D1EB25C5-E13D-41A2-8FB2-3B1664120573}" dt="2026-02-04T11:54:41.644" v="154" actId="26606"/>
          <ac:spMkLst>
            <pc:docMk/>
            <pc:sldMk cId="3269560063" sldId="266"/>
            <ac:spMk id="3079" creationId="{0BABF38A-8A0D-492E-BD20-6CF4D46B50BD}"/>
          </ac:spMkLst>
        </pc:spChg>
        <pc:spChg chg="add">
          <ac:chgData name="Lucy Metcalfe" userId="3f57b64c-a3e0-43bb-b464-d2c22f71326d" providerId="ADAL" clId="{D1EB25C5-E13D-41A2-8FB2-3B1664120573}" dt="2026-02-04T11:54:41.644" v="154" actId="26606"/>
          <ac:spMkLst>
            <pc:docMk/>
            <pc:sldMk cId="3269560063" sldId="266"/>
            <ac:spMk id="3083" creationId="{37FDDF72-DE39-4F99-A3C1-DD9D7815D7DB}"/>
          </ac:spMkLst>
        </pc:spChg>
        <pc:spChg chg="add">
          <ac:chgData name="Lucy Metcalfe" userId="3f57b64c-a3e0-43bb-b464-d2c22f71326d" providerId="ADAL" clId="{D1EB25C5-E13D-41A2-8FB2-3B1664120573}" dt="2026-02-04T11:54:41.644" v="154" actId="26606"/>
          <ac:spMkLst>
            <pc:docMk/>
            <pc:sldMk cId="3269560063" sldId="266"/>
            <ac:spMk id="3085" creationId="{5E4ECE80-3AD1-450C-B62A-98788F193948}"/>
          </ac:spMkLst>
        </pc:spChg>
        <pc:picChg chg="mod">
          <ac:chgData name="Lucy Metcalfe" userId="3f57b64c-a3e0-43bb-b464-d2c22f71326d" providerId="ADAL" clId="{D1EB25C5-E13D-41A2-8FB2-3B1664120573}" dt="2026-02-04T11:54:49.738" v="155" actId="1076"/>
          <ac:picMkLst>
            <pc:docMk/>
            <pc:sldMk cId="3269560063" sldId="266"/>
            <ac:picMk id="3074" creationId="{C7A213B7-70EE-FCC9-BEF0-C060DB46A146}"/>
          </ac:picMkLst>
        </pc:picChg>
        <pc:picChg chg="add">
          <ac:chgData name="Lucy Metcalfe" userId="3f57b64c-a3e0-43bb-b464-d2c22f71326d" providerId="ADAL" clId="{D1EB25C5-E13D-41A2-8FB2-3B1664120573}" dt="2026-02-04T11:54:41.644" v="154" actId="26606"/>
          <ac:picMkLst>
            <pc:docMk/>
            <pc:sldMk cId="3269560063" sldId="266"/>
            <ac:picMk id="3081" creationId="{BC526B7A-4801-4FD1-95C8-03AF22629E87}"/>
          </ac:picMkLst>
        </pc:picChg>
      </pc:sldChg>
      <pc:sldChg chg="modSp mod">
        <pc:chgData name="Lucy Metcalfe" userId="3f57b64c-a3e0-43bb-b464-d2c22f71326d" providerId="ADAL" clId="{D1EB25C5-E13D-41A2-8FB2-3B1664120573}" dt="2026-02-04T12:22:06.116" v="1907" actId="27636"/>
        <pc:sldMkLst>
          <pc:docMk/>
          <pc:sldMk cId="3340158192" sldId="268"/>
        </pc:sldMkLst>
        <pc:spChg chg="mod">
          <ac:chgData name="Lucy Metcalfe" userId="3f57b64c-a3e0-43bb-b464-d2c22f71326d" providerId="ADAL" clId="{D1EB25C5-E13D-41A2-8FB2-3B1664120573}" dt="2026-02-04T12:22:06.116" v="1907" actId="27636"/>
          <ac:spMkLst>
            <pc:docMk/>
            <pc:sldMk cId="3340158192" sldId="268"/>
            <ac:spMk id="3" creationId="{C865B600-B637-BB68-868C-FF95070A11F0}"/>
          </ac:spMkLst>
        </pc:spChg>
      </pc:sldChg>
      <pc:sldChg chg="modSp mod">
        <pc:chgData name="Lucy Metcalfe" userId="3f57b64c-a3e0-43bb-b464-d2c22f71326d" providerId="ADAL" clId="{D1EB25C5-E13D-41A2-8FB2-3B1664120573}" dt="2026-02-04T12:12:54.605" v="1799" actId="20577"/>
        <pc:sldMkLst>
          <pc:docMk/>
          <pc:sldMk cId="2643237937" sldId="270"/>
        </pc:sldMkLst>
        <pc:spChg chg="mod">
          <ac:chgData name="Lucy Metcalfe" userId="3f57b64c-a3e0-43bb-b464-d2c22f71326d" providerId="ADAL" clId="{D1EB25C5-E13D-41A2-8FB2-3B1664120573}" dt="2026-02-04T12:12:54.605" v="1799" actId="20577"/>
          <ac:spMkLst>
            <pc:docMk/>
            <pc:sldMk cId="2643237937" sldId="270"/>
            <ac:spMk id="3" creationId="{A5630F20-F37C-5F52-E0EC-FC685339252F}"/>
          </ac:spMkLst>
        </pc:spChg>
      </pc:sldChg>
      <pc:sldChg chg="modSp mod">
        <pc:chgData name="Lucy Metcalfe" userId="3f57b64c-a3e0-43bb-b464-d2c22f71326d" providerId="ADAL" clId="{D1EB25C5-E13D-41A2-8FB2-3B1664120573}" dt="2026-02-04T12:07:51.767" v="1579" actId="20577"/>
        <pc:sldMkLst>
          <pc:docMk/>
          <pc:sldMk cId="3792143668" sldId="271"/>
        </pc:sldMkLst>
        <pc:spChg chg="mod">
          <ac:chgData name="Lucy Metcalfe" userId="3f57b64c-a3e0-43bb-b464-d2c22f71326d" providerId="ADAL" clId="{D1EB25C5-E13D-41A2-8FB2-3B1664120573}" dt="2026-02-04T12:07:51.767" v="1579" actId="20577"/>
          <ac:spMkLst>
            <pc:docMk/>
            <pc:sldMk cId="3792143668" sldId="271"/>
            <ac:spMk id="3" creationId="{345ECF43-6506-A385-897E-36D9CEDCA4BB}"/>
          </ac:spMkLst>
        </pc:spChg>
      </pc:sldChg>
      <pc:sldChg chg="addSp delSp modSp mod setBg">
        <pc:chgData name="Lucy Metcalfe" userId="3f57b64c-a3e0-43bb-b464-d2c22f71326d" providerId="ADAL" clId="{D1EB25C5-E13D-41A2-8FB2-3B1664120573}" dt="2026-02-04T12:27:34.133" v="2237" actId="26606"/>
        <pc:sldMkLst>
          <pc:docMk/>
          <pc:sldMk cId="2692189020" sldId="275"/>
        </pc:sldMkLst>
        <pc:spChg chg="del">
          <ac:chgData name="Lucy Metcalfe" userId="3f57b64c-a3e0-43bb-b464-d2c22f71326d" providerId="ADAL" clId="{D1EB25C5-E13D-41A2-8FB2-3B1664120573}" dt="2026-02-04T12:27:34.133" v="2237" actId="26606"/>
          <ac:spMkLst>
            <pc:docMk/>
            <pc:sldMk cId="2692189020" sldId="275"/>
            <ac:spMk id="2" creationId="{685A41C3-7DE8-DA1D-32B1-EF8BACD52F1D}"/>
          </ac:spMkLst>
        </pc:spChg>
        <pc:spChg chg="add">
          <ac:chgData name="Lucy Metcalfe" userId="3f57b64c-a3e0-43bb-b464-d2c22f71326d" providerId="ADAL" clId="{D1EB25C5-E13D-41A2-8FB2-3B1664120573}" dt="2026-02-04T12:27:34.133" v="2237" actId="26606"/>
          <ac:spMkLst>
            <pc:docMk/>
            <pc:sldMk cId="2692189020" sldId="275"/>
            <ac:spMk id="10" creationId="{0BABF38A-8A0D-492E-BD20-6CF4D46B50BD}"/>
          </ac:spMkLst>
        </pc:spChg>
        <pc:spChg chg="add">
          <ac:chgData name="Lucy Metcalfe" userId="3f57b64c-a3e0-43bb-b464-d2c22f71326d" providerId="ADAL" clId="{D1EB25C5-E13D-41A2-8FB2-3B1664120573}" dt="2026-02-04T12:27:34.133" v="2237" actId="26606"/>
          <ac:spMkLst>
            <pc:docMk/>
            <pc:sldMk cId="2692189020" sldId="275"/>
            <ac:spMk id="14" creationId="{37FDDF72-DE39-4F99-A3C1-DD9D7815D7DB}"/>
          </ac:spMkLst>
        </pc:spChg>
        <pc:spChg chg="add">
          <ac:chgData name="Lucy Metcalfe" userId="3f57b64c-a3e0-43bb-b464-d2c22f71326d" providerId="ADAL" clId="{D1EB25C5-E13D-41A2-8FB2-3B1664120573}" dt="2026-02-04T12:27:34.133" v="2237" actId="26606"/>
          <ac:spMkLst>
            <pc:docMk/>
            <pc:sldMk cId="2692189020" sldId="275"/>
            <ac:spMk id="16" creationId="{5E4ECE80-3AD1-450C-B62A-98788F193948}"/>
          </ac:spMkLst>
        </pc:spChg>
        <pc:grpChg chg="add">
          <ac:chgData name="Lucy Metcalfe" userId="3f57b64c-a3e0-43bb-b464-d2c22f71326d" providerId="ADAL" clId="{D1EB25C5-E13D-41A2-8FB2-3B1664120573}" dt="2026-02-04T12:27:34.133" v="2237" actId="26606"/>
          <ac:grpSpMkLst>
            <pc:docMk/>
            <pc:sldMk cId="2692189020" sldId="275"/>
            <ac:grpSpMk id="18" creationId="{CE9B092E-D66A-4EA7-BBE1-CCA8B9061C2B}"/>
          </ac:grpSpMkLst>
        </pc:grpChg>
        <pc:picChg chg="mod">
          <ac:chgData name="Lucy Metcalfe" userId="3f57b64c-a3e0-43bb-b464-d2c22f71326d" providerId="ADAL" clId="{D1EB25C5-E13D-41A2-8FB2-3B1664120573}" dt="2026-02-04T12:27:34.133" v="2237" actId="26606"/>
          <ac:picMkLst>
            <pc:docMk/>
            <pc:sldMk cId="2692189020" sldId="275"/>
            <ac:picMk id="5" creationId="{2B218558-C7D7-D3FA-C96E-7CAECFCA90D9}"/>
          </ac:picMkLst>
        </pc:picChg>
        <pc:picChg chg="add">
          <ac:chgData name="Lucy Metcalfe" userId="3f57b64c-a3e0-43bb-b464-d2c22f71326d" providerId="ADAL" clId="{D1EB25C5-E13D-41A2-8FB2-3B1664120573}" dt="2026-02-04T12:27:34.133" v="2237" actId="26606"/>
          <ac:picMkLst>
            <pc:docMk/>
            <pc:sldMk cId="2692189020" sldId="275"/>
            <ac:picMk id="12" creationId="{BC526B7A-4801-4FD1-95C8-03AF22629E87}"/>
          </ac:picMkLst>
        </pc:picChg>
      </pc:sldChg>
      <pc:sldChg chg="addSp delSp modSp mod setBg">
        <pc:chgData name="Lucy Metcalfe" userId="3f57b64c-a3e0-43bb-b464-d2c22f71326d" providerId="ADAL" clId="{D1EB25C5-E13D-41A2-8FB2-3B1664120573}" dt="2026-02-04T12:27:39.938" v="2238" actId="26606"/>
        <pc:sldMkLst>
          <pc:docMk/>
          <pc:sldMk cId="1097103916" sldId="277"/>
        </pc:sldMkLst>
        <pc:spChg chg="del">
          <ac:chgData name="Lucy Metcalfe" userId="3f57b64c-a3e0-43bb-b464-d2c22f71326d" providerId="ADAL" clId="{D1EB25C5-E13D-41A2-8FB2-3B1664120573}" dt="2026-02-04T12:27:39.938" v="2238" actId="26606"/>
          <ac:spMkLst>
            <pc:docMk/>
            <pc:sldMk cId="1097103916" sldId="277"/>
            <ac:spMk id="2" creationId="{E61E0F6D-5F26-00D6-2D61-9C6DB42ACC28}"/>
          </ac:spMkLst>
        </pc:spChg>
        <pc:spChg chg="del">
          <ac:chgData name="Lucy Metcalfe" userId="3f57b64c-a3e0-43bb-b464-d2c22f71326d" providerId="ADAL" clId="{D1EB25C5-E13D-41A2-8FB2-3B1664120573}" dt="2026-02-04T12:27:39.938" v="2238" actId="26606"/>
          <ac:spMkLst>
            <pc:docMk/>
            <pc:sldMk cId="1097103916" sldId="277"/>
            <ac:spMk id="3" creationId="{EFE4F0A3-FA16-847E-7594-A1BA1DC14911}"/>
          </ac:spMkLst>
        </pc:spChg>
        <pc:spChg chg="add">
          <ac:chgData name="Lucy Metcalfe" userId="3f57b64c-a3e0-43bb-b464-d2c22f71326d" providerId="ADAL" clId="{D1EB25C5-E13D-41A2-8FB2-3B1664120573}" dt="2026-02-04T12:27:39.938" v="2238" actId="26606"/>
          <ac:spMkLst>
            <pc:docMk/>
            <pc:sldMk cId="1097103916" sldId="277"/>
            <ac:spMk id="4103" creationId="{0BABF38A-8A0D-492E-BD20-6CF4D46B50BD}"/>
          </ac:spMkLst>
        </pc:spChg>
        <pc:spChg chg="add">
          <ac:chgData name="Lucy Metcalfe" userId="3f57b64c-a3e0-43bb-b464-d2c22f71326d" providerId="ADAL" clId="{D1EB25C5-E13D-41A2-8FB2-3B1664120573}" dt="2026-02-04T12:27:39.938" v="2238" actId="26606"/>
          <ac:spMkLst>
            <pc:docMk/>
            <pc:sldMk cId="1097103916" sldId="277"/>
            <ac:spMk id="4107" creationId="{37FDDF72-DE39-4F99-A3C1-DD9D7815D7DB}"/>
          </ac:spMkLst>
        </pc:spChg>
        <pc:spChg chg="add">
          <ac:chgData name="Lucy Metcalfe" userId="3f57b64c-a3e0-43bb-b464-d2c22f71326d" providerId="ADAL" clId="{D1EB25C5-E13D-41A2-8FB2-3B1664120573}" dt="2026-02-04T12:27:39.938" v="2238" actId="26606"/>
          <ac:spMkLst>
            <pc:docMk/>
            <pc:sldMk cId="1097103916" sldId="277"/>
            <ac:spMk id="4109" creationId="{5E4ECE80-3AD1-450C-B62A-98788F193948}"/>
          </ac:spMkLst>
        </pc:spChg>
        <pc:grpChg chg="add">
          <ac:chgData name="Lucy Metcalfe" userId="3f57b64c-a3e0-43bb-b464-d2c22f71326d" providerId="ADAL" clId="{D1EB25C5-E13D-41A2-8FB2-3B1664120573}" dt="2026-02-04T12:27:39.938" v="2238" actId="26606"/>
          <ac:grpSpMkLst>
            <pc:docMk/>
            <pc:sldMk cId="1097103916" sldId="277"/>
            <ac:grpSpMk id="4111" creationId="{CE9B092E-D66A-4EA7-BBE1-CCA8B9061C2B}"/>
          </ac:grpSpMkLst>
        </pc:grpChg>
        <pc:picChg chg="mod">
          <ac:chgData name="Lucy Metcalfe" userId="3f57b64c-a3e0-43bb-b464-d2c22f71326d" providerId="ADAL" clId="{D1EB25C5-E13D-41A2-8FB2-3B1664120573}" dt="2026-02-04T12:27:39.938" v="2238" actId="26606"/>
          <ac:picMkLst>
            <pc:docMk/>
            <pc:sldMk cId="1097103916" sldId="277"/>
            <ac:picMk id="4098" creationId="{8A9296BD-7E2B-7BD1-36CC-859099F62BE1}"/>
          </ac:picMkLst>
        </pc:picChg>
        <pc:picChg chg="add">
          <ac:chgData name="Lucy Metcalfe" userId="3f57b64c-a3e0-43bb-b464-d2c22f71326d" providerId="ADAL" clId="{D1EB25C5-E13D-41A2-8FB2-3B1664120573}" dt="2026-02-04T12:27:39.938" v="2238" actId="26606"/>
          <ac:picMkLst>
            <pc:docMk/>
            <pc:sldMk cId="1097103916" sldId="277"/>
            <ac:picMk id="4105" creationId="{BC526B7A-4801-4FD1-95C8-03AF22629E87}"/>
          </ac:picMkLst>
        </pc:picChg>
      </pc:sldChg>
      <pc:sldChg chg="addSp delSp modSp mod setBg">
        <pc:chgData name="Lucy Metcalfe" userId="3f57b64c-a3e0-43bb-b464-d2c22f71326d" providerId="ADAL" clId="{D1EB25C5-E13D-41A2-8FB2-3B1664120573}" dt="2026-02-04T12:27:45.260" v="2239" actId="26606"/>
        <pc:sldMkLst>
          <pc:docMk/>
          <pc:sldMk cId="161321748" sldId="279"/>
        </pc:sldMkLst>
        <pc:spChg chg="del">
          <ac:chgData name="Lucy Metcalfe" userId="3f57b64c-a3e0-43bb-b464-d2c22f71326d" providerId="ADAL" clId="{D1EB25C5-E13D-41A2-8FB2-3B1664120573}" dt="2026-02-04T12:27:45.260" v="2239" actId="26606"/>
          <ac:spMkLst>
            <pc:docMk/>
            <pc:sldMk cId="161321748" sldId="279"/>
            <ac:spMk id="2" creationId="{2D0979A0-7EE7-BE04-4CA7-FDAF591DA5B6}"/>
          </ac:spMkLst>
        </pc:spChg>
        <pc:spChg chg="del">
          <ac:chgData name="Lucy Metcalfe" userId="3f57b64c-a3e0-43bb-b464-d2c22f71326d" providerId="ADAL" clId="{D1EB25C5-E13D-41A2-8FB2-3B1664120573}" dt="2026-02-04T12:27:45.260" v="2239" actId="26606"/>
          <ac:spMkLst>
            <pc:docMk/>
            <pc:sldMk cId="161321748" sldId="279"/>
            <ac:spMk id="3" creationId="{55029A22-77E9-EAF1-270A-1FD0CA837448}"/>
          </ac:spMkLst>
        </pc:spChg>
        <pc:spChg chg="add">
          <ac:chgData name="Lucy Metcalfe" userId="3f57b64c-a3e0-43bb-b464-d2c22f71326d" providerId="ADAL" clId="{D1EB25C5-E13D-41A2-8FB2-3B1664120573}" dt="2026-02-04T12:27:45.260" v="2239" actId="26606"/>
          <ac:spMkLst>
            <pc:docMk/>
            <pc:sldMk cId="161321748" sldId="279"/>
            <ac:spMk id="5127" creationId="{0BABF38A-8A0D-492E-BD20-6CF4D46B50BD}"/>
          </ac:spMkLst>
        </pc:spChg>
        <pc:spChg chg="add">
          <ac:chgData name="Lucy Metcalfe" userId="3f57b64c-a3e0-43bb-b464-d2c22f71326d" providerId="ADAL" clId="{D1EB25C5-E13D-41A2-8FB2-3B1664120573}" dt="2026-02-04T12:27:45.260" v="2239" actId="26606"/>
          <ac:spMkLst>
            <pc:docMk/>
            <pc:sldMk cId="161321748" sldId="279"/>
            <ac:spMk id="5131" creationId="{37FDDF72-DE39-4F99-A3C1-DD9D7815D7DB}"/>
          </ac:spMkLst>
        </pc:spChg>
        <pc:spChg chg="add">
          <ac:chgData name="Lucy Metcalfe" userId="3f57b64c-a3e0-43bb-b464-d2c22f71326d" providerId="ADAL" clId="{D1EB25C5-E13D-41A2-8FB2-3B1664120573}" dt="2026-02-04T12:27:45.260" v="2239" actId="26606"/>
          <ac:spMkLst>
            <pc:docMk/>
            <pc:sldMk cId="161321748" sldId="279"/>
            <ac:spMk id="5133" creationId="{5E4ECE80-3AD1-450C-B62A-98788F193948}"/>
          </ac:spMkLst>
        </pc:spChg>
        <pc:grpChg chg="add">
          <ac:chgData name="Lucy Metcalfe" userId="3f57b64c-a3e0-43bb-b464-d2c22f71326d" providerId="ADAL" clId="{D1EB25C5-E13D-41A2-8FB2-3B1664120573}" dt="2026-02-04T12:27:45.260" v="2239" actId="26606"/>
          <ac:grpSpMkLst>
            <pc:docMk/>
            <pc:sldMk cId="161321748" sldId="279"/>
            <ac:grpSpMk id="5135" creationId="{CE9B092E-D66A-4EA7-BBE1-CCA8B9061C2B}"/>
          </ac:grpSpMkLst>
        </pc:grpChg>
        <pc:picChg chg="mod">
          <ac:chgData name="Lucy Metcalfe" userId="3f57b64c-a3e0-43bb-b464-d2c22f71326d" providerId="ADAL" clId="{D1EB25C5-E13D-41A2-8FB2-3B1664120573}" dt="2026-02-04T12:27:45.260" v="2239" actId="26606"/>
          <ac:picMkLst>
            <pc:docMk/>
            <pc:sldMk cId="161321748" sldId="279"/>
            <ac:picMk id="5122" creationId="{9152EE2B-8CA2-41AA-6F5E-E7AA595BD010}"/>
          </ac:picMkLst>
        </pc:picChg>
        <pc:picChg chg="add">
          <ac:chgData name="Lucy Metcalfe" userId="3f57b64c-a3e0-43bb-b464-d2c22f71326d" providerId="ADAL" clId="{D1EB25C5-E13D-41A2-8FB2-3B1664120573}" dt="2026-02-04T12:27:45.260" v="2239" actId="26606"/>
          <ac:picMkLst>
            <pc:docMk/>
            <pc:sldMk cId="161321748" sldId="279"/>
            <ac:picMk id="5129" creationId="{BC526B7A-4801-4FD1-95C8-03AF22629E87}"/>
          </ac:picMkLst>
        </pc:picChg>
      </pc:sldChg>
      <pc:sldChg chg="addSp delSp modSp mod setBg">
        <pc:chgData name="Lucy Metcalfe" userId="3f57b64c-a3e0-43bb-b464-d2c22f71326d" providerId="ADAL" clId="{D1EB25C5-E13D-41A2-8FB2-3B1664120573}" dt="2026-02-04T12:27:49.492" v="2240" actId="26606"/>
        <pc:sldMkLst>
          <pc:docMk/>
          <pc:sldMk cId="1199573863" sldId="281"/>
        </pc:sldMkLst>
        <pc:spChg chg="del">
          <ac:chgData name="Lucy Metcalfe" userId="3f57b64c-a3e0-43bb-b464-d2c22f71326d" providerId="ADAL" clId="{D1EB25C5-E13D-41A2-8FB2-3B1664120573}" dt="2026-02-04T12:27:49.492" v="2240" actId="26606"/>
          <ac:spMkLst>
            <pc:docMk/>
            <pc:sldMk cId="1199573863" sldId="281"/>
            <ac:spMk id="2" creationId="{97DF6195-0384-DCDF-ECC5-90237746FE1D}"/>
          </ac:spMkLst>
        </pc:spChg>
        <pc:spChg chg="del">
          <ac:chgData name="Lucy Metcalfe" userId="3f57b64c-a3e0-43bb-b464-d2c22f71326d" providerId="ADAL" clId="{D1EB25C5-E13D-41A2-8FB2-3B1664120573}" dt="2026-02-04T12:27:49.492" v="2240" actId="26606"/>
          <ac:spMkLst>
            <pc:docMk/>
            <pc:sldMk cId="1199573863" sldId="281"/>
            <ac:spMk id="3" creationId="{D796B3E2-5284-D9EC-833E-1486203B9D32}"/>
          </ac:spMkLst>
        </pc:spChg>
        <pc:spChg chg="add">
          <ac:chgData name="Lucy Metcalfe" userId="3f57b64c-a3e0-43bb-b464-d2c22f71326d" providerId="ADAL" clId="{D1EB25C5-E13D-41A2-8FB2-3B1664120573}" dt="2026-02-04T12:27:49.492" v="2240" actId="26606"/>
          <ac:spMkLst>
            <pc:docMk/>
            <pc:sldMk cId="1199573863" sldId="281"/>
            <ac:spMk id="7175" creationId="{0BABF38A-8A0D-492E-BD20-6CF4D46B50BD}"/>
          </ac:spMkLst>
        </pc:spChg>
        <pc:spChg chg="add">
          <ac:chgData name="Lucy Metcalfe" userId="3f57b64c-a3e0-43bb-b464-d2c22f71326d" providerId="ADAL" clId="{D1EB25C5-E13D-41A2-8FB2-3B1664120573}" dt="2026-02-04T12:27:49.492" v="2240" actId="26606"/>
          <ac:spMkLst>
            <pc:docMk/>
            <pc:sldMk cId="1199573863" sldId="281"/>
            <ac:spMk id="7179" creationId="{37FDDF72-DE39-4F99-A3C1-DD9D7815D7DB}"/>
          </ac:spMkLst>
        </pc:spChg>
        <pc:spChg chg="add">
          <ac:chgData name="Lucy Metcalfe" userId="3f57b64c-a3e0-43bb-b464-d2c22f71326d" providerId="ADAL" clId="{D1EB25C5-E13D-41A2-8FB2-3B1664120573}" dt="2026-02-04T12:27:49.492" v="2240" actId="26606"/>
          <ac:spMkLst>
            <pc:docMk/>
            <pc:sldMk cId="1199573863" sldId="281"/>
            <ac:spMk id="7181" creationId="{5E4ECE80-3AD1-450C-B62A-98788F193948}"/>
          </ac:spMkLst>
        </pc:spChg>
        <pc:grpChg chg="add">
          <ac:chgData name="Lucy Metcalfe" userId="3f57b64c-a3e0-43bb-b464-d2c22f71326d" providerId="ADAL" clId="{D1EB25C5-E13D-41A2-8FB2-3B1664120573}" dt="2026-02-04T12:27:49.492" v="2240" actId="26606"/>
          <ac:grpSpMkLst>
            <pc:docMk/>
            <pc:sldMk cId="1199573863" sldId="281"/>
            <ac:grpSpMk id="7183" creationId="{CE9B092E-D66A-4EA7-BBE1-CCA8B9061C2B}"/>
          </ac:grpSpMkLst>
        </pc:grpChg>
        <pc:picChg chg="mod">
          <ac:chgData name="Lucy Metcalfe" userId="3f57b64c-a3e0-43bb-b464-d2c22f71326d" providerId="ADAL" clId="{D1EB25C5-E13D-41A2-8FB2-3B1664120573}" dt="2026-02-04T12:27:49.492" v="2240" actId="26606"/>
          <ac:picMkLst>
            <pc:docMk/>
            <pc:sldMk cId="1199573863" sldId="281"/>
            <ac:picMk id="7170" creationId="{C006C3A0-1FD4-359C-2E50-5874F4C2A365}"/>
          </ac:picMkLst>
        </pc:picChg>
        <pc:picChg chg="add">
          <ac:chgData name="Lucy Metcalfe" userId="3f57b64c-a3e0-43bb-b464-d2c22f71326d" providerId="ADAL" clId="{D1EB25C5-E13D-41A2-8FB2-3B1664120573}" dt="2026-02-04T12:27:49.492" v="2240" actId="26606"/>
          <ac:picMkLst>
            <pc:docMk/>
            <pc:sldMk cId="1199573863" sldId="281"/>
            <ac:picMk id="7177" creationId="{BC526B7A-4801-4FD1-95C8-03AF22629E87}"/>
          </ac:picMkLst>
        </pc:picChg>
      </pc:sldChg>
      <pc:sldChg chg="addSp delSp modSp mod setBg">
        <pc:chgData name="Lucy Metcalfe" userId="3f57b64c-a3e0-43bb-b464-d2c22f71326d" providerId="ADAL" clId="{D1EB25C5-E13D-41A2-8FB2-3B1664120573}" dt="2026-02-04T12:28:22.484" v="2252" actId="478"/>
        <pc:sldMkLst>
          <pc:docMk/>
          <pc:sldMk cId="76041200" sldId="283"/>
        </pc:sldMkLst>
        <pc:spChg chg="add del">
          <ac:chgData name="Lucy Metcalfe" userId="3f57b64c-a3e0-43bb-b464-d2c22f71326d" providerId="ADAL" clId="{D1EB25C5-E13D-41A2-8FB2-3B1664120573}" dt="2026-02-04T12:28:22.484" v="2252" actId="478"/>
          <ac:spMkLst>
            <pc:docMk/>
            <pc:sldMk cId="76041200" sldId="283"/>
            <ac:spMk id="2" creationId="{7FC43BCA-5634-ACF6-746C-358BE7663D4B}"/>
          </ac:spMkLst>
        </pc:spChg>
        <pc:spChg chg="add del">
          <ac:chgData name="Lucy Metcalfe" userId="3f57b64c-a3e0-43bb-b464-d2c22f71326d" providerId="ADAL" clId="{D1EB25C5-E13D-41A2-8FB2-3B1664120573}" dt="2026-02-04T12:28:19.402" v="2251" actId="478"/>
          <ac:spMkLst>
            <pc:docMk/>
            <pc:sldMk cId="76041200" sldId="283"/>
            <ac:spMk id="3" creationId="{9B4CC6DE-D310-E019-8039-E876606CFA7C}"/>
          </ac:spMkLst>
        </pc:spChg>
        <pc:spChg chg="add del">
          <ac:chgData name="Lucy Metcalfe" userId="3f57b64c-a3e0-43bb-b464-d2c22f71326d" providerId="ADAL" clId="{D1EB25C5-E13D-41A2-8FB2-3B1664120573}" dt="2026-02-04T12:28:07.251" v="2242" actId="26606"/>
          <ac:spMkLst>
            <pc:docMk/>
            <pc:sldMk cId="76041200" sldId="283"/>
            <ac:spMk id="8199" creationId="{0BABF38A-8A0D-492E-BD20-6CF4D46B50BD}"/>
          </ac:spMkLst>
        </pc:spChg>
        <pc:spChg chg="add del">
          <ac:chgData name="Lucy Metcalfe" userId="3f57b64c-a3e0-43bb-b464-d2c22f71326d" providerId="ADAL" clId="{D1EB25C5-E13D-41A2-8FB2-3B1664120573}" dt="2026-02-04T12:28:07.251" v="2242" actId="26606"/>
          <ac:spMkLst>
            <pc:docMk/>
            <pc:sldMk cId="76041200" sldId="283"/>
            <ac:spMk id="8203" creationId="{37FDDF72-DE39-4F99-A3C1-DD9D7815D7DB}"/>
          </ac:spMkLst>
        </pc:spChg>
        <pc:spChg chg="add del">
          <ac:chgData name="Lucy Metcalfe" userId="3f57b64c-a3e0-43bb-b464-d2c22f71326d" providerId="ADAL" clId="{D1EB25C5-E13D-41A2-8FB2-3B1664120573}" dt="2026-02-04T12:28:07.251" v="2242" actId="26606"/>
          <ac:spMkLst>
            <pc:docMk/>
            <pc:sldMk cId="76041200" sldId="283"/>
            <ac:spMk id="8205" creationId="{5E4ECE80-3AD1-450C-B62A-98788F193948}"/>
          </ac:spMkLst>
        </pc:spChg>
        <pc:spChg chg="add del">
          <ac:chgData name="Lucy Metcalfe" userId="3f57b64c-a3e0-43bb-b464-d2c22f71326d" providerId="ADAL" clId="{D1EB25C5-E13D-41A2-8FB2-3B1664120573}" dt="2026-02-04T12:28:07.968" v="2244" actId="26606"/>
          <ac:spMkLst>
            <pc:docMk/>
            <pc:sldMk cId="76041200" sldId="283"/>
            <ac:spMk id="8211" creationId="{0BABF38A-8A0D-492E-BD20-6CF4D46B50BD}"/>
          </ac:spMkLst>
        </pc:spChg>
        <pc:spChg chg="add del">
          <ac:chgData name="Lucy Metcalfe" userId="3f57b64c-a3e0-43bb-b464-d2c22f71326d" providerId="ADAL" clId="{D1EB25C5-E13D-41A2-8FB2-3B1664120573}" dt="2026-02-04T12:28:07.968" v="2244" actId="26606"/>
          <ac:spMkLst>
            <pc:docMk/>
            <pc:sldMk cId="76041200" sldId="283"/>
            <ac:spMk id="8213" creationId="{1E644DE9-8D09-43E2-BA69-F57482CFC93A}"/>
          </ac:spMkLst>
        </pc:spChg>
        <pc:spChg chg="add del">
          <ac:chgData name="Lucy Metcalfe" userId="3f57b64c-a3e0-43bb-b464-d2c22f71326d" providerId="ADAL" clId="{D1EB25C5-E13D-41A2-8FB2-3B1664120573}" dt="2026-02-04T12:28:15.963" v="2250" actId="26606"/>
          <ac:spMkLst>
            <pc:docMk/>
            <pc:sldMk cId="76041200" sldId="283"/>
            <ac:spMk id="8217" creationId="{0BABF38A-8A0D-492E-BD20-6CF4D46B50BD}"/>
          </ac:spMkLst>
        </pc:spChg>
        <pc:spChg chg="add del">
          <ac:chgData name="Lucy Metcalfe" userId="3f57b64c-a3e0-43bb-b464-d2c22f71326d" providerId="ADAL" clId="{D1EB25C5-E13D-41A2-8FB2-3B1664120573}" dt="2026-02-04T12:28:15.963" v="2250" actId="26606"/>
          <ac:spMkLst>
            <pc:docMk/>
            <pc:sldMk cId="76041200" sldId="283"/>
            <ac:spMk id="8219" creationId="{37FDDF72-DE39-4F99-A3C1-DD9D7815D7DB}"/>
          </ac:spMkLst>
        </pc:spChg>
        <pc:spChg chg="add del">
          <ac:chgData name="Lucy Metcalfe" userId="3f57b64c-a3e0-43bb-b464-d2c22f71326d" providerId="ADAL" clId="{D1EB25C5-E13D-41A2-8FB2-3B1664120573}" dt="2026-02-04T12:28:15.963" v="2250" actId="26606"/>
          <ac:spMkLst>
            <pc:docMk/>
            <pc:sldMk cId="76041200" sldId="283"/>
            <ac:spMk id="8220" creationId="{5E4ECE80-3AD1-450C-B62A-98788F193948}"/>
          </ac:spMkLst>
        </pc:spChg>
        <pc:grpChg chg="add del">
          <ac:chgData name="Lucy Metcalfe" userId="3f57b64c-a3e0-43bb-b464-d2c22f71326d" providerId="ADAL" clId="{D1EB25C5-E13D-41A2-8FB2-3B1664120573}" dt="2026-02-04T12:28:07.251" v="2242" actId="26606"/>
          <ac:grpSpMkLst>
            <pc:docMk/>
            <pc:sldMk cId="76041200" sldId="283"/>
            <ac:grpSpMk id="8207" creationId="{CE9B092E-D66A-4EA7-BBE1-CCA8B9061C2B}"/>
          </ac:grpSpMkLst>
        </pc:grpChg>
        <pc:grpChg chg="add del">
          <ac:chgData name="Lucy Metcalfe" userId="3f57b64c-a3e0-43bb-b464-d2c22f71326d" providerId="ADAL" clId="{D1EB25C5-E13D-41A2-8FB2-3B1664120573}" dt="2026-02-04T12:28:07.968" v="2244" actId="26606"/>
          <ac:grpSpMkLst>
            <pc:docMk/>
            <pc:sldMk cId="76041200" sldId="283"/>
            <ac:grpSpMk id="8214" creationId="{46B4971C-EAA5-47BF-8631-58DC0669BFCF}"/>
          </ac:grpSpMkLst>
        </pc:grpChg>
        <pc:picChg chg="mod">
          <ac:chgData name="Lucy Metcalfe" userId="3f57b64c-a3e0-43bb-b464-d2c22f71326d" providerId="ADAL" clId="{D1EB25C5-E13D-41A2-8FB2-3B1664120573}" dt="2026-02-04T12:28:15.963" v="2250" actId="26606"/>
          <ac:picMkLst>
            <pc:docMk/>
            <pc:sldMk cId="76041200" sldId="283"/>
            <ac:picMk id="8194" creationId="{1F497A41-9941-289B-BC61-A8BB0D3CCDED}"/>
          </ac:picMkLst>
        </pc:picChg>
        <pc:picChg chg="add del">
          <ac:chgData name="Lucy Metcalfe" userId="3f57b64c-a3e0-43bb-b464-d2c22f71326d" providerId="ADAL" clId="{D1EB25C5-E13D-41A2-8FB2-3B1664120573}" dt="2026-02-04T12:28:07.251" v="2242" actId="26606"/>
          <ac:picMkLst>
            <pc:docMk/>
            <pc:sldMk cId="76041200" sldId="283"/>
            <ac:picMk id="8201" creationId="{BC526B7A-4801-4FD1-95C8-03AF22629E87}"/>
          </ac:picMkLst>
        </pc:picChg>
        <pc:picChg chg="add del">
          <ac:chgData name="Lucy Metcalfe" userId="3f57b64c-a3e0-43bb-b464-d2c22f71326d" providerId="ADAL" clId="{D1EB25C5-E13D-41A2-8FB2-3B1664120573}" dt="2026-02-04T12:28:07.968" v="2244" actId="26606"/>
          <ac:picMkLst>
            <pc:docMk/>
            <pc:sldMk cId="76041200" sldId="283"/>
            <ac:picMk id="8212" creationId="{BC526B7A-4801-4FD1-95C8-03AF22629E87}"/>
          </ac:picMkLst>
        </pc:picChg>
        <pc:picChg chg="add del">
          <ac:chgData name="Lucy Metcalfe" userId="3f57b64c-a3e0-43bb-b464-d2c22f71326d" providerId="ADAL" clId="{D1EB25C5-E13D-41A2-8FB2-3B1664120573}" dt="2026-02-04T12:28:15.963" v="2250" actId="26606"/>
          <ac:picMkLst>
            <pc:docMk/>
            <pc:sldMk cId="76041200" sldId="283"/>
            <ac:picMk id="8218" creationId="{BC526B7A-4801-4FD1-95C8-03AF22629E87}"/>
          </ac:picMkLst>
        </pc:picChg>
      </pc:sldChg>
      <pc:sldChg chg="modSp mod">
        <pc:chgData name="Lucy Metcalfe" userId="3f57b64c-a3e0-43bb-b464-d2c22f71326d" providerId="ADAL" clId="{D1EB25C5-E13D-41A2-8FB2-3B1664120573}" dt="2026-02-04T12:23:56.236" v="2086" actId="27636"/>
        <pc:sldMkLst>
          <pc:docMk/>
          <pc:sldMk cId="150820169" sldId="284"/>
        </pc:sldMkLst>
        <pc:spChg chg="mod">
          <ac:chgData name="Lucy Metcalfe" userId="3f57b64c-a3e0-43bb-b464-d2c22f71326d" providerId="ADAL" clId="{D1EB25C5-E13D-41A2-8FB2-3B1664120573}" dt="2026-02-04T12:23:56.236" v="2086" actId="27636"/>
          <ac:spMkLst>
            <pc:docMk/>
            <pc:sldMk cId="150820169" sldId="284"/>
            <ac:spMk id="3" creationId="{3657E2E4-F5F6-697B-AE11-FFE1A6D911E7}"/>
          </ac:spMkLst>
        </pc:spChg>
      </pc:sldChg>
      <pc:sldChg chg="modSp del mod">
        <pc:chgData name="Lucy Metcalfe" userId="3f57b64c-a3e0-43bb-b464-d2c22f71326d" providerId="ADAL" clId="{D1EB25C5-E13D-41A2-8FB2-3B1664120573}" dt="2026-02-04T12:28:37.968" v="2253" actId="47"/>
        <pc:sldMkLst>
          <pc:docMk/>
          <pc:sldMk cId="4130446676" sldId="287"/>
        </pc:sldMkLst>
        <pc:spChg chg="mod">
          <ac:chgData name="Lucy Metcalfe" userId="3f57b64c-a3e0-43bb-b464-d2c22f71326d" providerId="ADAL" clId="{D1EB25C5-E13D-41A2-8FB2-3B1664120573}" dt="2026-02-04T09:17:13.770" v="148" actId="313"/>
          <ac:spMkLst>
            <pc:docMk/>
            <pc:sldMk cId="4130446676" sldId="287"/>
            <ac:spMk id="3" creationId="{6A59A899-BFED-3D50-4A2D-D34364692E59}"/>
          </ac:spMkLst>
        </pc:spChg>
      </pc:sldChg>
      <pc:sldChg chg="addSp delSp modSp mod">
        <pc:chgData name="Lucy Metcalfe" userId="3f57b64c-a3e0-43bb-b464-d2c22f71326d" providerId="ADAL" clId="{D1EB25C5-E13D-41A2-8FB2-3B1664120573}" dt="2026-02-04T12:29:34.947" v="2263" actId="1076"/>
        <pc:sldMkLst>
          <pc:docMk/>
          <pc:sldMk cId="2800264366" sldId="288"/>
        </pc:sldMkLst>
        <pc:spChg chg="add del mod">
          <ac:chgData name="Lucy Metcalfe" userId="3f57b64c-a3e0-43bb-b464-d2c22f71326d" providerId="ADAL" clId="{D1EB25C5-E13D-41A2-8FB2-3B1664120573}" dt="2026-02-04T12:29:08.493" v="2257"/>
          <ac:spMkLst>
            <pc:docMk/>
            <pc:sldMk cId="2800264366" sldId="288"/>
            <ac:spMk id="3" creationId="{A7D2FF5D-6638-F1F5-8D27-71742352ABCB}"/>
          </ac:spMkLst>
        </pc:spChg>
        <pc:spChg chg="add mod">
          <ac:chgData name="Lucy Metcalfe" userId="3f57b64c-a3e0-43bb-b464-d2c22f71326d" providerId="ADAL" clId="{D1EB25C5-E13D-41A2-8FB2-3B1664120573}" dt="2026-02-04T12:29:07.068" v="2255"/>
          <ac:spMkLst>
            <pc:docMk/>
            <pc:sldMk cId="2800264366" sldId="288"/>
            <ac:spMk id="4" creationId="{65A760AD-CCAA-A191-A5A8-BAF559E85363}"/>
          </ac:spMkLst>
        </pc:spChg>
        <pc:spChg chg="add mod">
          <ac:chgData name="Lucy Metcalfe" userId="3f57b64c-a3e0-43bb-b464-d2c22f71326d" providerId="ADAL" clId="{D1EB25C5-E13D-41A2-8FB2-3B1664120573}" dt="2026-02-04T12:29:34.947" v="2263" actId="1076"/>
          <ac:spMkLst>
            <pc:docMk/>
            <pc:sldMk cId="2800264366" sldId="288"/>
            <ac:spMk id="5" creationId="{A469885A-6C13-076D-9273-F3C60E12D1D9}"/>
          </ac:spMkLst>
        </pc:spChg>
      </pc:sldChg>
      <pc:sldChg chg="addSp delSp modSp new mod">
        <pc:chgData name="Lucy Metcalfe" userId="3f57b64c-a3e0-43bb-b464-d2c22f71326d" providerId="ADAL" clId="{D1EB25C5-E13D-41A2-8FB2-3B1664120573}" dt="2026-02-04T11:59:12.594" v="462" actId="1076"/>
        <pc:sldMkLst>
          <pc:docMk/>
          <pc:sldMk cId="3876502817" sldId="289"/>
        </pc:sldMkLst>
        <pc:spChg chg="mod">
          <ac:chgData name="Lucy Metcalfe" userId="3f57b64c-a3e0-43bb-b464-d2c22f71326d" providerId="ADAL" clId="{D1EB25C5-E13D-41A2-8FB2-3B1664120573}" dt="2026-02-04T11:57:57.293" v="204" actId="20577"/>
          <ac:spMkLst>
            <pc:docMk/>
            <pc:sldMk cId="3876502817" sldId="289"/>
            <ac:spMk id="2" creationId="{77083FB0-2A1F-212A-CC0D-C61C7579B7F1}"/>
          </ac:spMkLst>
        </pc:spChg>
        <pc:spChg chg="del">
          <ac:chgData name="Lucy Metcalfe" userId="3f57b64c-a3e0-43bb-b464-d2c22f71326d" providerId="ADAL" clId="{D1EB25C5-E13D-41A2-8FB2-3B1664120573}" dt="2026-02-04T11:56:27.716" v="167"/>
          <ac:spMkLst>
            <pc:docMk/>
            <pc:sldMk cId="3876502817" sldId="289"/>
            <ac:spMk id="3" creationId="{10F0A161-A4E1-05D4-88F0-F52BBD61CD53}"/>
          </ac:spMkLst>
        </pc:spChg>
        <pc:spChg chg="add mod">
          <ac:chgData name="Lucy Metcalfe" userId="3f57b64c-a3e0-43bb-b464-d2c22f71326d" providerId="ADAL" clId="{D1EB25C5-E13D-41A2-8FB2-3B1664120573}" dt="2026-02-04T11:59:07.165" v="460" actId="1076"/>
          <ac:spMkLst>
            <pc:docMk/>
            <pc:sldMk cId="3876502817" sldId="289"/>
            <ac:spMk id="4" creationId="{B9D5DE8F-93AF-FF81-9361-518BE5DB8D38}"/>
          </ac:spMkLst>
        </pc:spChg>
        <pc:picChg chg="add del mod">
          <ac:chgData name="Lucy Metcalfe" userId="3f57b64c-a3e0-43bb-b464-d2c22f71326d" providerId="ADAL" clId="{D1EB25C5-E13D-41A2-8FB2-3B1664120573}" dt="2026-02-04T11:57:52.210" v="195" actId="478"/>
          <ac:picMkLst>
            <pc:docMk/>
            <pc:sldMk cId="3876502817" sldId="289"/>
            <ac:picMk id="1026" creationId="{F7EE8EA4-6944-D419-A83E-45CC89874071}"/>
          </ac:picMkLst>
        </pc:picChg>
        <pc:picChg chg="add mod">
          <ac:chgData name="Lucy Metcalfe" userId="3f57b64c-a3e0-43bb-b464-d2c22f71326d" providerId="ADAL" clId="{D1EB25C5-E13D-41A2-8FB2-3B1664120573}" dt="2026-02-04T11:59:07.165" v="460" actId="1076"/>
          <ac:picMkLst>
            <pc:docMk/>
            <pc:sldMk cId="3876502817" sldId="289"/>
            <ac:picMk id="1028" creationId="{857C147D-BA47-62E9-5E53-0B61D67ACCBC}"/>
          </ac:picMkLst>
        </pc:picChg>
        <pc:picChg chg="add mod">
          <ac:chgData name="Lucy Metcalfe" userId="3f57b64c-a3e0-43bb-b464-d2c22f71326d" providerId="ADAL" clId="{D1EB25C5-E13D-41A2-8FB2-3B1664120573}" dt="2026-02-04T11:59:12.594" v="462" actId="1076"/>
          <ac:picMkLst>
            <pc:docMk/>
            <pc:sldMk cId="3876502817" sldId="289"/>
            <ac:picMk id="1030" creationId="{7B325427-D940-2B94-17C9-CDB1E5DC040B}"/>
          </ac:picMkLst>
        </pc:picChg>
      </pc:sldChg>
      <pc:sldChg chg="modSp new mod">
        <pc:chgData name="Lucy Metcalfe" userId="3f57b64c-a3e0-43bb-b464-d2c22f71326d" providerId="ADAL" clId="{D1EB25C5-E13D-41A2-8FB2-3B1664120573}" dt="2026-02-04T12:01:33.304" v="960"/>
        <pc:sldMkLst>
          <pc:docMk/>
          <pc:sldMk cId="247327567" sldId="290"/>
        </pc:sldMkLst>
        <pc:spChg chg="mod">
          <ac:chgData name="Lucy Metcalfe" userId="3f57b64c-a3e0-43bb-b464-d2c22f71326d" providerId="ADAL" clId="{D1EB25C5-E13D-41A2-8FB2-3B1664120573}" dt="2026-02-04T12:01:33.304" v="960"/>
          <ac:spMkLst>
            <pc:docMk/>
            <pc:sldMk cId="247327567" sldId="290"/>
            <ac:spMk id="2" creationId="{B068BE8C-3AF8-BC1D-2F83-B3562C9D2D0F}"/>
          </ac:spMkLst>
        </pc:spChg>
        <pc:spChg chg="mod">
          <ac:chgData name="Lucy Metcalfe" userId="3f57b64c-a3e0-43bb-b464-d2c22f71326d" providerId="ADAL" clId="{D1EB25C5-E13D-41A2-8FB2-3B1664120573}" dt="2026-02-04T12:01:26.028" v="959" actId="12"/>
          <ac:spMkLst>
            <pc:docMk/>
            <pc:sldMk cId="247327567" sldId="290"/>
            <ac:spMk id="3" creationId="{CA1BDE49-8EFC-6C2A-8159-DC861C4EED52}"/>
          </ac:spMkLst>
        </pc:spChg>
      </pc:sldChg>
      <pc:sldChg chg="addSp delSp modSp new mod setBg">
        <pc:chgData name="Lucy Metcalfe" userId="3f57b64c-a3e0-43bb-b464-d2c22f71326d" providerId="ADAL" clId="{D1EB25C5-E13D-41A2-8FB2-3B1664120573}" dt="2026-02-04T12:03:00.596" v="1000" actId="20577"/>
        <pc:sldMkLst>
          <pc:docMk/>
          <pc:sldMk cId="1552656204" sldId="291"/>
        </pc:sldMkLst>
        <pc:spChg chg="mod">
          <ac:chgData name="Lucy Metcalfe" userId="3f57b64c-a3e0-43bb-b464-d2c22f71326d" providerId="ADAL" clId="{D1EB25C5-E13D-41A2-8FB2-3B1664120573}" dt="2026-02-04T12:03:00.596" v="1000" actId="20577"/>
          <ac:spMkLst>
            <pc:docMk/>
            <pc:sldMk cId="1552656204" sldId="291"/>
            <ac:spMk id="2" creationId="{D52DE525-A5A4-8648-91B8-72D0BAC82815}"/>
          </ac:spMkLst>
        </pc:spChg>
        <pc:spChg chg="del">
          <ac:chgData name="Lucy Metcalfe" userId="3f57b64c-a3e0-43bb-b464-d2c22f71326d" providerId="ADAL" clId="{D1EB25C5-E13D-41A2-8FB2-3B1664120573}" dt="2026-02-04T12:02:14.761" v="962"/>
          <ac:spMkLst>
            <pc:docMk/>
            <pc:sldMk cId="1552656204" sldId="291"/>
            <ac:spMk id="3" creationId="{42DCDFC3-BA45-A94A-AFC2-CEA4E27AF5EA}"/>
          </ac:spMkLst>
        </pc:spChg>
        <pc:spChg chg="add del">
          <ac:chgData name="Lucy Metcalfe" userId="3f57b64c-a3e0-43bb-b464-d2c22f71326d" providerId="ADAL" clId="{D1EB25C5-E13D-41A2-8FB2-3B1664120573}" dt="2026-02-04T12:02:49.933" v="964" actId="478"/>
          <ac:spMkLst>
            <pc:docMk/>
            <pc:sldMk cId="1552656204" sldId="291"/>
            <ac:spMk id="2054" creationId="{549716ED-5181-38D9-4421-EDB883555D43}"/>
          </ac:spMkLst>
        </pc:spChg>
        <pc:spChg chg="add">
          <ac:chgData name="Lucy Metcalfe" userId="3f57b64c-a3e0-43bb-b464-d2c22f71326d" providerId="ADAL" clId="{D1EB25C5-E13D-41A2-8FB2-3B1664120573}" dt="2026-02-04T12:02:46.453" v="963" actId="26606"/>
          <ac:spMkLst>
            <pc:docMk/>
            <pc:sldMk cId="1552656204" sldId="291"/>
            <ac:spMk id="2057" creationId="{A4FB2F27-3F7D-440E-A905-86607A926A29}"/>
          </ac:spMkLst>
        </pc:spChg>
        <pc:spChg chg="add">
          <ac:chgData name="Lucy Metcalfe" userId="3f57b64c-a3e0-43bb-b464-d2c22f71326d" providerId="ADAL" clId="{D1EB25C5-E13D-41A2-8FB2-3B1664120573}" dt="2026-02-04T12:02:46.453" v="963" actId="26606"/>
          <ac:spMkLst>
            <pc:docMk/>
            <pc:sldMk cId="1552656204" sldId="291"/>
            <ac:spMk id="2059" creationId="{AF678C14-A033-4139-BCA9-8382B039648B}"/>
          </ac:spMkLst>
        </pc:spChg>
        <pc:grpChg chg="add">
          <ac:chgData name="Lucy Metcalfe" userId="3f57b64c-a3e0-43bb-b464-d2c22f71326d" providerId="ADAL" clId="{D1EB25C5-E13D-41A2-8FB2-3B1664120573}" dt="2026-02-04T12:02:46.453" v="963" actId="26606"/>
          <ac:grpSpMkLst>
            <pc:docMk/>
            <pc:sldMk cId="1552656204" sldId="291"/>
            <ac:grpSpMk id="2061" creationId="{118CCFCC-37BE-4D59-9025-3B554F8B5F96}"/>
          </ac:grpSpMkLst>
        </pc:grpChg>
        <pc:picChg chg="add mod">
          <ac:chgData name="Lucy Metcalfe" userId="3f57b64c-a3e0-43bb-b464-d2c22f71326d" providerId="ADAL" clId="{D1EB25C5-E13D-41A2-8FB2-3B1664120573}" dt="2026-02-04T12:02:51.643" v="965" actId="1076"/>
          <ac:picMkLst>
            <pc:docMk/>
            <pc:sldMk cId="1552656204" sldId="291"/>
            <ac:picMk id="2050" creationId="{A91989DC-6219-D377-16C4-ED2799E8C08C}"/>
          </ac:picMkLst>
        </pc:picChg>
      </pc:sldChg>
      <pc:sldChg chg="addSp modSp new mod">
        <pc:chgData name="Lucy Metcalfe" userId="3f57b64c-a3e0-43bb-b464-d2c22f71326d" providerId="ADAL" clId="{D1EB25C5-E13D-41A2-8FB2-3B1664120573}" dt="2026-02-04T12:05:11.329" v="1237" actId="1076"/>
        <pc:sldMkLst>
          <pc:docMk/>
          <pc:sldMk cId="190786691" sldId="292"/>
        </pc:sldMkLst>
        <pc:spChg chg="mod">
          <ac:chgData name="Lucy Metcalfe" userId="3f57b64c-a3e0-43bb-b464-d2c22f71326d" providerId="ADAL" clId="{D1EB25C5-E13D-41A2-8FB2-3B1664120573}" dt="2026-02-04T12:04:14.966" v="1023" actId="20577"/>
          <ac:spMkLst>
            <pc:docMk/>
            <pc:sldMk cId="190786691" sldId="292"/>
            <ac:spMk id="2" creationId="{2EA51835-21C3-75C3-35FE-7C56ADF36B05}"/>
          </ac:spMkLst>
        </pc:spChg>
        <pc:spChg chg="mod">
          <ac:chgData name="Lucy Metcalfe" userId="3f57b64c-a3e0-43bb-b464-d2c22f71326d" providerId="ADAL" clId="{D1EB25C5-E13D-41A2-8FB2-3B1664120573}" dt="2026-02-04T12:05:03.586" v="1233" actId="1076"/>
          <ac:spMkLst>
            <pc:docMk/>
            <pc:sldMk cId="190786691" sldId="292"/>
            <ac:spMk id="3" creationId="{C7761C10-F9B0-7DC9-9275-10689510BE7E}"/>
          </ac:spMkLst>
        </pc:spChg>
        <pc:picChg chg="add mod">
          <ac:chgData name="Lucy Metcalfe" userId="3f57b64c-a3e0-43bb-b464-d2c22f71326d" providerId="ADAL" clId="{D1EB25C5-E13D-41A2-8FB2-3B1664120573}" dt="2026-02-04T12:05:03.586" v="1233" actId="1076"/>
          <ac:picMkLst>
            <pc:docMk/>
            <pc:sldMk cId="190786691" sldId="292"/>
            <ac:picMk id="4098" creationId="{2AE21DAF-2A95-5C2F-7BB2-547223F7D662}"/>
          </ac:picMkLst>
        </pc:picChg>
        <pc:picChg chg="add mod">
          <ac:chgData name="Lucy Metcalfe" userId="3f57b64c-a3e0-43bb-b464-d2c22f71326d" providerId="ADAL" clId="{D1EB25C5-E13D-41A2-8FB2-3B1664120573}" dt="2026-02-04T12:05:11.329" v="1237" actId="1076"/>
          <ac:picMkLst>
            <pc:docMk/>
            <pc:sldMk cId="190786691" sldId="292"/>
            <ac:picMk id="4100" creationId="{F2AF0279-B154-9736-61F2-D19152C1CAB3}"/>
          </ac:picMkLst>
        </pc:picChg>
      </pc:sldChg>
      <pc:sldChg chg="addSp modSp new mod">
        <pc:chgData name="Lucy Metcalfe" userId="3f57b64c-a3e0-43bb-b464-d2c22f71326d" providerId="ADAL" clId="{D1EB25C5-E13D-41A2-8FB2-3B1664120573}" dt="2026-02-04T12:06:06.714" v="1351" actId="1076"/>
        <pc:sldMkLst>
          <pc:docMk/>
          <pc:sldMk cId="3762102007" sldId="293"/>
        </pc:sldMkLst>
        <pc:spChg chg="mod">
          <ac:chgData name="Lucy Metcalfe" userId="3f57b64c-a3e0-43bb-b464-d2c22f71326d" providerId="ADAL" clId="{D1EB25C5-E13D-41A2-8FB2-3B1664120573}" dt="2026-02-04T12:05:19.447" v="1250" actId="20577"/>
          <ac:spMkLst>
            <pc:docMk/>
            <pc:sldMk cId="3762102007" sldId="293"/>
            <ac:spMk id="2" creationId="{4AEC6F06-FF18-51A8-7D2B-C2D802665C2F}"/>
          </ac:spMkLst>
        </pc:spChg>
        <pc:spChg chg="mod">
          <ac:chgData name="Lucy Metcalfe" userId="3f57b64c-a3e0-43bb-b464-d2c22f71326d" providerId="ADAL" clId="{D1EB25C5-E13D-41A2-8FB2-3B1664120573}" dt="2026-02-04T12:05:53.563" v="1347" actId="313"/>
          <ac:spMkLst>
            <pc:docMk/>
            <pc:sldMk cId="3762102007" sldId="293"/>
            <ac:spMk id="3" creationId="{CB28E236-1613-F34E-2D11-24E5AEE7C96F}"/>
          </ac:spMkLst>
        </pc:spChg>
        <pc:picChg chg="add mod">
          <ac:chgData name="Lucy Metcalfe" userId="3f57b64c-a3e0-43bb-b464-d2c22f71326d" providerId="ADAL" clId="{D1EB25C5-E13D-41A2-8FB2-3B1664120573}" dt="2026-02-04T12:06:06.714" v="1351" actId="1076"/>
          <ac:picMkLst>
            <pc:docMk/>
            <pc:sldMk cId="3762102007" sldId="293"/>
            <ac:picMk id="5122" creationId="{34B15108-3B43-B58B-4E25-C5D5C422D5E1}"/>
          </ac:picMkLst>
        </pc:picChg>
      </pc:sldChg>
      <pc:sldChg chg="addSp modSp new mod">
        <pc:chgData name="Lucy Metcalfe" userId="3f57b64c-a3e0-43bb-b464-d2c22f71326d" providerId="ADAL" clId="{D1EB25C5-E13D-41A2-8FB2-3B1664120573}" dt="2026-02-04T12:07:08.601" v="1489" actId="1076"/>
        <pc:sldMkLst>
          <pc:docMk/>
          <pc:sldMk cId="933193162" sldId="294"/>
        </pc:sldMkLst>
        <pc:spChg chg="mod">
          <ac:chgData name="Lucy Metcalfe" userId="3f57b64c-a3e0-43bb-b464-d2c22f71326d" providerId="ADAL" clId="{D1EB25C5-E13D-41A2-8FB2-3B1664120573}" dt="2026-02-04T12:06:18.292" v="1353"/>
          <ac:spMkLst>
            <pc:docMk/>
            <pc:sldMk cId="933193162" sldId="294"/>
            <ac:spMk id="2" creationId="{60A532B4-0ED6-B3AE-C534-6AE9C18FCD83}"/>
          </ac:spMkLst>
        </pc:spChg>
        <pc:spChg chg="mod">
          <ac:chgData name="Lucy Metcalfe" userId="3f57b64c-a3e0-43bb-b464-d2c22f71326d" providerId="ADAL" clId="{D1EB25C5-E13D-41A2-8FB2-3B1664120573}" dt="2026-02-04T12:06:57.670" v="1485" actId="20577"/>
          <ac:spMkLst>
            <pc:docMk/>
            <pc:sldMk cId="933193162" sldId="294"/>
            <ac:spMk id="3" creationId="{A6355A31-2AE1-B46D-1943-1D92394A211E}"/>
          </ac:spMkLst>
        </pc:spChg>
        <pc:picChg chg="add mod">
          <ac:chgData name="Lucy Metcalfe" userId="3f57b64c-a3e0-43bb-b464-d2c22f71326d" providerId="ADAL" clId="{D1EB25C5-E13D-41A2-8FB2-3B1664120573}" dt="2026-02-04T12:07:08.601" v="1489" actId="1076"/>
          <ac:picMkLst>
            <pc:docMk/>
            <pc:sldMk cId="933193162" sldId="294"/>
            <ac:picMk id="6146" creationId="{33B95EC8-8E9D-05B7-044B-902B8A5E39F5}"/>
          </ac:picMkLst>
        </pc:picChg>
      </pc:sldChg>
      <pc:sldChg chg="modSp new mod">
        <pc:chgData name="Lucy Metcalfe" userId="3f57b64c-a3e0-43bb-b464-d2c22f71326d" providerId="ADAL" clId="{D1EB25C5-E13D-41A2-8FB2-3B1664120573}" dt="2026-02-04T12:15:31.398" v="1905" actId="313"/>
        <pc:sldMkLst>
          <pc:docMk/>
          <pc:sldMk cId="4212235226" sldId="295"/>
        </pc:sldMkLst>
        <pc:spChg chg="mod">
          <ac:chgData name="Lucy Metcalfe" userId="3f57b64c-a3e0-43bb-b464-d2c22f71326d" providerId="ADAL" clId="{D1EB25C5-E13D-41A2-8FB2-3B1664120573}" dt="2026-02-04T12:14:47.993" v="1801"/>
          <ac:spMkLst>
            <pc:docMk/>
            <pc:sldMk cId="4212235226" sldId="295"/>
            <ac:spMk id="2" creationId="{17753024-98AA-2924-F4A8-F1235B10E355}"/>
          </ac:spMkLst>
        </pc:spChg>
        <pc:spChg chg="mod">
          <ac:chgData name="Lucy Metcalfe" userId="3f57b64c-a3e0-43bb-b464-d2c22f71326d" providerId="ADAL" clId="{D1EB25C5-E13D-41A2-8FB2-3B1664120573}" dt="2026-02-04T12:15:31.398" v="1905" actId="313"/>
          <ac:spMkLst>
            <pc:docMk/>
            <pc:sldMk cId="4212235226" sldId="295"/>
            <ac:spMk id="3" creationId="{004A8F1C-9FE9-971A-821B-447F0A5471BC}"/>
          </ac:spMkLst>
        </pc:spChg>
      </pc:sldChg>
      <pc:sldChg chg="modSp new mod">
        <pc:chgData name="Lucy Metcalfe" userId="3f57b64c-a3e0-43bb-b464-d2c22f71326d" providerId="ADAL" clId="{D1EB25C5-E13D-41A2-8FB2-3B1664120573}" dt="2026-02-04T12:22:53.563" v="2048" actId="313"/>
        <pc:sldMkLst>
          <pc:docMk/>
          <pc:sldMk cId="222375386" sldId="296"/>
        </pc:sldMkLst>
        <pc:spChg chg="mod">
          <ac:chgData name="Lucy Metcalfe" userId="3f57b64c-a3e0-43bb-b464-d2c22f71326d" providerId="ADAL" clId="{D1EB25C5-E13D-41A2-8FB2-3B1664120573}" dt="2026-02-04T12:22:15.969" v="1927" actId="20577"/>
          <ac:spMkLst>
            <pc:docMk/>
            <pc:sldMk cId="222375386" sldId="296"/>
            <ac:spMk id="2" creationId="{1ED688AE-B34B-9E98-3343-9FF87EDEC689}"/>
          </ac:spMkLst>
        </pc:spChg>
        <pc:spChg chg="mod">
          <ac:chgData name="Lucy Metcalfe" userId="3f57b64c-a3e0-43bb-b464-d2c22f71326d" providerId="ADAL" clId="{D1EB25C5-E13D-41A2-8FB2-3B1664120573}" dt="2026-02-04T12:22:53.563" v="2048" actId="313"/>
          <ac:spMkLst>
            <pc:docMk/>
            <pc:sldMk cId="222375386" sldId="296"/>
            <ac:spMk id="3" creationId="{CAD7821F-2ECB-528B-D042-902AB14D1405}"/>
          </ac:spMkLst>
        </pc:spChg>
      </pc:sldChg>
      <pc:sldChg chg="modSp new mod">
        <pc:chgData name="Lucy Metcalfe" userId="3f57b64c-a3e0-43bb-b464-d2c22f71326d" providerId="ADAL" clId="{D1EB25C5-E13D-41A2-8FB2-3B1664120573}" dt="2026-02-04T12:25:19.579" v="2210" actId="20577"/>
        <pc:sldMkLst>
          <pc:docMk/>
          <pc:sldMk cId="1363051019" sldId="297"/>
        </pc:sldMkLst>
        <pc:spChg chg="mod">
          <ac:chgData name="Lucy Metcalfe" userId="3f57b64c-a3e0-43bb-b464-d2c22f71326d" providerId="ADAL" clId="{D1EB25C5-E13D-41A2-8FB2-3B1664120573}" dt="2026-02-04T12:24:34.247" v="2088"/>
          <ac:spMkLst>
            <pc:docMk/>
            <pc:sldMk cId="1363051019" sldId="297"/>
            <ac:spMk id="2" creationId="{BED1E118-5AFB-3AA1-E1C8-0938CACCE6C1}"/>
          </ac:spMkLst>
        </pc:spChg>
        <pc:spChg chg="mod">
          <ac:chgData name="Lucy Metcalfe" userId="3f57b64c-a3e0-43bb-b464-d2c22f71326d" providerId="ADAL" clId="{D1EB25C5-E13D-41A2-8FB2-3B1664120573}" dt="2026-02-04T12:25:19.579" v="2210" actId="20577"/>
          <ac:spMkLst>
            <pc:docMk/>
            <pc:sldMk cId="1363051019" sldId="297"/>
            <ac:spMk id="3" creationId="{7164D4E9-F6CD-1C4E-FFEB-3044C4A232EB}"/>
          </ac:spMkLst>
        </pc:spChg>
      </pc:sldChg>
      <pc:sldChg chg="addSp modSp new mod">
        <pc:chgData name="Lucy Metcalfe" userId="3f57b64c-a3e0-43bb-b464-d2c22f71326d" providerId="ADAL" clId="{D1EB25C5-E13D-41A2-8FB2-3B1664120573}" dt="2026-02-04T12:27:16.360" v="2236" actId="1076"/>
        <pc:sldMkLst>
          <pc:docMk/>
          <pc:sldMk cId="4054526629" sldId="298"/>
        </pc:sldMkLst>
        <pc:spChg chg="mod">
          <ac:chgData name="Lucy Metcalfe" userId="3f57b64c-a3e0-43bb-b464-d2c22f71326d" providerId="ADAL" clId="{D1EB25C5-E13D-41A2-8FB2-3B1664120573}" dt="2026-02-04T12:25:42.252" v="2223" actId="20577"/>
          <ac:spMkLst>
            <pc:docMk/>
            <pc:sldMk cId="4054526629" sldId="298"/>
            <ac:spMk id="2" creationId="{0E9A9692-B633-6B3E-8E05-1814043E188D}"/>
          </ac:spMkLst>
        </pc:spChg>
        <pc:spChg chg="mod">
          <ac:chgData name="Lucy Metcalfe" userId="3f57b64c-a3e0-43bb-b464-d2c22f71326d" providerId="ADAL" clId="{D1EB25C5-E13D-41A2-8FB2-3B1664120573}" dt="2026-02-04T12:26:19.994" v="2234" actId="27636"/>
          <ac:spMkLst>
            <pc:docMk/>
            <pc:sldMk cId="4054526629" sldId="298"/>
            <ac:spMk id="3" creationId="{CBBBE0D7-F4D7-53EE-8F1C-395F25275C1E}"/>
          </ac:spMkLst>
        </pc:spChg>
        <pc:spChg chg="add mod">
          <ac:chgData name="Lucy Metcalfe" userId="3f57b64c-a3e0-43bb-b464-d2c22f71326d" providerId="ADAL" clId="{D1EB25C5-E13D-41A2-8FB2-3B1664120573}" dt="2026-02-04T12:27:16.360" v="2236" actId="1076"/>
          <ac:spMkLst>
            <pc:docMk/>
            <pc:sldMk cId="4054526629" sldId="298"/>
            <ac:spMk id="4" creationId="{104A89DC-1266-9702-A843-1FD24B995F0F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16206E-7B03-4861-925B-69B03BE4863E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286B8FE-D450-487E-8A34-2E3443D81CC7}">
      <dgm:prSet/>
      <dgm:spPr/>
      <dgm:t>
        <a:bodyPr/>
        <a:lstStyle/>
        <a:p>
          <a:r>
            <a:rPr lang="en-GB"/>
            <a:t>Objectivity</a:t>
          </a:r>
          <a:endParaRPr lang="en-US"/>
        </a:p>
      </dgm:t>
    </dgm:pt>
    <dgm:pt modelId="{F25785EA-5DF5-49B1-94BE-EB16352660D8}" type="parTrans" cxnId="{9548DAC0-9A3A-4454-BB84-FBD4D1007234}">
      <dgm:prSet/>
      <dgm:spPr/>
      <dgm:t>
        <a:bodyPr/>
        <a:lstStyle/>
        <a:p>
          <a:endParaRPr lang="en-US"/>
        </a:p>
      </dgm:t>
    </dgm:pt>
    <dgm:pt modelId="{F157BC9F-F345-48AD-9081-D98321F3C1B5}" type="sibTrans" cxnId="{9548DAC0-9A3A-4454-BB84-FBD4D1007234}">
      <dgm:prSet/>
      <dgm:spPr/>
      <dgm:t>
        <a:bodyPr/>
        <a:lstStyle/>
        <a:p>
          <a:endParaRPr lang="en-US"/>
        </a:p>
      </dgm:t>
    </dgm:pt>
    <dgm:pt modelId="{249AC83C-DB8F-42FF-BFCB-BF4248AA19F9}">
      <dgm:prSet/>
      <dgm:spPr/>
      <dgm:t>
        <a:bodyPr/>
        <a:lstStyle/>
        <a:p>
          <a:r>
            <a:rPr lang="en-GB"/>
            <a:t>Replicability</a:t>
          </a:r>
          <a:endParaRPr lang="en-US"/>
        </a:p>
      </dgm:t>
    </dgm:pt>
    <dgm:pt modelId="{FB1E00F3-3F99-4C6B-BCC8-CFEA348F59E7}" type="parTrans" cxnId="{963C5F3A-EE7E-440A-9104-8BF7A09549BA}">
      <dgm:prSet/>
      <dgm:spPr/>
      <dgm:t>
        <a:bodyPr/>
        <a:lstStyle/>
        <a:p>
          <a:endParaRPr lang="en-US"/>
        </a:p>
      </dgm:t>
    </dgm:pt>
    <dgm:pt modelId="{AD12316F-A7BD-474B-A93B-FE0AE1BE2288}" type="sibTrans" cxnId="{963C5F3A-EE7E-440A-9104-8BF7A09549BA}">
      <dgm:prSet/>
      <dgm:spPr/>
      <dgm:t>
        <a:bodyPr/>
        <a:lstStyle/>
        <a:p>
          <a:endParaRPr lang="en-US"/>
        </a:p>
      </dgm:t>
    </dgm:pt>
    <dgm:pt modelId="{A30A1C97-075A-4798-B9DD-7E1A60FC0B0E}">
      <dgm:prSet/>
      <dgm:spPr/>
      <dgm:t>
        <a:bodyPr/>
        <a:lstStyle/>
        <a:p>
          <a:r>
            <a:rPr lang="en-GB"/>
            <a:t>Use of statistics</a:t>
          </a:r>
          <a:endParaRPr lang="en-US"/>
        </a:p>
      </dgm:t>
    </dgm:pt>
    <dgm:pt modelId="{E77D2A60-63B9-4B57-B2BB-1990D7C8955B}" type="parTrans" cxnId="{D7949205-E9C5-4D7E-A2AB-4E4B1CCF5274}">
      <dgm:prSet/>
      <dgm:spPr/>
      <dgm:t>
        <a:bodyPr/>
        <a:lstStyle/>
        <a:p>
          <a:endParaRPr lang="en-US"/>
        </a:p>
      </dgm:t>
    </dgm:pt>
    <dgm:pt modelId="{7D840A6C-6398-491B-B2FC-06FCD4C54D51}" type="sibTrans" cxnId="{D7949205-E9C5-4D7E-A2AB-4E4B1CCF5274}">
      <dgm:prSet/>
      <dgm:spPr/>
      <dgm:t>
        <a:bodyPr/>
        <a:lstStyle/>
        <a:p>
          <a:endParaRPr lang="en-US"/>
        </a:p>
      </dgm:t>
    </dgm:pt>
    <dgm:pt modelId="{D4731249-3427-4ED9-8670-BF4933AE0F69}">
      <dgm:prSet/>
      <dgm:spPr/>
      <dgm:t>
        <a:bodyPr/>
        <a:lstStyle/>
        <a:p>
          <a:r>
            <a:rPr lang="en-GB"/>
            <a:t>Structured methods</a:t>
          </a:r>
          <a:endParaRPr lang="en-US"/>
        </a:p>
      </dgm:t>
    </dgm:pt>
    <dgm:pt modelId="{A2719DDA-6B7E-4927-886F-0919D149488C}" type="parTrans" cxnId="{FF7CFFD9-E5F7-42F7-84C3-65C39C46F278}">
      <dgm:prSet/>
      <dgm:spPr/>
      <dgm:t>
        <a:bodyPr/>
        <a:lstStyle/>
        <a:p>
          <a:endParaRPr lang="en-US"/>
        </a:p>
      </dgm:t>
    </dgm:pt>
    <dgm:pt modelId="{E6BA250A-4761-40EA-B028-11E64D49B851}" type="sibTrans" cxnId="{FF7CFFD9-E5F7-42F7-84C3-65C39C46F278}">
      <dgm:prSet/>
      <dgm:spPr/>
      <dgm:t>
        <a:bodyPr/>
        <a:lstStyle/>
        <a:p>
          <a:endParaRPr lang="en-US"/>
        </a:p>
      </dgm:t>
    </dgm:pt>
    <dgm:pt modelId="{F99396E5-D86E-4214-9540-BCB4FE321CC6}" type="pres">
      <dgm:prSet presAssocID="{7D16206E-7B03-4861-925B-69B03BE4863E}" presName="vert0" presStyleCnt="0">
        <dgm:presLayoutVars>
          <dgm:dir/>
          <dgm:animOne val="branch"/>
          <dgm:animLvl val="lvl"/>
        </dgm:presLayoutVars>
      </dgm:prSet>
      <dgm:spPr/>
    </dgm:pt>
    <dgm:pt modelId="{B32E81E6-801F-40BC-B758-76C4E27ECE20}" type="pres">
      <dgm:prSet presAssocID="{3286B8FE-D450-487E-8A34-2E3443D81CC7}" presName="thickLine" presStyleLbl="alignNode1" presStyleIdx="0" presStyleCnt="4"/>
      <dgm:spPr/>
    </dgm:pt>
    <dgm:pt modelId="{D4E816A8-A2E4-4C6C-A3D3-B956E3654570}" type="pres">
      <dgm:prSet presAssocID="{3286B8FE-D450-487E-8A34-2E3443D81CC7}" presName="horz1" presStyleCnt="0"/>
      <dgm:spPr/>
    </dgm:pt>
    <dgm:pt modelId="{81381ADF-2CD6-48C9-8CF4-E23246E8D837}" type="pres">
      <dgm:prSet presAssocID="{3286B8FE-D450-487E-8A34-2E3443D81CC7}" presName="tx1" presStyleLbl="revTx" presStyleIdx="0" presStyleCnt="4"/>
      <dgm:spPr/>
    </dgm:pt>
    <dgm:pt modelId="{2FFA0BD5-D007-41B5-9FD4-FB8CCE3B4A65}" type="pres">
      <dgm:prSet presAssocID="{3286B8FE-D450-487E-8A34-2E3443D81CC7}" presName="vert1" presStyleCnt="0"/>
      <dgm:spPr/>
    </dgm:pt>
    <dgm:pt modelId="{98CF3F3E-80CD-45DD-AFEF-29140368CC3A}" type="pres">
      <dgm:prSet presAssocID="{249AC83C-DB8F-42FF-BFCB-BF4248AA19F9}" presName="thickLine" presStyleLbl="alignNode1" presStyleIdx="1" presStyleCnt="4"/>
      <dgm:spPr/>
    </dgm:pt>
    <dgm:pt modelId="{1FDCA96E-33E2-4387-9389-7D38B063F3A1}" type="pres">
      <dgm:prSet presAssocID="{249AC83C-DB8F-42FF-BFCB-BF4248AA19F9}" presName="horz1" presStyleCnt="0"/>
      <dgm:spPr/>
    </dgm:pt>
    <dgm:pt modelId="{9B5D27EB-111F-48DB-BE7F-324A6B47D998}" type="pres">
      <dgm:prSet presAssocID="{249AC83C-DB8F-42FF-BFCB-BF4248AA19F9}" presName="tx1" presStyleLbl="revTx" presStyleIdx="1" presStyleCnt="4"/>
      <dgm:spPr/>
    </dgm:pt>
    <dgm:pt modelId="{EB7E8B91-2124-41C2-A99A-91A5078593F0}" type="pres">
      <dgm:prSet presAssocID="{249AC83C-DB8F-42FF-BFCB-BF4248AA19F9}" presName="vert1" presStyleCnt="0"/>
      <dgm:spPr/>
    </dgm:pt>
    <dgm:pt modelId="{32CC8A15-E050-4445-A9CC-C7CD6A79EDA0}" type="pres">
      <dgm:prSet presAssocID="{A30A1C97-075A-4798-B9DD-7E1A60FC0B0E}" presName="thickLine" presStyleLbl="alignNode1" presStyleIdx="2" presStyleCnt="4"/>
      <dgm:spPr/>
    </dgm:pt>
    <dgm:pt modelId="{AFE09F92-A161-4BAD-BECA-015E8E323AA0}" type="pres">
      <dgm:prSet presAssocID="{A30A1C97-075A-4798-B9DD-7E1A60FC0B0E}" presName="horz1" presStyleCnt="0"/>
      <dgm:spPr/>
    </dgm:pt>
    <dgm:pt modelId="{E610A498-C218-4B5E-B986-36CCF7780411}" type="pres">
      <dgm:prSet presAssocID="{A30A1C97-075A-4798-B9DD-7E1A60FC0B0E}" presName="tx1" presStyleLbl="revTx" presStyleIdx="2" presStyleCnt="4"/>
      <dgm:spPr/>
    </dgm:pt>
    <dgm:pt modelId="{D2008B7B-D263-42AC-AEDB-BBEEC21DBCD7}" type="pres">
      <dgm:prSet presAssocID="{A30A1C97-075A-4798-B9DD-7E1A60FC0B0E}" presName="vert1" presStyleCnt="0"/>
      <dgm:spPr/>
    </dgm:pt>
    <dgm:pt modelId="{F7F5D1F4-80E7-4C86-931D-ADE170F743E9}" type="pres">
      <dgm:prSet presAssocID="{D4731249-3427-4ED9-8670-BF4933AE0F69}" presName="thickLine" presStyleLbl="alignNode1" presStyleIdx="3" presStyleCnt="4"/>
      <dgm:spPr/>
    </dgm:pt>
    <dgm:pt modelId="{C989E43D-7393-4195-A5FA-9D65C94F64CA}" type="pres">
      <dgm:prSet presAssocID="{D4731249-3427-4ED9-8670-BF4933AE0F69}" presName="horz1" presStyleCnt="0"/>
      <dgm:spPr/>
    </dgm:pt>
    <dgm:pt modelId="{DD241D62-B6A7-4730-9ADE-371EDD303D87}" type="pres">
      <dgm:prSet presAssocID="{D4731249-3427-4ED9-8670-BF4933AE0F69}" presName="tx1" presStyleLbl="revTx" presStyleIdx="3" presStyleCnt="4"/>
      <dgm:spPr/>
    </dgm:pt>
    <dgm:pt modelId="{48B44E44-870A-476E-A8CC-2FF0C7DD78AB}" type="pres">
      <dgm:prSet presAssocID="{D4731249-3427-4ED9-8670-BF4933AE0F69}" presName="vert1" presStyleCnt="0"/>
      <dgm:spPr/>
    </dgm:pt>
  </dgm:ptLst>
  <dgm:cxnLst>
    <dgm:cxn modelId="{D7949205-E9C5-4D7E-A2AB-4E4B1CCF5274}" srcId="{7D16206E-7B03-4861-925B-69B03BE4863E}" destId="{A30A1C97-075A-4798-B9DD-7E1A60FC0B0E}" srcOrd="2" destOrd="0" parTransId="{E77D2A60-63B9-4B57-B2BB-1990D7C8955B}" sibTransId="{7D840A6C-6398-491B-B2FC-06FCD4C54D51}"/>
    <dgm:cxn modelId="{6BB81E13-B036-47EF-AB6C-51C78B14AE99}" type="presOf" srcId="{249AC83C-DB8F-42FF-BFCB-BF4248AA19F9}" destId="{9B5D27EB-111F-48DB-BE7F-324A6B47D998}" srcOrd="0" destOrd="0" presId="urn:microsoft.com/office/officeart/2008/layout/LinedList"/>
    <dgm:cxn modelId="{853E0B34-7D49-42A1-9858-98B336FD9894}" type="presOf" srcId="{7D16206E-7B03-4861-925B-69B03BE4863E}" destId="{F99396E5-D86E-4214-9540-BCB4FE321CC6}" srcOrd="0" destOrd="0" presId="urn:microsoft.com/office/officeart/2008/layout/LinedList"/>
    <dgm:cxn modelId="{963C5F3A-EE7E-440A-9104-8BF7A09549BA}" srcId="{7D16206E-7B03-4861-925B-69B03BE4863E}" destId="{249AC83C-DB8F-42FF-BFCB-BF4248AA19F9}" srcOrd="1" destOrd="0" parTransId="{FB1E00F3-3F99-4C6B-BCC8-CFEA348F59E7}" sibTransId="{AD12316F-A7BD-474B-A93B-FE0AE1BE2288}"/>
    <dgm:cxn modelId="{08FB4664-7031-4B17-942D-5286D71FEC81}" type="presOf" srcId="{A30A1C97-075A-4798-B9DD-7E1A60FC0B0E}" destId="{E610A498-C218-4B5E-B986-36CCF7780411}" srcOrd="0" destOrd="0" presId="urn:microsoft.com/office/officeart/2008/layout/LinedList"/>
    <dgm:cxn modelId="{29D3BA8A-57B4-4AF7-ADA4-A04C6348D82D}" type="presOf" srcId="{D4731249-3427-4ED9-8670-BF4933AE0F69}" destId="{DD241D62-B6A7-4730-9ADE-371EDD303D87}" srcOrd="0" destOrd="0" presId="urn:microsoft.com/office/officeart/2008/layout/LinedList"/>
    <dgm:cxn modelId="{3749FBBF-B9FA-443F-8760-8BB788F323C5}" type="presOf" srcId="{3286B8FE-D450-487E-8A34-2E3443D81CC7}" destId="{81381ADF-2CD6-48C9-8CF4-E23246E8D837}" srcOrd="0" destOrd="0" presId="urn:microsoft.com/office/officeart/2008/layout/LinedList"/>
    <dgm:cxn modelId="{9548DAC0-9A3A-4454-BB84-FBD4D1007234}" srcId="{7D16206E-7B03-4861-925B-69B03BE4863E}" destId="{3286B8FE-D450-487E-8A34-2E3443D81CC7}" srcOrd="0" destOrd="0" parTransId="{F25785EA-5DF5-49B1-94BE-EB16352660D8}" sibTransId="{F157BC9F-F345-48AD-9081-D98321F3C1B5}"/>
    <dgm:cxn modelId="{FF7CFFD9-E5F7-42F7-84C3-65C39C46F278}" srcId="{7D16206E-7B03-4861-925B-69B03BE4863E}" destId="{D4731249-3427-4ED9-8670-BF4933AE0F69}" srcOrd="3" destOrd="0" parTransId="{A2719DDA-6B7E-4927-886F-0919D149488C}" sibTransId="{E6BA250A-4761-40EA-B028-11E64D49B851}"/>
    <dgm:cxn modelId="{4CA84BAE-E74E-4273-8419-4578D5BB28B6}" type="presParOf" srcId="{F99396E5-D86E-4214-9540-BCB4FE321CC6}" destId="{B32E81E6-801F-40BC-B758-76C4E27ECE20}" srcOrd="0" destOrd="0" presId="urn:microsoft.com/office/officeart/2008/layout/LinedList"/>
    <dgm:cxn modelId="{47BFC4F6-0433-4654-BAD1-724678BFF6FD}" type="presParOf" srcId="{F99396E5-D86E-4214-9540-BCB4FE321CC6}" destId="{D4E816A8-A2E4-4C6C-A3D3-B956E3654570}" srcOrd="1" destOrd="0" presId="urn:microsoft.com/office/officeart/2008/layout/LinedList"/>
    <dgm:cxn modelId="{8899F7CC-0901-47E1-8ACB-F2F6C7209884}" type="presParOf" srcId="{D4E816A8-A2E4-4C6C-A3D3-B956E3654570}" destId="{81381ADF-2CD6-48C9-8CF4-E23246E8D837}" srcOrd="0" destOrd="0" presId="urn:microsoft.com/office/officeart/2008/layout/LinedList"/>
    <dgm:cxn modelId="{15C99659-53E3-46C7-A862-7B1088744690}" type="presParOf" srcId="{D4E816A8-A2E4-4C6C-A3D3-B956E3654570}" destId="{2FFA0BD5-D007-41B5-9FD4-FB8CCE3B4A65}" srcOrd="1" destOrd="0" presId="urn:microsoft.com/office/officeart/2008/layout/LinedList"/>
    <dgm:cxn modelId="{9B9476F4-92C7-485D-B692-1B4C7AD9333C}" type="presParOf" srcId="{F99396E5-D86E-4214-9540-BCB4FE321CC6}" destId="{98CF3F3E-80CD-45DD-AFEF-29140368CC3A}" srcOrd="2" destOrd="0" presId="urn:microsoft.com/office/officeart/2008/layout/LinedList"/>
    <dgm:cxn modelId="{42DBABA2-E3CF-4130-A585-A7D9CD6D12EC}" type="presParOf" srcId="{F99396E5-D86E-4214-9540-BCB4FE321CC6}" destId="{1FDCA96E-33E2-4387-9389-7D38B063F3A1}" srcOrd="3" destOrd="0" presId="urn:microsoft.com/office/officeart/2008/layout/LinedList"/>
    <dgm:cxn modelId="{165647B4-6E2B-4C75-A44D-3BAF35EB6108}" type="presParOf" srcId="{1FDCA96E-33E2-4387-9389-7D38B063F3A1}" destId="{9B5D27EB-111F-48DB-BE7F-324A6B47D998}" srcOrd="0" destOrd="0" presId="urn:microsoft.com/office/officeart/2008/layout/LinedList"/>
    <dgm:cxn modelId="{A60CFF6C-881C-4F18-881E-C4E4B4DD3C23}" type="presParOf" srcId="{1FDCA96E-33E2-4387-9389-7D38B063F3A1}" destId="{EB7E8B91-2124-41C2-A99A-91A5078593F0}" srcOrd="1" destOrd="0" presId="urn:microsoft.com/office/officeart/2008/layout/LinedList"/>
    <dgm:cxn modelId="{AB0A2659-CAD7-4A79-AAFB-B076396FD48A}" type="presParOf" srcId="{F99396E5-D86E-4214-9540-BCB4FE321CC6}" destId="{32CC8A15-E050-4445-A9CC-C7CD6A79EDA0}" srcOrd="4" destOrd="0" presId="urn:microsoft.com/office/officeart/2008/layout/LinedList"/>
    <dgm:cxn modelId="{27477CF1-E43C-4F60-A3B1-2FCB2A1B7E74}" type="presParOf" srcId="{F99396E5-D86E-4214-9540-BCB4FE321CC6}" destId="{AFE09F92-A161-4BAD-BECA-015E8E323AA0}" srcOrd="5" destOrd="0" presId="urn:microsoft.com/office/officeart/2008/layout/LinedList"/>
    <dgm:cxn modelId="{F09A36CE-8152-4EB3-A200-7E24262F27D1}" type="presParOf" srcId="{AFE09F92-A161-4BAD-BECA-015E8E323AA0}" destId="{E610A498-C218-4B5E-B986-36CCF7780411}" srcOrd="0" destOrd="0" presId="urn:microsoft.com/office/officeart/2008/layout/LinedList"/>
    <dgm:cxn modelId="{36C221BD-3D46-4FD3-A649-76EF3F24F526}" type="presParOf" srcId="{AFE09F92-A161-4BAD-BECA-015E8E323AA0}" destId="{D2008B7B-D263-42AC-AEDB-BBEEC21DBCD7}" srcOrd="1" destOrd="0" presId="urn:microsoft.com/office/officeart/2008/layout/LinedList"/>
    <dgm:cxn modelId="{EB470FF1-D8DE-4F9D-AF45-AD8F1B7CA523}" type="presParOf" srcId="{F99396E5-D86E-4214-9540-BCB4FE321CC6}" destId="{F7F5D1F4-80E7-4C86-931D-ADE170F743E9}" srcOrd="6" destOrd="0" presId="urn:microsoft.com/office/officeart/2008/layout/LinedList"/>
    <dgm:cxn modelId="{A3605EAC-9A95-4928-B876-5A72D7D0BC61}" type="presParOf" srcId="{F99396E5-D86E-4214-9540-BCB4FE321CC6}" destId="{C989E43D-7393-4195-A5FA-9D65C94F64CA}" srcOrd="7" destOrd="0" presId="urn:microsoft.com/office/officeart/2008/layout/LinedList"/>
    <dgm:cxn modelId="{19A43478-B881-44A2-83DE-67C691B0E4BE}" type="presParOf" srcId="{C989E43D-7393-4195-A5FA-9D65C94F64CA}" destId="{DD241D62-B6A7-4730-9ADE-371EDD303D87}" srcOrd="0" destOrd="0" presId="urn:microsoft.com/office/officeart/2008/layout/LinedList"/>
    <dgm:cxn modelId="{61D747BD-33E4-4F11-B950-7CC2753C07AC}" type="presParOf" srcId="{C989E43D-7393-4195-A5FA-9D65C94F64CA}" destId="{48B44E44-870A-476E-A8CC-2FF0C7DD78A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2E81E6-801F-40BC-B758-76C4E27ECE20}">
      <dsp:nvSpPr>
        <dsp:cNvPr id="0" name=""/>
        <dsp:cNvSpPr/>
      </dsp:nvSpPr>
      <dsp:spPr>
        <a:xfrm>
          <a:off x="0" y="0"/>
          <a:ext cx="700377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381ADF-2CD6-48C9-8CF4-E23246E8D837}">
      <dsp:nvSpPr>
        <dsp:cNvPr id="0" name=""/>
        <dsp:cNvSpPr/>
      </dsp:nvSpPr>
      <dsp:spPr>
        <a:xfrm>
          <a:off x="0" y="0"/>
          <a:ext cx="7003777" cy="1460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7170" tIns="217170" rIns="217170" bIns="217170" numCol="1" spcCol="1270" anchor="t" anchorCtr="0">
          <a:noAutofit/>
        </a:bodyPr>
        <a:lstStyle/>
        <a:p>
          <a:pPr marL="0" lvl="0" indent="0" algn="l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700" kern="1200"/>
            <a:t>Objectivity</a:t>
          </a:r>
          <a:endParaRPr lang="en-US" sz="5700" kern="1200"/>
        </a:p>
      </dsp:txBody>
      <dsp:txXfrm>
        <a:off x="0" y="0"/>
        <a:ext cx="7003777" cy="1460901"/>
      </dsp:txXfrm>
    </dsp:sp>
    <dsp:sp modelId="{98CF3F3E-80CD-45DD-AFEF-29140368CC3A}">
      <dsp:nvSpPr>
        <dsp:cNvPr id="0" name=""/>
        <dsp:cNvSpPr/>
      </dsp:nvSpPr>
      <dsp:spPr>
        <a:xfrm>
          <a:off x="0" y="1460901"/>
          <a:ext cx="700377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5D27EB-111F-48DB-BE7F-324A6B47D998}">
      <dsp:nvSpPr>
        <dsp:cNvPr id="0" name=""/>
        <dsp:cNvSpPr/>
      </dsp:nvSpPr>
      <dsp:spPr>
        <a:xfrm>
          <a:off x="0" y="1460901"/>
          <a:ext cx="7003777" cy="1460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7170" tIns="217170" rIns="217170" bIns="217170" numCol="1" spcCol="1270" anchor="t" anchorCtr="0">
          <a:noAutofit/>
        </a:bodyPr>
        <a:lstStyle/>
        <a:p>
          <a:pPr marL="0" lvl="0" indent="0" algn="l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700" kern="1200"/>
            <a:t>Replicability</a:t>
          </a:r>
          <a:endParaRPr lang="en-US" sz="5700" kern="1200"/>
        </a:p>
      </dsp:txBody>
      <dsp:txXfrm>
        <a:off x="0" y="1460901"/>
        <a:ext cx="7003777" cy="1460901"/>
      </dsp:txXfrm>
    </dsp:sp>
    <dsp:sp modelId="{32CC8A15-E050-4445-A9CC-C7CD6A79EDA0}">
      <dsp:nvSpPr>
        <dsp:cNvPr id="0" name=""/>
        <dsp:cNvSpPr/>
      </dsp:nvSpPr>
      <dsp:spPr>
        <a:xfrm>
          <a:off x="0" y="2921802"/>
          <a:ext cx="700377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10A498-C218-4B5E-B986-36CCF7780411}">
      <dsp:nvSpPr>
        <dsp:cNvPr id="0" name=""/>
        <dsp:cNvSpPr/>
      </dsp:nvSpPr>
      <dsp:spPr>
        <a:xfrm>
          <a:off x="0" y="2921802"/>
          <a:ext cx="7003777" cy="1460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7170" tIns="217170" rIns="217170" bIns="217170" numCol="1" spcCol="1270" anchor="t" anchorCtr="0">
          <a:noAutofit/>
        </a:bodyPr>
        <a:lstStyle/>
        <a:p>
          <a:pPr marL="0" lvl="0" indent="0" algn="l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700" kern="1200"/>
            <a:t>Use of statistics</a:t>
          </a:r>
          <a:endParaRPr lang="en-US" sz="5700" kern="1200"/>
        </a:p>
      </dsp:txBody>
      <dsp:txXfrm>
        <a:off x="0" y="2921802"/>
        <a:ext cx="7003777" cy="1460901"/>
      </dsp:txXfrm>
    </dsp:sp>
    <dsp:sp modelId="{F7F5D1F4-80E7-4C86-931D-ADE170F743E9}">
      <dsp:nvSpPr>
        <dsp:cNvPr id="0" name=""/>
        <dsp:cNvSpPr/>
      </dsp:nvSpPr>
      <dsp:spPr>
        <a:xfrm>
          <a:off x="0" y="4382703"/>
          <a:ext cx="700377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241D62-B6A7-4730-9ADE-371EDD303D87}">
      <dsp:nvSpPr>
        <dsp:cNvPr id="0" name=""/>
        <dsp:cNvSpPr/>
      </dsp:nvSpPr>
      <dsp:spPr>
        <a:xfrm>
          <a:off x="0" y="4382703"/>
          <a:ext cx="7003777" cy="1460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7170" tIns="217170" rIns="217170" bIns="217170" numCol="1" spcCol="1270" anchor="t" anchorCtr="0">
          <a:noAutofit/>
        </a:bodyPr>
        <a:lstStyle/>
        <a:p>
          <a:pPr marL="0" lvl="0" indent="0" algn="l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700" kern="1200"/>
            <a:t>Structured methods</a:t>
          </a:r>
          <a:endParaRPr lang="en-US" sz="5700" kern="1200"/>
        </a:p>
      </dsp:txBody>
      <dsp:txXfrm>
        <a:off x="0" y="4382703"/>
        <a:ext cx="7003777" cy="14609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25C28A-CC28-4BD2-B7CD-6DF1BA1D3B5D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4A7E45-1336-4A47-8C15-EF4B6E9596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642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A7E45-1336-4A47-8C15-EF4B6E95961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1348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222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11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106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8695" y="1825625"/>
            <a:ext cx="556110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56110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947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125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56" y="1752600"/>
            <a:ext cx="5532319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6" y="2666999"/>
            <a:ext cx="5532319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561106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561106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911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8693" y="6416675"/>
            <a:ext cx="2921715" cy="365125"/>
          </a:xfrm>
        </p:spPr>
        <p:txBody>
          <a:bodyPr/>
          <a:lstStyle/>
          <a:p>
            <a:fld id="{3AB41CFF-90C9-47B3-9DA1-F2BF8D839F7E}" type="datetime1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58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008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496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374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059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778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425450"/>
            <a:ext cx="112746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94" y="1949450"/>
            <a:ext cx="11274612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8694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166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0106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 descr="A picture containing sitting&#10;&#10;Description automatically generated">
            <a:extLst>
              <a:ext uri="{FF2B5EF4-FFF2-40B4-BE49-F238E27FC236}">
                <a16:creationId xmlns:a16="http://schemas.microsoft.com/office/drawing/2014/main" id="{BC526B7A-4801-4FD1-95C8-03AF22629E87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209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80" r:id="rId8"/>
    <p:sldLayoutId id="2147483781" r:id="rId9"/>
    <p:sldLayoutId id="2147483782" r:id="rId10"/>
    <p:sldLayoutId id="214748379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10E06F9-9F12-4D1B-92C0-4B30818D0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A29CF3-8B8B-4DDF-A19B-72E0059DD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4177A4-68D8-4A35-9315-688593C4E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744909"/>
            <a:ext cx="5562600" cy="2607891"/>
          </a:xfrm>
        </p:spPr>
        <p:txBody>
          <a:bodyPr anchor="b">
            <a:normAutofit/>
          </a:bodyPr>
          <a:lstStyle/>
          <a:p>
            <a:pPr algn="l"/>
            <a:r>
              <a:rPr lang="en-GB" dirty="0"/>
              <a:t>Lecture 2 PT5053</a:t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F271CB-DD89-6217-06A8-68859DD20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49650"/>
            <a:ext cx="5562599" cy="2670175"/>
          </a:xfrm>
        </p:spPr>
        <p:txBody>
          <a:bodyPr anchor="t">
            <a:normAutofit lnSpcReduction="10000"/>
          </a:bodyPr>
          <a:lstStyle/>
          <a:p>
            <a:pPr algn="l"/>
            <a:r>
              <a:rPr lang="en-GB" sz="2200" dirty="0"/>
              <a:t>Quantitative Research Designs in Healthcare</a:t>
            </a:r>
          </a:p>
          <a:p>
            <a:pPr algn="l"/>
            <a:r>
              <a:rPr lang="en-GB" sz="2200" dirty="0"/>
              <a:t>Lucy Metcalfe</a:t>
            </a:r>
          </a:p>
          <a:p>
            <a:pPr algn="l"/>
            <a:r>
              <a:rPr lang="en-GB" sz="2200" dirty="0"/>
              <a:t>Senior Physiotherapy Lecturer </a:t>
            </a:r>
          </a:p>
          <a:p>
            <a:pPr algn="l"/>
            <a:endParaRPr lang="en-GB" sz="2200" dirty="0"/>
          </a:p>
          <a:p>
            <a:pPr algn="l"/>
            <a:r>
              <a:rPr lang="en-GB" sz="2200" dirty="0"/>
              <a:t>lmetcalfe1@londonmet.ac.uk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C96D671-CB09-4A40-87DE-E5042068B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8167025" y="76200"/>
            <a:ext cx="3997615" cy="6816079"/>
            <a:chOff x="8059620" y="41922"/>
            <a:chExt cx="3997615" cy="6816077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1A0628A-CD3B-450E-BF5A-04678A41E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18" b="17291"/>
            <a:stretch/>
          </p:blipFill>
          <p:spPr>
            <a:xfrm flipH="1">
              <a:off x="8059620" y="1345934"/>
              <a:ext cx="3997615" cy="5512065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96386AA-8B39-4EAE-8E84-F62C12CCE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690"/>
            <a:stretch/>
          </p:blipFill>
          <p:spPr>
            <a:xfrm>
              <a:off x="8915400" y="41922"/>
              <a:ext cx="3141835" cy="6816077"/>
            </a:xfrm>
            <a:prstGeom prst="rect">
              <a:avLst/>
            </a:prstGeom>
          </p:spPr>
        </p:pic>
      </p:grpSp>
      <p:pic>
        <p:nvPicPr>
          <p:cNvPr id="4" name="Picture 3" descr="A colourful light bulb with business icons">
            <a:extLst>
              <a:ext uri="{FF2B5EF4-FFF2-40B4-BE49-F238E27FC236}">
                <a16:creationId xmlns:a16="http://schemas.microsoft.com/office/drawing/2014/main" id="{C57DEAB9-F9CA-BB33-1DE8-BC13EF4C484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13443" r="16555" b="-3"/>
          <a:stretch>
            <a:fillRect/>
          </a:stretch>
        </p:blipFill>
        <p:spPr>
          <a:xfrm>
            <a:off x="6671775" y="891938"/>
            <a:ext cx="5046291" cy="5046291"/>
          </a:xfrm>
          <a:custGeom>
            <a:avLst/>
            <a:gdLst/>
            <a:ahLst/>
            <a:cxnLst/>
            <a:rect l="l" t="t" r="r" b="b"/>
            <a:pathLst>
              <a:path w="4800600" h="4800600">
                <a:moveTo>
                  <a:pt x="2400300" y="0"/>
                </a:moveTo>
                <a:cubicBezTo>
                  <a:pt x="3725949" y="0"/>
                  <a:pt x="4800600" y="1074651"/>
                  <a:pt x="4800600" y="2400300"/>
                </a:cubicBezTo>
                <a:cubicBezTo>
                  <a:pt x="4800600" y="3725949"/>
                  <a:pt x="3725949" y="4800600"/>
                  <a:pt x="2400300" y="4800600"/>
                </a:cubicBezTo>
                <a:cubicBezTo>
                  <a:pt x="1074651" y="4800600"/>
                  <a:pt x="0" y="3725949"/>
                  <a:pt x="0" y="2400300"/>
                </a:cubicBezTo>
                <a:cubicBezTo>
                  <a:pt x="0" y="1074651"/>
                  <a:pt x="1074651" y="0"/>
                  <a:pt x="240030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73234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29DA5-DADA-DB0B-8043-1779EFDC3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Purpose of Quantitative Research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6ED2A-222C-94CF-F01D-C465E3BC4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Quantitative research is about measuring, counting and testing relationships using numerical data.</a:t>
            </a:r>
          </a:p>
          <a:p>
            <a:r>
              <a:rPr lang="en-GB" dirty="0"/>
              <a:t>Its purpose includes:</a:t>
            </a:r>
          </a:p>
          <a:p>
            <a:pPr>
              <a:buFontTx/>
              <a:buChar char="-"/>
            </a:pPr>
            <a:r>
              <a:rPr lang="en-GB" dirty="0"/>
              <a:t>Describing phenomena numerically (e.g. prevalence of LBP)</a:t>
            </a:r>
          </a:p>
          <a:p>
            <a:pPr>
              <a:buFontTx/>
              <a:buChar char="-"/>
            </a:pPr>
            <a:r>
              <a:rPr lang="en-GB" dirty="0"/>
              <a:t>Testing hypotheses and identifying cause-effect relationships</a:t>
            </a:r>
          </a:p>
          <a:p>
            <a:pPr>
              <a:buFontTx/>
              <a:buChar char="-"/>
            </a:pPr>
            <a:r>
              <a:rPr lang="en-GB" dirty="0"/>
              <a:t>Measuring change over time</a:t>
            </a:r>
          </a:p>
          <a:p>
            <a:pPr>
              <a:buFontTx/>
              <a:buChar char="-"/>
            </a:pPr>
            <a:r>
              <a:rPr lang="en-GB" dirty="0"/>
              <a:t>Predicting outcomes</a:t>
            </a:r>
          </a:p>
          <a:p>
            <a:pPr>
              <a:buFontTx/>
              <a:buChar char="-"/>
            </a:pPr>
            <a:r>
              <a:rPr lang="en-GB" dirty="0"/>
              <a:t>Generalising findings to wider populations </a:t>
            </a:r>
          </a:p>
        </p:txBody>
      </p:sp>
    </p:spTree>
    <p:extLst>
      <p:ext uri="{BB962C8B-B14F-4D97-AF65-F5344CB8AC3E}">
        <p14:creationId xmlns:p14="http://schemas.microsoft.com/office/powerpoint/2010/main" val="2417950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AB7BDB5-BE0D-446B-AA57-16A1D859E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3048" y="1"/>
            <a:ext cx="5236971" cy="6858000"/>
            <a:chOff x="20829" y="1"/>
            <a:chExt cx="5236971" cy="6857999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908FD00-E296-493C-89F7-EE7DB15D20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29" y="692703"/>
              <a:ext cx="5236971" cy="6165297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E9000E1-E55C-4724-B0E8-CC588826F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54" b="19117"/>
            <a:stretch/>
          </p:blipFill>
          <p:spPr>
            <a:xfrm rot="5400000">
              <a:off x="393956" y="-373126"/>
              <a:ext cx="4197222" cy="494347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F9A3921-3AC1-8D74-5FDC-AC66C7854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3352799" cy="5577934"/>
          </a:xfrm>
        </p:spPr>
        <p:txBody>
          <a:bodyPr>
            <a:normAutofit/>
          </a:bodyPr>
          <a:lstStyle/>
          <a:p>
            <a:r>
              <a:rPr lang="en-GB" sz="4000"/>
              <a:t>Quantitative research emphasises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14269F-ABFB-4F72-09C9-28E0E5A317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6539076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81318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1A17A-0C02-18F9-F674-C51AEB707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Common Quantitative Study Designs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50028-C569-6CE3-3A79-DB5EC63E2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Quantitative designs fall into two broad categories</a:t>
            </a:r>
          </a:p>
          <a:p>
            <a:endParaRPr lang="en-GB" dirty="0"/>
          </a:p>
          <a:p>
            <a:r>
              <a:rPr lang="en-GB" b="1" dirty="0"/>
              <a:t>A) Experimental Designs</a:t>
            </a:r>
          </a:p>
          <a:p>
            <a:r>
              <a:rPr lang="en-GB" i="1" dirty="0"/>
              <a:t>Research manipulate an intervention / exposure and control allocation</a:t>
            </a:r>
          </a:p>
          <a:p>
            <a:r>
              <a:rPr lang="en-GB" i="1" dirty="0"/>
              <a:t>RCT – Randomised Controlled Trials </a:t>
            </a:r>
          </a:p>
          <a:p>
            <a:r>
              <a:rPr lang="en-GB" i="1" dirty="0"/>
              <a:t>Evidence from RCTs is considered to be at the TOP of the evidence pyramid </a:t>
            </a:r>
          </a:p>
        </p:txBody>
      </p:sp>
    </p:spTree>
    <p:extLst>
      <p:ext uri="{BB962C8B-B14F-4D97-AF65-F5344CB8AC3E}">
        <p14:creationId xmlns:p14="http://schemas.microsoft.com/office/powerpoint/2010/main" val="2858688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3784B-D4AB-749C-16A4-D391D0106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Observational Designs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FC299-75B7-9B88-9A2F-47B75A9A5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Research observes what happens naturally without manipulating the exposure.</a:t>
            </a:r>
          </a:p>
          <a:p>
            <a:r>
              <a:rPr lang="en-GB" dirty="0"/>
              <a:t>Types of research:</a:t>
            </a:r>
          </a:p>
          <a:p>
            <a:pPr marL="514350" indent="-514350">
              <a:buAutoNum type="arabicPeriod"/>
            </a:pPr>
            <a:r>
              <a:rPr lang="en-GB" dirty="0"/>
              <a:t>Cohort Studies</a:t>
            </a:r>
          </a:p>
          <a:p>
            <a:pPr marL="514350" indent="-514350">
              <a:buAutoNum type="arabicPeriod"/>
            </a:pPr>
            <a:r>
              <a:rPr lang="en-GB" dirty="0"/>
              <a:t>Case control studies</a:t>
            </a:r>
          </a:p>
          <a:p>
            <a:pPr marL="514350" indent="-514350">
              <a:buAutoNum type="arabicPeriod"/>
            </a:pPr>
            <a:r>
              <a:rPr lang="en-GB" dirty="0"/>
              <a:t>Cross sectional studies </a:t>
            </a:r>
          </a:p>
        </p:txBody>
      </p:sp>
    </p:spTree>
    <p:extLst>
      <p:ext uri="{BB962C8B-B14F-4D97-AF65-F5344CB8AC3E}">
        <p14:creationId xmlns:p14="http://schemas.microsoft.com/office/powerpoint/2010/main" val="3523583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3081" name="Picture 3080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37FDDF72-DE39-4F99-A3C1-DD9D7815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5E4ECE80-3AD1-450C-B62A-98788F193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3074" name="Picture 2" descr="Evidence Pyramid - Nursing - Library Guides at UChicago">
            <a:extLst>
              <a:ext uri="{FF2B5EF4-FFF2-40B4-BE49-F238E27FC236}">
                <a16:creationId xmlns:a16="http://schemas.microsoft.com/office/drawing/2014/main" id="{C7A213B7-70EE-FCC9-BEF0-C060DB46A14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17" r="2" b="4491"/>
          <a:stretch>
            <a:fillRect/>
          </a:stretch>
        </p:blipFill>
        <p:spPr bwMode="auto">
          <a:xfrm>
            <a:off x="-2968" y="1386"/>
            <a:ext cx="12191980" cy="6856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9560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88D4F-4232-940A-440C-83A90E6F8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Randomised Controlled Trials RCTs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9A490-C5BE-318D-8214-AC92913FA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Definition</a:t>
            </a:r>
            <a:r>
              <a:rPr lang="en-GB" dirty="0"/>
              <a:t>: Are prospective studies that measure the effectiveness of a new treatment or intervention (Hariton and Locascio)</a:t>
            </a:r>
          </a:p>
          <a:p>
            <a:r>
              <a:rPr lang="en-GB" b="1" dirty="0"/>
              <a:t>Key Features:</a:t>
            </a:r>
          </a:p>
          <a:p>
            <a:pPr marL="514350" indent="-514350">
              <a:buAutoNum type="arabicPeriod"/>
            </a:pPr>
            <a:r>
              <a:rPr lang="en-GB" dirty="0"/>
              <a:t>Randomisation – balances participants characteristics between groups</a:t>
            </a:r>
          </a:p>
          <a:p>
            <a:pPr marL="514350" indent="-514350">
              <a:buAutoNum type="arabicPeriod"/>
            </a:pPr>
            <a:r>
              <a:rPr lang="en-GB" dirty="0"/>
              <a:t>Control or comparison group</a:t>
            </a:r>
          </a:p>
          <a:p>
            <a:pPr marL="514350" indent="-514350">
              <a:buAutoNum type="arabicPeriod"/>
            </a:pPr>
            <a:r>
              <a:rPr lang="en-GB" dirty="0"/>
              <a:t>Prospective Design</a:t>
            </a:r>
          </a:p>
          <a:p>
            <a:pPr marL="514350" indent="-514350">
              <a:buAutoNum type="arabicPeriod"/>
            </a:pPr>
            <a:r>
              <a:rPr lang="en-GB" dirty="0"/>
              <a:t>Often blinded (single / double) = participants, clinicians, researchers</a:t>
            </a:r>
          </a:p>
          <a:p>
            <a:r>
              <a:rPr lang="en-GB" dirty="0"/>
              <a:t>The RCT should have a very well defined, clear RCT protocol</a:t>
            </a:r>
          </a:p>
          <a:p>
            <a:endParaRPr lang="en-GB" dirty="0"/>
          </a:p>
          <a:p>
            <a:pPr marL="514350" indent="-514350"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8149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andomized Controlled Trial - Brookbush Institute">
            <a:extLst>
              <a:ext uri="{FF2B5EF4-FFF2-40B4-BE49-F238E27FC236}">
                <a16:creationId xmlns:a16="http://schemas.microsoft.com/office/drawing/2014/main" id="{1C05511B-3D8A-03B7-C6D3-74AFACC2E8E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03" y="263525"/>
            <a:ext cx="6293644" cy="419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andomised control trials- Techniques that transformed TB care |ForumIAS">
            <a:extLst>
              <a:ext uri="{FF2B5EF4-FFF2-40B4-BE49-F238E27FC236}">
                <a16:creationId xmlns:a16="http://schemas.microsoft.com/office/drawing/2014/main" id="{A95646E3-34A9-A898-6A09-E1C6A0C4D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0587" y="2940050"/>
            <a:ext cx="6971441" cy="391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4970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5F1FE-7FB4-BCAB-7287-B5084D72C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Randomised Control Trials RCTs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4C61F-B823-F647-2A92-8D69B2E81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694" y="1545174"/>
            <a:ext cx="11274612" cy="4908550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Researches must carefully define the:</a:t>
            </a:r>
          </a:p>
          <a:p>
            <a:pPr marL="514350" indent="-514350">
              <a:buAutoNum type="arabicPeriod"/>
            </a:pPr>
            <a:r>
              <a:rPr lang="en-GB" dirty="0"/>
              <a:t>Population</a:t>
            </a:r>
          </a:p>
          <a:p>
            <a:pPr marL="514350" indent="-514350">
              <a:buAutoNum type="arabicPeriod"/>
            </a:pPr>
            <a:r>
              <a:rPr lang="en-GB" dirty="0"/>
              <a:t>Inclusion and exclusion criteria</a:t>
            </a:r>
          </a:p>
          <a:p>
            <a:pPr marL="514350" indent="-514350">
              <a:buAutoNum type="arabicPeriod"/>
            </a:pPr>
            <a:r>
              <a:rPr lang="en-GB" dirty="0"/>
              <a:t>Process of randomisation</a:t>
            </a:r>
          </a:p>
          <a:p>
            <a:pPr marL="514350" indent="-514350">
              <a:buAutoNum type="arabicPeriod"/>
            </a:pPr>
            <a:r>
              <a:rPr lang="en-GB" dirty="0"/>
              <a:t>Allocation</a:t>
            </a:r>
          </a:p>
          <a:p>
            <a:pPr marL="514350" indent="-514350">
              <a:buAutoNum type="arabicPeriod"/>
            </a:pPr>
            <a:r>
              <a:rPr lang="en-GB" dirty="0"/>
              <a:t>Blinding of intervention</a:t>
            </a:r>
          </a:p>
          <a:p>
            <a:pPr marL="514350" indent="-514350">
              <a:buAutoNum type="arabicPeriod"/>
            </a:pPr>
            <a:r>
              <a:rPr lang="en-GB" dirty="0"/>
              <a:t>Treatment and control</a:t>
            </a:r>
          </a:p>
          <a:p>
            <a:pPr marL="514350" indent="-514350">
              <a:buAutoNum type="arabicPeriod"/>
            </a:pPr>
            <a:r>
              <a:rPr lang="en-GB" dirty="0"/>
              <a:t>Outcome of interest (outcome measures)</a:t>
            </a:r>
          </a:p>
          <a:p>
            <a:pPr marL="514350" indent="-514350">
              <a:buAutoNum type="arabicPeriod"/>
            </a:pPr>
            <a:r>
              <a:rPr lang="en-GB" dirty="0"/>
              <a:t>Sample size required using power calculation </a:t>
            </a:r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40744C-71B3-E3B0-BECD-B95BAFD015D2}"/>
              </a:ext>
            </a:extLst>
          </p:cNvPr>
          <p:cNvSpPr txBox="1"/>
          <p:nvPr/>
        </p:nvSpPr>
        <p:spPr>
          <a:xfrm>
            <a:off x="458694" y="6307574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(Hariton and Locascio; Bhide et al.)</a:t>
            </a:r>
          </a:p>
        </p:txBody>
      </p:sp>
    </p:spTree>
    <p:extLst>
      <p:ext uri="{BB962C8B-B14F-4D97-AF65-F5344CB8AC3E}">
        <p14:creationId xmlns:p14="http://schemas.microsoft.com/office/powerpoint/2010/main" val="1075972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7E6A6-0C33-C847-804A-679E8A955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RCT – Random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A337F-9623-F8D6-E81E-5A77B9E3E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Each of the eligible participants should have an equal chance to be allocated the intervention or not.</a:t>
            </a:r>
          </a:p>
          <a:p>
            <a:r>
              <a:rPr lang="en-GB" dirty="0"/>
              <a:t>Simplest way = parallel group design (intervention and control)</a:t>
            </a:r>
          </a:p>
          <a:p>
            <a:r>
              <a:rPr lang="en-GB" dirty="0"/>
              <a:t>If a particular baseline characteristic is of importance as will have an outcome on the results; it can be considered at randomisation</a:t>
            </a:r>
          </a:p>
          <a:p>
            <a:r>
              <a:rPr lang="en-GB" dirty="0"/>
              <a:t>Participants with or without baseline characteristics are randomly separated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F3BDD5-1FC9-EEA2-54EB-7DA4F0DB54BC}"/>
              </a:ext>
            </a:extLst>
          </p:cNvPr>
          <p:cNvSpPr txBox="1"/>
          <p:nvPr/>
        </p:nvSpPr>
        <p:spPr>
          <a:xfrm>
            <a:off x="458694" y="6307574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(Hariton and Locascio; Bhide et al.)</a:t>
            </a:r>
          </a:p>
        </p:txBody>
      </p:sp>
    </p:spTree>
    <p:extLst>
      <p:ext uri="{BB962C8B-B14F-4D97-AF65-F5344CB8AC3E}">
        <p14:creationId xmlns:p14="http://schemas.microsoft.com/office/powerpoint/2010/main" val="2666950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83FB0-2A1F-212A-CC0D-C61C7579B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Randomisation in RCT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D5DE8F-93AF-FF81-9361-518BE5DB8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1. Simple Randomisation: </a:t>
            </a:r>
            <a:r>
              <a:rPr lang="en-GB" dirty="0"/>
              <a:t>participants are assigned to treatment groups purely at random (random number generators). It can lead to imbalances in group sizes or characteristics – potentially affecting the validity of results. </a:t>
            </a:r>
          </a:p>
        </p:txBody>
      </p:sp>
      <p:pic>
        <p:nvPicPr>
          <p:cNvPr id="1030" name="Picture 6" descr="Randomization in Clinical Trials: Everything You Need to Know">
            <a:extLst>
              <a:ext uri="{FF2B5EF4-FFF2-40B4-BE49-F238E27FC236}">
                <a16:creationId xmlns:a16="http://schemas.microsoft.com/office/drawing/2014/main" id="{7B325427-D940-2B94-17C9-CDB1E5DC0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5925" y="3429000"/>
            <a:ext cx="4010025" cy="326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6502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8BE8C-3AF8-BC1D-2F83-B3562C9D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Randomisation in RCT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BDE49-8EFC-6C2A-8159-DC861C4EE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2. Stratified Randomisation: </a:t>
            </a:r>
            <a:r>
              <a:rPr lang="en-GB" dirty="0"/>
              <a:t>Accounts for specific variables such as age, gender, or baseline health conditions – that could influence treatment outcomes. </a:t>
            </a:r>
          </a:p>
          <a:p>
            <a:r>
              <a:rPr lang="en-GB" dirty="0"/>
              <a:t>Participants are grouped into strata based on these variables and randomised.</a:t>
            </a:r>
          </a:p>
          <a:p>
            <a:r>
              <a:rPr lang="en-GB" dirty="0"/>
              <a:t>This method reduces the risk of confounding and ensures a balance distribution of key characteristics across groups. </a:t>
            </a:r>
          </a:p>
        </p:txBody>
      </p:sp>
    </p:spTree>
    <p:extLst>
      <p:ext uri="{BB962C8B-B14F-4D97-AF65-F5344CB8AC3E}">
        <p14:creationId xmlns:p14="http://schemas.microsoft.com/office/powerpoint/2010/main" val="247327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A4FB2F27-3F7D-440E-A905-86607A92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AF678C14-A033-4139-BCA9-8382B0396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61" name="Group 2060">
            <a:extLst>
              <a:ext uri="{FF2B5EF4-FFF2-40B4-BE49-F238E27FC236}">
                <a16:creationId xmlns:a16="http://schemas.microsoft.com/office/drawing/2014/main" id="{118CCFCC-37BE-4D59-9025-3B554F8B5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8194385" y="0"/>
            <a:ext cx="3997615" cy="6816079"/>
            <a:chOff x="8059620" y="41922"/>
            <a:chExt cx="3997615" cy="6816077"/>
          </a:xfrm>
        </p:grpSpPr>
        <p:pic>
          <p:nvPicPr>
            <p:cNvPr id="2062" name="Picture 2061">
              <a:extLst>
                <a:ext uri="{FF2B5EF4-FFF2-40B4-BE49-F238E27FC236}">
                  <a16:creationId xmlns:a16="http://schemas.microsoft.com/office/drawing/2014/main" id="{5F7C1472-3879-4EA4-A74A-FD61F9C1AE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18" b="17291"/>
            <a:stretch/>
          </p:blipFill>
          <p:spPr>
            <a:xfrm flipH="1">
              <a:off x="8059620" y="1345934"/>
              <a:ext cx="3997615" cy="5512065"/>
            </a:xfrm>
            <a:prstGeom prst="rect">
              <a:avLst/>
            </a:prstGeom>
          </p:spPr>
        </p:pic>
        <p:pic>
          <p:nvPicPr>
            <p:cNvPr id="2063" name="Picture 2062">
              <a:extLst>
                <a:ext uri="{FF2B5EF4-FFF2-40B4-BE49-F238E27FC236}">
                  <a16:creationId xmlns:a16="http://schemas.microsoft.com/office/drawing/2014/main" id="{72808E72-61DC-4849-9CAC-C198B4CEE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690"/>
            <a:stretch/>
          </p:blipFill>
          <p:spPr>
            <a:xfrm>
              <a:off x="8915400" y="41922"/>
              <a:ext cx="3141835" cy="6816077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52DE525-A5A4-8648-91B8-72D0BAC82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1"/>
            <a:ext cx="10606072" cy="1066800"/>
          </a:xfrm>
        </p:spPr>
        <p:txBody>
          <a:bodyPr anchor="b">
            <a:normAutofit/>
          </a:bodyPr>
          <a:lstStyle/>
          <a:p>
            <a:pPr algn="ctr"/>
            <a:r>
              <a:rPr lang="en-GB" sz="4000" dirty="0"/>
              <a:t>Stratified Sampling - Randomisation</a:t>
            </a:r>
          </a:p>
        </p:txBody>
      </p:sp>
      <p:pic>
        <p:nvPicPr>
          <p:cNvPr id="2050" name="Picture 2" descr="Stratified Sampling | A Step-by-Step Guide with Examples">
            <a:extLst>
              <a:ext uri="{FF2B5EF4-FFF2-40B4-BE49-F238E27FC236}">
                <a16:creationId xmlns:a16="http://schemas.microsoft.com/office/drawing/2014/main" id="{A91989DC-6219-D377-16C4-ED2799E8C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12" r="2" b="15373"/>
          <a:stretch>
            <a:fillRect/>
          </a:stretch>
        </p:blipFill>
        <p:spPr bwMode="auto">
          <a:xfrm>
            <a:off x="47863" y="2324500"/>
            <a:ext cx="12186745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2656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53024-98AA-2924-F4A8-F1235B10E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Randomisation in RCT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A8F1C-9FE9-971A-821B-447F0A547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3. Blocked Randomisation: </a:t>
            </a:r>
            <a:r>
              <a:rPr lang="en-GB" dirty="0"/>
              <a:t>ensures equal number of patients in each study group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4212235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C818-EE5F-6DD6-3E60-B486A6F3C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RCT -  Blinding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28E2E-E153-CCC6-7264-C5C4AAEA1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eliminate </a:t>
            </a:r>
            <a:r>
              <a:rPr lang="en-GB" b="1" dirty="0"/>
              <a:t>BIAS</a:t>
            </a:r>
          </a:p>
          <a:p>
            <a:r>
              <a:rPr lang="en-GB" b="1" dirty="0"/>
              <a:t>Single blinded </a:t>
            </a:r>
            <a:r>
              <a:rPr lang="en-GB" dirty="0"/>
              <a:t>– participants blinded</a:t>
            </a:r>
          </a:p>
          <a:p>
            <a:r>
              <a:rPr lang="en-GB" b="1" dirty="0"/>
              <a:t>Double blinded </a:t>
            </a:r>
            <a:r>
              <a:rPr lang="en-GB" dirty="0"/>
              <a:t>– participants AND investigators blinded </a:t>
            </a:r>
          </a:p>
          <a:p>
            <a:r>
              <a:rPr lang="en-GB" dirty="0"/>
              <a:t>To eliminate unconscious information bias </a:t>
            </a:r>
          </a:p>
          <a:p>
            <a:r>
              <a:rPr lang="en-GB" dirty="0"/>
              <a:t>It is not always possible to blind the participants or investigators due to the nature of the RCT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FD3727-D3FC-F2AC-BFAC-D104E0443F53}"/>
              </a:ext>
            </a:extLst>
          </p:cNvPr>
          <p:cNvSpPr txBox="1"/>
          <p:nvPr/>
        </p:nvSpPr>
        <p:spPr>
          <a:xfrm>
            <a:off x="458694" y="6307574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(Hariton and Locascio; Bhide et al.)</a:t>
            </a:r>
          </a:p>
        </p:txBody>
      </p:sp>
    </p:spTree>
    <p:extLst>
      <p:ext uri="{BB962C8B-B14F-4D97-AF65-F5344CB8AC3E}">
        <p14:creationId xmlns:p14="http://schemas.microsoft.com/office/powerpoint/2010/main" val="2160816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51835-21C3-75C3-35FE-7C56ADF36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RCT Blinding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61C10-F9B0-7DC9-9275-10689510B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Single blinded: Participants do not know which group they have been placed in until the experience has finished</a:t>
            </a:r>
          </a:p>
          <a:p>
            <a:r>
              <a:rPr lang="en-GB" dirty="0"/>
              <a:t>Very difficult in physiotherapy research</a:t>
            </a:r>
          </a:p>
          <a:p>
            <a:r>
              <a:rPr lang="en-GB" dirty="0"/>
              <a:t>Most commonly used for medicine </a:t>
            </a:r>
          </a:p>
        </p:txBody>
      </p:sp>
      <p:pic>
        <p:nvPicPr>
          <p:cNvPr id="4100" name="Picture 4" descr="single-blind study">
            <a:extLst>
              <a:ext uri="{FF2B5EF4-FFF2-40B4-BE49-F238E27FC236}">
                <a16:creationId xmlns:a16="http://schemas.microsoft.com/office/drawing/2014/main" id="{F2AF0279-B154-9736-61F2-D19152C1C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115" y="2735715"/>
            <a:ext cx="6451685" cy="366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786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C6F06-FF18-51A8-7D2B-C2D802665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RCT Blinding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8E236-1613-F34E-2D11-24E5AEE7C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Double Blinding – the group assignment is hidden from both the participant and the researchers </a:t>
            </a:r>
          </a:p>
        </p:txBody>
      </p:sp>
      <p:pic>
        <p:nvPicPr>
          <p:cNvPr id="5122" name="Picture 2" descr="double-blind study">
            <a:extLst>
              <a:ext uri="{FF2B5EF4-FFF2-40B4-BE49-F238E27FC236}">
                <a16:creationId xmlns:a16="http://schemas.microsoft.com/office/drawing/2014/main" id="{34B15108-3B43-B58B-4E25-C5D5C422D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7619" y="3016918"/>
            <a:ext cx="6576762" cy="3735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21020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532B4-0ED6-B3AE-C534-6AE9C18FC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RCT Blinding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55A31-2AE1-B46D-1943-1D92394A2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Triple Blind Studies: Occurs when group assignment is hidden from the participants, researchers and data analysts </a:t>
            </a:r>
          </a:p>
        </p:txBody>
      </p:sp>
      <p:pic>
        <p:nvPicPr>
          <p:cNvPr id="6146" name="Picture 2" descr="triple-blind study">
            <a:extLst>
              <a:ext uri="{FF2B5EF4-FFF2-40B4-BE49-F238E27FC236}">
                <a16:creationId xmlns:a16="http://schemas.microsoft.com/office/drawing/2014/main" id="{33B95EC8-8E9D-05B7-044B-902B8A5E3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779" y="2958479"/>
            <a:ext cx="6865520" cy="3899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3193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1F2AC-4DBE-27DC-D519-F00190117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RCT – Collection of Outcome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ECF43-6506-A385-897E-36D9CEDCA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Primary and secondary outcomes should be collected by independent observers who are unaware of the allocation and treatment arms of the participants.</a:t>
            </a:r>
          </a:p>
          <a:p>
            <a:r>
              <a:rPr lang="en-GB" dirty="0"/>
              <a:t>Outcome measures taken at baseline, post intervention and follow up (long term if able)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906086-89EB-D764-B947-54CD765EA9D1}"/>
              </a:ext>
            </a:extLst>
          </p:cNvPr>
          <p:cNvSpPr txBox="1"/>
          <p:nvPr/>
        </p:nvSpPr>
        <p:spPr>
          <a:xfrm>
            <a:off x="458694" y="6307574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(Hariton and Locascio; Bhide et al.)</a:t>
            </a:r>
          </a:p>
        </p:txBody>
      </p:sp>
    </p:spTree>
    <p:extLst>
      <p:ext uri="{BB962C8B-B14F-4D97-AF65-F5344CB8AC3E}">
        <p14:creationId xmlns:p14="http://schemas.microsoft.com/office/powerpoint/2010/main" val="37921436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AF61D-7AD4-8A57-282B-9DE90A1CC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RCT – Sample Size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C18B8-9D0C-0C7B-5E6E-5786B6560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Aim: conduct a study that has adequate sample size and power so that the conclusions generated from the experiment can be applied with confidence</a:t>
            </a:r>
          </a:p>
          <a:p>
            <a:r>
              <a:rPr lang="en-GB" dirty="0"/>
              <a:t>The required sample size to test a hypothesis is governed by the effect size 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98C5E9-F8D1-FDC0-EEB2-252292BE1057}"/>
              </a:ext>
            </a:extLst>
          </p:cNvPr>
          <p:cNvSpPr txBox="1"/>
          <p:nvPr/>
        </p:nvSpPr>
        <p:spPr>
          <a:xfrm>
            <a:off x="458694" y="6307574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(Hariton and Locascio; Bhide et al.)</a:t>
            </a:r>
          </a:p>
        </p:txBody>
      </p:sp>
    </p:spTree>
    <p:extLst>
      <p:ext uri="{BB962C8B-B14F-4D97-AF65-F5344CB8AC3E}">
        <p14:creationId xmlns:p14="http://schemas.microsoft.com/office/powerpoint/2010/main" val="10446228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AB6EB-8D74-2B11-9E32-8C6E74E1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RCT – Power of a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3FF60-3DE8-4329-BAF3-3465FD608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there are significant differences in the primary outcome between the two groups, one can conclude that the difference is likely to be due to the intervention</a:t>
            </a:r>
          </a:p>
          <a:p>
            <a:r>
              <a:rPr lang="en-GB" dirty="0"/>
              <a:t>Significant = probability is &lt;0.05 (p) value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B1E671-A12F-E511-803C-2B893CBECCDD}"/>
              </a:ext>
            </a:extLst>
          </p:cNvPr>
          <p:cNvSpPr txBox="1"/>
          <p:nvPr/>
        </p:nvSpPr>
        <p:spPr>
          <a:xfrm>
            <a:off x="458694" y="6307574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(Hariton and Locascio; Bhide et al.)</a:t>
            </a:r>
          </a:p>
        </p:txBody>
      </p:sp>
    </p:spTree>
    <p:extLst>
      <p:ext uri="{BB962C8B-B14F-4D97-AF65-F5344CB8AC3E}">
        <p14:creationId xmlns:p14="http://schemas.microsoft.com/office/powerpoint/2010/main" val="2220382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A9668-352F-BAE6-FC75-419EBCBC9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Factors to consider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5510D-AA45-5B92-89D9-7433D53B5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694" y="1514476"/>
            <a:ext cx="11274612" cy="4630738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Bias: </a:t>
            </a:r>
            <a:r>
              <a:rPr lang="en-GB" dirty="0"/>
              <a:t>systematic tendency of any factors associated with the design, conduct, analysis, evaluation and interpretation of the results of a study to make the estimate of the effect of a treatment or intervention deviate from its true value. </a:t>
            </a:r>
          </a:p>
          <a:p>
            <a:r>
              <a:rPr lang="en-GB" b="1" dirty="0"/>
              <a:t>In Physiotherapy:</a:t>
            </a:r>
          </a:p>
          <a:p>
            <a:pPr>
              <a:buFontTx/>
              <a:buChar char="-"/>
            </a:pPr>
            <a:r>
              <a:rPr lang="en-GB" dirty="0"/>
              <a:t>Selection bias – non representative groups?</a:t>
            </a:r>
          </a:p>
          <a:p>
            <a:pPr>
              <a:buFontTx/>
              <a:buChar char="-"/>
            </a:pPr>
            <a:r>
              <a:rPr lang="en-GB" dirty="0"/>
              <a:t>Information bias – inaccurate measurement? </a:t>
            </a:r>
          </a:p>
          <a:p>
            <a:pPr>
              <a:buFontTx/>
              <a:buChar char="-"/>
            </a:pPr>
            <a:r>
              <a:rPr lang="en-GB" dirty="0"/>
              <a:t>Financial incentive? </a:t>
            </a:r>
          </a:p>
          <a:p>
            <a:pPr>
              <a:buFontTx/>
              <a:buChar char="-"/>
            </a:pPr>
            <a:r>
              <a:rPr lang="en-GB" dirty="0"/>
              <a:t>Treatment bias? </a:t>
            </a:r>
          </a:p>
          <a:p>
            <a:pPr>
              <a:buFontTx/>
              <a:buChar char="-"/>
            </a:pPr>
            <a:r>
              <a:rPr lang="en-GB" dirty="0"/>
              <a:t>Detection bias – lack of blinding?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FAFC8C-6A71-79FE-20B8-C74CD1B137AD}"/>
              </a:ext>
            </a:extLst>
          </p:cNvPr>
          <p:cNvSpPr txBox="1"/>
          <p:nvPr/>
        </p:nvSpPr>
        <p:spPr>
          <a:xfrm>
            <a:off x="458694" y="6307574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(Hariton and Locascio; Bhide et al.)</a:t>
            </a:r>
          </a:p>
        </p:txBody>
      </p:sp>
    </p:spTree>
    <p:extLst>
      <p:ext uri="{BB962C8B-B14F-4D97-AF65-F5344CB8AC3E}">
        <p14:creationId xmlns:p14="http://schemas.microsoft.com/office/powerpoint/2010/main" val="36811744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70563-7C58-5B10-691C-5DA9D23CC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Factors to consider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5B600-B637-BB68-868C-FF95070A1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694" y="1949450"/>
            <a:ext cx="11274612" cy="4694238"/>
          </a:xfrm>
        </p:spPr>
        <p:txBody>
          <a:bodyPr>
            <a:normAutofit/>
          </a:bodyPr>
          <a:lstStyle/>
          <a:p>
            <a:r>
              <a:rPr lang="en-GB" b="1" dirty="0"/>
              <a:t>Cofounding variable: </a:t>
            </a:r>
            <a:r>
              <a:rPr lang="en-GB" dirty="0"/>
              <a:t>a third factor related to both the EXPOSURE and the OUTCOME that distorts the true relationship </a:t>
            </a:r>
          </a:p>
          <a:p>
            <a:r>
              <a:rPr lang="en-GB" dirty="0"/>
              <a:t>E.g. Studying physio exercise &amp; recovery; but age affects both adherence and recovery (age is a confounder)</a:t>
            </a:r>
          </a:p>
          <a:p>
            <a:r>
              <a:rPr lang="en-GB" dirty="0"/>
              <a:t>Only way to eliminate these differences is to perform stratified randomisation to everyone</a:t>
            </a:r>
          </a:p>
          <a:p>
            <a:r>
              <a:rPr lang="en-GB" b="1" dirty="0"/>
              <a:t>Contextual Factors: </a:t>
            </a:r>
            <a:r>
              <a:rPr lang="en-GB" dirty="0"/>
              <a:t>home based bs clinic? Therapeutic alliance?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01581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ADDC-A9FB-0BEA-0EF7-26C87147E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Factors to consider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30F20-F37C-5F52-E0EC-FC6853392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Ethical: </a:t>
            </a:r>
            <a:r>
              <a:rPr lang="en-GB" dirty="0"/>
              <a:t>unethical to expose participants to any risk or burden from the research</a:t>
            </a:r>
          </a:p>
          <a:p>
            <a:r>
              <a:rPr lang="en-GB" dirty="0"/>
              <a:t>Gaining voluntary informed consent </a:t>
            </a:r>
          </a:p>
          <a:p>
            <a:r>
              <a:rPr lang="en-GB" b="1" dirty="0"/>
              <a:t>Participant drop out? </a:t>
            </a:r>
            <a:r>
              <a:rPr lang="en-GB" dirty="0"/>
              <a:t>Participant adherence</a:t>
            </a:r>
          </a:p>
          <a:p>
            <a:r>
              <a:rPr lang="en-GB" b="1" dirty="0"/>
              <a:t>Baseline characteristics? </a:t>
            </a:r>
          </a:p>
          <a:p>
            <a:r>
              <a:rPr lang="en-GB" b="1" dirty="0"/>
              <a:t>Population? </a:t>
            </a:r>
            <a:r>
              <a:rPr lang="en-GB" dirty="0"/>
              <a:t>Diverse population with the condition of interest required – reflect heterogeneous of population</a:t>
            </a:r>
          </a:p>
          <a:p>
            <a:r>
              <a:rPr lang="en-GB" b="1" dirty="0"/>
              <a:t>Adverse Events? </a:t>
            </a:r>
          </a:p>
        </p:txBody>
      </p:sp>
    </p:spTree>
    <p:extLst>
      <p:ext uri="{BB962C8B-B14F-4D97-AF65-F5344CB8AC3E}">
        <p14:creationId xmlns:p14="http://schemas.microsoft.com/office/powerpoint/2010/main" val="26432379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688AE-B34B-9E98-3343-9FF87EDEC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Factors to Consider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7821F-2ECB-528B-D042-902AB14D1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Relevance</a:t>
            </a:r>
            <a:r>
              <a:rPr lang="en-GB" dirty="0"/>
              <a:t> of the </a:t>
            </a:r>
            <a:r>
              <a:rPr lang="en-GB" b="1" dirty="0"/>
              <a:t>outcome measures </a:t>
            </a:r>
            <a:r>
              <a:rPr lang="en-GB" dirty="0"/>
              <a:t>are they assessing the important factors that are relevant to this study?</a:t>
            </a:r>
          </a:p>
          <a:p>
            <a:r>
              <a:rPr lang="en-GB" dirty="0"/>
              <a:t>Do they have?</a:t>
            </a:r>
          </a:p>
          <a:p>
            <a:pPr marL="514350" indent="-514350">
              <a:buAutoNum type="arabicPeriod"/>
            </a:pPr>
            <a:r>
              <a:rPr lang="en-GB" dirty="0"/>
              <a:t>Clinical relevance </a:t>
            </a:r>
          </a:p>
          <a:p>
            <a:pPr marL="514350" indent="-514350">
              <a:buAutoNum type="arabicPeriod"/>
            </a:pPr>
            <a:r>
              <a:rPr lang="en-GB" dirty="0"/>
              <a:t>Good reliability</a:t>
            </a:r>
          </a:p>
          <a:p>
            <a:pPr marL="514350" indent="-514350">
              <a:buAutoNum type="arabicPeriod"/>
            </a:pPr>
            <a:r>
              <a:rPr lang="en-GB" dirty="0"/>
              <a:t>Uniqueness</a:t>
            </a:r>
          </a:p>
          <a:p>
            <a:pPr marL="514350" indent="-514350">
              <a:buAutoNum type="arabicPeriod"/>
            </a:pPr>
            <a:r>
              <a:rPr lang="en-GB" dirty="0"/>
              <a:t>Availability for all patients </a:t>
            </a:r>
          </a:p>
        </p:txBody>
      </p:sp>
    </p:spTree>
    <p:extLst>
      <p:ext uri="{BB962C8B-B14F-4D97-AF65-F5344CB8AC3E}">
        <p14:creationId xmlns:p14="http://schemas.microsoft.com/office/powerpoint/2010/main" val="2223753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C1527-D258-5AD4-A150-B4996A684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Factors to consider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7E2E4-F5F6-697B-AE11-FFE1A6D91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694" y="1691323"/>
            <a:ext cx="11274612" cy="4679950"/>
          </a:xfrm>
        </p:spPr>
        <p:txBody>
          <a:bodyPr>
            <a:normAutofit/>
          </a:bodyPr>
          <a:lstStyle/>
          <a:p>
            <a:r>
              <a:rPr lang="en-GB" b="1" dirty="0"/>
              <a:t>Validity: Internal – can I trust the results?</a:t>
            </a:r>
          </a:p>
          <a:p>
            <a:r>
              <a:rPr lang="en-GB" b="1" dirty="0"/>
              <a:t>‘How confident can we be that the observed effect is due to the exposure / intervention?’</a:t>
            </a:r>
          </a:p>
          <a:p>
            <a:pPr>
              <a:buFontTx/>
              <a:buChar char="-"/>
            </a:pPr>
            <a:r>
              <a:rPr lang="en-GB" dirty="0"/>
              <a:t>E.g. Selection bias; measurement error; loss to follow up</a:t>
            </a:r>
          </a:p>
          <a:p>
            <a:r>
              <a:rPr lang="en-GB" b="1" dirty="0"/>
              <a:t>Validity: External </a:t>
            </a:r>
          </a:p>
          <a:p>
            <a:pPr marL="0" indent="0">
              <a:buNone/>
            </a:pPr>
            <a:r>
              <a:rPr lang="en-GB" b="1" dirty="0"/>
              <a:t>‘Can the findings be generalised to the wider population?’</a:t>
            </a:r>
          </a:p>
          <a:p>
            <a:pPr>
              <a:buFontTx/>
              <a:buChar char="-"/>
            </a:pPr>
            <a:r>
              <a:rPr lang="en-GB" dirty="0"/>
              <a:t>A value or quality that can vary between subjects and / or over time</a:t>
            </a:r>
          </a:p>
          <a:p>
            <a:pPr>
              <a:buFontTx/>
              <a:buChar char="-"/>
            </a:pPr>
            <a:r>
              <a:rPr lang="en-GB" dirty="0"/>
              <a:t>Participants characteristics; clinical setting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E83183-46CC-60DD-18FA-3AF317D4561E}"/>
              </a:ext>
            </a:extLst>
          </p:cNvPr>
          <p:cNvSpPr txBox="1"/>
          <p:nvPr/>
        </p:nvSpPr>
        <p:spPr>
          <a:xfrm>
            <a:off x="128588" y="6403340"/>
            <a:ext cx="4486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(Mann)</a:t>
            </a:r>
          </a:p>
        </p:txBody>
      </p:sp>
    </p:spTree>
    <p:extLst>
      <p:ext uri="{BB962C8B-B14F-4D97-AF65-F5344CB8AC3E}">
        <p14:creationId xmlns:p14="http://schemas.microsoft.com/office/powerpoint/2010/main" val="1508201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1E118-5AFB-3AA1-E1C8-0938CACCE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Factors to consider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4D4E9-F6CD-1C4E-FFEB-3044C4A23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Conflict of interest:</a:t>
            </a:r>
          </a:p>
          <a:p>
            <a:pPr marL="0" indent="0">
              <a:buNone/>
            </a:pPr>
            <a:r>
              <a:rPr lang="en-GB" dirty="0"/>
              <a:t>The authors report if there are any conflict of interest from the results of the study </a:t>
            </a:r>
          </a:p>
        </p:txBody>
      </p:sp>
    </p:spTree>
    <p:extLst>
      <p:ext uri="{BB962C8B-B14F-4D97-AF65-F5344CB8AC3E}">
        <p14:creationId xmlns:p14="http://schemas.microsoft.com/office/powerpoint/2010/main" val="13630510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A9692-B633-6B3E-8E05-1814043E1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BE0D7-F4D7-53EE-8F1C-395F25275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694" y="1949450"/>
            <a:ext cx="11274612" cy="4716045"/>
          </a:xfrm>
        </p:spPr>
        <p:txBody>
          <a:bodyPr>
            <a:normAutofit/>
          </a:bodyPr>
          <a:lstStyle/>
          <a:p>
            <a:r>
              <a:rPr lang="en-GB" dirty="0"/>
              <a:t>Patient assignment to groups of treatment must be characterised by unpredictability: allocation randomised and concealed until patients are assigned to a group.</a:t>
            </a:r>
          </a:p>
          <a:p>
            <a:r>
              <a:rPr lang="en-GB" dirty="0"/>
              <a:t>Blinding is the best way to avoid performance and detection bias. Studies should clearly state who was blinded (care providers, patients, outcome assessors and/or data analysts)</a:t>
            </a:r>
          </a:p>
          <a:p>
            <a:r>
              <a:rPr lang="en-GB" dirty="0"/>
              <a:t>The primary outcome must be unique, be clinically relevant, be available for all patients, have a good reliability and reproducibility and be used for sample size calculations.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04A89DC-1266-9702-A843-1FD24B995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2579" y="666549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Estellat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Torgerson and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Ravaud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2009)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5266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C261A-0F35-8D7A-D903-01D5F2FC2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Assessment 1: Critical Appraisal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48BD2-4707-CE85-BC64-065D16618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Think of these factors when completing the assessment 1</a:t>
            </a:r>
          </a:p>
          <a:p>
            <a:r>
              <a:rPr lang="en-GB" dirty="0"/>
              <a:t>RCT – CASP critical analysis </a:t>
            </a:r>
          </a:p>
        </p:txBody>
      </p:sp>
    </p:spTree>
    <p:extLst>
      <p:ext uri="{BB962C8B-B14F-4D97-AF65-F5344CB8AC3E}">
        <p14:creationId xmlns:p14="http://schemas.microsoft.com/office/powerpoint/2010/main" val="7760306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B4EC0-05E1-11FA-A335-848B8613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Qualitative Research – Observational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F317-54F7-4DDC-1D19-3B80CEAD9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Case control, cohort and cross-sectional studies are often referred to as OBSERVATIONAL studies</a:t>
            </a:r>
          </a:p>
          <a:p>
            <a:r>
              <a:rPr lang="en-GB" dirty="0"/>
              <a:t>This is because the investigator simply observes</a:t>
            </a:r>
          </a:p>
          <a:p>
            <a:r>
              <a:rPr lang="en-GB" dirty="0"/>
              <a:t>No interventions are carried out by the investigator </a:t>
            </a:r>
          </a:p>
          <a:p>
            <a:r>
              <a:rPr lang="en-GB" dirty="0"/>
              <a:t>Objective: Determine: prevalence, incidence, cause, prognosis, effect of treatment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7BE458-C115-6346-37AA-1C80BE51876C}"/>
              </a:ext>
            </a:extLst>
          </p:cNvPr>
          <p:cNvSpPr txBox="1"/>
          <p:nvPr/>
        </p:nvSpPr>
        <p:spPr>
          <a:xfrm>
            <a:off x="214313" y="6000750"/>
            <a:ext cx="4486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(Mann)</a:t>
            </a:r>
          </a:p>
        </p:txBody>
      </p:sp>
    </p:spTree>
    <p:extLst>
      <p:ext uri="{BB962C8B-B14F-4D97-AF65-F5344CB8AC3E}">
        <p14:creationId xmlns:p14="http://schemas.microsoft.com/office/powerpoint/2010/main" val="36204157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7FDDF72-DE39-4F99-A3C1-DD9D7815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4ECE80-3AD1-450C-B62A-98788F193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" name="Content Placeholder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2B218558-C7D7-D3FA-C96E-7CAECFCA90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/>
          </a:blip>
          <a:srcRect r="133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CE9B092E-D66A-4EA7-BBE1-CCA8B9061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8194385" y="0"/>
            <a:ext cx="3997615" cy="6816079"/>
            <a:chOff x="8059620" y="41922"/>
            <a:chExt cx="3997615" cy="6816077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4619ED9A-EBDC-4CCF-8262-9B63942F3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18" b="17291"/>
            <a:stretch/>
          </p:blipFill>
          <p:spPr>
            <a:xfrm flipH="1">
              <a:off x="8059620" y="1345934"/>
              <a:ext cx="3997615" cy="5512065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0654581-F706-475D-ABF0-14EE63DB76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690"/>
            <a:stretch/>
          </p:blipFill>
          <p:spPr>
            <a:xfrm>
              <a:off x="8915400" y="41922"/>
              <a:ext cx="3141835" cy="68160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21890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1C288-F4C9-0A47-8B75-B7ED5C840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Cohort Studies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EC3B1-5655-361B-AB0E-9E16F2D2C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The best method for determining the incidence and natural history of a condition</a:t>
            </a:r>
          </a:p>
          <a:p>
            <a:r>
              <a:rPr lang="en-GB" dirty="0"/>
              <a:t>The studies may be prospective or retrospective </a:t>
            </a:r>
          </a:p>
          <a:p>
            <a:r>
              <a:rPr lang="en-GB" b="1" dirty="0"/>
              <a:t>Prospective Cohort Studies: </a:t>
            </a:r>
            <a:r>
              <a:rPr lang="en-GB" i="1" dirty="0"/>
              <a:t>A group of people are chosen who do not have the outcome of interest (e.g. diabetes). The investigator then measures a variety of variables that might be relevant to the development of the condition</a:t>
            </a:r>
          </a:p>
          <a:p>
            <a:r>
              <a:rPr lang="en-GB" i="1" dirty="0"/>
              <a:t>Over a period, the people in the sample are observed to see whether they develop the outcome of interest (e.g. diabetes)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019648-07C5-34E7-58C2-C64F26DAE8CB}"/>
              </a:ext>
            </a:extLst>
          </p:cNvPr>
          <p:cNvSpPr txBox="1"/>
          <p:nvPr/>
        </p:nvSpPr>
        <p:spPr>
          <a:xfrm>
            <a:off x="185738" y="6307574"/>
            <a:ext cx="4486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(Mann)</a:t>
            </a:r>
          </a:p>
        </p:txBody>
      </p:sp>
    </p:spTree>
    <p:extLst>
      <p:ext uri="{BB962C8B-B14F-4D97-AF65-F5344CB8AC3E}">
        <p14:creationId xmlns:p14="http://schemas.microsoft.com/office/powerpoint/2010/main" val="37942853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105" name="Picture 4104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4107" name="Rectangle 4106">
            <a:extLst>
              <a:ext uri="{FF2B5EF4-FFF2-40B4-BE49-F238E27FC236}">
                <a16:creationId xmlns:a16="http://schemas.microsoft.com/office/drawing/2014/main" id="{37FDDF72-DE39-4F99-A3C1-DD9D7815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5E4ECE80-3AD1-450C-B62A-98788F193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098" name="Picture 2" descr="Cohort Study: Definition, Designs &amp; Examples">
            <a:extLst>
              <a:ext uri="{FF2B5EF4-FFF2-40B4-BE49-F238E27FC236}">
                <a16:creationId xmlns:a16="http://schemas.microsoft.com/office/drawing/2014/main" id="{8A9296BD-7E2B-7BD1-36CC-859099F62BE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462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11" name="Group 4110">
            <a:extLst>
              <a:ext uri="{FF2B5EF4-FFF2-40B4-BE49-F238E27FC236}">
                <a16:creationId xmlns:a16="http://schemas.microsoft.com/office/drawing/2014/main" id="{CE9B092E-D66A-4EA7-BBE1-CCA8B9061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8194385" y="0"/>
            <a:ext cx="3997615" cy="6816079"/>
            <a:chOff x="8059620" y="41922"/>
            <a:chExt cx="3997615" cy="6816077"/>
          </a:xfrm>
        </p:grpSpPr>
        <p:pic>
          <p:nvPicPr>
            <p:cNvPr id="4112" name="Picture 4111">
              <a:extLst>
                <a:ext uri="{FF2B5EF4-FFF2-40B4-BE49-F238E27FC236}">
                  <a16:creationId xmlns:a16="http://schemas.microsoft.com/office/drawing/2014/main" id="{4619ED9A-EBDC-4CCF-8262-9B63942F3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18" b="17291"/>
            <a:stretch/>
          </p:blipFill>
          <p:spPr>
            <a:xfrm flipH="1">
              <a:off x="8059620" y="1345934"/>
              <a:ext cx="3997615" cy="5512065"/>
            </a:xfrm>
            <a:prstGeom prst="rect">
              <a:avLst/>
            </a:prstGeom>
          </p:spPr>
        </p:pic>
        <p:pic>
          <p:nvPicPr>
            <p:cNvPr id="4113" name="Picture 4112">
              <a:extLst>
                <a:ext uri="{FF2B5EF4-FFF2-40B4-BE49-F238E27FC236}">
                  <a16:creationId xmlns:a16="http://schemas.microsoft.com/office/drawing/2014/main" id="{10654581-F706-475D-ABF0-14EE63DB76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690"/>
            <a:stretch/>
          </p:blipFill>
          <p:spPr>
            <a:xfrm>
              <a:off x="8915400" y="41922"/>
              <a:ext cx="3141835" cy="68160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71039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F68AF-E2F4-8242-9096-E596F19C1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Retrospective Cohort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4427E-B84F-1DCE-7863-5C11FCAF2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694" y="1949450"/>
            <a:ext cx="11274612" cy="469423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Historical longitudinal study in which researches look BACK to a certain point to analyse a particular group of subjects who have already experienced an outcome of interest </a:t>
            </a:r>
          </a:p>
          <a:p>
            <a:r>
              <a:rPr lang="en-GB" dirty="0"/>
              <a:t>Use data already collected for other purposes.</a:t>
            </a:r>
          </a:p>
          <a:p>
            <a:r>
              <a:rPr lang="en-GB" dirty="0"/>
              <a:t>The cohort is followed up retrospectively</a:t>
            </a:r>
          </a:p>
          <a:p>
            <a:r>
              <a:rPr lang="en-GB" dirty="0"/>
              <a:t>The study period may be many years to complete</a:t>
            </a:r>
          </a:p>
          <a:p>
            <a:r>
              <a:rPr lang="en-GB" dirty="0"/>
              <a:t>For example, a researcher might identify a group of people who have smoked and a group who never smoked and look back to determine the rate of lung cancer between the groups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F8DBC6-90EC-A28A-E4F2-C7BCADFB4C2C}"/>
              </a:ext>
            </a:extLst>
          </p:cNvPr>
          <p:cNvSpPr txBox="1"/>
          <p:nvPr/>
        </p:nvSpPr>
        <p:spPr>
          <a:xfrm>
            <a:off x="0" y="6459022"/>
            <a:ext cx="4486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(Mann)</a:t>
            </a:r>
          </a:p>
        </p:txBody>
      </p:sp>
    </p:spTree>
    <p:extLst>
      <p:ext uri="{BB962C8B-B14F-4D97-AF65-F5344CB8AC3E}">
        <p14:creationId xmlns:p14="http://schemas.microsoft.com/office/powerpoint/2010/main" val="18166161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129" name="Picture 5128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5131" name="Rectangle 5130">
            <a:extLst>
              <a:ext uri="{FF2B5EF4-FFF2-40B4-BE49-F238E27FC236}">
                <a16:creationId xmlns:a16="http://schemas.microsoft.com/office/drawing/2014/main" id="{37FDDF72-DE39-4F99-A3C1-DD9D7815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5E4ECE80-3AD1-450C-B62A-98788F193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122" name="Picture 2" descr="Retrospective Cohort Study: Definition &amp; Examples">
            <a:extLst>
              <a:ext uri="{FF2B5EF4-FFF2-40B4-BE49-F238E27FC236}">
                <a16:creationId xmlns:a16="http://schemas.microsoft.com/office/drawing/2014/main" id="{9152EE2B-8CA2-41AA-6F5E-E7AA595BD01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74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35" name="Group 5134">
            <a:extLst>
              <a:ext uri="{FF2B5EF4-FFF2-40B4-BE49-F238E27FC236}">
                <a16:creationId xmlns:a16="http://schemas.microsoft.com/office/drawing/2014/main" id="{CE9B092E-D66A-4EA7-BBE1-CCA8B9061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8194385" y="0"/>
            <a:ext cx="3997615" cy="6816079"/>
            <a:chOff x="8059620" y="41922"/>
            <a:chExt cx="3997615" cy="6816077"/>
          </a:xfrm>
        </p:grpSpPr>
        <p:pic>
          <p:nvPicPr>
            <p:cNvPr id="5136" name="Picture 5135">
              <a:extLst>
                <a:ext uri="{FF2B5EF4-FFF2-40B4-BE49-F238E27FC236}">
                  <a16:creationId xmlns:a16="http://schemas.microsoft.com/office/drawing/2014/main" id="{4619ED9A-EBDC-4CCF-8262-9B63942F3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18" b="17291"/>
            <a:stretch/>
          </p:blipFill>
          <p:spPr>
            <a:xfrm flipH="1">
              <a:off x="8059620" y="1345934"/>
              <a:ext cx="3997615" cy="5512065"/>
            </a:xfrm>
            <a:prstGeom prst="rect">
              <a:avLst/>
            </a:prstGeom>
          </p:spPr>
        </p:pic>
        <p:pic>
          <p:nvPicPr>
            <p:cNvPr id="5137" name="Picture 5136">
              <a:extLst>
                <a:ext uri="{FF2B5EF4-FFF2-40B4-BE49-F238E27FC236}">
                  <a16:creationId xmlns:a16="http://schemas.microsoft.com/office/drawing/2014/main" id="{10654581-F706-475D-ABF0-14EE63DB76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690"/>
            <a:stretch/>
          </p:blipFill>
          <p:spPr>
            <a:xfrm>
              <a:off x="8915400" y="41922"/>
              <a:ext cx="3141835" cy="68160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13217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7746C-C986-0D5C-DDAE-2D813D3F0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Cross sectional studies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E2A00-D76F-207C-1422-79F1B4238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Used to determine prevalence</a:t>
            </a:r>
          </a:p>
          <a:p>
            <a:r>
              <a:rPr lang="en-GB" dirty="0"/>
              <a:t>Prevalence = the number of cases in a population at a given point in time</a:t>
            </a:r>
          </a:p>
          <a:p>
            <a:r>
              <a:rPr lang="en-GB" dirty="0"/>
              <a:t>Important as it influences the likelihood of any particular diagnosis</a:t>
            </a:r>
          </a:p>
          <a:p>
            <a:r>
              <a:rPr lang="en-GB" dirty="0"/>
              <a:t>Can be taken at one point of time or over time (longitudinal)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21714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7174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7177" name="Picture 7176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7179" name="Rectangle 7178">
            <a:extLst>
              <a:ext uri="{FF2B5EF4-FFF2-40B4-BE49-F238E27FC236}">
                <a16:creationId xmlns:a16="http://schemas.microsoft.com/office/drawing/2014/main" id="{37FDDF72-DE39-4F99-A3C1-DD9D7815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181" name="Rectangle 7180">
            <a:extLst>
              <a:ext uri="{FF2B5EF4-FFF2-40B4-BE49-F238E27FC236}">
                <a16:creationId xmlns:a16="http://schemas.microsoft.com/office/drawing/2014/main" id="{5E4ECE80-3AD1-450C-B62A-98788F193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7170" name="Picture 2" descr="Cross-Sectional Study | Definitions, Uses &amp; Examples">
            <a:extLst>
              <a:ext uri="{FF2B5EF4-FFF2-40B4-BE49-F238E27FC236}">
                <a16:creationId xmlns:a16="http://schemas.microsoft.com/office/drawing/2014/main" id="{C006C3A0-1FD4-359C-2E50-5874F4C2A36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2" r="1" b="1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183" name="Group 7182">
            <a:extLst>
              <a:ext uri="{FF2B5EF4-FFF2-40B4-BE49-F238E27FC236}">
                <a16:creationId xmlns:a16="http://schemas.microsoft.com/office/drawing/2014/main" id="{CE9B092E-D66A-4EA7-BBE1-CCA8B9061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8194385" y="0"/>
            <a:ext cx="3997615" cy="6816079"/>
            <a:chOff x="8059620" y="41922"/>
            <a:chExt cx="3997615" cy="6816077"/>
          </a:xfrm>
        </p:grpSpPr>
        <p:pic>
          <p:nvPicPr>
            <p:cNvPr id="7184" name="Picture 7183">
              <a:extLst>
                <a:ext uri="{FF2B5EF4-FFF2-40B4-BE49-F238E27FC236}">
                  <a16:creationId xmlns:a16="http://schemas.microsoft.com/office/drawing/2014/main" id="{4619ED9A-EBDC-4CCF-8262-9B63942F3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18" b="17291"/>
            <a:stretch/>
          </p:blipFill>
          <p:spPr>
            <a:xfrm flipH="1">
              <a:off x="8059620" y="1345934"/>
              <a:ext cx="3997615" cy="5512065"/>
            </a:xfrm>
            <a:prstGeom prst="rect">
              <a:avLst/>
            </a:prstGeom>
          </p:spPr>
        </p:pic>
        <p:pic>
          <p:nvPicPr>
            <p:cNvPr id="7185" name="Picture 7184">
              <a:extLst>
                <a:ext uri="{FF2B5EF4-FFF2-40B4-BE49-F238E27FC236}">
                  <a16:creationId xmlns:a16="http://schemas.microsoft.com/office/drawing/2014/main" id="{10654581-F706-475D-ABF0-14EE63DB76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690"/>
            <a:stretch/>
          </p:blipFill>
          <p:spPr>
            <a:xfrm>
              <a:off x="8915400" y="41922"/>
              <a:ext cx="3141835" cy="68160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95738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B7EEE-1D84-AD9E-F1A3-F04BAB2BF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Case Control Studies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58657-6816-42B1-FAB9-84DFD323C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Usually retrospective</a:t>
            </a:r>
          </a:p>
          <a:p>
            <a:r>
              <a:rPr lang="en-GB" dirty="0"/>
              <a:t>People with the outcome of interest are matched with a control group who do not</a:t>
            </a:r>
          </a:p>
          <a:p>
            <a:r>
              <a:rPr lang="en-GB" dirty="0"/>
              <a:t>Retrospectively the researcher determines which individuals were exposure to the outcome of interest</a:t>
            </a:r>
          </a:p>
          <a:p>
            <a:r>
              <a:rPr lang="en-GB" dirty="0"/>
              <a:t>Case control studies determine the relative importance of a predictor variable in relation to the presence or absence of the disease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42BC72-DE9A-D1E7-457B-E38921B73F5C}"/>
              </a:ext>
            </a:extLst>
          </p:cNvPr>
          <p:cNvSpPr txBox="1"/>
          <p:nvPr/>
        </p:nvSpPr>
        <p:spPr>
          <a:xfrm>
            <a:off x="214313" y="6000750"/>
            <a:ext cx="4486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(Mann)</a:t>
            </a:r>
          </a:p>
        </p:txBody>
      </p:sp>
    </p:spTree>
    <p:extLst>
      <p:ext uri="{BB962C8B-B14F-4D97-AF65-F5344CB8AC3E}">
        <p14:creationId xmlns:p14="http://schemas.microsoft.com/office/powerpoint/2010/main" val="20390776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ase Control - Quantitative study designs - LibGuides at Deakin University">
            <a:extLst>
              <a:ext uri="{FF2B5EF4-FFF2-40B4-BE49-F238E27FC236}">
                <a16:creationId xmlns:a16="http://schemas.microsoft.com/office/drawing/2014/main" id="{1F497A41-9941-289B-BC61-A8BB0D3CC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0"/>
            <a:ext cx="94869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0412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96E6D-8458-494A-11F0-661066B9A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Experimental vs Observational Designs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EBE7F5D-BEC9-9873-E96C-BF7889D971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8374788"/>
              </p:ext>
            </p:extLst>
          </p:nvPr>
        </p:nvGraphicFramePr>
        <p:xfrm>
          <a:off x="458694" y="1857375"/>
          <a:ext cx="11274519" cy="4000499"/>
        </p:xfrm>
        <a:graphic>
          <a:graphicData uri="http://schemas.openxmlformats.org/drawingml/2006/table">
            <a:tbl>
              <a:tblPr/>
              <a:tblGrid>
                <a:gridCol w="3758173">
                  <a:extLst>
                    <a:ext uri="{9D8B030D-6E8A-4147-A177-3AD203B41FA5}">
                      <a16:colId xmlns:a16="http://schemas.microsoft.com/office/drawing/2014/main" val="4132180995"/>
                    </a:ext>
                  </a:extLst>
                </a:gridCol>
                <a:gridCol w="3758173">
                  <a:extLst>
                    <a:ext uri="{9D8B030D-6E8A-4147-A177-3AD203B41FA5}">
                      <a16:colId xmlns:a16="http://schemas.microsoft.com/office/drawing/2014/main" val="3457190598"/>
                    </a:ext>
                  </a:extLst>
                </a:gridCol>
                <a:gridCol w="3758173">
                  <a:extLst>
                    <a:ext uri="{9D8B030D-6E8A-4147-A177-3AD203B41FA5}">
                      <a16:colId xmlns:a16="http://schemas.microsoft.com/office/drawing/2014/main" val="62479785"/>
                    </a:ext>
                  </a:extLst>
                </a:gridCol>
              </a:tblGrid>
              <a:tr h="1217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>
                          <a:effectLst/>
                          <a:latin typeface="+mn-lt"/>
                        </a:rPr>
                        <a:t>Feature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>
                          <a:effectLst/>
                          <a:latin typeface="+mn-lt"/>
                        </a:rPr>
                        <a:t>Experimental (e.g., RCT)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>
                          <a:effectLst/>
                          <a:latin typeface="+mn-lt"/>
                        </a:rPr>
                        <a:t>Observational (e.g., cohort, case‑control, cross‑sectional)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023302"/>
                  </a:ext>
                </a:extLst>
              </a:tr>
              <a:tr h="6957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>
                          <a:effectLst/>
                          <a:latin typeface="+mn-lt"/>
                        </a:rPr>
                        <a:t>Manipulation of exposure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>
                          <a:effectLst/>
                          <a:latin typeface="+mn-lt"/>
                        </a:rPr>
                        <a:t>Yes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>
                          <a:effectLst/>
                          <a:latin typeface="+mn-lt"/>
                        </a:rPr>
                        <a:t>No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581601"/>
                  </a:ext>
                </a:extLst>
              </a:tr>
              <a:tr h="6957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>
                          <a:effectLst/>
                          <a:latin typeface="+mn-lt"/>
                        </a:rPr>
                        <a:t>Randomisation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>
                          <a:effectLst/>
                          <a:latin typeface="+mn-lt"/>
                        </a:rPr>
                        <a:t>Yes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>
                          <a:effectLst/>
                          <a:latin typeface="+mn-lt"/>
                        </a:rPr>
                        <a:t>No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048206"/>
                  </a:ext>
                </a:extLst>
              </a:tr>
              <a:tr h="6957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>
                          <a:effectLst/>
                          <a:latin typeface="+mn-lt"/>
                        </a:rPr>
                        <a:t>Ethical constraints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>
                          <a:effectLst/>
                          <a:latin typeface="+mn-lt"/>
                        </a:rPr>
                        <a:t>Often high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>
                          <a:effectLst/>
                          <a:latin typeface="+mn-lt"/>
                        </a:rPr>
                        <a:t>Usually low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064987"/>
                  </a:ext>
                </a:extLst>
              </a:tr>
              <a:tr h="6957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>
                          <a:effectLst/>
                          <a:latin typeface="+mn-lt"/>
                        </a:rPr>
                        <a:t>Real‑world applicability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>
                          <a:effectLst/>
                          <a:latin typeface="+mn-lt"/>
                        </a:rPr>
                        <a:t>Sometimes limited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>
                          <a:effectLst/>
                          <a:latin typeface="+mn-lt"/>
                        </a:rPr>
                        <a:t>Often high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228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99715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9CCC5-BC0A-39ED-5007-7F16BA721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Strengths and Limitations: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E8954-43BC-345C-42FE-A27A650A4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694" y="1949450"/>
            <a:ext cx="11274612" cy="4542790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When RCTs are ideal:</a:t>
            </a:r>
          </a:p>
          <a:p>
            <a:pPr>
              <a:buFontTx/>
              <a:buChar char="-"/>
            </a:pPr>
            <a:r>
              <a:rPr lang="en-GB" dirty="0"/>
              <a:t>You need to test causal impact of an intervention</a:t>
            </a:r>
          </a:p>
          <a:p>
            <a:pPr>
              <a:buFontTx/>
              <a:buChar char="-"/>
            </a:pPr>
            <a:r>
              <a:rPr lang="en-GB" dirty="0"/>
              <a:t>Ethical and practical to assign treatments</a:t>
            </a:r>
          </a:p>
          <a:p>
            <a:pPr>
              <a:buFontTx/>
              <a:buChar char="-"/>
            </a:pPr>
            <a:endParaRPr lang="en-GB" dirty="0"/>
          </a:p>
          <a:p>
            <a:r>
              <a:rPr lang="en-GB" b="1" dirty="0"/>
              <a:t>When observational studies are ideal:</a:t>
            </a:r>
          </a:p>
          <a:p>
            <a:pPr>
              <a:buFontTx/>
              <a:buChar char="-"/>
            </a:pPr>
            <a:r>
              <a:rPr lang="en-GB" dirty="0"/>
              <a:t>Studying long term prognosis</a:t>
            </a:r>
          </a:p>
          <a:p>
            <a:pPr>
              <a:buFontTx/>
              <a:buChar char="-"/>
            </a:pPr>
            <a:r>
              <a:rPr lang="en-GB" dirty="0"/>
              <a:t>When randomisation is not ethical or possible</a:t>
            </a:r>
          </a:p>
          <a:p>
            <a:pPr>
              <a:buFontTx/>
              <a:buChar char="-"/>
            </a:pPr>
            <a:r>
              <a:rPr lang="en-GB" dirty="0"/>
              <a:t>Investigating multiple exposure of outcomes</a:t>
            </a:r>
          </a:p>
          <a:p>
            <a:pPr>
              <a:buFontTx/>
              <a:buChar char="-"/>
            </a:pPr>
            <a:r>
              <a:rPr lang="en-GB" dirty="0"/>
              <a:t>Real world context / effects </a:t>
            </a:r>
          </a:p>
        </p:txBody>
      </p:sp>
    </p:spTree>
    <p:extLst>
      <p:ext uri="{BB962C8B-B14F-4D97-AF65-F5344CB8AC3E}">
        <p14:creationId xmlns:p14="http://schemas.microsoft.com/office/powerpoint/2010/main" val="42539413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FE19C-3FCA-D0B4-CCFF-7C4CAF48F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References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469885A-6C13-076D-9273-F3C60E12D1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1536" y="1691323"/>
            <a:ext cx="11588927" cy="4560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Bhide, A., Shah, P.S. and Acharya, G. (2018). A Simplified Guide to Randomized Controlled Trials.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Acta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Obstetricia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Gynecologica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Scandinavica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97(4), pp.380–387.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://doi.org/10.1111/aogs.13309.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Estellat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C., Torgerson, D.J. and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Ravaud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P. (2009). How to perform a critical analysis of 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randomised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controlled trial.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Best Practice &amp; Research Clinical Rheumatology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23(2), pp.291–303.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://doi.org/10.1016/j.berh.2009.03.003.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Hariton, E. and Locascio, J.J. (2018).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Randomised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Controlled Trials - the Gold Standard for Effectiveness Research.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BJOG: an International Journal of Obstetrics &amp;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Gynaecology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[online] 125(13), p.1716.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://doi.org/10.1111/1471-0528.15199.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Mann, C.J. (2003). Observational research methods. Research design II: cohort, cross sectional, and case-control studies.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Emergency Medicine Journal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[online] 20(1), pp.54–60.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://doi.org/10.1136/emj.20.1.54.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264366"/>
      </p:ext>
    </p:extLst>
  </p:cSld>
  <p:clrMapOvr>
    <a:masterClrMapping/>
  </p:clrMapOvr>
</p:sld>
</file>

<file path=ppt/theme/theme1.xml><?xml version="1.0" encoding="utf-8"?>
<a:theme xmlns:a="http://schemas.openxmlformats.org/drawingml/2006/main" name="DappledVTI">
  <a:themeElements>
    <a:clrScheme name="Custom 81">
      <a:dk1>
        <a:sysClr val="windowText" lastClr="000000"/>
      </a:dk1>
      <a:lt1>
        <a:sysClr val="window" lastClr="FFFFFF"/>
      </a:lt1>
      <a:dk2>
        <a:srgbClr val="21363B"/>
      </a:dk2>
      <a:lt2>
        <a:srgbClr val="F4F2F0"/>
      </a:lt2>
      <a:accent1>
        <a:srgbClr val="758468"/>
      </a:accent1>
      <a:accent2>
        <a:srgbClr val="B5A7AC"/>
      </a:accent2>
      <a:accent3>
        <a:srgbClr val="CC9C6F"/>
      </a:accent3>
      <a:accent4>
        <a:srgbClr val="767640"/>
      </a:accent4>
      <a:accent5>
        <a:srgbClr val="A5B295"/>
      </a:accent5>
      <a:accent6>
        <a:srgbClr val="C19DA7"/>
      </a:accent6>
      <a:hlink>
        <a:srgbClr val="D13D6E"/>
      </a:hlink>
      <a:folHlink>
        <a:srgbClr val="6C9D92"/>
      </a:folHlink>
    </a:clrScheme>
    <a:fontScheme name="Custom 67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ppledVTI" id="{204FEFAB-F02B-4FE8-B509-C50A618B972D}" vid="{7EAEADA8-5A8E-45B2-B0E4-448EC7E7A94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1857</Words>
  <Application>Microsoft Office PowerPoint</Application>
  <PresentationFormat>Widescreen</PresentationFormat>
  <Paragraphs>203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Aptos</vt:lpstr>
      <vt:lpstr>Arial</vt:lpstr>
      <vt:lpstr>Avenir Next LT Pro</vt:lpstr>
      <vt:lpstr>AvenirNext LT Pro Medium</vt:lpstr>
      <vt:lpstr>Sabon Next LT</vt:lpstr>
      <vt:lpstr>Times New Roman</vt:lpstr>
      <vt:lpstr>DappledVTI</vt:lpstr>
      <vt:lpstr>Lecture 2 PT5053 </vt:lpstr>
      <vt:lpstr>Purpose of Quantitative Research </vt:lpstr>
      <vt:lpstr>Quantitative research emphasises</vt:lpstr>
      <vt:lpstr>Common Quantitative Study Designs</vt:lpstr>
      <vt:lpstr>Observational Designs</vt:lpstr>
      <vt:lpstr>PowerPoint Presentation</vt:lpstr>
      <vt:lpstr>Randomised Controlled Trials RCTs</vt:lpstr>
      <vt:lpstr>PowerPoint Presentation</vt:lpstr>
      <vt:lpstr>Randomised Control Trials RCTs</vt:lpstr>
      <vt:lpstr>RCT – Random Allocation</vt:lpstr>
      <vt:lpstr>Types of Randomisation in RCT</vt:lpstr>
      <vt:lpstr>Types of Randomisation in RCT</vt:lpstr>
      <vt:lpstr>Stratified Sampling - Randomisation</vt:lpstr>
      <vt:lpstr>Types of Randomisation in RCT</vt:lpstr>
      <vt:lpstr>RCT -  Blinding</vt:lpstr>
      <vt:lpstr>RCT Blinding</vt:lpstr>
      <vt:lpstr>RCT Blinding</vt:lpstr>
      <vt:lpstr>RCT Blinding</vt:lpstr>
      <vt:lpstr>RCT – Collection of Outcome Measures</vt:lpstr>
      <vt:lpstr>RCT – Sample Size </vt:lpstr>
      <vt:lpstr>RCT – Power of a study</vt:lpstr>
      <vt:lpstr>Factors to consider</vt:lpstr>
      <vt:lpstr>Factors to consider</vt:lpstr>
      <vt:lpstr>Factors to consider</vt:lpstr>
      <vt:lpstr>Factors to Consider</vt:lpstr>
      <vt:lpstr>Factors to consider</vt:lpstr>
      <vt:lpstr>Factors to consider</vt:lpstr>
      <vt:lpstr>Summary:</vt:lpstr>
      <vt:lpstr>Assessment 1: Critical Appraisal </vt:lpstr>
      <vt:lpstr>Qualitative Research – Observational </vt:lpstr>
      <vt:lpstr>PowerPoint Presentation</vt:lpstr>
      <vt:lpstr>Cohort Studies</vt:lpstr>
      <vt:lpstr>PowerPoint Presentation</vt:lpstr>
      <vt:lpstr>Retrospective Cohort Study</vt:lpstr>
      <vt:lpstr>PowerPoint Presentation</vt:lpstr>
      <vt:lpstr>Cross sectional studies </vt:lpstr>
      <vt:lpstr>PowerPoint Presentation</vt:lpstr>
      <vt:lpstr>Case Control Studies </vt:lpstr>
      <vt:lpstr>PowerPoint Presentation</vt:lpstr>
      <vt:lpstr>Experimental vs Observational Designs</vt:lpstr>
      <vt:lpstr>Strengths and Limitations: 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Lucy Metcalfe</dc:creator>
  <cp:lastModifiedBy>Lucy Metcalfe</cp:lastModifiedBy>
  <cp:revision>1</cp:revision>
  <dcterms:created xsi:type="dcterms:W3CDTF">2026-02-03T09:17:10Z</dcterms:created>
  <dcterms:modified xsi:type="dcterms:W3CDTF">2026-02-04T12:29:38Z</dcterms:modified>
</cp:coreProperties>
</file>