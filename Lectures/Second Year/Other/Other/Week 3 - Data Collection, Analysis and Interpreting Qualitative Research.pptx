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34" r:id="rId2"/>
    <p:sldId id="333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64" y="4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934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04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70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20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33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54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11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3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63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90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52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253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454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13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6.png"/><Relationship Id="rId3" Type="http://schemas.openxmlformats.org/officeDocument/2006/relationships/image" Target="../media/image74.png"/><Relationship Id="rId21" Type="http://schemas.openxmlformats.org/officeDocument/2006/relationships/image" Target="../media/image57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5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4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3.png"/><Relationship Id="rId28" Type="http://schemas.openxmlformats.org/officeDocument/2006/relationships/image" Target="../media/image98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2.png"/><Relationship Id="rId27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26" Type="http://schemas.openxmlformats.org/officeDocument/2006/relationships/image" Target="../media/image131.png"/><Relationship Id="rId3" Type="http://schemas.openxmlformats.org/officeDocument/2006/relationships/image" Target="../media/image108.png"/><Relationship Id="rId21" Type="http://schemas.openxmlformats.org/officeDocument/2006/relationships/image" Target="../media/image126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2" Type="http://schemas.openxmlformats.org/officeDocument/2006/relationships/image" Target="../media/image107.png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36.png"/><Relationship Id="rId21" Type="http://schemas.openxmlformats.org/officeDocument/2006/relationships/image" Target="../media/image154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image" Target="../media/image135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3" Type="http://schemas.openxmlformats.org/officeDocument/2006/relationships/image" Target="../media/image159.png"/><Relationship Id="rId21" Type="http://schemas.openxmlformats.org/officeDocument/2006/relationships/image" Target="../media/image177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image" Target="../media/image158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18" Type="http://schemas.openxmlformats.org/officeDocument/2006/relationships/image" Target="../media/image194.png"/><Relationship Id="rId26" Type="http://schemas.openxmlformats.org/officeDocument/2006/relationships/image" Target="../media/image202.png"/><Relationship Id="rId3" Type="http://schemas.openxmlformats.org/officeDocument/2006/relationships/image" Target="../media/image179.png"/><Relationship Id="rId21" Type="http://schemas.openxmlformats.org/officeDocument/2006/relationships/image" Target="../media/image197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5" Type="http://schemas.openxmlformats.org/officeDocument/2006/relationships/image" Target="../media/image201.png"/><Relationship Id="rId2" Type="http://schemas.openxmlformats.org/officeDocument/2006/relationships/image" Target="../media/image178.png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24" Type="http://schemas.openxmlformats.org/officeDocument/2006/relationships/image" Target="../media/image200.png"/><Relationship Id="rId5" Type="http://schemas.openxmlformats.org/officeDocument/2006/relationships/image" Target="../media/image181.png"/><Relationship Id="rId15" Type="http://schemas.openxmlformats.org/officeDocument/2006/relationships/image" Target="../media/image191.png"/><Relationship Id="rId23" Type="http://schemas.openxmlformats.org/officeDocument/2006/relationships/image" Target="../media/image199.png"/><Relationship Id="rId10" Type="http://schemas.openxmlformats.org/officeDocument/2006/relationships/image" Target="../media/image186.png"/><Relationship Id="rId19" Type="http://schemas.openxmlformats.org/officeDocument/2006/relationships/image" Target="../media/image195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Relationship Id="rId22" Type="http://schemas.openxmlformats.org/officeDocument/2006/relationships/image" Target="../media/image19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2" Type="http://schemas.openxmlformats.org/officeDocument/2006/relationships/image" Target="../media/image203.png"/><Relationship Id="rId16" Type="http://schemas.openxmlformats.org/officeDocument/2006/relationships/image" Target="../media/image2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7.png"/><Relationship Id="rId4" Type="http://schemas.openxmlformats.org/officeDocument/2006/relationships/image" Target="../media/image2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7" Type="http://schemas.openxmlformats.org/officeDocument/2006/relationships/image" Target="../media/image242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image" Target="../media/image253.png"/><Relationship Id="rId18" Type="http://schemas.openxmlformats.org/officeDocument/2006/relationships/image" Target="../media/image258.png"/><Relationship Id="rId3" Type="http://schemas.openxmlformats.org/officeDocument/2006/relationships/image" Target="../media/image244.png"/><Relationship Id="rId7" Type="http://schemas.openxmlformats.org/officeDocument/2006/relationships/image" Target="../media/image136.png"/><Relationship Id="rId12" Type="http://schemas.openxmlformats.org/officeDocument/2006/relationships/image" Target="../media/image252.png"/><Relationship Id="rId17" Type="http://schemas.openxmlformats.org/officeDocument/2006/relationships/image" Target="../media/image257.png"/><Relationship Id="rId2" Type="http://schemas.openxmlformats.org/officeDocument/2006/relationships/image" Target="../media/image243.png"/><Relationship Id="rId16" Type="http://schemas.openxmlformats.org/officeDocument/2006/relationships/image" Target="../media/image256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7.png"/><Relationship Id="rId11" Type="http://schemas.openxmlformats.org/officeDocument/2006/relationships/image" Target="../media/image251.png"/><Relationship Id="rId5" Type="http://schemas.openxmlformats.org/officeDocument/2006/relationships/image" Target="../media/image246.png"/><Relationship Id="rId15" Type="http://schemas.openxmlformats.org/officeDocument/2006/relationships/image" Target="../media/image255.png"/><Relationship Id="rId10" Type="http://schemas.openxmlformats.org/officeDocument/2006/relationships/image" Target="../media/image250.png"/><Relationship Id="rId19" Type="http://schemas.openxmlformats.org/officeDocument/2006/relationships/image" Target="../media/image259.png"/><Relationship Id="rId4" Type="http://schemas.openxmlformats.org/officeDocument/2006/relationships/image" Target="../media/image245.png"/><Relationship Id="rId9" Type="http://schemas.openxmlformats.org/officeDocument/2006/relationships/image" Target="../media/image249.png"/><Relationship Id="rId14" Type="http://schemas.openxmlformats.org/officeDocument/2006/relationships/image" Target="../media/image25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image" Target="../media/image262.png"/><Relationship Id="rId7" Type="http://schemas.openxmlformats.org/officeDocument/2006/relationships/image" Target="../media/image265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13" Type="http://schemas.openxmlformats.org/officeDocument/2006/relationships/image" Target="../media/image278.png"/><Relationship Id="rId3" Type="http://schemas.openxmlformats.org/officeDocument/2006/relationships/image" Target="../media/image268.png"/><Relationship Id="rId7" Type="http://schemas.openxmlformats.org/officeDocument/2006/relationships/image" Target="../media/image272.png"/><Relationship Id="rId12" Type="http://schemas.openxmlformats.org/officeDocument/2006/relationships/image" Target="../media/image277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1.png"/><Relationship Id="rId11" Type="http://schemas.openxmlformats.org/officeDocument/2006/relationships/image" Target="../media/image276.png"/><Relationship Id="rId5" Type="http://schemas.openxmlformats.org/officeDocument/2006/relationships/image" Target="../media/image270.png"/><Relationship Id="rId10" Type="http://schemas.openxmlformats.org/officeDocument/2006/relationships/image" Target="../media/image275.png"/><Relationship Id="rId4" Type="http://schemas.openxmlformats.org/officeDocument/2006/relationships/image" Target="../media/image269.png"/><Relationship Id="rId9" Type="http://schemas.openxmlformats.org/officeDocument/2006/relationships/image" Target="../media/image27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13" Type="http://schemas.openxmlformats.org/officeDocument/2006/relationships/image" Target="../media/image291.png"/><Relationship Id="rId18" Type="http://schemas.openxmlformats.org/officeDocument/2006/relationships/image" Target="../media/image296.png"/><Relationship Id="rId3" Type="http://schemas.openxmlformats.org/officeDocument/2006/relationships/image" Target="../media/image281.png"/><Relationship Id="rId21" Type="http://schemas.openxmlformats.org/officeDocument/2006/relationships/image" Target="../media/image298.png"/><Relationship Id="rId7" Type="http://schemas.openxmlformats.org/officeDocument/2006/relationships/image" Target="../media/image285.png"/><Relationship Id="rId12" Type="http://schemas.openxmlformats.org/officeDocument/2006/relationships/image" Target="../media/image290.png"/><Relationship Id="rId17" Type="http://schemas.openxmlformats.org/officeDocument/2006/relationships/image" Target="../media/image295.png"/><Relationship Id="rId2" Type="http://schemas.openxmlformats.org/officeDocument/2006/relationships/image" Target="../media/image280.png"/><Relationship Id="rId16" Type="http://schemas.openxmlformats.org/officeDocument/2006/relationships/image" Target="../media/image294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11" Type="http://schemas.openxmlformats.org/officeDocument/2006/relationships/image" Target="../media/image289.png"/><Relationship Id="rId5" Type="http://schemas.openxmlformats.org/officeDocument/2006/relationships/image" Target="../media/image283.png"/><Relationship Id="rId15" Type="http://schemas.openxmlformats.org/officeDocument/2006/relationships/image" Target="../media/image293.png"/><Relationship Id="rId10" Type="http://schemas.openxmlformats.org/officeDocument/2006/relationships/image" Target="../media/image288.png"/><Relationship Id="rId19" Type="http://schemas.openxmlformats.org/officeDocument/2006/relationships/image" Target="../media/image297.png"/><Relationship Id="rId4" Type="http://schemas.openxmlformats.org/officeDocument/2006/relationships/image" Target="../media/image282.png"/><Relationship Id="rId9" Type="http://schemas.openxmlformats.org/officeDocument/2006/relationships/image" Target="../media/image287.png"/><Relationship Id="rId14" Type="http://schemas.openxmlformats.org/officeDocument/2006/relationships/image" Target="../media/image292.png"/><Relationship Id="rId22" Type="http://schemas.openxmlformats.org/officeDocument/2006/relationships/image" Target="../media/image54.jp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309.png"/><Relationship Id="rId3" Type="http://schemas.openxmlformats.org/officeDocument/2006/relationships/image" Target="../media/image300.png"/><Relationship Id="rId7" Type="http://schemas.openxmlformats.org/officeDocument/2006/relationships/image" Target="../media/image303.png"/><Relationship Id="rId12" Type="http://schemas.openxmlformats.org/officeDocument/2006/relationships/image" Target="../media/image308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5" Type="http://schemas.openxmlformats.org/officeDocument/2006/relationships/image" Target="../media/image301.png"/><Relationship Id="rId10" Type="http://schemas.openxmlformats.org/officeDocument/2006/relationships/image" Target="../media/image306.png"/><Relationship Id="rId4" Type="http://schemas.openxmlformats.org/officeDocument/2006/relationships/image" Target="../media/image29.png"/><Relationship Id="rId9" Type="http://schemas.openxmlformats.org/officeDocument/2006/relationships/image" Target="../media/image305.png"/><Relationship Id="rId14" Type="http://schemas.openxmlformats.org/officeDocument/2006/relationships/image" Target="../media/image31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13" Type="http://schemas.openxmlformats.org/officeDocument/2006/relationships/image" Target="../media/image310.png"/><Relationship Id="rId3" Type="http://schemas.openxmlformats.org/officeDocument/2006/relationships/image" Target="../media/image312.png"/><Relationship Id="rId7" Type="http://schemas.openxmlformats.org/officeDocument/2006/relationships/image" Target="../media/image315.png"/><Relationship Id="rId12" Type="http://schemas.openxmlformats.org/officeDocument/2006/relationships/image" Target="../media/image319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4.png"/><Relationship Id="rId11" Type="http://schemas.openxmlformats.org/officeDocument/2006/relationships/image" Target="../media/image318.png"/><Relationship Id="rId5" Type="http://schemas.openxmlformats.org/officeDocument/2006/relationships/image" Target="../media/image303.png"/><Relationship Id="rId10" Type="http://schemas.openxmlformats.org/officeDocument/2006/relationships/image" Target="../media/image317.png"/><Relationship Id="rId4" Type="http://schemas.openxmlformats.org/officeDocument/2006/relationships/image" Target="../media/image313.png"/><Relationship Id="rId9" Type="http://schemas.openxmlformats.org/officeDocument/2006/relationships/image" Target="../media/image30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321.png"/><Relationship Id="rId7" Type="http://schemas.openxmlformats.org/officeDocument/2006/relationships/image" Target="../media/image32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4.png"/><Relationship Id="rId11" Type="http://schemas.openxmlformats.org/officeDocument/2006/relationships/image" Target="../media/image329.png"/><Relationship Id="rId5" Type="http://schemas.openxmlformats.org/officeDocument/2006/relationships/image" Target="../media/image323.png"/><Relationship Id="rId10" Type="http://schemas.openxmlformats.org/officeDocument/2006/relationships/image" Target="../media/image328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13" Type="http://schemas.openxmlformats.org/officeDocument/2006/relationships/image" Target="../media/image341.png"/><Relationship Id="rId3" Type="http://schemas.openxmlformats.org/officeDocument/2006/relationships/image" Target="../media/image331.png"/><Relationship Id="rId7" Type="http://schemas.openxmlformats.org/officeDocument/2006/relationships/image" Target="../media/image335.png"/><Relationship Id="rId12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4.png"/><Relationship Id="rId11" Type="http://schemas.openxmlformats.org/officeDocument/2006/relationships/image" Target="../media/image339.png"/><Relationship Id="rId5" Type="http://schemas.openxmlformats.org/officeDocument/2006/relationships/image" Target="../media/image333.png"/><Relationship Id="rId10" Type="http://schemas.openxmlformats.org/officeDocument/2006/relationships/image" Target="../media/image338.png"/><Relationship Id="rId4" Type="http://schemas.openxmlformats.org/officeDocument/2006/relationships/image" Target="../media/image332.png"/><Relationship Id="rId9" Type="http://schemas.openxmlformats.org/officeDocument/2006/relationships/image" Target="../media/image33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png"/><Relationship Id="rId3" Type="http://schemas.openxmlformats.org/officeDocument/2006/relationships/image" Target="../media/image343.png"/><Relationship Id="rId7" Type="http://schemas.openxmlformats.org/officeDocument/2006/relationships/image" Target="../media/image347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6.png"/><Relationship Id="rId11" Type="http://schemas.openxmlformats.org/officeDocument/2006/relationships/image" Target="../media/image351.png"/><Relationship Id="rId5" Type="http://schemas.openxmlformats.org/officeDocument/2006/relationships/image" Target="../media/image345.png"/><Relationship Id="rId10" Type="http://schemas.openxmlformats.org/officeDocument/2006/relationships/image" Target="../media/image350.png"/><Relationship Id="rId4" Type="http://schemas.openxmlformats.org/officeDocument/2006/relationships/image" Target="../media/image344.png"/><Relationship Id="rId9" Type="http://schemas.openxmlformats.org/officeDocument/2006/relationships/image" Target="../media/image34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3" Type="http://schemas.openxmlformats.org/officeDocument/2006/relationships/image" Target="../media/image353.png"/><Relationship Id="rId7" Type="http://schemas.openxmlformats.org/officeDocument/2006/relationships/image" Target="../media/image357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6.png"/><Relationship Id="rId11" Type="http://schemas.openxmlformats.org/officeDocument/2006/relationships/image" Target="../media/image361.png"/><Relationship Id="rId5" Type="http://schemas.openxmlformats.org/officeDocument/2006/relationships/image" Target="../media/image355.png"/><Relationship Id="rId10" Type="http://schemas.openxmlformats.org/officeDocument/2006/relationships/image" Target="../media/image360.png"/><Relationship Id="rId4" Type="http://schemas.openxmlformats.org/officeDocument/2006/relationships/image" Target="../media/image354.png"/><Relationship Id="rId9" Type="http://schemas.openxmlformats.org/officeDocument/2006/relationships/image" Target="../media/image359.png"/></Relationships>
</file>

<file path=ppt/slides/_rels/slide7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3.png"/><Relationship Id="rId18" Type="http://schemas.openxmlformats.org/officeDocument/2006/relationships/image" Target="../media/image378.png"/><Relationship Id="rId26" Type="http://schemas.openxmlformats.org/officeDocument/2006/relationships/image" Target="../media/image386.png"/><Relationship Id="rId39" Type="http://schemas.openxmlformats.org/officeDocument/2006/relationships/image" Target="../media/image399.png"/><Relationship Id="rId21" Type="http://schemas.openxmlformats.org/officeDocument/2006/relationships/image" Target="../media/image381.png"/><Relationship Id="rId34" Type="http://schemas.openxmlformats.org/officeDocument/2006/relationships/image" Target="../media/image394.png"/><Relationship Id="rId42" Type="http://schemas.openxmlformats.org/officeDocument/2006/relationships/image" Target="../media/image402.png"/><Relationship Id="rId7" Type="http://schemas.openxmlformats.org/officeDocument/2006/relationships/image" Target="../media/image367.png"/><Relationship Id="rId2" Type="http://schemas.openxmlformats.org/officeDocument/2006/relationships/image" Target="../media/image362.png"/><Relationship Id="rId16" Type="http://schemas.openxmlformats.org/officeDocument/2006/relationships/image" Target="../media/image376.png"/><Relationship Id="rId20" Type="http://schemas.openxmlformats.org/officeDocument/2006/relationships/image" Target="../media/image380.png"/><Relationship Id="rId29" Type="http://schemas.openxmlformats.org/officeDocument/2006/relationships/image" Target="../media/image389.png"/><Relationship Id="rId41" Type="http://schemas.openxmlformats.org/officeDocument/2006/relationships/image" Target="../media/image4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6.png"/><Relationship Id="rId11" Type="http://schemas.openxmlformats.org/officeDocument/2006/relationships/image" Target="../media/image371.png"/><Relationship Id="rId24" Type="http://schemas.openxmlformats.org/officeDocument/2006/relationships/image" Target="../media/image384.png"/><Relationship Id="rId32" Type="http://schemas.openxmlformats.org/officeDocument/2006/relationships/image" Target="../media/image392.png"/><Relationship Id="rId37" Type="http://schemas.openxmlformats.org/officeDocument/2006/relationships/image" Target="../media/image397.png"/><Relationship Id="rId40" Type="http://schemas.openxmlformats.org/officeDocument/2006/relationships/image" Target="../media/image400.png"/><Relationship Id="rId5" Type="http://schemas.openxmlformats.org/officeDocument/2006/relationships/image" Target="../media/image365.png"/><Relationship Id="rId15" Type="http://schemas.openxmlformats.org/officeDocument/2006/relationships/image" Target="../media/image375.png"/><Relationship Id="rId23" Type="http://schemas.openxmlformats.org/officeDocument/2006/relationships/image" Target="../media/image383.png"/><Relationship Id="rId28" Type="http://schemas.openxmlformats.org/officeDocument/2006/relationships/image" Target="../media/image388.png"/><Relationship Id="rId36" Type="http://schemas.openxmlformats.org/officeDocument/2006/relationships/image" Target="../media/image396.png"/><Relationship Id="rId10" Type="http://schemas.openxmlformats.org/officeDocument/2006/relationships/image" Target="../media/image370.png"/><Relationship Id="rId19" Type="http://schemas.openxmlformats.org/officeDocument/2006/relationships/image" Target="../media/image379.png"/><Relationship Id="rId31" Type="http://schemas.openxmlformats.org/officeDocument/2006/relationships/image" Target="../media/image391.png"/><Relationship Id="rId4" Type="http://schemas.openxmlformats.org/officeDocument/2006/relationships/image" Target="../media/image364.png"/><Relationship Id="rId9" Type="http://schemas.openxmlformats.org/officeDocument/2006/relationships/image" Target="../media/image369.png"/><Relationship Id="rId14" Type="http://schemas.openxmlformats.org/officeDocument/2006/relationships/image" Target="../media/image374.png"/><Relationship Id="rId22" Type="http://schemas.openxmlformats.org/officeDocument/2006/relationships/image" Target="../media/image382.png"/><Relationship Id="rId27" Type="http://schemas.openxmlformats.org/officeDocument/2006/relationships/image" Target="../media/image387.png"/><Relationship Id="rId30" Type="http://schemas.openxmlformats.org/officeDocument/2006/relationships/image" Target="../media/image390.png"/><Relationship Id="rId35" Type="http://schemas.openxmlformats.org/officeDocument/2006/relationships/image" Target="../media/image395.png"/><Relationship Id="rId8" Type="http://schemas.openxmlformats.org/officeDocument/2006/relationships/image" Target="../media/image368.png"/><Relationship Id="rId3" Type="http://schemas.openxmlformats.org/officeDocument/2006/relationships/image" Target="../media/image363.png"/><Relationship Id="rId12" Type="http://schemas.openxmlformats.org/officeDocument/2006/relationships/image" Target="../media/image372.png"/><Relationship Id="rId17" Type="http://schemas.openxmlformats.org/officeDocument/2006/relationships/image" Target="../media/image377.png"/><Relationship Id="rId25" Type="http://schemas.openxmlformats.org/officeDocument/2006/relationships/image" Target="../media/image385.png"/><Relationship Id="rId33" Type="http://schemas.openxmlformats.org/officeDocument/2006/relationships/image" Target="../media/image393.png"/><Relationship Id="rId38" Type="http://schemas.openxmlformats.org/officeDocument/2006/relationships/image" Target="../media/image398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png"/><Relationship Id="rId13" Type="http://schemas.openxmlformats.org/officeDocument/2006/relationships/image" Target="../media/image412.png"/><Relationship Id="rId3" Type="http://schemas.openxmlformats.org/officeDocument/2006/relationships/image" Target="../media/image353.png"/><Relationship Id="rId7" Type="http://schemas.openxmlformats.org/officeDocument/2006/relationships/image" Target="../media/image406.png"/><Relationship Id="rId12" Type="http://schemas.openxmlformats.org/officeDocument/2006/relationships/image" Target="../media/image411.png"/><Relationship Id="rId2" Type="http://schemas.openxmlformats.org/officeDocument/2006/relationships/image" Target="../media/image403.png"/><Relationship Id="rId16" Type="http://schemas.openxmlformats.org/officeDocument/2006/relationships/image" Target="../media/image4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5.png"/><Relationship Id="rId11" Type="http://schemas.openxmlformats.org/officeDocument/2006/relationships/image" Target="../media/image410.png"/><Relationship Id="rId5" Type="http://schemas.openxmlformats.org/officeDocument/2006/relationships/image" Target="../media/image404.png"/><Relationship Id="rId15" Type="http://schemas.openxmlformats.org/officeDocument/2006/relationships/image" Target="../media/image414.png"/><Relationship Id="rId10" Type="http://schemas.openxmlformats.org/officeDocument/2006/relationships/image" Target="../media/image409.png"/><Relationship Id="rId4" Type="http://schemas.openxmlformats.org/officeDocument/2006/relationships/image" Target="../media/image354.png"/><Relationship Id="rId9" Type="http://schemas.openxmlformats.org/officeDocument/2006/relationships/image" Target="../media/image408.png"/><Relationship Id="rId14" Type="http://schemas.openxmlformats.org/officeDocument/2006/relationships/image" Target="../media/image41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6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png"/><Relationship Id="rId13" Type="http://schemas.openxmlformats.org/officeDocument/2006/relationships/image" Target="../media/image428.png"/><Relationship Id="rId3" Type="http://schemas.openxmlformats.org/officeDocument/2006/relationships/image" Target="../media/image418.png"/><Relationship Id="rId7" Type="http://schemas.openxmlformats.org/officeDocument/2006/relationships/image" Target="../media/image422.png"/><Relationship Id="rId12" Type="http://schemas.openxmlformats.org/officeDocument/2006/relationships/image" Target="../media/image427.png"/><Relationship Id="rId2" Type="http://schemas.openxmlformats.org/officeDocument/2006/relationships/image" Target="../media/image4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1.png"/><Relationship Id="rId11" Type="http://schemas.openxmlformats.org/officeDocument/2006/relationships/image" Target="../media/image426.png"/><Relationship Id="rId5" Type="http://schemas.openxmlformats.org/officeDocument/2006/relationships/image" Target="../media/image420.png"/><Relationship Id="rId10" Type="http://schemas.openxmlformats.org/officeDocument/2006/relationships/image" Target="../media/image425.png"/><Relationship Id="rId4" Type="http://schemas.openxmlformats.org/officeDocument/2006/relationships/image" Target="../media/image419.png"/><Relationship Id="rId9" Type="http://schemas.openxmlformats.org/officeDocument/2006/relationships/image" Target="../media/image424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png"/><Relationship Id="rId13" Type="http://schemas.openxmlformats.org/officeDocument/2006/relationships/image" Target="../media/image439.png"/><Relationship Id="rId3" Type="http://schemas.openxmlformats.org/officeDocument/2006/relationships/image" Target="../media/image430.png"/><Relationship Id="rId7" Type="http://schemas.openxmlformats.org/officeDocument/2006/relationships/image" Target="../media/image433.png"/><Relationship Id="rId12" Type="http://schemas.openxmlformats.org/officeDocument/2006/relationships/image" Target="../media/image438.png"/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2.png"/><Relationship Id="rId11" Type="http://schemas.openxmlformats.org/officeDocument/2006/relationships/image" Target="../media/image437.png"/><Relationship Id="rId5" Type="http://schemas.openxmlformats.org/officeDocument/2006/relationships/image" Target="../media/image29.png"/><Relationship Id="rId10" Type="http://schemas.openxmlformats.org/officeDocument/2006/relationships/image" Target="../media/image436.png"/><Relationship Id="rId4" Type="http://schemas.openxmlformats.org/officeDocument/2006/relationships/image" Target="../media/image431.png"/><Relationship Id="rId9" Type="http://schemas.openxmlformats.org/officeDocument/2006/relationships/image" Target="../media/image435.png"/><Relationship Id="rId14" Type="http://schemas.openxmlformats.org/officeDocument/2006/relationships/image" Target="../media/image4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B3D86-7344-A9EE-D3DF-7044A88CB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Collection, Analysis and Interpreting Qualitative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D771C-B214-5076-E135-D12C587B2F7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15/04/2026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923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EDBF-B5A3-A009-A62D-1CB7C58B6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spcBef>
                <a:spcPct val="0"/>
              </a:spcBef>
            </a:pPr>
            <a:r>
              <a:rPr lang="en-US" sz="5400" kern="1200">
                <a:latin typeface="+mj-lt"/>
                <a:cs typeface="+mj-cs"/>
              </a:rPr>
              <a:t>                Session Two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87AD2-FA56-4542-64BD-BAB2F3825FF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rtl="0">
              <a:spcBef>
                <a:spcPts val="1000"/>
              </a:spcBef>
            </a:pPr>
            <a:r>
              <a:rPr lang="en-US" sz="2200" kern="1200" dirty="0">
                <a:latin typeface="+mn-lt"/>
                <a:cs typeface="+mn-cs"/>
              </a:rPr>
              <a:t>                         </a:t>
            </a:r>
          </a:p>
          <a:p>
            <a:pPr rtl="0">
              <a:spcBef>
                <a:spcPts val="1000"/>
              </a:spcBef>
            </a:pPr>
            <a:endParaRPr lang="en-US" sz="2200" kern="1200" dirty="0">
              <a:latin typeface="+mn-lt"/>
              <a:cs typeface="+mn-cs"/>
            </a:endParaRPr>
          </a:p>
          <a:p>
            <a:pPr rtl="0">
              <a:spcBef>
                <a:spcPts val="1000"/>
              </a:spcBef>
            </a:pPr>
            <a:endParaRPr lang="en-US" sz="2200" kern="1200" dirty="0">
              <a:latin typeface="+mn-lt"/>
              <a:cs typeface="+mn-cs"/>
            </a:endParaRPr>
          </a:p>
          <a:p>
            <a:pPr rtl="0">
              <a:spcBef>
                <a:spcPts val="1000"/>
              </a:spcBef>
            </a:pPr>
            <a:endParaRPr lang="en-US" sz="2200" kern="1200" dirty="0">
              <a:latin typeface="+mn-lt"/>
              <a:cs typeface="+mn-cs"/>
            </a:endParaRPr>
          </a:p>
          <a:p>
            <a:pPr rtl="0">
              <a:spcBef>
                <a:spcPts val="1000"/>
              </a:spcBef>
            </a:pPr>
            <a:endParaRPr lang="en-US" sz="2200" kern="1200" dirty="0">
              <a:latin typeface="+mn-lt"/>
              <a:cs typeface="+mn-cs"/>
            </a:endParaRPr>
          </a:p>
          <a:p>
            <a:pPr rtl="0">
              <a:spcBef>
                <a:spcPts val="1000"/>
              </a:spcBef>
            </a:pPr>
            <a:endParaRPr lang="en-US" sz="2200" kern="1200" dirty="0">
              <a:latin typeface="+mn-lt"/>
              <a:cs typeface="+mn-cs"/>
            </a:endParaRPr>
          </a:p>
          <a:p>
            <a:pPr rtl="0">
              <a:spcBef>
                <a:spcPts val="1000"/>
              </a:spcBef>
            </a:pPr>
            <a:r>
              <a:rPr lang="en-US" sz="2200" kern="1200" dirty="0">
                <a:latin typeface="+mn-lt"/>
                <a:cs typeface="+mn-cs"/>
              </a:rPr>
              <a:t> Presented by Dr Teresa Burdett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12AA7-64EE-35B2-FBD8-52EC98695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4" r="165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5949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5028819" cy="6403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539" y="2192782"/>
            <a:ext cx="7070090" cy="38404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43839" y="2541688"/>
            <a:ext cx="132715" cy="1945639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444" y="2672842"/>
            <a:ext cx="7544689" cy="3840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5444" y="3152597"/>
            <a:ext cx="9303766" cy="38435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5444" y="3633215"/>
            <a:ext cx="8391652" cy="384048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885444" y="4113276"/>
            <a:ext cx="8705850" cy="749935"/>
            <a:chOff x="885444" y="4113276"/>
            <a:chExt cx="8705850" cy="74993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444" y="4113276"/>
              <a:ext cx="8705469" cy="3840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5444" y="4478731"/>
              <a:ext cx="1923414" cy="3843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6202933" cy="64038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65150" y="2963291"/>
            <a:ext cx="2999105" cy="2001520"/>
            <a:chOff x="565150" y="2963291"/>
            <a:chExt cx="2999105" cy="2001520"/>
          </a:xfrm>
        </p:grpSpPr>
        <p:sp>
          <p:nvSpPr>
            <p:cNvPr id="18" name="object 18"/>
            <p:cNvSpPr/>
            <p:nvPr/>
          </p:nvSpPr>
          <p:spPr>
            <a:xfrm>
              <a:off x="565150" y="2963291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2522347" y="0"/>
                  </a:moveTo>
                  <a:lnTo>
                    <a:pt x="171030" y="0"/>
                  </a:lnTo>
                  <a:lnTo>
                    <a:pt x="125562" y="6110"/>
                  </a:lnTo>
                  <a:lnTo>
                    <a:pt x="84706" y="23353"/>
                  </a:lnTo>
                  <a:lnTo>
                    <a:pt x="50091" y="50101"/>
                  </a:lnTo>
                  <a:lnTo>
                    <a:pt x="23349" y="84723"/>
                  </a:lnTo>
                  <a:lnTo>
                    <a:pt x="6109" y="125588"/>
                  </a:lnTo>
                  <a:lnTo>
                    <a:pt x="0" y="171069"/>
                  </a:lnTo>
                  <a:lnTo>
                    <a:pt x="0" y="1539240"/>
                  </a:lnTo>
                  <a:lnTo>
                    <a:pt x="6109" y="1584720"/>
                  </a:lnTo>
                  <a:lnTo>
                    <a:pt x="23349" y="1625585"/>
                  </a:lnTo>
                  <a:lnTo>
                    <a:pt x="50091" y="1660207"/>
                  </a:lnTo>
                  <a:lnTo>
                    <a:pt x="84706" y="1686955"/>
                  </a:lnTo>
                  <a:lnTo>
                    <a:pt x="125562" y="1704198"/>
                  </a:lnTo>
                  <a:lnTo>
                    <a:pt x="171030" y="1710309"/>
                  </a:lnTo>
                  <a:lnTo>
                    <a:pt x="2522347" y="1710309"/>
                  </a:lnTo>
                  <a:lnTo>
                    <a:pt x="2567827" y="1704198"/>
                  </a:lnTo>
                  <a:lnTo>
                    <a:pt x="2608692" y="1686955"/>
                  </a:lnTo>
                  <a:lnTo>
                    <a:pt x="2643314" y="1660207"/>
                  </a:lnTo>
                  <a:lnTo>
                    <a:pt x="2670062" y="1625585"/>
                  </a:lnTo>
                  <a:lnTo>
                    <a:pt x="2687305" y="1584720"/>
                  </a:lnTo>
                  <a:lnTo>
                    <a:pt x="2693416" y="1539240"/>
                  </a:lnTo>
                  <a:lnTo>
                    <a:pt x="2693416" y="171069"/>
                  </a:lnTo>
                  <a:lnTo>
                    <a:pt x="2687305" y="125588"/>
                  </a:lnTo>
                  <a:lnTo>
                    <a:pt x="2670062" y="84723"/>
                  </a:lnTo>
                  <a:lnTo>
                    <a:pt x="2643314" y="50101"/>
                  </a:lnTo>
                  <a:lnTo>
                    <a:pt x="2608692" y="23353"/>
                  </a:lnTo>
                  <a:lnTo>
                    <a:pt x="2567827" y="6110"/>
                  </a:lnTo>
                  <a:lnTo>
                    <a:pt x="2522347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412" y="3247644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2522296" y="0"/>
                  </a:moveTo>
                  <a:lnTo>
                    <a:pt x="171030" y="0"/>
                  </a:lnTo>
                  <a:lnTo>
                    <a:pt x="125562" y="6110"/>
                  </a:lnTo>
                  <a:lnTo>
                    <a:pt x="84706" y="23353"/>
                  </a:lnTo>
                  <a:lnTo>
                    <a:pt x="50091" y="50101"/>
                  </a:lnTo>
                  <a:lnTo>
                    <a:pt x="23349" y="84723"/>
                  </a:lnTo>
                  <a:lnTo>
                    <a:pt x="6109" y="125588"/>
                  </a:lnTo>
                  <a:lnTo>
                    <a:pt x="0" y="171068"/>
                  </a:lnTo>
                  <a:lnTo>
                    <a:pt x="0" y="1539239"/>
                  </a:lnTo>
                  <a:lnTo>
                    <a:pt x="6109" y="1584720"/>
                  </a:lnTo>
                  <a:lnTo>
                    <a:pt x="23349" y="1625585"/>
                  </a:lnTo>
                  <a:lnTo>
                    <a:pt x="50091" y="1660207"/>
                  </a:lnTo>
                  <a:lnTo>
                    <a:pt x="84706" y="1686955"/>
                  </a:lnTo>
                  <a:lnTo>
                    <a:pt x="125562" y="1704198"/>
                  </a:lnTo>
                  <a:lnTo>
                    <a:pt x="171030" y="1710308"/>
                  </a:lnTo>
                  <a:lnTo>
                    <a:pt x="2522296" y="1710308"/>
                  </a:lnTo>
                  <a:lnTo>
                    <a:pt x="2567776" y="1704198"/>
                  </a:lnTo>
                  <a:lnTo>
                    <a:pt x="2608642" y="1686955"/>
                  </a:lnTo>
                  <a:lnTo>
                    <a:pt x="2643263" y="1660207"/>
                  </a:lnTo>
                  <a:lnTo>
                    <a:pt x="2670011" y="1625585"/>
                  </a:lnTo>
                  <a:lnTo>
                    <a:pt x="2687255" y="1584720"/>
                  </a:lnTo>
                  <a:lnTo>
                    <a:pt x="2693365" y="1539239"/>
                  </a:lnTo>
                  <a:lnTo>
                    <a:pt x="2693365" y="171068"/>
                  </a:lnTo>
                  <a:lnTo>
                    <a:pt x="2687255" y="125588"/>
                  </a:lnTo>
                  <a:lnTo>
                    <a:pt x="2670011" y="84723"/>
                  </a:lnTo>
                  <a:lnTo>
                    <a:pt x="2643263" y="50101"/>
                  </a:lnTo>
                  <a:lnTo>
                    <a:pt x="2608642" y="23353"/>
                  </a:lnTo>
                  <a:lnTo>
                    <a:pt x="2567776" y="6110"/>
                  </a:lnTo>
                  <a:lnTo>
                    <a:pt x="25222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64412" y="3247644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0" y="171068"/>
                  </a:moveTo>
                  <a:lnTo>
                    <a:pt x="6109" y="125588"/>
                  </a:lnTo>
                  <a:lnTo>
                    <a:pt x="23349" y="84723"/>
                  </a:lnTo>
                  <a:lnTo>
                    <a:pt x="50091" y="50101"/>
                  </a:lnTo>
                  <a:lnTo>
                    <a:pt x="84706" y="23353"/>
                  </a:lnTo>
                  <a:lnTo>
                    <a:pt x="125562" y="6110"/>
                  </a:lnTo>
                  <a:lnTo>
                    <a:pt x="171030" y="0"/>
                  </a:lnTo>
                  <a:lnTo>
                    <a:pt x="2522296" y="0"/>
                  </a:lnTo>
                  <a:lnTo>
                    <a:pt x="2567776" y="6110"/>
                  </a:lnTo>
                  <a:lnTo>
                    <a:pt x="2608642" y="23353"/>
                  </a:lnTo>
                  <a:lnTo>
                    <a:pt x="2643263" y="50101"/>
                  </a:lnTo>
                  <a:lnTo>
                    <a:pt x="2670011" y="84723"/>
                  </a:lnTo>
                  <a:lnTo>
                    <a:pt x="2687255" y="125588"/>
                  </a:lnTo>
                  <a:lnTo>
                    <a:pt x="2693365" y="171068"/>
                  </a:lnTo>
                  <a:lnTo>
                    <a:pt x="2693365" y="1539239"/>
                  </a:lnTo>
                  <a:lnTo>
                    <a:pt x="2687255" y="1584720"/>
                  </a:lnTo>
                  <a:lnTo>
                    <a:pt x="2670011" y="1625585"/>
                  </a:lnTo>
                  <a:lnTo>
                    <a:pt x="2643263" y="1660207"/>
                  </a:lnTo>
                  <a:lnTo>
                    <a:pt x="2608642" y="1686955"/>
                  </a:lnTo>
                  <a:lnTo>
                    <a:pt x="2567776" y="1704198"/>
                  </a:lnTo>
                  <a:lnTo>
                    <a:pt x="2522296" y="1710308"/>
                  </a:lnTo>
                  <a:lnTo>
                    <a:pt x="171030" y="1710308"/>
                  </a:lnTo>
                  <a:lnTo>
                    <a:pt x="125562" y="1704198"/>
                  </a:lnTo>
                  <a:lnTo>
                    <a:pt x="84706" y="1686955"/>
                  </a:lnTo>
                  <a:lnTo>
                    <a:pt x="50091" y="1660207"/>
                  </a:lnTo>
                  <a:lnTo>
                    <a:pt x="23349" y="1625585"/>
                  </a:lnTo>
                  <a:lnTo>
                    <a:pt x="6109" y="1584720"/>
                  </a:lnTo>
                  <a:lnTo>
                    <a:pt x="0" y="1539239"/>
                  </a:lnTo>
                  <a:lnTo>
                    <a:pt x="0" y="171068"/>
                  </a:lnTo>
                  <a:close/>
                </a:path>
              </a:pathLst>
            </a:custGeom>
            <a:ln w="12700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138" y="3404362"/>
              <a:ext cx="1415669" cy="368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1469" y="3735070"/>
              <a:ext cx="1437640" cy="3688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4770" y="4067302"/>
              <a:ext cx="2369312" cy="3688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758" y="4397705"/>
              <a:ext cx="2482087" cy="369112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856990" y="2963291"/>
            <a:ext cx="2999105" cy="2001520"/>
            <a:chOff x="3856990" y="2963291"/>
            <a:chExt cx="2999105" cy="2001520"/>
          </a:xfrm>
        </p:grpSpPr>
        <p:sp>
          <p:nvSpPr>
            <p:cNvPr id="26" name="object 26"/>
            <p:cNvSpPr/>
            <p:nvPr/>
          </p:nvSpPr>
          <p:spPr>
            <a:xfrm>
              <a:off x="3856990" y="2963291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2522347" y="0"/>
                  </a:moveTo>
                  <a:lnTo>
                    <a:pt x="171069" y="0"/>
                  </a:lnTo>
                  <a:lnTo>
                    <a:pt x="125588" y="6110"/>
                  </a:lnTo>
                  <a:lnTo>
                    <a:pt x="84723" y="23353"/>
                  </a:lnTo>
                  <a:lnTo>
                    <a:pt x="50101" y="50101"/>
                  </a:lnTo>
                  <a:lnTo>
                    <a:pt x="23353" y="84723"/>
                  </a:lnTo>
                  <a:lnTo>
                    <a:pt x="6110" y="125588"/>
                  </a:lnTo>
                  <a:lnTo>
                    <a:pt x="0" y="171069"/>
                  </a:lnTo>
                  <a:lnTo>
                    <a:pt x="0" y="1539240"/>
                  </a:lnTo>
                  <a:lnTo>
                    <a:pt x="6110" y="1584720"/>
                  </a:lnTo>
                  <a:lnTo>
                    <a:pt x="23353" y="1625585"/>
                  </a:lnTo>
                  <a:lnTo>
                    <a:pt x="50101" y="1660207"/>
                  </a:lnTo>
                  <a:lnTo>
                    <a:pt x="84723" y="1686955"/>
                  </a:lnTo>
                  <a:lnTo>
                    <a:pt x="125588" y="1704198"/>
                  </a:lnTo>
                  <a:lnTo>
                    <a:pt x="171069" y="1710309"/>
                  </a:lnTo>
                  <a:lnTo>
                    <a:pt x="2522347" y="1710309"/>
                  </a:lnTo>
                  <a:lnTo>
                    <a:pt x="2567827" y="1704198"/>
                  </a:lnTo>
                  <a:lnTo>
                    <a:pt x="2608692" y="1686955"/>
                  </a:lnTo>
                  <a:lnTo>
                    <a:pt x="2643314" y="1660207"/>
                  </a:lnTo>
                  <a:lnTo>
                    <a:pt x="2670062" y="1625585"/>
                  </a:lnTo>
                  <a:lnTo>
                    <a:pt x="2687305" y="1584720"/>
                  </a:lnTo>
                  <a:lnTo>
                    <a:pt x="2693416" y="1539240"/>
                  </a:lnTo>
                  <a:lnTo>
                    <a:pt x="2693416" y="171069"/>
                  </a:lnTo>
                  <a:lnTo>
                    <a:pt x="2687305" y="125588"/>
                  </a:lnTo>
                  <a:lnTo>
                    <a:pt x="2670062" y="84723"/>
                  </a:lnTo>
                  <a:lnTo>
                    <a:pt x="2643314" y="50101"/>
                  </a:lnTo>
                  <a:lnTo>
                    <a:pt x="2608692" y="23353"/>
                  </a:lnTo>
                  <a:lnTo>
                    <a:pt x="2567827" y="6110"/>
                  </a:lnTo>
                  <a:lnTo>
                    <a:pt x="2522347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56329" y="3247644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2522347" y="0"/>
                  </a:moveTo>
                  <a:lnTo>
                    <a:pt x="170942" y="0"/>
                  </a:lnTo>
                  <a:lnTo>
                    <a:pt x="125515" y="6110"/>
                  </a:lnTo>
                  <a:lnTo>
                    <a:pt x="84685" y="23353"/>
                  </a:lnTo>
                  <a:lnTo>
                    <a:pt x="50085" y="50101"/>
                  </a:lnTo>
                  <a:lnTo>
                    <a:pt x="23349" y="84723"/>
                  </a:lnTo>
                  <a:lnTo>
                    <a:pt x="6109" y="125588"/>
                  </a:lnTo>
                  <a:lnTo>
                    <a:pt x="0" y="171068"/>
                  </a:lnTo>
                  <a:lnTo>
                    <a:pt x="0" y="1539239"/>
                  </a:lnTo>
                  <a:lnTo>
                    <a:pt x="6109" y="1584720"/>
                  </a:lnTo>
                  <a:lnTo>
                    <a:pt x="23349" y="1625585"/>
                  </a:lnTo>
                  <a:lnTo>
                    <a:pt x="50085" y="1660207"/>
                  </a:lnTo>
                  <a:lnTo>
                    <a:pt x="84685" y="1686955"/>
                  </a:lnTo>
                  <a:lnTo>
                    <a:pt x="125515" y="1704198"/>
                  </a:lnTo>
                  <a:lnTo>
                    <a:pt x="170942" y="1710308"/>
                  </a:lnTo>
                  <a:lnTo>
                    <a:pt x="2522347" y="1710308"/>
                  </a:lnTo>
                  <a:lnTo>
                    <a:pt x="2567773" y="1704198"/>
                  </a:lnTo>
                  <a:lnTo>
                    <a:pt x="2608603" y="1686955"/>
                  </a:lnTo>
                  <a:lnTo>
                    <a:pt x="2643203" y="1660207"/>
                  </a:lnTo>
                  <a:lnTo>
                    <a:pt x="2669939" y="1625585"/>
                  </a:lnTo>
                  <a:lnTo>
                    <a:pt x="2687179" y="1584720"/>
                  </a:lnTo>
                  <a:lnTo>
                    <a:pt x="2693289" y="1539239"/>
                  </a:lnTo>
                  <a:lnTo>
                    <a:pt x="2693289" y="171068"/>
                  </a:lnTo>
                  <a:lnTo>
                    <a:pt x="2687179" y="125588"/>
                  </a:lnTo>
                  <a:lnTo>
                    <a:pt x="2669939" y="84723"/>
                  </a:lnTo>
                  <a:lnTo>
                    <a:pt x="2643203" y="50101"/>
                  </a:lnTo>
                  <a:lnTo>
                    <a:pt x="2608603" y="23353"/>
                  </a:lnTo>
                  <a:lnTo>
                    <a:pt x="2567773" y="6110"/>
                  </a:lnTo>
                  <a:lnTo>
                    <a:pt x="252234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56329" y="3247644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0" y="171068"/>
                  </a:moveTo>
                  <a:lnTo>
                    <a:pt x="6109" y="125588"/>
                  </a:lnTo>
                  <a:lnTo>
                    <a:pt x="23349" y="84723"/>
                  </a:lnTo>
                  <a:lnTo>
                    <a:pt x="50085" y="50101"/>
                  </a:lnTo>
                  <a:lnTo>
                    <a:pt x="84685" y="23353"/>
                  </a:lnTo>
                  <a:lnTo>
                    <a:pt x="125515" y="6110"/>
                  </a:lnTo>
                  <a:lnTo>
                    <a:pt x="170942" y="0"/>
                  </a:lnTo>
                  <a:lnTo>
                    <a:pt x="2522347" y="0"/>
                  </a:lnTo>
                  <a:lnTo>
                    <a:pt x="2567773" y="6110"/>
                  </a:lnTo>
                  <a:lnTo>
                    <a:pt x="2608603" y="23353"/>
                  </a:lnTo>
                  <a:lnTo>
                    <a:pt x="2643203" y="50101"/>
                  </a:lnTo>
                  <a:lnTo>
                    <a:pt x="2669939" y="84723"/>
                  </a:lnTo>
                  <a:lnTo>
                    <a:pt x="2687179" y="125588"/>
                  </a:lnTo>
                  <a:lnTo>
                    <a:pt x="2693289" y="171068"/>
                  </a:lnTo>
                  <a:lnTo>
                    <a:pt x="2693289" y="1539239"/>
                  </a:lnTo>
                  <a:lnTo>
                    <a:pt x="2687179" y="1584720"/>
                  </a:lnTo>
                  <a:lnTo>
                    <a:pt x="2669939" y="1625585"/>
                  </a:lnTo>
                  <a:lnTo>
                    <a:pt x="2643203" y="1660207"/>
                  </a:lnTo>
                  <a:lnTo>
                    <a:pt x="2608603" y="1686955"/>
                  </a:lnTo>
                  <a:lnTo>
                    <a:pt x="2567773" y="1704198"/>
                  </a:lnTo>
                  <a:lnTo>
                    <a:pt x="2522347" y="1710308"/>
                  </a:lnTo>
                  <a:lnTo>
                    <a:pt x="170942" y="1710308"/>
                  </a:lnTo>
                  <a:lnTo>
                    <a:pt x="125515" y="1704198"/>
                  </a:lnTo>
                  <a:lnTo>
                    <a:pt x="84685" y="1686955"/>
                  </a:lnTo>
                  <a:lnTo>
                    <a:pt x="50085" y="1660207"/>
                  </a:lnTo>
                  <a:lnTo>
                    <a:pt x="23349" y="1625585"/>
                  </a:lnTo>
                  <a:lnTo>
                    <a:pt x="6109" y="1584720"/>
                  </a:lnTo>
                  <a:lnTo>
                    <a:pt x="0" y="1539239"/>
                  </a:lnTo>
                  <a:lnTo>
                    <a:pt x="0" y="171068"/>
                  </a:lnTo>
                  <a:close/>
                </a:path>
              </a:pathLst>
            </a:custGeom>
            <a:ln w="12700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0268" y="3569538"/>
              <a:ext cx="2330195" cy="3691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1416" y="3900805"/>
              <a:ext cx="2275332" cy="36880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4464" y="4233037"/>
              <a:ext cx="2186305" cy="36880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148956" y="2963291"/>
            <a:ext cx="2999105" cy="2001520"/>
            <a:chOff x="7148956" y="2963291"/>
            <a:chExt cx="2999105" cy="2001520"/>
          </a:xfrm>
        </p:grpSpPr>
        <p:sp>
          <p:nvSpPr>
            <p:cNvPr id="33" name="object 33"/>
            <p:cNvSpPr/>
            <p:nvPr/>
          </p:nvSpPr>
          <p:spPr>
            <a:xfrm>
              <a:off x="7148956" y="2963291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2522220" y="0"/>
                  </a:moveTo>
                  <a:lnTo>
                    <a:pt x="170942" y="0"/>
                  </a:lnTo>
                  <a:lnTo>
                    <a:pt x="125515" y="6110"/>
                  </a:lnTo>
                  <a:lnTo>
                    <a:pt x="84685" y="23353"/>
                  </a:lnTo>
                  <a:lnTo>
                    <a:pt x="50085" y="50101"/>
                  </a:lnTo>
                  <a:lnTo>
                    <a:pt x="23349" y="84723"/>
                  </a:lnTo>
                  <a:lnTo>
                    <a:pt x="6109" y="125588"/>
                  </a:lnTo>
                  <a:lnTo>
                    <a:pt x="0" y="171069"/>
                  </a:lnTo>
                  <a:lnTo>
                    <a:pt x="0" y="1539240"/>
                  </a:lnTo>
                  <a:lnTo>
                    <a:pt x="6109" y="1584720"/>
                  </a:lnTo>
                  <a:lnTo>
                    <a:pt x="23349" y="1625585"/>
                  </a:lnTo>
                  <a:lnTo>
                    <a:pt x="50085" y="1660207"/>
                  </a:lnTo>
                  <a:lnTo>
                    <a:pt x="84685" y="1686955"/>
                  </a:lnTo>
                  <a:lnTo>
                    <a:pt x="125515" y="1704198"/>
                  </a:lnTo>
                  <a:lnTo>
                    <a:pt x="170942" y="1710309"/>
                  </a:lnTo>
                  <a:lnTo>
                    <a:pt x="2522220" y="1710309"/>
                  </a:lnTo>
                  <a:lnTo>
                    <a:pt x="2567700" y="1704198"/>
                  </a:lnTo>
                  <a:lnTo>
                    <a:pt x="2608565" y="1686955"/>
                  </a:lnTo>
                  <a:lnTo>
                    <a:pt x="2643187" y="1660207"/>
                  </a:lnTo>
                  <a:lnTo>
                    <a:pt x="2669935" y="1625585"/>
                  </a:lnTo>
                  <a:lnTo>
                    <a:pt x="2687178" y="1584720"/>
                  </a:lnTo>
                  <a:lnTo>
                    <a:pt x="2693289" y="1539240"/>
                  </a:lnTo>
                  <a:lnTo>
                    <a:pt x="2693289" y="171069"/>
                  </a:lnTo>
                  <a:lnTo>
                    <a:pt x="2687178" y="125588"/>
                  </a:lnTo>
                  <a:lnTo>
                    <a:pt x="2669935" y="84723"/>
                  </a:lnTo>
                  <a:lnTo>
                    <a:pt x="2643187" y="50101"/>
                  </a:lnTo>
                  <a:lnTo>
                    <a:pt x="2608565" y="23353"/>
                  </a:lnTo>
                  <a:lnTo>
                    <a:pt x="2567700" y="6110"/>
                  </a:lnTo>
                  <a:lnTo>
                    <a:pt x="252222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48168" y="3247644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2522347" y="0"/>
                  </a:moveTo>
                  <a:lnTo>
                    <a:pt x="171069" y="0"/>
                  </a:lnTo>
                  <a:lnTo>
                    <a:pt x="125588" y="6110"/>
                  </a:lnTo>
                  <a:lnTo>
                    <a:pt x="84723" y="23353"/>
                  </a:lnTo>
                  <a:lnTo>
                    <a:pt x="50101" y="50101"/>
                  </a:lnTo>
                  <a:lnTo>
                    <a:pt x="23353" y="84723"/>
                  </a:lnTo>
                  <a:lnTo>
                    <a:pt x="6110" y="125588"/>
                  </a:lnTo>
                  <a:lnTo>
                    <a:pt x="0" y="171068"/>
                  </a:lnTo>
                  <a:lnTo>
                    <a:pt x="0" y="1539239"/>
                  </a:lnTo>
                  <a:lnTo>
                    <a:pt x="6110" y="1584720"/>
                  </a:lnTo>
                  <a:lnTo>
                    <a:pt x="23353" y="1625585"/>
                  </a:lnTo>
                  <a:lnTo>
                    <a:pt x="50101" y="1660207"/>
                  </a:lnTo>
                  <a:lnTo>
                    <a:pt x="84723" y="1686955"/>
                  </a:lnTo>
                  <a:lnTo>
                    <a:pt x="125588" y="1704198"/>
                  </a:lnTo>
                  <a:lnTo>
                    <a:pt x="171069" y="1710308"/>
                  </a:lnTo>
                  <a:lnTo>
                    <a:pt x="2522347" y="1710308"/>
                  </a:lnTo>
                  <a:lnTo>
                    <a:pt x="2567827" y="1704198"/>
                  </a:lnTo>
                  <a:lnTo>
                    <a:pt x="2608692" y="1686955"/>
                  </a:lnTo>
                  <a:lnTo>
                    <a:pt x="2643314" y="1660207"/>
                  </a:lnTo>
                  <a:lnTo>
                    <a:pt x="2670062" y="1625585"/>
                  </a:lnTo>
                  <a:lnTo>
                    <a:pt x="2687305" y="1584720"/>
                  </a:lnTo>
                  <a:lnTo>
                    <a:pt x="2693415" y="1539239"/>
                  </a:lnTo>
                  <a:lnTo>
                    <a:pt x="2693415" y="171068"/>
                  </a:lnTo>
                  <a:lnTo>
                    <a:pt x="2687305" y="125588"/>
                  </a:lnTo>
                  <a:lnTo>
                    <a:pt x="2670062" y="84723"/>
                  </a:lnTo>
                  <a:lnTo>
                    <a:pt x="2643314" y="50101"/>
                  </a:lnTo>
                  <a:lnTo>
                    <a:pt x="2608692" y="23353"/>
                  </a:lnTo>
                  <a:lnTo>
                    <a:pt x="2567827" y="6110"/>
                  </a:lnTo>
                  <a:lnTo>
                    <a:pt x="252234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48168" y="3247644"/>
              <a:ext cx="2693670" cy="1710689"/>
            </a:xfrm>
            <a:custGeom>
              <a:avLst/>
              <a:gdLst/>
              <a:ahLst/>
              <a:cxnLst/>
              <a:rect l="l" t="t" r="r" b="b"/>
              <a:pathLst>
                <a:path w="2693670" h="1710689">
                  <a:moveTo>
                    <a:pt x="0" y="171068"/>
                  </a:moveTo>
                  <a:lnTo>
                    <a:pt x="6110" y="125588"/>
                  </a:lnTo>
                  <a:lnTo>
                    <a:pt x="23353" y="84723"/>
                  </a:lnTo>
                  <a:lnTo>
                    <a:pt x="50101" y="50101"/>
                  </a:lnTo>
                  <a:lnTo>
                    <a:pt x="84723" y="23353"/>
                  </a:lnTo>
                  <a:lnTo>
                    <a:pt x="125588" y="6110"/>
                  </a:lnTo>
                  <a:lnTo>
                    <a:pt x="171069" y="0"/>
                  </a:lnTo>
                  <a:lnTo>
                    <a:pt x="2522347" y="0"/>
                  </a:lnTo>
                  <a:lnTo>
                    <a:pt x="2567827" y="6110"/>
                  </a:lnTo>
                  <a:lnTo>
                    <a:pt x="2608692" y="23353"/>
                  </a:lnTo>
                  <a:lnTo>
                    <a:pt x="2643314" y="50101"/>
                  </a:lnTo>
                  <a:lnTo>
                    <a:pt x="2670062" y="84723"/>
                  </a:lnTo>
                  <a:lnTo>
                    <a:pt x="2687305" y="125588"/>
                  </a:lnTo>
                  <a:lnTo>
                    <a:pt x="2693415" y="171068"/>
                  </a:lnTo>
                  <a:lnTo>
                    <a:pt x="2693415" y="1539239"/>
                  </a:lnTo>
                  <a:lnTo>
                    <a:pt x="2687305" y="1584720"/>
                  </a:lnTo>
                  <a:lnTo>
                    <a:pt x="2670062" y="1625585"/>
                  </a:lnTo>
                  <a:lnTo>
                    <a:pt x="2643314" y="1660207"/>
                  </a:lnTo>
                  <a:lnTo>
                    <a:pt x="2608692" y="1686955"/>
                  </a:lnTo>
                  <a:lnTo>
                    <a:pt x="2567827" y="1704198"/>
                  </a:lnTo>
                  <a:lnTo>
                    <a:pt x="2522347" y="1710308"/>
                  </a:lnTo>
                  <a:lnTo>
                    <a:pt x="171069" y="1710308"/>
                  </a:lnTo>
                  <a:lnTo>
                    <a:pt x="125588" y="1704198"/>
                  </a:lnTo>
                  <a:lnTo>
                    <a:pt x="84723" y="1686955"/>
                  </a:lnTo>
                  <a:lnTo>
                    <a:pt x="50101" y="1660207"/>
                  </a:lnTo>
                  <a:lnTo>
                    <a:pt x="23353" y="1625585"/>
                  </a:lnTo>
                  <a:lnTo>
                    <a:pt x="6110" y="1584720"/>
                  </a:lnTo>
                  <a:lnTo>
                    <a:pt x="0" y="1539239"/>
                  </a:lnTo>
                  <a:lnTo>
                    <a:pt x="0" y="171068"/>
                  </a:lnTo>
                  <a:close/>
                </a:path>
              </a:pathLst>
            </a:custGeom>
            <a:ln w="12700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1881" y="3569538"/>
              <a:ext cx="2438780" cy="3691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39125" y="3900805"/>
              <a:ext cx="2327148" cy="36880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91778" y="4233037"/>
              <a:ext cx="969263" cy="368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722071"/>
            <a:ext cx="7574280" cy="1310005"/>
            <a:chOff x="656539" y="722071"/>
            <a:chExt cx="7574280" cy="1310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722071"/>
              <a:ext cx="7573772" cy="7059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1326133"/>
              <a:ext cx="3532885" cy="70561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7416" y="2360802"/>
            <a:ext cx="2615565" cy="1569720"/>
          </a:xfrm>
          <a:prstGeom prst="rect">
            <a:avLst/>
          </a:prstGeom>
          <a:solidFill>
            <a:srgbClr val="0470CC"/>
          </a:solidFill>
        </p:spPr>
        <p:txBody>
          <a:bodyPr vert="horz" wrap="square" lIns="0" tIns="175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0"/>
              </a:spcBef>
            </a:pPr>
            <a:endParaRPr sz="260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</a:pP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Phenomenology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54346" y="2360802"/>
            <a:ext cx="2615565" cy="1569720"/>
          </a:xfrm>
          <a:prstGeom prst="rect">
            <a:avLst/>
          </a:prstGeom>
          <a:solidFill>
            <a:srgbClr val="13BAA9"/>
          </a:solidFill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endParaRPr sz="2600">
              <a:latin typeface="Times New Roman"/>
              <a:cs typeface="Times New Roman"/>
            </a:endParaRPr>
          </a:p>
          <a:p>
            <a:pPr marL="791210" marR="564515" indent="-220979">
              <a:lnSpc>
                <a:spcPts val="2700"/>
              </a:lnSpc>
              <a:spcBef>
                <a:spcPts val="5"/>
              </a:spcBef>
            </a:pPr>
            <a:r>
              <a:rPr sz="2600" b="0" spc="-10" dirty="0">
                <a:solidFill>
                  <a:srgbClr val="FFFFFF"/>
                </a:solidFill>
                <a:latin typeface="Arial MT"/>
                <a:cs typeface="Arial MT"/>
              </a:rPr>
              <a:t>Grounded Theory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1278" y="2360802"/>
            <a:ext cx="2615565" cy="1569720"/>
          </a:xfrm>
          <a:prstGeom prst="rect">
            <a:avLst/>
          </a:prstGeom>
          <a:solidFill>
            <a:srgbClr val="8AB83A"/>
          </a:solidFill>
        </p:spPr>
        <p:txBody>
          <a:bodyPr vert="horz" wrap="square" lIns="0" tIns="175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0"/>
              </a:spcBef>
            </a:pPr>
            <a:endParaRPr sz="2600">
              <a:latin typeface="Times New Roman"/>
              <a:cs typeface="Times New Roman"/>
            </a:endParaRPr>
          </a:p>
          <a:p>
            <a:pPr marL="369570">
              <a:lnSpc>
                <a:spcPct val="100000"/>
              </a:lnSpc>
            </a:pP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Ethnography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77416" y="4191546"/>
            <a:ext cx="2615565" cy="1569720"/>
          </a:xfrm>
          <a:prstGeom prst="rect">
            <a:avLst/>
          </a:prstGeom>
          <a:solidFill>
            <a:srgbClr val="EB960C"/>
          </a:solidFill>
        </p:spPr>
        <p:txBody>
          <a:bodyPr vert="horz" wrap="square" lIns="0" tIns="175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5"/>
              </a:spcBef>
            </a:pPr>
            <a:endParaRPr sz="2600">
              <a:latin typeface="Times New Roman"/>
              <a:cs typeface="Times New Roman"/>
            </a:endParaRPr>
          </a:p>
          <a:p>
            <a:pPr marL="452755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Case</a:t>
            </a:r>
            <a:r>
              <a:rPr sz="2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Study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54346" y="4191546"/>
            <a:ext cx="2615565" cy="1569720"/>
          </a:xfrm>
          <a:prstGeom prst="rect">
            <a:avLst/>
          </a:prstGeom>
          <a:solidFill>
            <a:srgbClr val="F55721"/>
          </a:solidFill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2600">
              <a:latin typeface="Times New Roman"/>
              <a:cs typeface="Times New Roman"/>
            </a:endParaRPr>
          </a:p>
          <a:p>
            <a:pPr marL="599440" marR="591185" indent="36195">
              <a:lnSpc>
                <a:spcPts val="2700"/>
              </a:lnSpc>
            </a:pP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Narrative Research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31278" y="4191546"/>
            <a:ext cx="2615565" cy="1569720"/>
          </a:xfrm>
          <a:prstGeom prst="rect">
            <a:avLst/>
          </a:prstGeom>
          <a:solidFill>
            <a:srgbClr val="0470CC"/>
          </a:solidFill>
        </p:spPr>
        <p:txBody>
          <a:bodyPr vert="horz" wrap="square" lIns="0" tIns="268605" rIns="0" bIns="0" rtlCol="0">
            <a:spAutoFit/>
          </a:bodyPr>
          <a:lstStyle/>
          <a:p>
            <a:pPr marL="299720" marR="290195" algn="ctr">
              <a:lnSpc>
                <a:spcPct val="86300"/>
              </a:lnSpc>
              <a:spcBef>
                <a:spcPts val="2115"/>
              </a:spcBef>
            </a:pP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Participatory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Arial MT"/>
                <a:cs typeface="Arial MT"/>
              </a:rPr>
              <a:t>/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Action Research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656539" y="2125421"/>
            <a:ext cx="5503545" cy="1687830"/>
            <a:chOff x="656539" y="2125421"/>
            <a:chExt cx="5503545" cy="168783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2125421"/>
              <a:ext cx="5503163" cy="864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2948635"/>
              <a:ext cx="3344799" cy="864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6266560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885" y="3026317"/>
            <a:ext cx="154240" cy="1542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3366" y="3070387"/>
            <a:ext cx="154240" cy="1542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6404" y="3070387"/>
            <a:ext cx="154240" cy="15424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461312" y="3203016"/>
            <a:ext cx="881380" cy="442595"/>
          </a:xfrm>
          <a:custGeom>
            <a:avLst/>
            <a:gdLst/>
            <a:ahLst/>
            <a:cxnLst/>
            <a:rect l="l" t="t" r="r" b="b"/>
            <a:pathLst>
              <a:path w="881380" h="442595">
                <a:moveTo>
                  <a:pt x="264414" y="109766"/>
                </a:moveTo>
                <a:lnTo>
                  <a:pt x="247891" y="74510"/>
                </a:lnTo>
                <a:lnTo>
                  <a:pt x="183070" y="49568"/>
                </a:lnTo>
                <a:lnTo>
                  <a:pt x="133718" y="44069"/>
                </a:lnTo>
                <a:lnTo>
                  <a:pt x="84162" y="49110"/>
                </a:lnTo>
                <a:lnTo>
                  <a:pt x="36360" y="64592"/>
                </a:lnTo>
                <a:lnTo>
                  <a:pt x="3581" y="92138"/>
                </a:lnTo>
                <a:lnTo>
                  <a:pt x="0" y="109766"/>
                </a:lnTo>
                <a:lnTo>
                  <a:pt x="0" y="297065"/>
                </a:lnTo>
                <a:lnTo>
                  <a:pt x="20866" y="268617"/>
                </a:lnTo>
                <a:lnTo>
                  <a:pt x="45440" y="241427"/>
                </a:lnTo>
                <a:lnTo>
                  <a:pt x="73748" y="215874"/>
                </a:lnTo>
                <a:lnTo>
                  <a:pt x="105765" y="192392"/>
                </a:lnTo>
                <a:lnTo>
                  <a:pt x="141859" y="170535"/>
                </a:lnTo>
                <a:lnTo>
                  <a:pt x="180543" y="151358"/>
                </a:lnTo>
                <a:lnTo>
                  <a:pt x="221500" y="135064"/>
                </a:lnTo>
                <a:lnTo>
                  <a:pt x="264414" y="121881"/>
                </a:lnTo>
                <a:lnTo>
                  <a:pt x="264414" y="109766"/>
                </a:lnTo>
                <a:close/>
              </a:path>
              <a:path w="881380" h="442595">
                <a:moveTo>
                  <a:pt x="572897" y="65697"/>
                </a:moveTo>
                <a:lnTo>
                  <a:pt x="556361" y="30441"/>
                </a:lnTo>
                <a:lnTo>
                  <a:pt x="491553" y="5486"/>
                </a:lnTo>
                <a:lnTo>
                  <a:pt x="442201" y="0"/>
                </a:lnTo>
                <a:lnTo>
                  <a:pt x="392645" y="5041"/>
                </a:lnTo>
                <a:lnTo>
                  <a:pt x="344843" y="20523"/>
                </a:lnTo>
                <a:lnTo>
                  <a:pt x="310680" y="48069"/>
                </a:lnTo>
                <a:lnTo>
                  <a:pt x="307378" y="65697"/>
                </a:lnTo>
                <a:lnTo>
                  <a:pt x="307378" y="110871"/>
                </a:lnTo>
                <a:lnTo>
                  <a:pt x="339813" y="105079"/>
                </a:lnTo>
                <a:lnTo>
                  <a:pt x="372656" y="100952"/>
                </a:lnTo>
                <a:lnTo>
                  <a:pt x="405917" y="98475"/>
                </a:lnTo>
                <a:lnTo>
                  <a:pt x="439585" y="97650"/>
                </a:lnTo>
                <a:lnTo>
                  <a:pt x="473430" y="98628"/>
                </a:lnTo>
                <a:lnTo>
                  <a:pt x="507060" y="101358"/>
                </a:lnTo>
                <a:lnTo>
                  <a:pt x="540283" y="105549"/>
                </a:lnTo>
                <a:lnTo>
                  <a:pt x="572897" y="110871"/>
                </a:lnTo>
                <a:lnTo>
                  <a:pt x="572897" y="65697"/>
                </a:lnTo>
                <a:close/>
              </a:path>
              <a:path w="881380" h="442595">
                <a:moveTo>
                  <a:pt x="874763" y="442493"/>
                </a:moveTo>
                <a:lnTo>
                  <a:pt x="870788" y="402983"/>
                </a:lnTo>
                <a:lnTo>
                  <a:pt x="859218" y="365099"/>
                </a:lnTo>
                <a:lnTo>
                  <a:pt x="840562" y="329184"/>
                </a:lnTo>
                <a:lnTo>
                  <a:pt x="815352" y="295592"/>
                </a:lnTo>
                <a:lnTo>
                  <a:pt x="784123" y="264668"/>
                </a:lnTo>
                <a:lnTo>
                  <a:pt x="747382" y="236740"/>
                </a:lnTo>
                <a:lnTo>
                  <a:pt x="705662" y="212166"/>
                </a:lnTo>
                <a:lnTo>
                  <a:pt x="659485" y="191287"/>
                </a:lnTo>
                <a:lnTo>
                  <a:pt x="609371" y="174459"/>
                </a:lnTo>
                <a:lnTo>
                  <a:pt x="555853" y="162001"/>
                </a:lnTo>
                <a:lnTo>
                  <a:pt x="499452" y="154279"/>
                </a:lnTo>
                <a:lnTo>
                  <a:pt x="440690" y="151625"/>
                </a:lnTo>
                <a:lnTo>
                  <a:pt x="381698" y="154279"/>
                </a:lnTo>
                <a:lnTo>
                  <a:pt x="325132" y="162001"/>
                </a:lnTo>
                <a:lnTo>
                  <a:pt x="271538" y="174459"/>
                </a:lnTo>
                <a:lnTo>
                  <a:pt x="221399" y="191287"/>
                </a:lnTo>
                <a:lnTo>
                  <a:pt x="175247" y="212166"/>
                </a:lnTo>
                <a:lnTo>
                  <a:pt x="133578" y="236740"/>
                </a:lnTo>
                <a:lnTo>
                  <a:pt x="96926" y="264668"/>
                </a:lnTo>
                <a:lnTo>
                  <a:pt x="65773" y="295592"/>
                </a:lnTo>
                <a:lnTo>
                  <a:pt x="40665" y="329184"/>
                </a:lnTo>
                <a:lnTo>
                  <a:pt x="22085" y="365099"/>
                </a:lnTo>
                <a:lnTo>
                  <a:pt x="10566" y="402983"/>
                </a:lnTo>
                <a:lnTo>
                  <a:pt x="6604" y="442493"/>
                </a:lnTo>
                <a:lnTo>
                  <a:pt x="874763" y="442493"/>
                </a:lnTo>
                <a:close/>
              </a:path>
              <a:path w="881380" h="442595">
                <a:moveTo>
                  <a:pt x="881380" y="109766"/>
                </a:moveTo>
                <a:lnTo>
                  <a:pt x="864844" y="74510"/>
                </a:lnTo>
                <a:lnTo>
                  <a:pt x="800036" y="49568"/>
                </a:lnTo>
                <a:lnTo>
                  <a:pt x="750684" y="44069"/>
                </a:lnTo>
                <a:lnTo>
                  <a:pt x="701128" y="49110"/>
                </a:lnTo>
                <a:lnTo>
                  <a:pt x="653313" y="64592"/>
                </a:lnTo>
                <a:lnTo>
                  <a:pt x="619163" y="92138"/>
                </a:lnTo>
                <a:lnTo>
                  <a:pt x="615861" y="109766"/>
                </a:lnTo>
                <a:lnTo>
                  <a:pt x="615861" y="121881"/>
                </a:lnTo>
                <a:lnTo>
                  <a:pt x="658774" y="135064"/>
                </a:lnTo>
                <a:lnTo>
                  <a:pt x="699731" y="151358"/>
                </a:lnTo>
                <a:lnTo>
                  <a:pt x="738403" y="170535"/>
                </a:lnTo>
                <a:lnTo>
                  <a:pt x="774509" y="192392"/>
                </a:lnTo>
                <a:lnTo>
                  <a:pt x="807161" y="215874"/>
                </a:lnTo>
                <a:lnTo>
                  <a:pt x="835787" y="241427"/>
                </a:lnTo>
                <a:lnTo>
                  <a:pt x="881380" y="297065"/>
                </a:lnTo>
                <a:lnTo>
                  <a:pt x="881380" y="109766"/>
                </a:lnTo>
                <a:close/>
              </a:path>
            </a:pathLst>
          </a:custGeom>
          <a:solidFill>
            <a:srgbClr val="047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55599" y="4148582"/>
            <a:ext cx="2511425" cy="730250"/>
            <a:chOff x="755599" y="4148582"/>
            <a:chExt cx="2511425" cy="73025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5599" y="4148582"/>
              <a:ext cx="883919" cy="3840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2785" y="4148582"/>
              <a:ext cx="228600" cy="3840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7085" y="4148582"/>
              <a:ext cx="1689481" cy="3840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9939" y="4494530"/>
              <a:ext cx="1564386" cy="38404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33073" y="3047250"/>
            <a:ext cx="198309" cy="19831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61898" y="3047250"/>
            <a:ext cx="198309" cy="19831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233923" y="3201496"/>
            <a:ext cx="925830" cy="423545"/>
            <a:chOff x="4233923" y="3201496"/>
            <a:chExt cx="925830" cy="423545"/>
          </a:xfrm>
        </p:grpSpPr>
        <p:sp>
          <p:nvSpPr>
            <p:cNvPr id="16" name="object 16"/>
            <p:cNvSpPr/>
            <p:nvPr/>
          </p:nvSpPr>
          <p:spPr>
            <a:xfrm>
              <a:off x="4498331" y="3426253"/>
              <a:ext cx="396875" cy="198755"/>
            </a:xfrm>
            <a:custGeom>
              <a:avLst/>
              <a:gdLst/>
              <a:ahLst/>
              <a:cxnLst/>
              <a:rect l="l" t="t" r="r" b="b"/>
              <a:pathLst>
                <a:path w="396875" h="198754">
                  <a:moveTo>
                    <a:pt x="198309" y="0"/>
                  </a:moveTo>
                  <a:lnTo>
                    <a:pt x="157545" y="3305"/>
                  </a:lnTo>
                  <a:lnTo>
                    <a:pt x="90788" y="21380"/>
                  </a:lnTo>
                  <a:lnTo>
                    <a:pt x="42106" y="45137"/>
                  </a:lnTo>
                  <a:lnTo>
                    <a:pt x="11154" y="68170"/>
                  </a:lnTo>
                  <a:lnTo>
                    <a:pt x="0" y="99157"/>
                  </a:lnTo>
                  <a:lnTo>
                    <a:pt x="0" y="198315"/>
                  </a:lnTo>
                  <a:lnTo>
                    <a:pt x="396618" y="198315"/>
                  </a:lnTo>
                  <a:lnTo>
                    <a:pt x="396618" y="99157"/>
                  </a:lnTo>
                  <a:lnTo>
                    <a:pt x="376787" y="59494"/>
                  </a:lnTo>
                  <a:lnTo>
                    <a:pt x="331617" y="31400"/>
                  </a:lnTo>
                  <a:lnTo>
                    <a:pt x="279836" y="13221"/>
                  </a:lnTo>
                  <a:lnTo>
                    <a:pt x="240725" y="4131"/>
                  </a:lnTo>
                  <a:lnTo>
                    <a:pt x="198309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97486" y="3201496"/>
              <a:ext cx="198309" cy="1983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233913" y="3272015"/>
              <a:ext cx="925830" cy="198755"/>
            </a:xfrm>
            <a:custGeom>
              <a:avLst/>
              <a:gdLst/>
              <a:ahLst/>
              <a:cxnLst/>
              <a:rect l="l" t="t" r="r" b="b"/>
              <a:pathLst>
                <a:path w="925829" h="198754">
                  <a:moveTo>
                    <a:pt x="359156" y="127800"/>
                  </a:moveTo>
                  <a:lnTo>
                    <a:pt x="342734" y="106768"/>
                  </a:lnTo>
                  <a:lnTo>
                    <a:pt x="330238" y="83451"/>
                  </a:lnTo>
                  <a:lnTo>
                    <a:pt x="322287" y="58077"/>
                  </a:lnTo>
                  <a:lnTo>
                    <a:pt x="319493" y="26441"/>
                  </a:lnTo>
                  <a:lnTo>
                    <a:pt x="289750" y="15595"/>
                  </a:lnTo>
                  <a:lnTo>
                    <a:pt x="260896" y="8369"/>
                  </a:lnTo>
                  <a:lnTo>
                    <a:pt x="240728" y="4127"/>
                  </a:lnTo>
                  <a:lnTo>
                    <a:pt x="219722" y="1130"/>
                  </a:lnTo>
                  <a:lnTo>
                    <a:pt x="198310" y="0"/>
                  </a:lnTo>
                  <a:lnTo>
                    <a:pt x="178130" y="825"/>
                  </a:lnTo>
                  <a:lnTo>
                    <a:pt x="136956" y="7442"/>
                  </a:lnTo>
                  <a:lnTo>
                    <a:pt x="90792" y="22313"/>
                  </a:lnTo>
                  <a:lnTo>
                    <a:pt x="42100" y="45440"/>
                  </a:lnTo>
                  <a:lnTo>
                    <a:pt x="4965" y="76847"/>
                  </a:lnTo>
                  <a:lnTo>
                    <a:pt x="0" y="99161"/>
                  </a:lnTo>
                  <a:lnTo>
                    <a:pt x="0" y="198310"/>
                  </a:lnTo>
                  <a:lnTo>
                    <a:pt x="237972" y="198310"/>
                  </a:lnTo>
                  <a:lnTo>
                    <a:pt x="247065" y="187579"/>
                  </a:lnTo>
                  <a:lnTo>
                    <a:pt x="257797" y="178485"/>
                  </a:lnTo>
                  <a:lnTo>
                    <a:pt x="281698" y="162814"/>
                  </a:lnTo>
                  <a:lnTo>
                    <a:pt x="306832" y="149009"/>
                  </a:lnTo>
                  <a:lnTo>
                    <a:pt x="332790" y="137274"/>
                  </a:lnTo>
                  <a:lnTo>
                    <a:pt x="359156" y="127800"/>
                  </a:lnTo>
                  <a:close/>
                </a:path>
                <a:path w="925829" h="198754">
                  <a:moveTo>
                    <a:pt x="925449" y="99161"/>
                  </a:moveTo>
                  <a:lnTo>
                    <a:pt x="905611" y="59499"/>
                  </a:lnTo>
                  <a:lnTo>
                    <a:pt x="860437" y="31394"/>
                  </a:lnTo>
                  <a:lnTo>
                    <a:pt x="808659" y="13220"/>
                  </a:lnTo>
                  <a:lnTo>
                    <a:pt x="769543" y="4127"/>
                  </a:lnTo>
                  <a:lnTo>
                    <a:pt x="727138" y="0"/>
                  </a:lnTo>
                  <a:lnTo>
                    <a:pt x="706958" y="825"/>
                  </a:lnTo>
                  <a:lnTo>
                    <a:pt x="665784" y="7442"/>
                  </a:lnTo>
                  <a:lnTo>
                    <a:pt x="615861" y="24066"/>
                  </a:lnTo>
                  <a:lnTo>
                    <a:pt x="603161" y="58394"/>
                  </a:lnTo>
                  <a:lnTo>
                    <a:pt x="595198" y="84289"/>
                  </a:lnTo>
                  <a:lnTo>
                    <a:pt x="582701" y="107696"/>
                  </a:lnTo>
                  <a:lnTo>
                    <a:pt x="566280" y="127800"/>
                  </a:lnTo>
                  <a:lnTo>
                    <a:pt x="596061" y="138506"/>
                  </a:lnTo>
                  <a:lnTo>
                    <a:pt x="646531" y="164058"/>
                  </a:lnTo>
                  <a:lnTo>
                    <a:pt x="677278" y="187579"/>
                  </a:lnTo>
                  <a:lnTo>
                    <a:pt x="685266" y="198310"/>
                  </a:lnTo>
                  <a:lnTo>
                    <a:pt x="925449" y="198310"/>
                  </a:lnTo>
                  <a:lnTo>
                    <a:pt x="925449" y="99161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33546" y="4148582"/>
            <a:ext cx="2085594" cy="384048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7051002" y="3071489"/>
            <a:ext cx="880744" cy="528955"/>
            <a:chOff x="7051002" y="3071489"/>
            <a:chExt cx="880744" cy="528955"/>
          </a:xfrm>
        </p:grpSpPr>
        <p:sp>
          <p:nvSpPr>
            <p:cNvPr id="21" name="object 21"/>
            <p:cNvSpPr/>
            <p:nvPr/>
          </p:nvSpPr>
          <p:spPr>
            <a:xfrm>
              <a:off x="7051002" y="3071489"/>
              <a:ext cx="880744" cy="528955"/>
            </a:xfrm>
            <a:custGeom>
              <a:avLst/>
              <a:gdLst/>
              <a:ahLst/>
              <a:cxnLst/>
              <a:rect l="l" t="t" r="r" b="b"/>
              <a:pathLst>
                <a:path w="880745" h="528954">
                  <a:moveTo>
                    <a:pt x="440272" y="0"/>
                  </a:moveTo>
                  <a:lnTo>
                    <a:pt x="387281" y="4033"/>
                  </a:lnTo>
                  <a:lnTo>
                    <a:pt x="336098" y="15333"/>
                  </a:lnTo>
                  <a:lnTo>
                    <a:pt x="287055" y="32697"/>
                  </a:lnTo>
                  <a:lnTo>
                    <a:pt x="240486" y="54923"/>
                  </a:lnTo>
                  <a:lnTo>
                    <a:pt x="196723" y="80810"/>
                  </a:lnTo>
                  <a:lnTo>
                    <a:pt x="156098" y="109155"/>
                  </a:lnTo>
                  <a:lnTo>
                    <a:pt x="118945" y="138757"/>
                  </a:lnTo>
                  <a:lnTo>
                    <a:pt x="85596" y="168413"/>
                  </a:lnTo>
                  <a:lnTo>
                    <a:pt x="56385" y="196922"/>
                  </a:lnTo>
                  <a:lnTo>
                    <a:pt x="11704" y="245691"/>
                  </a:lnTo>
                  <a:lnTo>
                    <a:pt x="0" y="279156"/>
                  </a:lnTo>
                  <a:lnTo>
                    <a:pt x="3803" y="296354"/>
                  </a:lnTo>
                  <a:lnTo>
                    <a:pt x="36375" y="334472"/>
                  </a:lnTo>
                  <a:lnTo>
                    <a:pt x="64489" y="360599"/>
                  </a:lnTo>
                  <a:lnTo>
                    <a:pt x="97966" y="388919"/>
                  </a:lnTo>
                  <a:lnTo>
                    <a:pt x="135907" y="417705"/>
                  </a:lnTo>
                  <a:lnTo>
                    <a:pt x="178339" y="445934"/>
                  </a:lnTo>
                  <a:lnTo>
                    <a:pt x="224670" y="472114"/>
                  </a:lnTo>
                  <a:lnTo>
                    <a:pt x="274466" y="494870"/>
                  </a:lnTo>
                  <a:lnTo>
                    <a:pt x="327289" y="512826"/>
                  </a:lnTo>
                  <a:lnTo>
                    <a:pt x="382703" y="524609"/>
                  </a:lnTo>
                  <a:lnTo>
                    <a:pt x="440272" y="528842"/>
                  </a:lnTo>
                  <a:lnTo>
                    <a:pt x="497843" y="524609"/>
                  </a:lnTo>
                  <a:lnTo>
                    <a:pt x="553265" y="512826"/>
                  </a:lnTo>
                  <a:lnTo>
                    <a:pt x="606108" y="494870"/>
                  </a:lnTo>
                  <a:lnTo>
                    <a:pt x="655945" y="472115"/>
                  </a:lnTo>
                  <a:lnTo>
                    <a:pt x="702344" y="445935"/>
                  </a:lnTo>
                  <a:lnTo>
                    <a:pt x="710228" y="440701"/>
                  </a:lnTo>
                  <a:lnTo>
                    <a:pt x="440272" y="440701"/>
                  </a:lnTo>
                  <a:lnTo>
                    <a:pt x="393551" y="434376"/>
                  </a:lnTo>
                  <a:lnTo>
                    <a:pt x="366885" y="423073"/>
                  </a:lnTo>
                  <a:lnTo>
                    <a:pt x="287133" y="423073"/>
                  </a:lnTo>
                  <a:lnTo>
                    <a:pt x="234797" y="396728"/>
                  </a:lnTo>
                  <a:lnTo>
                    <a:pt x="186798" y="366734"/>
                  </a:lnTo>
                  <a:lnTo>
                    <a:pt x="144033" y="335259"/>
                  </a:lnTo>
                  <a:lnTo>
                    <a:pt x="107403" y="304471"/>
                  </a:lnTo>
                  <a:lnTo>
                    <a:pt x="77807" y="276540"/>
                  </a:lnTo>
                  <a:lnTo>
                    <a:pt x="97224" y="255451"/>
                  </a:lnTo>
                  <a:lnTo>
                    <a:pt x="138539" y="215341"/>
                  </a:lnTo>
                  <a:lnTo>
                    <a:pt x="188133" y="173801"/>
                  </a:lnTo>
                  <a:lnTo>
                    <a:pt x="246421" y="134138"/>
                  </a:lnTo>
                  <a:lnTo>
                    <a:pt x="277218" y="116785"/>
                  </a:lnTo>
                  <a:lnTo>
                    <a:pt x="345680" y="116785"/>
                  </a:lnTo>
                  <a:lnTo>
                    <a:pt x="351482" y="112297"/>
                  </a:lnTo>
                  <a:lnTo>
                    <a:pt x="393551" y="94465"/>
                  </a:lnTo>
                  <a:lnTo>
                    <a:pt x="440272" y="88140"/>
                  </a:lnTo>
                  <a:lnTo>
                    <a:pt x="694327" y="88140"/>
                  </a:lnTo>
                  <a:lnTo>
                    <a:pt x="683821" y="80810"/>
                  </a:lnTo>
                  <a:lnTo>
                    <a:pt x="640058" y="54923"/>
                  </a:lnTo>
                  <a:lnTo>
                    <a:pt x="593489" y="32697"/>
                  </a:lnTo>
                  <a:lnTo>
                    <a:pt x="544446" y="15333"/>
                  </a:lnTo>
                  <a:lnTo>
                    <a:pt x="493263" y="4033"/>
                  </a:lnTo>
                  <a:lnTo>
                    <a:pt x="440272" y="0"/>
                  </a:lnTo>
                  <a:close/>
                </a:path>
                <a:path w="880745" h="528954">
                  <a:moveTo>
                    <a:pt x="694327" y="88140"/>
                  </a:moveTo>
                  <a:lnTo>
                    <a:pt x="440272" y="88140"/>
                  </a:lnTo>
                  <a:lnTo>
                    <a:pt x="486993" y="94465"/>
                  </a:lnTo>
                  <a:lnTo>
                    <a:pt x="529062" y="112297"/>
                  </a:lnTo>
                  <a:lnTo>
                    <a:pt x="564766" y="139922"/>
                  </a:lnTo>
                  <a:lnTo>
                    <a:pt x="592391" y="175627"/>
                  </a:lnTo>
                  <a:lnTo>
                    <a:pt x="610222" y="217698"/>
                  </a:lnTo>
                  <a:lnTo>
                    <a:pt x="616547" y="264421"/>
                  </a:lnTo>
                  <a:lnTo>
                    <a:pt x="610222" y="311143"/>
                  </a:lnTo>
                  <a:lnTo>
                    <a:pt x="592391" y="353214"/>
                  </a:lnTo>
                  <a:lnTo>
                    <a:pt x="564766" y="388919"/>
                  </a:lnTo>
                  <a:lnTo>
                    <a:pt x="529063" y="416544"/>
                  </a:lnTo>
                  <a:lnTo>
                    <a:pt x="486993" y="434376"/>
                  </a:lnTo>
                  <a:lnTo>
                    <a:pt x="440272" y="440701"/>
                  </a:lnTo>
                  <a:lnTo>
                    <a:pt x="710228" y="440701"/>
                  </a:lnTo>
                  <a:lnTo>
                    <a:pt x="736788" y="423073"/>
                  </a:lnTo>
                  <a:lnTo>
                    <a:pt x="593411" y="423073"/>
                  </a:lnTo>
                  <a:lnTo>
                    <a:pt x="625185" y="384714"/>
                  </a:lnTo>
                  <a:lnTo>
                    <a:pt x="646890" y="341633"/>
                  </a:lnTo>
                  <a:lnTo>
                    <a:pt x="647000" y="341415"/>
                  </a:lnTo>
                  <a:lnTo>
                    <a:pt x="658519" y="295585"/>
                  </a:lnTo>
                  <a:lnTo>
                    <a:pt x="658628" y="295151"/>
                  </a:lnTo>
                  <a:lnTo>
                    <a:pt x="660021" y="248321"/>
                  </a:lnTo>
                  <a:lnTo>
                    <a:pt x="660041" y="247653"/>
                  </a:lnTo>
                  <a:lnTo>
                    <a:pt x="651163" y="200715"/>
                  </a:lnTo>
                  <a:lnTo>
                    <a:pt x="631916" y="156127"/>
                  </a:lnTo>
                  <a:lnTo>
                    <a:pt x="602225" y="115684"/>
                  </a:lnTo>
                  <a:lnTo>
                    <a:pt x="732640" y="115684"/>
                  </a:lnTo>
                  <a:lnTo>
                    <a:pt x="724446" y="109155"/>
                  </a:lnTo>
                  <a:lnTo>
                    <a:pt x="694327" y="88140"/>
                  </a:lnTo>
                  <a:close/>
                </a:path>
                <a:path w="880745" h="528954">
                  <a:moveTo>
                    <a:pt x="345680" y="116785"/>
                  </a:moveTo>
                  <a:lnTo>
                    <a:pt x="277218" y="116785"/>
                  </a:lnTo>
                  <a:lnTo>
                    <a:pt x="247934" y="157168"/>
                  </a:lnTo>
                  <a:lnTo>
                    <a:pt x="228980" y="201598"/>
                  </a:lnTo>
                  <a:lnTo>
                    <a:pt x="220422" y="247653"/>
                  </a:lnTo>
                  <a:lnTo>
                    <a:pt x="220298" y="248321"/>
                  </a:lnTo>
                  <a:lnTo>
                    <a:pt x="221816" y="295151"/>
                  </a:lnTo>
                  <a:lnTo>
                    <a:pt x="233463" y="341415"/>
                  </a:lnTo>
                  <a:lnTo>
                    <a:pt x="255305" y="384714"/>
                  </a:lnTo>
                  <a:lnTo>
                    <a:pt x="287133" y="423073"/>
                  </a:lnTo>
                  <a:lnTo>
                    <a:pt x="366885" y="423073"/>
                  </a:lnTo>
                  <a:lnTo>
                    <a:pt x="351482" y="416544"/>
                  </a:lnTo>
                  <a:lnTo>
                    <a:pt x="315778" y="388919"/>
                  </a:lnTo>
                  <a:lnTo>
                    <a:pt x="288153" y="353214"/>
                  </a:lnTo>
                  <a:lnTo>
                    <a:pt x="270322" y="311143"/>
                  </a:lnTo>
                  <a:lnTo>
                    <a:pt x="263997" y="264420"/>
                  </a:lnTo>
                  <a:lnTo>
                    <a:pt x="270322" y="217698"/>
                  </a:lnTo>
                  <a:lnTo>
                    <a:pt x="288153" y="175627"/>
                  </a:lnTo>
                  <a:lnTo>
                    <a:pt x="315778" y="139922"/>
                  </a:lnTo>
                  <a:lnTo>
                    <a:pt x="345680" y="116785"/>
                  </a:lnTo>
                  <a:close/>
                </a:path>
                <a:path w="880745" h="528954">
                  <a:moveTo>
                    <a:pt x="732640" y="115684"/>
                  </a:moveTo>
                  <a:lnTo>
                    <a:pt x="602225" y="115684"/>
                  </a:lnTo>
                  <a:lnTo>
                    <a:pt x="652481" y="145317"/>
                  </a:lnTo>
                  <a:lnTo>
                    <a:pt x="698347" y="178493"/>
                  </a:lnTo>
                  <a:lnTo>
                    <a:pt x="739137" y="212938"/>
                  </a:lnTo>
                  <a:lnTo>
                    <a:pt x="774163" y="246378"/>
                  </a:lnTo>
                  <a:lnTo>
                    <a:pt x="802738" y="276540"/>
                  </a:lnTo>
                  <a:lnTo>
                    <a:pt x="772718" y="304472"/>
                  </a:lnTo>
                  <a:lnTo>
                    <a:pt x="736035" y="335259"/>
                  </a:lnTo>
                  <a:lnTo>
                    <a:pt x="693429" y="366734"/>
                  </a:lnTo>
                  <a:lnTo>
                    <a:pt x="645641" y="396728"/>
                  </a:lnTo>
                  <a:lnTo>
                    <a:pt x="593411" y="423073"/>
                  </a:lnTo>
                  <a:lnTo>
                    <a:pt x="736788" y="423073"/>
                  </a:lnTo>
                  <a:lnTo>
                    <a:pt x="782956" y="388919"/>
                  </a:lnTo>
                  <a:lnTo>
                    <a:pt x="816619" y="360599"/>
                  </a:lnTo>
                  <a:lnTo>
                    <a:pt x="844972" y="334472"/>
                  </a:lnTo>
                  <a:lnTo>
                    <a:pt x="877207" y="296819"/>
                  </a:lnTo>
                  <a:lnTo>
                    <a:pt x="880684" y="279570"/>
                  </a:lnTo>
                  <a:lnTo>
                    <a:pt x="877964" y="261907"/>
                  </a:lnTo>
                  <a:lnTo>
                    <a:pt x="848901" y="223082"/>
                  </a:lnTo>
                  <a:lnTo>
                    <a:pt x="794948" y="168413"/>
                  </a:lnTo>
                  <a:lnTo>
                    <a:pt x="761599" y="138757"/>
                  </a:lnTo>
                  <a:lnTo>
                    <a:pt x="732640" y="115684"/>
                  </a:lnTo>
                  <a:close/>
                </a:path>
              </a:pathLst>
            </a:custGeom>
            <a:solidFill>
              <a:srgbClr val="8AB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81103" y="3225734"/>
              <a:ext cx="220343" cy="220350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45326" y="4148582"/>
            <a:ext cx="2047621" cy="384048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9944367" y="2895256"/>
            <a:ext cx="683260" cy="881380"/>
          </a:xfrm>
          <a:custGeom>
            <a:avLst/>
            <a:gdLst/>
            <a:ahLst/>
            <a:cxnLst/>
            <a:rect l="l" t="t" r="r" b="b"/>
            <a:pathLst>
              <a:path w="683259" h="881379">
                <a:moveTo>
                  <a:pt x="275437" y="319468"/>
                </a:moveTo>
                <a:lnTo>
                  <a:pt x="132207" y="319468"/>
                </a:lnTo>
                <a:lnTo>
                  <a:pt x="132207" y="363537"/>
                </a:lnTo>
                <a:lnTo>
                  <a:pt x="275437" y="363537"/>
                </a:lnTo>
                <a:lnTo>
                  <a:pt x="275437" y="319468"/>
                </a:lnTo>
                <a:close/>
              </a:path>
              <a:path w="683259" h="881379">
                <a:moveTo>
                  <a:pt x="550862" y="672033"/>
                </a:moveTo>
                <a:lnTo>
                  <a:pt x="132207" y="672033"/>
                </a:lnTo>
                <a:lnTo>
                  <a:pt x="132207" y="716102"/>
                </a:lnTo>
                <a:lnTo>
                  <a:pt x="550862" y="716102"/>
                </a:lnTo>
                <a:lnTo>
                  <a:pt x="550862" y="672033"/>
                </a:lnTo>
                <a:close/>
              </a:path>
              <a:path w="683259" h="881379">
                <a:moveTo>
                  <a:pt x="550862" y="583882"/>
                </a:moveTo>
                <a:lnTo>
                  <a:pt x="132207" y="583882"/>
                </a:lnTo>
                <a:lnTo>
                  <a:pt x="132207" y="627951"/>
                </a:lnTo>
                <a:lnTo>
                  <a:pt x="550862" y="627951"/>
                </a:lnTo>
                <a:lnTo>
                  <a:pt x="550862" y="583882"/>
                </a:lnTo>
                <a:close/>
              </a:path>
              <a:path w="683259" h="881379">
                <a:moveTo>
                  <a:pt x="550862" y="495744"/>
                </a:moveTo>
                <a:lnTo>
                  <a:pt x="132207" y="495744"/>
                </a:lnTo>
                <a:lnTo>
                  <a:pt x="132207" y="539813"/>
                </a:lnTo>
                <a:lnTo>
                  <a:pt x="550862" y="539813"/>
                </a:lnTo>
                <a:lnTo>
                  <a:pt x="550862" y="495744"/>
                </a:lnTo>
                <a:close/>
              </a:path>
              <a:path w="683259" h="881379">
                <a:moveTo>
                  <a:pt x="550862" y="407606"/>
                </a:moveTo>
                <a:lnTo>
                  <a:pt x="132207" y="407606"/>
                </a:lnTo>
                <a:lnTo>
                  <a:pt x="132207" y="451675"/>
                </a:lnTo>
                <a:lnTo>
                  <a:pt x="550862" y="451675"/>
                </a:lnTo>
                <a:lnTo>
                  <a:pt x="550862" y="407606"/>
                </a:lnTo>
                <a:close/>
              </a:path>
              <a:path w="683259" h="881379">
                <a:moveTo>
                  <a:pt x="683069" y="242341"/>
                </a:moveTo>
                <a:lnTo>
                  <a:pt x="670547" y="231330"/>
                </a:lnTo>
                <a:lnTo>
                  <a:pt x="616966" y="184188"/>
                </a:lnTo>
                <a:lnTo>
                  <a:pt x="616966" y="297434"/>
                </a:lnTo>
                <a:lnTo>
                  <a:pt x="616966" y="815251"/>
                </a:lnTo>
                <a:lnTo>
                  <a:pt x="66103" y="815251"/>
                </a:lnTo>
                <a:lnTo>
                  <a:pt x="66103" y="66065"/>
                </a:lnTo>
                <a:lnTo>
                  <a:pt x="341541" y="66065"/>
                </a:lnTo>
                <a:lnTo>
                  <a:pt x="341541" y="297434"/>
                </a:lnTo>
                <a:lnTo>
                  <a:pt x="616966" y="297434"/>
                </a:lnTo>
                <a:lnTo>
                  <a:pt x="616966" y="184188"/>
                </a:lnTo>
                <a:lnTo>
                  <a:pt x="545350" y="121170"/>
                </a:lnTo>
                <a:lnTo>
                  <a:pt x="545350" y="231330"/>
                </a:lnTo>
                <a:lnTo>
                  <a:pt x="407644" y="231330"/>
                </a:lnTo>
                <a:lnTo>
                  <a:pt x="407644" y="93611"/>
                </a:lnTo>
                <a:lnTo>
                  <a:pt x="545350" y="231330"/>
                </a:lnTo>
                <a:lnTo>
                  <a:pt x="545350" y="121170"/>
                </a:lnTo>
                <a:lnTo>
                  <a:pt x="514032" y="93611"/>
                </a:lnTo>
                <a:lnTo>
                  <a:pt x="482727" y="66065"/>
                </a:lnTo>
                <a:lnTo>
                  <a:pt x="407644" y="0"/>
                </a:lnTo>
                <a:lnTo>
                  <a:pt x="0" y="0"/>
                </a:lnTo>
                <a:lnTo>
                  <a:pt x="0" y="881367"/>
                </a:lnTo>
                <a:lnTo>
                  <a:pt x="683069" y="881367"/>
                </a:lnTo>
                <a:lnTo>
                  <a:pt x="683069" y="815251"/>
                </a:lnTo>
                <a:lnTo>
                  <a:pt x="683069" y="242341"/>
                </a:lnTo>
                <a:close/>
              </a:path>
            </a:pathLst>
          </a:custGeom>
          <a:solidFill>
            <a:srgbClr val="EB960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9122409" y="4148582"/>
            <a:ext cx="2463165" cy="730250"/>
            <a:chOff x="9122409" y="4148582"/>
            <a:chExt cx="2463165" cy="730250"/>
          </a:xfrm>
        </p:grpSpPr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51949" y="4148582"/>
              <a:ext cx="2316099" cy="3840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22409" y="4494530"/>
              <a:ext cx="2462783" cy="384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5638164" cy="64038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006614" y="2161032"/>
            <a:ext cx="2768600" cy="1661160"/>
            <a:chOff x="1006614" y="2161032"/>
            <a:chExt cx="2768600" cy="1661160"/>
          </a:xfrm>
        </p:grpSpPr>
        <p:sp>
          <p:nvSpPr>
            <p:cNvPr id="18" name="object 18"/>
            <p:cNvSpPr/>
            <p:nvPr/>
          </p:nvSpPr>
          <p:spPr>
            <a:xfrm>
              <a:off x="1006614" y="2161032"/>
              <a:ext cx="2768600" cy="1661160"/>
            </a:xfrm>
            <a:custGeom>
              <a:avLst/>
              <a:gdLst/>
              <a:ahLst/>
              <a:cxnLst/>
              <a:rect l="l" t="t" r="r" b="b"/>
              <a:pathLst>
                <a:path w="2768600" h="1661160">
                  <a:moveTo>
                    <a:pt x="2768599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2768599" y="1661160"/>
                  </a:lnTo>
                  <a:lnTo>
                    <a:pt x="2768599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1445" y="2480513"/>
              <a:ext cx="2281935" cy="5138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5933" y="2941320"/>
              <a:ext cx="2013203" cy="51358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052189" y="2161032"/>
            <a:ext cx="2768600" cy="1661160"/>
            <a:chOff x="4052189" y="2161032"/>
            <a:chExt cx="2768600" cy="1661160"/>
          </a:xfrm>
        </p:grpSpPr>
        <p:sp>
          <p:nvSpPr>
            <p:cNvPr id="22" name="object 22"/>
            <p:cNvSpPr/>
            <p:nvPr/>
          </p:nvSpPr>
          <p:spPr>
            <a:xfrm>
              <a:off x="4052189" y="2161032"/>
              <a:ext cx="2768600" cy="1661160"/>
            </a:xfrm>
            <a:custGeom>
              <a:avLst/>
              <a:gdLst/>
              <a:ahLst/>
              <a:cxnLst/>
              <a:rect l="l" t="t" r="r" b="b"/>
              <a:pathLst>
                <a:path w="2768600" h="1661160">
                  <a:moveTo>
                    <a:pt x="2768599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2768599" y="1661160"/>
                  </a:lnTo>
                  <a:lnTo>
                    <a:pt x="2768599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8350" y="2480513"/>
              <a:ext cx="2025523" cy="5138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2066" y="2941320"/>
              <a:ext cx="1900047" cy="513588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7097648" y="2161032"/>
            <a:ext cx="2768600" cy="1661160"/>
            <a:chOff x="7097648" y="2161032"/>
            <a:chExt cx="2768600" cy="1661160"/>
          </a:xfrm>
        </p:grpSpPr>
        <p:sp>
          <p:nvSpPr>
            <p:cNvPr id="26" name="object 26"/>
            <p:cNvSpPr/>
            <p:nvPr/>
          </p:nvSpPr>
          <p:spPr>
            <a:xfrm>
              <a:off x="7097648" y="2161032"/>
              <a:ext cx="2768600" cy="1661160"/>
            </a:xfrm>
            <a:custGeom>
              <a:avLst/>
              <a:gdLst/>
              <a:ahLst/>
              <a:cxnLst/>
              <a:rect l="l" t="t" r="r" b="b"/>
              <a:pathLst>
                <a:path w="2768600" h="1661160">
                  <a:moveTo>
                    <a:pt x="2768600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2768600" y="1661160"/>
                  </a:lnTo>
                  <a:lnTo>
                    <a:pt x="276860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4005" y="2480513"/>
              <a:ext cx="2430653" cy="5138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38033" y="2941320"/>
              <a:ext cx="1900047" cy="513588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2529332" y="4099090"/>
            <a:ext cx="2935605" cy="1661160"/>
            <a:chOff x="2529332" y="4099090"/>
            <a:chExt cx="2935605" cy="1661160"/>
          </a:xfrm>
        </p:grpSpPr>
        <p:sp>
          <p:nvSpPr>
            <p:cNvPr id="30" name="object 30"/>
            <p:cNvSpPr/>
            <p:nvPr/>
          </p:nvSpPr>
          <p:spPr>
            <a:xfrm>
              <a:off x="2529332" y="4099090"/>
              <a:ext cx="2768600" cy="1661160"/>
            </a:xfrm>
            <a:custGeom>
              <a:avLst/>
              <a:gdLst/>
              <a:ahLst/>
              <a:cxnLst/>
              <a:rect l="l" t="t" r="r" b="b"/>
              <a:pathLst>
                <a:path w="2768600" h="1661160">
                  <a:moveTo>
                    <a:pt x="2768599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2768599" y="1661160"/>
                  </a:lnTo>
                  <a:lnTo>
                    <a:pt x="2768599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3764" y="4419345"/>
              <a:ext cx="2780665" cy="51358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9336" y="4879289"/>
              <a:ext cx="1899665" cy="513892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5574919" y="4099090"/>
            <a:ext cx="2768600" cy="1661160"/>
            <a:chOff x="5574919" y="4099090"/>
            <a:chExt cx="2768600" cy="1661160"/>
          </a:xfrm>
        </p:grpSpPr>
        <p:sp>
          <p:nvSpPr>
            <p:cNvPr id="34" name="object 34"/>
            <p:cNvSpPr/>
            <p:nvPr/>
          </p:nvSpPr>
          <p:spPr>
            <a:xfrm>
              <a:off x="5574919" y="4099090"/>
              <a:ext cx="2768600" cy="1661160"/>
            </a:xfrm>
            <a:custGeom>
              <a:avLst/>
              <a:gdLst/>
              <a:ahLst/>
              <a:cxnLst/>
              <a:rect l="l" t="t" r="r" b="b"/>
              <a:pathLst>
                <a:path w="2768600" h="1661160">
                  <a:moveTo>
                    <a:pt x="2768600" y="0"/>
                  </a:moveTo>
                  <a:lnTo>
                    <a:pt x="0" y="0"/>
                  </a:lnTo>
                  <a:lnTo>
                    <a:pt x="0" y="1661160"/>
                  </a:lnTo>
                  <a:lnTo>
                    <a:pt x="2768600" y="1661160"/>
                  </a:lnTo>
                  <a:lnTo>
                    <a:pt x="276860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36513" y="4419345"/>
              <a:ext cx="1928240" cy="51358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15177" y="4879289"/>
              <a:ext cx="1900047" cy="5138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1170178"/>
            <a:ext cx="454596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700" dirty="0"/>
              <a:t>Purposive</a:t>
            </a:r>
            <a:r>
              <a:rPr sz="3700" spc="-175" dirty="0"/>
              <a:t> </a:t>
            </a:r>
            <a:r>
              <a:rPr sz="3700" spc="-10" dirty="0"/>
              <a:t>Sampling </a:t>
            </a:r>
            <a:r>
              <a:rPr sz="3700" dirty="0"/>
              <a:t>in</a:t>
            </a:r>
            <a:r>
              <a:rPr sz="3700" spc="-35" dirty="0"/>
              <a:t> </a:t>
            </a:r>
            <a:r>
              <a:rPr sz="3700" spc="-10" dirty="0"/>
              <a:t>Research</a:t>
            </a:r>
            <a:endParaRPr sz="3700" dirty="0"/>
          </a:p>
        </p:txBody>
      </p:sp>
      <p:sp>
        <p:nvSpPr>
          <p:cNvPr id="3" name="object 3"/>
          <p:cNvSpPr txBox="1"/>
          <p:nvPr/>
        </p:nvSpPr>
        <p:spPr>
          <a:xfrm>
            <a:off x="758444" y="2786633"/>
            <a:ext cx="491363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non-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sampling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where </a:t>
            </a:r>
            <a:r>
              <a:rPr sz="2000" dirty="0">
                <a:latin typeface="Arial MT"/>
                <a:cs typeface="Arial MT"/>
              </a:rPr>
              <a:t>participants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deliberately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selected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characteristics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relevant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study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493" rIns="0" bIns="0" rtlCol="0">
            <a:spAutoFit/>
          </a:bodyPr>
          <a:lstStyle/>
          <a:p>
            <a:pPr marL="465836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What</a:t>
            </a:r>
            <a:r>
              <a:rPr sz="4000" spc="-45" dirty="0"/>
              <a:t> </a:t>
            </a:r>
            <a:r>
              <a:rPr sz="4000" dirty="0"/>
              <a:t>is</a:t>
            </a:r>
            <a:r>
              <a:rPr sz="4000" spc="-50" dirty="0"/>
              <a:t> </a:t>
            </a:r>
            <a:r>
              <a:rPr sz="4000" dirty="0"/>
              <a:t>so</a:t>
            </a:r>
            <a:r>
              <a:rPr sz="4000" spc="-45" dirty="0"/>
              <a:t> </a:t>
            </a:r>
            <a:r>
              <a:rPr sz="4000" dirty="0"/>
              <a:t>special</a:t>
            </a:r>
            <a:r>
              <a:rPr sz="4000" spc="-30" dirty="0"/>
              <a:t> </a:t>
            </a:r>
            <a:r>
              <a:rPr sz="4000" spc="-10" dirty="0"/>
              <a:t>about </a:t>
            </a:r>
            <a:r>
              <a:rPr sz="4000" spc="-25" dirty="0"/>
              <a:t>it?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289550" y="2135504"/>
            <a:ext cx="6181725" cy="3740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B0B6B0"/>
              </a:buClr>
              <a:buSzPct val="52631"/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Depth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Understanding</a:t>
            </a:r>
            <a:endParaRPr sz="1900">
              <a:latin typeface="Arial MT"/>
              <a:cs typeface="Arial MT"/>
            </a:endParaRPr>
          </a:p>
          <a:p>
            <a:pPr marL="756285" lvl="1" indent="-286385">
              <a:lnSpc>
                <a:spcPts val="2165"/>
              </a:lnSpc>
              <a:spcBef>
                <a:spcPts val="1475"/>
              </a:spcBef>
              <a:buClr>
                <a:srgbClr val="B0B6B0"/>
              </a:buClr>
              <a:buSzPct val="52631"/>
              <a:buChar char="•"/>
              <a:tabLst>
                <a:tab pos="756285" algn="l"/>
              </a:tabLst>
            </a:pPr>
            <a:r>
              <a:rPr sz="1900" spc="-10" dirty="0">
                <a:latin typeface="Arial MT"/>
                <a:cs typeface="Arial MT"/>
              </a:rPr>
              <a:t>Information-</a:t>
            </a:r>
            <a:r>
              <a:rPr sz="1900" dirty="0">
                <a:latin typeface="Arial MT"/>
                <a:cs typeface="Arial MT"/>
              </a:rPr>
              <a:t>rich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cases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provide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detailed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</a:t>
            </a:r>
            <a:endParaRPr sz="1900">
              <a:latin typeface="Arial MT"/>
              <a:cs typeface="Arial MT"/>
            </a:endParaRPr>
          </a:p>
          <a:p>
            <a:pPr marL="756285">
              <a:lnSpc>
                <a:spcPts val="2165"/>
              </a:lnSpc>
            </a:pPr>
            <a:r>
              <a:rPr sz="1900" dirty="0">
                <a:latin typeface="Arial MT"/>
                <a:cs typeface="Arial MT"/>
              </a:rPr>
              <a:t>nuanced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insights.</a:t>
            </a:r>
            <a:endParaRPr sz="1900">
              <a:latin typeface="Arial MT"/>
              <a:cs typeface="Arial MT"/>
            </a:endParaRPr>
          </a:p>
          <a:p>
            <a:pPr marL="756285" marR="1020444" lvl="1" indent="-287020">
              <a:lnSpc>
                <a:spcPts val="2050"/>
              </a:lnSpc>
              <a:spcBef>
                <a:spcPts val="1725"/>
              </a:spcBef>
              <a:buClr>
                <a:srgbClr val="B0B6B0"/>
              </a:buClr>
              <a:buSzPct val="52631"/>
              <a:buChar char="•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Helps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explore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complex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social,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cultural,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or </a:t>
            </a:r>
            <a:r>
              <a:rPr sz="1900" dirty="0">
                <a:latin typeface="Arial MT"/>
                <a:cs typeface="Arial MT"/>
              </a:rPr>
              <a:t>behavioural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phenomena.</a:t>
            </a:r>
            <a:endParaRPr sz="19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450"/>
              </a:spcBef>
              <a:buClr>
                <a:srgbClr val="B0B6B0"/>
              </a:buClr>
              <a:buSzPct val="52631"/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Diverse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Perspectives</a:t>
            </a:r>
            <a:endParaRPr sz="1900">
              <a:latin typeface="Arial MT"/>
              <a:cs typeface="Arial MT"/>
            </a:endParaRPr>
          </a:p>
          <a:p>
            <a:pPr marL="756285" marR="5080" lvl="1" indent="-287020">
              <a:lnSpc>
                <a:spcPts val="2050"/>
              </a:lnSpc>
              <a:spcBef>
                <a:spcPts val="1735"/>
              </a:spcBef>
              <a:buClr>
                <a:srgbClr val="B0B6B0"/>
              </a:buClr>
              <a:buSzPct val="52631"/>
              <a:buChar char="•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Selection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participants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various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backgrounds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capture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multiple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viewpoints.</a:t>
            </a:r>
            <a:endParaRPr sz="1900">
              <a:latin typeface="Arial MT"/>
              <a:cs typeface="Arial MT"/>
            </a:endParaRPr>
          </a:p>
          <a:p>
            <a:pPr marL="756285" lvl="1" indent="-286385">
              <a:lnSpc>
                <a:spcPts val="2165"/>
              </a:lnSpc>
              <a:spcBef>
                <a:spcPts val="1435"/>
              </a:spcBef>
              <a:buClr>
                <a:srgbClr val="B0B6B0"/>
              </a:buClr>
              <a:buSzPct val="52631"/>
              <a:buChar char="•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Enhances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study’s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validity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by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including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different</a:t>
            </a:r>
            <a:endParaRPr sz="1900">
              <a:latin typeface="Arial MT"/>
              <a:cs typeface="Arial MT"/>
            </a:endParaRPr>
          </a:p>
          <a:p>
            <a:pPr marL="756285">
              <a:lnSpc>
                <a:spcPts val="2165"/>
              </a:lnSpc>
            </a:pPr>
            <a:r>
              <a:rPr sz="1900" spc="-10" dirty="0">
                <a:latin typeface="Arial MT"/>
                <a:cs typeface="Arial MT"/>
              </a:rPr>
              <a:t>experiences.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2"/>
            <a:ext cx="4657343" cy="685786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24271" y="6087109"/>
            <a:ext cx="6401435" cy="0"/>
          </a:xfrm>
          <a:custGeom>
            <a:avLst/>
            <a:gdLst/>
            <a:ahLst/>
            <a:cxnLst/>
            <a:rect l="l" t="t" r="r" b="b"/>
            <a:pathLst>
              <a:path w="6401434">
                <a:moveTo>
                  <a:pt x="0" y="0"/>
                </a:moveTo>
                <a:lnTo>
                  <a:pt x="640092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664" rIns="0" bIns="0" rtlCol="0">
            <a:spAutoFit/>
          </a:bodyPr>
          <a:lstStyle/>
          <a:p>
            <a:pPr marL="467233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Probability</a:t>
            </a:r>
            <a:r>
              <a:rPr sz="4000" spc="-85" dirty="0"/>
              <a:t> </a:t>
            </a:r>
            <a:r>
              <a:rPr sz="4000" dirty="0"/>
              <a:t>Sampling</a:t>
            </a:r>
            <a:r>
              <a:rPr sz="4000" spc="-90" dirty="0"/>
              <a:t> </a:t>
            </a:r>
            <a:r>
              <a:rPr sz="4000" spc="-25" dirty="0"/>
              <a:t>in </a:t>
            </a:r>
            <a:r>
              <a:rPr sz="4000" dirty="0"/>
              <a:t>Quantitative</a:t>
            </a:r>
            <a:r>
              <a:rPr sz="4000" spc="-220" dirty="0"/>
              <a:t> </a:t>
            </a:r>
            <a:r>
              <a:rPr sz="4000" spc="-10" dirty="0"/>
              <a:t>Research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417946" y="2361691"/>
            <a:ext cx="5371465" cy="308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sampling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technique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 every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individual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population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selected.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Quantitative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statistical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generalization.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89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Key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Features:</a:t>
            </a:r>
            <a:endParaRPr sz="18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5555"/>
              <a:buChar char="•"/>
              <a:tabLst>
                <a:tab pos="641985" algn="l"/>
              </a:tabLst>
            </a:pPr>
            <a:r>
              <a:rPr sz="1800" dirty="0">
                <a:latin typeface="Arial MT"/>
                <a:cs typeface="Arial MT"/>
              </a:rPr>
              <a:t>Random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minimises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bias.</a:t>
            </a:r>
            <a:endParaRPr sz="1800">
              <a:latin typeface="Arial MT"/>
              <a:cs typeface="Arial MT"/>
            </a:endParaRPr>
          </a:p>
          <a:p>
            <a:pPr marL="641985" marR="251460" lvl="1" indent="-228600">
              <a:lnSpc>
                <a:spcPct val="100000"/>
              </a:lnSpc>
              <a:spcBef>
                <a:spcPts val="1710"/>
              </a:spcBef>
              <a:buClr>
                <a:srgbClr val="B0B6B0"/>
              </a:buClr>
              <a:buSzPct val="55555"/>
              <a:buChar char="•"/>
              <a:tabLst>
                <a:tab pos="641985" algn="l"/>
              </a:tabLst>
            </a:pPr>
            <a:r>
              <a:rPr sz="1800" dirty="0">
                <a:latin typeface="Arial MT"/>
                <a:cs typeface="Arial MT"/>
              </a:rPr>
              <a:t>Results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statistically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representative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10" dirty="0">
                <a:latin typeface="Arial MT"/>
                <a:cs typeface="Arial MT"/>
              </a:rPr>
              <a:t>population.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3"/>
            <a:ext cx="4657343" cy="685786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24271" y="6087109"/>
            <a:ext cx="6401435" cy="0"/>
          </a:xfrm>
          <a:custGeom>
            <a:avLst/>
            <a:gdLst/>
            <a:ahLst/>
            <a:cxnLst/>
            <a:rect l="l" t="t" r="r" b="b"/>
            <a:pathLst>
              <a:path w="6401434">
                <a:moveTo>
                  <a:pt x="0" y="0"/>
                </a:moveTo>
                <a:lnTo>
                  <a:pt x="640092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21" y="735152"/>
            <a:ext cx="11266678" cy="57637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51484" y="2445449"/>
          <a:ext cx="10972165" cy="3229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8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767080">
                        <a:lnSpc>
                          <a:spcPts val="1989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Feature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8290" algn="ctr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Purposive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Sampling</a:t>
                      </a:r>
                      <a:r>
                        <a:rPr sz="18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(Qualitative)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Probability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Sampling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(Quantitative)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Selection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Method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B w="12700">
                      <a:solidFill>
                        <a:srgbClr val="00B1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on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characteristics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B w="12700">
                      <a:solidFill>
                        <a:srgbClr val="00B1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Random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selection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B w="12700">
                      <a:solidFill>
                        <a:srgbClr val="00B1F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Purpose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T w="12700">
                      <a:solidFill>
                        <a:srgbClr val="00B1F3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Deep,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contextual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insights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T w="12700">
                      <a:solidFill>
                        <a:srgbClr val="00B1F3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Generalizability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T w="12700">
                      <a:solidFill>
                        <a:srgbClr val="00B1F3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Collected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B w="12700">
                      <a:solidFill>
                        <a:srgbClr val="00B1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Rich,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descriptive,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exploratory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B w="12700">
                      <a:solidFill>
                        <a:srgbClr val="00B1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Numerical,</a:t>
                      </a:r>
                      <a:r>
                        <a:rPr sz="18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statistical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B w="12700">
                      <a:solidFill>
                        <a:srgbClr val="00B1F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Bias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Risk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T w="12700">
                      <a:solidFill>
                        <a:srgbClr val="00B1F3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Higher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(subjective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selection)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T w="12700">
                      <a:solidFill>
                        <a:srgbClr val="00B1F3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(randomization)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T w="12700">
                      <a:solidFill>
                        <a:srgbClr val="00B1F3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59690">
                        <a:lnSpc>
                          <a:spcPts val="2080"/>
                        </a:lnSpc>
                        <a:spcBef>
                          <a:spcPts val="93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Example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Study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2080"/>
                        </a:lnSpc>
                        <a:spcBef>
                          <a:spcPts val="93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Patient</a:t>
                      </a:r>
                      <a:r>
                        <a:rPr sz="18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experiences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chronic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illness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2080"/>
                        </a:lnSpc>
                        <a:spcBef>
                          <a:spcPts val="93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Disease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prevalence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population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181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29183"/>
            <a:ext cx="556133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Importance</a:t>
            </a:r>
            <a:r>
              <a:rPr sz="4000" spc="-120" dirty="0"/>
              <a:t> </a:t>
            </a:r>
            <a:r>
              <a:rPr sz="4000" dirty="0"/>
              <a:t>of</a:t>
            </a:r>
            <a:r>
              <a:rPr sz="4000" spc="-145" dirty="0"/>
              <a:t> </a:t>
            </a:r>
            <a:r>
              <a:rPr sz="4000" spc="-10" dirty="0"/>
              <a:t>Defining </a:t>
            </a:r>
            <a:r>
              <a:rPr sz="4000" dirty="0"/>
              <a:t>the</a:t>
            </a:r>
            <a:r>
              <a:rPr sz="4000" spc="-40" dirty="0"/>
              <a:t> </a:t>
            </a:r>
            <a:r>
              <a:rPr sz="4000" dirty="0"/>
              <a:t>Study</a:t>
            </a:r>
            <a:r>
              <a:rPr sz="4000" spc="-45" dirty="0"/>
              <a:t> </a:t>
            </a:r>
            <a:r>
              <a:rPr sz="4000" spc="-10" dirty="0"/>
              <a:t>Population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58444" y="2301062"/>
            <a:ext cx="6080760" cy="286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population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individuals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relevant</a:t>
            </a:r>
            <a:r>
              <a:rPr sz="1800" spc="-25" dirty="0">
                <a:latin typeface="Arial MT"/>
                <a:cs typeface="Arial MT"/>
              </a:rPr>
              <a:t> to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question.</a:t>
            </a:r>
            <a:endParaRPr sz="1800">
              <a:latin typeface="Arial MT"/>
              <a:cs typeface="Arial MT"/>
            </a:endParaRPr>
          </a:p>
          <a:p>
            <a:pPr marL="241300" marR="577215" indent="-228600">
              <a:lnSpc>
                <a:spcPct val="100000"/>
              </a:lnSpc>
              <a:spcBef>
                <a:spcPts val="1700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relevance,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accuracy,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generalisability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spc="-10" dirty="0">
                <a:latin typeface="Arial MT"/>
                <a:cs typeface="Arial MT"/>
              </a:rPr>
              <a:t>findings.</a:t>
            </a:r>
            <a:endParaRPr sz="1800">
              <a:latin typeface="Arial MT"/>
              <a:cs typeface="Arial MT"/>
            </a:endParaRPr>
          </a:p>
          <a:p>
            <a:pPr marL="241300" marR="5080" indent="-228600">
              <a:lnSpc>
                <a:spcPct val="100000"/>
              </a:lnSpc>
              <a:spcBef>
                <a:spcPts val="1695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well-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population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improves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quality.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Selection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clear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inclusion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exclusion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criteria.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0" y="6087109"/>
            <a:ext cx="6404610" cy="0"/>
          </a:xfrm>
          <a:custGeom>
            <a:avLst/>
            <a:gdLst/>
            <a:ahLst/>
            <a:cxnLst/>
            <a:rect l="l" t="t" r="r" b="b"/>
            <a:pathLst>
              <a:path w="6404609">
                <a:moveTo>
                  <a:pt x="0" y="0"/>
                </a:moveTo>
                <a:lnTo>
                  <a:pt x="640435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116589" y="1964097"/>
            <a:ext cx="2891155" cy="2932430"/>
            <a:chOff x="8116589" y="1964097"/>
            <a:chExt cx="2891155" cy="2932430"/>
          </a:xfrm>
        </p:grpSpPr>
        <p:sp>
          <p:nvSpPr>
            <p:cNvPr id="10" name="object 10"/>
            <p:cNvSpPr/>
            <p:nvPr/>
          </p:nvSpPr>
          <p:spPr>
            <a:xfrm>
              <a:off x="8593159" y="1988130"/>
              <a:ext cx="2266950" cy="2472690"/>
            </a:xfrm>
            <a:custGeom>
              <a:avLst/>
              <a:gdLst/>
              <a:ahLst/>
              <a:cxnLst/>
              <a:rect l="l" t="t" r="r" b="b"/>
              <a:pathLst>
                <a:path w="2266950" h="2472690">
                  <a:moveTo>
                    <a:pt x="751225" y="494522"/>
                  </a:moveTo>
                  <a:lnTo>
                    <a:pt x="706350" y="496598"/>
                  </a:lnTo>
                  <a:lnTo>
                    <a:pt x="662778" y="505514"/>
                  </a:lnTo>
                  <a:lnTo>
                    <a:pt x="621270" y="520917"/>
                  </a:lnTo>
                  <a:lnTo>
                    <a:pt x="582591" y="542456"/>
                  </a:lnTo>
                  <a:lnTo>
                    <a:pt x="547503" y="569782"/>
                  </a:lnTo>
                  <a:lnTo>
                    <a:pt x="516770" y="602542"/>
                  </a:lnTo>
                  <a:lnTo>
                    <a:pt x="491154" y="640386"/>
                  </a:lnTo>
                  <a:lnTo>
                    <a:pt x="471418" y="682962"/>
                  </a:lnTo>
                  <a:lnTo>
                    <a:pt x="458376" y="730284"/>
                  </a:lnTo>
                  <a:lnTo>
                    <a:pt x="453577" y="778092"/>
                  </a:lnTo>
                  <a:lnTo>
                    <a:pt x="456715" y="825436"/>
                  </a:lnTo>
                  <a:lnTo>
                    <a:pt x="467482" y="871368"/>
                  </a:lnTo>
                  <a:lnTo>
                    <a:pt x="485574" y="914936"/>
                  </a:lnTo>
                  <a:lnTo>
                    <a:pt x="510684" y="955193"/>
                  </a:lnTo>
                  <a:lnTo>
                    <a:pt x="542505" y="991188"/>
                  </a:lnTo>
                  <a:lnTo>
                    <a:pt x="580732" y="1021972"/>
                  </a:lnTo>
                  <a:lnTo>
                    <a:pt x="305936" y="1895417"/>
                  </a:lnTo>
                  <a:lnTo>
                    <a:pt x="289044" y="1895417"/>
                  </a:lnTo>
                  <a:lnTo>
                    <a:pt x="242259" y="1899081"/>
                  </a:lnTo>
                  <a:lnTo>
                    <a:pt x="197861" y="1909904"/>
                  </a:lnTo>
                  <a:lnTo>
                    <a:pt x="156445" y="1927294"/>
                  </a:lnTo>
                  <a:lnTo>
                    <a:pt x="118605" y="1950659"/>
                  </a:lnTo>
                  <a:lnTo>
                    <a:pt x="84938" y="1979405"/>
                  </a:lnTo>
                  <a:lnTo>
                    <a:pt x="56037" y="2012941"/>
                  </a:lnTo>
                  <a:lnTo>
                    <a:pt x="32498" y="2050675"/>
                  </a:lnTo>
                  <a:lnTo>
                    <a:pt x="14915" y="2092012"/>
                  </a:lnTo>
                  <a:lnTo>
                    <a:pt x="3884" y="2136362"/>
                  </a:lnTo>
                  <a:lnTo>
                    <a:pt x="0" y="2183132"/>
                  </a:lnTo>
                  <a:lnTo>
                    <a:pt x="3654" y="2229920"/>
                  </a:lnTo>
                  <a:lnTo>
                    <a:pt x="14469" y="2274322"/>
                  </a:lnTo>
                  <a:lnTo>
                    <a:pt x="31853" y="2315743"/>
                  </a:lnTo>
                  <a:lnTo>
                    <a:pt x="55213" y="2353588"/>
                  </a:lnTo>
                  <a:lnTo>
                    <a:pt x="83955" y="2387262"/>
                  </a:lnTo>
                  <a:lnTo>
                    <a:pt x="117488" y="2416169"/>
                  </a:lnTo>
                  <a:lnTo>
                    <a:pt x="155219" y="2439713"/>
                  </a:lnTo>
                  <a:lnTo>
                    <a:pt x="196555" y="2457300"/>
                  </a:lnTo>
                  <a:lnTo>
                    <a:pt x="240903" y="2468334"/>
                  </a:lnTo>
                  <a:lnTo>
                    <a:pt x="287671" y="2472220"/>
                  </a:lnTo>
                  <a:lnTo>
                    <a:pt x="334465" y="2468556"/>
                  </a:lnTo>
                  <a:lnTo>
                    <a:pt x="378871" y="2457733"/>
                  </a:lnTo>
                  <a:lnTo>
                    <a:pt x="420293" y="2440343"/>
                  </a:lnTo>
                  <a:lnTo>
                    <a:pt x="458137" y="2416978"/>
                  </a:lnTo>
                  <a:lnTo>
                    <a:pt x="491807" y="2388232"/>
                  </a:lnTo>
                  <a:lnTo>
                    <a:pt x="520710" y="2354696"/>
                  </a:lnTo>
                  <a:lnTo>
                    <a:pt x="544251" y="2316963"/>
                  </a:lnTo>
                  <a:lnTo>
                    <a:pt x="561834" y="2275625"/>
                  </a:lnTo>
                  <a:lnTo>
                    <a:pt x="572865" y="2231275"/>
                  </a:lnTo>
                  <a:lnTo>
                    <a:pt x="576750" y="2184505"/>
                  </a:lnTo>
                  <a:lnTo>
                    <a:pt x="571812" y="2130593"/>
                  </a:lnTo>
                  <a:lnTo>
                    <a:pt x="557126" y="2079203"/>
                  </a:lnTo>
                  <a:lnTo>
                    <a:pt x="533318" y="2031586"/>
                  </a:lnTo>
                  <a:lnTo>
                    <a:pt x="501015" y="1988996"/>
                  </a:lnTo>
                  <a:lnTo>
                    <a:pt x="460844" y="1952685"/>
                  </a:lnTo>
                  <a:lnTo>
                    <a:pt x="738112" y="1071412"/>
                  </a:lnTo>
                  <a:lnTo>
                    <a:pt x="742232" y="1071412"/>
                  </a:lnTo>
                  <a:lnTo>
                    <a:pt x="788101" y="1067660"/>
                  </a:lnTo>
                  <a:lnTo>
                    <a:pt x="832509" y="1056747"/>
                  </a:lnTo>
                  <a:lnTo>
                    <a:pt x="874625" y="1038952"/>
                  </a:lnTo>
                  <a:lnTo>
                    <a:pt x="913620" y="1014556"/>
                  </a:lnTo>
                  <a:lnTo>
                    <a:pt x="1188279" y="1014556"/>
                  </a:lnTo>
                  <a:lnTo>
                    <a:pt x="1012497" y="882715"/>
                  </a:lnTo>
                  <a:lnTo>
                    <a:pt x="1025159" y="837524"/>
                  </a:lnTo>
                  <a:lnTo>
                    <a:pt x="1030278" y="792110"/>
                  </a:lnTo>
                  <a:lnTo>
                    <a:pt x="1028203" y="747237"/>
                  </a:lnTo>
                  <a:lnTo>
                    <a:pt x="1019288" y="703666"/>
                  </a:lnTo>
                  <a:lnTo>
                    <a:pt x="1003884" y="662160"/>
                  </a:lnTo>
                  <a:lnTo>
                    <a:pt x="982342" y="623482"/>
                  </a:lnTo>
                  <a:lnTo>
                    <a:pt x="955014" y="588393"/>
                  </a:lnTo>
                  <a:lnTo>
                    <a:pt x="922251" y="557657"/>
                  </a:lnTo>
                  <a:lnTo>
                    <a:pt x="884406" y="532035"/>
                  </a:lnTo>
                  <a:lnTo>
                    <a:pt x="841830" y="512290"/>
                  </a:lnTo>
                  <a:lnTo>
                    <a:pt x="796640" y="499636"/>
                  </a:lnTo>
                  <a:lnTo>
                    <a:pt x="751225" y="494522"/>
                  </a:lnTo>
                  <a:close/>
                </a:path>
                <a:path w="2266950" h="2472690">
                  <a:moveTo>
                    <a:pt x="1188279" y="1014556"/>
                  </a:moveTo>
                  <a:lnTo>
                    <a:pt x="913620" y="1014556"/>
                  </a:lnTo>
                  <a:lnTo>
                    <a:pt x="1340028" y="1333857"/>
                  </a:lnTo>
                  <a:lnTo>
                    <a:pt x="1330990" y="1360126"/>
                  </a:lnTo>
                  <a:lnTo>
                    <a:pt x="1324450" y="1387057"/>
                  </a:lnTo>
                  <a:lnTo>
                    <a:pt x="1320446" y="1414478"/>
                  </a:lnTo>
                  <a:lnTo>
                    <a:pt x="1319017" y="1442214"/>
                  </a:lnTo>
                  <a:lnTo>
                    <a:pt x="1322780" y="1488995"/>
                  </a:lnTo>
                  <a:lnTo>
                    <a:pt x="1333696" y="1533376"/>
                  </a:lnTo>
                  <a:lnTo>
                    <a:pt x="1351171" y="1574764"/>
                  </a:lnTo>
                  <a:lnTo>
                    <a:pt x="1374611" y="1612564"/>
                  </a:lnTo>
                  <a:lnTo>
                    <a:pt x="1403423" y="1646181"/>
                  </a:lnTo>
                  <a:lnTo>
                    <a:pt x="1437015" y="1675021"/>
                  </a:lnTo>
                  <a:lnTo>
                    <a:pt x="1475022" y="1698587"/>
                  </a:lnTo>
                  <a:lnTo>
                    <a:pt x="1516424" y="1716056"/>
                  </a:lnTo>
                  <a:lnTo>
                    <a:pt x="1560660" y="1726964"/>
                  </a:lnTo>
                  <a:lnTo>
                    <a:pt x="1560924" y="1726964"/>
                  </a:lnTo>
                  <a:lnTo>
                    <a:pt x="1607306" y="1730719"/>
                  </a:lnTo>
                  <a:lnTo>
                    <a:pt x="1654085" y="1726964"/>
                  </a:lnTo>
                  <a:lnTo>
                    <a:pt x="1698466" y="1716056"/>
                  </a:lnTo>
                  <a:lnTo>
                    <a:pt x="1739852" y="1698587"/>
                  </a:lnTo>
                  <a:lnTo>
                    <a:pt x="1777651" y="1675150"/>
                  </a:lnTo>
                  <a:lnTo>
                    <a:pt x="1811267" y="1646340"/>
                  </a:lnTo>
                  <a:lnTo>
                    <a:pt x="1840106" y="1612749"/>
                  </a:lnTo>
                  <a:lnTo>
                    <a:pt x="1863573" y="1574972"/>
                  </a:lnTo>
                  <a:lnTo>
                    <a:pt x="1881075" y="1533601"/>
                  </a:lnTo>
                  <a:lnTo>
                    <a:pt x="1892016" y="1489231"/>
                  </a:lnTo>
                  <a:lnTo>
                    <a:pt x="1895802" y="1442454"/>
                  </a:lnTo>
                  <a:lnTo>
                    <a:pt x="1891828" y="1394527"/>
                  </a:lnTo>
                  <a:lnTo>
                    <a:pt x="1880146" y="1348547"/>
                  </a:lnTo>
                  <a:lnTo>
                    <a:pt x="1861220" y="1305369"/>
                  </a:lnTo>
                  <a:lnTo>
                    <a:pt x="1835514" y="1265848"/>
                  </a:lnTo>
                  <a:lnTo>
                    <a:pt x="1803490" y="1230837"/>
                  </a:lnTo>
                  <a:lnTo>
                    <a:pt x="1770877" y="1205313"/>
                  </a:lnTo>
                  <a:lnTo>
                    <a:pt x="1442614" y="1205313"/>
                  </a:lnTo>
                  <a:lnTo>
                    <a:pt x="1188279" y="1014556"/>
                  </a:lnTo>
                  <a:close/>
                </a:path>
                <a:path w="2266950" h="2472690">
                  <a:moveTo>
                    <a:pt x="1978440" y="0"/>
                  </a:moveTo>
                  <a:lnTo>
                    <a:pt x="1931605" y="3780"/>
                  </a:lnTo>
                  <a:lnTo>
                    <a:pt x="1887158" y="14724"/>
                  </a:lnTo>
                  <a:lnTo>
                    <a:pt x="1845716" y="32236"/>
                  </a:lnTo>
                  <a:lnTo>
                    <a:pt x="1808077" y="55550"/>
                  </a:lnTo>
                  <a:lnTo>
                    <a:pt x="1774449" y="84336"/>
                  </a:lnTo>
                  <a:lnTo>
                    <a:pt x="1745596" y="117900"/>
                  </a:lnTo>
                  <a:lnTo>
                    <a:pt x="1722110" y="155652"/>
                  </a:lnTo>
                  <a:lnTo>
                    <a:pt x="1704588" y="197000"/>
                  </a:lnTo>
                  <a:lnTo>
                    <a:pt x="1693622" y="241356"/>
                  </a:lnTo>
                  <a:lnTo>
                    <a:pt x="1689807" y="288127"/>
                  </a:lnTo>
                  <a:lnTo>
                    <a:pt x="1693738" y="335386"/>
                  </a:lnTo>
                  <a:lnTo>
                    <a:pt x="1705569" y="382394"/>
                  </a:lnTo>
                  <a:lnTo>
                    <a:pt x="1724620" y="425718"/>
                  </a:lnTo>
                  <a:lnTo>
                    <a:pt x="1750491" y="465346"/>
                  </a:lnTo>
                  <a:lnTo>
                    <a:pt x="1782714" y="500410"/>
                  </a:lnTo>
                  <a:lnTo>
                    <a:pt x="1820820" y="530041"/>
                  </a:lnTo>
                  <a:lnTo>
                    <a:pt x="1607409" y="1153812"/>
                  </a:lnTo>
                  <a:lnTo>
                    <a:pt x="1563627" y="1157108"/>
                  </a:lnTo>
                  <a:lnTo>
                    <a:pt x="1521085" y="1166945"/>
                  </a:lnTo>
                  <a:lnTo>
                    <a:pt x="1480505" y="1183090"/>
                  </a:lnTo>
                  <a:lnTo>
                    <a:pt x="1442614" y="1205313"/>
                  </a:lnTo>
                  <a:lnTo>
                    <a:pt x="1770877" y="1205313"/>
                  </a:lnTo>
                  <a:lnTo>
                    <a:pt x="1765613" y="1201193"/>
                  </a:lnTo>
                  <a:lnTo>
                    <a:pt x="1978199" y="577009"/>
                  </a:lnTo>
                  <a:lnTo>
                    <a:pt x="2024985" y="573234"/>
                  </a:lnTo>
                  <a:lnTo>
                    <a:pt x="2069364" y="562305"/>
                  </a:lnTo>
                  <a:lnTo>
                    <a:pt x="2110745" y="544817"/>
                  </a:lnTo>
                  <a:lnTo>
                    <a:pt x="2148532" y="521362"/>
                  </a:lnTo>
                  <a:lnTo>
                    <a:pt x="2182134" y="492536"/>
                  </a:lnTo>
                  <a:lnTo>
                    <a:pt x="2210957" y="458931"/>
                  </a:lnTo>
                  <a:lnTo>
                    <a:pt x="2234407" y="421142"/>
                  </a:lnTo>
                  <a:lnTo>
                    <a:pt x="2251892" y="379762"/>
                  </a:lnTo>
                  <a:lnTo>
                    <a:pt x="2262818" y="335386"/>
                  </a:lnTo>
                  <a:lnTo>
                    <a:pt x="2266592" y="288607"/>
                  </a:lnTo>
                  <a:lnTo>
                    <a:pt x="2262858" y="241823"/>
                  </a:lnTo>
                  <a:lnTo>
                    <a:pt x="2251970" y="197431"/>
                  </a:lnTo>
                  <a:lnTo>
                    <a:pt x="2234520" y="156028"/>
                  </a:lnTo>
                  <a:lnTo>
                    <a:pt x="2211101" y="118211"/>
                  </a:lnTo>
                  <a:lnTo>
                    <a:pt x="2182306" y="84576"/>
                  </a:lnTo>
                  <a:lnTo>
                    <a:pt x="2148727" y="55719"/>
                  </a:lnTo>
                  <a:lnTo>
                    <a:pt x="2110959" y="32236"/>
                  </a:lnTo>
                  <a:lnTo>
                    <a:pt x="2069593" y="14724"/>
                  </a:lnTo>
                  <a:lnTo>
                    <a:pt x="2025222" y="3780"/>
                  </a:lnTo>
                  <a:lnTo>
                    <a:pt x="197844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93159" y="1988130"/>
              <a:ext cx="2266950" cy="2472690"/>
            </a:xfrm>
            <a:custGeom>
              <a:avLst/>
              <a:gdLst/>
              <a:ahLst/>
              <a:cxnLst/>
              <a:rect l="l" t="t" r="r" b="b"/>
              <a:pathLst>
                <a:path w="2266950" h="2472690">
                  <a:moveTo>
                    <a:pt x="2266592" y="288607"/>
                  </a:moveTo>
                  <a:lnTo>
                    <a:pt x="2262858" y="241823"/>
                  </a:lnTo>
                  <a:lnTo>
                    <a:pt x="2251970" y="197431"/>
                  </a:lnTo>
                  <a:lnTo>
                    <a:pt x="2234520" y="156028"/>
                  </a:lnTo>
                  <a:lnTo>
                    <a:pt x="2211101" y="118211"/>
                  </a:lnTo>
                  <a:lnTo>
                    <a:pt x="2182306" y="84576"/>
                  </a:lnTo>
                  <a:lnTo>
                    <a:pt x="2148727" y="55719"/>
                  </a:lnTo>
                  <a:lnTo>
                    <a:pt x="2110959" y="32236"/>
                  </a:lnTo>
                  <a:lnTo>
                    <a:pt x="2069593" y="14724"/>
                  </a:lnTo>
                  <a:lnTo>
                    <a:pt x="2025222" y="3780"/>
                  </a:lnTo>
                  <a:lnTo>
                    <a:pt x="1978440" y="0"/>
                  </a:lnTo>
                  <a:lnTo>
                    <a:pt x="1931659" y="3767"/>
                  </a:lnTo>
                  <a:lnTo>
                    <a:pt x="1887276" y="14674"/>
                  </a:lnTo>
                  <a:lnTo>
                    <a:pt x="1845884" y="32132"/>
                  </a:lnTo>
                  <a:lnTo>
                    <a:pt x="1808077" y="55550"/>
                  </a:lnTo>
                  <a:lnTo>
                    <a:pt x="1774449" y="84336"/>
                  </a:lnTo>
                  <a:lnTo>
                    <a:pt x="1745596" y="117900"/>
                  </a:lnTo>
                  <a:lnTo>
                    <a:pt x="1722110" y="155652"/>
                  </a:lnTo>
                  <a:lnTo>
                    <a:pt x="1704588" y="197000"/>
                  </a:lnTo>
                  <a:lnTo>
                    <a:pt x="1693622" y="241356"/>
                  </a:lnTo>
                  <a:lnTo>
                    <a:pt x="1689807" y="288127"/>
                  </a:lnTo>
                  <a:lnTo>
                    <a:pt x="1693809" y="336241"/>
                  </a:lnTo>
                  <a:lnTo>
                    <a:pt x="1705569" y="382394"/>
                  </a:lnTo>
                  <a:lnTo>
                    <a:pt x="1724620" y="425718"/>
                  </a:lnTo>
                  <a:lnTo>
                    <a:pt x="1750491" y="465346"/>
                  </a:lnTo>
                  <a:lnTo>
                    <a:pt x="1782714" y="500410"/>
                  </a:lnTo>
                  <a:lnTo>
                    <a:pt x="1820819" y="530041"/>
                  </a:lnTo>
                  <a:lnTo>
                    <a:pt x="1607409" y="1153812"/>
                  </a:lnTo>
                  <a:lnTo>
                    <a:pt x="1563627" y="1157108"/>
                  </a:lnTo>
                  <a:lnTo>
                    <a:pt x="1521085" y="1166945"/>
                  </a:lnTo>
                  <a:lnTo>
                    <a:pt x="1480505" y="1183090"/>
                  </a:lnTo>
                  <a:lnTo>
                    <a:pt x="1442614" y="1205313"/>
                  </a:lnTo>
                  <a:lnTo>
                    <a:pt x="1012497" y="882715"/>
                  </a:lnTo>
                  <a:lnTo>
                    <a:pt x="1025159" y="837524"/>
                  </a:lnTo>
                  <a:lnTo>
                    <a:pt x="1030277" y="792110"/>
                  </a:lnTo>
                  <a:lnTo>
                    <a:pt x="1028203" y="747237"/>
                  </a:lnTo>
                  <a:lnTo>
                    <a:pt x="1019288" y="703666"/>
                  </a:lnTo>
                  <a:lnTo>
                    <a:pt x="1003884" y="662160"/>
                  </a:lnTo>
                  <a:lnTo>
                    <a:pt x="982342" y="623482"/>
                  </a:lnTo>
                  <a:lnTo>
                    <a:pt x="955014" y="588393"/>
                  </a:lnTo>
                  <a:lnTo>
                    <a:pt x="922251" y="557657"/>
                  </a:lnTo>
                  <a:lnTo>
                    <a:pt x="884406" y="532035"/>
                  </a:lnTo>
                  <a:lnTo>
                    <a:pt x="841830" y="512290"/>
                  </a:lnTo>
                  <a:lnTo>
                    <a:pt x="796640" y="499636"/>
                  </a:lnTo>
                  <a:lnTo>
                    <a:pt x="751225" y="494522"/>
                  </a:lnTo>
                  <a:lnTo>
                    <a:pt x="706350" y="496599"/>
                  </a:lnTo>
                  <a:lnTo>
                    <a:pt x="662778" y="505514"/>
                  </a:lnTo>
                  <a:lnTo>
                    <a:pt x="621270" y="520917"/>
                  </a:lnTo>
                  <a:lnTo>
                    <a:pt x="582591" y="542456"/>
                  </a:lnTo>
                  <a:lnTo>
                    <a:pt x="547503" y="569782"/>
                  </a:lnTo>
                  <a:lnTo>
                    <a:pt x="516770" y="602542"/>
                  </a:lnTo>
                  <a:lnTo>
                    <a:pt x="491154" y="640386"/>
                  </a:lnTo>
                  <a:lnTo>
                    <a:pt x="471418" y="682962"/>
                  </a:lnTo>
                  <a:lnTo>
                    <a:pt x="458376" y="730284"/>
                  </a:lnTo>
                  <a:lnTo>
                    <a:pt x="453577" y="778092"/>
                  </a:lnTo>
                  <a:lnTo>
                    <a:pt x="456715" y="825436"/>
                  </a:lnTo>
                  <a:lnTo>
                    <a:pt x="467482" y="871368"/>
                  </a:lnTo>
                  <a:lnTo>
                    <a:pt x="485574" y="914936"/>
                  </a:lnTo>
                  <a:lnTo>
                    <a:pt x="510684" y="955193"/>
                  </a:lnTo>
                  <a:lnTo>
                    <a:pt x="542505" y="991188"/>
                  </a:lnTo>
                  <a:lnTo>
                    <a:pt x="580732" y="1021972"/>
                  </a:lnTo>
                  <a:lnTo>
                    <a:pt x="305936" y="1895417"/>
                  </a:lnTo>
                  <a:lnTo>
                    <a:pt x="289044" y="1895417"/>
                  </a:lnTo>
                  <a:lnTo>
                    <a:pt x="242259" y="1899081"/>
                  </a:lnTo>
                  <a:lnTo>
                    <a:pt x="197861" y="1909904"/>
                  </a:lnTo>
                  <a:lnTo>
                    <a:pt x="156445" y="1927294"/>
                  </a:lnTo>
                  <a:lnTo>
                    <a:pt x="118605" y="1950659"/>
                  </a:lnTo>
                  <a:lnTo>
                    <a:pt x="84938" y="1979405"/>
                  </a:lnTo>
                  <a:lnTo>
                    <a:pt x="56037" y="2012941"/>
                  </a:lnTo>
                  <a:lnTo>
                    <a:pt x="32498" y="2050675"/>
                  </a:lnTo>
                  <a:lnTo>
                    <a:pt x="14915" y="2092012"/>
                  </a:lnTo>
                  <a:lnTo>
                    <a:pt x="3884" y="2136362"/>
                  </a:lnTo>
                  <a:lnTo>
                    <a:pt x="0" y="2183132"/>
                  </a:lnTo>
                  <a:lnTo>
                    <a:pt x="3654" y="2229920"/>
                  </a:lnTo>
                  <a:lnTo>
                    <a:pt x="14469" y="2274322"/>
                  </a:lnTo>
                  <a:lnTo>
                    <a:pt x="31853" y="2315743"/>
                  </a:lnTo>
                  <a:lnTo>
                    <a:pt x="55213" y="2353588"/>
                  </a:lnTo>
                  <a:lnTo>
                    <a:pt x="83955" y="2387262"/>
                  </a:lnTo>
                  <a:lnTo>
                    <a:pt x="117488" y="2416169"/>
                  </a:lnTo>
                  <a:lnTo>
                    <a:pt x="155219" y="2439713"/>
                  </a:lnTo>
                  <a:lnTo>
                    <a:pt x="196555" y="2457300"/>
                  </a:lnTo>
                  <a:lnTo>
                    <a:pt x="240903" y="2468334"/>
                  </a:lnTo>
                  <a:lnTo>
                    <a:pt x="287671" y="2472220"/>
                  </a:lnTo>
                  <a:lnTo>
                    <a:pt x="334465" y="2468556"/>
                  </a:lnTo>
                  <a:lnTo>
                    <a:pt x="378871" y="2457733"/>
                  </a:lnTo>
                  <a:lnTo>
                    <a:pt x="420293" y="2440343"/>
                  </a:lnTo>
                  <a:lnTo>
                    <a:pt x="458137" y="2416978"/>
                  </a:lnTo>
                  <a:lnTo>
                    <a:pt x="491807" y="2388232"/>
                  </a:lnTo>
                  <a:lnTo>
                    <a:pt x="520710" y="2354696"/>
                  </a:lnTo>
                  <a:lnTo>
                    <a:pt x="544251" y="2316963"/>
                  </a:lnTo>
                  <a:lnTo>
                    <a:pt x="561834" y="2275625"/>
                  </a:lnTo>
                  <a:lnTo>
                    <a:pt x="572865" y="2231275"/>
                  </a:lnTo>
                  <a:lnTo>
                    <a:pt x="576750" y="2184505"/>
                  </a:lnTo>
                  <a:lnTo>
                    <a:pt x="571812" y="2130593"/>
                  </a:lnTo>
                  <a:lnTo>
                    <a:pt x="557126" y="2079203"/>
                  </a:lnTo>
                  <a:lnTo>
                    <a:pt x="533318" y="2031586"/>
                  </a:lnTo>
                  <a:lnTo>
                    <a:pt x="501015" y="1988996"/>
                  </a:lnTo>
                  <a:lnTo>
                    <a:pt x="460844" y="1952685"/>
                  </a:lnTo>
                  <a:lnTo>
                    <a:pt x="738112" y="1071412"/>
                  </a:lnTo>
                  <a:lnTo>
                    <a:pt x="742232" y="1071412"/>
                  </a:lnTo>
                  <a:lnTo>
                    <a:pt x="788101" y="1067660"/>
                  </a:lnTo>
                  <a:lnTo>
                    <a:pt x="832509" y="1056747"/>
                  </a:lnTo>
                  <a:lnTo>
                    <a:pt x="874625" y="1038952"/>
                  </a:lnTo>
                  <a:lnTo>
                    <a:pt x="913620" y="1014556"/>
                  </a:lnTo>
                  <a:lnTo>
                    <a:pt x="1340028" y="1333857"/>
                  </a:lnTo>
                  <a:lnTo>
                    <a:pt x="1330990" y="1360126"/>
                  </a:lnTo>
                  <a:lnTo>
                    <a:pt x="1324450" y="1387057"/>
                  </a:lnTo>
                  <a:lnTo>
                    <a:pt x="1320446" y="1414478"/>
                  </a:lnTo>
                  <a:lnTo>
                    <a:pt x="1319017" y="1442214"/>
                  </a:lnTo>
                  <a:lnTo>
                    <a:pt x="1322780" y="1488995"/>
                  </a:lnTo>
                  <a:lnTo>
                    <a:pt x="1333696" y="1533376"/>
                  </a:lnTo>
                  <a:lnTo>
                    <a:pt x="1351171" y="1574764"/>
                  </a:lnTo>
                  <a:lnTo>
                    <a:pt x="1374611" y="1612564"/>
                  </a:lnTo>
                  <a:lnTo>
                    <a:pt x="1403423" y="1646181"/>
                  </a:lnTo>
                  <a:lnTo>
                    <a:pt x="1437015" y="1675021"/>
                  </a:lnTo>
                  <a:lnTo>
                    <a:pt x="1474792" y="1698489"/>
                  </a:lnTo>
                  <a:lnTo>
                    <a:pt x="1516162" y="1715991"/>
                  </a:lnTo>
                  <a:lnTo>
                    <a:pt x="1560531" y="1726933"/>
                  </a:lnTo>
                  <a:lnTo>
                    <a:pt x="1607306" y="1730719"/>
                  </a:lnTo>
                  <a:lnTo>
                    <a:pt x="1654085" y="1726965"/>
                  </a:lnTo>
                  <a:lnTo>
                    <a:pt x="1698466" y="1716056"/>
                  </a:lnTo>
                  <a:lnTo>
                    <a:pt x="1739852" y="1698587"/>
                  </a:lnTo>
                  <a:lnTo>
                    <a:pt x="1777651" y="1675150"/>
                  </a:lnTo>
                  <a:lnTo>
                    <a:pt x="1811267" y="1646340"/>
                  </a:lnTo>
                  <a:lnTo>
                    <a:pt x="1840106" y="1612749"/>
                  </a:lnTo>
                  <a:lnTo>
                    <a:pt x="1863573" y="1574972"/>
                  </a:lnTo>
                  <a:lnTo>
                    <a:pt x="1881075" y="1533602"/>
                  </a:lnTo>
                  <a:lnTo>
                    <a:pt x="1892016" y="1489231"/>
                  </a:lnTo>
                  <a:lnTo>
                    <a:pt x="1895802" y="1442454"/>
                  </a:lnTo>
                  <a:lnTo>
                    <a:pt x="1891828" y="1394527"/>
                  </a:lnTo>
                  <a:lnTo>
                    <a:pt x="1880146" y="1348547"/>
                  </a:lnTo>
                  <a:lnTo>
                    <a:pt x="1861220" y="1305369"/>
                  </a:lnTo>
                  <a:lnTo>
                    <a:pt x="1835514" y="1265848"/>
                  </a:lnTo>
                  <a:lnTo>
                    <a:pt x="1803490" y="1230837"/>
                  </a:lnTo>
                  <a:lnTo>
                    <a:pt x="1765613" y="1201193"/>
                  </a:lnTo>
                  <a:lnTo>
                    <a:pt x="1978199" y="577009"/>
                  </a:lnTo>
                  <a:lnTo>
                    <a:pt x="2024985" y="573234"/>
                  </a:lnTo>
                  <a:lnTo>
                    <a:pt x="2069364" y="562305"/>
                  </a:lnTo>
                  <a:lnTo>
                    <a:pt x="2110744" y="544817"/>
                  </a:lnTo>
                  <a:lnTo>
                    <a:pt x="2148532" y="521362"/>
                  </a:lnTo>
                  <a:lnTo>
                    <a:pt x="2182134" y="492536"/>
                  </a:lnTo>
                  <a:lnTo>
                    <a:pt x="2210957" y="458931"/>
                  </a:lnTo>
                  <a:lnTo>
                    <a:pt x="2234407" y="421142"/>
                  </a:lnTo>
                  <a:lnTo>
                    <a:pt x="2251892" y="379762"/>
                  </a:lnTo>
                  <a:lnTo>
                    <a:pt x="2262818" y="335386"/>
                  </a:lnTo>
                  <a:lnTo>
                    <a:pt x="2266592" y="288607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40611" y="1988007"/>
              <a:ext cx="2842895" cy="2884805"/>
            </a:xfrm>
            <a:custGeom>
              <a:avLst/>
              <a:gdLst/>
              <a:ahLst/>
              <a:cxnLst/>
              <a:rect l="l" t="t" r="r" b="b"/>
              <a:pathLst>
                <a:path w="2842895" h="2884804">
                  <a:moveTo>
                    <a:pt x="2842730" y="2636558"/>
                  </a:moveTo>
                  <a:lnTo>
                    <a:pt x="247205" y="2636558"/>
                  </a:lnTo>
                  <a:lnTo>
                    <a:pt x="247192" y="0"/>
                  </a:lnTo>
                  <a:lnTo>
                    <a:pt x="0" y="0"/>
                  </a:lnTo>
                  <a:lnTo>
                    <a:pt x="0" y="2636558"/>
                  </a:lnTo>
                  <a:lnTo>
                    <a:pt x="0" y="2884220"/>
                  </a:lnTo>
                  <a:lnTo>
                    <a:pt x="2842730" y="2884220"/>
                  </a:lnTo>
                  <a:lnTo>
                    <a:pt x="2842730" y="2636558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40622" y="1988474"/>
              <a:ext cx="2842895" cy="2884170"/>
            </a:xfrm>
            <a:custGeom>
              <a:avLst/>
              <a:gdLst/>
              <a:ahLst/>
              <a:cxnLst/>
              <a:rect l="l" t="t" r="r" b="b"/>
              <a:pathLst>
                <a:path w="2842895" h="2884170">
                  <a:moveTo>
                    <a:pt x="247193" y="0"/>
                  </a:moveTo>
                  <a:lnTo>
                    <a:pt x="0" y="0"/>
                  </a:lnTo>
                  <a:lnTo>
                    <a:pt x="0" y="2883879"/>
                  </a:lnTo>
                  <a:lnTo>
                    <a:pt x="2842725" y="2883879"/>
                  </a:lnTo>
                  <a:lnTo>
                    <a:pt x="2842725" y="2636678"/>
                  </a:lnTo>
                  <a:lnTo>
                    <a:pt x="247193" y="2636678"/>
                  </a:lnTo>
                  <a:lnTo>
                    <a:pt x="247193" y="0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29183"/>
            <a:ext cx="606425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Research</a:t>
            </a:r>
            <a:r>
              <a:rPr sz="4000" spc="-155" dirty="0"/>
              <a:t> </a:t>
            </a:r>
            <a:r>
              <a:rPr sz="4000" spc="-10" dirty="0"/>
              <a:t>Question </a:t>
            </a:r>
            <a:r>
              <a:rPr sz="4000" dirty="0"/>
              <a:t>Guides</a:t>
            </a:r>
            <a:r>
              <a:rPr sz="4000" spc="-80" dirty="0"/>
              <a:t> </a:t>
            </a:r>
            <a:r>
              <a:rPr sz="4000" dirty="0"/>
              <a:t>Study</a:t>
            </a:r>
            <a:r>
              <a:rPr sz="4000" spc="-80" dirty="0"/>
              <a:t> </a:t>
            </a:r>
            <a:r>
              <a:rPr sz="4000" spc="-10" dirty="0"/>
              <a:t>Population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58444" y="2727198"/>
            <a:ext cx="5651500" cy="2286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151765" indent="-22860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research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question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identify</a:t>
            </a:r>
            <a:r>
              <a:rPr sz="2000" spc="-25" dirty="0">
                <a:latin typeface="Arial MT"/>
                <a:cs typeface="Arial MT"/>
              </a:rPr>
              <a:t> who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0" dirty="0">
                <a:latin typeface="Arial MT"/>
                <a:cs typeface="Arial MT"/>
              </a:rPr>
              <a:t> studied.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Examples:</a:t>
            </a:r>
            <a:endParaRPr sz="2000">
              <a:latin typeface="Arial MT"/>
              <a:cs typeface="Arial MT"/>
            </a:endParaRPr>
          </a:p>
          <a:p>
            <a:pPr marL="639445" marR="5080" lvl="1" indent="-226060" algn="just">
              <a:lnSpc>
                <a:spcPct val="100000"/>
              </a:lnSpc>
              <a:spcBef>
                <a:spcPts val="1689"/>
              </a:spcBef>
              <a:buClr>
                <a:srgbClr val="B0B6B0"/>
              </a:buClr>
              <a:buSzPct val="50000"/>
              <a:buChar char="•"/>
              <a:tabLst>
                <a:tab pos="64198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residents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perceive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public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	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community?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→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Population: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Local 	</a:t>
            </a:r>
            <a:r>
              <a:rPr sz="2000" dirty="0">
                <a:latin typeface="Arial MT"/>
                <a:cs typeface="Arial MT"/>
              </a:rPr>
              <a:t>residents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public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services.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0" y="6087109"/>
            <a:ext cx="6404610" cy="0"/>
          </a:xfrm>
          <a:custGeom>
            <a:avLst/>
            <a:gdLst/>
            <a:ahLst/>
            <a:cxnLst/>
            <a:rect l="l" t="t" r="r" b="b"/>
            <a:pathLst>
              <a:path w="6404609">
                <a:moveTo>
                  <a:pt x="0" y="0"/>
                </a:moveTo>
                <a:lnTo>
                  <a:pt x="640435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425581" y="1758439"/>
            <a:ext cx="2600325" cy="1927225"/>
            <a:chOff x="8425581" y="1758439"/>
            <a:chExt cx="2600325" cy="1927225"/>
          </a:xfrm>
        </p:grpSpPr>
        <p:sp>
          <p:nvSpPr>
            <p:cNvPr id="10" name="object 10"/>
            <p:cNvSpPr/>
            <p:nvPr/>
          </p:nvSpPr>
          <p:spPr>
            <a:xfrm>
              <a:off x="8449614" y="2919462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79">
                  <a:moveTo>
                    <a:pt x="370790" y="0"/>
                  </a:moveTo>
                  <a:lnTo>
                    <a:pt x="324283" y="2889"/>
                  </a:lnTo>
                  <a:lnTo>
                    <a:pt x="279499" y="11326"/>
                  </a:lnTo>
                  <a:lnTo>
                    <a:pt x="236785" y="24962"/>
                  </a:lnTo>
                  <a:lnTo>
                    <a:pt x="196490" y="43449"/>
                  </a:lnTo>
                  <a:lnTo>
                    <a:pt x="158959" y="66441"/>
                  </a:lnTo>
                  <a:lnTo>
                    <a:pt x="124542" y="93590"/>
                  </a:lnTo>
                  <a:lnTo>
                    <a:pt x="93586" y="124547"/>
                  </a:lnTo>
                  <a:lnTo>
                    <a:pt x="66439" y="158965"/>
                  </a:lnTo>
                  <a:lnTo>
                    <a:pt x="43448" y="196496"/>
                  </a:lnTo>
                  <a:lnTo>
                    <a:pt x="24961" y="236793"/>
                  </a:lnTo>
                  <a:lnTo>
                    <a:pt x="11325" y="279508"/>
                  </a:lnTo>
                  <a:lnTo>
                    <a:pt x="2889" y="324294"/>
                  </a:lnTo>
                  <a:lnTo>
                    <a:pt x="0" y="370802"/>
                  </a:lnTo>
                  <a:lnTo>
                    <a:pt x="2889" y="417317"/>
                  </a:lnTo>
                  <a:lnTo>
                    <a:pt x="11325" y="462107"/>
                  </a:lnTo>
                  <a:lnTo>
                    <a:pt x="24961" y="504824"/>
                  </a:lnTo>
                  <a:lnTo>
                    <a:pt x="43448" y="545123"/>
                  </a:lnTo>
                  <a:lnTo>
                    <a:pt x="66439" y="582654"/>
                  </a:lnTo>
                  <a:lnTo>
                    <a:pt x="93587" y="617071"/>
                  </a:lnTo>
                  <a:lnTo>
                    <a:pt x="124543" y="648026"/>
                  </a:lnTo>
                  <a:lnTo>
                    <a:pt x="158959" y="675172"/>
                  </a:lnTo>
                  <a:lnTo>
                    <a:pt x="196490" y="698161"/>
                  </a:lnTo>
                  <a:lnTo>
                    <a:pt x="236785" y="716646"/>
                  </a:lnTo>
                  <a:lnTo>
                    <a:pt x="279499" y="730280"/>
                  </a:lnTo>
                  <a:lnTo>
                    <a:pt x="324283" y="738715"/>
                  </a:lnTo>
                  <a:lnTo>
                    <a:pt x="370790" y="741604"/>
                  </a:lnTo>
                  <a:lnTo>
                    <a:pt x="417303" y="738715"/>
                  </a:lnTo>
                  <a:lnTo>
                    <a:pt x="462092" y="730280"/>
                  </a:lnTo>
                  <a:lnTo>
                    <a:pt x="504808" y="716646"/>
                  </a:lnTo>
                  <a:lnTo>
                    <a:pt x="545105" y="698161"/>
                  </a:lnTo>
                  <a:lnTo>
                    <a:pt x="582635" y="675172"/>
                  </a:lnTo>
                  <a:lnTo>
                    <a:pt x="617051" y="648026"/>
                  </a:lnTo>
                  <a:lnTo>
                    <a:pt x="648005" y="617071"/>
                  </a:lnTo>
                  <a:lnTo>
                    <a:pt x="675150" y="582654"/>
                  </a:lnTo>
                  <a:lnTo>
                    <a:pt x="698138" y="545123"/>
                  </a:lnTo>
                  <a:lnTo>
                    <a:pt x="716623" y="504824"/>
                  </a:lnTo>
                  <a:lnTo>
                    <a:pt x="730256" y="462107"/>
                  </a:lnTo>
                  <a:lnTo>
                    <a:pt x="738691" y="417317"/>
                  </a:lnTo>
                  <a:lnTo>
                    <a:pt x="741580" y="370802"/>
                  </a:lnTo>
                  <a:lnTo>
                    <a:pt x="738691" y="324294"/>
                  </a:lnTo>
                  <a:lnTo>
                    <a:pt x="730256" y="279508"/>
                  </a:lnTo>
                  <a:lnTo>
                    <a:pt x="716623" y="236793"/>
                  </a:lnTo>
                  <a:lnTo>
                    <a:pt x="698138" y="196496"/>
                  </a:lnTo>
                  <a:lnTo>
                    <a:pt x="675150" y="158965"/>
                  </a:lnTo>
                  <a:lnTo>
                    <a:pt x="648005" y="124547"/>
                  </a:lnTo>
                  <a:lnTo>
                    <a:pt x="617051" y="93590"/>
                  </a:lnTo>
                  <a:lnTo>
                    <a:pt x="582635" y="66441"/>
                  </a:lnTo>
                  <a:lnTo>
                    <a:pt x="545105" y="43449"/>
                  </a:lnTo>
                  <a:lnTo>
                    <a:pt x="504808" y="24962"/>
                  </a:lnTo>
                  <a:lnTo>
                    <a:pt x="462092" y="11326"/>
                  </a:lnTo>
                  <a:lnTo>
                    <a:pt x="417303" y="2889"/>
                  </a:lnTo>
                  <a:lnTo>
                    <a:pt x="37079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49614" y="2919462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79">
                  <a:moveTo>
                    <a:pt x="741580" y="370802"/>
                  </a:moveTo>
                  <a:lnTo>
                    <a:pt x="738691" y="417317"/>
                  </a:lnTo>
                  <a:lnTo>
                    <a:pt x="730256" y="462107"/>
                  </a:lnTo>
                  <a:lnTo>
                    <a:pt x="716623" y="504824"/>
                  </a:lnTo>
                  <a:lnTo>
                    <a:pt x="698138" y="545123"/>
                  </a:lnTo>
                  <a:lnTo>
                    <a:pt x="675150" y="582654"/>
                  </a:lnTo>
                  <a:lnTo>
                    <a:pt x="648005" y="617071"/>
                  </a:lnTo>
                  <a:lnTo>
                    <a:pt x="617051" y="648026"/>
                  </a:lnTo>
                  <a:lnTo>
                    <a:pt x="582635" y="675172"/>
                  </a:lnTo>
                  <a:lnTo>
                    <a:pt x="545105" y="698161"/>
                  </a:lnTo>
                  <a:lnTo>
                    <a:pt x="504808" y="716646"/>
                  </a:lnTo>
                  <a:lnTo>
                    <a:pt x="462092" y="730280"/>
                  </a:lnTo>
                  <a:lnTo>
                    <a:pt x="417303" y="738715"/>
                  </a:lnTo>
                  <a:lnTo>
                    <a:pt x="370790" y="741604"/>
                  </a:lnTo>
                  <a:lnTo>
                    <a:pt x="324283" y="738715"/>
                  </a:lnTo>
                  <a:lnTo>
                    <a:pt x="279499" y="730280"/>
                  </a:lnTo>
                  <a:lnTo>
                    <a:pt x="236785" y="716646"/>
                  </a:lnTo>
                  <a:lnTo>
                    <a:pt x="196490" y="698161"/>
                  </a:lnTo>
                  <a:lnTo>
                    <a:pt x="158959" y="675172"/>
                  </a:lnTo>
                  <a:lnTo>
                    <a:pt x="124543" y="648026"/>
                  </a:lnTo>
                  <a:lnTo>
                    <a:pt x="93587" y="617071"/>
                  </a:lnTo>
                  <a:lnTo>
                    <a:pt x="66439" y="582654"/>
                  </a:lnTo>
                  <a:lnTo>
                    <a:pt x="43448" y="545123"/>
                  </a:lnTo>
                  <a:lnTo>
                    <a:pt x="24961" y="504824"/>
                  </a:lnTo>
                  <a:lnTo>
                    <a:pt x="11325" y="462107"/>
                  </a:lnTo>
                  <a:lnTo>
                    <a:pt x="2889" y="417317"/>
                  </a:lnTo>
                  <a:lnTo>
                    <a:pt x="0" y="370802"/>
                  </a:lnTo>
                  <a:lnTo>
                    <a:pt x="2889" y="324294"/>
                  </a:lnTo>
                  <a:lnTo>
                    <a:pt x="11325" y="279508"/>
                  </a:lnTo>
                  <a:lnTo>
                    <a:pt x="24961" y="236793"/>
                  </a:lnTo>
                  <a:lnTo>
                    <a:pt x="43448" y="196496"/>
                  </a:lnTo>
                  <a:lnTo>
                    <a:pt x="66439" y="158965"/>
                  </a:lnTo>
                  <a:lnTo>
                    <a:pt x="93586" y="124547"/>
                  </a:lnTo>
                  <a:lnTo>
                    <a:pt x="124542" y="93590"/>
                  </a:lnTo>
                  <a:lnTo>
                    <a:pt x="158959" y="66441"/>
                  </a:lnTo>
                  <a:lnTo>
                    <a:pt x="196490" y="43449"/>
                  </a:lnTo>
                  <a:lnTo>
                    <a:pt x="236785" y="24962"/>
                  </a:lnTo>
                  <a:lnTo>
                    <a:pt x="279499" y="11326"/>
                  </a:lnTo>
                  <a:lnTo>
                    <a:pt x="324283" y="2889"/>
                  </a:lnTo>
                  <a:lnTo>
                    <a:pt x="370790" y="0"/>
                  </a:lnTo>
                  <a:lnTo>
                    <a:pt x="417303" y="2889"/>
                  </a:lnTo>
                  <a:lnTo>
                    <a:pt x="462092" y="11326"/>
                  </a:lnTo>
                  <a:lnTo>
                    <a:pt x="504808" y="24962"/>
                  </a:lnTo>
                  <a:lnTo>
                    <a:pt x="545105" y="43449"/>
                  </a:lnTo>
                  <a:lnTo>
                    <a:pt x="582635" y="66441"/>
                  </a:lnTo>
                  <a:lnTo>
                    <a:pt x="617051" y="93590"/>
                  </a:lnTo>
                  <a:lnTo>
                    <a:pt x="648005" y="124547"/>
                  </a:lnTo>
                  <a:lnTo>
                    <a:pt x="675150" y="158965"/>
                  </a:lnTo>
                  <a:lnTo>
                    <a:pt x="698138" y="196496"/>
                  </a:lnTo>
                  <a:lnTo>
                    <a:pt x="716623" y="236793"/>
                  </a:lnTo>
                  <a:lnTo>
                    <a:pt x="730256" y="279508"/>
                  </a:lnTo>
                  <a:lnTo>
                    <a:pt x="738691" y="324294"/>
                  </a:lnTo>
                  <a:lnTo>
                    <a:pt x="741580" y="370802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73592" y="1782472"/>
              <a:ext cx="1728470" cy="1583690"/>
            </a:xfrm>
            <a:custGeom>
              <a:avLst/>
              <a:gdLst/>
              <a:ahLst/>
              <a:cxnLst/>
              <a:rect l="l" t="t" r="r" b="b"/>
              <a:pathLst>
                <a:path w="1728470" h="1583689">
                  <a:moveTo>
                    <a:pt x="674426" y="1235870"/>
                  </a:moveTo>
                  <a:lnTo>
                    <a:pt x="332887" y="1235870"/>
                  </a:lnTo>
                  <a:lnTo>
                    <a:pt x="332887" y="1583600"/>
                  </a:lnTo>
                  <a:lnTo>
                    <a:pt x="674426" y="1235870"/>
                  </a:lnTo>
                  <a:close/>
                </a:path>
                <a:path w="1728470" h="1583689">
                  <a:moveTo>
                    <a:pt x="1641776" y="0"/>
                  </a:moveTo>
                  <a:lnTo>
                    <a:pt x="85693" y="0"/>
                  </a:lnTo>
                  <a:lnTo>
                    <a:pt x="52185" y="7006"/>
                  </a:lnTo>
                  <a:lnTo>
                    <a:pt x="24912" y="25664"/>
                  </a:lnTo>
                  <a:lnTo>
                    <a:pt x="6606" y="53206"/>
                  </a:lnTo>
                  <a:lnTo>
                    <a:pt x="0" y="86863"/>
                  </a:lnTo>
                  <a:lnTo>
                    <a:pt x="0" y="1147701"/>
                  </a:lnTo>
                  <a:lnTo>
                    <a:pt x="6163" y="1181509"/>
                  </a:lnTo>
                  <a:lnTo>
                    <a:pt x="24178" y="1209360"/>
                  </a:lnTo>
                  <a:lnTo>
                    <a:pt x="51321" y="1228423"/>
                  </a:lnTo>
                  <a:lnTo>
                    <a:pt x="84869" y="1235870"/>
                  </a:lnTo>
                  <a:lnTo>
                    <a:pt x="1641776" y="1235870"/>
                  </a:lnTo>
                  <a:lnTo>
                    <a:pt x="1675359" y="1228804"/>
                  </a:lnTo>
                  <a:lnTo>
                    <a:pt x="1702746" y="1210119"/>
                  </a:lnTo>
                  <a:lnTo>
                    <a:pt x="1721192" y="1182576"/>
                  </a:lnTo>
                  <a:lnTo>
                    <a:pt x="1727951" y="1148937"/>
                  </a:lnTo>
                  <a:lnTo>
                    <a:pt x="1727951" y="1081369"/>
                  </a:lnTo>
                  <a:lnTo>
                    <a:pt x="856525" y="1081369"/>
                  </a:lnTo>
                  <a:lnTo>
                    <a:pt x="820934" y="1074179"/>
                  </a:lnTo>
                  <a:lnTo>
                    <a:pt x="791873" y="1054576"/>
                  </a:lnTo>
                  <a:lnTo>
                    <a:pt x="772281" y="1025502"/>
                  </a:lnTo>
                  <a:lnTo>
                    <a:pt x="765098" y="989904"/>
                  </a:lnTo>
                  <a:lnTo>
                    <a:pt x="772287" y="954306"/>
                  </a:lnTo>
                  <a:lnTo>
                    <a:pt x="791890" y="925233"/>
                  </a:lnTo>
                  <a:lnTo>
                    <a:pt x="820963" y="905629"/>
                  </a:lnTo>
                  <a:lnTo>
                    <a:pt x="856559" y="898440"/>
                  </a:lnTo>
                  <a:lnTo>
                    <a:pt x="1727951" y="898440"/>
                  </a:lnTo>
                  <a:lnTo>
                    <a:pt x="1727951" y="834167"/>
                  </a:lnTo>
                  <a:lnTo>
                    <a:pt x="798023" y="834167"/>
                  </a:lnTo>
                  <a:lnTo>
                    <a:pt x="798023" y="591498"/>
                  </a:lnTo>
                  <a:lnTo>
                    <a:pt x="856525" y="591498"/>
                  </a:lnTo>
                  <a:lnTo>
                    <a:pt x="904453" y="586647"/>
                  </a:lnTo>
                  <a:lnTo>
                    <a:pt x="945515" y="572607"/>
                  </a:lnTo>
                  <a:lnTo>
                    <a:pt x="978886" y="550143"/>
                  </a:lnTo>
                  <a:lnTo>
                    <a:pt x="1003742" y="520023"/>
                  </a:lnTo>
                  <a:lnTo>
                    <a:pt x="1019261" y="483013"/>
                  </a:lnTo>
                  <a:lnTo>
                    <a:pt x="1023338" y="450181"/>
                  </a:lnTo>
                  <a:lnTo>
                    <a:pt x="571428" y="450181"/>
                  </a:lnTo>
                  <a:lnTo>
                    <a:pt x="571428" y="439881"/>
                  </a:lnTo>
                  <a:lnTo>
                    <a:pt x="572875" y="391206"/>
                  </a:lnTo>
                  <a:lnTo>
                    <a:pt x="582664" y="344898"/>
                  </a:lnTo>
                  <a:lnTo>
                    <a:pt x="600081" y="301758"/>
                  </a:lnTo>
                  <a:lnTo>
                    <a:pt x="624410" y="262592"/>
                  </a:lnTo>
                  <a:lnTo>
                    <a:pt x="654936" y="228203"/>
                  </a:lnTo>
                  <a:lnTo>
                    <a:pt x="690943" y="199396"/>
                  </a:lnTo>
                  <a:lnTo>
                    <a:pt x="731717" y="176974"/>
                  </a:lnTo>
                  <a:lnTo>
                    <a:pt x="776540" y="161741"/>
                  </a:lnTo>
                  <a:lnTo>
                    <a:pt x="824699" y="154500"/>
                  </a:lnTo>
                  <a:lnTo>
                    <a:pt x="840625" y="153985"/>
                  </a:lnTo>
                  <a:lnTo>
                    <a:pt x="1727951" y="153985"/>
                  </a:lnTo>
                  <a:lnTo>
                    <a:pt x="1727951" y="86863"/>
                  </a:lnTo>
                  <a:lnTo>
                    <a:pt x="1721192" y="53206"/>
                  </a:lnTo>
                  <a:lnTo>
                    <a:pt x="1702746" y="25664"/>
                  </a:lnTo>
                  <a:lnTo>
                    <a:pt x="1675359" y="7006"/>
                  </a:lnTo>
                  <a:lnTo>
                    <a:pt x="1641776" y="0"/>
                  </a:lnTo>
                  <a:close/>
                </a:path>
                <a:path w="1728470" h="1583689">
                  <a:moveTo>
                    <a:pt x="1727951" y="898440"/>
                  </a:moveTo>
                  <a:lnTo>
                    <a:pt x="856559" y="898440"/>
                  </a:lnTo>
                  <a:lnTo>
                    <a:pt x="892484" y="905629"/>
                  </a:lnTo>
                  <a:lnTo>
                    <a:pt x="892045" y="905629"/>
                  </a:lnTo>
                  <a:lnTo>
                    <a:pt x="920787" y="924795"/>
                  </a:lnTo>
                  <a:lnTo>
                    <a:pt x="940460" y="953466"/>
                  </a:lnTo>
                  <a:lnTo>
                    <a:pt x="947987" y="988668"/>
                  </a:lnTo>
                  <a:lnTo>
                    <a:pt x="941482" y="1024242"/>
                  </a:lnTo>
                  <a:lnTo>
                    <a:pt x="922499" y="1053533"/>
                  </a:lnTo>
                  <a:lnTo>
                    <a:pt x="893918" y="1073566"/>
                  </a:lnTo>
                  <a:lnTo>
                    <a:pt x="858619" y="1081369"/>
                  </a:lnTo>
                  <a:lnTo>
                    <a:pt x="1727951" y="1081369"/>
                  </a:lnTo>
                  <a:lnTo>
                    <a:pt x="1727951" y="898440"/>
                  </a:lnTo>
                  <a:close/>
                </a:path>
                <a:path w="1728470" h="1583689">
                  <a:moveTo>
                    <a:pt x="1727951" y="153985"/>
                  </a:moveTo>
                  <a:lnTo>
                    <a:pt x="840625" y="153985"/>
                  </a:lnTo>
                  <a:lnTo>
                    <a:pt x="848583" y="154114"/>
                  </a:lnTo>
                  <a:lnTo>
                    <a:pt x="856525" y="154500"/>
                  </a:lnTo>
                  <a:lnTo>
                    <a:pt x="902346" y="157597"/>
                  </a:lnTo>
                  <a:lnTo>
                    <a:pt x="945897" y="167739"/>
                  </a:lnTo>
                  <a:lnTo>
                    <a:pt x="986589" y="184349"/>
                  </a:lnTo>
                  <a:lnTo>
                    <a:pt x="1023835" y="206850"/>
                  </a:lnTo>
                  <a:lnTo>
                    <a:pt x="1057048" y="234665"/>
                  </a:lnTo>
                  <a:lnTo>
                    <a:pt x="1085639" y="267217"/>
                  </a:lnTo>
                  <a:lnTo>
                    <a:pt x="1109020" y="303929"/>
                  </a:lnTo>
                  <a:lnTo>
                    <a:pt x="1126605" y="344224"/>
                  </a:lnTo>
                  <a:lnTo>
                    <a:pt x="1137805" y="387525"/>
                  </a:lnTo>
                  <a:lnTo>
                    <a:pt x="1141988" y="432763"/>
                  </a:lnTo>
                  <a:lnTo>
                    <a:pt x="1142033" y="439881"/>
                  </a:lnTo>
                  <a:lnTo>
                    <a:pt x="1138883" y="488875"/>
                  </a:lnTo>
                  <a:lnTo>
                    <a:pt x="1126949" y="535174"/>
                  </a:lnTo>
                  <a:lnTo>
                    <a:pt x="1107027" y="577850"/>
                  </a:lnTo>
                  <a:lnTo>
                    <a:pt x="1079913" y="615973"/>
                  </a:lnTo>
                  <a:lnTo>
                    <a:pt x="1046402" y="648617"/>
                  </a:lnTo>
                  <a:lnTo>
                    <a:pt x="1007289" y="674853"/>
                  </a:lnTo>
                  <a:lnTo>
                    <a:pt x="963370" y="693752"/>
                  </a:lnTo>
                  <a:lnTo>
                    <a:pt x="915439" y="704386"/>
                  </a:lnTo>
                  <a:lnTo>
                    <a:pt x="915439" y="834167"/>
                  </a:lnTo>
                  <a:lnTo>
                    <a:pt x="1727951" y="834167"/>
                  </a:lnTo>
                  <a:lnTo>
                    <a:pt x="1727951" y="153985"/>
                  </a:lnTo>
                  <a:close/>
                </a:path>
                <a:path w="1728470" h="1583689">
                  <a:moveTo>
                    <a:pt x="862773" y="272196"/>
                  </a:moveTo>
                  <a:lnTo>
                    <a:pt x="856525" y="272196"/>
                  </a:lnTo>
                  <a:lnTo>
                    <a:pt x="807307" y="275518"/>
                  </a:lnTo>
                  <a:lnTo>
                    <a:pt x="763172" y="293390"/>
                  </a:lnTo>
                  <a:lnTo>
                    <a:pt x="726877" y="323520"/>
                  </a:lnTo>
                  <a:lnTo>
                    <a:pt x="701182" y="363615"/>
                  </a:lnTo>
                  <a:lnTo>
                    <a:pt x="688845" y="411384"/>
                  </a:lnTo>
                  <a:lnTo>
                    <a:pt x="688202" y="425632"/>
                  </a:lnTo>
                  <a:lnTo>
                    <a:pt x="688363" y="432763"/>
                  </a:lnTo>
                  <a:lnTo>
                    <a:pt x="688845" y="439881"/>
                  </a:lnTo>
                  <a:lnTo>
                    <a:pt x="688845" y="450181"/>
                  </a:lnTo>
                  <a:lnTo>
                    <a:pt x="1023338" y="450181"/>
                  </a:lnTo>
                  <a:lnTo>
                    <a:pt x="1024617" y="439881"/>
                  </a:lnTo>
                  <a:lnTo>
                    <a:pt x="1019509" y="395980"/>
                  </a:lnTo>
                  <a:lnTo>
                    <a:pt x="1003600" y="356328"/>
                  </a:lnTo>
                  <a:lnTo>
                    <a:pt x="978431" y="322524"/>
                  </a:lnTo>
                  <a:lnTo>
                    <a:pt x="945543" y="296168"/>
                  </a:lnTo>
                  <a:lnTo>
                    <a:pt x="906476" y="278859"/>
                  </a:lnTo>
                  <a:lnTo>
                    <a:pt x="862773" y="272196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73592" y="1782472"/>
              <a:ext cx="1728470" cy="1583690"/>
            </a:xfrm>
            <a:custGeom>
              <a:avLst/>
              <a:gdLst/>
              <a:ahLst/>
              <a:cxnLst/>
              <a:rect l="l" t="t" r="r" b="b"/>
              <a:pathLst>
                <a:path w="1728470" h="1583689">
                  <a:moveTo>
                    <a:pt x="1641776" y="0"/>
                  </a:moveTo>
                  <a:lnTo>
                    <a:pt x="85693" y="0"/>
                  </a:lnTo>
                  <a:lnTo>
                    <a:pt x="52185" y="7006"/>
                  </a:lnTo>
                  <a:lnTo>
                    <a:pt x="24912" y="25664"/>
                  </a:lnTo>
                  <a:lnTo>
                    <a:pt x="6606" y="53206"/>
                  </a:lnTo>
                  <a:lnTo>
                    <a:pt x="0" y="86863"/>
                  </a:lnTo>
                  <a:lnTo>
                    <a:pt x="0" y="1147701"/>
                  </a:lnTo>
                  <a:lnTo>
                    <a:pt x="6163" y="1181509"/>
                  </a:lnTo>
                  <a:lnTo>
                    <a:pt x="24178" y="1209360"/>
                  </a:lnTo>
                  <a:lnTo>
                    <a:pt x="51321" y="1228423"/>
                  </a:lnTo>
                  <a:lnTo>
                    <a:pt x="84869" y="1235870"/>
                  </a:lnTo>
                  <a:lnTo>
                    <a:pt x="85144" y="1235870"/>
                  </a:lnTo>
                  <a:lnTo>
                    <a:pt x="85419" y="1235870"/>
                  </a:lnTo>
                  <a:lnTo>
                    <a:pt x="85693" y="1235870"/>
                  </a:lnTo>
                  <a:lnTo>
                    <a:pt x="332887" y="1235870"/>
                  </a:lnTo>
                  <a:lnTo>
                    <a:pt x="332887" y="1583600"/>
                  </a:lnTo>
                  <a:lnTo>
                    <a:pt x="674426" y="1235870"/>
                  </a:lnTo>
                  <a:lnTo>
                    <a:pt x="1641776" y="1235870"/>
                  </a:lnTo>
                  <a:lnTo>
                    <a:pt x="1675359" y="1228804"/>
                  </a:lnTo>
                  <a:lnTo>
                    <a:pt x="1702746" y="1210119"/>
                  </a:lnTo>
                  <a:lnTo>
                    <a:pt x="1721192" y="1182576"/>
                  </a:lnTo>
                  <a:lnTo>
                    <a:pt x="1727951" y="1148937"/>
                  </a:lnTo>
                  <a:lnTo>
                    <a:pt x="1727951" y="86863"/>
                  </a:lnTo>
                  <a:lnTo>
                    <a:pt x="1721192" y="53206"/>
                  </a:lnTo>
                  <a:lnTo>
                    <a:pt x="1702746" y="25664"/>
                  </a:lnTo>
                  <a:lnTo>
                    <a:pt x="1675359" y="7006"/>
                  </a:lnTo>
                  <a:lnTo>
                    <a:pt x="1641776" y="0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4658" y="2656879"/>
              <a:ext cx="230955" cy="23099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845021" y="1936458"/>
              <a:ext cx="570865" cy="680720"/>
            </a:xfrm>
            <a:custGeom>
              <a:avLst/>
              <a:gdLst/>
              <a:ahLst/>
              <a:cxnLst/>
              <a:rect l="l" t="t" r="r" b="b"/>
              <a:pathLst>
                <a:path w="570865" h="680719">
                  <a:moveTo>
                    <a:pt x="344010" y="550400"/>
                  </a:moveTo>
                  <a:lnTo>
                    <a:pt x="344010" y="680181"/>
                  </a:lnTo>
                  <a:lnTo>
                    <a:pt x="226594" y="680181"/>
                  </a:lnTo>
                  <a:lnTo>
                    <a:pt x="226594" y="437512"/>
                  </a:lnTo>
                  <a:lnTo>
                    <a:pt x="285096" y="437512"/>
                  </a:lnTo>
                  <a:lnTo>
                    <a:pt x="333024" y="432661"/>
                  </a:lnTo>
                  <a:lnTo>
                    <a:pt x="374086" y="418621"/>
                  </a:lnTo>
                  <a:lnTo>
                    <a:pt x="407457" y="396157"/>
                  </a:lnTo>
                  <a:lnTo>
                    <a:pt x="432313" y="366037"/>
                  </a:lnTo>
                  <a:lnTo>
                    <a:pt x="447832" y="329027"/>
                  </a:lnTo>
                  <a:lnTo>
                    <a:pt x="453188" y="285895"/>
                  </a:lnTo>
                  <a:lnTo>
                    <a:pt x="448080" y="241994"/>
                  </a:lnTo>
                  <a:lnTo>
                    <a:pt x="432171" y="202342"/>
                  </a:lnTo>
                  <a:lnTo>
                    <a:pt x="407002" y="168539"/>
                  </a:lnTo>
                  <a:lnTo>
                    <a:pt x="374114" y="142182"/>
                  </a:lnTo>
                  <a:lnTo>
                    <a:pt x="335047" y="124873"/>
                  </a:lnTo>
                  <a:lnTo>
                    <a:pt x="291344" y="118210"/>
                  </a:lnTo>
                  <a:lnTo>
                    <a:pt x="289285" y="118176"/>
                  </a:lnTo>
                  <a:lnTo>
                    <a:pt x="287190" y="118176"/>
                  </a:lnTo>
                  <a:lnTo>
                    <a:pt x="235878" y="121532"/>
                  </a:lnTo>
                  <a:lnTo>
                    <a:pt x="191743" y="139404"/>
                  </a:lnTo>
                  <a:lnTo>
                    <a:pt x="155448" y="169534"/>
                  </a:lnTo>
                  <a:lnTo>
                    <a:pt x="129753" y="209629"/>
                  </a:lnTo>
                  <a:lnTo>
                    <a:pt x="117416" y="257398"/>
                  </a:lnTo>
                  <a:lnTo>
                    <a:pt x="116773" y="271646"/>
                  </a:lnTo>
                  <a:lnTo>
                    <a:pt x="116934" y="278777"/>
                  </a:lnTo>
                  <a:lnTo>
                    <a:pt x="117416" y="285895"/>
                  </a:lnTo>
                  <a:lnTo>
                    <a:pt x="117416" y="296195"/>
                  </a:lnTo>
                  <a:lnTo>
                    <a:pt x="0" y="296195"/>
                  </a:lnTo>
                  <a:lnTo>
                    <a:pt x="0" y="285895"/>
                  </a:lnTo>
                  <a:lnTo>
                    <a:pt x="1446" y="237221"/>
                  </a:lnTo>
                  <a:lnTo>
                    <a:pt x="11235" y="190912"/>
                  </a:lnTo>
                  <a:lnTo>
                    <a:pt x="28652" y="147772"/>
                  </a:lnTo>
                  <a:lnTo>
                    <a:pt x="52981" y="108606"/>
                  </a:lnTo>
                  <a:lnTo>
                    <a:pt x="83507" y="74218"/>
                  </a:lnTo>
                  <a:lnTo>
                    <a:pt x="119514" y="45410"/>
                  </a:lnTo>
                  <a:lnTo>
                    <a:pt x="160288" y="22988"/>
                  </a:lnTo>
                  <a:lnTo>
                    <a:pt x="205111" y="7755"/>
                  </a:lnTo>
                  <a:lnTo>
                    <a:pt x="253270" y="515"/>
                  </a:lnTo>
                  <a:lnTo>
                    <a:pt x="269196" y="0"/>
                  </a:lnTo>
                  <a:lnTo>
                    <a:pt x="277154" y="128"/>
                  </a:lnTo>
                  <a:lnTo>
                    <a:pt x="330917" y="3611"/>
                  </a:lnTo>
                  <a:lnTo>
                    <a:pt x="374468" y="13753"/>
                  </a:lnTo>
                  <a:lnTo>
                    <a:pt x="415160" y="30363"/>
                  </a:lnTo>
                  <a:lnTo>
                    <a:pt x="452406" y="52864"/>
                  </a:lnTo>
                  <a:lnTo>
                    <a:pt x="485619" y="80679"/>
                  </a:lnTo>
                  <a:lnTo>
                    <a:pt x="514210" y="113231"/>
                  </a:lnTo>
                  <a:lnTo>
                    <a:pt x="537591" y="149943"/>
                  </a:lnTo>
                  <a:lnTo>
                    <a:pt x="555176" y="190238"/>
                  </a:lnTo>
                  <a:lnTo>
                    <a:pt x="566376" y="233539"/>
                  </a:lnTo>
                  <a:lnTo>
                    <a:pt x="570604" y="279269"/>
                  </a:lnTo>
                  <a:lnTo>
                    <a:pt x="570639" y="283698"/>
                  </a:lnTo>
                  <a:lnTo>
                    <a:pt x="570604" y="285895"/>
                  </a:lnTo>
                  <a:lnTo>
                    <a:pt x="567454" y="334889"/>
                  </a:lnTo>
                  <a:lnTo>
                    <a:pt x="555520" y="381188"/>
                  </a:lnTo>
                  <a:lnTo>
                    <a:pt x="535598" y="423864"/>
                  </a:lnTo>
                  <a:lnTo>
                    <a:pt x="508484" y="461987"/>
                  </a:lnTo>
                  <a:lnTo>
                    <a:pt x="474973" y="494631"/>
                  </a:lnTo>
                  <a:lnTo>
                    <a:pt x="435860" y="520867"/>
                  </a:lnTo>
                  <a:lnTo>
                    <a:pt x="391941" y="539766"/>
                  </a:lnTo>
                  <a:lnTo>
                    <a:pt x="344010" y="550400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054791" y="3472232"/>
            <a:ext cx="2520315" cy="1630680"/>
            <a:chOff x="8054791" y="3472232"/>
            <a:chExt cx="2520315" cy="1630680"/>
          </a:xfrm>
        </p:grpSpPr>
        <p:sp>
          <p:nvSpPr>
            <p:cNvPr id="17" name="object 17"/>
            <p:cNvSpPr/>
            <p:nvPr/>
          </p:nvSpPr>
          <p:spPr>
            <a:xfrm>
              <a:off x="9067598" y="4336750"/>
              <a:ext cx="1483360" cy="741680"/>
            </a:xfrm>
            <a:custGeom>
              <a:avLst/>
              <a:gdLst/>
              <a:ahLst/>
              <a:cxnLst/>
              <a:rect l="l" t="t" r="r" b="b"/>
              <a:pathLst>
                <a:path w="1483359" h="741679">
                  <a:moveTo>
                    <a:pt x="741580" y="0"/>
                  </a:moveTo>
                  <a:lnTo>
                    <a:pt x="638369" y="5760"/>
                  </a:lnTo>
                  <a:lnTo>
                    <a:pt x="536463" y="22278"/>
                  </a:lnTo>
                  <a:lnTo>
                    <a:pt x="388246" y="63875"/>
                  </a:lnTo>
                  <a:lnTo>
                    <a:pt x="293678" y="99076"/>
                  </a:lnTo>
                  <a:lnTo>
                    <a:pt x="202703" y="142499"/>
                  </a:lnTo>
                  <a:lnTo>
                    <a:pt x="115860" y="193884"/>
                  </a:lnTo>
                  <a:lnTo>
                    <a:pt x="74158" y="222481"/>
                  </a:lnTo>
                  <a:lnTo>
                    <a:pt x="43012" y="252304"/>
                  </a:lnTo>
                  <a:lnTo>
                    <a:pt x="19762" y="287976"/>
                  </a:lnTo>
                  <a:lnTo>
                    <a:pt x="5170" y="327981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1483160" y="741604"/>
                  </a:lnTo>
                  <a:lnTo>
                    <a:pt x="1483160" y="370802"/>
                  </a:lnTo>
                  <a:lnTo>
                    <a:pt x="1478960" y="327643"/>
                  </a:lnTo>
                  <a:lnTo>
                    <a:pt x="1464621" y="287384"/>
                  </a:lnTo>
                  <a:lnTo>
                    <a:pt x="1441012" y="251754"/>
                  </a:lnTo>
                  <a:lnTo>
                    <a:pt x="1409002" y="222481"/>
                  </a:lnTo>
                  <a:lnTo>
                    <a:pt x="1325911" y="164485"/>
                  </a:lnTo>
                  <a:lnTo>
                    <a:pt x="1237241" y="116055"/>
                  </a:lnTo>
                  <a:lnTo>
                    <a:pt x="1143815" y="77578"/>
                  </a:lnTo>
                  <a:lnTo>
                    <a:pt x="996667" y="35654"/>
                  </a:lnTo>
                  <a:lnTo>
                    <a:pt x="895651" y="14703"/>
                  </a:lnTo>
                  <a:lnTo>
                    <a:pt x="793181" y="2656"/>
                  </a:lnTo>
                  <a:lnTo>
                    <a:pt x="74158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67598" y="4336750"/>
              <a:ext cx="1483360" cy="741680"/>
            </a:xfrm>
            <a:custGeom>
              <a:avLst/>
              <a:gdLst/>
              <a:ahLst/>
              <a:cxnLst/>
              <a:rect l="l" t="t" r="r" b="b"/>
              <a:pathLst>
                <a:path w="1483359" h="741679">
                  <a:moveTo>
                    <a:pt x="1483160" y="741604"/>
                  </a:moveTo>
                  <a:lnTo>
                    <a:pt x="1483160" y="370802"/>
                  </a:lnTo>
                  <a:lnTo>
                    <a:pt x="1478960" y="327643"/>
                  </a:lnTo>
                  <a:lnTo>
                    <a:pt x="1464621" y="287384"/>
                  </a:lnTo>
                  <a:lnTo>
                    <a:pt x="1441012" y="251754"/>
                  </a:lnTo>
                  <a:lnTo>
                    <a:pt x="1409002" y="222481"/>
                  </a:lnTo>
                  <a:lnTo>
                    <a:pt x="1368205" y="192311"/>
                  </a:lnTo>
                  <a:lnTo>
                    <a:pt x="1325911" y="164485"/>
                  </a:lnTo>
                  <a:lnTo>
                    <a:pt x="1282222" y="139050"/>
                  </a:lnTo>
                  <a:lnTo>
                    <a:pt x="1237241" y="116055"/>
                  </a:lnTo>
                  <a:lnTo>
                    <a:pt x="1191071" y="95549"/>
                  </a:lnTo>
                  <a:lnTo>
                    <a:pt x="1143815" y="77578"/>
                  </a:lnTo>
                  <a:lnTo>
                    <a:pt x="1095574" y="62193"/>
                  </a:lnTo>
                  <a:lnTo>
                    <a:pt x="1046452" y="49440"/>
                  </a:lnTo>
                  <a:lnTo>
                    <a:pt x="996667" y="35654"/>
                  </a:lnTo>
                  <a:lnTo>
                    <a:pt x="946377" y="24071"/>
                  </a:lnTo>
                  <a:lnTo>
                    <a:pt x="895651" y="14703"/>
                  </a:lnTo>
                  <a:lnTo>
                    <a:pt x="844562" y="7561"/>
                  </a:lnTo>
                  <a:lnTo>
                    <a:pt x="793181" y="2656"/>
                  </a:lnTo>
                  <a:lnTo>
                    <a:pt x="741580" y="0"/>
                  </a:lnTo>
                  <a:lnTo>
                    <a:pt x="689864" y="1528"/>
                  </a:lnTo>
                  <a:lnTo>
                    <a:pt x="638369" y="5760"/>
                  </a:lnTo>
                  <a:lnTo>
                    <a:pt x="587200" y="12681"/>
                  </a:lnTo>
                  <a:lnTo>
                    <a:pt x="536463" y="22278"/>
                  </a:lnTo>
                  <a:lnTo>
                    <a:pt x="486263" y="34536"/>
                  </a:lnTo>
                  <a:lnTo>
                    <a:pt x="436708" y="49440"/>
                  </a:lnTo>
                  <a:lnTo>
                    <a:pt x="388246" y="63875"/>
                  </a:lnTo>
                  <a:lnTo>
                    <a:pt x="340547" y="80432"/>
                  </a:lnTo>
                  <a:lnTo>
                    <a:pt x="293678" y="99076"/>
                  </a:lnTo>
                  <a:lnTo>
                    <a:pt x="247708" y="119776"/>
                  </a:lnTo>
                  <a:lnTo>
                    <a:pt x="202703" y="142499"/>
                  </a:lnTo>
                  <a:lnTo>
                    <a:pt x="158731" y="167213"/>
                  </a:lnTo>
                  <a:lnTo>
                    <a:pt x="115860" y="193884"/>
                  </a:lnTo>
                  <a:lnTo>
                    <a:pt x="74158" y="222481"/>
                  </a:lnTo>
                  <a:lnTo>
                    <a:pt x="43012" y="252304"/>
                  </a:lnTo>
                  <a:lnTo>
                    <a:pt x="19762" y="287976"/>
                  </a:lnTo>
                  <a:lnTo>
                    <a:pt x="5170" y="327981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1483160" y="741604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38388" y="3496265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79">
                  <a:moveTo>
                    <a:pt x="370790" y="0"/>
                  </a:moveTo>
                  <a:lnTo>
                    <a:pt x="324283" y="2889"/>
                  </a:lnTo>
                  <a:lnTo>
                    <a:pt x="279499" y="11326"/>
                  </a:lnTo>
                  <a:lnTo>
                    <a:pt x="236785" y="24962"/>
                  </a:lnTo>
                  <a:lnTo>
                    <a:pt x="196490" y="43449"/>
                  </a:lnTo>
                  <a:lnTo>
                    <a:pt x="158959" y="66441"/>
                  </a:lnTo>
                  <a:lnTo>
                    <a:pt x="124542" y="93590"/>
                  </a:lnTo>
                  <a:lnTo>
                    <a:pt x="93586" y="124547"/>
                  </a:lnTo>
                  <a:lnTo>
                    <a:pt x="66439" y="158965"/>
                  </a:lnTo>
                  <a:lnTo>
                    <a:pt x="43448" y="196496"/>
                  </a:lnTo>
                  <a:lnTo>
                    <a:pt x="24961" y="236793"/>
                  </a:lnTo>
                  <a:lnTo>
                    <a:pt x="11325" y="279508"/>
                  </a:lnTo>
                  <a:lnTo>
                    <a:pt x="2889" y="324294"/>
                  </a:lnTo>
                  <a:lnTo>
                    <a:pt x="0" y="370802"/>
                  </a:lnTo>
                  <a:lnTo>
                    <a:pt x="2889" y="417317"/>
                  </a:lnTo>
                  <a:lnTo>
                    <a:pt x="11325" y="462107"/>
                  </a:lnTo>
                  <a:lnTo>
                    <a:pt x="24961" y="504824"/>
                  </a:lnTo>
                  <a:lnTo>
                    <a:pt x="43448" y="545123"/>
                  </a:lnTo>
                  <a:lnTo>
                    <a:pt x="66439" y="582654"/>
                  </a:lnTo>
                  <a:lnTo>
                    <a:pt x="93587" y="617071"/>
                  </a:lnTo>
                  <a:lnTo>
                    <a:pt x="124543" y="648026"/>
                  </a:lnTo>
                  <a:lnTo>
                    <a:pt x="158959" y="675172"/>
                  </a:lnTo>
                  <a:lnTo>
                    <a:pt x="196490" y="698161"/>
                  </a:lnTo>
                  <a:lnTo>
                    <a:pt x="236785" y="716646"/>
                  </a:lnTo>
                  <a:lnTo>
                    <a:pt x="279499" y="730280"/>
                  </a:lnTo>
                  <a:lnTo>
                    <a:pt x="324283" y="738715"/>
                  </a:lnTo>
                  <a:lnTo>
                    <a:pt x="370790" y="741604"/>
                  </a:lnTo>
                  <a:lnTo>
                    <a:pt x="417303" y="738715"/>
                  </a:lnTo>
                  <a:lnTo>
                    <a:pt x="462092" y="730280"/>
                  </a:lnTo>
                  <a:lnTo>
                    <a:pt x="504808" y="716646"/>
                  </a:lnTo>
                  <a:lnTo>
                    <a:pt x="545105" y="698161"/>
                  </a:lnTo>
                  <a:lnTo>
                    <a:pt x="582635" y="675172"/>
                  </a:lnTo>
                  <a:lnTo>
                    <a:pt x="617051" y="648026"/>
                  </a:lnTo>
                  <a:lnTo>
                    <a:pt x="648005" y="617071"/>
                  </a:lnTo>
                  <a:lnTo>
                    <a:pt x="675150" y="582654"/>
                  </a:lnTo>
                  <a:lnTo>
                    <a:pt x="698138" y="545123"/>
                  </a:lnTo>
                  <a:lnTo>
                    <a:pt x="716623" y="504824"/>
                  </a:lnTo>
                  <a:lnTo>
                    <a:pt x="730256" y="462107"/>
                  </a:lnTo>
                  <a:lnTo>
                    <a:pt x="738691" y="417317"/>
                  </a:lnTo>
                  <a:lnTo>
                    <a:pt x="741580" y="370802"/>
                  </a:lnTo>
                  <a:lnTo>
                    <a:pt x="738691" y="324294"/>
                  </a:lnTo>
                  <a:lnTo>
                    <a:pt x="730256" y="279508"/>
                  </a:lnTo>
                  <a:lnTo>
                    <a:pt x="716623" y="236793"/>
                  </a:lnTo>
                  <a:lnTo>
                    <a:pt x="698138" y="196496"/>
                  </a:lnTo>
                  <a:lnTo>
                    <a:pt x="675150" y="158965"/>
                  </a:lnTo>
                  <a:lnTo>
                    <a:pt x="648005" y="124547"/>
                  </a:lnTo>
                  <a:lnTo>
                    <a:pt x="617051" y="93590"/>
                  </a:lnTo>
                  <a:lnTo>
                    <a:pt x="582635" y="66441"/>
                  </a:lnTo>
                  <a:lnTo>
                    <a:pt x="545105" y="43449"/>
                  </a:lnTo>
                  <a:lnTo>
                    <a:pt x="504808" y="24962"/>
                  </a:lnTo>
                  <a:lnTo>
                    <a:pt x="462092" y="11326"/>
                  </a:lnTo>
                  <a:lnTo>
                    <a:pt x="417303" y="2889"/>
                  </a:lnTo>
                  <a:lnTo>
                    <a:pt x="37079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38388" y="3496265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79">
                  <a:moveTo>
                    <a:pt x="741580" y="370802"/>
                  </a:moveTo>
                  <a:lnTo>
                    <a:pt x="738691" y="417317"/>
                  </a:lnTo>
                  <a:lnTo>
                    <a:pt x="730256" y="462107"/>
                  </a:lnTo>
                  <a:lnTo>
                    <a:pt x="716623" y="504824"/>
                  </a:lnTo>
                  <a:lnTo>
                    <a:pt x="698138" y="545123"/>
                  </a:lnTo>
                  <a:lnTo>
                    <a:pt x="675150" y="582654"/>
                  </a:lnTo>
                  <a:lnTo>
                    <a:pt x="648005" y="617071"/>
                  </a:lnTo>
                  <a:lnTo>
                    <a:pt x="617051" y="648026"/>
                  </a:lnTo>
                  <a:lnTo>
                    <a:pt x="582635" y="675172"/>
                  </a:lnTo>
                  <a:lnTo>
                    <a:pt x="545105" y="698161"/>
                  </a:lnTo>
                  <a:lnTo>
                    <a:pt x="504808" y="716646"/>
                  </a:lnTo>
                  <a:lnTo>
                    <a:pt x="462092" y="730280"/>
                  </a:lnTo>
                  <a:lnTo>
                    <a:pt x="417303" y="738715"/>
                  </a:lnTo>
                  <a:lnTo>
                    <a:pt x="370790" y="741604"/>
                  </a:lnTo>
                  <a:lnTo>
                    <a:pt x="324283" y="738715"/>
                  </a:lnTo>
                  <a:lnTo>
                    <a:pt x="279499" y="730280"/>
                  </a:lnTo>
                  <a:lnTo>
                    <a:pt x="236785" y="716646"/>
                  </a:lnTo>
                  <a:lnTo>
                    <a:pt x="196490" y="698161"/>
                  </a:lnTo>
                  <a:lnTo>
                    <a:pt x="158959" y="675172"/>
                  </a:lnTo>
                  <a:lnTo>
                    <a:pt x="124543" y="648026"/>
                  </a:lnTo>
                  <a:lnTo>
                    <a:pt x="93587" y="617071"/>
                  </a:lnTo>
                  <a:lnTo>
                    <a:pt x="66439" y="582654"/>
                  </a:lnTo>
                  <a:lnTo>
                    <a:pt x="43448" y="545123"/>
                  </a:lnTo>
                  <a:lnTo>
                    <a:pt x="24961" y="504824"/>
                  </a:lnTo>
                  <a:lnTo>
                    <a:pt x="11325" y="462107"/>
                  </a:lnTo>
                  <a:lnTo>
                    <a:pt x="2889" y="417317"/>
                  </a:lnTo>
                  <a:lnTo>
                    <a:pt x="0" y="370802"/>
                  </a:lnTo>
                  <a:lnTo>
                    <a:pt x="2889" y="324294"/>
                  </a:lnTo>
                  <a:lnTo>
                    <a:pt x="11325" y="279508"/>
                  </a:lnTo>
                  <a:lnTo>
                    <a:pt x="24961" y="236793"/>
                  </a:lnTo>
                  <a:lnTo>
                    <a:pt x="43448" y="196496"/>
                  </a:lnTo>
                  <a:lnTo>
                    <a:pt x="66439" y="158965"/>
                  </a:lnTo>
                  <a:lnTo>
                    <a:pt x="93586" y="124547"/>
                  </a:lnTo>
                  <a:lnTo>
                    <a:pt x="124542" y="93590"/>
                  </a:lnTo>
                  <a:lnTo>
                    <a:pt x="158959" y="66441"/>
                  </a:lnTo>
                  <a:lnTo>
                    <a:pt x="196490" y="43449"/>
                  </a:lnTo>
                  <a:lnTo>
                    <a:pt x="236785" y="24962"/>
                  </a:lnTo>
                  <a:lnTo>
                    <a:pt x="279499" y="11326"/>
                  </a:lnTo>
                  <a:lnTo>
                    <a:pt x="324283" y="2889"/>
                  </a:lnTo>
                  <a:lnTo>
                    <a:pt x="370790" y="0"/>
                  </a:lnTo>
                  <a:lnTo>
                    <a:pt x="417303" y="2889"/>
                  </a:lnTo>
                  <a:lnTo>
                    <a:pt x="462092" y="11326"/>
                  </a:lnTo>
                  <a:lnTo>
                    <a:pt x="504808" y="24962"/>
                  </a:lnTo>
                  <a:lnTo>
                    <a:pt x="545105" y="43449"/>
                  </a:lnTo>
                  <a:lnTo>
                    <a:pt x="582635" y="66441"/>
                  </a:lnTo>
                  <a:lnTo>
                    <a:pt x="617051" y="93590"/>
                  </a:lnTo>
                  <a:lnTo>
                    <a:pt x="648005" y="124547"/>
                  </a:lnTo>
                  <a:lnTo>
                    <a:pt x="675150" y="158965"/>
                  </a:lnTo>
                  <a:lnTo>
                    <a:pt x="698138" y="196496"/>
                  </a:lnTo>
                  <a:lnTo>
                    <a:pt x="716623" y="236793"/>
                  </a:lnTo>
                  <a:lnTo>
                    <a:pt x="730256" y="279508"/>
                  </a:lnTo>
                  <a:lnTo>
                    <a:pt x="738691" y="324294"/>
                  </a:lnTo>
                  <a:lnTo>
                    <a:pt x="741580" y="370802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78824" y="3759947"/>
              <a:ext cx="1343660" cy="741680"/>
            </a:xfrm>
            <a:custGeom>
              <a:avLst/>
              <a:gdLst/>
              <a:ahLst/>
              <a:cxnLst/>
              <a:rect l="l" t="t" r="r" b="b"/>
              <a:pathLst>
                <a:path w="1343659" h="741679">
                  <a:moveTo>
                    <a:pt x="741580" y="0"/>
                  </a:moveTo>
                  <a:lnTo>
                    <a:pt x="689864" y="1516"/>
                  </a:lnTo>
                  <a:lnTo>
                    <a:pt x="638369" y="5745"/>
                  </a:lnTo>
                  <a:lnTo>
                    <a:pt x="587200" y="12669"/>
                  </a:lnTo>
                  <a:lnTo>
                    <a:pt x="536463" y="22271"/>
                  </a:lnTo>
                  <a:lnTo>
                    <a:pt x="486263" y="34533"/>
                  </a:lnTo>
                  <a:lnTo>
                    <a:pt x="388708" y="65013"/>
                  </a:lnTo>
                  <a:lnTo>
                    <a:pt x="294765" y="101466"/>
                  </a:lnTo>
                  <a:lnTo>
                    <a:pt x="203886" y="144841"/>
                  </a:lnTo>
                  <a:lnTo>
                    <a:pt x="116457" y="194955"/>
                  </a:lnTo>
                  <a:lnTo>
                    <a:pt x="74158" y="222481"/>
                  </a:lnTo>
                  <a:lnTo>
                    <a:pt x="42167" y="251754"/>
                  </a:lnTo>
                  <a:lnTo>
                    <a:pt x="18565" y="287384"/>
                  </a:lnTo>
                  <a:lnTo>
                    <a:pt x="4219" y="327643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889896" y="741604"/>
                  </a:lnTo>
                  <a:lnTo>
                    <a:pt x="923885" y="701434"/>
                  </a:lnTo>
                  <a:lnTo>
                    <a:pt x="964054" y="667443"/>
                  </a:lnTo>
                  <a:lnTo>
                    <a:pt x="1053042" y="609060"/>
                  </a:lnTo>
                  <a:lnTo>
                    <a:pt x="1146166" y="557864"/>
                  </a:lnTo>
                  <a:lnTo>
                    <a:pt x="1242992" y="514077"/>
                  </a:lnTo>
                  <a:lnTo>
                    <a:pt x="1343084" y="477922"/>
                  </a:lnTo>
                  <a:lnTo>
                    <a:pt x="1309887" y="439868"/>
                  </a:lnTo>
                  <a:lnTo>
                    <a:pt x="1280624" y="399120"/>
                  </a:lnTo>
                  <a:lnTo>
                    <a:pt x="1255423" y="355987"/>
                  </a:lnTo>
                  <a:lnTo>
                    <a:pt x="1234409" y="310778"/>
                  </a:lnTo>
                  <a:lnTo>
                    <a:pt x="1217710" y="263802"/>
                  </a:lnTo>
                  <a:lnTo>
                    <a:pt x="1205452" y="215367"/>
                  </a:lnTo>
                  <a:lnTo>
                    <a:pt x="1197763" y="165784"/>
                  </a:lnTo>
                  <a:lnTo>
                    <a:pt x="1194768" y="98880"/>
                  </a:lnTo>
                  <a:lnTo>
                    <a:pt x="1121537" y="71379"/>
                  </a:lnTo>
                  <a:lnTo>
                    <a:pt x="996667" y="35654"/>
                  </a:lnTo>
                  <a:lnTo>
                    <a:pt x="895651" y="14703"/>
                  </a:lnTo>
                  <a:lnTo>
                    <a:pt x="793181" y="2656"/>
                  </a:lnTo>
                  <a:lnTo>
                    <a:pt x="74158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78824" y="3759947"/>
              <a:ext cx="1343660" cy="741680"/>
            </a:xfrm>
            <a:custGeom>
              <a:avLst/>
              <a:gdLst/>
              <a:ahLst/>
              <a:cxnLst/>
              <a:rect l="l" t="t" r="r" b="b"/>
              <a:pathLst>
                <a:path w="1343659" h="741679">
                  <a:moveTo>
                    <a:pt x="964054" y="667443"/>
                  </a:moveTo>
                  <a:lnTo>
                    <a:pt x="1008004" y="637367"/>
                  </a:lnTo>
                  <a:lnTo>
                    <a:pt x="1053042" y="609060"/>
                  </a:lnTo>
                  <a:lnTo>
                    <a:pt x="1099114" y="582549"/>
                  </a:lnTo>
                  <a:lnTo>
                    <a:pt x="1146166" y="557864"/>
                  </a:lnTo>
                  <a:lnTo>
                    <a:pt x="1194143" y="535030"/>
                  </a:lnTo>
                  <a:lnTo>
                    <a:pt x="1242992" y="514077"/>
                  </a:lnTo>
                  <a:lnTo>
                    <a:pt x="1292657" y="495032"/>
                  </a:lnTo>
                  <a:lnTo>
                    <a:pt x="1343084" y="477922"/>
                  </a:lnTo>
                  <a:lnTo>
                    <a:pt x="1309887" y="439868"/>
                  </a:lnTo>
                  <a:lnTo>
                    <a:pt x="1280624" y="399120"/>
                  </a:lnTo>
                  <a:lnTo>
                    <a:pt x="1255423" y="355987"/>
                  </a:lnTo>
                  <a:lnTo>
                    <a:pt x="1234409" y="310778"/>
                  </a:lnTo>
                  <a:lnTo>
                    <a:pt x="1217710" y="263802"/>
                  </a:lnTo>
                  <a:lnTo>
                    <a:pt x="1205452" y="215367"/>
                  </a:lnTo>
                  <a:lnTo>
                    <a:pt x="1197763" y="165784"/>
                  </a:lnTo>
                  <a:lnTo>
                    <a:pt x="1194768" y="115360"/>
                  </a:lnTo>
                  <a:lnTo>
                    <a:pt x="1194768" y="98880"/>
                  </a:lnTo>
                  <a:lnTo>
                    <a:pt x="1158403" y="84444"/>
                  </a:lnTo>
                  <a:lnTo>
                    <a:pt x="1121537" y="71379"/>
                  </a:lnTo>
                  <a:lnTo>
                    <a:pt x="1084207" y="59704"/>
                  </a:lnTo>
                  <a:lnTo>
                    <a:pt x="1046452" y="49440"/>
                  </a:lnTo>
                  <a:lnTo>
                    <a:pt x="996667" y="35654"/>
                  </a:lnTo>
                  <a:lnTo>
                    <a:pt x="946377" y="24071"/>
                  </a:lnTo>
                  <a:lnTo>
                    <a:pt x="895651" y="14703"/>
                  </a:lnTo>
                  <a:lnTo>
                    <a:pt x="844562" y="7561"/>
                  </a:lnTo>
                  <a:lnTo>
                    <a:pt x="793181" y="2656"/>
                  </a:lnTo>
                  <a:lnTo>
                    <a:pt x="741580" y="0"/>
                  </a:lnTo>
                  <a:lnTo>
                    <a:pt x="689864" y="1516"/>
                  </a:lnTo>
                  <a:lnTo>
                    <a:pt x="638369" y="5745"/>
                  </a:lnTo>
                  <a:lnTo>
                    <a:pt x="587200" y="12669"/>
                  </a:lnTo>
                  <a:lnTo>
                    <a:pt x="536463" y="22271"/>
                  </a:lnTo>
                  <a:lnTo>
                    <a:pt x="486263" y="34533"/>
                  </a:lnTo>
                  <a:lnTo>
                    <a:pt x="436708" y="49440"/>
                  </a:lnTo>
                  <a:lnTo>
                    <a:pt x="388708" y="65013"/>
                  </a:lnTo>
                  <a:lnTo>
                    <a:pt x="341378" y="82363"/>
                  </a:lnTo>
                  <a:lnTo>
                    <a:pt x="294765" y="101466"/>
                  </a:lnTo>
                  <a:lnTo>
                    <a:pt x="248918" y="122300"/>
                  </a:lnTo>
                  <a:lnTo>
                    <a:pt x="203886" y="144841"/>
                  </a:lnTo>
                  <a:lnTo>
                    <a:pt x="159716" y="169067"/>
                  </a:lnTo>
                  <a:lnTo>
                    <a:pt x="116457" y="194955"/>
                  </a:lnTo>
                  <a:lnTo>
                    <a:pt x="74158" y="222481"/>
                  </a:lnTo>
                  <a:lnTo>
                    <a:pt x="42167" y="251754"/>
                  </a:lnTo>
                  <a:lnTo>
                    <a:pt x="18565" y="287384"/>
                  </a:lnTo>
                  <a:lnTo>
                    <a:pt x="4219" y="327643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889896" y="741604"/>
                  </a:lnTo>
                  <a:lnTo>
                    <a:pt x="906070" y="720795"/>
                  </a:lnTo>
                  <a:lnTo>
                    <a:pt x="923885" y="701434"/>
                  </a:lnTo>
                  <a:lnTo>
                    <a:pt x="943245" y="683618"/>
                  </a:lnTo>
                  <a:lnTo>
                    <a:pt x="964054" y="667443"/>
                  </a:lnTo>
                  <a:close/>
                </a:path>
              </a:pathLst>
            </a:custGeom>
            <a:ln w="48066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46593" y="532257"/>
            <a:ext cx="3250565" cy="15621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30"/>
              </a:spcBef>
            </a:pPr>
            <a:r>
              <a:rPr sz="3600" dirty="0"/>
              <a:t>Key</a:t>
            </a:r>
            <a:r>
              <a:rPr sz="3600" spc="-40" dirty="0"/>
              <a:t> </a:t>
            </a:r>
            <a:r>
              <a:rPr sz="3600" dirty="0"/>
              <a:t>Factors</a:t>
            </a:r>
            <a:r>
              <a:rPr sz="3600" spc="-35" dirty="0"/>
              <a:t> in </a:t>
            </a:r>
            <a:r>
              <a:rPr sz="3600" dirty="0"/>
              <a:t>Defining</a:t>
            </a:r>
            <a:r>
              <a:rPr sz="3600" spc="-155" dirty="0"/>
              <a:t> </a:t>
            </a:r>
            <a:r>
              <a:rPr sz="3600" spc="-10" dirty="0"/>
              <a:t>Study Population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7687182" y="2478735"/>
            <a:ext cx="3803015" cy="3202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Inclusion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Criteria: </a:t>
            </a:r>
            <a:r>
              <a:rPr sz="2000" dirty="0">
                <a:latin typeface="Arial MT"/>
                <a:cs typeface="Arial MT"/>
              </a:rPr>
              <a:t>Characteristics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participants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have.</a:t>
            </a:r>
            <a:endParaRPr sz="2000">
              <a:latin typeface="Arial MT"/>
              <a:cs typeface="Arial MT"/>
            </a:endParaRPr>
          </a:p>
          <a:p>
            <a:pPr marL="241300" marR="245745" indent="-228600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Exclusion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Criteria: </a:t>
            </a:r>
            <a:r>
              <a:rPr sz="2000" dirty="0">
                <a:latin typeface="Arial MT"/>
                <a:cs typeface="Arial MT"/>
              </a:rPr>
              <a:t>Characteristics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disqualify individuals.</a:t>
            </a:r>
            <a:endParaRPr sz="2000">
              <a:latin typeface="Arial MT"/>
              <a:cs typeface="Arial MT"/>
            </a:endParaRPr>
          </a:p>
          <a:p>
            <a:pPr marL="241300" marR="118745" indent="-228600">
              <a:lnSpc>
                <a:spcPct val="100000"/>
              </a:lnSpc>
              <a:spcBef>
                <a:spcPts val="169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Scope: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Define </a:t>
            </a:r>
            <a:r>
              <a:rPr sz="2000" dirty="0">
                <a:latin typeface="Arial MT"/>
                <a:cs typeface="Arial MT"/>
              </a:rPr>
              <a:t>geographical,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demographic,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behavioural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limits.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57"/>
            <a:ext cx="6927087" cy="685787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493254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724272" y="-2"/>
            <a:ext cx="7468234" cy="6858000"/>
            <a:chOff x="4724272" y="-2"/>
            <a:chExt cx="7468234" cy="6858000"/>
          </a:xfrm>
        </p:grpSpPr>
        <p:sp>
          <p:nvSpPr>
            <p:cNvPr id="6" name="object 6"/>
            <p:cNvSpPr/>
            <p:nvPr/>
          </p:nvSpPr>
          <p:spPr>
            <a:xfrm>
              <a:off x="4724272" y="0"/>
              <a:ext cx="539115" cy="563245"/>
            </a:xfrm>
            <a:custGeom>
              <a:avLst/>
              <a:gdLst/>
              <a:ahLst/>
              <a:cxnLst/>
              <a:rect l="l" t="t" r="r" b="b"/>
              <a:pathLst>
                <a:path w="539114" h="563245">
                  <a:moveTo>
                    <a:pt x="538734" y="0"/>
                  </a:moveTo>
                  <a:lnTo>
                    <a:pt x="0" y="0"/>
                  </a:lnTo>
                  <a:lnTo>
                    <a:pt x="2239" y="50913"/>
                  </a:lnTo>
                  <a:lnTo>
                    <a:pt x="8830" y="100322"/>
                  </a:lnTo>
                  <a:lnTo>
                    <a:pt x="19582" y="148290"/>
                  </a:lnTo>
                  <a:lnTo>
                    <a:pt x="34305" y="194627"/>
                  </a:lnTo>
                  <a:lnTo>
                    <a:pt x="52809" y="239142"/>
                  </a:lnTo>
                  <a:lnTo>
                    <a:pt x="74902" y="281646"/>
                  </a:lnTo>
                  <a:lnTo>
                    <a:pt x="100394" y="321946"/>
                  </a:lnTo>
                  <a:lnTo>
                    <a:pt x="129095" y="359854"/>
                  </a:lnTo>
                  <a:lnTo>
                    <a:pt x="160814" y="395178"/>
                  </a:lnTo>
                  <a:lnTo>
                    <a:pt x="195361" y="427728"/>
                  </a:lnTo>
                  <a:lnTo>
                    <a:pt x="232545" y="457313"/>
                  </a:lnTo>
                  <a:lnTo>
                    <a:pt x="272176" y="483743"/>
                  </a:lnTo>
                  <a:lnTo>
                    <a:pt x="314064" y="506827"/>
                  </a:lnTo>
                  <a:lnTo>
                    <a:pt x="358016" y="526375"/>
                  </a:lnTo>
                  <a:lnTo>
                    <a:pt x="403845" y="542196"/>
                  </a:lnTo>
                  <a:lnTo>
                    <a:pt x="451357" y="554101"/>
                  </a:lnTo>
                  <a:lnTo>
                    <a:pt x="538734" y="562863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2"/>
              <a:ext cx="6927215" cy="685786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3839" y="737108"/>
            <a:ext cx="378714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/>
              <a:t>Study</a:t>
            </a:r>
            <a:r>
              <a:rPr sz="3600" spc="-20" dirty="0"/>
              <a:t> </a:t>
            </a:r>
            <a:r>
              <a:rPr sz="3600" spc="-10" dirty="0"/>
              <a:t>Population Considerations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758444" y="2159584"/>
            <a:ext cx="3983354" cy="34175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140335" indent="-228600">
              <a:lnSpc>
                <a:spcPct val="90100"/>
              </a:lnSpc>
              <a:spcBef>
                <a:spcPts val="315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Qualitative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Small, </a:t>
            </a:r>
            <a:r>
              <a:rPr sz="1800" dirty="0">
                <a:latin typeface="Arial MT"/>
                <a:cs typeface="Arial MT"/>
              </a:rPr>
              <a:t>purposefully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sample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in- </a:t>
            </a:r>
            <a:r>
              <a:rPr sz="1800" dirty="0">
                <a:latin typeface="Arial MT"/>
                <a:cs typeface="Arial MT"/>
              </a:rPr>
              <a:t>depth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insights.</a:t>
            </a:r>
            <a:endParaRPr sz="1800" dirty="0">
              <a:latin typeface="Arial MT"/>
              <a:cs typeface="Arial MT"/>
            </a:endParaRPr>
          </a:p>
          <a:p>
            <a:pPr marL="241300" marR="636905" indent="-228600">
              <a:lnSpc>
                <a:spcPct val="90000"/>
              </a:lnSpc>
              <a:spcBef>
                <a:spcPts val="1705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Quantitative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Larger, </a:t>
            </a:r>
            <a:r>
              <a:rPr sz="1800" dirty="0">
                <a:latin typeface="Arial MT"/>
                <a:cs typeface="Arial MT"/>
              </a:rPr>
              <a:t>randomly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sample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statistical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generalization.</a:t>
            </a:r>
            <a:endParaRPr sz="1800" dirty="0">
              <a:latin typeface="Arial MT"/>
              <a:cs typeface="Arial MT"/>
            </a:endParaRPr>
          </a:p>
          <a:p>
            <a:pPr marL="238760" marR="725170" indent="-226060" algn="just">
              <a:lnSpc>
                <a:spcPts val="1939"/>
              </a:lnSpc>
              <a:spcBef>
                <a:spcPts val="1725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Sample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large 	</a:t>
            </a:r>
            <a:r>
              <a:rPr sz="1800" dirty="0">
                <a:latin typeface="Arial MT"/>
                <a:cs typeface="Arial MT"/>
              </a:rPr>
              <a:t>enough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meaningful 	conclusions.</a:t>
            </a:r>
            <a:endParaRPr sz="1800" dirty="0">
              <a:latin typeface="Arial MT"/>
              <a:cs typeface="Arial MT"/>
            </a:endParaRPr>
          </a:p>
          <a:p>
            <a:pPr marL="241300" marR="5080" indent="-228600">
              <a:lnSpc>
                <a:spcPts val="1939"/>
              </a:lnSpc>
              <a:spcBef>
                <a:spcPts val="1714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Ethical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Considerations: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fair </a:t>
            </a:r>
            <a:r>
              <a:rPr sz="1800" dirty="0">
                <a:latin typeface="Arial MT"/>
                <a:cs typeface="Arial MT"/>
              </a:rPr>
              <a:t>selection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avoid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biased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sampling.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03646" y="729183"/>
            <a:ext cx="5753100" cy="12598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4920"/>
              </a:lnSpc>
              <a:spcBef>
                <a:spcPts val="80"/>
              </a:spcBef>
            </a:pPr>
            <a:r>
              <a:rPr sz="4000" dirty="0"/>
              <a:t>Importance</a:t>
            </a:r>
            <a:r>
              <a:rPr sz="4000" spc="-80" dirty="0"/>
              <a:t> </a:t>
            </a:r>
            <a:r>
              <a:rPr sz="4000" dirty="0"/>
              <a:t>of</a:t>
            </a:r>
            <a:r>
              <a:rPr sz="4000" spc="-100" dirty="0"/>
              <a:t> </a:t>
            </a:r>
            <a:r>
              <a:rPr sz="4000" spc="-10" dirty="0"/>
              <a:t>Inclusion </a:t>
            </a:r>
            <a:r>
              <a:rPr sz="4000" dirty="0"/>
              <a:t>and</a:t>
            </a:r>
            <a:r>
              <a:rPr sz="4000" spc="-15" dirty="0"/>
              <a:t> </a:t>
            </a:r>
            <a:r>
              <a:rPr sz="4000" dirty="0"/>
              <a:t>Exclusion </a:t>
            </a:r>
            <a:r>
              <a:rPr sz="4000" spc="-10" dirty="0"/>
              <a:t>Criteria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417946" y="2360168"/>
            <a:ext cx="5780405" cy="2503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Define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study.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Ensures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relevance,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accuracy,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validity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research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findings.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9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consistency.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demographic,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behavioural,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health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factors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before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selection.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57"/>
            <a:ext cx="4657343" cy="685787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24271" y="6087109"/>
            <a:ext cx="6401435" cy="0"/>
          </a:xfrm>
          <a:custGeom>
            <a:avLst/>
            <a:gdLst/>
            <a:ahLst/>
            <a:cxnLst/>
            <a:rect l="l" t="t" r="r" b="b"/>
            <a:pathLst>
              <a:path w="6401434">
                <a:moveTo>
                  <a:pt x="0" y="0"/>
                </a:moveTo>
                <a:lnTo>
                  <a:pt x="640092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39" y="1751202"/>
            <a:ext cx="3722370" cy="3074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Arial"/>
                <a:cs typeface="Arial"/>
              </a:rPr>
              <a:t>Key </a:t>
            </a:r>
            <a:r>
              <a:rPr sz="4000" b="1" spc="-10" dirty="0">
                <a:latin typeface="Arial"/>
                <a:cs typeface="Arial"/>
              </a:rPr>
              <a:t>Considerations </a:t>
            </a:r>
            <a:r>
              <a:rPr sz="4000" b="1" dirty="0">
                <a:latin typeface="Arial"/>
                <a:cs typeface="Arial"/>
              </a:rPr>
              <a:t>for</a:t>
            </a:r>
            <a:r>
              <a:rPr sz="4000" b="1" spc="-55" dirty="0">
                <a:latin typeface="Arial"/>
                <a:cs typeface="Arial"/>
              </a:rPr>
              <a:t> </a:t>
            </a:r>
            <a:r>
              <a:rPr sz="4000" b="1" spc="-10" dirty="0">
                <a:latin typeface="Arial"/>
                <a:cs typeface="Arial"/>
              </a:rPr>
              <a:t>Defining Study Population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09870" y="1342263"/>
            <a:ext cx="6117590" cy="1055370"/>
            <a:chOff x="5309870" y="1342263"/>
            <a:chExt cx="6117590" cy="1055370"/>
          </a:xfrm>
        </p:grpSpPr>
        <p:sp>
          <p:nvSpPr>
            <p:cNvPr id="5" name="object 5"/>
            <p:cNvSpPr/>
            <p:nvPr/>
          </p:nvSpPr>
          <p:spPr>
            <a:xfrm>
              <a:off x="5316220" y="1348613"/>
              <a:ext cx="6104890" cy="1042669"/>
            </a:xfrm>
            <a:custGeom>
              <a:avLst/>
              <a:gdLst/>
              <a:ahLst/>
              <a:cxnLst/>
              <a:rect l="l" t="t" r="r" b="b"/>
              <a:pathLst>
                <a:path w="6104890" h="1042669">
                  <a:moveTo>
                    <a:pt x="5931027" y="0"/>
                  </a:moveTo>
                  <a:lnTo>
                    <a:pt x="173862" y="0"/>
                  </a:lnTo>
                  <a:lnTo>
                    <a:pt x="127646" y="6210"/>
                  </a:lnTo>
                  <a:lnTo>
                    <a:pt x="86115" y="23734"/>
                  </a:lnTo>
                  <a:lnTo>
                    <a:pt x="50927" y="50911"/>
                  </a:lnTo>
                  <a:lnTo>
                    <a:pt x="23739" y="86077"/>
                  </a:lnTo>
                  <a:lnTo>
                    <a:pt x="6211" y="127573"/>
                  </a:lnTo>
                  <a:lnTo>
                    <a:pt x="0" y="173736"/>
                  </a:lnTo>
                  <a:lnTo>
                    <a:pt x="0" y="868807"/>
                  </a:lnTo>
                  <a:lnTo>
                    <a:pt x="6211" y="914969"/>
                  </a:lnTo>
                  <a:lnTo>
                    <a:pt x="23739" y="956465"/>
                  </a:lnTo>
                  <a:lnTo>
                    <a:pt x="50926" y="991631"/>
                  </a:lnTo>
                  <a:lnTo>
                    <a:pt x="86115" y="1018808"/>
                  </a:lnTo>
                  <a:lnTo>
                    <a:pt x="127646" y="1036332"/>
                  </a:lnTo>
                  <a:lnTo>
                    <a:pt x="173862" y="1042542"/>
                  </a:lnTo>
                  <a:lnTo>
                    <a:pt x="5931027" y="1042542"/>
                  </a:lnTo>
                  <a:lnTo>
                    <a:pt x="5977233" y="1036332"/>
                  </a:lnTo>
                  <a:lnTo>
                    <a:pt x="6018741" y="1018808"/>
                  </a:lnTo>
                  <a:lnTo>
                    <a:pt x="6053899" y="991631"/>
                  </a:lnTo>
                  <a:lnTo>
                    <a:pt x="6081056" y="956465"/>
                  </a:lnTo>
                  <a:lnTo>
                    <a:pt x="6098561" y="914969"/>
                  </a:lnTo>
                  <a:lnTo>
                    <a:pt x="6104762" y="868807"/>
                  </a:lnTo>
                  <a:lnTo>
                    <a:pt x="6104762" y="173736"/>
                  </a:lnTo>
                  <a:lnTo>
                    <a:pt x="6098561" y="127573"/>
                  </a:lnTo>
                  <a:lnTo>
                    <a:pt x="6081056" y="86077"/>
                  </a:lnTo>
                  <a:lnTo>
                    <a:pt x="6053899" y="50911"/>
                  </a:lnTo>
                  <a:lnTo>
                    <a:pt x="6018741" y="23734"/>
                  </a:lnTo>
                  <a:lnTo>
                    <a:pt x="5977233" y="6210"/>
                  </a:lnTo>
                  <a:lnTo>
                    <a:pt x="5931027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16220" y="1348613"/>
              <a:ext cx="6104890" cy="1042669"/>
            </a:xfrm>
            <a:custGeom>
              <a:avLst/>
              <a:gdLst/>
              <a:ahLst/>
              <a:cxnLst/>
              <a:rect l="l" t="t" r="r" b="b"/>
              <a:pathLst>
                <a:path w="6104890" h="1042669">
                  <a:moveTo>
                    <a:pt x="0" y="173736"/>
                  </a:moveTo>
                  <a:lnTo>
                    <a:pt x="6211" y="127573"/>
                  </a:lnTo>
                  <a:lnTo>
                    <a:pt x="23739" y="86077"/>
                  </a:lnTo>
                  <a:lnTo>
                    <a:pt x="50927" y="50911"/>
                  </a:lnTo>
                  <a:lnTo>
                    <a:pt x="86115" y="23734"/>
                  </a:lnTo>
                  <a:lnTo>
                    <a:pt x="127646" y="6210"/>
                  </a:lnTo>
                  <a:lnTo>
                    <a:pt x="173862" y="0"/>
                  </a:lnTo>
                  <a:lnTo>
                    <a:pt x="5931027" y="0"/>
                  </a:lnTo>
                  <a:lnTo>
                    <a:pt x="5977233" y="6210"/>
                  </a:lnTo>
                  <a:lnTo>
                    <a:pt x="6018741" y="23734"/>
                  </a:lnTo>
                  <a:lnTo>
                    <a:pt x="6053899" y="50911"/>
                  </a:lnTo>
                  <a:lnTo>
                    <a:pt x="6081056" y="86077"/>
                  </a:lnTo>
                  <a:lnTo>
                    <a:pt x="6098561" y="127573"/>
                  </a:lnTo>
                  <a:lnTo>
                    <a:pt x="6104762" y="173736"/>
                  </a:lnTo>
                  <a:lnTo>
                    <a:pt x="6104762" y="868807"/>
                  </a:lnTo>
                  <a:lnTo>
                    <a:pt x="6098561" y="914969"/>
                  </a:lnTo>
                  <a:lnTo>
                    <a:pt x="6081056" y="956465"/>
                  </a:lnTo>
                  <a:lnTo>
                    <a:pt x="6053899" y="991631"/>
                  </a:lnTo>
                  <a:lnTo>
                    <a:pt x="6018741" y="1018808"/>
                  </a:lnTo>
                  <a:lnTo>
                    <a:pt x="5977233" y="1036332"/>
                  </a:lnTo>
                  <a:lnTo>
                    <a:pt x="5931027" y="1042542"/>
                  </a:lnTo>
                  <a:lnTo>
                    <a:pt x="173862" y="1042542"/>
                  </a:lnTo>
                  <a:lnTo>
                    <a:pt x="127646" y="1036332"/>
                  </a:lnTo>
                  <a:lnTo>
                    <a:pt x="86115" y="1018808"/>
                  </a:lnTo>
                  <a:lnTo>
                    <a:pt x="50926" y="991631"/>
                  </a:lnTo>
                  <a:lnTo>
                    <a:pt x="23739" y="956465"/>
                  </a:lnTo>
                  <a:lnTo>
                    <a:pt x="6211" y="914969"/>
                  </a:lnTo>
                  <a:lnTo>
                    <a:pt x="0" y="868807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58205" y="1441830"/>
            <a:ext cx="5286375" cy="79248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560"/>
              </a:spcBef>
            </a:pPr>
            <a:r>
              <a:rPr sz="2700" dirty="0">
                <a:solidFill>
                  <a:srgbClr val="FFFFFF"/>
                </a:solidFill>
              </a:rPr>
              <a:t>Inclusion</a:t>
            </a:r>
            <a:r>
              <a:rPr sz="2700" spc="-20" dirty="0">
                <a:solidFill>
                  <a:srgbClr val="FFFFFF"/>
                </a:solidFill>
              </a:rPr>
              <a:t> </a:t>
            </a:r>
            <a:r>
              <a:rPr sz="2700" dirty="0">
                <a:solidFill>
                  <a:srgbClr val="FFFFFF"/>
                </a:solidFill>
              </a:rPr>
              <a:t>Criteria</a:t>
            </a:r>
            <a:r>
              <a:rPr sz="2700" b="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700" b="0" spc="-10" dirty="0">
                <a:solidFill>
                  <a:srgbClr val="FFFFFF"/>
                </a:solidFill>
                <a:latin typeface="Arial MT"/>
                <a:cs typeface="Arial MT"/>
              </a:rPr>
              <a:t> Characteristics </a:t>
            </a:r>
            <a:r>
              <a:rPr sz="2700" b="0" dirty="0">
                <a:solidFill>
                  <a:srgbClr val="FFFFFF"/>
                </a:solidFill>
                <a:latin typeface="Arial MT"/>
                <a:cs typeface="Arial MT"/>
              </a:rPr>
              <a:t>participants</a:t>
            </a:r>
            <a:r>
              <a:rPr sz="2700" b="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</a:rPr>
              <a:t>must </a:t>
            </a:r>
            <a:r>
              <a:rPr sz="2700" b="0" spc="-10" dirty="0">
                <a:solidFill>
                  <a:srgbClr val="FFFFFF"/>
                </a:solidFill>
                <a:latin typeface="Arial MT"/>
                <a:cs typeface="Arial MT"/>
              </a:rPr>
              <a:t>have.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09870" y="3013582"/>
            <a:ext cx="6117590" cy="1055370"/>
            <a:chOff x="5309870" y="3013582"/>
            <a:chExt cx="6117590" cy="1055370"/>
          </a:xfrm>
        </p:grpSpPr>
        <p:sp>
          <p:nvSpPr>
            <p:cNvPr id="9" name="object 9"/>
            <p:cNvSpPr/>
            <p:nvPr/>
          </p:nvSpPr>
          <p:spPr>
            <a:xfrm>
              <a:off x="5316220" y="3019932"/>
              <a:ext cx="6104890" cy="1042669"/>
            </a:xfrm>
            <a:custGeom>
              <a:avLst/>
              <a:gdLst/>
              <a:ahLst/>
              <a:cxnLst/>
              <a:rect l="l" t="t" r="r" b="b"/>
              <a:pathLst>
                <a:path w="6104890" h="1042670">
                  <a:moveTo>
                    <a:pt x="5931027" y="0"/>
                  </a:moveTo>
                  <a:lnTo>
                    <a:pt x="173862" y="0"/>
                  </a:lnTo>
                  <a:lnTo>
                    <a:pt x="127646" y="6201"/>
                  </a:lnTo>
                  <a:lnTo>
                    <a:pt x="86115" y="23706"/>
                  </a:lnTo>
                  <a:lnTo>
                    <a:pt x="50927" y="50863"/>
                  </a:lnTo>
                  <a:lnTo>
                    <a:pt x="23739" y="86021"/>
                  </a:lnTo>
                  <a:lnTo>
                    <a:pt x="6211" y="127529"/>
                  </a:lnTo>
                  <a:lnTo>
                    <a:pt x="0" y="173736"/>
                  </a:lnTo>
                  <a:lnTo>
                    <a:pt x="0" y="868679"/>
                  </a:lnTo>
                  <a:lnTo>
                    <a:pt x="6211" y="914886"/>
                  </a:lnTo>
                  <a:lnTo>
                    <a:pt x="23739" y="956394"/>
                  </a:lnTo>
                  <a:lnTo>
                    <a:pt x="50926" y="991552"/>
                  </a:lnTo>
                  <a:lnTo>
                    <a:pt x="86115" y="1018709"/>
                  </a:lnTo>
                  <a:lnTo>
                    <a:pt x="127646" y="1036214"/>
                  </a:lnTo>
                  <a:lnTo>
                    <a:pt x="173862" y="1042415"/>
                  </a:lnTo>
                  <a:lnTo>
                    <a:pt x="5931027" y="1042415"/>
                  </a:lnTo>
                  <a:lnTo>
                    <a:pt x="5977233" y="1036214"/>
                  </a:lnTo>
                  <a:lnTo>
                    <a:pt x="6018741" y="1018709"/>
                  </a:lnTo>
                  <a:lnTo>
                    <a:pt x="6053899" y="991552"/>
                  </a:lnTo>
                  <a:lnTo>
                    <a:pt x="6081056" y="956394"/>
                  </a:lnTo>
                  <a:lnTo>
                    <a:pt x="6098561" y="914886"/>
                  </a:lnTo>
                  <a:lnTo>
                    <a:pt x="6104762" y="868679"/>
                  </a:lnTo>
                  <a:lnTo>
                    <a:pt x="6104762" y="173736"/>
                  </a:lnTo>
                  <a:lnTo>
                    <a:pt x="6098561" y="127529"/>
                  </a:lnTo>
                  <a:lnTo>
                    <a:pt x="6081056" y="86021"/>
                  </a:lnTo>
                  <a:lnTo>
                    <a:pt x="6053899" y="50863"/>
                  </a:lnTo>
                  <a:lnTo>
                    <a:pt x="6018741" y="23706"/>
                  </a:lnTo>
                  <a:lnTo>
                    <a:pt x="5977233" y="6201"/>
                  </a:lnTo>
                  <a:lnTo>
                    <a:pt x="5931027" y="0"/>
                  </a:lnTo>
                  <a:close/>
                </a:path>
              </a:pathLst>
            </a:custGeom>
            <a:solidFill>
              <a:srgbClr val="0CA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16220" y="3019932"/>
              <a:ext cx="6104890" cy="1042669"/>
            </a:xfrm>
            <a:custGeom>
              <a:avLst/>
              <a:gdLst/>
              <a:ahLst/>
              <a:cxnLst/>
              <a:rect l="l" t="t" r="r" b="b"/>
              <a:pathLst>
                <a:path w="6104890" h="1042670">
                  <a:moveTo>
                    <a:pt x="0" y="173736"/>
                  </a:moveTo>
                  <a:lnTo>
                    <a:pt x="6211" y="127529"/>
                  </a:lnTo>
                  <a:lnTo>
                    <a:pt x="23739" y="86021"/>
                  </a:lnTo>
                  <a:lnTo>
                    <a:pt x="50927" y="50863"/>
                  </a:lnTo>
                  <a:lnTo>
                    <a:pt x="86115" y="23706"/>
                  </a:lnTo>
                  <a:lnTo>
                    <a:pt x="127646" y="6201"/>
                  </a:lnTo>
                  <a:lnTo>
                    <a:pt x="173862" y="0"/>
                  </a:lnTo>
                  <a:lnTo>
                    <a:pt x="5931027" y="0"/>
                  </a:lnTo>
                  <a:lnTo>
                    <a:pt x="5977233" y="6201"/>
                  </a:lnTo>
                  <a:lnTo>
                    <a:pt x="6018741" y="23706"/>
                  </a:lnTo>
                  <a:lnTo>
                    <a:pt x="6053899" y="50863"/>
                  </a:lnTo>
                  <a:lnTo>
                    <a:pt x="6081056" y="86021"/>
                  </a:lnTo>
                  <a:lnTo>
                    <a:pt x="6098561" y="127529"/>
                  </a:lnTo>
                  <a:lnTo>
                    <a:pt x="6104762" y="173736"/>
                  </a:lnTo>
                  <a:lnTo>
                    <a:pt x="6104762" y="868679"/>
                  </a:lnTo>
                  <a:lnTo>
                    <a:pt x="6098561" y="914886"/>
                  </a:lnTo>
                  <a:lnTo>
                    <a:pt x="6081056" y="956394"/>
                  </a:lnTo>
                  <a:lnTo>
                    <a:pt x="6053899" y="991552"/>
                  </a:lnTo>
                  <a:lnTo>
                    <a:pt x="6018741" y="1018709"/>
                  </a:lnTo>
                  <a:lnTo>
                    <a:pt x="5977233" y="1036214"/>
                  </a:lnTo>
                  <a:lnTo>
                    <a:pt x="5931027" y="1042415"/>
                  </a:lnTo>
                  <a:lnTo>
                    <a:pt x="173862" y="1042415"/>
                  </a:lnTo>
                  <a:lnTo>
                    <a:pt x="127646" y="1036214"/>
                  </a:lnTo>
                  <a:lnTo>
                    <a:pt x="86115" y="1018709"/>
                  </a:lnTo>
                  <a:lnTo>
                    <a:pt x="50926" y="991552"/>
                  </a:lnTo>
                  <a:lnTo>
                    <a:pt x="23739" y="956394"/>
                  </a:lnTo>
                  <a:lnTo>
                    <a:pt x="6211" y="914886"/>
                  </a:lnTo>
                  <a:lnTo>
                    <a:pt x="0" y="868679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316220" y="4691126"/>
            <a:ext cx="6104890" cy="1042669"/>
          </a:xfrm>
          <a:custGeom>
            <a:avLst/>
            <a:gdLst/>
            <a:ahLst/>
            <a:cxnLst/>
            <a:rect l="l" t="t" r="r" b="b"/>
            <a:pathLst>
              <a:path w="6104890" h="1042670">
                <a:moveTo>
                  <a:pt x="5931027" y="0"/>
                </a:moveTo>
                <a:lnTo>
                  <a:pt x="173862" y="0"/>
                </a:lnTo>
                <a:lnTo>
                  <a:pt x="127646" y="6201"/>
                </a:lnTo>
                <a:lnTo>
                  <a:pt x="86115" y="23706"/>
                </a:lnTo>
                <a:lnTo>
                  <a:pt x="50927" y="50863"/>
                </a:lnTo>
                <a:lnTo>
                  <a:pt x="23739" y="86021"/>
                </a:lnTo>
                <a:lnTo>
                  <a:pt x="6211" y="127529"/>
                </a:lnTo>
                <a:lnTo>
                  <a:pt x="0" y="173736"/>
                </a:lnTo>
                <a:lnTo>
                  <a:pt x="0" y="868680"/>
                </a:lnTo>
                <a:lnTo>
                  <a:pt x="6211" y="914886"/>
                </a:lnTo>
                <a:lnTo>
                  <a:pt x="23739" y="956402"/>
                </a:lnTo>
                <a:lnTo>
                  <a:pt x="50926" y="991573"/>
                </a:lnTo>
                <a:lnTo>
                  <a:pt x="86115" y="1018744"/>
                </a:lnTo>
                <a:lnTo>
                  <a:pt x="127646" y="1036260"/>
                </a:lnTo>
                <a:lnTo>
                  <a:pt x="173862" y="1042466"/>
                </a:lnTo>
                <a:lnTo>
                  <a:pt x="5931027" y="1042466"/>
                </a:lnTo>
                <a:lnTo>
                  <a:pt x="5977233" y="1036260"/>
                </a:lnTo>
                <a:lnTo>
                  <a:pt x="6018741" y="1018744"/>
                </a:lnTo>
                <a:lnTo>
                  <a:pt x="6053899" y="991573"/>
                </a:lnTo>
                <a:lnTo>
                  <a:pt x="6081056" y="956402"/>
                </a:lnTo>
                <a:lnTo>
                  <a:pt x="6098561" y="914886"/>
                </a:lnTo>
                <a:lnTo>
                  <a:pt x="6104762" y="868680"/>
                </a:lnTo>
                <a:lnTo>
                  <a:pt x="6104762" y="173736"/>
                </a:lnTo>
                <a:lnTo>
                  <a:pt x="6098561" y="127529"/>
                </a:lnTo>
                <a:lnTo>
                  <a:pt x="6081056" y="86021"/>
                </a:lnTo>
                <a:lnTo>
                  <a:pt x="6053899" y="50863"/>
                </a:lnTo>
                <a:lnTo>
                  <a:pt x="6018741" y="23706"/>
                </a:lnTo>
                <a:lnTo>
                  <a:pt x="5977233" y="6201"/>
                </a:lnTo>
                <a:lnTo>
                  <a:pt x="5931027" y="0"/>
                </a:lnTo>
                <a:close/>
              </a:path>
            </a:pathLst>
          </a:custGeom>
          <a:solidFill>
            <a:srgbClr val="13B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58205" y="2365705"/>
            <a:ext cx="5729605" cy="321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indent="-228600">
              <a:lnSpc>
                <a:spcPts val="2345"/>
              </a:lnSpc>
              <a:spcBef>
                <a:spcPts val="100"/>
              </a:spcBef>
              <a:buChar char="•"/>
              <a:tabLst>
                <a:tab pos="280670" algn="l"/>
              </a:tabLst>
            </a:pPr>
            <a:r>
              <a:rPr sz="2100" dirty="0">
                <a:latin typeface="Arial MT"/>
                <a:cs typeface="Arial MT"/>
              </a:rPr>
              <a:t>Example: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i="1" dirty="0">
                <a:latin typeface="Arial"/>
                <a:cs typeface="Arial"/>
              </a:rPr>
              <a:t>Adults</a:t>
            </a:r>
            <a:r>
              <a:rPr sz="2100" i="1" spc="-4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aged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40+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with</a:t>
            </a:r>
            <a:r>
              <a:rPr sz="2100" i="1" spc="-50" dirty="0">
                <a:latin typeface="Arial"/>
                <a:cs typeface="Arial"/>
              </a:rPr>
              <a:t> </a:t>
            </a:r>
            <a:r>
              <a:rPr sz="2100" i="1" spc="-20" dirty="0">
                <a:latin typeface="Arial"/>
                <a:cs typeface="Arial"/>
              </a:rPr>
              <a:t>Type</a:t>
            </a:r>
            <a:r>
              <a:rPr sz="2100" i="1" spc="-40" dirty="0">
                <a:latin typeface="Arial"/>
                <a:cs typeface="Arial"/>
              </a:rPr>
              <a:t> </a:t>
            </a:r>
            <a:r>
              <a:rPr sz="2100" i="1" spc="-50" dirty="0">
                <a:latin typeface="Arial"/>
                <a:cs typeface="Arial"/>
              </a:rPr>
              <a:t>2</a:t>
            </a:r>
            <a:endParaRPr sz="2100">
              <a:latin typeface="Arial"/>
              <a:cs typeface="Arial"/>
            </a:endParaRPr>
          </a:p>
          <a:p>
            <a:pPr marL="280670">
              <a:lnSpc>
                <a:spcPts val="2345"/>
              </a:lnSpc>
            </a:pPr>
            <a:r>
              <a:rPr sz="2100" i="1" dirty="0">
                <a:latin typeface="Arial"/>
                <a:cs typeface="Arial"/>
              </a:rPr>
              <a:t>diabetes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in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a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study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on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diabetes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10" dirty="0">
                <a:latin typeface="Arial"/>
                <a:cs typeface="Arial"/>
              </a:rPr>
              <a:t>management.</a:t>
            </a:r>
            <a:endParaRPr sz="2100">
              <a:latin typeface="Arial"/>
              <a:cs typeface="Arial"/>
            </a:endParaRPr>
          </a:p>
          <a:p>
            <a:pPr marL="12700" marR="332740">
              <a:lnSpc>
                <a:spcPts val="2800"/>
              </a:lnSpc>
              <a:spcBef>
                <a:spcPts val="165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Exclusion</a:t>
            </a:r>
            <a:r>
              <a:rPr sz="2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Criteria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Characteristics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7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disqualify</a:t>
            </a:r>
            <a:r>
              <a:rPr sz="27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participants.</a:t>
            </a:r>
            <a:endParaRPr sz="2700">
              <a:latin typeface="Arial MT"/>
              <a:cs typeface="Arial MT"/>
            </a:endParaRPr>
          </a:p>
          <a:p>
            <a:pPr marL="280670" marR="5080" indent="-228600">
              <a:lnSpc>
                <a:spcPts val="2170"/>
              </a:lnSpc>
              <a:spcBef>
                <a:spcPts val="1585"/>
              </a:spcBef>
              <a:buChar char="•"/>
              <a:tabLst>
                <a:tab pos="280670" algn="l"/>
              </a:tabLst>
            </a:pPr>
            <a:r>
              <a:rPr sz="2100" dirty="0">
                <a:latin typeface="Arial MT"/>
                <a:cs typeface="Arial MT"/>
              </a:rPr>
              <a:t>Example: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i="1" dirty="0">
                <a:latin typeface="Arial"/>
                <a:cs typeface="Arial"/>
              </a:rPr>
              <a:t>Pregnant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women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or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those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with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spc="-20" dirty="0">
                <a:latin typeface="Arial"/>
                <a:cs typeface="Arial"/>
              </a:rPr>
              <a:t>Type </a:t>
            </a:r>
            <a:r>
              <a:rPr sz="2100" i="1" dirty="0">
                <a:latin typeface="Arial"/>
                <a:cs typeface="Arial"/>
              </a:rPr>
              <a:t>1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diabetes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in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the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same </a:t>
            </a:r>
            <a:r>
              <a:rPr sz="2100" i="1" spc="-10" dirty="0">
                <a:latin typeface="Arial"/>
                <a:cs typeface="Arial"/>
              </a:rPr>
              <a:t>study.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3020"/>
              </a:lnSpc>
              <a:spcBef>
                <a:spcPts val="118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Criteria</a:t>
            </a:r>
            <a:r>
              <a:rPr sz="2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clear</a:t>
            </a:r>
            <a:r>
              <a:rPr sz="27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ts val="302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ensure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meaningful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results.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2541524"/>
            <a:ext cx="384302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Problems</a:t>
            </a:r>
            <a:r>
              <a:rPr sz="3200" spc="-35" dirty="0"/>
              <a:t> </a:t>
            </a:r>
            <a:r>
              <a:rPr sz="3200" spc="-25" dirty="0"/>
              <a:t>If </a:t>
            </a:r>
            <a:r>
              <a:rPr sz="3200" spc="-10" dirty="0"/>
              <a:t>Inclusion/Exclusion </a:t>
            </a:r>
            <a:r>
              <a:rPr sz="3200" dirty="0"/>
              <a:t>Criteria</a:t>
            </a:r>
            <a:r>
              <a:rPr sz="3200" spc="-155" dirty="0"/>
              <a:t> </a:t>
            </a:r>
            <a:r>
              <a:rPr sz="3200" dirty="0"/>
              <a:t>Are</a:t>
            </a:r>
            <a:r>
              <a:rPr sz="3200" spc="-20" dirty="0"/>
              <a:t> </a:t>
            </a:r>
            <a:r>
              <a:rPr sz="3200" spc="-25" dirty="0"/>
              <a:t>Not </a:t>
            </a:r>
            <a:r>
              <a:rPr sz="3200" spc="-10" dirty="0"/>
              <a:t>Specific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224271" y="679323"/>
            <a:ext cx="6316345" cy="661035"/>
            <a:chOff x="5224271" y="679323"/>
            <a:chExt cx="6316345" cy="661035"/>
          </a:xfrm>
        </p:grpSpPr>
        <p:sp>
          <p:nvSpPr>
            <p:cNvPr id="9" name="object 9"/>
            <p:cNvSpPr/>
            <p:nvPr/>
          </p:nvSpPr>
          <p:spPr>
            <a:xfrm>
              <a:off x="5224271" y="685673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1106" y="728167"/>
              <a:ext cx="3922521" cy="3218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68129" y="728167"/>
              <a:ext cx="256031" cy="3218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63201" y="728167"/>
              <a:ext cx="1993011" cy="3218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1106" y="1018286"/>
              <a:ext cx="3803396" cy="32156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224271" y="1948560"/>
            <a:ext cx="6335395" cy="661035"/>
            <a:chOff x="5224271" y="1948560"/>
            <a:chExt cx="6335395" cy="661035"/>
          </a:xfrm>
        </p:grpSpPr>
        <p:sp>
          <p:nvSpPr>
            <p:cNvPr id="15" name="object 15"/>
            <p:cNvSpPr/>
            <p:nvPr/>
          </p:nvSpPr>
          <p:spPr>
            <a:xfrm>
              <a:off x="5224271" y="1954910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99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1106" y="1998217"/>
              <a:ext cx="4036821" cy="3215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3285" y="1998217"/>
              <a:ext cx="256031" cy="3215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66833" y="1998217"/>
              <a:ext cx="2092452" cy="3215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1106" y="2287777"/>
              <a:ext cx="2141600" cy="321563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224271" y="3217926"/>
            <a:ext cx="6316345" cy="661035"/>
            <a:chOff x="5224271" y="3217926"/>
            <a:chExt cx="6316345" cy="661035"/>
          </a:xfrm>
        </p:grpSpPr>
        <p:sp>
          <p:nvSpPr>
            <p:cNvPr id="21" name="object 21"/>
            <p:cNvSpPr/>
            <p:nvPr/>
          </p:nvSpPr>
          <p:spPr>
            <a:xfrm>
              <a:off x="5224271" y="3224276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EB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1106" y="3267710"/>
              <a:ext cx="3026029" cy="3215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0112" y="3267710"/>
              <a:ext cx="256031" cy="3215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65184" y="3267710"/>
              <a:ext cx="2893059" cy="3215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1106" y="3557270"/>
              <a:ext cx="2879979" cy="321564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5224271" y="4487164"/>
            <a:ext cx="6316345" cy="661670"/>
            <a:chOff x="5224271" y="4487164"/>
            <a:chExt cx="6316345" cy="661670"/>
          </a:xfrm>
        </p:grpSpPr>
        <p:sp>
          <p:nvSpPr>
            <p:cNvPr id="27" name="object 27"/>
            <p:cNvSpPr/>
            <p:nvPr/>
          </p:nvSpPr>
          <p:spPr>
            <a:xfrm>
              <a:off x="5224271" y="4493514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01106" y="4537202"/>
              <a:ext cx="3504438" cy="3215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0172" y="4537202"/>
              <a:ext cx="256641" cy="3215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45625" y="4537202"/>
              <a:ext cx="2311654" cy="3215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01106" y="4826457"/>
              <a:ext cx="5351652" cy="321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41679"/>
            <a:ext cx="5808345" cy="10096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560"/>
              </a:spcBef>
            </a:pPr>
            <a:r>
              <a:rPr sz="3400" dirty="0"/>
              <a:t>Activity</a:t>
            </a:r>
            <a:r>
              <a:rPr sz="3400" spc="-75" dirty="0"/>
              <a:t> </a:t>
            </a:r>
            <a:r>
              <a:rPr sz="3400" dirty="0"/>
              <a:t>–</a:t>
            </a:r>
            <a:r>
              <a:rPr sz="3400" spc="-95" dirty="0"/>
              <a:t> </a:t>
            </a:r>
            <a:r>
              <a:rPr sz="3400" dirty="0"/>
              <a:t>Defining</a:t>
            </a:r>
            <a:r>
              <a:rPr sz="3400" spc="-80" dirty="0"/>
              <a:t> </a:t>
            </a:r>
            <a:r>
              <a:rPr sz="3400" spc="-10" dirty="0"/>
              <a:t>Inclusion </a:t>
            </a:r>
            <a:r>
              <a:rPr sz="3400" dirty="0"/>
              <a:t>and</a:t>
            </a:r>
            <a:r>
              <a:rPr sz="3400" spc="-35" dirty="0"/>
              <a:t> </a:t>
            </a:r>
            <a:r>
              <a:rPr sz="3400" dirty="0"/>
              <a:t>Exclusion</a:t>
            </a:r>
            <a:r>
              <a:rPr sz="3400" spc="-10" dirty="0"/>
              <a:t> Criteria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643839" y="1969476"/>
            <a:ext cx="6478270" cy="3623945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55"/>
              </a:spcBef>
              <a:buClr>
                <a:srgbClr val="B0B6B0"/>
              </a:buClr>
              <a:buChar char="•"/>
              <a:tabLst>
                <a:tab pos="241300" algn="l"/>
              </a:tabLst>
            </a:pPr>
            <a:r>
              <a:rPr sz="1900" spc="-10" dirty="0">
                <a:latin typeface="Arial MT"/>
                <a:cs typeface="Arial MT"/>
              </a:rPr>
              <a:t>Instructions:</a:t>
            </a:r>
            <a:endParaRPr sz="1900">
              <a:latin typeface="Arial MT"/>
              <a:cs typeface="Arial MT"/>
            </a:endParaRPr>
          </a:p>
          <a:p>
            <a:pPr marL="355600" lvl="1" indent="-228600">
              <a:lnSpc>
                <a:spcPct val="100000"/>
              </a:lnSpc>
              <a:spcBef>
                <a:spcPts val="1250"/>
              </a:spcBef>
              <a:buClr>
                <a:srgbClr val="B0B6B0"/>
              </a:buClr>
              <a:buSzPct val="52631"/>
              <a:buChar char="•"/>
              <a:tabLst>
                <a:tab pos="355600" algn="l"/>
              </a:tabLst>
            </a:pPr>
            <a:r>
              <a:rPr sz="1900" dirty="0">
                <a:latin typeface="Arial MT"/>
                <a:cs typeface="Arial MT"/>
              </a:rPr>
              <a:t>Form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small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groups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choose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research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scenario.</a:t>
            </a:r>
            <a:endParaRPr sz="1900">
              <a:latin typeface="Arial MT"/>
              <a:cs typeface="Arial MT"/>
            </a:endParaRPr>
          </a:p>
          <a:p>
            <a:pPr marL="355600" lvl="1" indent="-228600">
              <a:lnSpc>
                <a:spcPct val="100000"/>
              </a:lnSpc>
              <a:spcBef>
                <a:spcPts val="1235"/>
              </a:spcBef>
              <a:buClr>
                <a:srgbClr val="B0B6B0"/>
              </a:buClr>
              <a:buSzPct val="52631"/>
              <a:buChar char="•"/>
              <a:tabLst>
                <a:tab pos="355600" algn="l"/>
              </a:tabLst>
            </a:pPr>
            <a:r>
              <a:rPr sz="1900" dirty="0">
                <a:latin typeface="Arial MT"/>
                <a:cs typeface="Arial MT"/>
              </a:rPr>
              <a:t>Identify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inclusion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exclusion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criteria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your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study.</a:t>
            </a:r>
            <a:endParaRPr sz="1900">
              <a:latin typeface="Arial MT"/>
              <a:cs typeface="Arial MT"/>
            </a:endParaRPr>
          </a:p>
          <a:p>
            <a:pPr marL="355600" lvl="1" indent="-228600">
              <a:lnSpc>
                <a:spcPct val="100000"/>
              </a:lnSpc>
              <a:spcBef>
                <a:spcPts val="1250"/>
              </a:spcBef>
              <a:buClr>
                <a:srgbClr val="B0B6B0"/>
              </a:buClr>
              <a:buSzPct val="52631"/>
              <a:buChar char="•"/>
              <a:tabLst>
                <a:tab pos="355600" algn="l"/>
              </a:tabLst>
            </a:pPr>
            <a:r>
              <a:rPr sz="1900" dirty="0">
                <a:latin typeface="Arial MT"/>
                <a:cs typeface="Arial MT"/>
              </a:rPr>
              <a:t>Discuss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why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these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criteria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are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important.</a:t>
            </a:r>
            <a:endParaRPr sz="19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50"/>
              </a:spcBef>
              <a:buClr>
                <a:srgbClr val="B0B6B0"/>
              </a:buClr>
              <a:buChar char="•"/>
              <a:tabLst>
                <a:tab pos="241300" algn="l"/>
              </a:tabLst>
            </a:pPr>
            <a:r>
              <a:rPr sz="1900" spc="-10" dirty="0">
                <a:latin typeface="Arial MT"/>
                <a:cs typeface="Arial MT"/>
              </a:rPr>
              <a:t>Scenarios:</a:t>
            </a:r>
            <a:endParaRPr sz="1900">
              <a:latin typeface="Arial MT"/>
              <a:cs typeface="Arial MT"/>
            </a:endParaRPr>
          </a:p>
          <a:p>
            <a:pPr marL="355600" marR="242570" lvl="1" indent="-228600">
              <a:lnSpc>
                <a:spcPts val="1820"/>
              </a:lnSpc>
              <a:spcBef>
                <a:spcPts val="1680"/>
              </a:spcBef>
              <a:buClr>
                <a:srgbClr val="B0B6B0"/>
              </a:buClr>
              <a:buChar char="•"/>
              <a:tabLst>
                <a:tab pos="355600" algn="l"/>
              </a:tabLst>
            </a:pPr>
            <a:r>
              <a:rPr sz="1900" dirty="0">
                <a:latin typeface="Arial MT"/>
                <a:cs typeface="Arial MT"/>
              </a:rPr>
              <a:t>Workplace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Stress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Study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–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Factors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contributing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office </a:t>
            </a:r>
            <a:r>
              <a:rPr sz="1900" dirty="0">
                <a:latin typeface="Arial MT"/>
                <a:cs typeface="Arial MT"/>
              </a:rPr>
              <a:t>employee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stress.</a:t>
            </a:r>
            <a:endParaRPr sz="1900">
              <a:latin typeface="Arial MT"/>
              <a:cs typeface="Arial MT"/>
            </a:endParaRPr>
          </a:p>
          <a:p>
            <a:pPr marL="355600" marR="281940" lvl="1" indent="-228600">
              <a:lnSpc>
                <a:spcPts val="1820"/>
              </a:lnSpc>
              <a:spcBef>
                <a:spcPts val="1715"/>
              </a:spcBef>
              <a:buClr>
                <a:srgbClr val="B0B6B0"/>
              </a:buClr>
              <a:buChar char="•"/>
              <a:tabLst>
                <a:tab pos="355600" algn="l"/>
              </a:tabLst>
            </a:pPr>
            <a:r>
              <a:rPr sz="1900" dirty="0">
                <a:latin typeface="Arial MT"/>
                <a:cs typeface="Arial MT"/>
              </a:rPr>
              <a:t>Diabetes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Management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Study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–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Impact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diet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blood </a:t>
            </a:r>
            <a:r>
              <a:rPr sz="1900" dirty="0">
                <a:latin typeface="Arial MT"/>
                <a:cs typeface="Arial MT"/>
              </a:rPr>
              <a:t>sugar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Type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2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diabetes.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0" y="6087109"/>
            <a:ext cx="6404610" cy="0"/>
          </a:xfrm>
          <a:custGeom>
            <a:avLst/>
            <a:gdLst/>
            <a:ahLst/>
            <a:cxnLst/>
            <a:rect l="l" t="t" r="r" b="b"/>
            <a:pathLst>
              <a:path w="6404609">
                <a:moveTo>
                  <a:pt x="0" y="0"/>
                </a:moveTo>
                <a:lnTo>
                  <a:pt x="640435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157788" y="2326865"/>
            <a:ext cx="789940" cy="789940"/>
            <a:chOff x="8157788" y="2326865"/>
            <a:chExt cx="789940" cy="789940"/>
          </a:xfrm>
        </p:grpSpPr>
        <p:sp>
          <p:nvSpPr>
            <p:cNvPr id="10" name="object 10"/>
            <p:cNvSpPr/>
            <p:nvPr/>
          </p:nvSpPr>
          <p:spPr>
            <a:xfrm>
              <a:off x="8181821" y="2350899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80">
                  <a:moveTo>
                    <a:pt x="370790" y="0"/>
                  </a:moveTo>
                  <a:lnTo>
                    <a:pt x="324283" y="2889"/>
                  </a:lnTo>
                  <a:lnTo>
                    <a:pt x="279499" y="11326"/>
                  </a:lnTo>
                  <a:lnTo>
                    <a:pt x="236785" y="24962"/>
                  </a:lnTo>
                  <a:lnTo>
                    <a:pt x="196490" y="43449"/>
                  </a:lnTo>
                  <a:lnTo>
                    <a:pt x="158959" y="66441"/>
                  </a:lnTo>
                  <a:lnTo>
                    <a:pt x="124542" y="93590"/>
                  </a:lnTo>
                  <a:lnTo>
                    <a:pt x="93586" y="124547"/>
                  </a:lnTo>
                  <a:lnTo>
                    <a:pt x="66439" y="158965"/>
                  </a:lnTo>
                  <a:lnTo>
                    <a:pt x="43448" y="196496"/>
                  </a:lnTo>
                  <a:lnTo>
                    <a:pt x="24961" y="236793"/>
                  </a:lnTo>
                  <a:lnTo>
                    <a:pt x="11325" y="279508"/>
                  </a:lnTo>
                  <a:lnTo>
                    <a:pt x="2889" y="324294"/>
                  </a:lnTo>
                  <a:lnTo>
                    <a:pt x="0" y="370802"/>
                  </a:lnTo>
                  <a:lnTo>
                    <a:pt x="2889" y="417317"/>
                  </a:lnTo>
                  <a:lnTo>
                    <a:pt x="11325" y="462107"/>
                  </a:lnTo>
                  <a:lnTo>
                    <a:pt x="24961" y="504824"/>
                  </a:lnTo>
                  <a:lnTo>
                    <a:pt x="43448" y="545123"/>
                  </a:lnTo>
                  <a:lnTo>
                    <a:pt x="66439" y="582654"/>
                  </a:lnTo>
                  <a:lnTo>
                    <a:pt x="93587" y="617071"/>
                  </a:lnTo>
                  <a:lnTo>
                    <a:pt x="124543" y="648026"/>
                  </a:lnTo>
                  <a:lnTo>
                    <a:pt x="158959" y="675172"/>
                  </a:lnTo>
                  <a:lnTo>
                    <a:pt x="196490" y="698161"/>
                  </a:lnTo>
                  <a:lnTo>
                    <a:pt x="236785" y="716646"/>
                  </a:lnTo>
                  <a:lnTo>
                    <a:pt x="279499" y="730280"/>
                  </a:lnTo>
                  <a:lnTo>
                    <a:pt x="324283" y="738715"/>
                  </a:lnTo>
                  <a:lnTo>
                    <a:pt x="370790" y="741604"/>
                  </a:lnTo>
                  <a:lnTo>
                    <a:pt x="417303" y="738715"/>
                  </a:lnTo>
                  <a:lnTo>
                    <a:pt x="462092" y="730280"/>
                  </a:lnTo>
                  <a:lnTo>
                    <a:pt x="504808" y="716646"/>
                  </a:lnTo>
                  <a:lnTo>
                    <a:pt x="545105" y="698161"/>
                  </a:lnTo>
                  <a:lnTo>
                    <a:pt x="582635" y="675172"/>
                  </a:lnTo>
                  <a:lnTo>
                    <a:pt x="617051" y="648026"/>
                  </a:lnTo>
                  <a:lnTo>
                    <a:pt x="648005" y="617071"/>
                  </a:lnTo>
                  <a:lnTo>
                    <a:pt x="675150" y="582654"/>
                  </a:lnTo>
                  <a:lnTo>
                    <a:pt x="698138" y="545123"/>
                  </a:lnTo>
                  <a:lnTo>
                    <a:pt x="716623" y="504824"/>
                  </a:lnTo>
                  <a:lnTo>
                    <a:pt x="730256" y="462107"/>
                  </a:lnTo>
                  <a:lnTo>
                    <a:pt x="738691" y="417317"/>
                  </a:lnTo>
                  <a:lnTo>
                    <a:pt x="741580" y="370802"/>
                  </a:lnTo>
                  <a:lnTo>
                    <a:pt x="738691" y="324294"/>
                  </a:lnTo>
                  <a:lnTo>
                    <a:pt x="730256" y="279508"/>
                  </a:lnTo>
                  <a:lnTo>
                    <a:pt x="716623" y="236793"/>
                  </a:lnTo>
                  <a:lnTo>
                    <a:pt x="698138" y="196496"/>
                  </a:lnTo>
                  <a:lnTo>
                    <a:pt x="675150" y="158965"/>
                  </a:lnTo>
                  <a:lnTo>
                    <a:pt x="648005" y="124547"/>
                  </a:lnTo>
                  <a:lnTo>
                    <a:pt x="617051" y="93590"/>
                  </a:lnTo>
                  <a:lnTo>
                    <a:pt x="582635" y="66441"/>
                  </a:lnTo>
                  <a:lnTo>
                    <a:pt x="545105" y="43449"/>
                  </a:lnTo>
                  <a:lnTo>
                    <a:pt x="504808" y="24962"/>
                  </a:lnTo>
                  <a:lnTo>
                    <a:pt x="462092" y="11326"/>
                  </a:lnTo>
                  <a:lnTo>
                    <a:pt x="417303" y="2889"/>
                  </a:lnTo>
                  <a:lnTo>
                    <a:pt x="37079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81821" y="2350899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80">
                  <a:moveTo>
                    <a:pt x="741580" y="370802"/>
                  </a:moveTo>
                  <a:lnTo>
                    <a:pt x="738691" y="417317"/>
                  </a:lnTo>
                  <a:lnTo>
                    <a:pt x="730256" y="462107"/>
                  </a:lnTo>
                  <a:lnTo>
                    <a:pt x="716623" y="504824"/>
                  </a:lnTo>
                  <a:lnTo>
                    <a:pt x="698138" y="545123"/>
                  </a:lnTo>
                  <a:lnTo>
                    <a:pt x="675150" y="582654"/>
                  </a:lnTo>
                  <a:lnTo>
                    <a:pt x="648005" y="617071"/>
                  </a:lnTo>
                  <a:lnTo>
                    <a:pt x="617051" y="648026"/>
                  </a:lnTo>
                  <a:lnTo>
                    <a:pt x="582635" y="675172"/>
                  </a:lnTo>
                  <a:lnTo>
                    <a:pt x="545105" y="698161"/>
                  </a:lnTo>
                  <a:lnTo>
                    <a:pt x="504808" y="716646"/>
                  </a:lnTo>
                  <a:lnTo>
                    <a:pt x="462092" y="730280"/>
                  </a:lnTo>
                  <a:lnTo>
                    <a:pt x="417303" y="738715"/>
                  </a:lnTo>
                  <a:lnTo>
                    <a:pt x="370790" y="741604"/>
                  </a:lnTo>
                  <a:lnTo>
                    <a:pt x="324283" y="738715"/>
                  </a:lnTo>
                  <a:lnTo>
                    <a:pt x="279499" y="730280"/>
                  </a:lnTo>
                  <a:lnTo>
                    <a:pt x="236785" y="716646"/>
                  </a:lnTo>
                  <a:lnTo>
                    <a:pt x="196490" y="698161"/>
                  </a:lnTo>
                  <a:lnTo>
                    <a:pt x="158959" y="675172"/>
                  </a:lnTo>
                  <a:lnTo>
                    <a:pt x="124543" y="648026"/>
                  </a:lnTo>
                  <a:lnTo>
                    <a:pt x="93587" y="617071"/>
                  </a:lnTo>
                  <a:lnTo>
                    <a:pt x="66439" y="582654"/>
                  </a:lnTo>
                  <a:lnTo>
                    <a:pt x="43448" y="545123"/>
                  </a:lnTo>
                  <a:lnTo>
                    <a:pt x="24961" y="504824"/>
                  </a:lnTo>
                  <a:lnTo>
                    <a:pt x="11325" y="462107"/>
                  </a:lnTo>
                  <a:lnTo>
                    <a:pt x="2889" y="417317"/>
                  </a:lnTo>
                  <a:lnTo>
                    <a:pt x="0" y="370802"/>
                  </a:lnTo>
                  <a:lnTo>
                    <a:pt x="2889" y="324294"/>
                  </a:lnTo>
                  <a:lnTo>
                    <a:pt x="11325" y="279508"/>
                  </a:lnTo>
                  <a:lnTo>
                    <a:pt x="24961" y="236793"/>
                  </a:lnTo>
                  <a:lnTo>
                    <a:pt x="43448" y="196496"/>
                  </a:lnTo>
                  <a:lnTo>
                    <a:pt x="66439" y="158965"/>
                  </a:lnTo>
                  <a:lnTo>
                    <a:pt x="93586" y="124547"/>
                  </a:lnTo>
                  <a:lnTo>
                    <a:pt x="124542" y="93590"/>
                  </a:lnTo>
                  <a:lnTo>
                    <a:pt x="158959" y="66441"/>
                  </a:lnTo>
                  <a:lnTo>
                    <a:pt x="196490" y="43449"/>
                  </a:lnTo>
                  <a:lnTo>
                    <a:pt x="236785" y="24962"/>
                  </a:lnTo>
                  <a:lnTo>
                    <a:pt x="279499" y="11326"/>
                  </a:lnTo>
                  <a:lnTo>
                    <a:pt x="324283" y="2889"/>
                  </a:lnTo>
                  <a:lnTo>
                    <a:pt x="370790" y="0"/>
                  </a:lnTo>
                  <a:lnTo>
                    <a:pt x="417303" y="2889"/>
                  </a:lnTo>
                  <a:lnTo>
                    <a:pt x="462092" y="11326"/>
                  </a:lnTo>
                  <a:lnTo>
                    <a:pt x="504808" y="24962"/>
                  </a:lnTo>
                  <a:lnTo>
                    <a:pt x="545105" y="43449"/>
                  </a:lnTo>
                  <a:lnTo>
                    <a:pt x="582635" y="66441"/>
                  </a:lnTo>
                  <a:lnTo>
                    <a:pt x="617051" y="93590"/>
                  </a:lnTo>
                  <a:lnTo>
                    <a:pt x="648005" y="124547"/>
                  </a:lnTo>
                  <a:lnTo>
                    <a:pt x="675150" y="158965"/>
                  </a:lnTo>
                  <a:lnTo>
                    <a:pt x="698138" y="196496"/>
                  </a:lnTo>
                  <a:lnTo>
                    <a:pt x="716623" y="236793"/>
                  </a:lnTo>
                  <a:lnTo>
                    <a:pt x="730256" y="279508"/>
                  </a:lnTo>
                  <a:lnTo>
                    <a:pt x="738691" y="324294"/>
                  </a:lnTo>
                  <a:lnTo>
                    <a:pt x="741580" y="370802"/>
                  </a:lnTo>
                  <a:close/>
                </a:path>
              </a:pathLst>
            </a:custGeom>
            <a:ln w="48066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0135336" y="2326865"/>
            <a:ext cx="789940" cy="789940"/>
            <a:chOff x="10135336" y="2326865"/>
            <a:chExt cx="789940" cy="789940"/>
          </a:xfrm>
        </p:grpSpPr>
        <p:sp>
          <p:nvSpPr>
            <p:cNvPr id="13" name="object 13"/>
            <p:cNvSpPr/>
            <p:nvPr/>
          </p:nvSpPr>
          <p:spPr>
            <a:xfrm>
              <a:off x="10159369" y="2350899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80">
                  <a:moveTo>
                    <a:pt x="370790" y="0"/>
                  </a:moveTo>
                  <a:lnTo>
                    <a:pt x="324283" y="2889"/>
                  </a:lnTo>
                  <a:lnTo>
                    <a:pt x="279499" y="11326"/>
                  </a:lnTo>
                  <a:lnTo>
                    <a:pt x="236785" y="24962"/>
                  </a:lnTo>
                  <a:lnTo>
                    <a:pt x="196490" y="43449"/>
                  </a:lnTo>
                  <a:lnTo>
                    <a:pt x="158959" y="66441"/>
                  </a:lnTo>
                  <a:lnTo>
                    <a:pt x="124542" y="93590"/>
                  </a:lnTo>
                  <a:lnTo>
                    <a:pt x="93586" y="124547"/>
                  </a:lnTo>
                  <a:lnTo>
                    <a:pt x="66439" y="158965"/>
                  </a:lnTo>
                  <a:lnTo>
                    <a:pt x="43448" y="196496"/>
                  </a:lnTo>
                  <a:lnTo>
                    <a:pt x="24961" y="236793"/>
                  </a:lnTo>
                  <a:lnTo>
                    <a:pt x="11325" y="279508"/>
                  </a:lnTo>
                  <a:lnTo>
                    <a:pt x="2889" y="324294"/>
                  </a:lnTo>
                  <a:lnTo>
                    <a:pt x="0" y="370802"/>
                  </a:lnTo>
                  <a:lnTo>
                    <a:pt x="2889" y="417317"/>
                  </a:lnTo>
                  <a:lnTo>
                    <a:pt x="11325" y="462107"/>
                  </a:lnTo>
                  <a:lnTo>
                    <a:pt x="24961" y="504824"/>
                  </a:lnTo>
                  <a:lnTo>
                    <a:pt x="43448" y="545123"/>
                  </a:lnTo>
                  <a:lnTo>
                    <a:pt x="66439" y="582654"/>
                  </a:lnTo>
                  <a:lnTo>
                    <a:pt x="93587" y="617071"/>
                  </a:lnTo>
                  <a:lnTo>
                    <a:pt x="124543" y="648026"/>
                  </a:lnTo>
                  <a:lnTo>
                    <a:pt x="158959" y="675172"/>
                  </a:lnTo>
                  <a:lnTo>
                    <a:pt x="196490" y="698161"/>
                  </a:lnTo>
                  <a:lnTo>
                    <a:pt x="236785" y="716646"/>
                  </a:lnTo>
                  <a:lnTo>
                    <a:pt x="279499" y="730280"/>
                  </a:lnTo>
                  <a:lnTo>
                    <a:pt x="324283" y="738715"/>
                  </a:lnTo>
                  <a:lnTo>
                    <a:pt x="370790" y="741604"/>
                  </a:lnTo>
                  <a:lnTo>
                    <a:pt x="417303" y="738715"/>
                  </a:lnTo>
                  <a:lnTo>
                    <a:pt x="462092" y="730280"/>
                  </a:lnTo>
                  <a:lnTo>
                    <a:pt x="504808" y="716646"/>
                  </a:lnTo>
                  <a:lnTo>
                    <a:pt x="545105" y="698161"/>
                  </a:lnTo>
                  <a:lnTo>
                    <a:pt x="582635" y="675172"/>
                  </a:lnTo>
                  <a:lnTo>
                    <a:pt x="617051" y="648026"/>
                  </a:lnTo>
                  <a:lnTo>
                    <a:pt x="648005" y="617071"/>
                  </a:lnTo>
                  <a:lnTo>
                    <a:pt x="675150" y="582654"/>
                  </a:lnTo>
                  <a:lnTo>
                    <a:pt x="698138" y="545123"/>
                  </a:lnTo>
                  <a:lnTo>
                    <a:pt x="716623" y="504824"/>
                  </a:lnTo>
                  <a:lnTo>
                    <a:pt x="730256" y="462107"/>
                  </a:lnTo>
                  <a:lnTo>
                    <a:pt x="738691" y="417317"/>
                  </a:lnTo>
                  <a:lnTo>
                    <a:pt x="741580" y="370802"/>
                  </a:lnTo>
                  <a:lnTo>
                    <a:pt x="738691" y="324294"/>
                  </a:lnTo>
                  <a:lnTo>
                    <a:pt x="730256" y="279508"/>
                  </a:lnTo>
                  <a:lnTo>
                    <a:pt x="716623" y="236793"/>
                  </a:lnTo>
                  <a:lnTo>
                    <a:pt x="698138" y="196496"/>
                  </a:lnTo>
                  <a:lnTo>
                    <a:pt x="675150" y="158965"/>
                  </a:lnTo>
                  <a:lnTo>
                    <a:pt x="648005" y="124547"/>
                  </a:lnTo>
                  <a:lnTo>
                    <a:pt x="617051" y="93590"/>
                  </a:lnTo>
                  <a:lnTo>
                    <a:pt x="582635" y="66441"/>
                  </a:lnTo>
                  <a:lnTo>
                    <a:pt x="545105" y="43449"/>
                  </a:lnTo>
                  <a:lnTo>
                    <a:pt x="504808" y="24962"/>
                  </a:lnTo>
                  <a:lnTo>
                    <a:pt x="462092" y="11326"/>
                  </a:lnTo>
                  <a:lnTo>
                    <a:pt x="417303" y="2889"/>
                  </a:lnTo>
                  <a:lnTo>
                    <a:pt x="37079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59369" y="2350899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80">
                  <a:moveTo>
                    <a:pt x="741580" y="370802"/>
                  </a:moveTo>
                  <a:lnTo>
                    <a:pt x="738691" y="417317"/>
                  </a:lnTo>
                  <a:lnTo>
                    <a:pt x="730256" y="462107"/>
                  </a:lnTo>
                  <a:lnTo>
                    <a:pt x="716623" y="504824"/>
                  </a:lnTo>
                  <a:lnTo>
                    <a:pt x="698138" y="545123"/>
                  </a:lnTo>
                  <a:lnTo>
                    <a:pt x="675150" y="582654"/>
                  </a:lnTo>
                  <a:lnTo>
                    <a:pt x="648005" y="617071"/>
                  </a:lnTo>
                  <a:lnTo>
                    <a:pt x="617051" y="648026"/>
                  </a:lnTo>
                  <a:lnTo>
                    <a:pt x="582635" y="675172"/>
                  </a:lnTo>
                  <a:lnTo>
                    <a:pt x="545105" y="698161"/>
                  </a:lnTo>
                  <a:lnTo>
                    <a:pt x="504808" y="716646"/>
                  </a:lnTo>
                  <a:lnTo>
                    <a:pt x="462092" y="730280"/>
                  </a:lnTo>
                  <a:lnTo>
                    <a:pt x="417303" y="738715"/>
                  </a:lnTo>
                  <a:lnTo>
                    <a:pt x="370790" y="741604"/>
                  </a:lnTo>
                  <a:lnTo>
                    <a:pt x="324283" y="738715"/>
                  </a:lnTo>
                  <a:lnTo>
                    <a:pt x="279499" y="730280"/>
                  </a:lnTo>
                  <a:lnTo>
                    <a:pt x="236785" y="716646"/>
                  </a:lnTo>
                  <a:lnTo>
                    <a:pt x="196490" y="698161"/>
                  </a:lnTo>
                  <a:lnTo>
                    <a:pt x="158959" y="675172"/>
                  </a:lnTo>
                  <a:lnTo>
                    <a:pt x="124543" y="648026"/>
                  </a:lnTo>
                  <a:lnTo>
                    <a:pt x="93587" y="617071"/>
                  </a:lnTo>
                  <a:lnTo>
                    <a:pt x="66439" y="582654"/>
                  </a:lnTo>
                  <a:lnTo>
                    <a:pt x="43448" y="545123"/>
                  </a:lnTo>
                  <a:lnTo>
                    <a:pt x="24961" y="504824"/>
                  </a:lnTo>
                  <a:lnTo>
                    <a:pt x="11325" y="462107"/>
                  </a:lnTo>
                  <a:lnTo>
                    <a:pt x="2889" y="417317"/>
                  </a:lnTo>
                  <a:lnTo>
                    <a:pt x="0" y="370802"/>
                  </a:lnTo>
                  <a:lnTo>
                    <a:pt x="2889" y="324294"/>
                  </a:lnTo>
                  <a:lnTo>
                    <a:pt x="11325" y="279508"/>
                  </a:lnTo>
                  <a:lnTo>
                    <a:pt x="24961" y="236793"/>
                  </a:lnTo>
                  <a:lnTo>
                    <a:pt x="43448" y="196496"/>
                  </a:lnTo>
                  <a:lnTo>
                    <a:pt x="66439" y="158965"/>
                  </a:lnTo>
                  <a:lnTo>
                    <a:pt x="93586" y="124547"/>
                  </a:lnTo>
                  <a:lnTo>
                    <a:pt x="124542" y="93590"/>
                  </a:lnTo>
                  <a:lnTo>
                    <a:pt x="158959" y="66441"/>
                  </a:lnTo>
                  <a:lnTo>
                    <a:pt x="196490" y="43449"/>
                  </a:lnTo>
                  <a:lnTo>
                    <a:pt x="236785" y="24962"/>
                  </a:lnTo>
                  <a:lnTo>
                    <a:pt x="279499" y="11326"/>
                  </a:lnTo>
                  <a:lnTo>
                    <a:pt x="324283" y="2889"/>
                  </a:lnTo>
                  <a:lnTo>
                    <a:pt x="370790" y="0"/>
                  </a:lnTo>
                  <a:lnTo>
                    <a:pt x="417303" y="2889"/>
                  </a:lnTo>
                  <a:lnTo>
                    <a:pt x="462092" y="11326"/>
                  </a:lnTo>
                  <a:lnTo>
                    <a:pt x="504808" y="24962"/>
                  </a:lnTo>
                  <a:lnTo>
                    <a:pt x="545105" y="43449"/>
                  </a:lnTo>
                  <a:lnTo>
                    <a:pt x="582635" y="66441"/>
                  </a:lnTo>
                  <a:lnTo>
                    <a:pt x="617051" y="93590"/>
                  </a:lnTo>
                  <a:lnTo>
                    <a:pt x="648005" y="124547"/>
                  </a:lnTo>
                  <a:lnTo>
                    <a:pt x="675150" y="158965"/>
                  </a:lnTo>
                  <a:lnTo>
                    <a:pt x="698138" y="196496"/>
                  </a:lnTo>
                  <a:lnTo>
                    <a:pt x="716623" y="236793"/>
                  </a:lnTo>
                  <a:lnTo>
                    <a:pt x="730256" y="279508"/>
                  </a:lnTo>
                  <a:lnTo>
                    <a:pt x="738691" y="324294"/>
                  </a:lnTo>
                  <a:lnTo>
                    <a:pt x="741580" y="370802"/>
                  </a:lnTo>
                  <a:close/>
                </a:path>
              </a:pathLst>
            </a:custGeom>
            <a:ln w="48066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787015" y="2903669"/>
            <a:ext cx="3509010" cy="1630680"/>
            <a:chOff x="7787015" y="2903669"/>
            <a:chExt cx="3509010" cy="1630680"/>
          </a:xfrm>
        </p:grpSpPr>
        <p:sp>
          <p:nvSpPr>
            <p:cNvPr id="16" name="object 16"/>
            <p:cNvSpPr/>
            <p:nvPr/>
          </p:nvSpPr>
          <p:spPr>
            <a:xfrm>
              <a:off x="8799805" y="3768187"/>
              <a:ext cx="1483360" cy="741680"/>
            </a:xfrm>
            <a:custGeom>
              <a:avLst/>
              <a:gdLst/>
              <a:ahLst/>
              <a:cxnLst/>
              <a:rect l="l" t="t" r="r" b="b"/>
              <a:pathLst>
                <a:path w="1483359" h="741679">
                  <a:moveTo>
                    <a:pt x="741580" y="0"/>
                  </a:moveTo>
                  <a:lnTo>
                    <a:pt x="640566" y="5493"/>
                  </a:lnTo>
                  <a:lnTo>
                    <a:pt x="537722" y="21973"/>
                  </a:lnTo>
                  <a:lnTo>
                    <a:pt x="387672" y="63297"/>
                  </a:lnTo>
                  <a:lnTo>
                    <a:pt x="292303" y="99122"/>
                  </a:lnTo>
                  <a:lnTo>
                    <a:pt x="201182" y="143830"/>
                  </a:lnTo>
                  <a:lnTo>
                    <a:pt x="115083" y="195105"/>
                  </a:lnTo>
                  <a:lnTo>
                    <a:pt x="74158" y="222481"/>
                  </a:lnTo>
                  <a:lnTo>
                    <a:pt x="41713" y="254926"/>
                  </a:lnTo>
                  <a:lnTo>
                    <a:pt x="18539" y="290461"/>
                  </a:lnTo>
                  <a:lnTo>
                    <a:pt x="4634" y="329086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1483160" y="741604"/>
                  </a:lnTo>
                  <a:lnTo>
                    <a:pt x="1483160" y="370802"/>
                  </a:lnTo>
                  <a:lnTo>
                    <a:pt x="1478525" y="327928"/>
                  </a:lnTo>
                  <a:lnTo>
                    <a:pt x="1464621" y="287371"/>
                  </a:lnTo>
                  <a:lnTo>
                    <a:pt x="1441446" y="251450"/>
                  </a:lnTo>
                  <a:lnTo>
                    <a:pt x="1409002" y="222481"/>
                  </a:lnTo>
                  <a:lnTo>
                    <a:pt x="1370443" y="192739"/>
                  </a:lnTo>
                  <a:lnTo>
                    <a:pt x="1329179" y="165315"/>
                  </a:lnTo>
                  <a:lnTo>
                    <a:pt x="1240087" y="117420"/>
                  </a:lnTo>
                  <a:lnTo>
                    <a:pt x="1144814" y="78795"/>
                  </a:lnTo>
                  <a:lnTo>
                    <a:pt x="999836" y="37194"/>
                  </a:lnTo>
                  <a:lnTo>
                    <a:pt x="900196" y="15450"/>
                  </a:lnTo>
                  <a:lnTo>
                    <a:pt x="795062" y="1945"/>
                  </a:lnTo>
                  <a:lnTo>
                    <a:pt x="74158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99805" y="3768187"/>
              <a:ext cx="1483360" cy="741680"/>
            </a:xfrm>
            <a:custGeom>
              <a:avLst/>
              <a:gdLst/>
              <a:ahLst/>
              <a:cxnLst/>
              <a:rect l="l" t="t" r="r" b="b"/>
              <a:pathLst>
                <a:path w="1483359" h="741679">
                  <a:moveTo>
                    <a:pt x="1483160" y="741604"/>
                  </a:moveTo>
                  <a:lnTo>
                    <a:pt x="1483160" y="370802"/>
                  </a:lnTo>
                  <a:lnTo>
                    <a:pt x="1478525" y="327928"/>
                  </a:lnTo>
                  <a:lnTo>
                    <a:pt x="1464621" y="287371"/>
                  </a:lnTo>
                  <a:lnTo>
                    <a:pt x="1441446" y="251450"/>
                  </a:lnTo>
                  <a:lnTo>
                    <a:pt x="1409002" y="222481"/>
                  </a:lnTo>
                  <a:lnTo>
                    <a:pt x="1370443" y="192739"/>
                  </a:lnTo>
                  <a:lnTo>
                    <a:pt x="1329179" y="165315"/>
                  </a:lnTo>
                  <a:lnTo>
                    <a:pt x="1285599" y="140209"/>
                  </a:lnTo>
                  <a:lnTo>
                    <a:pt x="1240087" y="117420"/>
                  </a:lnTo>
                  <a:lnTo>
                    <a:pt x="1193030" y="96949"/>
                  </a:lnTo>
                  <a:lnTo>
                    <a:pt x="1144814" y="78795"/>
                  </a:lnTo>
                  <a:lnTo>
                    <a:pt x="1095826" y="62959"/>
                  </a:lnTo>
                  <a:lnTo>
                    <a:pt x="1046452" y="49440"/>
                  </a:lnTo>
                  <a:lnTo>
                    <a:pt x="999836" y="37194"/>
                  </a:lnTo>
                  <a:lnTo>
                    <a:pt x="950931" y="25635"/>
                  </a:lnTo>
                  <a:lnTo>
                    <a:pt x="900196" y="15450"/>
                  </a:lnTo>
                  <a:lnTo>
                    <a:pt x="848087" y="7324"/>
                  </a:lnTo>
                  <a:lnTo>
                    <a:pt x="795062" y="1945"/>
                  </a:lnTo>
                  <a:lnTo>
                    <a:pt x="741580" y="0"/>
                  </a:lnTo>
                  <a:lnTo>
                    <a:pt x="691531" y="1373"/>
                  </a:lnTo>
                  <a:lnTo>
                    <a:pt x="640566" y="5493"/>
                  </a:lnTo>
                  <a:lnTo>
                    <a:pt x="589144" y="12360"/>
                  </a:lnTo>
                  <a:lnTo>
                    <a:pt x="537722" y="21973"/>
                  </a:lnTo>
                  <a:lnTo>
                    <a:pt x="486757" y="34333"/>
                  </a:lnTo>
                  <a:lnTo>
                    <a:pt x="436708" y="49440"/>
                  </a:lnTo>
                  <a:lnTo>
                    <a:pt x="387672" y="63297"/>
                  </a:lnTo>
                  <a:lnTo>
                    <a:pt x="339504" y="79954"/>
                  </a:lnTo>
                  <a:lnTo>
                    <a:pt x="292303" y="99122"/>
                  </a:lnTo>
                  <a:lnTo>
                    <a:pt x="246163" y="120510"/>
                  </a:lnTo>
                  <a:lnTo>
                    <a:pt x="201182" y="143830"/>
                  </a:lnTo>
                  <a:lnTo>
                    <a:pt x="157457" y="168792"/>
                  </a:lnTo>
                  <a:lnTo>
                    <a:pt x="115083" y="195105"/>
                  </a:lnTo>
                  <a:lnTo>
                    <a:pt x="74158" y="222481"/>
                  </a:lnTo>
                  <a:lnTo>
                    <a:pt x="41713" y="254926"/>
                  </a:lnTo>
                  <a:lnTo>
                    <a:pt x="18539" y="290461"/>
                  </a:lnTo>
                  <a:lnTo>
                    <a:pt x="4634" y="329086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1483160" y="741604"/>
                  </a:lnTo>
                  <a:close/>
                </a:path>
              </a:pathLst>
            </a:custGeom>
            <a:ln w="48066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70595" y="2927702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79">
                  <a:moveTo>
                    <a:pt x="370790" y="0"/>
                  </a:moveTo>
                  <a:lnTo>
                    <a:pt x="324283" y="2889"/>
                  </a:lnTo>
                  <a:lnTo>
                    <a:pt x="279499" y="11326"/>
                  </a:lnTo>
                  <a:lnTo>
                    <a:pt x="236785" y="24962"/>
                  </a:lnTo>
                  <a:lnTo>
                    <a:pt x="196490" y="43449"/>
                  </a:lnTo>
                  <a:lnTo>
                    <a:pt x="158959" y="66441"/>
                  </a:lnTo>
                  <a:lnTo>
                    <a:pt x="124542" y="93590"/>
                  </a:lnTo>
                  <a:lnTo>
                    <a:pt x="93586" y="124547"/>
                  </a:lnTo>
                  <a:lnTo>
                    <a:pt x="66439" y="158965"/>
                  </a:lnTo>
                  <a:lnTo>
                    <a:pt x="43448" y="196496"/>
                  </a:lnTo>
                  <a:lnTo>
                    <a:pt x="24961" y="236793"/>
                  </a:lnTo>
                  <a:lnTo>
                    <a:pt x="11325" y="279508"/>
                  </a:lnTo>
                  <a:lnTo>
                    <a:pt x="2889" y="324294"/>
                  </a:lnTo>
                  <a:lnTo>
                    <a:pt x="0" y="370802"/>
                  </a:lnTo>
                  <a:lnTo>
                    <a:pt x="2889" y="417317"/>
                  </a:lnTo>
                  <a:lnTo>
                    <a:pt x="11325" y="462107"/>
                  </a:lnTo>
                  <a:lnTo>
                    <a:pt x="24961" y="504824"/>
                  </a:lnTo>
                  <a:lnTo>
                    <a:pt x="43448" y="545123"/>
                  </a:lnTo>
                  <a:lnTo>
                    <a:pt x="66439" y="582654"/>
                  </a:lnTo>
                  <a:lnTo>
                    <a:pt x="93587" y="617071"/>
                  </a:lnTo>
                  <a:lnTo>
                    <a:pt x="124543" y="648026"/>
                  </a:lnTo>
                  <a:lnTo>
                    <a:pt x="158959" y="675172"/>
                  </a:lnTo>
                  <a:lnTo>
                    <a:pt x="196490" y="698161"/>
                  </a:lnTo>
                  <a:lnTo>
                    <a:pt x="236785" y="716646"/>
                  </a:lnTo>
                  <a:lnTo>
                    <a:pt x="279499" y="730280"/>
                  </a:lnTo>
                  <a:lnTo>
                    <a:pt x="324283" y="738715"/>
                  </a:lnTo>
                  <a:lnTo>
                    <a:pt x="370790" y="741604"/>
                  </a:lnTo>
                  <a:lnTo>
                    <a:pt x="417303" y="738715"/>
                  </a:lnTo>
                  <a:lnTo>
                    <a:pt x="462092" y="730280"/>
                  </a:lnTo>
                  <a:lnTo>
                    <a:pt x="504808" y="716646"/>
                  </a:lnTo>
                  <a:lnTo>
                    <a:pt x="545105" y="698161"/>
                  </a:lnTo>
                  <a:lnTo>
                    <a:pt x="582635" y="675172"/>
                  </a:lnTo>
                  <a:lnTo>
                    <a:pt x="617051" y="648026"/>
                  </a:lnTo>
                  <a:lnTo>
                    <a:pt x="648005" y="617071"/>
                  </a:lnTo>
                  <a:lnTo>
                    <a:pt x="675150" y="582654"/>
                  </a:lnTo>
                  <a:lnTo>
                    <a:pt x="698138" y="545123"/>
                  </a:lnTo>
                  <a:lnTo>
                    <a:pt x="716623" y="504824"/>
                  </a:lnTo>
                  <a:lnTo>
                    <a:pt x="730256" y="462107"/>
                  </a:lnTo>
                  <a:lnTo>
                    <a:pt x="738691" y="417317"/>
                  </a:lnTo>
                  <a:lnTo>
                    <a:pt x="741580" y="370802"/>
                  </a:lnTo>
                  <a:lnTo>
                    <a:pt x="738691" y="324294"/>
                  </a:lnTo>
                  <a:lnTo>
                    <a:pt x="730256" y="279508"/>
                  </a:lnTo>
                  <a:lnTo>
                    <a:pt x="716623" y="236793"/>
                  </a:lnTo>
                  <a:lnTo>
                    <a:pt x="698138" y="196496"/>
                  </a:lnTo>
                  <a:lnTo>
                    <a:pt x="675150" y="158965"/>
                  </a:lnTo>
                  <a:lnTo>
                    <a:pt x="648005" y="124547"/>
                  </a:lnTo>
                  <a:lnTo>
                    <a:pt x="617051" y="93590"/>
                  </a:lnTo>
                  <a:lnTo>
                    <a:pt x="582635" y="66441"/>
                  </a:lnTo>
                  <a:lnTo>
                    <a:pt x="545105" y="43449"/>
                  </a:lnTo>
                  <a:lnTo>
                    <a:pt x="504808" y="24962"/>
                  </a:lnTo>
                  <a:lnTo>
                    <a:pt x="462092" y="11326"/>
                  </a:lnTo>
                  <a:lnTo>
                    <a:pt x="417303" y="2889"/>
                  </a:lnTo>
                  <a:lnTo>
                    <a:pt x="370790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70595" y="2927702"/>
              <a:ext cx="741680" cy="741680"/>
            </a:xfrm>
            <a:custGeom>
              <a:avLst/>
              <a:gdLst/>
              <a:ahLst/>
              <a:cxnLst/>
              <a:rect l="l" t="t" r="r" b="b"/>
              <a:pathLst>
                <a:path w="741679" h="741679">
                  <a:moveTo>
                    <a:pt x="741580" y="370802"/>
                  </a:moveTo>
                  <a:lnTo>
                    <a:pt x="738691" y="417317"/>
                  </a:lnTo>
                  <a:lnTo>
                    <a:pt x="730256" y="462107"/>
                  </a:lnTo>
                  <a:lnTo>
                    <a:pt x="716623" y="504824"/>
                  </a:lnTo>
                  <a:lnTo>
                    <a:pt x="698138" y="545123"/>
                  </a:lnTo>
                  <a:lnTo>
                    <a:pt x="675150" y="582654"/>
                  </a:lnTo>
                  <a:lnTo>
                    <a:pt x="648005" y="617071"/>
                  </a:lnTo>
                  <a:lnTo>
                    <a:pt x="617051" y="648026"/>
                  </a:lnTo>
                  <a:lnTo>
                    <a:pt x="582635" y="675172"/>
                  </a:lnTo>
                  <a:lnTo>
                    <a:pt x="545105" y="698161"/>
                  </a:lnTo>
                  <a:lnTo>
                    <a:pt x="504808" y="716646"/>
                  </a:lnTo>
                  <a:lnTo>
                    <a:pt x="462092" y="730280"/>
                  </a:lnTo>
                  <a:lnTo>
                    <a:pt x="417303" y="738715"/>
                  </a:lnTo>
                  <a:lnTo>
                    <a:pt x="370790" y="741604"/>
                  </a:lnTo>
                  <a:lnTo>
                    <a:pt x="324283" y="738715"/>
                  </a:lnTo>
                  <a:lnTo>
                    <a:pt x="279499" y="730280"/>
                  </a:lnTo>
                  <a:lnTo>
                    <a:pt x="236785" y="716646"/>
                  </a:lnTo>
                  <a:lnTo>
                    <a:pt x="196490" y="698161"/>
                  </a:lnTo>
                  <a:lnTo>
                    <a:pt x="158959" y="675172"/>
                  </a:lnTo>
                  <a:lnTo>
                    <a:pt x="124543" y="648026"/>
                  </a:lnTo>
                  <a:lnTo>
                    <a:pt x="93587" y="617071"/>
                  </a:lnTo>
                  <a:lnTo>
                    <a:pt x="66439" y="582654"/>
                  </a:lnTo>
                  <a:lnTo>
                    <a:pt x="43448" y="545123"/>
                  </a:lnTo>
                  <a:lnTo>
                    <a:pt x="24961" y="504824"/>
                  </a:lnTo>
                  <a:lnTo>
                    <a:pt x="11325" y="462107"/>
                  </a:lnTo>
                  <a:lnTo>
                    <a:pt x="2889" y="417317"/>
                  </a:lnTo>
                  <a:lnTo>
                    <a:pt x="0" y="370802"/>
                  </a:lnTo>
                  <a:lnTo>
                    <a:pt x="2889" y="324294"/>
                  </a:lnTo>
                  <a:lnTo>
                    <a:pt x="11325" y="279508"/>
                  </a:lnTo>
                  <a:lnTo>
                    <a:pt x="24961" y="236793"/>
                  </a:lnTo>
                  <a:lnTo>
                    <a:pt x="43448" y="196496"/>
                  </a:lnTo>
                  <a:lnTo>
                    <a:pt x="66439" y="158965"/>
                  </a:lnTo>
                  <a:lnTo>
                    <a:pt x="93586" y="124547"/>
                  </a:lnTo>
                  <a:lnTo>
                    <a:pt x="124542" y="93590"/>
                  </a:lnTo>
                  <a:lnTo>
                    <a:pt x="158959" y="66441"/>
                  </a:lnTo>
                  <a:lnTo>
                    <a:pt x="196490" y="43449"/>
                  </a:lnTo>
                  <a:lnTo>
                    <a:pt x="236785" y="24962"/>
                  </a:lnTo>
                  <a:lnTo>
                    <a:pt x="279499" y="11326"/>
                  </a:lnTo>
                  <a:lnTo>
                    <a:pt x="324283" y="2889"/>
                  </a:lnTo>
                  <a:lnTo>
                    <a:pt x="370790" y="0"/>
                  </a:lnTo>
                  <a:lnTo>
                    <a:pt x="417303" y="2889"/>
                  </a:lnTo>
                  <a:lnTo>
                    <a:pt x="462092" y="11326"/>
                  </a:lnTo>
                  <a:lnTo>
                    <a:pt x="504808" y="24962"/>
                  </a:lnTo>
                  <a:lnTo>
                    <a:pt x="545105" y="43449"/>
                  </a:lnTo>
                  <a:lnTo>
                    <a:pt x="582635" y="66441"/>
                  </a:lnTo>
                  <a:lnTo>
                    <a:pt x="617051" y="93590"/>
                  </a:lnTo>
                  <a:lnTo>
                    <a:pt x="648005" y="124547"/>
                  </a:lnTo>
                  <a:lnTo>
                    <a:pt x="675150" y="158965"/>
                  </a:lnTo>
                  <a:lnTo>
                    <a:pt x="698138" y="196496"/>
                  </a:lnTo>
                  <a:lnTo>
                    <a:pt x="716623" y="236793"/>
                  </a:lnTo>
                  <a:lnTo>
                    <a:pt x="730256" y="279508"/>
                  </a:lnTo>
                  <a:lnTo>
                    <a:pt x="738691" y="324294"/>
                  </a:lnTo>
                  <a:lnTo>
                    <a:pt x="741580" y="370802"/>
                  </a:lnTo>
                  <a:close/>
                </a:path>
              </a:pathLst>
            </a:custGeom>
            <a:ln w="48066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28655" y="3191383"/>
              <a:ext cx="1343660" cy="741680"/>
            </a:xfrm>
            <a:custGeom>
              <a:avLst/>
              <a:gdLst/>
              <a:ahLst/>
              <a:cxnLst/>
              <a:rect l="l" t="t" r="r" b="b"/>
              <a:pathLst>
                <a:path w="1343659" h="741679">
                  <a:moveTo>
                    <a:pt x="601504" y="0"/>
                  </a:moveTo>
                  <a:lnTo>
                    <a:pt x="551454" y="1373"/>
                  </a:lnTo>
                  <a:lnTo>
                    <a:pt x="449068" y="12360"/>
                  </a:lnTo>
                  <a:lnTo>
                    <a:pt x="397645" y="21973"/>
                  </a:lnTo>
                  <a:lnTo>
                    <a:pt x="346681" y="34333"/>
                  </a:lnTo>
                  <a:lnTo>
                    <a:pt x="222474" y="75190"/>
                  </a:lnTo>
                  <a:lnTo>
                    <a:pt x="148316" y="107120"/>
                  </a:lnTo>
                  <a:lnTo>
                    <a:pt x="145660" y="167440"/>
                  </a:lnTo>
                  <a:lnTo>
                    <a:pt x="137887" y="218361"/>
                  </a:lnTo>
                  <a:lnTo>
                    <a:pt x="125286" y="267737"/>
                  </a:lnTo>
                  <a:lnTo>
                    <a:pt x="108147" y="315181"/>
                  </a:lnTo>
                  <a:lnTo>
                    <a:pt x="86759" y="360309"/>
                  </a:lnTo>
                  <a:lnTo>
                    <a:pt x="61412" y="402732"/>
                  </a:lnTo>
                  <a:lnTo>
                    <a:pt x="32395" y="442065"/>
                  </a:lnTo>
                  <a:lnTo>
                    <a:pt x="0" y="477922"/>
                  </a:lnTo>
                  <a:lnTo>
                    <a:pt x="111365" y="517964"/>
                  </a:lnTo>
                  <a:lnTo>
                    <a:pt x="211144" y="563413"/>
                  </a:lnTo>
                  <a:lnTo>
                    <a:pt x="300108" y="613497"/>
                  </a:lnTo>
                  <a:lnTo>
                    <a:pt x="379030" y="667443"/>
                  </a:lnTo>
                  <a:lnTo>
                    <a:pt x="415079" y="701434"/>
                  </a:lnTo>
                  <a:lnTo>
                    <a:pt x="444948" y="741604"/>
                  </a:lnTo>
                  <a:lnTo>
                    <a:pt x="1343084" y="741604"/>
                  </a:lnTo>
                  <a:lnTo>
                    <a:pt x="1343084" y="370802"/>
                  </a:lnTo>
                  <a:lnTo>
                    <a:pt x="1338449" y="327928"/>
                  </a:lnTo>
                  <a:lnTo>
                    <a:pt x="1324545" y="287371"/>
                  </a:lnTo>
                  <a:lnTo>
                    <a:pt x="1301370" y="251450"/>
                  </a:lnTo>
                  <a:lnTo>
                    <a:pt x="1268926" y="222481"/>
                  </a:lnTo>
                  <a:lnTo>
                    <a:pt x="1230366" y="192739"/>
                  </a:lnTo>
                  <a:lnTo>
                    <a:pt x="1189103" y="165315"/>
                  </a:lnTo>
                  <a:lnTo>
                    <a:pt x="1145522" y="140209"/>
                  </a:lnTo>
                  <a:lnTo>
                    <a:pt x="1100010" y="117420"/>
                  </a:lnTo>
                  <a:lnTo>
                    <a:pt x="1004738" y="78795"/>
                  </a:lnTo>
                  <a:lnTo>
                    <a:pt x="859760" y="37194"/>
                  </a:lnTo>
                  <a:lnTo>
                    <a:pt x="760119" y="15450"/>
                  </a:lnTo>
                  <a:lnTo>
                    <a:pt x="708010" y="7324"/>
                  </a:lnTo>
                  <a:lnTo>
                    <a:pt x="654986" y="1945"/>
                  </a:lnTo>
                  <a:lnTo>
                    <a:pt x="601504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928655" y="3191383"/>
              <a:ext cx="1343660" cy="741680"/>
            </a:xfrm>
            <a:custGeom>
              <a:avLst/>
              <a:gdLst/>
              <a:ahLst/>
              <a:cxnLst/>
              <a:rect l="l" t="t" r="r" b="b"/>
              <a:pathLst>
                <a:path w="1343659" h="741679">
                  <a:moveTo>
                    <a:pt x="1268926" y="222481"/>
                  </a:moveTo>
                  <a:lnTo>
                    <a:pt x="1230366" y="192739"/>
                  </a:lnTo>
                  <a:lnTo>
                    <a:pt x="1189103" y="165315"/>
                  </a:lnTo>
                  <a:lnTo>
                    <a:pt x="1145522" y="140209"/>
                  </a:lnTo>
                  <a:lnTo>
                    <a:pt x="1100010" y="117420"/>
                  </a:lnTo>
                  <a:lnTo>
                    <a:pt x="1052954" y="96949"/>
                  </a:lnTo>
                  <a:lnTo>
                    <a:pt x="1004738" y="78795"/>
                  </a:lnTo>
                  <a:lnTo>
                    <a:pt x="955750" y="62959"/>
                  </a:lnTo>
                  <a:lnTo>
                    <a:pt x="906376" y="49440"/>
                  </a:lnTo>
                  <a:lnTo>
                    <a:pt x="859760" y="37194"/>
                  </a:lnTo>
                  <a:lnTo>
                    <a:pt x="810855" y="25635"/>
                  </a:lnTo>
                  <a:lnTo>
                    <a:pt x="760119" y="15450"/>
                  </a:lnTo>
                  <a:lnTo>
                    <a:pt x="708010" y="7324"/>
                  </a:lnTo>
                  <a:lnTo>
                    <a:pt x="654986" y="1945"/>
                  </a:lnTo>
                  <a:lnTo>
                    <a:pt x="601504" y="0"/>
                  </a:lnTo>
                  <a:lnTo>
                    <a:pt x="551454" y="1373"/>
                  </a:lnTo>
                  <a:lnTo>
                    <a:pt x="500490" y="5493"/>
                  </a:lnTo>
                  <a:lnTo>
                    <a:pt x="449068" y="12360"/>
                  </a:lnTo>
                  <a:lnTo>
                    <a:pt x="397645" y="21973"/>
                  </a:lnTo>
                  <a:lnTo>
                    <a:pt x="346681" y="34333"/>
                  </a:lnTo>
                  <a:lnTo>
                    <a:pt x="296632" y="49440"/>
                  </a:lnTo>
                  <a:lnTo>
                    <a:pt x="259553" y="61929"/>
                  </a:lnTo>
                  <a:lnTo>
                    <a:pt x="222474" y="75190"/>
                  </a:lnTo>
                  <a:lnTo>
                    <a:pt x="185395" y="89996"/>
                  </a:lnTo>
                  <a:lnTo>
                    <a:pt x="148316" y="107120"/>
                  </a:lnTo>
                  <a:lnTo>
                    <a:pt x="148316" y="115360"/>
                  </a:lnTo>
                  <a:lnTo>
                    <a:pt x="145660" y="167440"/>
                  </a:lnTo>
                  <a:lnTo>
                    <a:pt x="137887" y="218361"/>
                  </a:lnTo>
                  <a:lnTo>
                    <a:pt x="125286" y="267737"/>
                  </a:lnTo>
                  <a:lnTo>
                    <a:pt x="108147" y="315181"/>
                  </a:lnTo>
                  <a:lnTo>
                    <a:pt x="86759" y="360309"/>
                  </a:lnTo>
                  <a:lnTo>
                    <a:pt x="61412" y="402732"/>
                  </a:lnTo>
                  <a:lnTo>
                    <a:pt x="32395" y="442065"/>
                  </a:lnTo>
                  <a:lnTo>
                    <a:pt x="0" y="477922"/>
                  </a:lnTo>
                  <a:lnTo>
                    <a:pt x="57179" y="497219"/>
                  </a:lnTo>
                  <a:lnTo>
                    <a:pt x="111365" y="517964"/>
                  </a:lnTo>
                  <a:lnTo>
                    <a:pt x="162655" y="540061"/>
                  </a:lnTo>
                  <a:lnTo>
                    <a:pt x="211144" y="563413"/>
                  </a:lnTo>
                  <a:lnTo>
                    <a:pt x="256929" y="587924"/>
                  </a:lnTo>
                  <a:lnTo>
                    <a:pt x="300108" y="613497"/>
                  </a:lnTo>
                  <a:lnTo>
                    <a:pt x="340776" y="640036"/>
                  </a:lnTo>
                  <a:lnTo>
                    <a:pt x="379030" y="667443"/>
                  </a:lnTo>
                  <a:lnTo>
                    <a:pt x="397440" y="684825"/>
                  </a:lnTo>
                  <a:lnTo>
                    <a:pt x="415079" y="701434"/>
                  </a:lnTo>
                  <a:lnTo>
                    <a:pt x="431172" y="719588"/>
                  </a:lnTo>
                  <a:lnTo>
                    <a:pt x="444948" y="741604"/>
                  </a:lnTo>
                  <a:lnTo>
                    <a:pt x="1343084" y="741604"/>
                  </a:lnTo>
                  <a:lnTo>
                    <a:pt x="1343084" y="370802"/>
                  </a:lnTo>
                  <a:lnTo>
                    <a:pt x="1338449" y="327928"/>
                  </a:lnTo>
                  <a:lnTo>
                    <a:pt x="1324545" y="287371"/>
                  </a:lnTo>
                  <a:lnTo>
                    <a:pt x="1301370" y="251450"/>
                  </a:lnTo>
                  <a:lnTo>
                    <a:pt x="1268926" y="222481"/>
                  </a:lnTo>
                  <a:close/>
                </a:path>
              </a:pathLst>
            </a:custGeom>
            <a:ln w="48066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11048" y="3191383"/>
              <a:ext cx="1343660" cy="741680"/>
            </a:xfrm>
            <a:custGeom>
              <a:avLst/>
              <a:gdLst/>
              <a:ahLst/>
              <a:cxnLst/>
              <a:rect l="l" t="t" r="r" b="b"/>
              <a:pathLst>
                <a:path w="1343659" h="741679">
                  <a:moveTo>
                    <a:pt x="741563" y="0"/>
                  </a:moveTo>
                  <a:lnTo>
                    <a:pt x="691514" y="1373"/>
                  </a:lnTo>
                  <a:lnTo>
                    <a:pt x="589127" y="12360"/>
                  </a:lnTo>
                  <a:lnTo>
                    <a:pt x="537704" y="21973"/>
                  </a:lnTo>
                  <a:lnTo>
                    <a:pt x="486740" y="34333"/>
                  </a:lnTo>
                  <a:lnTo>
                    <a:pt x="387654" y="65662"/>
                  </a:lnTo>
                  <a:lnTo>
                    <a:pt x="292285" y="102743"/>
                  </a:lnTo>
                  <a:lnTo>
                    <a:pt x="201165" y="146003"/>
                  </a:lnTo>
                  <a:lnTo>
                    <a:pt x="115066" y="195443"/>
                  </a:lnTo>
                  <a:lnTo>
                    <a:pt x="74140" y="222481"/>
                  </a:lnTo>
                  <a:lnTo>
                    <a:pt x="41706" y="251450"/>
                  </a:lnTo>
                  <a:lnTo>
                    <a:pt x="18537" y="287371"/>
                  </a:lnTo>
                  <a:lnTo>
                    <a:pt x="4634" y="327928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889879" y="741604"/>
                  </a:lnTo>
                  <a:lnTo>
                    <a:pt x="923868" y="701434"/>
                  </a:lnTo>
                  <a:lnTo>
                    <a:pt x="964037" y="667443"/>
                  </a:lnTo>
                  <a:lnTo>
                    <a:pt x="1053387" y="608862"/>
                  </a:lnTo>
                  <a:lnTo>
                    <a:pt x="1147372" y="557233"/>
                  </a:lnTo>
                  <a:lnTo>
                    <a:pt x="1244447" y="513329"/>
                  </a:lnTo>
                  <a:lnTo>
                    <a:pt x="1343067" y="477922"/>
                  </a:lnTo>
                  <a:lnTo>
                    <a:pt x="1310671" y="439699"/>
                  </a:lnTo>
                  <a:lnTo>
                    <a:pt x="1281655" y="399256"/>
                  </a:lnTo>
                  <a:lnTo>
                    <a:pt x="1256308" y="356687"/>
                  </a:lnTo>
                  <a:lnTo>
                    <a:pt x="1234920" y="312091"/>
                  </a:lnTo>
                  <a:lnTo>
                    <a:pt x="1217780" y="265564"/>
                  </a:lnTo>
                  <a:lnTo>
                    <a:pt x="1205179" y="217202"/>
                  </a:lnTo>
                  <a:lnTo>
                    <a:pt x="1197406" y="167102"/>
                  </a:lnTo>
                  <a:lnTo>
                    <a:pt x="1194751" y="98880"/>
                  </a:lnTo>
                  <a:lnTo>
                    <a:pt x="1083514" y="58324"/>
                  </a:lnTo>
                  <a:lnTo>
                    <a:pt x="950914" y="25635"/>
                  </a:lnTo>
                  <a:lnTo>
                    <a:pt x="848070" y="7324"/>
                  </a:lnTo>
                  <a:lnTo>
                    <a:pt x="795045" y="1945"/>
                  </a:lnTo>
                  <a:lnTo>
                    <a:pt x="741563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11048" y="3191383"/>
              <a:ext cx="1343660" cy="741680"/>
            </a:xfrm>
            <a:custGeom>
              <a:avLst/>
              <a:gdLst/>
              <a:ahLst/>
              <a:cxnLst/>
              <a:rect l="l" t="t" r="r" b="b"/>
              <a:pathLst>
                <a:path w="1343659" h="741679">
                  <a:moveTo>
                    <a:pt x="964037" y="667443"/>
                  </a:moveTo>
                  <a:lnTo>
                    <a:pt x="1008036" y="637332"/>
                  </a:lnTo>
                  <a:lnTo>
                    <a:pt x="1053387" y="608862"/>
                  </a:lnTo>
                  <a:lnTo>
                    <a:pt x="1099897" y="582130"/>
                  </a:lnTo>
                  <a:lnTo>
                    <a:pt x="1147372" y="557233"/>
                  </a:lnTo>
                  <a:lnTo>
                    <a:pt x="1195620" y="534267"/>
                  </a:lnTo>
                  <a:lnTo>
                    <a:pt x="1244447" y="513329"/>
                  </a:lnTo>
                  <a:lnTo>
                    <a:pt x="1293660" y="494515"/>
                  </a:lnTo>
                  <a:lnTo>
                    <a:pt x="1343067" y="477922"/>
                  </a:lnTo>
                  <a:lnTo>
                    <a:pt x="1310671" y="439699"/>
                  </a:lnTo>
                  <a:lnTo>
                    <a:pt x="1281655" y="399256"/>
                  </a:lnTo>
                  <a:lnTo>
                    <a:pt x="1256308" y="356687"/>
                  </a:lnTo>
                  <a:lnTo>
                    <a:pt x="1234920" y="312091"/>
                  </a:lnTo>
                  <a:lnTo>
                    <a:pt x="1217780" y="265564"/>
                  </a:lnTo>
                  <a:lnTo>
                    <a:pt x="1205179" y="217202"/>
                  </a:lnTo>
                  <a:lnTo>
                    <a:pt x="1197406" y="167102"/>
                  </a:lnTo>
                  <a:lnTo>
                    <a:pt x="1194751" y="115360"/>
                  </a:lnTo>
                  <a:lnTo>
                    <a:pt x="1194751" y="107120"/>
                  </a:lnTo>
                  <a:lnTo>
                    <a:pt x="1194751" y="98880"/>
                  </a:lnTo>
                  <a:lnTo>
                    <a:pt x="1157672" y="85361"/>
                  </a:lnTo>
                  <a:lnTo>
                    <a:pt x="1120593" y="71070"/>
                  </a:lnTo>
                  <a:lnTo>
                    <a:pt x="1083514" y="58324"/>
                  </a:lnTo>
                  <a:lnTo>
                    <a:pt x="1046435" y="49440"/>
                  </a:lnTo>
                  <a:lnTo>
                    <a:pt x="999819" y="37194"/>
                  </a:lnTo>
                  <a:lnTo>
                    <a:pt x="950914" y="25635"/>
                  </a:lnTo>
                  <a:lnTo>
                    <a:pt x="900179" y="15450"/>
                  </a:lnTo>
                  <a:lnTo>
                    <a:pt x="848070" y="7324"/>
                  </a:lnTo>
                  <a:lnTo>
                    <a:pt x="795045" y="1945"/>
                  </a:lnTo>
                  <a:lnTo>
                    <a:pt x="741563" y="0"/>
                  </a:lnTo>
                  <a:lnTo>
                    <a:pt x="691514" y="1373"/>
                  </a:lnTo>
                  <a:lnTo>
                    <a:pt x="640549" y="5493"/>
                  </a:lnTo>
                  <a:lnTo>
                    <a:pt x="589127" y="12360"/>
                  </a:lnTo>
                  <a:lnTo>
                    <a:pt x="537704" y="21973"/>
                  </a:lnTo>
                  <a:lnTo>
                    <a:pt x="486740" y="34333"/>
                  </a:lnTo>
                  <a:lnTo>
                    <a:pt x="436691" y="49440"/>
                  </a:lnTo>
                  <a:lnTo>
                    <a:pt x="387654" y="65662"/>
                  </a:lnTo>
                  <a:lnTo>
                    <a:pt x="339487" y="83430"/>
                  </a:lnTo>
                  <a:lnTo>
                    <a:pt x="292285" y="102743"/>
                  </a:lnTo>
                  <a:lnTo>
                    <a:pt x="246146" y="123600"/>
                  </a:lnTo>
                  <a:lnTo>
                    <a:pt x="201165" y="146003"/>
                  </a:lnTo>
                  <a:lnTo>
                    <a:pt x="157439" y="169951"/>
                  </a:lnTo>
                  <a:lnTo>
                    <a:pt x="115066" y="195443"/>
                  </a:lnTo>
                  <a:lnTo>
                    <a:pt x="74140" y="222481"/>
                  </a:lnTo>
                  <a:lnTo>
                    <a:pt x="41706" y="251450"/>
                  </a:lnTo>
                  <a:lnTo>
                    <a:pt x="18537" y="287371"/>
                  </a:lnTo>
                  <a:lnTo>
                    <a:pt x="4634" y="327928"/>
                  </a:lnTo>
                  <a:lnTo>
                    <a:pt x="0" y="370802"/>
                  </a:lnTo>
                  <a:lnTo>
                    <a:pt x="0" y="741604"/>
                  </a:lnTo>
                  <a:lnTo>
                    <a:pt x="889879" y="741604"/>
                  </a:lnTo>
                  <a:lnTo>
                    <a:pt x="907260" y="719588"/>
                  </a:lnTo>
                  <a:lnTo>
                    <a:pt x="923868" y="701434"/>
                  </a:lnTo>
                  <a:lnTo>
                    <a:pt x="942021" y="684825"/>
                  </a:lnTo>
                  <a:lnTo>
                    <a:pt x="964037" y="667443"/>
                  </a:lnTo>
                  <a:close/>
                </a:path>
              </a:pathLst>
            </a:custGeom>
            <a:ln w="48066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6716" y="589025"/>
            <a:ext cx="273113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/>
              <a:t>Discussion Questions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7572882" y="2155012"/>
            <a:ext cx="3956685" cy="3448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ts val="2280"/>
              </a:lnSpc>
              <a:spcBef>
                <a:spcPts val="105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challenges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face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setting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criteria?</a:t>
            </a:r>
            <a:endParaRPr sz="2000">
              <a:latin typeface="Arial MT"/>
              <a:cs typeface="Arial MT"/>
            </a:endParaRPr>
          </a:p>
          <a:p>
            <a:pPr marL="299085" marR="591185" indent="-287020">
              <a:lnSpc>
                <a:spcPts val="2160"/>
              </a:lnSpc>
              <a:spcBef>
                <a:spcPts val="173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inclusion/exclusion </a:t>
            </a:r>
            <a:r>
              <a:rPr sz="2000" dirty="0">
                <a:latin typeface="Arial MT"/>
                <a:cs typeface="Arial MT"/>
              </a:rPr>
              <a:t>criteria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affect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bias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spc="-10" dirty="0">
                <a:latin typeface="Arial MT"/>
                <a:cs typeface="Arial MT"/>
              </a:rPr>
              <a:t>generalisability?</a:t>
            </a:r>
            <a:endParaRPr sz="2000">
              <a:latin typeface="Arial MT"/>
              <a:cs typeface="Arial MT"/>
            </a:endParaRPr>
          </a:p>
          <a:p>
            <a:pPr marL="299085" marR="5080" indent="-287020">
              <a:lnSpc>
                <a:spcPts val="2160"/>
              </a:lnSpc>
              <a:spcBef>
                <a:spcPts val="169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happen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criteria </a:t>
            </a:r>
            <a:r>
              <a:rPr sz="2000" dirty="0">
                <a:latin typeface="Arial MT"/>
                <a:cs typeface="Arial MT"/>
              </a:rPr>
              <a:t>were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broad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too</a:t>
            </a:r>
            <a:r>
              <a:rPr sz="2000" spc="5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restrictive?</a:t>
            </a:r>
            <a:endParaRPr sz="2000">
              <a:latin typeface="Arial MT"/>
              <a:cs typeface="Arial MT"/>
            </a:endParaRPr>
          </a:p>
          <a:p>
            <a:pPr marL="299085" marR="169545" indent="-287020">
              <a:lnSpc>
                <a:spcPts val="216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ethical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considerations </a:t>
            </a:r>
            <a:r>
              <a:rPr sz="2000" dirty="0">
                <a:latin typeface="Arial MT"/>
                <a:cs typeface="Arial MT"/>
              </a:rPr>
              <a:t>influence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selection?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1"/>
            <a:ext cx="6927087" cy="685799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493254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9030" y="441451"/>
            <a:ext cx="2396490" cy="13919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84"/>
              </a:spcBef>
            </a:pPr>
            <a:r>
              <a:rPr sz="3200" spc="-10" dirty="0"/>
              <a:t>Participant Recruitment Strategies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7687182" y="2116074"/>
            <a:ext cx="3332479" cy="36614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marR="108585" indent="-228600">
              <a:lnSpc>
                <a:spcPct val="80000"/>
              </a:lnSpc>
              <a:spcBef>
                <a:spcPts val="509"/>
              </a:spcBef>
              <a:buClr>
                <a:srgbClr val="B0B6B0"/>
              </a:buClr>
              <a:buSzPct val="58823"/>
              <a:buChar char="•"/>
              <a:tabLst>
                <a:tab pos="241300" algn="l"/>
              </a:tabLst>
            </a:pPr>
            <a:r>
              <a:rPr sz="1700" dirty="0">
                <a:latin typeface="Arial MT"/>
                <a:cs typeface="Arial MT"/>
              </a:rPr>
              <a:t>Strategies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vary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based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study </a:t>
            </a:r>
            <a:r>
              <a:rPr sz="1700" dirty="0">
                <a:latin typeface="Arial MT"/>
                <a:cs typeface="Arial MT"/>
              </a:rPr>
              <a:t>design,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target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population,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spc="-10" dirty="0">
                <a:latin typeface="Arial MT"/>
                <a:cs typeface="Arial MT"/>
              </a:rPr>
              <a:t>accessibility.</a:t>
            </a:r>
            <a:endParaRPr sz="17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85"/>
              </a:spcBef>
              <a:buClr>
                <a:srgbClr val="B0B6B0"/>
              </a:buClr>
              <a:buSzPct val="58823"/>
              <a:buChar char="•"/>
              <a:tabLst>
                <a:tab pos="240665" algn="l"/>
              </a:tabLst>
            </a:pPr>
            <a:r>
              <a:rPr sz="1700" dirty="0">
                <a:latin typeface="Arial MT"/>
                <a:cs typeface="Arial MT"/>
              </a:rPr>
              <a:t>Common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recruitment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methods:</a:t>
            </a:r>
            <a:endParaRPr sz="17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300"/>
              </a:spcBef>
              <a:buClr>
                <a:srgbClr val="B0B6B0"/>
              </a:buClr>
              <a:buSzPct val="58823"/>
              <a:buChar char="•"/>
              <a:tabLst>
                <a:tab pos="641985" algn="l"/>
              </a:tabLst>
            </a:pPr>
            <a:r>
              <a:rPr sz="1700" spc="-10" dirty="0">
                <a:latin typeface="Arial MT"/>
                <a:cs typeface="Arial MT"/>
              </a:rPr>
              <a:t>Gatekeepers</a:t>
            </a:r>
            <a:endParaRPr sz="17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295"/>
              </a:spcBef>
              <a:buClr>
                <a:srgbClr val="B0B6B0"/>
              </a:buClr>
              <a:buSzPct val="58823"/>
              <a:buChar char="•"/>
              <a:tabLst>
                <a:tab pos="641985" algn="l"/>
              </a:tabLst>
            </a:pPr>
            <a:r>
              <a:rPr sz="1700" spc="-10" dirty="0">
                <a:latin typeface="Arial MT"/>
                <a:cs typeface="Arial MT"/>
              </a:rPr>
              <a:t>Registers</a:t>
            </a:r>
            <a:endParaRPr sz="17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285"/>
              </a:spcBef>
              <a:buClr>
                <a:srgbClr val="B0B6B0"/>
              </a:buClr>
              <a:buSzPct val="58823"/>
              <a:buChar char="•"/>
              <a:tabLst>
                <a:tab pos="641985" algn="l"/>
              </a:tabLst>
            </a:pPr>
            <a:r>
              <a:rPr sz="1700" dirty="0">
                <a:latin typeface="Arial MT"/>
                <a:cs typeface="Arial MT"/>
              </a:rPr>
              <a:t>Formal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&amp;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Informal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Networks</a:t>
            </a:r>
            <a:endParaRPr sz="17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295"/>
              </a:spcBef>
              <a:buClr>
                <a:srgbClr val="B0B6B0"/>
              </a:buClr>
              <a:buSzPct val="58823"/>
              <a:buChar char="•"/>
              <a:tabLst>
                <a:tab pos="641985" algn="l"/>
              </a:tabLst>
            </a:pPr>
            <a:r>
              <a:rPr sz="1700" dirty="0">
                <a:latin typeface="Arial MT"/>
                <a:cs typeface="Arial MT"/>
              </a:rPr>
              <a:t>Snowball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Sampling</a:t>
            </a:r>
            <a:endParaRPr sz="17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295"/>
              </a:spcBef>
              <a:buClr>
                <a:srgbClr val="B0B6B0"/>
              </a:buClr>
              <a:buSzPct val="58823"/>
              <a:buChar char="•"/>
              <a:tabLst>
                <a:tab pos="641985" algn="l"/>
              </a:tabLst>
            </a:pPr>
            <a:r>
              <a:rPr sz="1700" spc="-10" dirty="0">
                <a:latin typeface="Arial MT"/>
                <a:cs typeface="Arial MT"/>
              </a:rPr>
              <a:t>Advertisements</a:t>
            </a:r>
            <a:endParaRPr sz="1700">
              <a:latin typeface="Arial MT"/>
              <a:cs typeface="Arial MT"/>
            </a:endParaRPr>
          </a:p>
          <a:p>
            <a:pPr marL="641985" lvl="1" indent="-228600">
              <a:lnSpc>
                <a:spcPct val="100000"/>
              </a:lnSpc>
              <a:spcBef>
                <a:spcPts val="1285"/>
              </a:spcBef>
              <a:buClr>
                <a:srgbClr val="B0B6B0"/>
              </a:buClr>
              <a:buSzPct val="58823"/>
              <a:buChar char="•"/>
              <a:tabLst>
                <a:tab pos="641985" algn="l"/>
              </a:tabLst>
            </a:pPr>
            <a:r>
              <a:rPr sz="1700" spc="-10" dirty="0">
                <a:latin typeface="Arial MT"/>
                <a:cs typeface="Arial MT"/>
              </a:rPr>
              <a:t>Mixed-</a:t>
            </a:r>
            <a:r>
              <a:rPr sz="1700" dirty="0">
                <a:latin typeface="Arial MT"/>
                <a:cs typeface="Arial MT"/>
              </a:rPr>
              <a:t>Method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Recruitment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" y="57"/>
            <a:ext cx="6927087" cy="685787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493254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29183"/>
            <a:ext cx="358838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Gatekeepers</a:t>
            </a:r>
            <a:r>
              <a:rPr sz="4000" spc="-245" dirty="0"/>
              <a:t> </a:t>
            </a:r>
            <a:r>
              <a:rPr sz="4000" spc="-50" dirty="0"/>
              <a:t>&amp; </a:t>
            </a:r>
            <a:r>
              <a:rPr sz="4000" spc="-10" dirty="0"/>
              <a:t>Registers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43839" y="2158060"/>
            <a:ext cx="5407025" cy="37401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99085" marR="1082040" indent="-287020">
              <a:lnSpc>
                <a:spcPct val="90100"/>
              </a:lnSpc>
              <a:spcBef>
                <a:spcPts val="325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Gatekeepers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(hospital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administrators, </a:t>
            </a:r>
            <a:r>
              <a:rPr sz="1900" dirty="0">
                <a:latin typeface="Arial MT"/>
                <a:cs typeface="Arial MT"/>
              </a:rPr>
              <a:t>employers,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community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leaders) Benefits:</a:t>
            </a:r>
            <a:endParaRPr sz="1900">
              <a:latin typeface="Arial MT"/>
              <a:cs typeface="Arial MT"/>
            </a:endParaRPr>
          </a:p>
          <a:p>
            <a:pPr marL="299085" indent="-286385">
              <a:lnSpc>
                <a:spcPts val="2165"/>
              </a:lnSpc>
              <a:spcBef>
                <a:spcPts val="1475"/>
              </a:spcBef>
              <a:buClr>
                <a:srgbClr val="B0B6B0"/>
              </a:buClr>
              <a:buSzPct val="52631"/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Provides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access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restricted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specialised</a:t>
            </a:r>
            <a:endParaRPr sz="1900">
              <a:latin typeface="Arial MT"/>
              <a:cs typeface="Arial MT"/>
            </a:endParaRPr>
          </a:p>
          <a:p>
            <a:pPr marL="299085">
              <a:lnSpc>
                <a:spcPts val="2165"/>
              </a:lnSpc>
            </a:pPr>
            <a:r>
              <a:rPr sz="1900" spc="-10" dirty="0">
                <a:latin typeface="Arial MT"/>
                <a:cs typeface="Arial MT"/>
              </a:rPr>
              <a:t>groups.</a:t>
            </a:r>
            <a:endParaRPr sz="19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465"/>
              </a:spcBef>
              <a:buClr>
                <a:srgbClr val="B0B6B0"/>
              </a:buClr>
              <a:buSzPct val="52631"/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Builds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trust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through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existing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relationships.</a:t>
            </a:r>
            <a:endParaRPr sz="19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475"/>
              </a:spcBef>
              <a:buClr>
                <a:srgbClr val="B0B6B0"/>
              </a:buClr>
              <a:buSzPct val="52631"/>
              <a:buChar char="•"/>
              <a:tabLst>
                <a:tab pos="299085" algn="l"/>
              </a:tabLst>
            </a:pPr>
            <a:r>
              <a:rPr sz="1900" spc="-10" dirty="0">
                <a:latin typeface="Arial MT"/>
                <a:cs typeface="Arial MT"/>
              </a:rPr>
              <a:t>Challenges:</a:t>
            </a:r>
            <a:endParaRPr sz="1900">
              <a:latin typeface="Arial MT"/>
              <a:cs typeface="Arial MT"/>
            </a:endParaRPr>
          </a:p>
          <a:p>
            <a:pPr marL="756285" lvl="1" indent="-286385">
              <a:lnSpc>
                <a:spcPts val="2165"/>
              </a:lnSpc>
              <a:spcBef>
                <a:spcPts val="1475"/>
              </a:spcBef>
              <a:buClr>
                <a:srgbClr val="B0B6B0"/>
              </a:buClr>
              <a:buSzPct val="52631"/>
              <a:buChar char="•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May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limit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access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influence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selection,</a:t>
            </a:r>
            <a:endParaRPr sz="1900">
              <a:latin typeface="Arial MT"/>
              <a:cs typeface="Arial MT"/>
            </a:endParaRPr>
          </a:p>
          <a:p>
            <a:pPr marL="756285">
              <a:lnSpc>
                <a:spcPts val="2165"/>
              </a:lnSpc>
            </a:pPr>
            <a:r>
              <a:rPr sz="1900" dirty="0">
                <a:latin typeface="Arial MT"/>
                <a:cs typeface="Arial MT"/>
              </a:rPr>
              <a:t>leading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bias.</a:t>
            </a:r>
            <a:endParaRPr sz="19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1465"/>
              </a:spcBef>
              <a:buClr>
                <a:srgbClr val="B0B6B0"/>
              </a:buClr>
              <a:buSzPct val="52631"/>
              <a:buChar char="•"/>
              <a:tabLst>
                <a:tab pos="756285" algn="l"/>
              </a:tabLst>
            </a:pPr>
            <a:r>
              <a:rPr sz="1900" dirty="0">
                <a:latin typeface="Arial MT"/>
                <a:cs typeface="Arial MT"/>
              </a:rPr>
              <a:t>Requires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ethical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approvals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negotiation.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82002" y="1067765"/>
            <a:ext cx="4355465" cy="4980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Registers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health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records,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membership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lists)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700"/>
              </a:spcBef>
              <a:buClr>
                <a:srgbClr val="B0B6B0"/>
              </a:buClr>
              <a:buChar char="•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Benefits:</a:t>
            </a:r>
            <a:endParaRPr sz="2000">
              <a:latin typeface="Arial MT"/>
              <a:cs typeface="Arial MT"/>
            </a:endParaRPr>
          </a:p>
          <a:p>
            <a:pPr marL="800100" lvl="1" indent="-342900" algn="ctr">
              <a:lnSpc>
                <a:spcPct val="100000"/>
              </a:lnSpc>
              <a:spcBef>
                <a:spcPts val="1695"/>
              </a:spcBef>
              <a:buClr>
                <a:srgbClr val="B0B6B0"/>
              </a:buClr>
              <a:buSzPct val="50000"/>
              <a:buChar char="•"/>
              <a:tabLst>
                <a:tab pos="800100" algn="l"/>
              </a:tabLst>
            </a:pPr>
            <a:r>
              <a:rPr sz="2000" dirty="0">
                <a:latin typeface="Arial MT"/>
                <a:cs typeface="Arial MT"/>
              </a:rPr>
              <a:t>Large,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pre-</a:t>
            </a:r>
            <a:r>
              <a:rPr sz="2000" dirty="0">
                <a:latin typeface="Arial MT"/>
                <a:cs typeface="Arial MT"/>
              </a:rPr>
              <a:t>screened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population</a:t>
            </a:r>
            <a:endParaRPr sz="2000">
              <a:latin typeface="Arial MT"/>
              <a:cs typeface="Arial MT"/>
            </a:endParaRPr>
          </a:p>
          <a:p>
            <a:pPr marR="71755" algn="ctr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recruitment.</a:t>
            </a:r>
            <a:endParaRPr sz="2000">
              <a:latin typeface="Arial MT"/>
              <a:cs typeface="Arial MT"/>
            </a:endParaRPr>
          </a:p>
          <a:p>
            <a:pPr marL="812800" marR="187325" lvl="1" indent="-34353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Allows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targeted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participant selection.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Challenges:</a:t>
            </a:r>
            <a:endParaRPr sz="2000">
              <a:latin typeface="Arial MT"/>
              <a:cs typeface="Arial MT"/>
            </a:endParaRPr>
          </a:p>
          <a:p>
            <a:pPr marL="812800" marR="769620" lvl="1" indent="-343535">
              <a:lnSpc>
                <a:spcPct val="100000"/>
              </a:lnSpc>
              <a:spcBef>
                <a:spcPts val="1695"/>
              </a:spcBef>
              <a:buClr>
                <a:srgbClr val="B0B6B0"/>
              </a:buClr>
              <a:buSzPct val="5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restrictions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(data </a:t>
            </a:r>
            <a:r>
              <a:rPr sz="2000" dirty="0">
                <a:latin typeface="Arial MT"/>
                <a:cs typeface="Arial MT"/>
              </a:rPr>
              <a:t>privacy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laws).</a:t>
            </a:r>
            <a:endParaRPr sz="2000">
              <a:latin typeface="Arial MT"/>
              <a:cs typeface="Arial MT"/>
            </a:endParaRPr>
          </a:p>
          <a:p>
            <a:pPr marL="812800" marR="906144" lvl="1" indent="-34353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Potential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outdated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incomplete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information.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1"/>
            <a:ext cx="6927087" cy="685799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493254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664" rIns="0" bIns="0" rtlCol="0">
            <a:spAutoFit/>
          </a:bodyPr>
          <a:lstStyle/>
          <a:p>
            <a:pPr marL="467233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Networks</a:t>
            </a:r>
            <a:r>
              <a:rPr sz="4000" spc="-85" dirty="0"/>
              <a:t> </a:t>
            </a:r>
            <a:r>
              <a:rPr sz="4000" dirty="0"/>
              <a:t>&amp;</a:t>
            </a:r>
            <a:r>
              <a:rPr sz="4000" spc="-110" dirty="0"/>
              <a:t> </a:t>
            </a:r>
            <a:r>
              <a:rPr sz="4000" spc="-10" dirty="0"/>
              <a:t>Snowball Sampling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303646" y="2159584"/>
            <a:ext cx="6240780" cy="3602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055"/>
              </a:lnSpc>
              <a:spcBef>
                <a:spcPts val="100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Formal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academic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groups,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social</a:t>
            </a:r>
            <a:endParaRPr sz="1800">
              <a:latin typeface="Arial MT"/>
              <a:cs typeface="Arial MT"/>
            </a:endParaRPr>
          </a:p>
          <a:p>
            <a:pPr marL="299085" marR="5045710">
              <a:lnSpc>
                <a:spcPts val="1939"/>
              </a:lnSpc>
              <a:spcBef>
                <a:spcPts val="140"/>
              </a:spcBef>
            </a:pPr>
            <a:r>
              <a:rPr sz="1800" spc="-10" dirty="0">
                <a:latin typeface="Arial MT"/>
                <a:cs typeface="Arial MT"/>
              </a:rPr>
              <a:t>circles) Benefits: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ts val="2050"/>
              </a:lnSpc>
              <a:spcBef>
                <a:spcPts val="1465"/>
              </a:spcBef>
              <a:buClr>
                <a:srgbClr val="B0B6B0"/>
              </a:buClr>
              <a:buSzPct val="55555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Uses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trusted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connections,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willingness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ts val="2050"/>
              </a:lnSpc>
            </a:pPr>
            <a:r>
              <a:rPr sz="1800" spc="-10" dirty="0">
                <a:latin typeface="Arial MT"/>
                <a:cs typeface="Arial MT"/>
              </a:rPr>
              <a:t>participate.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480"/>
              </a:spcBef>
              <a:buClr>
                <a:srgbClr val="B0B6B0"/>
              </a:buClr>
              <a:buSzPct val="55555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Useful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qualitative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building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rapport.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485"/>
              </a:spcBef>
              <a:buClr>
                <a:srgbClr val="B0B6B0"/>
              </a:buClr>
              <a:buSzPct val="55555"/>
              <a:buChar char="•"/>
              <a:tabLst>
                <a:tab pos="299085" algn="l"/>
              </a:tabLst>
            </a:pPr>
            <a:r>
              <a:rPr sz="1800" spc="-10" dirty="0">
                <a:latin typeface="Arial MT"/>
                <a:cs typeface="Arial MT"/>
              </a:rPr>
              <a:t>Challenges: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ts val="2055"/>
              </a:lnSpc>
              <a:spcBef>
                <a:spcPts val="1490"/>
              </a:spcBef>
              <a:buClr>
                <a:srgbClr val="B0B6B0"/>
              </a:buClr>
              <a:buSzPct val="55555"/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introduce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bias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participants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too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ts val="2055"/>
              </a:lnSpc>
            </a:pPr>
            <a:r>
              <a:rPr sz="1800" spc="-10" dirty="0">
                <a:latin typeface="Arial MT"/>
                <a:cs typeface="Arial MT"/>
              </a:rPr>
              <a:t>similar.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1475"/>
              </a:spcBef>
              <a:buClr>
                <a:srgbClr val="B0B6B0"/>
              </a:buClr>
              <a:buSzPct val="55555"/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Hard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diverse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representation.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3"/>
            <a:ext cx="4657343" cy="685786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24271" y="6087109"/>
            <a:ext cx="6401435" cy="0"/>
          </a:xfrm>
          <a:custGeom>
            <a:avLst/>
            <a:gdLst/>
            <a:ahLst/>
            <a:cxnLst/>
            <a:rect l="l" t="t" r="r" b="b"/>
            <a:pathLst>
              <a:path w="6401434">
                <a:moveTo>
                  <a:pt x="0" y="0"/>
                </a:moveTo>
                <a:lnTo>
                  <a:pt x="640092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2266518"/>
            <a:ext cx="3604895" cy="2344420"/>
            <a:chOff x="656539" y="2266518"/>
            <a:chExt cx="3604895" cy="2344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2266518"/>
              <a:ext cx="2711323" cy="6571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2829179"/>
              <a:ext cx="2770632" cy="6568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" y="3391535"/>
              <a:ext cx="3604386" cy="6568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539" y="3953586"/>
              <a:ext cx="3440683" cy="65714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087111" y="1142872"/>
            <a:ext cx="6412230" cy="1972945"/>
            <a:chOff x="5087111" y="1142872"/>
            <a:chExt cx="6412230" cy="1972945"/>
          </a:xfrm>
        </p:grpSpPr>
        <p:sp>
          <p:nvSpPr>
            <p:cNvPr id="13" name="object 13"/>
            <p:cNvSpPr/>
            <p:nvPr/>
          </p:nvSpPr>
          <p:spPr>
            <a:xfrm>
              <a:off x="5093461" y="1149222"/>
              <a:ext cx="6399530" cy="1010919"/>
            </a:xfrm>
            <a:custGeom>
              <a:avLst/>
              <a:gdLst/>
              <a:ahLst/>
              <a:cxnLst/>
              <a:rect l="l" t="t" r="r" b="b"/>
              <a:pathLst>
                <a:path w="6399530" h="1010919">
                  <a:moveTo>
                    <a:pt x="6230746" y="0"/>
                  </a:moveTo>
                  <a:lnTo>
                    <a:pt x="168401" y="0"/>
                  </a:lnTo>
                  <a:lnTo>
                    <a:pt x="123648" y="6018"/>
                  </a:lnTo>
                  <a:lnTo>
                    <a:pt x="83424" y="23001"/>
                  </a:lnTo>
                  <a:lnTo>
                    <a:pt x="49339" y="49339"/>
                  </a:lnTo>
                  <a:lnTo>
                    <a:pt x="23001" y="83424"/>
                  </a:lnTo>
                  <a:lnTo>
                    <a:pt x="6018" y="123648"/>
                  </a:lnTo>
                  <a:lnTo>
                    <a:pt x="0" y="168401"/>
                  </a:lnTo>
                  <a:lnTo>
                    <a:pt x="0" y="842390"/>
                  </a:lnTo>
                  <a:lnTo>
                    <a:pt x="6018" y="887144"/>
                  </a:lnTo>
                  <a:lnTo>
                    <a:pt x="23001" y="927368"/>
                  </a:lnTo>
                  <a:lnTo>
                    <a:pt x="49339" y="961453"/>
                  </a:lnTo>
                  <a:lnTo>
                    <a:pt x="83424" y="987791"/>
                  </a:lnTo>
                  <a:lnTo>
                    <a:pt x="123648" y="1004774"/>
                  </a:lnTo>
                  <a:lnTo>
                    <a:pt x="168401" y="1010792"/>
                  </a:lnTo>
                  <a:lnTo>
                    <a:pt x="6230746" y="1010792"/>
                  </a:lnTo>
                  <a:lnTo>
                    <a:pt x="6275553" y="1004774"/>
                  </a:lnTo>
                  <a:lnTo>
                    <a:pt x="6315813" y="987791"/>
                  </a:lnTo>
                  <a:lnTo>
                    <a:pt x="6349920" y="961453"/>
                  </a:lnTo>
                  <a:lnTo>
                    <a:pt x="6376270" y="927368"/>
                  </a:lnTo>
                  <a:lnTo>
                    <a:pt x="6393257" y="887144"/>
                  </a:lnTo>
                  <a:lnTo>
                    <a:pt x="6399276" y="842390"/>
                  </a:lnTo>
                  <a:lnTo>
                    <a:pt x="6399276" y="168401"/>
                  </a:lnTo>
                  <a:lnTo>
                    <a:pt x="6393257" y="123648"/>
                  </a:lnTo>
                  <a:lnTo>
                    <a:pt x="6376270" y="83424"/>
                  </a:lnTo>
                  <a:lnTo>
                    <a:pt x="6349920" y="49339"/>
                  </a:lnTo>
                  <a:lnTo>
                    <a:pt x="6315813" y="23001"/>
                  </a:lnTo>
                  <a:lnTo>
                    <a:pt x="6275553" y="6018"/>
                  </a:lnTo>
                  <a:lnTo>
                    <a:pt x="6230746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93461" y="1149222"/>
              <a:ext cx="6399530" cy="1010919"/>
            </a:xfrm>
            <a:custGeom>
              <a:avLst/>
              <a:gdLst/>
              <a:ahLst/>
              <a:cxnLst/>
              <a:rect l="l" t="t" r="r" b="b"/>
              <a:pathLst>
                <a:path w="6399530" h="1010919">
                  <a:moveTo>
                    <a:pt x="0" y="168401"/>
                  </a:moveTo>
                  <a:lnTo>
                    <a:pt x="6018" y="123648"/>
                  </a:lnTo>
                  <a:lnTo>
                    <a:pt x="23001" y="83424"/>
                  </a:lnTo>
                  <a:lnTo>
                    <a:pt x="49339" y="49339"/>
                  </a:lnTo>
                  <a:lnTo>
                    <a:pt x="83424" y="23001"/>
                  </a:lnTo>
                  <a:lnTo>
                    <a:pt x="123648" y="6018"/>
                  </a:lnTo>
                  <a:lnTo>
                    <a:pt x="168401" y="0"/>
                  </a:lnTo>
                  <a:lnTo>
                    <a:pt x="6230746" y="0"/>
                  </a:lnTo>
                  <a:lnTo>
                    <a:pt x="6275553" y="6018"/>
                  </a:lnTo>
                  <a:lnTo>
                    <a:pt x="6315813" y="23001"/>
                  </a:lnTo>
                  <a:lnTo>
                    <a:pt x="6349920" y="49339"/>
                  </a:lnTo>
                  <a:lnTo>
                    <a:pt x="6376270" y="83424"/>
                  </a:lnTo>
                  <a:lnTo>
                    <a:pt x="6393257" y="123648"/>
                  </a:lnTo>
                  <a:lnTo>
                    <a:pt x="6399276" y="168401"/>
                  </a:lnTo>
                  <a:lnTo>
                    <a:pt x="6399276" y="842390"/>
                  </a:lnTo>
                  <a:lnTo>
                    <a:pt x="6393257" y="887144"/>
                  </a:lnTo>
                  <a:lnTo>
                    <a:pt x="6376270" y="927368"/>
                  </a:lnTo>
                  <a:lnTo>
                    <a:pt x="6349920" y="961453"/>
                  </a:lnTo>
                  <a:lnTo>
                    <a:pt x="6315813" y="987791"/>
                  </a:lnTo>
                  <a:lnTo>
                    <a:pt x="6275553" y="1004774"/>
                  </a:lnTo>
                  <a:lnTo>
                    <a:pt x="6230746" y="1010792"/>
                  </a:lnTo>
                  <a:lnTo>
                    <a:pt x="168401" y="1010792"/>
                  </a:lnTo>
                  <a:lnTo>
                    <a:pt x="123648" y="1004774"/>
                  </a:lnTo>
                  <a:lnTo>
                    <a:pt x="83424" y="987791"/>
                  </a:lnTo>
                  <a:lnTo>
                    <a:pt x="49339" y="961453"/>
                  </a:lnTo>
                  <a:lnTo>
                    <a:pt x="23001" y="927368"/>
                  </a:lnTo>
                  <a:lnTo>
                    <a:pt x="6018" y="887144"/>
                  </a:lnTo>
                  <a:lnTo>
                    <a:pt x="0" y="842390"/>
                  </a:lnTo>
                  <a:lnTo>
                    <a:pt x="0" y="16840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19699" y="1477390"/>
              <a:ext cx="1193076" cy="3215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3639" y="1477390"/>
              <a:ext cx="112775" cy="3215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7169" y="2152522"/>
              <a:ext cx="174345" cy="3215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6023" y="2152522"/>
              <a:ext cx="1134922" cy="3215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7772" y="2152522"/>
              <a:ext cx="701040" cy="3215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18604" y="2152522"/>
              <a:ext cx="185927" cy="3215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11567" y="2152522"/>
              <a:ext cx="384048" cy="3215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67600" y="2152522"/>
              <a:ext cx="185927" cy="3215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60563" y="2152522"/>
              <a:ext cx="1757045" cy="3215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49409" y="2152522"/>
              <a:ext cx="1855977" cy="3215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26023" y="2442083"/>
              <a:ext cx="3311144" cy="3215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7169" y="2793822"/>
              <a:ext cx="174345" cy="3218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26023" y="2793822"/>
              <a:ext cx="727710" cy="3218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08191" y="2793822"/>
              <a:ext cx="185927" cy="32186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01155" y="2793822"/>
              <a:ext cx="1219009" cy="32186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48727" y="2793822"/>
              <a:ext cx="2902585" cy="321868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5087111" y="3159760"/>
            <a:ext cx="6412230" cy="2261870"/>
            <a:chOff x="5087111" y="3159760"/>
            <a:chExt cx="6412230" cy="2261870"/>
          </a:xfrm>
        </p:grpSpPr>
        <p:sp>
          <p:nvSpPr>
            <p:cNvPr id="32" name="object 32"/>
            <p:cNvSpPr/>
            <p:nvPr/>
          </p:nvSpPr>
          <p:spPr>
            <a:xfrm>
              <a:off x="5093461" y="3166110"/>
              <a:ext cx="6399530" cy="1010919"/>
            </a:xfrm>
            <a:custGeom>
              <a:avLst/>
              <a:gdLst/>
              <a:ahLst/>
              <a:cxnLst/>
              <a:rect l="l" t="t" r="r" b="b"/>
              <a:pathLst>
                <a:path w="6399530" h="1010920">
                  <a:moveTo>
                    <a:pt x="6230746" y="0"/>
                  </a:moveTo>
                  <a:lnTo>
                    <a:pt x="168401" y="0"/>
                  </a:lnTo>
                  <a:lnTo>
                    <a:pt x="123648" y="6018"/>
                  </a:lnTo>
                  <a:lnTo>
                    <a:pt x="83424" y="23001"/>
                  </a:lnTo>
                  <a:lnTo>
                    <a:pt x="49339" y="49339"/>
                  </a:lnTo>
                  <a:lnTo>
                    <a:pt x="23001" y="83424"/>
                  </a:lnTo>
                  <a:lnTo>
                    <a:pt x="6018" y="123648"/>
                  </a:lnTo>
                  <a:lnTo>
                    <a:pt x="0" y="168401"/>
                  </a:lnTo>
                  <a:lnTo>
                    <a:pt x="0" y="842390"/>
                  </a:lnTo>
                  <a:lnTo>
                    <a:pt x="6018" y="887197"/>
                  </a:lnTo>
                  <a:lnTo>
                    <a:pt x="23001" y="927457"/>
                  </a:lnTo>
                  <a:lnTo>
                    <a:pt x="49339" y="961564"/>
                  </a:lnTo>
                  <a:lnTo>
                    <a:pt x="83424" y="987914"/>
                  </a:lnTo>
                  <a:lnTo>
                    <a:pt x="123648" y="1004901"/>
                  </a:lnTo>
                  <a:lnTo>
                    <a:pt x="168401" y="1010919"/>
                  </a:lnTo>
                  <a:lnTo>
                    <a:pt x="6230746" y="1010919"/>
                  </a:lnTo>
                  <a:lnTo>
                    <a:pt x="6275553" y="1004901"/>
                  </a:lnTo>
                  <a:lnTo>
                    <a:pt x="6315813" y="987914"/>
                  </a:lnTo>
                  <a:lnTo>
                    <a:pt x="6349920" y="961564"/>
                  </a:lnTo>
                  <a:lnTo>
                    <a:pt x="6376270" y="927457"/>
                  </a:lnTo>
                  <a:lnTo>
                    <a:pt x="6393257" y="887197"/>
                  </a:lnTo>
                  <a:lnTo>
                    <a:pt x="6399276" y="842390"/>
                  </a:lnTo>
                  <a:lnTo>
                    <a:pt x="6399276" y="168401"/>
                  </a:lnTo>
                  <a:lnTo>
                    <a:pt x="6393257" y="123648"/>
                  </a:lnTo>
                  <a:lnTo>
                    <a:pt x="6376270" y="83424"/>
                  </a:lnTo>
                  <a:lnTo>
                    <a:pt x="6349920" y="49339"/>
                  </a:lnTo>
                  <a:lnTo>
                    <a:pt x="6315813" y="23001"/>
                  </a:lnTo>
                  <a:lnTo>
                    <a:pt x="6275553" y="6018"/>
                  </a:lnTo>
                  <a:lnTo>
                    <a:pt x="6230746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93461" y="3166110"/>
              <a:ext cx="6399530" cy="1010919"/>
            </a:xfrm>
            <a:custGeom>
              <a:avLst/>
              <a:gdLst/>
              <a:ahLst/>
              <a:cxnLst/>
              <a:rect l="l" t="t" r="r" b="b"/>
              <a:pathLst>
                <a:path w="6399530" h="1010920">
                  <a:moveTo>
                    <a:pt x="0" y="168401"/>
                  </a:moveTo>
                  <a:lnTo>
                    <a:pt x="6018" y="123648"/>
                  </a:lnTo>
                  <a:lnTo>
                    <a:pt x="23001" y="83424"/>
                  </a:lnTo>
                  <a:lnTo>
                    <a:pt x="49339" y="49339"/>
                  </a:lnTo>
                  <a:lnTo>
                    <a:pt x="83424" y="23001"/>
                  </a:lnTo>
                  <a:lnTo>
                    <a:pt x="123648" y="6018"/>
                  </a:lnTo>
                  <a:lnTo>
                    <a:pt x="168401" y="0"/>
                  </a:lnTo>
                  <a:lnTo>
                    <a:pt x="6230746" y="0"/>
                  </a:lnTo>
                  <a:lnTo>
                    <a:pt x="6275553" y="6018"/>
                  </a:lnTo>
                  <a:lnTo>
                    <a:pt x="6315813" y="23001"/>
                  </a:lnTo>
                  <a:lnTo>
                    <a:pt x="6349920" y="49339"/>
                  </a:lnTo>
                  <a:lnTo>
                    <a:pt x="6376270" y="83424"/>
                  </a:lnTo>
                  <a:lnTo>
                    <a:pt x="6393257" y="123648"/>
                  </a:lnTo>
                  <a:lnTo>
                    <a:pt x="6399276" y="168401"/>
                  </a:lnTo>
                  <a:lnTo>
                    <a:pt x="6399276" y="842390"/>
                  </a:lnTo>
                  <a:lnTo>
                    <a:pt x="6393257" y="887197"/>
                  </a:lnTo>
                  <a:lnTo>
                    <a:pt x="6376270" y="927457"/>
                  </a:lnTo>
                  <a:lnTo>
                    <a:pt x="6349920" y="961564"/>
                  </a:lnTo>
                  <a:lnTo>
                    <a:pt x="6315813" y="987914"/>
                  </a:lnTo>
                  <a:lnTo>
                    <a:pt x="6275553" y="1004901"/>
                  </a:lnTo>
                  <a:lnTo>
                    <a:pt x="6230746" y="1010919"/>
                  </a:lnTo>
                  <a:lnTo>
                    <a:pt x="168401" y="1010919"/>
                  </a:lnTo>
                  <a:lnTo>
                    <a:pt x="123648" y="1004901"/>
                  </a:lnTo>
                  <a:lnTo>
                    <a:pt x="83424" y="987914"/>
                  </a:lnTo>
                  <a:lnTo>
                    <a:pt x="49339" y="961564"/>
                  </a:lnTo>
                  <a:lnTo>
                    <a:pt x="23001" y="927457"/>
                  </a:lnTo>
                  <a:lnTo>
                    <a:pt x="6018" y="887197"/>
                  </a:lnTo>
                  <a:lnTo>
                    <a:pt x="0" y="842390"/>
                  </a:lnTo>
                  <a:lnTo>
                    <a:pt x="0" y="16840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19699" y="3494786"/>
              <a:ext cx="1515491" cy="32156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7395" y="3494786"/>
              <a:ext cx="112775" cy="32156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7169" y="4169918"/>
              <a:ext cx="174345" cy="32156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26023" y="4169918"/>
              <a:ext cx="1168400" cy="32156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43115" y="4169918"/>
              <a:ext cx="256031" cy="32156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38188" y="4169918"/>
              <a:ext cx="1151267" cy="32156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45805" y="4169918"/>
              <a:ext cx="188975" cy="3215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940294" y="4169918"/>
              <a:ext cx="3447288" cy="32156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26023" y="4459477"/>
              <a:ext cx="1126540" cy="32156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7169" y="4811522"/>
              <a:ext cx="174345" cy="32156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26023" y="4811522"/>
              <a:ext cx="3374389" cy="32156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840977" y="4811522"/>
              <a:ext cx="2127123" cy="32156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26023" y="5099634"/>
              <a:ext cx="1129855" cy="321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534670"/>
            <a:ext cx="3481704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dirty="0"/>
              <a:t>Advertisements</a:t>
            </a:r>
            <a:r>
              <a:rPr sz="3200" spc="-100" dirty="0"/>
              <a:t> </a:t>
            </a:r>
            <a:r>
              <a:rPr sz="3200" spc="-50" dirty="0"/>
              <a:t>&amp; </a:t>
            </a:r>
            <a:r>
              <a:rPr sz="3200" spc="-10" dirty="0"/>
              <a:t>Mixed-Method Recruitment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43839" y="2263267"/>
            <a:ext cx="4040504" cy="33902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9085" marR="285115" indent="-287020">
              <a:lnSpc>
                <a:spcPct val="80000"/>
              </a:lnSpc>
              <a:spcBef>
                <a:spcPts val="585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2000" spc="-10" dirty="0">
                <a:latin typeface="Arial MT"/>
                <a:cs typeface="Arial MT"/>
              </a:rPr>
              <a:t>Mixed-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Recruitment </a:t>
            </a:r>
            <a:r>
              <a:rPr sz="2000" dirty="0">
                <a:latin typeface="Arial MT"/>
                <a:cs typeface="Arial MT"/>
              </a:rPr>
              <a:t>(combining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strategies) Benefits:</a:t>
            </a:r>
            <a:endParaRPr sz="2000">
              <a:latin typeface="Arial MT"/>
              <a:cs typeface="Arial MT"/>
            </a:endParaRPr>
          </a:p>
          <a:p>
            <a:pPr marL="299085" marR="5080" indent="-287020">
              <a:lnSpc>
                <a:spcPct val="8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Enhances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diversity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improves </a:t>
            </a:r>
            <a:r>
              <a:rPr sz="2000" dirty="0">
                <a:latin typeface="Arial MT"/>
                <a:cs typeface="Arial MT"/>
              </a:rPr>
              <a:t>recruitment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success.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ts val="2160"/>
              </a:lnSpc>
              <a:spcBef>
                <a:spcPts val="1210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Reduces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limitations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single-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ts val="2160"/>
              </a:lnSpc>
            </a:pP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approaches.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230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spc="-10" dirty="0">
                <a:latin typeface="Arial MT"/>
                <a:cs typeface="Arial MT"/>
              </a:rPr>
              <a:t>Challenges:</a:t>
            </a:r>
            <a:endParaRPr sz="2000">
              <a:latin typeface="Arial MT"/>
              <a:cs typeface="Arial MT"/>
            </a:endParaRPr>
          </a:p>
          <a:p>
            <a:pPr marL="756285" marR="69215" lvl="1" indent="-287020">
              <a:lnSpc>
                <a:spcPct val="80000"/>
              </a:lnSpc>
              <a:spcBef>
                <a:spcPts val="1700"/>
              </a:spcBef>
              <a:buClr>
                <a:srgbClr val="B0B6B0"/>
              </a:buClr>
              <a:buSzPct val="50000"/>
              <a:buChar char="•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Requires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time, </a:t>
            </a:r>
            <a:r>
              <a:rPr sz="2000" dirty="0">
                <a:latin typeface="Arial MT"/>
                <a:cs typeface="Arial MT"/>
              </a:rPr>
              <a:t>resources,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coordination.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64784" y="-3"/>
            <a:ext cx="6927215" cy="6858000"/>
            <a:chOff x="5264784" y="-3"/>
            <a:chExt cx="6927215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3"/>
              <a:ext cx="6927215" cy="68578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55805" y="809370"/>
              <a:ext cx="536575" cy="1125220"/>
            </a:xfrm>
            <a:custGeom>
              <a:avLst/>
              <a:gdLst/>
              <a:ahLst/>
              <a:cxnLst/>
              <a:rect l="l" t="t" r="r" b="b"/>
              <a:pathLst>
                <a:path w="536575" h="1125220">
                  <a:moveTo>
                    <a:pt x="536194" y="0"/>
                  </a:moveTo>
                  <a:lnTo>
                    <a:pt x="451485" y="8508"/>
                  </a:lnTo>
                  <a:lnTo>
                    <a:pt x="403949" y="20413"/>
                  </a:lnTo>
                  <a:lnTo>
                    <a:pt x="358102" y="36234"/>
                  </a:lnTo>
                  <a:lnTo>
                    <a:pt x="314132" y="55782"/>
                  </a:lnTo>
                  <a:lnTo>
                    <a:pt x="272230" y="78867"/>
                  </a:lnTo>
                  <a:lnTo>
                    <a:pt x="232587" y="105296"/>
                  </a:lnTo>
                  <a:lnTo>
                    <a:pt x="195392" y="134881"/>
                  </a:lnTo>
                  <a:lnTo>
                    <a:pt x="160837" y="167431"/>
                  </a:lnTo>
                  <a:lnTo>
                    <a:pt x="129111" y="202755"/>
                  </a:lnTo>
                  <a:lnTo>
                    <a:pt x="100405" y="240663"/>
                  </a:lnTo>
                  <a:lnTo>
                    <a:pt x="74908" y="280963"/>
                  </a:lnTo>
                  <a:lnTo>
                    <a:pt x="52813" y="323467"/>
                  </a:lnTo>
                  <a:lnTo>
                    <a:pt x="34307" y="367982"/>
                  </a:lnTo>
                  <a:lnTo>
                    <a:pt x="19583" y="414319"/>
                  </a:lnTo>
                  <a:lnTo>
                    <a:pt x="8830" y="462287"/>
                  </a:lnTo>
                  <a:lnTo>
                    <a:pt x="2239" y="511696"/>
                  </a:lnTo>
                  <a:lnTo>
                    <a:pt x="0" y="562355"/>
                  </a:lnTo>
                  <a:lnTo>
                    <a:pt x="2239" y="613015"/>
                  </a:lnTo>
                  <a:lnTo>
                    <a:pt x="8830" y="662424"/>
                  </a:lnTo>
                  <a:lnTo>
                    <a:pt x="19583" y="710392"/>
                  </a:lnTo>
                  <a:lnTo>
                    <a:pt x="34307" y="756729"/>
                  </a:lnTo>
                  <a:lnTo>
                    <a:pt x="52813" y="801244"/>
                  </a:lnTo>
                  <a:lnTo>
                    <a:pt x="74908" y="843748"/>
                  </a:lnTo>
                  <a:lnTo>
                    <a:pt x="100405" y="884048"/>
                  </a:lnTo>
                  <a:lnTo>
                    <a:pt x="129111" y="921956"/>
                  </a:lnTo>
                  <a:lnTo>
                    <a:pt x="160837" y="957280"/>
                  </a:lnTo>
                  <a:lnTo>
                    <a:pt x="195392" y="989830"/>
                  </a:lnTo>
                  <a:lnTo>
                    <a:pt x="232587" y="1019415"/>
                  </a:lnTo>
                  <a:lnTo>
                    <a:pt x="272230" y="1045845"/>
                  </a:lnTo>
                  <a:lnTo>
                    <a:pt x="314132" y="1068929"/>
                  </a:lnTo>
                  <a:lnTo>
                    <a:pt x="358102" y="1088477"/>
                  </a:lnTo>
                  <a:lnTo>
                    <a:pt x="403949" y="1104298"/>
                  </a:lnTo>
                  <a:lnTo>
                    <a:pt x="451485" y="1116202"/>
                  </a:lnTo>
                  <a:lnTo>
                    <a:pt x="536194" y="1124839"/>
                  </a:lnTo>
                  <a:lnTo>
                    <a:pt x="536194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91699" y="0"/>
              <a:ext cx="1900555" cy="6858000"/>
            </a:xfrm>
            <a:custGeom>
              <a:avLst/>
              <a:gdLst/>
              <a:ahLst/>
              <a:cxnLst/>
              <a:rect l="l" t="t" r="r" b="b"/>
              <a:pathLst>
                <a:path w="1900554" h="6858000">
                  <a:moveTo>
                    <a:pt x="1130808" y="1371727"/>
                  </a:moveTo>
                  <a:lnTo>
                    <a:pt x="1128725" y="1322946"/>
                  </a:lnTo>
                  <a:lnTo>
                    <a:pt x="1122616" y="1275308"/>
                  </a:lnTo>
                  <a:lnTo>
                    <a:pt x="1112634" y="1228991"/>
                  </a:lnTo>
                  <a:lnTo>
                    <a:pt x="1105408" y="1205318"/>
                  </a:lnTo>
                  <a:lnTo>
                    <a:pt x="1105408" y="1371473"/>
                  </a:lnTo>
                  <a:lnTo>
                    <a:pt x="1103198" y="1420622"/>
                  </a:lnTo>
                  <a:lnTo>
                    <a:pt x="1096746" y="1468158"/>
                  </a:lnTo>
                  <a:lnTo>
                    <a:pt x="1096695" y="1468539"/>
                  </a:lnTo>
                  <a:lnTo>
                    <a:pt x="1086231" y="1514475"/>
                  </a:lnTo>
                  <a:lnTo>
                    <a:pt x="1086104" y="1515021"/>
                  </a:lnTo>
                  <a:lnTo>
                    <a:pt x="1071613" y="1559890"/>
                  </a:lnTo>
                  <a:lnTo>
                    <a:pt x="1053401" y="1602943"/>
                  </a:lnTo>
                  <a:lnTo>
                    <a:pt x="1031786" y="1643773"/>
                  </a:lnTo>
                  <a:lnTo>
                    <a:pt x="1031671" y="1644015"/>
                  </a:lnTo>
                  <a:lnTo>
                    <a:pt x="1006602" y="1682889"/>
                  </a:lnTo>
                  <a:lnTo>
                    <a:pt x="978382" y="1719376"/>
                  </a:lnTo>
                  <a:lnTo>
                    <a:pt x="947216" y="1753298"/>
                  </a:lnTo>
                  <a:lnTo>
                    <a:pt x="913295" y="1784464"/>
                  </a:lnTo>
                  <a:lnTo>
                    <a:pt x="876808" y="1812683"/>
                  </a:lnTo>
                  <a:lnTo>
                    <a:pt x="837933" y="1837753"/>
                  </a:lnTo>
                  <a:lnTo>
                    <a:pt x="796861" y="1859483"/>
                  </a:lnTo>
                  <a:lnTo>
                    <a:pt x="753808" y="1877695"/>
                  </a:lnTo>
                  <a:lnTo>
                    <a:pt x="708939" y="1892185"/>
                  </a:lnTo>
                  <a:lnTo>
                    <a:pt x="662457" y="1902777"/>
                  </a:lnTo>
                  <a:lnTo>
                    <a:pt x="614540" y="1909279"/>
                  </a:lnTo>
                  <a:lnTo>
                    <a:pt x="565404" y="1911477"/>
                  </a:lnTo>
                  <a:lnTo>
                    <a:pt x="516255" y="1909279"/>
                  </a:lnTo>
                  <a:lnTo>
                    <a:pt x="468337" y="1902777"/>
                  </a:lnTo>
                  <a:lnTo>
                    <a:pt x="421855" y="1892185"/>
                  </a:lnTo>
                  <a:lnTo>
                    <a:pt x="376986" y="1877695"/>
                  </a:lnTo>
                  <a:lnTo>
                    <a:pt x="333933" y="1859483"/>
                  </a:lnTo>
                  <a:lnTo>
                    <a:pt x="292862" y="1837753"/>
                  </a:lnTo>
                  <a:lnTo>
                    <a:pt x="253987" y="1812683"/>
                  </a:lnTo>
                  <a:lnTo>
                    <a:pt x="217500" y="1784464"/>
                  </a:lnTo>
                  <a:lnTo>
                    <a:pt x="183565" y="1753298"/>
                  </a:lnTo>
                  <a:lnTo>
                    <a:pt x="152412" y="1719376"/>
                  </a:lnTo>
                  <a:lnTo>
                    <a:pt x="124193" y="1682889"/>
                  </a:lnTo>
                  <a:lnTo>
                    <a:pt x="99123" y="1644015"/>
                  </a:lnTo>
                  <a:lnTo>
                    <a:pt x="77393" y="1602943"/>
                  </a:lnTo>
                  <a:lnTo>
                    <a:pt x="59182" y="1559890"/>
                  </a:lnTo>
                  <a:lnTo>
                    <a:pt x="44691" y="1515021"/>
                  </a:lnTo>
                  <a:lnTo>
                    <a:pt x="34099" y="1468539"/>
                  </a:lnTo>
                  <a:lnTo>
                    <a:pt x="27597" y="1420622"/>
                  </a:lnTo>
                  <a:lnTo>
                    <a:pt x="25400" y="1371727"/>
                  </a:lnTo>
                  <a:lnTo>
                    <a:pt x="25400" y="1371473"/>
                  </a:lnTo>
                  <a:lnTo>
                    <a:pt x="27571" y="1322946"/>
                  </a:lnTo>
                  <a:lnTo>
                    <a:pt x="27597" y="1322336"/>
                  </a:lnTo>
                  <a:lnTo>
                    <a:pt x="33972" y="1275308"/>
                  </a:lnTo>
                  <a:lnTo>
                    <a:pt x="44691" y="1227950"/>
                  </a:lnTo>
                  <a:lnTo>
                    <a:pt x="59182" y="1183081"/>
                  </a:lnTo>
                  <a:lnTo>
                    <a:pt x="77393" y="1140028"/>
                  </a:lnTo>
                  <a:lnTo>
                    <a:pt x="99123" y="1098981"/>
                  </a:lnTo>
                  <a:lnTo>
                    <a:pt x="124193" y="1060119"/>
                  </a:lnTo>
                  <a:lnTo>
                    <a:pt x="152412" y="1023632"/>
                  </a:lnTo>
                  <a:lnTo>
                    <a:pt x="183578" y="989711"/>
                  </a:lnTo>
                  <a:lnTo>
                    <a:pt x="217500" y="958570"/>
                  </a:lnTo>
                  <a:lnTo>
                    <a:pt x="253987" y="930363"/>
                  </a:lnTo>
                  <a:lnTo>
                    <a:pt x="292862" y="905306"/>
                  </a:lnTo>
                  <a:lnTo>
                    <a:pt x="333933" y="883577"/>
                  </a:lnTo>
                  <a:lnTo>
                    <a:pt x="376986" y="865378"/>
                  </a:lnTo>
                  <a:lnTo>
                    <a:pt x="421855" y="850887"/>
                  </a:lnTo>
                  <a:lnTo>
                    <a:pt x="468337" y="840295"/>
                  </a:lnTo>
                  <a:lnTo>
                    <a:pt x="516255" y="833805"/>
                  </a:lnTo>
                  <a:lnTo>
                    <a:pt x="565404" y="831596"/>
                  </a:lnTo>
                  <a:lnTo>
                    <a:pt x="614540" y="833805"/>
                  </a:lnTo>
                  <a:lnTo>
                    <a:pt x="662457" y="840295"/>
                  </a:lnTo>
                  <a:lnTo>
                    <a:pt x="708939" y="850887"/>
                  </a:lnTo>
                  <a:lnTo>
                    <a:pt x="753808" y="865378"/>
                  </a:lnTo>
                  <a:lnTo>
                    <a:pt x="796861" y="883577"/>
                  </a:lnTo>
                  <a:lnTo>
                    <a:pt x="837933" y="905306"/>
                  </a:lnTo>
                  <a:lnTo>
                    <a:pt x="876808" y="930363"/>
                  </a:lnTo>
                  <a:lnTo>
                    <a:pt x="913295" y="958570"/>
                  </a:lnTo>
                  <a:lnTo>
                    <a:pt x="947229" y="989711"/>
                  </a:lnTo>
                  <a:lnTo>
                    <a:pt x="978382" y="1023632"/>
                  </a:lnTo>
                  <a:lnTo>
                    <a:pt x="1006602" y="1060119"/>
                  </a:lnTo>
                  <a:lnTo>
                    <a:pt x="1031671" y="1098981"/>
                  </a:lnTo>
                  <a:lnTo>
                    <a:pt x="1053401" y="1140028"/>
                  </a:lnTo>
                  <a:lnTo>
                    <a:pt x="1071613" y="1183081"/>
                  </a:lnTo>
                  <a:lnTo>
                    <a:pt x="1086104" y="1227950"/>
                  </a:lnTo>
                  <a:lnTo>
                    <a:pt x="1096695" y="1274432"/>
                  </a:lnTo>
                  <a:lnTo>
                    <a:pt x="1103198" y="1322336"/>
                  </a:lnTo>
                  <a:lnTo>
                    <a:pt x="1105408" y="1371473"/>
                  </a:lnTo>
                  <a:lnTo>
                    <a:pt x="1105408" y="1205318"/>
                  </a:lnTo>
                  <a:lnTo>
                    <a:pt x="1081747" y="1141018"/>
                  </a:lnTo>
                  <a:lnTo>
                    <a:pt x="1061186" y="1099693"/>
                  </a:lnTo>
                  <a:lnTo>
                    <a:pt x="1037437" y="1060361"/>
                  </a:lnTo>
                  <a:lnTo>
                    <a:pt x="1010653" y="1023213"/>
                  </a:lnTo>
                  <a:lnTo>
                    <a:pt x="981036" y="988402"/>
                  </a:lnTo>
                  <a:lnTo>
                    <a:pt x="948728" y="956094"/>
                  </a:lnTo>
                  <a:lnTo>
                    <a:pt x="913917" y="926477"/>
                  </a:lnTo>
                  <a:lnTo>
                    <a:pt x="876769" y="899693"/>
                  </a:lnTo>
                  <a:lnTo>
                    <a:pt x="837438" y="875944"/>
                  </a:lnTo>
                  <a:lnTo>
                    <a:pt x="796112" y="855383"/>
                  </a:lnTo>
                  <a:lnTo>
                    <a:pt x="752957" y="838174"/>
                  </a:lnTo>
                  <a:lnTo>
                    <a:pt x="708139" y="824496"/>
                  </a:lnTo>
                  <a:lnTo>
                    <a:pt x="661822" y="814514"/>
                  </a:lnTo>
                  <a:lnTo>
                    <a:pt x="614184" y="808405"/>
                  </a:lnTo>
                  <a:lnTo>
                    <a:pt x="565404" y="806323"/>
                  </a:lnTo>
                  <a:lnTo>
                    <a:pt x="516610" y="808405"/>
                  </a:lnTo>
                  <a:lnTo>
                    <a:pt x="468972" y="814514"/>
                  </a:lnTo>
                  <a:lnTo>
                    <a:pt x="422656" y="824496"/>
                  </a:lnTo>
                  <a:lnTo>
                    <a:pt x="377837" y="838174"/>
                  </a:lnTo>
                  <a:lnTo>
                    <a:pt x="334683" y="855383"/>
                  </a:lnTo>
                  <a:lnTo>
                    <a:pt x="293357" y="875944"/>
                  </a:lnTo>
                  <a:lnTo>
                    <a:pt x="254025" y="899693"/>
                  </a:lnTo>
                  <a:lnTo>
                    <a:pt x="216877" y="926477"/>
                  </a:lnTo>
                  <a:lnTo>
                    <a:pt x="182067" y="956094"/>
                  </a:lnTo>
                  <a:lnTo>
                    <a:pt x="149758" y="988402"/>
                  </a:lnTo>
                  <a:lnTo>
                    <a:pt x="120142" y="1023213"/>
                  </a:lnTo>
                  <a:lnTo>
                    <a:pt x="93357" y="1060361"/>
                  </a:lnTo>
                  <a:lnTo>
                    <a:pt x="69608" y="1099693"/>
                  </a:lnTo>
                  <a:lnTo>
                    <a:pt x="49047" y="1141018"/>
                  </a:lnTo>
                  <a:lnTo>
                    <a:pt x="31838" y="1184173"/>
                  </a:lnTo>
                  <a:lnTo>
                    <a:pt x="18161" y="1228991"/>
                  </a:lnTo>
                  <a:lnTo>
                    <a:pt x="8178" y="1275308"/>
                  </a:lnTo>
                  <a:lnTo>
                    <a:pt x="2146" y="1322336"/>
                  </a:lnTo>
                  <a:lnTo>
                    <a:pt x="0" y="1371473"/>
                  </a:lnTo>
                  <a:lnTo>
                    <a:pt x="0" y="1371727"/>
                  </a:lnTo>
                  <a:lnTo>
                    <a:pt x="2082" y="1420622"/>
                  </a:lnTo>
                  <a:lnTo>
                    <a:pt x="8178" y="1468158"/>
                  </a:lnTo>
                  <a:lnTo>
                    <a:pt x="18161" y="1514475"/>
                  </a:lnTo>
                  <a:lnTo>
                    <a:pt x="31838" y="1559293"/>
                  </a:lnTo>
                  <a:lnTo>
                    <a:pt x="49047" y="1602447"/>
                  </a:lnTo>
                  <a:lnTo>
                    <a:pt x="69608" y="1643773"/>
                  </a:lnTo>
                  <a:lnTo>
                    <a:pt x="93357" y="1683105"/>
                  </a:lnTo>
                  <a:lnTo>
                    <a:pt x="120142" y="1720253"/>
                  </a:lnTo>
                  <a:lnTo>
                    <a:pt x="149758" y="1755063"/>
                  </a:lnTo>
                  <a:lnTo>
                    <a:pt x="182067" y="1787372"/>
                  </a:lnTo>
                  <a:lnTo>
                    <a:pt x="216877" y="1816989"/>
                  </a:lnTo>
                  <a:lnTo>
                    <a:pt x="254025" y="1843773"/>
                  </a:lnTo>
                  <a:lnTo>
                    <a:pt x="293357" y="1867522"/>
                  </a:lnTo>
                  <a:lnTo>
                    <a:pt x="334683" y="1888083"/>
                  </a:lnTo>
                  <a:lnTo>
                    <a:pt x="377837" y="1905292"/>
                  </a:lnTo>
                  <a:lnTo>
                    <a:pt x="422656" y="1918970"/>
                  </a:lnTo>
                  <a:lnTo>
                    <a:pt x="468972" y="1928952"/>
                  </a:lnTo>
                  <a:lnTo>
                    <a:pt x="516610" y="1935060"/>
                  </a:lnTo>
                  <a:lnTo>
                    <a:pt x="565404" y="1937131"/>
                  </a:lnTo>
                  <a:lnTo>
                    <a:pt x="614184" y="1935060"/>
                  </a:lnTo>
                  <a:lnTo>
                    <a:pt x="661822" y="1928952"/>
                  </a:lnTo>
                  <a:lnTo>
                    <a:pt x="708139" y="1918970"/>
                  </a:lnTo>
                  <a:lnTo>
                    <a:pt x="732663" y="1911477"/>
                  </a:lnTo>
                  <a:lnTo>
                    <a:pt x="752957" y="1905292"/>
                  </a:lnTo>
                  <a:lnTo>
                    <a:pt x="796112" y="1888083"/>
                  </a:lnTo>
                  <a:lnTo>
                    <a:pt x="837438" y="1867522"/>
                  </a:lnTo>
                  <a:lnTo>
                    <a:pt x="876769" y="1843773"/>
                  </a:lnTo>
                  <a:lnTo>
                    <a:pt x="913917" y="1816989"/>
                  </a:lnTo>
                  <a:lnTo>
                    <a:pt x="948728" y="1787372"/>
                  </a:lnTo>
                  <a:lnTo>
                    <a:pt x="981036" y="1755063"/>
                  </a:lnTo>
                  <a:lnTo>
                    <a:pt x="1010653" y="1720253"/>
                  </a:lnTo>
                  <a:lnTo>
                    <a:pt x="1037437" y="1683105"/>
                  </a:lnTo>
                  <a:lnTo>
                    <a:pt x="1061186" y="1643773"/>
                  </a:lnTo>
                  <a:lnTo>
                    <a:pt x="1081747" y="1602447"/>
                  </a:lnTo>
                  <a:lnTo>
                    <a:pt x="1098956" y="1559293"/>
                  </a:lnTo>
                  <a:lnTo>
                    <a:pt x="1112634" y="1514475"/>
                  </a:lnTo>
                  <a:lnTo>
                    <a:pt x="1122527" y="1468539"/>
                  </a:lnTo>
                  <a:lnTo>
                    <a:pt x="1122616" y="1468158"/>
                  </a:lnTo>
                  <a:lnTo>
                    <a:pt x="1128712" y="1420622"/>
                  </a:lnTo>
                  <a:lnTo>
                    <a:pt x="1130808" y="1371727"/>
                  </a:lnTo>
                  <a:close/>
                </a:path>
                <a:path w="1900554" h="6858000">
                  <a:moveTo>
                    <a:pt x="1130808" y="0"/>
                  </a:moveTo>
                  <a:lnTo>
                    <a:pt x="1105408" y="0"/>
                  </a:lnTo>
                  <a:lnTo>
                    <a:pt x="1094359" y="108585"/>
                  </a:lnTo>
                  <a:lnTo>
                    <a:pt x="1082992" y="153987"/>
                  </a:lnTo>
                  <a:lnTo>
                    <a:pt x="1067892" y="197777"/>
                  </a:lnTo>
                  <a:lnTo>
                    <a:pt x="1049223" y="239776"/>
                  </a:lnTo>
                  <a:lnTo>
                    <a:pt x="1027188" y="279793"/>
                  </a:lnTo>
                  <a:lnTo>
                    <a:pt x="1001953" y="317652"/>
                  </a:lnTo>
                  <a:lnTo>
                    <a:pt x="973696" y="353174"/>
                  </a:lnTo>
                  <a:lnTo>
                    <a:pt x="942619" y="386168"/>
                  </a:lnTo>
                  <a:lnTo>
                    <a:pt x="908888" y="416471"/>
                  </a:lnTo>
                  <a:lnTo>
                    <a:pt x="872680" y="443877"/>
                  </a:lnTo>
                  <a:lnTo>
                    <a:pt x="834186" y="468223"/>
                  </a:lnTo>
                  <a:lnTo>
                    <a:pt x="793597" y="489331"/>
                  </a:lnTo>
                  <a:lnTo>
                    <a:pt x="751078" y="506996"/>
                  </a:lnTo>
                  <a:lnTo>
                    <a:pt x="706818" y="521055"/>
                  </a:lnTo>
                  <a:lnTo>
                    <a:pt x="660996" y="531329"/>
                  </a:lnTo>
                  <a:lnTo>
                    <a:pt x="613791" y="537616"/>
                  </a:lnTo>
                  <a:lnTo>
                    <a:pt x="565404" y="539750"/>
                  </a:lnTo>
                  <a:lnTo>
                    <a:pt x="517004" y="537616"/>
                  </a:lnTo>
                  <a:lnTo>
                    <a:pt x="469798" y="531329"/>
                  </a:lnTo>
                  <a:lnTo>
                    <a:pt x="423976" y="521055"/>
                  </a:lnTo>
                  <a:lnTo>
                    <a:pt x="379717" y="506996"/>
                  </a:lnTo>
                  <a:lnTo>
                    <a:pt x="337197" y="489331"/>
                  </a:lnTo>
                  <a:lnTo>
                    <a:pt x="296608" y="468223"/>
                  </a:lnTo>
                  <a:lnTo>
                    <a:pt x="258114" y="443877"/>
                  </a:lnTo>
                  <a:lnTo>
                    <a:pt x="221907" y="416471"/>
                  </a:lnTo>
                  <a:lnTo>
                    <a:pt x="188175" y="386168"/>
                  </a:lnTo>
                  <a:lnTo>
                    <a:pt x="157099" y="353174"/>
                  </a:lnTo>
                  <a:lnTo>
                    <a:pt x="128841" y="317652"/>
                  </a:lnTo>
                  <a:lnTo>
                    <a:pt x="103606" y="279793"/>
                  </a:lnTo>
                  <a:lnTo>
                    <a:pt x="81572" y="239776"/>
                  </a:lnTo>
                  <a:lnTo>
                    <a:pt x="62903" y="197777"/>
                  </a:lnTo>
                  <a:lnTo>
                    <a:pt x="47802" y="153987"/>
                  </a:lnTo>
                  <a:lnTo>
                    <a:pt x="36449" y="108585"/>
                  </a:lnTo>
                  <a:lnTo>
                    <a:pt x="25527" y="0"/>
                  </a:lnTo>
                  <a:lnTo>
                    <a:pt x="0" y="0"/>
                  </a:lnTo>
                  <a:lnTo>
                    <a:pt x="2070" y="48793"/>
                  </a:lnTo>
                  <a:lnTo>
                    <a:pt x="8178" y="96431"/>
                  </a:lnTo>
                  <a:lnTo>
                    <a:pt x="18161" y="142748"/>
                  </a:lnTo>
                  <a:lnTo>
                    <a:pt x="31838" y="187566"/>
                  </a:lnTo>
                  <a:lnTo>
                    <a:pt x="49047" y="230720"/>
                  </a:lnTo>
                  <a:lnTo>
                    <a:pt x="69608" y="272046"/>
                  </a:lnTo>
                  <a:lnTo>
                    <a:pt x="93357" y="311378"/>
                  </a:lnTo>
                  <a:lnTo>
                    <a:pt x="120142" y="348526"/>
                  </a:lnTo>
                  <a:lnTo>
                    <a:pt x="149758" y="383336"/>
                  </a:lnTo>
                  <a:lnTo>
                    <a:pt x="182067" y="415645"/>
                  </a:lnTo>
                  <a:lnTo>
                    <a:pt x="216877" y="445262"/>
                  </a:lnTo>
                  <a:lnTo>
                    <a:pt x="254025" y="472046"/>
                  </a:lnTo>
                  <a:lnTo>
                    <a:pt x="293357" y="495795"/>
                  </a:lnTo>
                  <a:lnTo>
                    <a:pt x="334683" y="516356"/>
                  </a:lnTo>
                  <a:lnTo>
                    <a:pt x="377837" y="533565"/>
                  </a:lnTo>
                  <a:lnTo>
                    <a:pt x="422656" y="547243"/>
                  </a:lnTo>
                  <a:lnTo>
                    <a:pt x="468972" y="557225"/>
                  </a:lnTo>
                  <a:lnTo>
                    <a:pt x="516610" y="563333"/>
                  </a:lnTo>
                  <a:lnTo>
                    <a:pt x="565404" y="565404"/>
                  </a:lnTo>
                  <a:lnTo>
                    <a:pt x="614184" y="563333"/>
                  </a:lnTo>
                  <a:lnTo>
                    <a:pt x="661822" y="557225"/>
                  </a:lnTo>
                  <a:lnTo>
                    <a:pt x="708139" y="547243"/>
                  </a:lnTo>
                  <a:lnTo>
                    <a:pt x="752957" y="533565"/>
                  </a:lnTo>
                  <a:lnTo>
                    <a:pt x="796112" y="516356"/>
                  </a:lnTo>
                  <a:lnTo>
                    <a:pt x="837438" y="495795"/>
                  </a:lnTo>
                  <a:lnTo>
                    <a:pt x="876769" y="472046"/>
                  </a:lnTo>
                  <a:lnTo>
                    <a:pt x="913917" y="445262"/>
                  </a:lnTo>
                  <a:lnTo>
                    <a:pt x="948728" y="415645"/>
                  </a:lnTo>
                  <a:lnTo>
                    <a:pt x="981036" y="383336"/>
                  </a:lnTo>
                  <a:lnTo>
                    <a:pt x="1010653" y="348526"/>
                  </a:lnTo>
                  <a:lnTo>
                    <a:pt x="1037437" y="311378"/>
                  </a:lnTo>
                  <a:lnTo>
                    <a:pt x="1061186" y="272046"/>
                  </a:lnTo>
                  <a:lnTo>
                    <a:pt x="1081747" y="230720"/>
                  </a:lnTo>
                  <a:lnTo>
                    <a:pt x="1098956" y="187566"/>
                  </a:lnTo>
                  <a:lnTo>
                    <a:pt x="1112634" y="142748"/>
                  </a:lnTo>
                  <a:lnTo>
                    <a:pt x="1122616" y="96431"/>
                  </a:lnTo>
                  <a:lnTo>
                    <a:pt x="1128725" y="48793"/>
                  </a:lnTo>
                  <a:lnTo>
                    <a:pt x="1130808" y="0"/>
                  </a:lnTo>
                  <a:close/>
                </a:path>
                <a:path w="1900554" h="6858000">
                  <a:moveTo>
                    <a:pt x="1900301" y="6295910"/>
                  </a:moveTo>
                  <a:lnTo>
                    <a:pt x="1830197" y="6302108"/>
                  </a:lnTo>
                  <a:lnTo>
                    <a:pt x="1782203" y="6312865"/>
                  </a:lnTo>
                  <a:lnTo>
                    <a:pt x="1735848" y="6327584"/>
                  </a:lnTo>
                  <a:lnTo>
                    <a:pt x="1691335" y="6346088"/>
                  </a:lnTo>
                  <a:lnTo>
                    <a:pt x="1648828" y="6368186"/>
                  </a:lnTo>
                  <a:lnTo>
                    <a:pt x="1608518" y="6393688"/>
                  </a:lnTo>
                  <a:lnTo>
                    <a:pt x="1570621" y="6422390"/>
                  </a:lnTo>
                  <a:lnTo>
                    <a:pt x="1535303" y="6454102"/>
                  </a:lnTo>
                  <a:lnTo>
                    <a:pt x="1502752" y="6488658"/>
                  </a:lnTo>
                  <a:lnTo>
                    <a:pt x="1473174" y="6525844"/>
                  </a:lnTo>
                  <a:lnTo>
                    <a:pt x="1446758" y="6565481"/>
                  </a:lnTo>
                  <a:lnTo>
                    <a:pt x="1423670" y="6607378"/>
                  </a:lnTo>
                  <a:lnTo>
                    <a:pt x="1404137" y="6651345"/>
                  </a:lnTo>
                  <a:lnTo>
                    <a:pt x="1388313" y="6697180"/>
                  </a:lnTo>
                  <a:lnTo>
                    <a:pt x="1376426" y="6744703"/>
                  </a:lnTo>
                  <a:lnTo>
                    <a:pt x="1364996" y="6858000"/>
                  </a:lnTo>
                  <a:lnTo>
                    <a:pt x="1390269" y="6858000"/>
                  </a:lnTo>
                  <a:lnTo>
                    <a:pt x="1401191" y="6749605"/>
                  </a:lnTo>
                  <a:lnTo>
                    <a:pt x="1413586" y="6700787"/>
                  </a:lnTo>
                  <a:lnTo>
                    <a:pt x="1430324" y="6653860"/>
                  </a:lnTo>
                  <a:lnTo>
                    <a:pt x="1451140" y="6609029"/>
                  </a:lnTo>
                  <a:lnTo>
                    <a:pt x="1475841" y="6566548"/>
                  </a:lnTo>
                  <a:lnTo>
                    <a:pt x="1504162" y="6526631"/>
                  </a:lnTo>
                  <a:lnTo>
                    <a:pt x="1535912" y="6489509"/>
                  </a:lnTo>
                  <a:lnTo>
                    <a:pt x="1570850" y="6455397"/>
                  </a:lnTo>
                  <a:lnTo>
                    <a:pt x="1608734" y="6424549"/>
                  </a:lnTo>
                  <a:lnTo>
                    <a:pt x="1649361" y="6397155"/>
                  </a:lnTo>
                  <a:lnTo>
                    <a:pt x="1692490" y="6373482"/>
                  </a:lnTo>
                  <a:lnTo>
                    <a:pt x="1737893" y="6353721"/>
                  </a:lnTo>
                  <a:lnTo>
                    <a:pt x="1785353" y="6338125"/>
                  </a:lnTo>
                  <a:lnTo>
                    <a:pt x="1834642" y="6326899"/>
                  </a:lnTo>
                  <a:lnTo>
                    <a:pt x="1900301" y="6321107"/>
                  </a:lnTo>
                  <a:lnTo>
                    <a:pt x="1900301" y="6295910"/>
                  </a:lnTo>
                  <a:close/>
                </a:path>
                <a:path w="1900554" h="6858000">
                  <a:moveTo>
                    <a:pt x="1900301" y="3552825"/>
                  </a:moveTo>
                  <a:lnTo>
                    <a:pt x="1816354" y="3561346"/>
                  </a:lnTo>
                  <a:lnTo>
                    <a:pt x="1768817" y="3573246"/>
                  </a:lnTo>
                  <a:lnTo>
                    <a:pt x="1722970" y="3589070"/>
                  </a:lnTo>
                  <a:lnTo>
                    <a:pt x="1678990" y="3608616"/>
                  </a:lnTo>
                  <a:lnTo>
                    <a:pt x="1637093" y="3631704"/>
                  </a:lnTo>
                  <a:lnTo>
                    <a:pt x="1597444" y="3658133"/>
                  </a:lnTo>
                  <a:lnTo>
                    <a:pt x="1560258" y="3687711"/>
                  </a:lnTo>
                  <a:lnTo>
                    <a:pt x="1525701" y="3720261"/>
                  </a:lnTo>
                  <a:lnTo>
                    <a:pt x="1493977" y="3755593"/>
                  </a:lnTo>
                  <a:lnTo>
                    <a:pt x="1465262" y="3793490"/>
                  </a:lnTo>
                  <a:lnTo>
                    <a:pt x="1439773" y="3833799"/>
                  </a:lnTo>
                  <a:lnTo>
                    <a:pt x="1417675" y="3876294"/>
                  </a:lnTo>
                  <a:lnTo>
                    <a:pt x="1399171" y="3920820"/>
                  </a:lnTo>
                  <a:lnTo>
                    <a:pt x="1384452" y="3967149"/>
                  </a:lnTo>
                  <a:lnTo>
                    <a:pt x="1373695" y="4015117"/>
                  </a:lnTo>
                  <a:lnTo>
                    <a:pt x="1367104" y="4064533"/>
                  </a:lnTo>
                  <a:lnTo>
                    <a:pt x="1364869" y="4115181"/>
                  </a:lnTo>
                  <a:lnTo>
                    <a:pt x="1367104" y="4165841"/>
                  </a:lnTo>
                  <a:lnTo>
                    <a:pt x="1373695" y="4215257"/>
                  </a:lnTo>
                  <a:lnTo>
                    <a:pt x="1384452" y="4263225"/>
                  </a:lnTo>
                  <a:lnTo>
                    <a:pt x="1399171" y="4309554"/>
                  </a:lnTo>
                  <a:lnTo>
                    <a:pt x="1417675" y="4354080"/>
                  </a:lnTo>
                  <a:lnTo>
                    <a:pt x="1439773" y="4396575"/>
                  </a:lnTo>
                  <a:lnTo>
                    <a:pt x="1465262" y="4436884"/>
                  </a:lnTo>
                  <a:lnTo>
                    <a:pt x="1493977" y="4474781"/>
                  </a:lnTo>
                  <a:lnTo>
                    <a:pt x="1525701" y="4510113"/>
                  </a:lnTo>
                  <a:lnTo>
                    <a:pt x="1560258" y="4542663"/>
                  </a:lnTo>
                  <a:lnTo>
                    <a:pt x="1597444" y="4572241"/>
                  </a:lnTo>
                  <a:lnTo>
                    <a:pt x="1637093" y="4598670"/>
                  </a:lnTo>
                  <a:lnTo>
                    <a:pt x="1678990" y="4621758"/>
                  </a:lnTo>
                  <a:lnTo>
                    <a:pt x="1722970" y="4641304"/>
                  </a:lnTo>
                  <a:lnTo>
                    <a:pt x="1768817" y="4657128"/>
                  </a:lnTo>
                  <a:lnTo>
                    <a:pt x="1816354" y="4669028"/>
                  </a:lnTo>
                  <a:lnTo>
                    <a:pt x="1900301" y="4677537"/>
                  </a:lnTo>
                  <a:lnTo>
                    <a:pt x="1900301" y="4651883"/>
                  </a:lnTo>
                  <a:lnTo>
                    <a:pt x="1821434" y="4644009"/>
                  </a:lnTo>
                  <a:lnTo>
                    <a:pt x="1776018" y="4632630"/>
                  </a:lnTo>
                  <a:lnTo>
                    <a:pt x="1732241" y="4617504"/>
                  </a:lnTo>
                  <a:lnTo>
                    <a:pt x="1690243" y="4598835"/>
                  </a:lnTo>
                  <a:lnTo>
                    <a:pt x="1650225" y="4576775"/>
                  </a:lnTo>
                  <a:lnTo>
                    <a:pt x="1612366" y="4551527"/>
                  </a:lnTo>
                  <a:lnTo>
                    <a:pt x="1576844" y="4523270"/>
                  </a:lnTo>
                  <a:lnTo>
                    <a:pt x="1543850" y="4492180"/>
                  </a:lnTo>
                  <a:lnTo>
                    <a:pt x="1513547" y="4458436"/>
                  </a:lnTo>
                  <a:lnTo>
                    <a:pt x="1486141" y="4422229"/>
                  </a:lnTo>
                  <a:lnTo>
                    <a:pt x="1461795" y="4383735"/>
                  </a:lnTo>
                  <a:lnTo>
                    <a:pt x="1440688" y="4343133"/>
                  </a:lnTo>
                  <a:lnTo>
                    <a:pt x="1423022" y="4300613"/>
                  </a:lnTo>
                  <a:lnTo>
                    <a:pt x="1408963" y="4256354"/>
                  </a:lnTo>
                  <a:lnTo>
                    <a:pt x="1398689" y="4210532"/>
                  </a:lnTo>
                  <a:lnTo>
                    <a:pt x="1392402" y="4163326"/>
                  </a:lnTo>
                  <a:lnTo>
                    <a:pt x="1390269" y="4114927"/>
                  </a:lnTo>
                  <a:lnTo>
                    <a:pt x="1392402" y="4066552"/>
                  </a:lnTo>
                  <a:lnTo>
                    <a:pt x="1398689" y="4019372"/>
                  </a:lnTo>
                  <a:lnTo>
                    <a:pt x="1408963" y="3973563"/>
                  </a:lnTo>
                  <a:lnTo>
                    <a:pt x="1423022" y="3929303"/>
                  </a:lnTo>
                  <a:lnTo>
                    <a:pt x="1440688" y="3886784"/>
                  </a:lnTo>
                  <a:lnTo>
                    <a:pt x="1461795" y="3846195"/>
                  </a:lnTo>
                  <a:lnTo>
                    <a:pt x="1486141" y="3807701"/>
                  </a:lnTo>
                  <a:lnTo>
                    <a:pt x="1513547" y="3771493"/>
                  </a:lnTo>
                  <a:lnTo>
                    <a:pt x="1543850" y="3737749"/>
                  </a:lnTo>
                  <a:lnTo>
                    <a:pt x="1576844" y="3706660"/>
                  </a:lnTo>
                  <a:lnTo>
                    <a:pt x="1612366" y="3678402"/>
                  </a:lnTo>
                  <a:lnTo>
                    <a:pt x="1650225" y="3653167"/>
                  </a:lnTo>
                  <a:lnTo>
                    <a:pt x="1690243" y="3631120"/>
                  </a:lnTo>
                  <a:lnTo>
                    <a:pt x="1732241" y="3612451"/>
                  </a:lnTo>
                  <a:lnTo>
                    <a:pt x="1776018" y="3597338"/>
                  </a:lnTo>
                  <a:lnTo>
                    <a:pt x="1821434" y="3585972"/>
                  </a:lnTo>
                  <a:lnTo>
                    <a:pt x="1900301" y="3577983"/>
                  </a:lnTo>
                  <a:lnTo>
                    <a:pt x="1900301" y="3552825"/>
                  </a:lnTo>
                  <a:close/>
                </a:path>
                <a:path w="1900554" h="6858000">
                  <a:moveTo>
                    <a:pt x="1900301" y="2181098"/>
                  </a:moveTo>
                  <a:lnTo>
                    <a:pt x="1816354" y="2189607"/>
                  </a:lnTo>
                  <a:lnTo>
                    <a:pt x="1768817" y="2201519"/>
                  </a:lnTo>
                  <a:lnTo>
                    <a:pt x="1722970" y="2217343"/>
                  </a:lnTo>
                  <a:lnTo>
                    <a:pt x="1678990" y="2236889"/>
                  </a:lnTo>
                  <a:lnTo>
                    <a:pt x="1637093" y="2259977"/>
                  </a:lnTo>
                  <a:lnTo>
                    <a:pt x="1597444" y="2286406"/>
                  </a:lnTo>
                  <a:lnTo>
                    <a:pt x="1560258" y="2315984"/>
                  </a:lnTo>
                  <a:lnTo>
                    <a:pt x="1525701" y="2348534"/>
                  </a:lnTo>
                  <a:lnTo>
                    <a:pt x="1493977" y="2383866"/>
                  </a:lnTo>
                  <a:lnTo>
                    <a:pt x="1465262" y="2421763"/>
                  </a:lnTo>
                  <a:lnTo>
                    <a:pt x="1439773" y="2462072"/>
                  </a:lnTo>
                  <a:lnTo>
                    <a:pt x="1417675" y="2504567"/>
                  </a:lnTo>
                  <a:lnTo>
                    <a:pt x="1399171" y="2549080"/>
                  </a:lnTo>
                  <a:lnTo>
                    <a:pt x="1384452" y="2595422"/>
                  </a:lnTo>
                  <a:lnTo>
                    <a:pt x="1373695" y="2643390"/>
                  </a:lnTo>
                  <a:lnTo>
                    <a:pt x="1367104" y="2692806"/>
                  </a:lnTo>
                  <a:lnTo>
                    <a:pt x="1364869" y="2743454"/>
                  </a:lnTo>
                  <a:lnTo>
                    <a:pt x="1367104" y="2794114"/>
                  </a:lnTo>
                  <a:lnTo>
                    <a:pt x="1373695" y="2843530"/>
                  </a:lnTo>
                  <a:lnTo>
                    <a:pt x="1384452" y="2891498"/>
                  </a:lnTo>
                  <a:lnTo>
                    <a:pt x="1399171" y="2937840"/>
                  </a:lnTo>
                  <a:lnTo>
                    <a:pt x="1417675" y="2982353"/>
                  </a:lnTo>
                  <a:lnTo>
                    <a:pt x="1439773" y="3024848"/>
                  </a:lnTo>
                  <a:lnTo>
                    <a:pt x="1465262" y="3065157"/>
                  </a:lnTo>
                  <a:lnTo>
                    <a:pt x="1493977" y="3103067"/>
                  </a:lnTo>
                  <a:lnTo>
                    <a:pt x="1525701" y="3138386"/>
                  </a:lnTo>
                  <a:lnTo>
                    <a:pt x="1560258" y="3170936"/>
                  </a:lnTo>
                  <a:lnTo>
                    <a:pt x="1597444" y="3200514"/>
                  </a:lnTo>
                  <a:lnTo>
                    <a:pt x="1637093" y="3226955"/>
                  </a:lnTo>
                  <a:lnTo>
                    <a:pt x="1678990" y="3250031"/>
                  </a:lnTo>
                  <a:lnTo>
                    <a:pt x="1722970" y="3269577"/>
                  </a:lnTo>
                  <a:lnTo>
                    <a:pt x="1768817" y="3285401"/>
                  </a:lnTo>
                  <a:lnTo>
                    <a:pt x="1816354" y="3297301"/>
                  </a:lnTo>
                  <a:lnTo>
                    <a:pt x="1900301" y="3305810"/>
                  </a:lnTo>
                  <a:lnTo>
                    <a:pt x="1900301" y="3280156"/>
                  </a:lnTo>
                  <a:lnTo>
                    <a:pt x="1821434" y="3272282"/>
                  </a:lnTo>
                  <a:lnTo>
                    <a:pt x="1776018" y="3260902"/>
                  </a:lnTo>
                  <a:lnTo>
                    <a:pt x="1732241" y="3245777"/>
                  </a:lnTo>
                  <a:lnTo>
                    <a:pt x="1690243" y="3227108"/>
                  </a:lnTo>
                  <a:lnTo>
                    <a:pt x="1650225" y="3205048"/>
                  </a:lnTo>
                  <a:lnTo>
                    <a:pt x="1612366" y="3179800"/>
                  </a:lnTo>
                  <a:lnTo>
                    <a:pt x="1576844" y="3151543"/>
                  </a:lnTo>
                  <a:lnTo>
                    <a:pt x="1543850" y="3120453"/>
                  </a:lnTo>
                  <a:lnTo>
                    <a:pt x="1513547" y="3086709"/>
                  </a:lnTo>
                  <a:lnTo>
                    <a:pt x="1486141" y="3050502"/>
                  </a:lnTo>
                  <a:lnTo>
                    <a:pt x="1461795" y="3012008"/>
                  </a:lnTo>
                  <a:lnTo>
                    <a:pt x="1440688" y="2971406"/>
                  </a:lnTo>
                  <a:lnTo>
                    <a:pt x="1423022" y="2928886"/>
                  </a:lnTo>
                  <a:lnTo>
                    <a:pt x="1408963" y="2884627"/>
                  </a:lnTo>
                  <a:lnTo>
                    <a:pt x="1398689" y="2838805"/>
                  </a:lnTo>
                  <a:lnTo>
                    <a:pt x="1392402" y="2791599"/>
                  </a:lnTo>
                  <a:lnTo>
                    <a:pt x="1390269" y="2743200"/>
                  </a:lnTo>
                  <a:lnTo>
                    <a:pt x="1392402" y="2694825"/>
                  </a:lnTo>
                  <a:lnTo>
                    <a:pt x="1398689" y="2647645"/>
                  </a:lnTo>
                  <a:lnTo>
                    <a:pt x="1408963" y="2601836"/>
                  </a:lnTo>
                  <a:lnTo>
                    <a:pt x="1423022" y="2557576"/>
                  </a:lnTo>
                  <a:lnTo>
                    <a:pt x="1440688" y="2515057"/>
                  </a:lnTo>
                  <a:lnTo>
                    <a:pt x="1461795" y="2474468"/>
                  </a:lnTo>
                  <a:lnTo>
                    <a:pt x="1486141" y="2435974"/>
                  </a:lnTo>
                  <a:lnTo>
                    <a:pt x="1513547" y="2399766"/>
                  </a:lnTo>
                  <a:lnTo>
                    <a:pt x="1543850" y="2366022"/>
                  </a:lnTo>
                  <a:lnTo>
                    <a:pt x="1576844" y="2334933"/>
                  </a:lnTo>
                  <a:lnTo>
                    <a:pt x="1612366" y="2306675"/>
                  </a:lnTo>
                  <a:lnTo>
                    <a:pt x="1650225" y="2281440"/>
                  </a:lnTo>
                  <a:lnTo>
                    <a:pt x="1690243" y="2259393"/>
                  </a:lnTo>
                  <a:lnTo>
                    <a:pt x="1732241" y="2240724"/>
                  </a:lnTo>
                  <a:lnTo>
                    <a:pt x="1776018" y="2225611"/>
                  </a:lnTo>
                  <a:lnTo>
                    <a:pt x="1821434" y="2214245"/>
                  </a:lnTo>
                  <a:lnTo>
                    <a:pt x="1900301" y="2206244"/>
                  </a:lnTo>
                  <a:lnTo>
                    <a:pt x="1900301" y="2181098"/>
                  </a:lnTo>
                  <a:close/>
                </a:path>
                <a:path w="1900554" h="6858000">
                  <a:moveTo>
                    <a:pt x="1900301" y="537083"/>
                  </a:moveTo>
                  <a:lnTo>
                    <a:pt x="1834642" y="531368"/>
                  </a:lnTo>
                  <a:lnTo>
                    <a:pt x="1785353" y="520141"/>
                  </a:lnTo>
                  <a:lnTo>
                    <a:pt x="1737893" y="504520"/>
                  </a:lnTo>
                  <a:lnTo>
                    <a:pt x="1692490" y="484759"/>
                  </a:lnTo>
                  <a:lnTo>
                    <a:pt x="1649361" y="461060"/>
                  </a:lnTo>
                  <a:lnTo>
                    <a:pt x="1608734" y="433666"/>
                  </a:lnTo>
                  <a:lnTo>
                    <a:pt x="1570850" y="402793"/>
                  </a:lnTo>
                  <a:lnTo>
                    <a:pt x="1535912" y="368681"/>
                  </a:lnTo>
                  <a:lnTo>
                    <a:pt x="1504162" y="331558"/>
                  </a:lnTo>
                  <a:lnTo>
                    <a:pt x="1475841" y="291630"/>
                  </a:lnTo>
                  <a:lnTo>
                    <a:pt x="1451140" y="249148"/>
                  </a:lnTo>
                  <a:lnTo>
                    <a:pt x="1430324" y="204330"/>
                  </a:lnTo>
                  <a:lnTo>
                    <a:pt x="1413586" y="157403"/>
                  </a:lnTo>
                  <a:lnTo>
                    <a:pt x="1401191" y="108585"/>
                  </a:lnTo>
                  <a:lnTo>
                    <a:pt x="1390269" y="0"/>
                  </a:lnTo>
                  <a:lnTo>
                    <a:pt x="1364869" y="0"/>
                  </a:lnTo>
                  <a:lnTo>
                    <a:pt x="1367104" y="50660"/>
                  </a:lnTo>
                  <a:lnTo>
                    <a:pt x="1373695" y="100076"/>
                  </a:lnTo>
                  <a:lnTo>
                    <a:pt x="1384452" y="148043"/>
                  </a:lnTo>
                  <a:lnTo>
                    <a:pt x="1399171" y="194373"/>
                  </a:lnTo>
                  <a:lnTo>
                    <a:pt x="1417675" y="238899"/>
                  </a:lnTo>
                  <a:lnTo>
                    <a:pt x="1439773" y="281393"/>
                  </a:lnTo>
                  <a:lnTo>
                    <a:pt x="1465262" y="321703"/>
                  </a:lnTo>
                  <a:lnTo>
                    <a:pt x="1493977" y="359600"/>
                  </a:lnTo>
                  <a:lnTo>
                    <a:pt x="1525701" y="394931"/>
                  </a:lnTo>
                  <a:lnTo>
                    <a:pt x="1560258" y="427482"/>
                  </a:lnTo>
                  <a:lnTo>
                    <a:pt x="1597444" y="457060"/>
                  </a:lnTo>
                  <a:lnTo>
                    <a:pt x="1637093" y="483489"/>
                  </a:lnTo>
                  <a:lnTo>
                    <a:pt x="1678990" y="506577"/>
                  </a:lnTo>
                  <a:lnTo>
                    <a:pt x="1722970" y="526122"/>
                  </a:lnTo>
                  <a:lnTo>
                    <a:pt x="1768817" y="541947"/>
                  </a:lnTo>
                  <a:lnTo>
                    <a:pt x="1816354" y="553847"/>
                  </a:lnTo>
                  <a:lnTo>
                    <a:pt x="1900301" y="562356"/>
                  </a:lnTo>
                  <a:lnTo>
                    <a:pt x="1900301" y="53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534670"/>
            <a:ext cx="3481704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dirty="0"/>
              <a:t>Advertisements</a:t>
            </a:r>
            <a:r>
              <a:rPr sz="3200" spc="-100" dirty="0"/>
              <a:t> </a:t>
            </a:r>
            <a:r>
              <a:rPr sz="3200" spc="-50" dirty="0"/>
              <a:t>&amp; </a:t>
            </a:r>
            <a:r>
              <a:rPr sz="3200" spc="-10" dirty="0"/>
              <a:t>Mixed-Method Recruitment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44144" y="2064461"/>
            <a:ext cx="4107815" cy="393065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9085" marR="282575" indent="-287020">
              <a:lnSpc>
                <a:spcPts val="1839"/>
              </a:lnSpc>
              <a:spcBef>
                <a:spcPts val="334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1700" dirty="0">
                <a:latin typeface="Arial MT"/>
                <a:cs typeface="Arial MT"/>
              </a:rPr>
              <a:t>Advertisements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(social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media,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flyers, </a:t>
            </a:r>
            <a:r>
              <a:rPr sz="1700" dirty="0">
                <a:latin typeface="Arial MT"/>
                <a:cs typeface="Arial MT"/>
              </a:rPr>
              <a:t>online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platforms)</a:t>
            </a:r>
            <a:endParaRPr sz="1700">
              <a:latin typeface="Arial MT"/>
              <a:cs typeface="Arial MT"/>
            </a:endParaRPr>
          </a:p>
          <a:p>
            <a:pPr marL="299085">
              <a:lnSpc>
                <a:spcPts val="1805"/>
              </a:lnSpc>
            </a:pPr>
            <a:r>
              <a:rPr sz="1700" spc="-10" dirty="0">
                <a:latin typeface="Arial MT"/>
                <a:cs typeface="Arial MT"/>
              </a:rPr>
              <a:t>Benefits:</a:t>
            </a:r>
            <a:endParaRPr sz="1700">
              <a:latin typeface="Arial MT"/>
              <a:cs typeface="Arial MT"/>
            </a:endParaRPr>
          </a:p>
          <a:p>
            <a:pPr marL="299085" marR="69215" indent="-287020">
              <a:lnSpc>
                <a:spcPts val="1839"/>
              </a:lnSpc>
              <a:spcBef>
                <a:spcPts val="1714"/>
              </a:spcBef>
              <a:buClr>
                <a:srgbClr val="B0B6B0"/>
              </a:buClr>
              <a:buSzPct val="58823"/>
              <a:buChar char="•"/>
              <a:tabLst>
                <a:tab pos="299085" algn="l"/>
              </a:tabLst>
            </a:pPr>
            <a:r>
              <a:rPr sz="1700" dirty="0">
                <a:latin typeface="Arial MT"/>
                <a:cs typeface="Arial MT"/>
              </a:rPr>
              <a:t>Fast,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broad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reach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large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diverse audiences.</a:t>
            </a:r>
            <a:endParaRPr sz="1700">
              <a:latin typeface="Arial MT"/>
              <a:cs typeface="Arial MT"/>
            </a:endParaRPr>
          </a:p>
          <a:p>
            <a:pPr marL="299085" marR="5080" indent="-287020">
              <a:lnSpc>
                <a:spcPts val="1839"/>
              </a:lnSpc>
              <a:spcBef>
                <a:spcPts val="1695"/>
              </a:spcBef>
              <a:buClr>
                <a:srgbClr val="B0B6B0"/>
              </a:buClr>
              <a:buSzPct val="58823"/>
              <a:buChar char="•"/>
              <a:tabLst>
                <a:tab pos="299085" algn="l"/>
              </a:tabLst>
            </a:pPr>
            <a:r>
              <a:rPr sz="1700" dirty="0">
                <a:latin typeface="Arial MT"/>
                <a:cs typeface="Arial MT"/>
              </a:rPr>
              <a:t>Flexible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across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multiple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media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(digital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&amp; </a:t>
            </a:r>
            <a:r>
              <a:rPr sz="1700" spc="-10" dirty="0">
                <a:latin typeface="Arial MT"/>
                <a:cs typeface="Arial MT"/>
              </a:rPr>
              <a:t>print).</a:t>
            </a:r>
            <a:endParaRPr sz="17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470"/>
              </a:spcBef>
              <a:buClr>
                <a:srgbClr val="B0B6B0"/>
              </a:buClr>
              <a:buSzPct val="58823"/>
              <a:buChar char="•"/>
              <a:tabLst>
                <a:tab pos="299085" algn="l"/>
              </a:tabLst>
            </a:pPr>
            <a:r>
              <a:rPr sz="1700" spc="-10" dirty="0">
                <a:latin typeface="Arial MT"/>
                <a:cs typeface="Arial MT"/>
              </a:rPr>
              <a:t>Challenges:</a:t>
            </a:r>
            <a:endParaRPr sz="1700">
              <a:latin typeface="Arial MT"/>
              <a:cs typeface="Arial MT"/>
            </a:endParaRPr>
          </a:p>
          <a:p>
            <a:pPr marL="756285" lvl="1" indent="-286385">
              <a:lnSpc>
                <a:spcPts val="1939"/>
              </a:lnSpc>
              <a:spcBef>
                <a:spcPts val="1490"/>
              </a:spcBef>
              <a:buClr>
                <a:srgbClr val="B0B6B0"/>
              </a:buClr>
              <a:buSzPct val="58823"/>
              <a:buChar char="•"/>
              <a:tabLst>
                <a:tab pos="756285" algn="l"/>
              </a:tabLst>
            </a:pPr>
            <a:r>
              <a:rPr sz="1700" spc="-10" dirty="0">
                <a:latin typeface="Arial MT"/>
                <a:cs typeface="Arial MT"/>
              </a:rPr>
              <a:t>Self-</a:t>
            </a:r>
            <a:r>
              <a:rPr sz="1700" dirty="0">
                <a:latin typeface="Arial MT"/>
                <a:cs typeface="Arial MT"/>
              </a:rPr>
              <a:t>selection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bias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Only </a:t>
            </a:r>
            <a:r>
              <a:rPr sz="1700" spc="-10" dirty="0">
                <a:latin typeface="Arial MT"/>
                <a:cs typeface="Arial MT"/>
              </a:rPr>
              <a:t>specific</a:t>
            </a:r>
            <a:endParaRPr sz="1700">
              <a:latin typeface="Arial MT"/>
              <a:cs typeface="Arial MT"/>
            </a:endParaRPr>
          </a:p>
          <a:p>
            <a:pPr marL="756285">
              <a:lnSpc>
                <a:spcPts val="1939"/>
              </a:lnSpc>
            </a:pPr>
            <a:r>
              <a:rPr sz="1700" dirty="0">
                <a:latin typeface="Arial MT"/>
                <a:cs typeface="Arial MT"/>
              </a:rPr>
              <a:t>individuals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respond.</a:t>
            </a:r>
            <a:endParaRPr sz="1700">
              <a:latin typeface="Arial MT"/>
              <a:cs typeface="Arial MT"/>
            </a:endParaRPr>
          </a:p>
          <a:p>
            <a:pPr marL="756285" marR="57150" lvl="1" indent="-287020">
              <a:lnSpc>
                <a:spcPts val="1839"/>
              </a:lnSpc>
              <a:spcBef>
                <a:spcPts val="1725"/>
              </a:spcBef>
              <a:buClr>
                <a:srgbClr val="B0B6B0"/>
              </a:buClr>
              <a:buSzPct val="58823"/>
              <a:buChar char="•"/>
              <a:tabLst>
                <a:tab pos="756285" algn="l"/>
              </a:tabLst>
            </a:pPr>
            <a:r>
              <a:rPr sz="1700" dirty="0">
                <a:latin typeface="Arial MT"/>
                <a:cs typeface="Arial MT"/>
              </a:rPr>
              <a:t>May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target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right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population effectively.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64784" y="-3"/>
            <a:ext cx="6927215" cy="6858000"/>
            <a:chOff x="5264784" y="-3"/>
            <a:chExt cx="6927215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3"/>
              <a:ext cx="6927215" cy="68578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55805" y="809370"/>
              <a:ext cx="536575" cy="1125220"/>
            </a:xfrm>
            <a:custGeom>
              <a:avLst/>
              <a:gdLst/>
              <a:ahLst/>
              <a:cxnLst/>
              <a:rect l="l" t="t" r="r" b="b"/>
              <a:pathLst>
                <a:path w="536575" h="1125220">
                  <a:moveTo>
                    <a:pt x="536194" y="0"/>
                  </a:moveTo>
                  <a:lnTo>
                    <a:pt x="451485" y="8508"/>
                  </a:lnTo>
                  <a:lnTo>
                    <a:pt x="403949" y="20413"/>
                  </a:lnTo>
                  <a:lnTo>
                    <a:pt x="358102" y="36234"/>
                  </a:lnTo>
                  <a:lnTo>
                    <a:pt x="314132" y="55782"/>
                  </a:lnTo>
                  <a:lnTo>
                    <a:pt x="272230" y="78867"/>
                  </a:lnTo>
                  <a:lnTo>
                    <a:pt x="232587" y="105296"/>
                  </a:lnTo>
                  <a:lnTo>
                    <a:pt x="195392" y="134881"/>
                  </a:lnTo>
                  <a:lnTo>
                    <a:pt x="160837" y="167431"/>
                  </a:lnTo>
                  <a:lnTo>
                    <a:pt x="129111" y="202755"/>
                  </a:lnTo>
                  <a:lnTo>
                    <a:pt x="100405" y="240663"/>
                  </a:lnTo>
                  <a:lnTo>
                    <a:pt x="74908" y="280963"/>
                  </a:lnTo>
                  <a:lnTo>
                    <a:pt x="52813" y="323467"/>
                  </a:lnTo>
                  <a:lnTo>
                    <a:pt x="34307" y="367982"/>
                  </a:lnTo>
                  <a:lnTo>
                    <a:pt x="19583" y="414319"/>
                  </a:lnTo>
                  <a:lnTo>
                    <a:pt x="8830" y="462287"/>
                  </a:lnTo>
                  <a:lnTo>
                    <a:pt x="2239" y="511696"/>
                  </a:lnTo>
                  <a:lnTo>
                    <a:pt x="0" y="562355"/>
                  </a:lnTo>
                  <a:lnTo>
                    <a:pt x="2239" y="613015"/>
                  </a:lnTo>
                  <a:lnTo>
                    <a:pt x="8830" y="662424"/>
                  </a:lnTo>
                  <a:lnTo>
                    <a:pt x="19583" y="710392"/>
                  </a:lnTo>
                  <a:lnTo>
                    <a:pt x="34307" y="756729"/>
                  </a:lnTo>
                  <a:lnTo>
                    <a:pt x="52813" y="801244"/>
                  </a:lnTo>
                  <a:lnTo>
                    <a:pt x="74908" y="843748"/>
                  </a:lnTo>
                  <a:lnTo>
                    <a:pt x="100405" y="884048"/>
                  </a:lnTo>
                  <a:lnTo>
                    <a:pt x="129111" y="921956"/>
                  </a:lnTo>
                  <a:lnTo>
                    <a:pt x="160837" y="957280"/>
                  </a:lnTo>
                  <a:lnTo>
                    <a:pt x="195392" y="989830"/>
                  </a:lnTo>
                  <a:lnTo>
                    <a:pt x="232587" y="1019415"/>
                  </a:lnTo>
                  <a:lnTo>
                    <a:pt x="272230" y="1045845"/>
                  </a:lnTo>
                  <a:lnTo>
                    <a:pt x="314132" y="1068929"/>
                  </a:lnTo>
                  <a:lnTo>
                    <a:pt x="358102" y="1088477"/>
                  </a:lnTo>
                  <a:lnTo>
                    <a:pt x="403949" y="1104298"/>
                  </a:lnTo>
                  <a:lnTo>
                    <a:pt x="451485" y="1116202"/>
                  </a:lnTo>
                  <a:lnTo>
                    <a:pt x="536194" y="1124839"/>
                  </a:lnTo>
                  <a:lnTo>
                    <a:pt x="536194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91699" y="0"/>
              <a:ext cx="1900555" cy="6858000"/>
            </a:xfrm>
            <a:custGeom>
              <a:avLst/>
              <a:gdLst/>
              <a:ahLst/>
              <a:cxnLst/>
              <a:rect l="l" t="t" r="r" b="b"/>
              <a:pathLst>
                <a:path w="1900554" h="6858000">
                  <a:moveTo>
                    <a:pt x="1130808" y="1371727"/>
                  </a:moveTo>
                  <a:lnTo>
                    <a:pt x="1128725" y="1322946"/>
                  </a:lnTo>
                  <a:lnTo>
                    <a:pt x="1122616" y="1275308"/>
                  </a:lnTo>
                  <a:lnTo>
                    <a:pt x="1112634" y="1228991"/>
                  </a:lnTo>
                  <a:lnTo>
                    <a:pt x="1105408" y="1205318"/>
                  </a:lnTo>
                  <a:lnTo>
                    <a:pt x="1105408" y="1371473"/>
                  </a:lnTo>
                  <a:lnTo>
                    <a:pt x="1103198" y="1420622"/>
                  </a:lnTo>
                  <a:lnTo>
                    <a:pt x="1096746" y="1468158"/>
                  </a:lnTo>
                  <a:lnTo>
                    <a:pt x="1096695" y="1468539"/>
                  </a:lnTo>
                  <a:lnTo>
                    <a:pt x="1086231" y="1514475"/>
                  </a:lnTo>
                  <a:lnTo>
                    <a:pt x="1086104" y="1515021"/>
                  </a:lnTo>
                  <a:lnTo>
                    <a:pt x="1071613" y="1559890"/>
                  </a:lnTo>
                  <a:lnTo>
                    <a:pt x="1053401" y="1602943"/>
                  </a:lnTo>
                  <a:lnTo>
                    <a:pt x="1031786" y="1643773"/>
                  </a:lnTo>
                  <a:lnTo>
                    <a:pt x="1031671" y="1644015"/>
                  </a:lnTo>
                  <a:lnTo>
                    <a:pt x="1006602" y="1682889"/>
                  </a:lnTo>
                  <a:lnTo>
                    <a:pt x="978382" y="1719376"/>
                  </a:lnTo>
                  <a:lnTo>
                    <a:pt x="947216" y="1753298"/>
                  </a:lnTo>
                  <a:lnTo>
                    <a:pt x="913295" y="1784464"/>
                  </a:lnTo>
                  <a:lnTo>
                    <a:pt x="876808" y="1812683"/>
                  </a:lnTo>
                  <a:lnTo>
                    <a:pt x="837933" y="1837753"/>
                  </a:lnTo>
                  <a:lnTo>
                    <a:pt x="796861" y="1859483"/>
                  </a:lnTo>
                  <a:lnTo>
                    <a:pt x="753808" y="1877695"/>
                  </a:lnTo>
                  <a:lnTo>
                    <a:pt x="708939" y="1892185"/>
                  </a:lnTo>
                  <a:lnTo>
                    <a:pt x="662457" y="1902777"/>
                  </a:lnTo>
                  <a:lnTo>
                    <a:pt x="614540" y="1909279"/>
                  </a:lnTo>
                  <a:lnTo>
                    <a:pt x="565404" y="1911477"/>
                  </a:lnTo>
                  <a:lnTo>
                    <a:pt x="516255" y="1909279"/>
                  </a:lnTo>
                  <a:lnTo>
                    <a:pt x="468337" y="1902777"/>
                  </a:lnTo>
                  <a:lnTo>
                    <a:pt x="421855" y="1892185"/>
                  </a:lnTo>
                  <a:lnTo>
                    <a:pt x="376986" y="1877695"/>
                  </a:lnTo>
                  <a:lnTo>
                    <a:pt x="333933" y="1859483"/>
                  </a:lnTo>
                  <a:lnTo>
                    <a:pt x="292862" y="1837753"/>
                  </a:lnTo>
                  <a:lnTo>
                    <a:pt x="253987" y="1812683"/>
                  </a:lnTo>
                  <a:lnTo>
                    <a:pt x="217500" y="1784464"/>
                  </a:lnTo>
                  <a:lnTo>
                    <a:pt x="183565" y="1753298"/>
                  </a:lnTo>
                  <a:lnTo>
                    <a:pt x="152412" y="1719376"/>
                  </a:lnTo>
                  <a:lnTo>
                    <a:pt x="124193" y="1682889"/>
                  </a:lnTo>
                  <a:lnTo>
                    <a:pt x="99123" y="1644015"/>
                  </a:lnTo>
                  <a:lnTo>
                    <a:pt x="77393" y="1602943"/>
                  </a:lnTo>
                  <a:lnTo>
                    <a:pt x="59182" y="1559890"/>
                  </a:lnTo>
                  <a:lnTo>
                    <a:pt x="44691" y="1515021"/>
                  </a:lnTo>
                  <a:lnTo>
                    <a:pt x="34099" y="1468539"/>
                  </a:lnTo>
                  <a:lnTo>
                    <a:pt x="27597" y="1420622"/>
                  </a:lnTo>
                  <a:lnTo>
                    <a:pt x="25400" y="1371727"/>
                  </a:lnTo>
                  <a:lnTo>
                    <a:pt x="25400" y="1371473"/>
                  </a:lnTo>
                  <a:lnTo>
                    <a:pt x="27571" y="1322946"/>
                  </a:lnTo>
                  <a:lnTo>
                    <a:pt x="27597" y="1322336"/>
                  </a:lnTo>
                  <a:lnTo>
                    <a:pt x="33972" y="1275308"/>
                  </a:lnTo>
                  <a:lnTo>
                    <a:pt x="44691" y="1227950"/>
                  </a:lnTo>
                  <a:lnTo>
                    <a:pt x="59182" y="1183081"/>
                  </a:lnTo>
                  <a:lnTo>
                    <a:pt x="77393" y="1140028"/>
                  </a:lnTo>
                  <a:lnTo>
                    <a:pt x="99123" y="1098981"/>
                  </a:lnTo>
                  <a:lnTo>
                    <a:pt x="124193" y="1060119"/>
                  </a:lnTo>
                  <a:lnTo>
                    <a:pt x="152412" y="1023632"/>
                  </a:lnTo>
                  <a:lnTo>
                    <a:pt x="183578" y="989711"/>
                  </a:lnTo>
                  <a:lnTo>
                    <a:pt x="217500" y="958570"/>
                  </a:lnTo>
                  <a:lnTo>
                    <a:pt x="253987" y="930363"/>
                  </a:lnTo>
                  <a:lnTo>
                    <a:pt x="292862" y="905306"/>
                  </a:lnTo>
                  <a:lnTo>
                    <a:pt x="333933" y="883577"/>
                  </a:lnTo>
                  <a:lnTo>
                    <a:pt x="376986" y="865378"/>
                  </a:lnTo>
                  <a:lnTo>
                    <a:pt x="421855" y="850887"/>
                  </a:lnTo>
                  <a:lnTo>
                    <a:pt x="468337" y="840295"/>
                  </a:lnTo>
                  <a:lnTo>
                    <a:pt x="516255" y="833805"/>
                  </a:lnTo>
                  <a:lnTo>
                    <a:pt x="565404" y="831596"/>
                  </a:lnTo>
                  <a:lnTo>
                    <a:pt x="614540" y="833805"/>
                  </a:lnTo>
                  <a:lnTo>
                    <a:pt x="662457" y="840295"/>
                  </a:lnTo>
                  <a:lnTo>
                    <a:pt x="708939" y="850887"/>
                  </a:lnTo>
                  <a:lnTo>
                    <a:pt x="753808" y="865378"/>
                  </a:lnTo>
                  <a:lnTo>
                    <a:pt x="796861" y="883577"/>
                  </a:lnTo>
                  <a:lnTo>
                    <a:pt x="837933" y="905306"/>
                  </a:lnTo>
                  <a:lnTo>
                    <a:pt x="876808" y="930363"/>
                  </a:lnTo>
                  <a:lnTo>
                    <a:pt x="913295" y="958570"/>
                  </a:lnTo>
                  <a:lnTo>
                    <a:pt x="947229" y="989711"/>
                  </a:lnTo>
                  <a:lnTo>
                    <a:pt x="978382" y="1023632"/>
                  </a:lnTo>
                  <a:lnTo>
                    <a:pt x="1006602" y="1060119"/>
                  </a:lnTo>
                  <a:lnTo>
                    <a:pt x="1031671" y="1098981"/>
                  </a:lnTo>
                  <a:lnTo>
                    <a:pt x="1053401" y="1140028"/>
                  </a:lnTo>
                  <a:lnTo>
                    <a:pt x="1071613" y="1183081"/>
                  </a:lnTo>
                  <a:lnTo>
                    <a:pt x="1086104" y="1227950"/>
                  </a:lnTo>
                  <a:lnTo>
                    <a:pt x="1096695" y="1274432"/>
                  </a:lnTo>
                  <a:lnTo>
                    <a:pt x="1103198" y="1322336"/>
                  </a:lnTo>
                  <a:lnTo>
                    <a:pt x="1105408" y="1371473"/>
                  </a:lnTo>
                  <a:lnTo>
                    <a:pt x="1105408" y="1205318"/>
                  </a:lnTo>
                  <a:lnTo>
                    <a:pt x="1081747" y="1141018"/>
                  </a:lnTo>
                  <a:lnTo>
                    <a:pt x="1061186" y="1099693"/>
                  </a:lnTo>
                  <a:lnTo>
                    <a:pt x="1037437" y="1060361"/>
                  </a:lnTo>
                  <a:lnTo>
                    <a:pt x="1010653" y="1023213"/>
                  </a:lnTo>
                  <a:lnTo>
                    <a:pt x="981036" y="988402"/>
                  </a:lnTo>
                  <a:lnTo>
                    <a:pt x="948728" y="956094"/>
                  </a:lnTo>
                  <a:lnTo>
                    <a:pt x="913917" y="926477"/>
                  </a:lnTo>
                  <a:lnTo>
                    <a:pt x="876769" y="899693"/>
                  </a:lnTo>
                  <a:lnTo>
                    <a:pt x="837438" y="875944"/>
                  </a:lnTo>
                  <a:lnTo>
                    <a:pt x="796112" y="855383"/>
                  </a:lnTo>
                  <a:lnTo>
                    <a:pt x="752957" y="838174"/>
                  </a:lnTo>
                  <a:lnTo>
                    <a:pt x="708139" y="824496"/>
                  </a:lnTo>
                  <a:lnTo>
                    <a:pt x="661822" y="814514"/>
                  </a:lnTo>
                  <a:lnTo>
                    <a:pt x="614184" y="808405"/>
                  </a:lnTo>
                  <a:lnTo>
                    <a:pt x="565404" y="806323"/>
                  </a:lnTo>
                  <a:lnTo>
                    <a:pt x="516610" y="808405"/>
                  </a:lnTo>
                  <a:lnTo>
                    <a:pt x="468972" y="814514"/>
                  </a:lnTo>
                  <a:lnTo>
                    <a:pt x="422656" y="824496"/>
                  </a:lnTo>
                  <a:lnTo>
                    <a:pt x="377837" y="838174"/>
                  </a:lnTo>
                  <a:lnTo>
                    <a:pt x="334683" y="855383"/>
                  </a:lnTo>
                  <a:lnTo>
                    <a:pt x="293357" y="875944"/>
                  </a:lnTo>
                  <a:lnTo>
                    <a:pt x="254025" y="899693"/>
                  </a:lnTo>
                  <a:lnTo>
                    <a:pt x="216877" y="926477"/>
                  </a:lnTo>
                  <a:lnTo>
                    <a:pt x="182067" y="956094"/>
                  </a:lnTo>
                  <a:lnTo>
                    <a:pt x="149758" y="988402"/>
                  </a:lnTo>
                  <a:lnTo>
                    <a:pt x="120142" y="1023213"/>
                  </a:lnTo>
                  <a:lnTo>
                    <a:pt x="93357" y="1060361"/>
                  </a:lnTo>
                  <a:lnTo>
                    <a:pt x="69608" y="1099693"/>
                  </a:lnTo>
                  <a:lnTo>
                    <a:pt x="49047" y="1141018"/>
                  </a:lnTo>
                  <a:lnTo>
                    <a:pt x="31838" y="1184173"/>
                  </a:lnTo>
                  <a:lnTo>
                    <a:pt x="18161" y="1228991"/>
                  </a:lnTo>
                  <a:lnTo>
                    <a:pt x="8178" y="1275308"/>
                  </a:lnTo>
                  <a:lnTo>
                    <a:pt x="2146" y="1322336"/>
                  </a:lnTo>
                  <a:lnTo>
                    <a:pt x="0" y="1371473"/>
                  </a:lnTo>
                  <a:lnTo>
                    <a:pt x="0" y="1371727"/>
                  </a:lnTo>
                  <a:lnTo>
                    <a:pt x="2082" y="1420622"/>
                  </a:lnTo>
                  <a:lnTo>
                    <a:pt x="8178" y="1468158"/>
                  </a:lnTo>
                  <a:lnTo>
                    <a:pt x="18161" y="1514475"/>
                  </a:lnTo>
                  <a:lnTo>
                    <a:pt x="31838" y="1559293"/>
                  </a:lnTo>
                  <a:lnTo>
                    <a:pt x="49047" y="1602447"/>
                  </a:lnTo>
                  <a:lnTo>
                    <a:pt x="69608" y="1643773"/>
                  </a:lnTo>
                  <a:lnTo>
                    <a:pt x="93357" y="1683105"/>
                  </a:lnTo>
                  <a:lnTo>
                    <a:pt x="120142" y="1720253"/>
                  </a:lnTo>
                  <a:lnTo>
                    <a:pt x="149758" y="1755063"/>
                  </a:lnTo>
                  <a:lnTo>
                    <a:pt x="182067" y="1787372"/>
                  </a:lnTo>
                  <a:lnTo>
                    <a:pt x="216877" y="1816989"/>
                  </a:lnTo>
                  <a:lnTo>
                    <a:pt x="254025" y="1843773"/>
                  </a:lnTo>
                  <a:lnTo>
                    <a:pt x="293357" y="1867522"/>
                  </a:lnTo>
                  <a:lnTo>
                    <a:pt x="334683" y="1888083"/>
                  </a:lnTo>
                  <a:lnTo>
                    <a:pt x="377837" y="1905292"/>
                  </a:lnTo>
                  <a:lnTo>
                    <a:pt x="422656" y="1918970"/>
                  </a:lnTo>
                  <a:lnTo>
                    <a:pt x="468972" y="1928952"/>
                  </a:lnTo>
                  <a:lnTo>
                    <a:pt x="516610" y="1935060"/>
                  </a:lnTo>
                  <a:lnTo>
                    <a:pt x="565404" y="1937131"/>
                  </a:lnTo>
                  <a:lnTo>
                    <a:pt x="614184" y="1935060"/>
                  </a:lnTo>
                  <a:lnTo>
                    <a:pt x="661822" y="1928952"/>
                  </a:lnTo>
                  <a:lnTo>
                    <a:pt x="708139" y="1918970"/>
                  </a:lnTo>
                  <a:lnTo>
                    <a:pt x="732663" y="1911477"/>
                  </a:lnTo>
                  <a:lnTo>
                    <a:pt x="752957" y="1905292"/>
                  </a:lnTo>
                  <a:lnTo>
                    <a:pt x="796112" y="1888083"/>
                  </a:lnTo>
                  <a:lnTo>
                    <a:pt x="837438" y="1867522"/>
                  </a:lnTo>
                  <a:lnTo>
                    <a:pt x="876769" y="1843773"/>
                  </a:lnTo>
                  <a:lnTo>
                    <a:pt x="913917" y="1816989"/>
                  </a:lnTo>
                  <a:lnTo>
                    <a:pt x="948728" y="1787372"/>
                  </a:lnTo>
                  <a:lnTo>
                    <a:pt x="981036" y="1755063"/>
                  </a:lnTo>
                  <a:lnTo>
                    <a:pt x="1010653" y="1720253"/>
                  </a:lnTo>
                  <a:lnTo>
                    <a:pt x="1037437" y="1683105"/>
                  </a:lnTo>
                  <a:lnTo>
                    <a:pt x="1061186" y="1643773"/>
                  </a:lnTo>
                  <a:lnTo>
                    <a:pt x="1081747" y="1602447"/>
                  </a:lnTo>
                  <a:lnTo>
                    <a:pt x="1098956" y="1559293"/>
                  </a:lnTo>
                  <a:lnTo>
                    <a:pt x="1112634" y="1514475"/>
                  </a:lnTo>
                  <a:lnTo>
                    <a:pt x="1122527" y="1468539"/>
                  </a:lnTo>
                  <a:lnTo>
                    <a:pt x="1122616" y="1468158"/>
                  </a:lnTo>
                  <a:lnTo>
                    <a:pt x="1128712" y="1420622"/>
                  </a:lnTo>
                  <a:lnTo>
                    <a:pt x="1130808" y="1371727"/>
                  </a:lnTo>
                  <a:close/>
                </a:path>
                <a:path w="1900554" h="6858000">
                  <a:moveTo>
                    <a:pt x="1130808" y="0"/>
                  </a:moveTo>
                  <a:lnTo>
                    <a:pt x="1105408" y="0"/>
                  </a:lnTo>
                  <a:lnTo>
                    <a:pt x="1094359" y="108585"/>
                  </a:lnTo>
                  <a:lnTo>
                    <a:pt x="1082992" y="153987"/>
                  </a:lnTo>
                  <a:lnTo>
                    <a:pt x="1067892" y="197777"/>
                  </a:lnTo>
                  <a:lnTo>
                    <a:pt x="1049223" y="239776"/>
                  </a:lnTo>
                  <a:lnTo>
                    <a:pt x="1027188" y="279793"/>
                  </a:lnTo>
                  <a:lnTo>
                    <a:pt x="1001953" y="317652"/>
                  </a:lnTo>
                  <a:lnTo>
                    <a:pt x="973696" y="353174"/>
                  </a:lnTo>
                  <a:lnTo>
                    <a:pt x="942619" y="386168"/>
                  </a:lnTo>
                  <a:lnTo>
                    <a:pt x="908888" y="416471"/>
                  </a:lnTo>
                  <a:lnTo>
                    <a:pt x="872680" y="443877"/>
                  </a:lnTo>
                  <a:lnTo>
                    <a:pt x="834186" y="468223"/>
                  </a:lnTo>
                  <a:lnTo>
                    <a:pt x="793597" y="489331"/>
                  </a:lnTo>
                  <a:lnTo>
                    <a:pt x="751078" y="506996"/>
                  </a:lnTo>
                  <a:lnTo>
                    <a:pt x="706818" y="521055"/>
                  </a:lnTo>
                  <a:lnTo>
                    <a:pt x="660996" y="531329"/>
                  </a:lnTo>
                  <a:lnTo>
                    <a:pt x="613791" y="537616"/>
                  </a:lnTo>
                  <a:lnTo>
                    <a:pt x="565404" y="539750"/>
                  </a:lnTo>
                  <a:lnTo>
                    <a:pt x="517004" y="537616"/>
                  </a:lnTo>
                  <a:lnTo>
                    <a:pt x="469798" y="531329"/>
                  </a:lnTo>
                  <a:lnTo>
                    <a:pt x="423976" y="521055"/>
                  </a:lnTo>
                  <a:lnTo>
                    <a:pt x="379717" y="506996"/>
                  </a:lnTo>
                  <a:lnTo>
                    <a:pt x="337197" y="489331"/>
                  </a:lnTo>
                  <a:lnTo>
                    <a:pt x="296608" y="468223"/>
                  </a:lnTo>
                  <a:lnTo>
                    <a:pt x="258114" y="443877"/>
                  </a:lnTo>
                  <a:lnTo>
                    <a:pt x="221907" y="416471"/>
                  </a:lnTo>
                  <a:lnTo>
                    <a:pt x="188175" y="386168"/>
                  </a:lnTo>
                  <a:lnTo>
                    <a:pt x="157099" y="353174"/>
                  </a:lnTo>
                  <a:lnTo>
                    <a:pt x="128841" y="317652"/>
                  </a:lnTo>
                  <a:lnTo>
                    <a:pt x="103606" y="279793"/>
                  </a:lnTo>
                  <a:lnTo>
                    <a:pt x="81572" y="239776"/>
                  </a:lnTo>
                  <a:lnTo>
                    <a:pt x="62903" y="197777"/>
                  </a:lnTo>
                  <a:lnTo>
                    <a:pt x="47802" y="153987"/>
                  </a:lnTo>
                  <a:lnTo>
                    <a:pt x="36449" y="108585"/>
                  </a:lnTo>
                  <a:lnTo>
                    <a:pt x="25527" y="0"/>
                  </a:lnTo>
                  <a:lnTo>
                    <a:pt x="0" y="0"/>
                  </a:lnTo>
                  <a:lnTo>
                    <a:pt x="2070" y="48793"/>
                  </a:lnTo>
                  <a:lnTo>
                    <a:pt x="8178" y="96431"/>
                  </a:lnTo>
                  <a:lnTo>
                    <a:pt x="18161" y="142748"/>
                  </a:lnTo>
                  <a:lnTo>
                    <a:pt x="31838" y="187566"/>
                  </a:lnTo>
                  <a:lnTo>
                    <a:pt x="49047" y="230720"/>
                  </a:lnTo>
                  <a:lnTo>
                    <a:pt x="69608" y="272046"/>
                  </a:lnTo>
                  <a:lnTo>
                    <a:pt x="93357" y="311378"/>
                  </a:lnTo>
                  <a:lnTo>
                    <a:pt x="120142" y="348526"/>
                  </a:lnTo>
                  <a:lnTo>
                    <a:pt x="149758" y="383336"/>
                  </a:lnTo>
                  <a:lnTo>
                    <a:pt x="182067" y="415645"/>
                  </a:lnTo>
                  <a:lnTo>
                    <a:pt x="216877" y="445262"/>
                  </a:lnTo>
                  <a:lnTo>
                    <a:pt x="254025" y="472046"/>
                  </a:lnTo>
                  <a:lnTo>
                    <a:pt x="293357" y="495795"/>
                  </a:lnTo>
                  <a:lnTo>
                    <a:pt x="334683" y="516356"/>
                  </a:lnTo>
                  <a:lnTo>
                    <a:pt x="377837" y="533565"/>
                  </a:lnTo>
                  <a:lnTo>
                    <a:pt x="422656" y="547243"/>
                  </a:lnTo>
                  <a:lnTo>
                    <a:pt x="468972" y="557225"/>
                  </a:lnTo>
                  <a:lnTo>
                    <a:pt x="516610" y="563333"/>
                  </a:lnTo>
                  <a:lnTo>
                    <a:pt x="565404" y="565404"/>
                  </a:lnTo>
                  <a:lnTo>
                    <a:pt x="614184" y="563333"/>
                  </a:lnTo>
                  <a:lnTo>
                    <a:pt x="661822" y="557225"/>
                  </a:lnTo>
                  <a:lnTo>
                    <a:pt x="708139" y="547243"/>
                  </a:lnTo>
                  <a:lnTo>
                    <a:pt x="752957" y="533565"/>
                  </a:lnTo>
                  <a:lnTo>
                    <a:pt x="796112" y="516356"/>
                  </a:lnTo>
                  <a:lnTo>
                    <a:pt x="837438" y="495795"/>
                  </a:lnTo>
                  <a:lnTo>
                    <a:pt x="876769" y="472046"/>
                  </a:lnTo>
                  <a:lnTo>
                    <a:pt x="913917" y="445262"/>
                  </a:lnTo>
                  <a:lnTo>
                    <a:pt x="948728" y="415645"/>
                  </a:lnTo>
                  <a:lnTo>
                    <a:pt x="981036" y="383336"/>
                  </a:lnTo>
                  <a:lnTo>
                    <a:pt x="1010653" y="348526"/>
                  </a:lnTo>
                  <a:lnTo>
                    <a:pt x="1037437" y="311378"/>
                  </a:lnTo>
                  <a:lnTo>
                    <a:pt x="1061186" y="272046"/>
                  </a:lnTo>
                  <a:lnTo>
                    <a:pt x="1081747" y="230720"/>
                  </a:lnTo>
                  <a:lnTo>
                    <a:pt x="1098956" y="187566"/>
                  </a:lnTo>
                  <a:lnTo>
                    <a:pt x="1112634" y="142748"/>
                  </a:lnTo>
                  <a:lnTo>
                    <a:pt x="1122616" y="96431"/>
                  </a:lnTo>
                  <a:lnTo>
                    <a:pt x="1128725" y="48793"/>
                  </a:lnTo>
                  <a:lnTo>
                    <a:pt x="1130808" y="0"/>
                  </a:lnTo>
                  <a:close/>
                </a:path>
                <a:path w="1900554" h="6858000">
                  <a:moveTo>
                    <a:pt x="1900301" y="6295910"/>
                  </a:moveTo>
                  <a:lnTo>
                    <a:pt x="1830197" y="6302108"/>
                  </a:lnTo>
                  <a:lnTo>
                    <a:pt x="1782203" y="6312865"/>
                  </a:lnTo>
                  <a:lnTo>
                    <a:pt x="1735848" y="6327584"/>
                  </a:lnTo>
                  <a:lnTo>
                    <a:pt x="1691335" y="6346088"/>
                  </a:lnTo>
                  <a:lnTo>
                    <a:pt x="1648828" y="6368186"/>
                  </a:lnTo>
                  <a:lnTo>
                    <a:pt x="1608518" y="6393688"/>
                  </a:lnTo>
                  <a:lnTo>
                    <a:pt x="1570621" y="6422390"/>
                  </a:lnTo>
                  <a:lnTo>
                    <a:pt x="1535303" y="6454102"/>
                  </a:lnTo>
                  <a:lnTo>
                    <a:pt x="1502752" y="6488658"/>
                  </a:lnTo>
                  <a:lnTo>
                    <a:pt x="1473174" y="6525844"/>
                  </a:lnTo>
                  <a:lnTo>
                    <a:pt x="1446758" y="6565481"/>
                  </a:lnTo>
                  <a:lnTo>
                    <a:pt x="1423670" y="6607378"/>
                  </a:lnTo>
                  <a:lnTo>
                    <a:pt x="1404137" y="6651345"/>
                  </a:lnTo>
                  <a:lnTo>
                    <a:pt x="1388313" y="6697180"/>
                  </a:lnTo>
                  <a:lnTo>
                    <a:pt x="1376426" y="6744703"/>
                  </a:lnTo>
                  <a:lnTo>
                    <a:pt x="1364996" y="6858000"/>
                  </a:lnTo>
                  <a:lnTo>
                    <a:pt x="1390269" y="6858000"/>
                  </a:lnTo>
                  <a:lnTo>
                    <a:pt x="1401191" y="6749605"/>
                  </a:lnTo>
                  <a:lnTo>
                    <a:pt x="1413586" y="6700787"/>
                  </a:lnTo>
                  <a:lnTo>
                    <a:pt x="1430324" y="6653860"/>
                  </a:lnTo>
                  <a:lnTo>
                    <a:pt x="1451140" y="6609029"/>
                  </a:lnTo>
                  <a:lnTo>
                    <a:pt x="1475841" y="6566548"/>
                  </a:lnTo>
                  <a:lnTo>
                    <a:pt x="1504162" y="6526631"/>
                  </a:lnTo>
                  <a:lnTo>
                    <a:pt x="1535912" y="6489509"/>
                  </a:lnTo>
                  <a:lnTo>
                    <a:pt x="1570850" y="6455397"/>
                  </a:lnTo>
                  <a:lnTo>
                    <a:pt x="1608734" y="6424549"/>
                  </a:lnTo>
                  <a:lnTo>
                    <a:pt x="1649361" y="6397155"/>
                  </a:lnTo>
                  <a:lnTo>
                    <a:pt x="1692490" y="6373482"/>
                  </a:lnTo>
                  <a:lnTo>
                    <a:pt x="1737893" y="6353721"/>
                  </a:lnTo>
                  <a:lnTo>
                    <a:pt x="1785353" y="6338125"/>
                  </a:lnTo>
                  <a:lnTo>
                    <a:pt x="1834642" y="6326899"/>
                  </a:lnTo>
                  <a:lnTo>
                    <a:pt x="1900301" y="6321107"/>
                  </a:lnTo>
                  <a:lnTo>
                    <a:pt x="1900301" y="6295910"/>
                  </a:lnTo>
                  <a:close/>
                </a:path>
                <a:path w="1900554" h="6858000">
                  <a:moveTo>
                    <a:pt x="1900301" y="3552825"/>
                  </a:moveTo>
                  <a:lnTo>
                    <a:pt x="1816354" y="3561346"/>
                  </a:lnTo>
                  <a:lnTo>
                    <a:pt x="1768817" y="3573246"/>
                  </a:lnTo>
                  <a:lnTo>
                    <a:pt x="1722970" y="3589070"/>
                  </a:lnTo>
                  <a:lnTo>
                    <a:pt x="1678990" y="3608616"/>
                  </a:lnTo>
                  <a:lnTo>
                    <a:pt x="1637093" y="3631704"/>
                  </a:lnTo>
                  <a:lnTo>
                    <a:pt x="1597444" y="3658133"/>
                  </a:lnTo>
                  <a:lnTo>
                    <a:pt x="1560258" y="3687711"/>
                  </a:lnTo>
                  <a:lnTo>
                    <a:pt x="1525701" y="3720261"/>
                  </a:lnTo>
                  <a:lnTo>
                    <a:pt x="1493977" y="3755593"/>
                  </a:lnTo>
                  <a:lnTo>
                    <a:pt x="1465262" y="3793490"/>
                  </a:lnTo>
                  <a:lnTo>
                    <a:pt x="1439773" y="3833799"/>
                  </a:lnTo>
                  <a:lnTo>
                    <a:pt x="1417675" y="3876294"/>
                  </a:lnTo>
                  <a:lnTo>
                    <a:pt x="1399171" y="3920820"/>
                  </a:lnTo>
                  <a:lnTo>
                    <a:pt x="1384452" y="3967149"/>
                  </a:lnTo>
                  <a:lnTo>
                    <a:pt x="1373695" y="4015117"/>
                  </a:lnTo>
                  <a:lnTo>
                    <a:pt x="1367104" y="4064533"/>
                  </a:lnTo>
                  <a:lnTo>
                    <a:pt x="1364869" y="4115181"/>
                  </a:lnTo>
                  <a:lnTo>
                    <a:pt x="1367104" y="4165841"/>
                  </a:lnTo>
                  <a:lnTo>
                    <a:pt x="1373695" y="4215257"/>
                  </a:lnTo>
                  <a:lnTo>
                    <a:pt x="1384452" y="4263225"/>
                  </a:lnTo>
                  <a:lnTo>
                    <a:pt x="1399171" y="4309554"/>
                  </a:lnTo>
                  <a:lnTo>
                    <a:pt x="1417675" y="4354080"/>
                  </a:lnTo>
                  <a:lnTo>
                    <a:pt x="1439773" y="4396575"/>
                  </a:lnTo>
                  <a:lnTo>
                    <a:pt x="1465262" y="4436884"/>
                  </a:lnTo>
                  <a:lnTo>
                    <a:pt x="1493977" y="4474781"/>
                  </a:lnTo>
                  <a:lnTo>
                    <a:pt x="1525701" y="4510113"/>
                  </a:lnTo>
                  <a:lnTo>
                    <a:pt x="1560258" y="4542663"/>
                  </a:lnTo>
                  <a:lnTo>
                    <a:pt x="1597444" y="4572241"/>
                  </a:lnTo>
                  <a:lnTo>
                    <a:pt x="1637093" y="4598670"/>
                  </a:lnTo>
                  <a:lnTo>
                    <a:pt x="1678990" y="4621758"/>
                  </a:lnTo>
                  <a:lnTo>
                    <a:pt x="1722970" y="4641304"/>
                  </a:lnTo>
                  <a:lnTo>
                    <a:pt x="1768817" y="4657128"/>
                  </a:lnTo>
                  <a:lnTo>
                    <a:pt x="1816354" y="4669028"/>
                  </a:lnTo>
                  <a:lnTo>
                    <a:pt x="1900301" y="4677537"/>
                  </a:lnTo>
                  <a:lnTo>
                    <a:pt x="1900301" y="4651883"/>
                  </a:lnTo>
                  <a:lnTo>
                    <a:pt x="1821434" y="4644009"/>
                  </a:lnTo>
                  <a:lnTo>
                    <a:pt x="1776018" y="4632630"/>
                  </a:lnTo>
                  <a:lnTo>
                    <a:pt x="1732241" y="4617504"/>
                  </a:lnTo>
                  <a:lnTo>
                    <a:pt x="1690243" y="4598835"/>
                  </a:lnTo>
                  <a:lnTo>
                    <a:pt x="1650225" y="4576775"/>
                  </a:lnTo>
                  <a:lnTo>
                    <a:pt x="1612366" y="4551527"/>
                  </a:lnTo>
                  <a:lnTo>
                    <a:pt x="1576844" y="4523270"/>
                  </a:lnTo>
                  <a:lnTo>
                    <a:pt x="1543850" y="4492180"/>
                  </a:lnTo>
                  <a:lnTo>
                    <a:pt x="1513547" y="4458436"/>
                  </a:lnTo>
                  <a:lnTo>
                    <a:pt x="1486141" y="4422229"/>
                  </a:lnTo>
                  <a:lnTo>
                    <a:pt x="1461795" y="4383735"/>
                  </a:lnTo>
                  <a:lnTo>
                    <a:pt x="1440688" y="4343133"/>
                  </a:lnTo>
                  <a:lnTo>
                    <a:pt x="1423022" y="4300613"/>
                  </a:lnTo>
                  <a:lnTo>
                    <a:pt x="1408963" y="4256354"/>
                  </a:lnTo>
                  <a:lnTo>
                    <a:pt x="1398689" y="4210532"/>
                  </a:lnTo>
                  <a:lnTo>
                    <a:pt x="1392402" y="4163326"/>
                  </a:lnTo>
                  <a:lnTo>
                    <a:pt x="1390269" y="4114927"/>
                  </a:lnTo>
                  <a:lnTo>
                    <a:pt x="1392402" y="4066552"/>
                  </a:lnTo>
                  <a:lnTo>
                    <a:pt x="1398689" y="4019372"/>
                  </a:lnTo>
                  <a:lnTo>
                    <a:pt x="1408963" y="3973563"/>
                  </a:lnTo>
                  <a:lnTo>
                    <a:pt x="1423022" y="3929303"/>
                  </a:lnTo>
                  <a:lnTo>
                    <a:pt x="1440688" y="3886784"/>
                  </a:lnTo>
                  <a:lnTo>
                    <a:pt x="1461795" y="3846195"/>
                  </a:lnTo>
                  <a:lnTo>
                    <a:pt x="1486141" y="3807701"/>
                  </a:lnTo>
                  <a:lnTo>
                    <a:pt x="1513547" y="3771493"/>
                  </a:lnTo>
                  <a:lnTo>
                    <a:pt x="1543850" y="3737749"/>
                  </a:lnTo>
                  <a:lnTo>
                    <a:pt x="1576844" y="3706660"/>
                  </a:lnTo>
                  <a:lnTo>
                    <a:pt x="1612366" y="3678402"/>
                  </a:lnTo>
                  <a:lnTo>
                    <a:pt x="1650225" y="3653167"/>
                  </a:lnTo>
                  <a:lnTo>
                    <a:pt x="1690243" y="3631120"/>
                  </a:lnTo>
                  <a:lnTo>
                    <a:pt x="1732241" y="3612451"/>
                  </a:lnTo>
                  <a:lnTo>
                    <a:pt x="1776018" y="3597338"/>
                  </a:lnTo>
                  <a:lnTo>
                    <a:pt x="1821434" y="3585972"/>
                  </a:lnTo>
                  <a:lnTo>
                    <a:pt x="1900301" y="3577983"/>
                  </a:lnTo>
                  <a:lnTo>
                    <a:pt x="1900301" y="3552825"/>
                  </a:lnTo>
                  <a:close/>
                </a:path>
                <a:path w="1900554" h="6858000">
                  <a:moveTo>
                    <a:pt x="1900301" y="2181098"/>
                  </a:moveTo>
                  <a:lnTo>
                    <a:pt x="1816354" y="2189607"/>
                  </a:lnTo>
                  <a:lnTo>
                    <a:pt x="1768817" y="2201519"/>
                  </a:lnTo>
                  <a:lnTo>
                    <a:pt x="1722970" y="2217343"/>
                  </a:lnTo>
                  <a:lnTo>
                    <a:pt x="1678990" y="2236889"/>
                  </a:lnTo>
                  <a:lnTo>
                    <a:pt x="1637093" y="2259977"/>
                  </a:lnTo>
                  <a:lnTo>
                    <a:pt x="1597444" y="2286406"/>
                  </a:lnTo>
                  <a:lnTo>
                    <a:pt x="1560258" y="2315984"/>
                  </a:lnTo>
                  <a:lnTo>
                    <a:pt x="1525701" y="2348534"/>
                  </a:lnTo>
                  <a:lnTo>
                    <a:pt x="1493977" y="2383866"/>
                  </a:lnTo>
                  <a:lnTo>
                    <a:pt x="1465262" y="2421763"/>
                  </a:lnTo>
                  <a:lnTo>
                    <a:pt x="1439773" y="2462072"/>
                  </a:lnTo>
                  <a:lnTo>
                    <a:pt x="1417675" y="2504567"/>
                  </a:lnTo>
                  <a:lnTo>
                    <a:pt x="1399171" y="2549080"/>
                  </a:lnTo>
                  <a:lnTo>
                    <a:pt x="1384452" y="2595422"/>
                  </a:lnTo>
                  <a:lnTo>
                    <a:pt x="1373695" y="2643390"/>
                  </a:lnTo>
                  <a:lnTo>
                    <a:pt x="1367104" y="2692806"/>
                  </a:lnTo>
                  <a:lnTo>
                    <a:pt x="1364869" y="2743454"/>
                  </a:lnTo>
                  <a:lnTo>
                    <a:pt x="1367104" y="2794114"/>
                  </a:lnTo>
                  <a:lnTo>
                    <a:pt x="1373695" y="2843530"/>
                  </a:lnTo>
                  <a:lnTo>
                    <a:pt x="1384452" y="2891498"/>
                  </a:lnTo>
                  <a:lnTo>
                    <a:pt x="1399171" y="2937840"/>
                  </a:lnTo>
                  <a:lnTo>
                    <a:pt x="1417675" y="2982353"/>
                  </a:lnTo>
                  <a:lnTo>
                    <a:pt x="1439773" y="3024848"/>
                  </a:lnTo>
                  <a:lnTo>
                    <a:pt x="1465262" y="3065157"/>
                  </a:lnTo>
                  <a:lnTo>
                    <a:pt x="1493977" y="3103067"/>
                  </a:lnTo>
                  <a:lnTo>
                    <a:pt x="1525701" y="3138386"/>
                  </a:lnTo>
                  <a:lnTo>
                    <a:pt x="1560258" y="3170936"/>
                  </a:lnTo>
                  <a:lnTo>
                    <a:pt x="1597444" y="3200514"/>
                  </a:lnTo>
                  <a:lnTo>
                    <a:pt x="1637093" y="3226955"/>
                  </a:lnTo>
                  <a:lnTo>
                    <a:pt x="1678990" y="3250031"/>
                  </a:lnTo>
                  <a:lnTo>
                    <a:pt x="1722970" y="3269577"/>
                  </a:lnTo>
                  <a:lnTo>
                    <a:pt x="1768817" y="3285401"/>
                  </a:lnTo>
                  <a:lnTo>
                    <a:pt x="1816354" y="3297301"/>
                  </a:lnTo>
                  <a:lnTo>
                    <a:pt x="1900301" y="3305810"/>
                  </a:lnTo>
                  <a:lnTo>
                    <a:pt x="1900301" y="3280156"/>
                  </a:lnTo>
                  <a:lnTo>
                    <a:pt x="1821434" y="3272282"/>
                  </a:lnTo>
                  <a:lnTo>
                    <a:pt x="1776018" y="3260902"/>
                  </a:lnTo>
                  <a:lnTo>
                    <a:pt x="1732241" y="3245777"/>
                  </a:lnTo>
                  <a:lnTo>
                    <a:pt x="1690243" y="3227108"/>
                  </a:lnTo>
                  <a:lnTo>
                    <a:pt x="1650225" y="3205048"/>
                  </a:lnTo>
                  <a:lnTo>
                    <a:pt x="1612366" y="3179800"/>
                  </a:lnTo>
                  <a:lnTo>
                    <a:pt x="1576844" y="3151543"/>
                  </a:lnTo>
                  <a:lnTo>
                    <a:pt x="1543850" y="3120453"/>
                  </a:lnTo>
                  <a:lnTo>
                    <a:pt x="1513547" y="3086709"/>
                  </a:lnTo>
                  <a:lnTo>
                    <a:pt x="1486141" y="3050502"/>
                  </a:lnTo>
                  <a:lnTo>
                    <a:pt x="1461795" y="3012008"/>
                  </a:lnTo>
                  <a:lnTo>
                    <a:pt x="1440688" y="2971406"/>
                  </a:lnTo>
                  <a:lnTo>
                    <a:pt x="1423022" y="2928886"/>
                  </a:lnTo>
                  <a:lnTo>
                    <a:pt x="1408963" y="2884627"/>
                  </a:lnTo>
                  <a:lnTo>
                    <a:pt x="1398689" y="2838805"/>
                  </a:lnTo>
                  <a:lnTo>
                    <a:pt x="1392402" y="2791599"/>
                  </a:lnTo>
                  <a:lnTo>
                    <a:pt x="1390269" y="2743200"/>
                  </a:lnTo>
                  <a:lnTo>
                    <a:pt x="1392402" y="2694825"/>
                  </a:lnTo>
                  <a:lnTo>
                    <a:pt x="1398689" y="2647645"/>
                  </a:lnTo>
                  <a:lnTo>
                    <a:pt x="1408963" y="2601836"/>
                  </a:lnTo>
                  <a:lnTo>
                    <a:pt x="1423022" y="2557576"/>
                  </a:lnTo>
                  <a:lnTo>
                    <a:pt x="1440688" y="2515057"/>
                  </a:lnTo>
                  <a:lnTo>
                    <a:pt x="1461795" y="2474468"/>
                  </a:lnTo>
                  <a:lnTo>
                    <a:pt x="1486141" y="2435974"/>
                  </a:lnTo>
                  <a:lnTo>
                    <a:pt x="1513547" y="2399766"/>
                  </a:lnTo>
                  <a:lnTo>
                    <a:pt x="1543850" y="2366022"/>
                  </a:lnTo>
                  <a:lnTo>
                    <a:pt x="1576844" y="2334933"/>
                  </a:lnTo>
                  <a:lnTo>
                    <a:pt x="1612366" y="2306675"/>
                  </a:lnTo>
                  <a:lnTo>
                    <a:pt x="1650225" y="2281440"/>
                  </a:lnTo>
                  <a:lnTo>
                    <a:pt x="1690243" y="2259393"/>
                  </a:lnTo>
                  <a:lnTo>
                    <a:pt x="1732241" y="2240724"/>
                  </a:lnTo>
                  <a:lnTo>
                    <a:pt x="1776018" y="2225611"/>
                  </a:lnTo>
                  <a:lnTo>
                    <a:pt x="1821434" y="2214245"/>
                  </a:lnTo>
                  <a:lnTo>
                    <a:pt x="1900301" y="2206244"/>
                  </a:lnTo>
                  <a:lnTo>
                    <a:pt x="1900301" y="2181098"/>
                  </a:lnTo>
                  <a:close/>
                </a:path>
                <a:path w="1900554" h="6858000">
                  <a:moveTo>
                    <a:pt x="1900301" y="537083"/>
                  </a:moveTo>
                  <a:lnTo>
                    <a:pt x="1834642" y="531368"/>
                  </a:lnTo>
                  <a:lnTo>
                    <a:pt x="1785353" y="520141"/>
                  </a:lnTo>
                  <a:lnTo>
                    <a:pt x="1737893" y="504520"/>
                  </a:lnTo>
                  <a:lnTo>
                    <a:pt x="1692490" y="484759"/>
                  </a:lnTo>
                  <a:lnTo>
                    <a:pt x="1649361" y="461060"/>
                  </a:lnTo>
                  <a:lnTo>
                    <a:pt x="1608734" y="433666"/>
                  </a:lnTo>
                  <a:lnTo>
                    <a:pt x="1570850" y="402793"/>
                  </a:lnTo>
                  <a:lnTo>
                    <a:pt x="1535912" y="368681"/>
                  </a:lnTo>
                  <a:lnTo>
                    <a:pt x="1504162" y="331558"/>
                  </a:lnTo>
                  <a:lnTo>
                    <a:pt x="1475841" y="291630"/>
                  </a:lnTo>
                  <a:lnTo>
                    <a:pt x="1451140" y="249148"/>
                  </a:lnTo>
                  <a:lnTo>
                    <a:pt x="1430324" y="204330"/>
                  </a:lnTo>
                  <a:lnTo>
                    <a:pt x="1413586" y="157403"/>
                  </a:lnTo>
                  <a:lnTo>
                    <a:pt x="1401191" y="108585"/>
                  </a:lnTo>
                  <a:lnTo>
                    <a:pt x="1390269" y="0"/>
                  </a:lnTo>
                  <a:lnTo>
                    <a:pt x="1364869" y="0"/>
                  </a:lnTo>
                  <a:lnTo>
                    <a:pt x="1367104" y="50660"/>
                  </a:lnTo>
                  <a:lnTo>
                    <a:pt x="1373695" y="100076"/>
                  </a:lnTo>
                  <a:lnTo>
                    <a:pt x="1384452" y="148043"/>
                  </a:lnTo>
                  <a:lnTo>
                    <a:pt x="1399171" y="194373"/>
                  </a:lnTo>
                  <a:lnTo>
                    <a:pt x="1417675" y="238899"/>
                  </a:lnTo>
                  <a:lnTo>
                    <a:pt x="1439773" y="281393"/>
                  </a:lnTo>
                  <a:lnTo>
                    <a:pt x="1465262" y="321703"/>
                  </a:lnTo>
                  <a:lnTo>
                    <a:pt x="1493977" y="359600"/>
                  </a:lnTo>
                  <a:lnTo>
                    <a:pt x="1525701" y="394931"/>
                  </a:lnTo>
                  <a:lnTo>
                    <a:pt x="1560258" y="427482"/>
                  </a:lnTo>
                  <a:lnTo>
                    <a:pt x="1597444" y="457060"/>
                  </a:lnTo>
                  <a:lnTo>
                    <a:pt x="1637093" y="483489"/>
                  </a:lnTo>
                  <a:lnTo>
                    <a:pt x="1678990" y="506577"/>
                  </a:lnTo>
                  <a:lnTo>
                    <a:pt x="1722970" y="526122"/>
                  </a:lnTo>
                  <a:lnTo>
                    <a:pt x="1768817" y="541947"/>
                  </a:lnTo>
                  <a:lnTo>
                    <a:pt x="1816354" y="553847"/>
                  </a:lnTo>
                  <a:lnTo>
                    <a:pt x="1900301" y="562356"/>
                  </a:lnTo>
                  <a:lnTo>
                    <a:pt x="1900301" y="53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724272" y="-1"/>
            <a:ext cx="7468234" cy="6858000"/>
            <a:chOff x="4724272" y="-1"/>
            <a:chExt cx="7468234" cy="6858000"/>
          </a:xfrm>
        </p:grpSpPr>
        <p:sp>
          <p:nvSpPr>
            <p:cNvPr id="6" name="object 6"/>
            <p:cNvSpPr/>
            <p:nvPr/>
          </p:nvSpPr>
          <p:spPr>
            <a:xfrm>
              <a:off x="4724272" y="0"/>
              <a:ext cx="539115" cy="563245"/>
            </a:xfrm>
            <a:custGeom>
              <a:avLst/>
              <a:gdLst/>
              <a:ahLst/>
              <a:cxnLst/>
              <a:rect l="l" t="t" r="r" b="b"/>
              <a:pathLst>
                <a:path w="539114" h="563245">
                  <a:moveTo>
                    <a:pt x="538734" y="0"/>
                  </a:moveTo>
                  <a:lnTo>
                    <a:pt x="0" y="0"/>
                  </a:lnTo>
                  <a:lnTo>
                    <a:pt x="2239" y="50913"/>
                  </a:lnTo>
                  <a:lnTo>
                    <a:pt x="8830" y="100322"/>
                  </a:lnTo>
                  <a:lnTo>
                    <a:pt x="19582" y="148290"/>
                  </a:lnTo>
                  <a:lnTo>
                    <a:pt x="34305" y="194627"/>
                  </a:lnTo>
                  <a:lnTo>
                    <a:pt x="52809" y="239142"/>
                  </a:lnTo>
                  <a:lnTo>
                    <a:pt x="74902" y="281646"/>
                  </a:lnTo>
                  <a:lnTo>
                    <a:pt x="100394" y="321946"/>
                  </a:lnTo>
                  <a:lnTo>
                    <a:pt x="129095" y="359854"/>
                  </a:lnTo>
                  <a:lnTo>
                    <a:pt x="160814" y="395178"/>
                  </a:lnTo>
                  <a:lnTo>
                    <a:pt x="195361" y="427728"/>
                  </a:lnTo>
                  <a:lnTo>
                    <a:pt x="232545" y="457313"/>
                  </a:lnTo>
                  <a:lnTo>
                    <a:pt x="272176" y="483743"/>
                  </a:lnTo>
                  <a:lnTo>
                    <a:pt x="314064" y="506827"/>
                  </a:lnTo>
                  <a:lnTo>
                    <a:pt x="358016" y="526375"/>
                  </a:lnTo>
                  <a:lnTo>
                    <a:pt x="403845" y="542196"/>
                  </a:lnTo>
                  <a:lnTo>
                    <a:pt x="451357" y="554101"/>
                  </a:lnTo>
                  <a:lnTo>
                    <a:pt x="538734" y="562863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1"/>
              <a:ext cx="6927215" cy="685799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3839" y="729183"/>
            <a:ext cx="313118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Questions</a:t>
            </a:r>
            <a:r>
              <a:rPr sz="4000" spc="-25" dirty="0"/>
              <a:t> to </a:t>
            </a:r>
            <a:r>
              <a:rPr sz="4000" spc="-10" dirty="0"/>
              <a:t>Consider: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758444" y="2341321"/>
            <a:ext cx="3923665" cy="317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28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recruitment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10" dirty="0">
                <a:latin typeface="Arial MT"/>
                <a:cs typeface="Arial MT"/>
              </a:rPr>
              <a:t> study?</a:t>
            </a:r>
            <a:endParaRPr sz="2000">
              <a:latin typeface="Arial MT"/>
              <a:cs typeface="Arial MT"/>
            </a:endParaRPr>
          </a:p>
          <a:p>
            <a:pPr marL="241300" marR="487045" indent="-228600">
              <a:lnSpc>
                <a:spcPts val="2160"/>
              </a:lnSpc>
              <a:spcBef>
                <a:spcPts val="173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ethical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concerns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might </a:t>
            </a:r>
            <a:r>
              <a:rPr sz="2000" dirty="0">
                <a:latin typeface="Arial MT"/>
                <a:cs typeface="Arial MT"/>
              </a:rPr>
              <a:t>arise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recruitment?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280"/>
              </a:lnSpc>
              <a:spcBef>
                <a:spcPts val="1420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minimize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bias</a:t>
            </a:r>
            <a:r>
              <a:rPr sz="2000" spc="-25" dirty="0">
                <a:latin typeface="Arial MT"/>
                <a:cs typeface="Arial MT"/>
              </a:rPr>
              <a:t> in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participant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selection?</a:t>
            </a:r>
            <a:endParaRPr sz="2000">
              <a:latin typeface="Arial MT"/>
              <a:cs typeface="Arial MT"/>
            </a:endParaRPr>
          </a:p>
          <a:p>
            <a:pPr marL="241300" marR="5080" indent="-228600">
              <a:lnSpc>
                <a:spcPts val="2160"/>
              </a:lnSpc>
              <a:spcBef>
                <a:spcPts val="173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challenges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might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face,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overcome them?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34695"/>
            <a:ext cx="518668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/>
              <a:t>Evaluating</a:t>
            </a:r>
            <a:r>
              <a:rPr sz="3600" spc="-60" dirty="0"/>
              <a:t> </a:t>
            </a:r>
            <a:r>
              <a:rPr sz="3600" dirty="0"/>
              <a:t>Quality</a:t>
            </a:r>
            <a:r>
              <a:rPr sz="3600" spc="-50" dirty="0"/>
              <a:t> </a:t>
            </a:r>
            <a:r>
              <a:rPr sz="3600" spc="-25" dirty="0"/>
              <a:t>in </a:t>
            </a:r>
            <a:r>
              <a:rPr sz="3600" dirty="0"/>
              <a:t>Participant</a:t>
            </a:r>
            <a:r>
              <a:rPr sz="3600" spc="-15" dirty="0"/>
              <a:t> </a:t>
            </a:r>
            <a:r>
              <a:rPr sz="3600" spc="-10" dirty="0"/>
              <a:t>Recruitment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43839" y="1849729"/>
            <a:ext cx="5181600" cy="3977004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000" dirty="0">
                <a:latin typeface="Arial MT"/>
                <a:cs typeface="Arial MT"/>
              </a:rPr>
              <a:t>Six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evaluation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criteria:</a:t>
            </a:r>
            <a:endParaRPr sz="2000">
              <a:latin typeface="Arial MT"/>
              <a:cs typeface="Arial MT"/>
            </a:endParaRPr>
          </a:p>
          <a:p>
            <a:pPr marL="355600" marR="678815" indent="-343535">
              <a:lnSpc>
                <a:spcPct val="80000"/>
              </a:lnSpc>
              <a:spcBef>
                <a:spcPts val="1705"/>
              </a:spcBef>
              <a:tabLst>
                <a:tab pos="355600" algn="l"/>
              </a:tabLst>
            </a:pPr>
            <a:r>
              <a:rPr sz="1000" spc="-25" dirty="0">
                <a:solidFill>
                  <a:srgbClr val="B0B6B0"/>
                </a:solidFill>
                <a:latin typeface="Arial MT"/>
                <a:cs typeface="Arial MT"/>
              </a:rPr>
              <a:t>1.</a:t>
            </a: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Appropriate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(suitability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recruitment strategy).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  <a:tabLst>
                <a:tab pos="355600" algn="l"/>
              </a:tabLst>
            </a:pPr>
            <a:r>
              <a:rPr sz="1000" spc="-25" dirty="0">
                <a:solidFill>
                  <a:srgbClr val="B0B6B0"/>
                </a:solidFill>
                <a:latin typeface="Arial MT"/>
                <a:cs typeface="Arial MT"/>
              </a:rPr>
              <a:t>2.</a:t>
            </a: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Coherent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(justification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population).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60"/>
              </a:lnSpc>
              <a:spcBef>
                <a:spcPts val="1225"/>
              </a:spcBef>
              <a:tabLst>
                <a:tab pos="355600" algn="l"/>
              </a:tabLst>
            </a:pPr>
            <a:r>
              <a:rPr sz="1000" spc="-25" dirty="0">
                <a:solidFill>
                  <a:srgbClr val="B0B6B0"/>
                </a:solidFill>
                <a:latin typeface="Arial MT"/>
                <a:cs typeface="Arial MT"/>
              </a:rPr>
              <a:t>3.</a:t>
            </a: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Transparent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(clear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inclusion/exclusion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ts val="2160"/>
              </a:lnSpc>
            </a:pPr>
            <a:r>
              <a:rPr sz="2000" spc="-10" dirty="0">
                <a:latin typeface="Arial MT"/>
                <a:cs typeface="Arial MT"/>
              </a:rPr>
              <a:t>criteria).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  <a:tabLst>
                <a:tab pos="355600" algn="l"/>
              </a:tabLst>
            </a:pPr>
            <a:r>
              <a:rPr sz="1000" spc="-25" dirty="0">
                <a:solidFill>
                  <a:srgbClr val="B0B6B0"/>
                </a:solidFill>
                <a:latin typeface="Arial MT"/>
                <a:cs typeface="Arial MT"/>
              </a:rPr>
              <a:t>4.</a:t>
            </a: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Interpretive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purposive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sampling).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160"/>
              </a:lnSpc>
              <a:spcBef>
                <a:spcPts val="1210"/>
              </a:spcBef>
              <a:tabLst>
                <a:tab pos="355600" algn="l"/>
              </a:tabLst>
            </a:pPr>
            <a:r>
              <a:rPr sz="1000" spc="-25" dirty="0">
                <a:solidFill>
                  <a:srgbClr val="B0B6B0"/>
                </a:solidFill>
                <a:latin typeface="Arial MT"/>
                <a:cs typeface="Arial MT"/>
              </a:rPr>
              <a:t>5.</a:t>
            </a: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Saturated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(recruitment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ts val="2160"/>
              </a:lnSpc>
            </a:pPr>
            <a:r>
              <a:rPr sz="2000" spc="-10" dirty="0">
                <a:latin typeface="Arial MT"/>
                <a:cs typeface="Arial MT"/>
              </a:rPr>
              <a:t>saturation).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355600" algn="l"/>
              </a:tabLst>
            </a:pPr>
            <a:r>
              <a:rPr sz="1000" spc="-25" dirty="0">
                <a:solidFill>
                  <a:srgbClr val="B0B6B0"/>
                </a:solidFill>
                <a:latin typeface="Arial MT"/>
                <a:cs typeface="Arial MT"/>
              </a:rPr>
              <a:t>6.</a:t>
            </a: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Arial MT"/>
                <a:cs typeface="Arial MT"/>
              </a:rPr>
              <a:t>Ethical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(adherence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research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ethics).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19040" cy="0"/>
          </a:xfrm>
          <a:custGeom>
            <a:avLst/>
            <a:gdLst/>
            <a:ahLst/>
            <a:cxnLst/>
            <a:rect l="l" t="t" r="r" b="b"/>
            <a:pathLst>
              <a:path w="5019040">
                <a:moveTo>
                  <a:pt x="0" y="0"/>
                </a:moveTo>
                <a:lnTo>
                  <a:pt x="5018659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230239" y="778509"/>
            <a:ext cx="5318760" cy="5308600"/>
            <a:chOff x="6230239" y="778509"/>
            <a:chExt cx="5318760" cy="5308600"/>
          </a:xfrm>
        </p:grpSpPr>
        <p:sp>
          <p:nvSpPr>
            <p:cNvPr id="12" name="object 12"/>
            <p:cNvSpPr/>
            <p:nvPr/>
          </p:nvSpPr>
          <p:spPr>
            <a:xfrm>
              <a:off x="10290302" y="4920869"/>
              <a:ext cx="1130935" cy="1130935"/>
            </a:xfrm>
            <a:custGeom>
              <a:avLst/>
              <a:gdLst/>
              <a:ahLst/>
              <a:cxnLst/>
              <a:rect l="l" t="t" r="r" b="b"/>
              <a:pathLst>
                <a:path w="1130934" h="1130935">
                  <a:moveTo>
                    <a:pt x="565403" y="0"/>
                  </a:moveTo>
                  <a:lnTo>
                    <a:pt x="516614" y="2075"/>
                  </a:lnTo>
                  <a:lnTo>
                    <a:pt x="468978" y="8187"/>
                  </a:lnTo>
                  <a:lnTo>
                    <a:pt x="422665" y="18167"/>
                  </a:lnTo>
                  <a:lnTo>
                    <a:pt x="377844" y="31845"/>
                  </a:lnTo>
                  <a:lnTo>
                    <a:pt x="334686" y="49051"/>
                  </a:lnTo>
                  <a:lnTo>
                    <a:pt x="293360" y="69615"/>
                  </a:lnTo>
                  <a:lnTo>
                    <a:pt x="254034" y="93369"/>
                  </a:lnTo>
                  <a:lnTo>
                    <a:pt x="216881" y="120142"/>
                  </a:lnTo>
                  <a:lnTo>
                    <a:pt x="182067" y="149765"/>
                  </a:lnTo>
                  <a:lnTo>
                    <a:pt x="149765" y="182067"/>
                  </a:lnTo>
                  <a:lnTo>
                    <a:pt x="120142" y="216881"/>
                  </a:lnTo>
                  <a:lnTo>
                    <a:pt x="93369" y="254034"/>
                  </a:lnTo>
                  <a:lnTo>
                    <a:pt x="69615" y="293360"/>
                  </a:lnTo>
                  <a:lnTo>
                    <a:pt x="49051" y="334686"/>
                  </a:lnTo>
                  <a:lnTo>
                    <a:pt x="31845" y="377844"/>
                  </a:lnTo>
                  <a:lnTo>
                    <a:pt x="18167" y="422665"/>
                  </a:lnTo>
                  <a:lnTo>
                    <a:pt x="8187" y="468978"/>
                  </a:lnTo>
                  <a:lnTo>
                    <a:pt x="2075" y="516614"/>
                  </a:lnTo>
                  <a:lnTo>
                    <a:pt x="0" y="565403"/>
                  </a:lnTo>
                  <a:lnTo>
                    <a:pt x="2075" y="614185"/>
                  </a:lnTo>
                  <a:lnTo>
                    <a:pt x="8187" y="661815"/>
                  </a:lnTo>
                  <a:lnTo>
                    <a:pt x="18167" y="708122"/>
                  </a:lnTo>
                  <a:lnTo>
                    <a:pt x="31845" y="752938"/>
                  </a:lnTo>
                  <a:lnTo>
                    <a:pt x="49051" y="796093"/>
                  </a:lnTo>
                  <a:lnTo>
                    <a:pt x="69615" y="837416"/>
                  </a:lnTo>
                  <a:lnTo>
                    <a:pt x="93369" y="876738"/>
                  </a:lnTo>
                  <a:lnTo>
                    <a:pt x="120142" y="913890"/>
                  </a:lnTo>
                  <a:lnTo>
                    <a:pt x="149765" y="948702"/>
                  </a:lnTo>
                  <a:lnTo>
                    <a:pt x="182067" y="981004"/>
                  </a:lnTo>
                  <a:lnTo>
                    <a:pt x="216881" y="1010626"/>
                  </a:lnTo>
                  <a:lnTo>
                    <a:pt x="254034" y="1037399"/>
                  </a:lnTo>
                  <a:lnTo>
                    <a:pt x="293360" y="1061152"/>
                  </a:lnTo>
                  <a:lnTo>
                    <a:pt x="334686" y="1081717"/>
                  </a:lnTo>
                  <a:lnTo>
                    <a:pt x="377844" y="1098923"/>
                  </a:lnTo>
                  <a:lnTo>
                    <a:pt x="422665" y="1112601"/>
                  </a:lnTo>
                  <a:lnTo>
                    <a:pt x="468978" y="1122582"/>
                  </a:lnTo>
                  <a:lnTo>
                    <a:pt x="516614" y="1128694"/>
                  </a:lnTo>
                  <a:lnTo>
                    <a:pt x="565403" y="1130769"/>
                  </a:lnTo>
                  <a:lnTo>
                    <a:pt x="614174" y="1128694"/>
                  </a:lnTo>
                  <a:lnTo>
                    <a:pt x="661793" y="1122582"/>
                  </a:lnTo>
                  <a:lnTo>
                    <a:pt x="708091" y="1112601"/>
                  </a:lnTo>
                  <a:lnTo>
                    <a:pt x="752898" y="1098923"/>
                  </a:lnTo>
                  <a:lnTo>
                    <a:pt x="796045" y="1081717"/>
                  </a:lnTo>
                  <a:lnTo>
                    <a:pt x="837361" y="1061152"/>
                  </a:lnTo>
                  <a:lnTo>
                    <a:pt x="876678" y="1037399"/>
                  </a:lnTo>
                  <a:lnTo>
                    <a:pt x="913824" y="1010626"/>
                  </a:lnTo>
                  <a:lnTo>
                    <a:pt x="948631" y="981004"/>
                  </a:lnTo>
                  <a:lnTo>
                    <a:pt x="980929" y="948702"/>
                  </a:lnTo>
                  <a:lnTo>
                    <a:pt x="1010547" y="913890"/>
                  </a:lnTo>
                  <a:lnTo>
                    <a:pt x="1037317" y="876738"/>
                  </a:lnTo>
                  <a:lnTo>
                    <a:pt x="1061069" y="837416"/>
                  </a:lnTo>
                  <a:lnTo>
                    <a:pt x="1081632" y="796093"/>
                  </a:lnTo>
                  <a:lnTo>
                    <a:pt x="1098837" y="752938"/>
                  </a:lnTo>
                  <a:lnTo>
                    <a:pt x="1112514" y="708122"/>
                  </a:lnTo>
                  <a:lnTo>
                    <a:pt x="1122493" y="661815"/>
                  </a:lnTo>
                  <a:lnTo>
                    <a:pt x="1128605" y="614185"/>
                  </a:lnTo>
                  <a:lnTo>
                    <a:pt x="1130680" y="565403"/>
                  </a:lnTo>
                  <a:lnTo>
                    <a:pt x="1128605" y="516614"/>
                  </a:lnTo>
                  <a:lnTo>
                    <a:pt x="1122493" y="468978"/>
                  </a:lnTo>
                  <a:lnTo>
                    <a:pt x="1112514" y="422665"/>
                  </a:lnTo>
                  <a:lnTo>
                    <a:pt x="1098837" y="377844"/>
                  </a:lnTo>
                  <a:lnTo>
                    <a:pt x="1081632" y="334686"/>
                  </a:lnTo>
                  <a:lnTo>
                    <a:pt x="1061069" y="293360"/>
                  </a:lnTo>
                  <a:lnTo>
                    <a:pt x="1037317" y="254034"/>
                  </a:lnTo>
                  <a:lnTo>
                    <a:pt x="1010547" y="216881"/>
                  </a:lnTo>
                  <a:lnTo>
                    <a:pt x="980929" y="182067"/>
                  </a:lnTo>
                  <a:lnTo>
                    <a:pt x="948631" y="149765"/>
                  </a:lnTo>
                  <a:lnTo>
                    <a:pt x="913824" y="120142"/>
                  </a:lnTo>
                  <a:lnTo>
                    <a:pt x="876678" y="93369"/>
                  </a:lnTo>
                  <a:lnTo>
                    <a:pt x="837361" y="69615"/>
                  </a:lnTo>
                  <a:lnTo>
                    <a:pt x="796045" y="49051"/>
                  </a:lnTo>
                  <a:lnTo>
                    <a:pt x="752898" y="31845"/>
                  </a:lnTo>
                  <a:lnTo>
                    <a:pt x="708091" y="18167"/>
                  </a:lnTo>
                  <a:lnTo>
                    <a:pt x="661793" y="8187"/>
                  </a:lnTo>
                  <a:lnTo>
                    <a:pt x="614174" y="2075"/>
                  </a:lnTo>
                  <a:lnTo>
                    <a:pt x="565403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0239" y="778509"/>
              <a:ext cx="5318760" cy="530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724272" y="-1"/>
            <a:ext cx="7468234" cy="6858000"/>
            <a:chOff x="4724272" y="-1"/>
            <a:chExt cx="7468234" cy="6858000"/>
          </a:xfrm>
        </p:grpSpPr>
        <p:sp>
          <p:nvSpPr>
            <p:cNvPr id="6" name="object 6"/>
            <p:cNvSpPr/>
            <p:nvPr/>
          </p:nvSpPr>
          <p:spPr>
            <a:xfrm>
              <a:off x="4724272" y="0"/>
              <a:ext cx="539115" cy="563245"/>
            </a:xfrm>
            <a:custGeom>
              <a:avLst/>
              <a:gdLst/>
              <a:ahLst/>
              <a:cxnLst/>
              <a:rect l="l" t="t" r="r" b="b"/>
              <a:pathLst>
                <a:path w="539114" h="563245">
                  <a:moveTo>
                    <a:pt x="538734" y="0"/>
                  </a:moveTo>
                  <a:lnTo>
                    <a:pt x="0" y="0"/>
                  </a:lnTo>
                  <a:lnTo>
                    <a:pt x="2239" y="50913"/>
                  </a:lnTo>
                  <a:lnTo>
                    <a:pt x="8830" y="100322"/>
                  </a:lnTo>
                  <a:lnTo>
                    <a:pt x="19582" y="148290"/>
                  </a:lnTo>
                  <a:lnTo>
                    <a:pt x="34305" y="194627"/>
                  </a:lnTo>
                  <a:lnTo>
                    <a:pt x="52809" y="239142"/>
                  </a:lnTo>
                  <a:lnTo>
                    <a:pt x="74902" y="281646"/>
                  </a:lnTo>
                  <a:lnTo>
                    <a:pt x="100394" y="321946"/>
                  </a:lnTo>
                  <a:lnTo>
                    <a:pt x="129095" y="359854"/>
                  </a:lnTo>
                  <a:lnTo>
                    <a:pt x="160814" y="395178"/>
                  </a:lnTo>
                  <a:lnTo>
                    <a:pt x="195361" y="427728"/>
                  </a:lnTo>
                  <a:lnTo>
                    <a:pt x="232545" y="457313"/>
                  </a:lnTo>
                  <a:lnTo>
                    <a:pt x="272176" y="483743"/>
                  </a:lnTo>
                  <a:lnTo>
                    <a:pt x="314064" y="506827"/>
                  </a:lnTo>
                  <a:lnTo>
                    <a:pt x="358016" y="526375"/>
                  </a:lnTo>
                  <a:lnTo>
                    <a:pt x="403845" y="542196"/>
                  </a:lnTo>
                  <a:lnTo>
                    <a:pt x="451357" y="554101"/>
                  </a:lnTo>
                  <a:lnTo>
                    <a:pt x="538734" y="562863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1"/>
              <a:ext cx="6927215" cy="685799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3839" y="791667"/>
            <a:ext cx="375856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700" spc="-10" dirty="0"/>
              <a:t>Appropriateness </a:t>
            </a:r>
            <a:r>
              <a:rPr sz="3700" dirty="0"/>
              <a:t>&amp;</a:t>
            </a:r>
            <a:r>
              <a:rPr sz="3700" spc="-35" dirty="0"/>
              <a:t> </a:t>
            </a:r>
            <a:r>
              <a:rPr sz="3700" spc="-10" dirty="0"/>
              <a:t>Coherence</a:t>
            </a:r>
            <a:endParaRPr sz="3700"/>
          </a:p>
        </p:txBody>
      </p:sp>
      <p:sp>
        <p:nvSpPr>
          <p:cNvPr id="9" name="object 9"/>
          <p:cNvSpPr txBox="1"/>
          <p:nvPr/>
        </p:nvSpPr>
        <p:spPr>
          <a:xfrm>
            <a:off x="643839" y="2408301"/>
            <a:ext cx="3757929" cy="3201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64769" indent="-28702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2000" spc="-10" dirty="0">
                <a:latin typeface="Arial MT"/>
                <a:cs typeface="Arial MT"/>
              </a:rPr>
              <a:t>Appropriateness: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</a:t>
            </a:r>
            <a:r>
              <a:rPr sz="2000" dirty="0">
                <a:latin typeface="Arial MT"/>
                <a:cs typeface="Arial MT"/>
              </a:rPr>
              <a:t>recruitment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strategies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suitable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population?</a:t>
            </a:r>
            <a:endParaRPr sz="2000">
              <a:latin typeface="Arial MT"/>
              <a:cs typeface="Arial MT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Effective: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Strategies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population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research 	goals.</a:t>
            </a:r>
            <a:endParaRPr sz="2000">
              <a:latin typeface="Arial MT"/>
              <a:cs typeface="Arial MT"/>
            </a:endParaRPr>
          </a:p>
          <a:p>
            <a:pPr marL="299085" marR="236220" indent="-287020">
              <a:lnSpc>
                <a:spcPct val="100000"/>
              </a:lnSpc>
              <a:spcBef>
                <a:spcPts val="1689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Ineffective: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Mismatched </a:t>
            </a:r>
            <a:r>
              <a:rPr sz="2000" dirty="0">
                <a:latin typeface="Arial MT"/>
                <a:cs typeface="Arial MT"/>
              </a:rPr>
              <a:t>strategies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low </a:t>
            </a:r>
            <a:r>
              <a:rPr sz="2000" spc="-10" dirty="0">
                <a:latin typeface="Arial MT"/>
                <a:cs typeface="Arial MT"/>
              </a:rPr>
              <a:t>participation.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724272" y="-1"/>
            <a:ext cx="7468234" cy="6858000"/>
            <a:chOff x="4724272" y="-1"/>
            <a:chExt cx="7468234" cy="6858000"/>
          </a:xfrm>
        </p:grpSpPr>
        <p:sp>
          <p:nvSpPr>
            <p:cNvPr id="6" name="object 6"/>
            <p:cNvSpPr/>
            <p:nvPr/>
          </p:nvSpPr>
          <p:spPr>
            <a:xfrm>
              <a:off x="4724272" y="0"/>
              <a:ext cx="539115" cy="563245"/>
            </a:xfrm>
            <a:custGeom>
              <a:avLst/>
              <a:gdLst/>
              <a:ahLst/>
              <a:cxnLst/>
              <a:rect l="l" t="t" r="r" b="b"/>
              <a:pathLst>
                <a:path w="539114" h="563245">
                  <a:moveTo>
                    <a:pt x="538734" y="0"/>
                  </a:moveTo>
                  <a:lnTo>
                    <a:pt x="0" y="0"/>
                  </a:lnTo>
                  <a:lnTo>
                    <a:pt x="2239" y="50913"/>
                  </a:lnTo>
                  <a:lnTo>
                    <a:pt x="8830" y="100322"/>
                  </a:lnTo>
                  <a:lnTo>
                    <a:pt x="19582" y="148290"/>
                  </a:lnTo>
                  <a:lnTo>
                    <a:pt x="34305" y="194627"/>
                  </a:lnTo>
                  <a:lnTo>
                    <a:pt x="52809" y="239142"/>
                  </a:lnTo>
                  <a:lnTo>
                    <a:pt x="74902" y="281646"/>
                  </a:lnTo>
                  <a:lnTo>
                    <a:pt x="100394" y="321946"/>
                  </a:lnTo>
                  <a:lnTo>
                    <a:pt x="129095" y="359854"/>
                  </a:lnTo>
                  <a:lnTo>
                    <a:pt x="160814" y="395178"/>
                  </a:lnTo>
                  <a:lnTo>
                    <a:pt x="195361" y="427728"/>
                  </a:lnTo>
                  <a:lnTo>
                    <a:pt x="232545" y="457313"/>
                  </a:lnTo>
                  <a:lnTo>
                    <a:pt x="272176" y="483743"/>
                  </a:lnTo>
                  <a:lnTo>
                    <a:pt x="314064" y="506827"/>
                  </a:lnTo>
                  <a:lnTo>
                    <a:pt x="358016" y="526375"/>
                  </a:lnTo>
                  <a:lnTo>
                    <a:pt x="403845" y="542196"/>
                  </a:lnTo>
                  <a:lnTo>
                    <a:pt x="451357" y="554101"/>
                  </a:lnTo>
                  <a:lnTo>
                    <a:pt x="538734" y="562863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1"/>
              <a:ext cx="6927215" cy="685799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3839" y="791667"/>
            <a:ext cx="375856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700" spc="-10" dirty="0"/>
              <a:t>Appropriateness </a:t>
            </a:r>
            <a:r>
              <a:rPr sz="3700" dirty="0"/>
              <a:t>&amp;</a:t>
            </a:r>
            <a:r>
              <a:rPr sz="3700" spc="-35" dirty="0"/>
              <a:t> </a:t>
            </a:r>
            <a:r>
              <a:rPr sz="3700" spc="-10" dirty="0"/>
              <a:t>Coherence</a:t>
            </a:r>
            <a:endParaRPr sz="3700"/>
          </a:p>
        </p:txBody>
      </p:sp>
      <p:sp>
        <p:nvSpPr>
          <p:cNvPr id="9" name="object 9"/>
          <p:cNvSpPr txBox="1"/>
          <p:nvPr/>
        </p:nvSpPr>
        <p:spPr>
          <a:xfrm>
            <a:off x="643839" y="2186177"/>
            <a:ext cx="3724275" cy="32912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3970" indent="-28702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Coherence: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study </a:t>
            </a:r>
            <a:r>
              <a:rPr sz="2000" dirty="0">
                <a:latin typeface="Arial MT"/>
                <a:cs typeface="Arial MT"/>
              </a:rPr>
              <a:t>population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justified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research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topic?</a:t>
            </a:r>
            <a:endParaRPr sz="20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Effective: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aligns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</a:t>
            </a:r>
            <a:endParaRPr sz="2000">
              <a:latin typeface="Arial MT"/>
              <a:cs typeface="Arial MT"/>
            </a:endParaRPr>
          </a:p>
          <a:p>
            <a:pPr marL="299085" marR="2609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research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objectives. </a:t>
            </a:r>
            <a:r>
              <a:rPr sz="2000" dirty="0">
                <a:latin typeface="Arial MT"/>
                <a:cs typeface="Arial MT"/>
              </a:rPr>
              <a:t>Ineffective: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justification </a:t>
            </a:r>
            <a:r>
              <a:rPr sz="2000" dirty="0">
                <a:latin typeface="Arial MT"/>
                <a:cs typeface="Arial MT"/>
              </a:rPr>
              <a:t>weakens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conclusions.</a:t>
            </a:r>
            <a:endParaRPr sz="2000">
              <a:latin typeface="Arial MT"/>
              <a:cs typeface="Arial MT"/>
            </a:endParaRPr>
          </a:p>
          <a:p>
            <a:pPr marL="299085" marR="196850" indent="-287020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Example: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teacher </a:t>
            </a:r>
            <a:r>
              <a:rPr sz="2000" dirty="0">
                <a:latin typeface="Arial MT"/>
                <a:cs typeface="Arial MT"/>
              </a:rPr>
              <a:t>workload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recruit </a:t>
            </a:r>
            <a:r>
              <a:rPr sz="2000" dirty="0">
                <a:latin typeface="Arial MT"/>
                <a:cs typeface="Arial MT"/>
              </a:rPr>
              <a:t>teachers,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students.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29183"/>
            <a:ext cx="9178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Transparency</a:t>
            </a:r>
            <a:r>
              <a:rPr sz="4000" spc="-150" dirty="0"/>
              <a:t> </a:t>
            </a:r>
            <a:r>
              <a:rPr sz="4000" dirty="0"/>
              <a:t>&amp;</a:t>
            </a:r>
            <a:r>
              <a:rPr sz="4000" spc="-185" dirty="0"/>
              <a:t> </a:t>
            </a:r>
            <a:r>
              <a:rPr sz="4000" dirty="0"/>
              <a:t>Interpretive</a:t>
            </a:r>
            <a:r>
              <a:rPr sz="4000" spc="-150" dirty="0"/>
              <a:t> </a:t>
            </a:r>
            <a:r>
              <a:rPr sz="4000" spc="-10" dirty="0"/>
              <a:t>Sampling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7613" y="1873885"/>
            <a:ext cx="4789805" cy="1526540"/>
          </a:xfrm>
          <a:custGeom>
            <a:avLst/>
            <a:gdLst/>
            <a:ahLst/>
            <a:cxnLst/>
            <a:rect l="l" t="t" r="r" b="b"/>
            <a:pathLst>
              <a:path w="4789805" h="1526539">
                <a:moveTo>
                  <a:pt x="0" y="1526413"/>
                </a:moveTo>
                <a:lnTo>
                  <a:pt x="4789551" y="1526413"/>
                </a:lnTo>
                <a:lnTo>
                  <a:pt x="4789551" y="0"/>
                </a:lnTo>
                <a:lnTo>
                  <a:pt x="0" y="0"/>
                </a:lnTo>
                <a:lnTo>
                  <a:pt x="0" y="1526413"/>
                </a:lnTo>
                <a:close/>
              </a:path>
            </a:pathLst>
          </a:custGeom>
          <a:ln w="12700">
            <a:solidFill>
              <a:srgbClr val="00B1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1263" y="1867535"/>
            <a:ext cx="4802505" cy="1539240"/>
          </a:xfrm>
          <a:prstGeom prst="rect">
            <a:avLst/>
          </a:prstGeom>
          <a:solidFill>
            <a:srgbClr val="00B1F3"/>
          </a:solidFill>
        </p:spPr>
        <p:txBody>
          <a:bodyPr vert="horz" wrap="square" lIns="0" tIns="293370" rIns="0" bIns="0" rtlCol="0">
            <a:spAutoFit/>
          </a:bodyPr>
          <a:lstStyle/>
          <a:p>
            <a:pPr marL="631190" marR="622300" indent="4445" algn="ctr">
              <a:lnSpc>
                <a:spcPct val="86300"/>
              </a:lnSpc>
              <a:spcBef>
                <a:spcPts val="2310"/>
              </a:spcBef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Transparency: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Are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inclusion/exclusion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criteria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clearly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defined?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1263" y="3406647"/>
            <a:ext cx="4802505" cy="2327910"/>
          </a:xfrm>
          <a:prstGeom prst="rect">
            <a:avLst/>
          </a:prstGeom>
          <a:solidFill>
            <a:srgbClr val="CAE3F9">
              <a:alpha val="90194"/>
            </a:srgbClr>
          </a:solidFill>
          <a:ln w="3175">
            <a:solidFill>
              <a:srgbClr val="CAE3F9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361315" marR="779780" indent="-227329">
              <a:lnSpc>
                <a:spcPts val="2480"/>
              </a:lnSpc>
              <a:spcBef>
                <a:spcPts val="960"/>
              </a:spcBef>
              <a:buChar char="•"/>
              <a:tabLst>
                <a:tab pos="362585" algn="l"/>
              </a:tabLst>
            </a:pPr>
            <a:r>
              <a:rPr sz="2400" dirty="0">
                <a:latin typeface="Arial MT"/>
                <a:cs typeface="Arial MT"/>
              </a:rPr>
              <a:t>Effective: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Criteria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clear, 	</a:t>
            </a:r>
            <a:r>
              <a:rPr sz="2400" dirty="0">
                <a:latin typeface="Arial MT"/>
                <a:cs typeface="Arial MT"/>
              </a:rPr>
              <a:t>public,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replicable.</a:t>
            </a:r>
            <a:endParaRPr sz="2400">
              <a:latin typeface="Arial MT"/>
              <a:cs typeface="Arial MT"/>
            </a:endParaRPr>
          </a:p>
          <a:p>
            <a:pPr marL="361315" marR="734060" indent="-227329">
              <a:lnSpc>
                <a:spcPct val="86300"/>
              </a:lnSpc>
              <a:spcBef>
                <a:spcPts val="395"/>
              </a:spcBef>
              <a:buChar char="•"/>
              <a:tabLst>
                <a:tab pos="362585" algn="l"/>
              </a:tabLst>
            </a:pPr>
            <a:r>
              <a:rPr sz="2400" dirty="0">
                <a:latin typeface="Arial MT"/>
                <a:cs typeface="Arial MT"/>
              </a:rPr>
              <a:t>Ineffective: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Vague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selection 	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study 	credibility.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27723" y="1873885"/>
            <a:ext cx="4789805" cy="1526540"/>
          </a:xfrm>
          <a:custGeom>
            <a:avLst/>
            <a:gdLst/>
            <a:ahLst/>
            <a:cxnLst/>
            <a:rect l="l" t="t" r="r" b="b"/>
            <a:pathLst>
              <a:path w="4789805" h="1526539">
                <a:moveTo>
                  <a:pt x="0" y="1526413"/>
                </a:moveTo>
                <a:lnTo>
                  <a:pt x="4789551" y="1526413"/>
                </a:lnTo>
                <a:lnTo>
                  <a:pt x="4789551" y="0"/>
                </a:lnTo>
                <a:lnTo>
                  <a:pt x="0" y="0"/>
                </a:lnTo>
                <a:lnTo>
                  <a:pt x="0" y="1526413"/>
                </a:lnTo>
                <a:close/>
              </a:path>
            </a:pathLst>
          </a:custGeom>
          <a:ln w="12700">
            <a:solidFill>
              <a:srgbClr val="00B1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21373" y="1867535"/>
            <a:ext cx="4802505" cy="1539240"/>
          </a:xfrm>
          <a:prstGeom prst="rect">
            <a:avLst/>
          </a:prstGeom>
          <a:solidFill>
            <a:srgbClr val="00B1F3"/>
          </a:solidFill>
        </p:spPr>
        <p:txBody>
          <a:bodyPr vert="horz" wrap="square" lIns="0" tIns="1035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15"/>
              </a:spcBef>
            </a:pPr>
            <a:endParaRPr sz="2400">
              <a:latin typeface="Times New Roman"/>
              <a:cs typeface="Times New Roman"/>
            </a:endParaRPr>
          </a:p>
          <a:p>
            <a:pPr marL="1334770" marR="224790" indent="-1101090">
              <a:lnSpc>
                <a:spcPts val="248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Interpretive: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purposive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sampling</a:t>
            </a:r>
            <a:r>
              <a:rPr sz="24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used?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1373" y="3406647"/>
            <a:ext cx="4802505" cy="2327910"/>
          </a:xfrm>
          <a:prstGeom prst="rect">
            <a:avLst/>
          </a:prstGeom>
          <a:solidFill>
            <a:srgbClr val="CAE3F9">
              <a:alpha val="90194"/>
            </a:srgbClr>
          </a:solidFill>
          <a:ln w="3175">
            <a:solidFill>
              <a:srgbClr val="CAE3F9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361950" marR="659765" indent="-227329">
              <a:lnSpc>
                <a:spcPts val="2480"/>
              </a:lnSpc>
              <a:spcBef>
                <a:spcPts val="960"/>
              </a:spcBef>
              <a:buChar char="•"/>
              <a:tabLst>
                <a:tab pos="363220" algn="l"/>
              </a:tabLst>
            </a:pPr>
            <a:r>
              <a:rPr sz="2400" dirty="0">
                <a:latin typeface="Arial MT"/>
                <a:cs typeface="Arial MT"/>
              </a:rPr>
              <a:t>Effective: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Sampling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ensures 	</a:t>
            </a:r>
            <a:r>
              <a:rPr sz="2400" dirty="0">
                <a:latin typeface="Arial MT"/>
                <a:cs typeface="Arial MT"/>
              </a:rPr>
              <a:t>rich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diverse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  <a:p>
            <a:pPr marL="361950" marR="354330" indent="-227329">
              <a:lnSpc>
                <a:spcPts val="2480"/>
              </a:lnSpc>
              <a:spcBef>
                <a:spcPts val="415"/>
              </a:spcBef>
              <a:buChar char="•"/>
              <a:tabLst>
                <a:tab pos="363220" algn="l"/>
              </a:tabLst>
            </a:pPr>
            <a:r>
              <a:rPr sz="2400" dirty="0">
                <a:latin typeface="Arial MT"/>
                <a:cs typeface="Arial MT"/>
              </a:rPr>
              <a:t>Ineffective: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Inconsistent 	</a:t>
            </a:r>
            <a:r>
              <a:rPr sz="2400" dirty="0">
                <a:latin typeface="Arial MT"/>
                <a:cs typeface="Arial MT"/>
              </a:rPr>
              <a:t>selection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quality.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808304"/>
            <a:ext cx="9025636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6863" y="2102409"/>
            <a:ext cx="1341120" cy="1183005"/>
          </a:xfrm>
          <a:custGeom>
            <a:avLst/>
            <a:gdLst/>
            <a:ahLst/>
            <a:cxnLst/>
            <a:rect l="l" t="t" r="r" b="b"/>
            <a:pathLst>
              <a:path w="1341120" h="1183004">
                <a:moveTo>
                  <a:pt x="662586" y="0"/>
                </a:moveTo>
                <a:lnTo>
                  <a:pt x="626075" y="17797"/>
                </a:lnTo>
                <a:lnTo>
                  <a:pt x="7879" y="1089187"/>
                </a:lnTo>
                <a:lnTo>
                  <a:pt x="0" y="1112622"/>
                </a:lnTo>
                <a:lnTo>
                  <a:pt x="1659" y="1136432"/>
                </a:lnTo>
                <a:lnTo>
                  <a:pt x="30665" y="1174231"/>
                </a:lnTo>
                <a:lnTo>
                  <a:pt x="1278491" y="1182571"/>
                </a:lnTo>
                <a:lnTo>
                  <a:pt x="1302716" y="1177652"/>
                </a:lnTo>
                <a:lnTo>
                  <a:pt x="1322490" y="1164290"/>
                </a:lnTo>
                <a:lnTo>
                  <a:pt x="1335796" y="1144488"/>
                </a:lnTo>
                <a:lnTo>
                  <a:pt x="1340615" y="1120250"/>
                </a:lnTo>
                <a:lnTo>
                  <a:pt x="1340117" y="1112622"/>
                </a:lnTo>
                <a:lnTo>
                  <a:pt x="1340084" y="1112123"/>
                </a:lnTo>
                <a:lnTo>
                  <a:pt x="1253064" y="951292"/>
                </a:lnTo>
                <a:lnTo>
                  <a:pt x="516016" y="951291"/>
                </a:lnTo>
                <a:lnTo>
                  <a:pt x="450027" y="885301"/>
                </a:lnTo>
                <a:lnTo>
                  <a:pt x="604105" y="731218"/>
                </a:lnTo>
                <a:lnTo>
                  <a:pt x="450027" y="577136"/>
                </a:lnTo>
                <a:lnTo>
                  <a:pt x="516016" y="511145"/>
                </a:lnTo>
                <a:lnTo>
                  <a:pt x="1000105" y="511145"/>
                </a:lnTo>
                <a:lnTo>
                  <a:pt x="724098" y="30896"/>
                </a:lnTo>
                <a:lnTo>
                  <a:pt x="707865" y="12365"/>
                </a:lnTo>
                <a:lnTo>
                  <a:pt x="686388" y="1746"/>
                </a:lnTo>
                <a:lnTo>
                  <a:pt x="662586" y="0"/>
                </a:lnTo>
                <a:close/>
              </a:path>
              <a:path w="1341120" h="1183004">
                <a:moveTo>
                  <a:pt x="670093" y="797209"/>
                </a:moveTo>
                <a:lnTo>
                  <a:pt x="516016" y="951291"/>
                </a:lnTo>
                <a:lnTo>
                  <a:pt x="824171" y="951292"/>
                </a:lnTo>
                <a:lnTo>
                  <a:pt x="670093" y="797209"/>
                </a:lnTo>
                <a:close/>
              </a:path>
              <a:path w="1341120" h="1183004">
                <a:moveTo>
                  <a:pt x="1000105" y="511145"/>
                </a:moveTo>
                <a:lnTo>
                  <a:pt x="824171" y="511145"/>
                </a:lnTo>
                <a:lnTo>
                  <a:pt x="890159" y="577136"/>
                </a:lnTo>
                <a:lnTo>
                  <a:pt x="736082" y="731218"/>
                </a:lnTo>
                <a:lnTo>
                  <a:pt x="890159" y="885301"/>
                </a:lnTo>
                <a:lnTo>
                  <a:pt x="824171" y="951292"/>
                </a:lnTo>
                <a:lnTo>
                  <a:pt x="1253064" y="951292"/>
                </a:lnTo>
                <a:lnTo>
                  <a:pt x="1000105" y="511145"/>
                </a:lnTo>
                <a:close/>
              </a:path>
              <a:path w="1341120" h="1183004">
                <a:moveTo>
                  <a:pt x="824171" y="511145"/>
                </a:moveTo>
                <a:lnTo>
                  <a:pt x="516016" y="511145"/>
                </a:lnTo>
                <a:lnTo>
                  <a:pt x="670093" y="665228"/>
                </a:lnTo>
                <a:lnTo>
                  <a:pt x="824171" y="511145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6319" y="3558666"/>
            <a:ext cx="3947160" cy="19888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429259">
              <a:lnSpc>
                <a:spcPts val="1970"/>
              </a:lnSpc>
              <a:spcBef>
                <a:spcPts val="420"/>
              </a:spcBef>
            </a:pPr>
            <a:r>
              <a:rPr sz="1900" b="1" dirty="0">
                <a:latin typeface="Arial"/>
                <a:cs typeface="Arial"/>
              </a:rPr>
              <a:t>Saturation: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Were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participants </a:t>
            </a:r>
            <a:r>
              <a:rPr sz="1900" b="1" dirty="0">
                <a:latin typeface="Arial"/>
                <a:cs typeface="Arial"/>
              </a:rPr>
              <a:t>recruited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until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no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new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insights emerged?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ts val="1970"/>
              </a:lnSpc>
              <a:spcBef>
                <a:spcPts val="595"/>
              </a:spcBef>
            </a:pPr>
            <a:r>
              <a:rPr sz="1900" dirty="0">
                <a:latin typeface="Arial MT"/>
                <a:cs typeface="Arial MT"/>
              </a:rPr>
              <a:t>Effective: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collection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stops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when </a:t>
            </a:r>
            <a:r>
              <a:rPr sz="1900" dirty="0">
                <a:latin typeface="Arial MT"/>
                <a:cs typeface="Arial MT"/>
              </a:rPr>
              <a:t>themes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repeat.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125"/>
              </a:lnSpc>
              <a:spcBef>
                <a:spcPts val="440"/>
              </a:spcBef>
            </a:pPr>
            <a:r>
              <a:rPr sz="1900" dirty="0">
                <a:latin typeface="Arial MT"/>
                <a:cs typeface="Arial MT"/>
              </a:rPr>
              <a:t>Ineffective: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Stopping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too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early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limits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125"/>
              </a:lnSpc>
            </a:pPr>
            <a:r>
              <a:rPr sz="1900" spc="-10" dirty="0">
                <a:latin typeface="Arial MT"/>
                <a:cs typeface="Arial MT"/>
              </a:rPr>
              <a:t>findings.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14947" y="2125535"/>
            <a:ext cx="1136650" cy="1136650"/>
          </a:xfrm>
          <a:custGeom>
            <a:avLst/>
            <a:gdLst/>
            <a:ahLst/>
            <a:cxnLst/>
            <a:rect l="l" t="t" r="r" b="b"/>
            <a:pathLst>
              <a:path w="1136650" h="1136650">
                <a:moveTo>
                  <a:pt x="692569" y="343128"/>
                </a:moveTo>
                <a:lnTo>
                  <a:pt x="663168" y="329247"/>
                </a:lnTo>
                <a:lnTo>
                  <a:pt x="632358" y="319227"/>
                </a:lnTo>
                <a:lnTo>
                  <a:pt x="600532" y="313194"/>
                </a:lnTo>
                <a:lnTo>
                  <a:pt x="568071" y="311226"/>
                </a:lnTo>
                <a:lnTo>
                  <a:pt x="521931" y="315404"/>
                </a:lnTo>
                <a:lnTo>
                  <a:pt x="478510" y="327367"/>
                </a:lnTo>
                <a:lnTo>
                  <a:pt x="438531" y="346367"/>
                </a:lnTo>
                <a:lnTo>
                  <a:pt x="402704" y="371703"/>
                </a:lnTo>
                <a:lnTo>
                  <a:pt x="371767" y="402653"/>
                </a:lnTo>
                <a:lnTo>
                  <a:pt x="346430" y="438480"/>
                </a:lnTo>
                <a:lnTo>
                  <a:pt x="327418" y="478459"/>
                </a:lnTo>
                <a:lnTo>
                  <a:pt x="315455" y="521881"/>
                </a:lnTo>
                <a:lnTo>
                  <a:pt x="311277" y="568020"/>
                </a:lnTo>
                <a:lnTo>
                  <a:pt x="313893" y="604608"/>
                </a:lnTo>
                <a:lnTo>
                  <a:pt x="321703" y="640245"/>
                </a:lnTo>
                <a:lnTo>
                  <a:pt x="334518" y="674408"/>
                </a:lnTo>
                <a:lnTo>
                  <a:pt x="352209" y="706539"/>
                </a:lnTo>
                <a:lnTo>
                  <a:pt x="692569" y="343128"/>
                </a:lnTo>
                <a:close/>
              </a:path>
              <a:path w="1136650" h="1136650">
                <a:moveTo>
                  <a:pt x="824090" y="583196"/>
                </a:moveTo>
                <a:lnTo>
                  <a:pt x="822452" y="535203"/>
                </a:lnTo>
                <a:lnTo>
                  <a:pt x="811860" y="488200"/>
                </a:lnTo>
                <a:lnTo>
                  <a:pt x="792365" y="443496"/>
                </a:lnTo>
                <a:lnTo>
                  <a:pt x="764006" y="402424"/>
                </a:lnTo>
                <a:lnTo>
                  <a:pt x="416318" y="774712"/>
                </a:lnTo>
                <a:lnTo>
                  <a:pt x="455942" y="798652"/>
                </a:lnTo>
                <a:lnTo>
                  <a:pt x="497979" y="814717"/>
                </a:lnTo>
                <a:lnTo>
                  <a:pt x="541413" y="823061"/>
                </a:lnTo>
                <a:lnTo>
                  <a:pt x="585241" y="823836"/>
                </a:lnTo>
                <a:lnTo>
                  <a:pt x="628459" y="817206"/>
                </a:lnTo>
                <a:lnTo>
                  <a:pt x="670039" y="803313"/>
                </a:lnTo>
                <a:lnTo>
                  <a:pt x="708977" y="782320"/>
                </a:lnTo>
                <a:lnTo>
                  <a:pt x="744245" y="754380"/>
                </a:lnTo>
                <a:lnTo>
                  <a:pt x="774852" y="719658"/>
                </a:lnTo>
                <a:lnTo>
                  <a:pt x="800341" y="676744"/>
                </a:lnTo>
                <a:lnTo>
                  <a:pt x="816737" y="630821"/>
                </a:lnTo>
                <a:lnTo>
                  <a:pt x="824090" y="583196"/>
                </a:lnTo>
                <a:close/>
              </a:path>
              <a:path w="1136650" h="1136650">
                <a:moveTo>
                  <a:pt x="1136129" y="332701"/>
                </a:moveTo>
                <a:lnTo>
                  <a:pt x="1021257" y="217843"/>
                </a:lnTo>
                <a:lnTo>
                  <a:pt x="918248" y="114846"/>
                </a:lnTo>
                <a:lnTo>
                  <a:pt x="918248" y="568020"/>
                </a:lnTo>
                <a:lnTo>
                  <a:pt x="915009" y="615543"/>
                </a:lnTo>
                <a:lnTo>
                  <a:pt x="905662" y="661123"/>
                </a:lnTo>
                <a:lnTo>
                  <a:pt x="890612" y="704329"/>
                </a:lnTo>
                <a:lnTo>
                  <a:pt x="870292" y="744766"/>
                </a:lnTo>
                <a:lnTo>
                  <a:pt x="845108" y="782015"/>
                </a:lnTo>
                <a:lnTo>
                  <a:pt x="815492" y="815644"/>
                </a:lnTo>
                <a:lnTo>
                  <a:pt x="781824" y="845248"/>
                </a:lnTo>
                <a:lnTo>
                  <a:pt x="744562" y="870407"/>
                </a:lnTo>
                <a:lnTo>
                  <a:pt x="704088" y="890689"/>
                </a:lnTo>
                <a:lnTo>
                  <a:pt x="660946" y="905700"/>
                </a:lnTo>
                <a:lnTo>
                  <a:pt x="660806" y="905700"/>
                </a:lnTo>
                <a:lnTo>
                  <a:pt x="615391" y="915009"/>
                </a:lnTo>
                <a:lnTo>
                  <a:pt x="615022" y="915009"/>
                </a:lnTo>
                <a:lnTo>
                  <a:pt x="568071" y="918210"/>
                </a:lnTo>
                <a:lnTo>
                  <a:pt x="520547" y="915009"/>
                </a:lnTo>
                <a:lnTo>
                  <a:pt x="474980" y="905700"/>
                </a:lnTo>
                <a:lnTo>
                  <a:pt x="431761" y="890689"/>
                </a:lnTo>
                <a:lnTo>
                  <a:pt x="391325" y="870407"/>
                </a:lnTo>
                <a:lnTo>
                  <a:pt x="354088" y="845248"/>
                </a:lnTo>
                <a:lnTo>
                  <a:pt x="320459" y="815644"/>
                </a:lnTo>
                <a:lnTo>
                  <a:pt x="290855" y="782015"/>
                </a:lnTo>
                <a:lnTo>
                  <a:pt x="265696" y="744766"/>
                </a:lnTo>
                <a:lnTo>
                  <a:pt x="245414" y="704329"/>
                </a:lnTo>
                <a:lnTo>
                  <a:pt x="230403" y="661123"/>
                </a:lnTo>
                <a:lnTo>
                  <a:pt x="221094" y="615543"/>
                </a:lnTo>
                <a:lnTo>
                  <a:pt x="217893" y="568020"/>
                </a:lnTo>
                <a:lnTo>
                  <a:pt x="221094" y="520509"/>
                </a:lnTo>
                <a:lnTo>
                  <a:pt x="230403" y="474929"/>
                </a:lnTo>
                <a:lnTo>
                  <a:pt x="245414" y="431723"/>
                </a:lnTo>
                <a:lnTo>
                  <a:pt x="265696" y="391287"/>
                </a:lnTo>
                <a:lnTo>
                  <a:pt x="290855" y="354037"/>
                </a:lnTo>
                <a:lnTo>
                  <a:pt x="320459" y="320408"/>
                </a:lnTo>
                <a:lnTo>
                  <a:pt x="354088" y="290804"/>
                </a:lnTo>
                <a:lnTo>
                  <a:pt x="391325" y="265645"/>
                </a:lnTo>
                <a:lnTo>
                  <a:pt x="431761" y="245364"/>
                </a:lnTo>
                <a:lnTo>
                  <a:pt x="474980" y="230352"/>
                </a:lnTo>
                <a:lnTo>
                  <a:pt x="520547" y="221030"/>
                </a:lnTo>
                <a:lnTo>
                  <a:pt x="568071" y="217843"/>
                </a:lnTo>
                <a:lnTo>
                  <a:pt x="615581" y="221030"/>
                </a:lnTo>
                <a:lnTo>
                  <a:pt x="661162" y="230352"/>
                </a:lnTo>
                <a:lnTo>
                  <a:pt x="704367" y="245364"/>
                </a:lnTo>
                <a:lnTo>
                  <a:pt x="744804" y="265645"/>
                </a:lnTo>
                <a:lnTo>
                  <a:pt x="782053" y="290804"/>
                </a:lnTo>
                <a:lnTo>
                  <a:pt x="815682" y="320408"/>
                </a:lnTo>
                <a:lnTo>
                  <a:pt x="845273" y="354037"/>
                </a:lnTo>
                <a:lnTo>
                  <a:pt x="870432" y="391287"/>
                </a:lnTo>
                <a:lnTo>
                  <a:pt x="890727" y="431723"/>
                </a:lnTo>
                <a:lnTo>
                  <a:pt x="905738" y="474929"/>
                </a:lnTo>
                <a:lnTo>
                  <a:pt x="915047" y="520509"/>
                </a:lnTo>
                <a:lnTo>
                  <a:pt x="918248" y="568020"/>
                </a:lnTo>
                <a:lnTo>
                  <a:pt x="918248" y="114846"/>
                </a:lnTo>
                <a:lnTo>
                  <a:pt x="803389" y="0"/>
                </a:lnTo>
                <a:lnTo>
                  <a:pt x="332752" y="0"/>
                </a:lnTo>
                <a:lnTo>
                  <a:pt x="0" y="332701"/>
                </a:lnTo>
                <a:lnTo>
                  <a:pt x="0" y="803351"/>
                </a:lnTo>
                <a:lnTo>
                  <a:pt x="332752" y="1136103"/>
                </a:lnTo>
                <a:lnTo>
                  <a:pt x="803389" y="1136103"/>
                </a:lnTo>
                <a:lnTo>
                  <a:pt x="1021270" y="918210"/>
                </a:lnTo>
                <a:lnTo>
                  <a:pt x="1136129" y="803351"/>
                </a:lnTo>
                <a:lnTo>
                  <a:pt x="1136129" y="332701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13017" y="3558666"/>
            <a:ext cx="3813810" cy="56451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420"/>
              </a:spcBef>
            </a:pPr>
            <a:r>
              <a:rPr sz="1900" b="1" dirty="0">
                <a:latin typeface="Arial"/>
                <a:cs typeface="Arial"/>
              </a:rPr>
              <a:t>Ethical</a:t>
            </a:r>
            <a:r>
              <a:rPr sz="1900" b="1" spc="-3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Considerations:</a:t>
            </a:r>
            <a:r>
              <a:rPr sz="1900" b="1" spc="-35" dirty="0">
                <a:latin typeface="Arial"/>
                <a:cs typeface="Arial"/>
              </a:rPr>
              <a:t> </a:t>
            </a:r>
            <a:r>
              <a:rPr sz="1900" b="1" spc="-25" dirty="0">
                <a:latin typeface="Arial"/>
                <a:cs typeface="Arial"/>
              </a:rPr>
              <a:t>Was </a:t>
            </a:r>
            <a:r>
              <a:rPr sz="1900" b="1" dirty="0">
                <a:latin typeface="Arial"/>
                <a:cs typeface="Arial"/>
              </a:rPr>
              <a:t>recruitment</a:t>
            </a:r>
            <a:r>
              <a:rPr sz="1900" b="1" spc="-10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conducted</a:t>
            </a:r>
            <a:r>
              <a:rPr sz="1900" b="1" spc="-13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ethically?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3017" y="4384928"/>
            <a:ext cx="3491865" cy="14109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445770" algn="just">
              <a:lnSpc>
                <a:spcPts val="1970"/>
              </a:lnSpc>
              <a:spcBef>
                <a:spcPts val="420"/>
              </a:spcBef>
            </a:pPr>
            <a:r>
              <a:rPr sz="1900" dirty="0">
                <a:latin typeface="Arial MT"/>
                <a:cs typeface="Arial MT"/>
              </a:rPr>
              <a:t>Effective: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Informed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consent, confidentiality,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voluntary participation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maintained.</a:t>
            </a:r>
            <a:endParaRPr sz="1900">
              <a:latin typeface="Arial MT"/>
              <a:cs typeface="Arial MT"/>
            </a:endParaRPr>
          </a:p>
          <a:p>
            <a:pPr marL="12700" marR="5080" algn="just">
              <a:lnSpc>
                <a:spcPts val="1960"/>
              </a:lnSpc>
              <a:spcBef>
                <a:spcPts val="770"/>
              </a:spcBef>
            </a:pPr>
            <a:r>
              <a:rPr sz="1900" dirty="0">
                <a:latin typeface="Arial MT"/>
                <a:cs typeface="Arial MT"/>
              </a:rPr>
              <a:t>Ineffective: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Ethical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lapses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harm </a:t>
            </a:r>
            <a:r>
              <a:rPr sz="1900" dirty="0">
                <a:latin typeface="Arial MT"/>
                <a:cs typeface="Arial MT"/>
              </a:rPr>
              <a:t>participants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study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credibility.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0697" rIns="0" bIns="0" rtlCol="0">
            <a:spAutoFit/>
          </a:bodyPr>
          <a:lstStyle/>
          <a:p>
            <a:pPr marL="461264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Reflection</a:t>
            </a:r>
            <a:r>
              <a:rPr sz="4000" spc="-100" dirty="0"/>
              <a:t> </a:t>
            </a:r>
            <a:r>
              <a:rPr sz="4000" dirty="0"/>
              <a:t>&amp;</a:t>
            </a:r>
            <a:r>
              <a:rPr sz="4000" spc="-105" dirty="0"/>
              <a:t> </a:t>
            </a:r>
            <a:r>
              <a:rPr sz="4000" spc="-10" dirty="0"/>
              <a:t>Discussion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417946" y="2186177"/>
            <a:ext cx="6079490" cy="302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1036955" indent="-22860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recruitment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suit</a:t>
            </a:r>
            <a:r>
              <a:rPr sz="2000" spc="-20" dirty="0">
                <a:latin typeface="Arial MT"/>
                <a:cs typeface="Arial MT"/>
              </a:rPr>
              <a:t> your </a:t>
            </a:r>
            <a:r>
              <a:rPr sz="2000" spc="-10" dirty="0">
                <a:latin typeface="Arial MT"/>
                <a:cs typeface="Arial MT"/>
              </a:rPr>
              <a:t>research?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ethical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issues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considered?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9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bias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minimized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selection?</a:t>
            </a:r>
            <a:endParaRPr sz="2000">
              <a:latin typeface="Arial MT"/>
              <a:cs typeface="Arial MT"/>
            </a:endParaRPr>
          </a:p>
          <a:p>
            <a:pPr marL="241300" marR="1325880" indent="-228600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challenges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might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arise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ensuring </a:t>
            </a:r>
            <a:r>
              <a:rPr sz="2000" dirty="0">
                <a:latin typeface="Arial MT"/>
                <a:cs typeface="Arial MT"/>
              </a:rPr>
              <a:t>transparency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coherence?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recruitment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saturation?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3"/>
            <a:ext cx="4657343" cy="685786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24271" y="6087109"/>
            <a:ext cx="6401435" cy="0"/>
          </a:xfrm>
          <a:custGeom>
            <a:avLst/>
            <a:gdLst/>
            <a:ahLst/>
            <a:cxnLst/>
            <a:rect l="l" t="t" r="r" b="b"/>
            <a:pathLst>
              <a:path w="6401434">
                <a:moveTo>
                  <a:pt x="0" y="0"/>
                </a:moveTo>
                <a:lnTo>
                  <a:pt x="640092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37108"/>
            <a:ext cx="393700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/>
              <a:t>Understanding</a:t>
            </a:r>
            <a:r>
              <a:rPr sz="3600" spc="-110" dirty="0"/>
              <a:t> </a:t>
            </a:r>
            <a:r>
              <a:rPr sz="3600" spc="-25" dirty="0"/>
              <a:t>In- </a:t>
            </a:r>
            <a:r>
              <a:rPr sz="3600" dirty="0"/>
              <a:t>Depth </a:t>
            </a:r>
            <a:r>
              <a:rPr sz="3600" spc="-10" dirty="0"/>
              <a:t>Interviews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8444" y="2432431"/>
            <a:ext cx="4891405" cy="311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875030" indent="-228600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One-</a:t>
            </a:r>
            <a:r>
              <a:rPr sz="2000" spc="-10" dirty="0">
                <a:latin typeface="Arial MT"/>
                <a:cs typeface="Arial MT"/>
              </a:rPr>
              <a:t>on-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collecting </a:t>
            </a:r>
            <a:r>
              <a:rPr sz="2000" dirty="0">
                <a:latin typeface="Arial MT"/>
                <a:cs typeface="Arial MT"/>
              </a:rPr>
              <a:t>detailed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qualitative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interviewer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guides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conversation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elicit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deep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insights.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89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two-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dialogue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focus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participant’s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story.</a:t>
            </a:r>
            <a:endParaRPr sz="2000">
              <a:latin typeface="Arial MT"/>
              <a:cs typeface="Arial MT"/>
            </a:endParaRPr>
          </a:p>
          <a:p>
            <a:pPr marL="241300" marR="1349375" indent="-228600">
              <a:lnSpc>
                <a:spcPct val="10000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explore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experiences, </a:t>
            </a:r>
            <a:r>
              <a:rPr sz="2000" dirty="0">
                <a:latin typeface="Arial MT"/>
                <a:cs typeface="Arial MT"/>
              </a:rPr>
              <a:t>perceptions,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motivations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64784" y="-2"/>
            <a:ext cx="6927215" cy="6858000"/>
            <a:chOff x="5264784" y="-2"/>
            <a:chExt cx="6927215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2"/>
              <a:ext cx="6927215" cy="6857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55805" y="809370"/>
              <a:ext cx="536575" cy="1125220"/>
            </a:xfrm>
            <a:custGeom>
              <a:avLst/>
              <a:gdLst/>
              <a:ahLst/>
              <a:cxnLst/>
              <a:rect l="l" t="t" r="r" b="b"/>
              <a:pathLst>
                <a:path w="536575" h="1125220">
                  <a:moveTo>
                    <a:pt x="536194" y="0"/>
                  </a:moveTo>
                  <a:lnTo>
                    <a:pt x="451485" y="8508"/>
                  </a:lnTo>
                  <a:lnTo>
                    <a:pt x="403949" y="20413"/>
                  </a:lnTo>
                  <a:lnTo>
                    <a:pt x="358102" y="36234"/>
                  </a:lnTo>
                  <a:lnTo>
                    <a:pt x="314132" y="55782"/>
                  </a:lnTo>
                  <a:lnTo>
                    <a:pt x="272230" y="78867"/>
                  </a:lnTo>
                  <a:lnTo>
                    <a:pt x="232587" y="105296"/>
                  </a:lnTo>
                  <a:lnTo>
                    <a:pt x="195392" y="134881"/>
                  </a:lnTo>
                  <a:lnTo>
                    <a:pt x="160837" y="167431"/>
                  </a:lnTo>
                  <a:lnTo>
                    <a:pt x="129111" y="202755"/>
                  </a:lnTo>
                  <a:lnTo>
                    <a:pt x="100405" y="240663"/>
                  </a:lnTo>
                  <a:lnTo>
                    <a:pt x="74908" y="280963"/>
                  </a:lnTo>
                  <a:lnTo>
                    <a:pt x="52813" y="323467"/>
                  </a:lnTo>
                  <a:lnTo>
                    <a:pt x="34307" y="367982"/>
                  </a:lnTo>
                  <a:lnTo>
                    <a:pt x="19583" y="414319"/>
                  </a:lnTo>
                  <a:lnTo>
                    <a:pt x="8830" y="462287"/>
                  </a:lnTo>
                  <a:lnTo>
                    <a:pt x="2239" y="511696"/>
                  </a:lnTo>
                  <a:lnTo>
                    <a:pt x="0" y="562355"/>
                  </a:lnTo>
                  <a:lnTo>
                    <a:pt x="2239" y="613015"/>
                  </a:lnTo>
                  <a:lnTo>
                    <a:pt x="8830" y="662424"/>
                  </a:lnTo>
                  <a:lnTo>
                    <a:pt x="19583" y="710392"/>
                  </a:lnTo>
                  <a:lnTo>
                    <a:pt x="34307" y="756729"/>
                  </a:lnTo>
                  <a:lnTo>
                    <a:pt x="52813" y="801244"/>
                  </a:lnTo>
                  <a:lnTo>
                    <a:pt x="74908" y="843748"/>
                  </a:lnTo>
                  <a:lnTo>
                    <a:pt x="100405" y="884048"/>
                  </a:lnTo>
                  <a:lnTo>
                    <a:pt x="129111" y="921956"/>
                  </a:lnTo>
                  <a:lnTo>
                    <a:pt x="160837" y="957280"/>
                  </a:lnTo>
                  <a:lnTo>
                    <a:pt x="195392" y="989830"/>
                  </a:lnTo>
                  <a:lnTo>
                    <a:pt x="232587" y="1019415"/>
                  </a:lnTo>
                  <a:lnTo>
                    <a:pt x="272230" y="1045845"/>
                  </a:lnTo>
                  <a:lnTo>
                    <a:pt x="314132" y="1068929"/>
                  </a:lnTo>
                  <a:lnTo>
                    <a:pt x="358102" y="1088477"/>
                  </a:lnTo>
                  <a:lnTo>
                    <a:pt x="403949" y="1104298"/>
                  </a:lnTo>
                  <a:lnTo>
                    <a:pt x="451485" y="1116202"/>
                  </a:lnTo>
                  <a:lnTo>
                    <a:pt x="536194" y="1124839"/>
                  </a:lnTo>
                  <a:lnTo>
                    <a:pt x="536194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91699" y="0"/>
              <a:ext cx="1900555" cy="6858000"/>
            </a:xfrm>
            <a:custGeom>
              <a:avLst/>
              <a:gdLst/>
              <a:ahLst/>
              <a:cxnLst/>
              <a:rect l="l" t="t" r="r" b="b"/>
              <a:pathLst>
                <a:path w="1900554" h="6858000">
                  <a:moveTo>
                    <a:pt x="1130808" y="1371727"/>
                  </a:moveTo>
                  <a:lnTo>
                    <a:pt x="1128725" y="1322946"/>
                  </a:lnTo>
                  <a:lnTo>
                    <a:pt x="1122616" y="1275308"/>
                  </a:lnTo>
                  <a:lnTo>
                    <a:pt x="1112634" y="1228991"/>
                  </a:lnTo>
                  <a:lnTo>
                    <a:pt x="1105408" y="1205318"/>
                  </a:lnTo>
                  <a:lnTo>
                    <a:pt x="1105408" y="1371473"/>
                  </a:lnTo>
                  <a:lnTo>
                    <a:pt x="1103198" y="1420622"/>
                  </a:lnTo>
                  <a:lnTo>
                    <a:pt x="1096746" y="1468158"/>
                  </a:lnTo>
                  <a:lnTo>
                    <a:pt x="1096695" y="1468539"/>
                  </a:lnTo>
                  <a:lnTo>
                    <a:pt x="1086231" y="1514475"/>
                  </a:lnTo>
                  <a:lnTo>
                    <a:pt x="1086104" y="1515021"/>
                  </a:lnTo>
                  <a:lnTo>
                    <a:pt x="1071613" y="1559890"/>
                  </a:lnTo>
                  <a:lnTo>
                    <a:pt x="1053401" y="1602943"/>
                  </a:lnTo>
                  <a:lnTo>
                    <a:pt x="1031786" y="1643773"/>
                  </a:lnTo>
                  <a:lnTo>
                    <a:pt x="1031671" y="1644015"/>
                  </a:lnTo>
                  <a:lnTo>
                    <a:pt x="1006602" y="1682889"/>
                  </a:lnTo>
                  <a:lnTo>
                    <a:pt x="978382" y="1719376"/>
                  </a:lnTo>
                  <a:lnTo>
                    <a:pt x="947216" y="1753298"/>
                  </a:lnTo>
                  <a:lnTo>
                    <a:pt x="913295" y="1784464"/>
                  </a:lnTo>
                  <a:lnTo>
                    <a:pt x="876808" y="1812683"/>
                  </a:lnTo>
                  <a:lnTo>
                    <a:pt x="837933" y="1837753"/>
                  </a:lnTo>
                  <a:lnTo>
                    <a:pt x="796861" y="1859483"/>
                  </a:lnTo>
                  <a:lnTo>
                    <a:pt x="753808" y="1877695"/>
                  </a:lnTo>
                  <a:lnTo>
                    <a:pt x="708939" y="1892185"/>
                  </a:lnTo>
                  <a:lnTo>
                    <a:pt x="662457" y="1902777"/>
                  </a:lnTo>
                  <a:lnTo>
                    <a:pt x="614540" y="1909279"/>
                  </a:lnTo>
                  <a:lnTo>
                    <a:pt x="565404" y="1911477"/>
                  </a:lnTo>
                  <a:lnTo>
                    <a:pt x="516255" y="1909279"/>
                  </a:lnTo>
                  <a:lnTo>
                    <a:pt x="468337" y="1902777"/>
                  </a:lnTo>
                  <a:lnTo>
                    <a:pt x="421855" y="1892185"/>
                  </a:lnTo>
                  <a:lnTo>
                    <a:pt x="376986" y="1877695"/>
                  </a:lnTo>
                  <a:lnTo>
                    <a:pt x="333933" y="1859483"/>
                  </a:lnTo>
                  <a:lnTo>
                    <a:pt x="292862" y="1837753"/>
                  </a:lnTo>
                  <a:lnTo>
                    <a:pt x="253987" y="1812683"/>
                  </a:lnTo>
                  <a:lnTo>
                    <a:pt x="217500" y="1784464"/>
                  </a:lnTo>
                  <a:lnTo>
                    <a:pt x="183565" y="1753298"/>
                  </a:lnTo>
                  <a:lnTo>
                    <a:pt x="152412" y="1719376"/>
                  </a:lnTo>
                  <a:lnTo>
                    <a:pt x="124193" y="1682889"/>
                  </a:lnTo>
                  <a:lnTo>
                    <a:pt x="99123" y="1644015"/>
                  </a:lnTo>
                  <a:lnTo>
                    <a:pt x="77393" y="1602943"/>
                  </a:lnTo>
                  <a:lnTo>
                    <a:pt x="59182" y="1559890"/>
                  </a:lnTo>
                  <a:lnTo>
                    <a:pt x="44691" y="1515021"/>
                  </a:lnTo>
                  <a:lnTo>
                    <a:pt x="34099" y="1468539"/>
                  </a:lnTo>
                  <a:lnTo>
                    <a:pt x="27597" y="1420622"/>
                  </a:lnTo>
                  <a:lnTo>
                    <a:pt x="25400" y="1371727"/>
                  </a:lnTo>
                  <a:lnTo>
                    <a:pt x="25400" y="1371473"/>
                  </a:lnTo>
                  <a:lnTo>
                    <a:pt x="27571" y="1322946"/>
                  </a:lnTo>
                  <a:lnTo>
                    <a:pt x="27597" y="1322336"/>
                  </a:lnTo>
                  <a:lnTo>
                    <a:pt x="33972" y="1275308"/>
                  </a:lnTo>
                  <a:lnTo>
                    <a:pt x="44691" y="1227950"/>
                  </a:lnTo>
                  <a:lnTo>
                    <a:pt x="59182" y="1183081"/>
                  </a:lnTo>
                  <a:lnTo>
                    <a:pt x="77393" y="1140028"/>
                  </a:lnTo>
                  <a:lnTo>
                    <a:pt x="99123" y="1098981"/>
                  </a:lnTo>
                  <a:lnTo>
                    <a:pt x="124193" y="1060119"/>
                  </a:lnTo>
                  <a:lnTo>
                    <a:pt x="152412" y="1023632"/>
                  </a:lnTo>
                  <a:lnTo>
                    <a:pt x="183578" y="989711"/>
                  </a:lnTo>
                  <a:lnTo>
                    <a:pt x="217500" y="958570"/>
                  </a:lnTo>
                  <a:lnTo>
                    <a:pt x="253987" y="930363"/>
                  </a:lnTo>
                  <a:lnTo>
                    <a:pt x="292862" y="905306"/>
                  </a:lnTo>
                  <a:lnTo>
                    <a:pt x="333933" y="883577"/>
                  </a:lnTo>
                  <a:lnTo>
                    <a:pt x="376986" y="865378"/>
                  </a:lnTo>
                  <a:lnTo>
                    <a:pt x="421855" y="850887"/>
                  </a:lnTo>
                  <a:lnTo>
                    <a:pt x="468337" y="840295"/>
                  </a:lnTo>
                  <a:lnTo>
                    <a:pt x="516255" y="833805"/>
                  </a:lnTo>
                  <a:lnTo>
                    <a:pt x="565404" y="831596"/>
                  </a:lnTo>
                  <a:lnTo>
                    <a:pt x="614540" y="833805"/>
                  </a:lnTo>
                  <a:lnTo>
                    <a:pt x="662457" y="840295"/>
                  </a:lnTo>
                  <a:lnTo>
                    <a:pt x="708939" y="850887"/>
                  </a:lnTo>
                  <a:lnTo>
                    <a:pt x="753808" y="865378"/>
                  </a:lnTo>
                  <a:lnTo>
                    <a:pt x="796861" y="883577"/>
                  </a:lnTo>
                  <a:lnTo>
                    <a:pt x="837933" y="905306"/>
                  </a:lnTo>
                  <a:lnTo>
                    <a:pt x="876808" y="930363"/>
                  </a:lnTo>
                  <a:lnTo>
                    <a:pt x="913295" y="958570"/>
                  </a:lnTo>
                  <a:lnTo>
                    <a:pt x="947229" y="989711"/>
                  </a:lnTo>
                  <a:lnTo>
                    <a:pt x="978382" y="1023632"/>
                  </a:lnTo>
                  <a:lnTo>
                    <a:pt x="1006602" y="1060119"/>
                  </a:lnTo>
                  <a:lnTo>
                    <a:pt x="1031671" y="1098981"/>
                  </a:lnTo>
                  <a:lnTo>
                    <a:pt x="1053401" y="1140028"/>
                  </a:lnTo>
                  <a:lnTo>
                    <a:pt x="1071613" y="1183081"/>
                  </a:lnTo>
                  <a:lnTo>
                    <a:pt x="1086104" y="1227950"/>
                  </a:lnTo>
                  <a:lnTo>
                    <a:pt x="1096695" y="1274432"/>
                  </a:lnTo>
                  <a:lnTo>
                    <a:pt x="1103198" y="1322336"/>
                  </a:lnTo>
                  <a:lnTo>
                    <a:pt x="1105408" y="1371473"/>
                  </a:lnTo>
                  <a:lnTo>
                    <a:pt x="1105408" y="1205318"/>
                  </a:lnTo>
                  <a:lnTo>
                    <a:pt x="1081747" y="1141018"/>
                  </a:lnTo>
                  <a:lnTo>
                    <a:pt x="1061186" y="1099693"/>
                  </a:lnTo>
                  <a:lnTo>
                    <a:pt x="1037437" y="1060361"/>
                  </a:lnTo>
                  <a:lnTo>
                    <a:pt x="1010653" y="1023213"/>
                  </a:lnTo>
                  <a:lnTo>
                    <a:pt x="981036" y="988402"/>
                  </a:lnTo>
                  <a:lnTo>
                    <a:pt x="948728" y="956094"/>
                  </a:lnTo>
                  <a:lnTo>
                    <a:pt x="913917" y="926477"/>
                  </a:lnTo>
                  <a:lnTo>
                    <a:pt x="876769" y="899693"/>
                  </a:lnTo>
                  <a:lnTo>
                    <a:pt x="837438" y="875944"/>
                  </a:lnTo>
                  <a:lnTo>
                    <a:pt x="796112" y="855383"/>
                  </a:lnTo>
                  <a:lnTo>
                    <a:pt x="752957" y="838174"/>
                  </a:lnTo>
                  <a:lnTo>
                    <a:pt x="708139" y="824496"/>
                  </a:lnTo>
                  <a:lnTo>
                    <a:pt x="661822" y="814514"/>
                  </a:lnTo>
                  <a:lnTo>
                    <a:pt x="614184" y="808405"/>
                  </a:lnTo>
                  <a:lnTo>
                    <a:pt x="565404" y="806323"/>
                  </a:lnTo>
                  <a:lnTo>
                    <a:pt x="516610" y="808405"/>
                  </a:lnTo>
                  <a:lnTo>
                    <a:pt x="468972" y="814514"/>
                  </a:lnTo>
                  <a:lnTo>
                    <a:pt x="422656" y="824496"/>
                  </a:lnTo>
                  <a:lnTo>
                    <a:pt x="377837" y="838174"/>
                  </a:lnTo>
                  <a:lnTo>
                    <a:pt x="334683" y="855383"/>
                  </a:lnTo>
                  <a:lnTo>
                    <a:pt x="293357" y="875944"/>
                  </a:lnTo>
                  <a:lnTo>
                    <a:pt x="254025" y="899693"/>
                  </a:lnTo>
                  <a:lnTo>
                    <a:pt x="216877" y="926477"/>
                  </a:lnTo>
                  <a:lnTo>
                    <a:pt x="182067" y="956094"/>
                  </a:lnTo>
                  <a:lnTo>
                    <a:pt x="149758" y="988402"/>
                  </a:lnTo>
                  <a:lnTo>
                    <a:pt x="120142" y="1023213"/>
                  </a:lnTo>
                  <a:lnTo>
                    <a:pt x="93357" y="1060361"/>
                  </a:lnTo>
                  <a:lnTo>
                    <a:pt x="69608" y="1099693"/>
                  </a:lnTo>
                  <a:lnTo>
                    <a:pt x="49047" y="1141018"/>
                  </a:lnTo>
                  <a:lnTo>
                    <a:pt x="31838" y="1184173"/>
                  </a:lnTo>
                  <a:lnTo>
                    <a:pt x="18161" y="1228991"/>
                  </a:lnTo>
                  <a:lnTo>
                    <a:pt x="8178" y="1275308"/>
                  </a:lnTo>
                  <a:lnTo>
                    <a:pt x="2146" y="1322336"/>
                  </a:lnTo>
                  <a:lnTo>
                    <a:pt x="0" y="1371473"/>
                  </a:lnTo>
                  <a:lnTo>
                    <a:pt x="0" y="1371727"/>
                  </a:lnTo>
                  <a:lnTo>
                    <a:pt x="2082" y="1420622"/>
                  </a:lnTo>
                  <a:lnTo>
                    <a:pt x="8178" y="1468158"/>
                  </a:lnTo>
                  <a:lnTo>
                    <a:pt x="18161" y="1514475"/>
                  </a:lnTo>
                  <a:lnTo>
                    <a:pt x="31838" y="1559293"/>
                  </a:lnTo>
                  <a:lnTo>
                    <a:pt x="49047" y="1602447"/>
                  </a:lnTo>
                  <a:lnTo>
                    <a:pt x="69608" y="1643773"/>
                  </a:lnTo>
                  <a:lnTo>
                    <a:pt x="93357" y="1683105"/>
                  </a:lnTo>
                  <a:lnTo>
                    <a:pt x="120142" y="1720253"/>
                  </a:lnTo>
                  <a:lnTo>
                    <a:pt x="149758" y="1755063"/>
                  </a:lnTo>
                  <a:lnTo>
                    <a:pt x="182067" y="1787372"/>
                  </a:lnTo>
                  <a:lnTo>
                    <a:pt x="216877" y="1816989"/>
                  </a:lnTo>
                  <a:lnTo>
                    <a:pt x="254025" y="1843773"/>
                  </a:lnTo>
                  <a:lnTo>
                    <a:pt x="293357" y="1867522"/>
                  </a:lnTo>
                  <a:lnTo>
                    <a:pt x="334683" y="1888083"/>
                  </a:lnTo>
                  <a:lnTo>
                    <a:pt x="377837" y="1905292"/>
                  </a:lnTo>
                  <a:lnTo>
                    <a:pt x="422656" y="1918970"/>
                  </a:lnTo>
                  <a:lnTo>
                    <a:pt x="468972" y="1928952"/>
                  </a:lnTo>
                  <a:lnTo>
                    <a:pt x="516610" y="1935060"/>
                  </a:lnTo>
                  <a:lnTo>
                    <a:pt x="565404" y="1937131"/>
                  </a:lnTo>
                  <a:lnTo>
                    <a:pt x="614184" y="1935060"/>
                  </a:lnTo>
                  <a:lnTo>
                    <a:pt x="661822" y="1928952"/>
                  </a:lnTo>
                  <a:lnTo>
                    <a:pt x="708139" y="1918970"/>
                  </a:lnTo>
                  <a:lnTo>
                    <a:pt x="732663" y="1911477"/>
                  </a:lnTo>
                  <a:lnTo>
                    <a:pt x="752957" y="1905292"/>
                  </a:lnTo>
                  <a:lnTo>
                    <a:pt x="796112" y="1888083"/>
                  </a:lnTo>
                  <a:lnTo>
                    <a:pt x="837438" y="1867522"/>
                  </a:lnTo>
                  <a:lnTo>
                    <a:pt x="876769" y="1843773"/>
                  </a:lnTo>
                  <a:lnTo>
                    <a:pt x="913917" y="1816989"/>
                  </a:lnTo>
                  <a:lnTo>
                    <a:pt x="948728" y="1787372"/>
                  </a:lnTo>
                  <a:lnTo>
                    <a:pt x="981036" y="1755063"/>
                  </a:lnTo>
                  <a:lnTo>
                    <a:pt x="1010653" y="1720253"/>
                  </a:lnTo>
                  <a:lnTo>
                    <a:pt x="1037437" y="1683105"/>
                  </a:lnTo>
                  <a:lnTo>
                    <a:pt x="1061186" y="1643773"/>
                  </a:lnTo>
                  <a:lnTo>
                    <a:pt x="1081747" y="1602447"/>
                  </a:lnTo>
                  <a:lnTo>
                    <a:pt x="1098956" y="1559293"/>
                  </a:lnTo>
                  <a:lnTo>
                    <a:pt x="1112634" y="1514475"/>
                  </a:lnTo>
                  <a:lnTo>
                    <a:pt x="1122527" y="1468539"/>
                  </a:lnTo>
                  <a:lnTo>
                    <a:pt x="1122616" y="1468158"/>
                  </a:lnTo>
                  <a:lnTo>
                    <a:pt x="1128712" y="1420622"/>
                  </a:lnTo>
                  <a:lnTo>
                    <a:pt x="1130808" y="1371727"/>
                  </a:lnTo>
                  <a:close/>
                </a:path>
                <a:path w="1900554" h="6858000">
                  <a:moveTo>
                    <a:pt x="1130808" y="0"/>
                  </a:moveTo>
                  <a:lnTo>
                    <a:pt x="1105408" y="0"/>
                  </a:lnTo>
                  <a:lnTo>
                    <a:pt x="1094359" y="108585"/>
                  </a:lnTo>
                  <a:lnTo>
                    <a:pt x="1082992" y="153987"/>
                  </a:lnTo>
                  <a:lnTo>
                    <a:pt x="1067892" y="197777"/>
                  </a:lnTo>
                  <a:lnTo>
                    <a:pt x="1049223" y="239776"/>
                  </a:lnTo>
                  <a:lnTo>
                    <a:pt x="1027188" y="279793"/>
                  </a:lnTo>
                  <a:lnTo>
                    <a:pt x="1001953" y="317652"/>
                  </a:lnTo>
                  <a:lnTo>
                    <a:pt x="973696" y="353174"/>
                  </a:lnTo>
                  <a:lnTo>
                    <a:pt x="942619" y="386168"/>
                  </a:lnTo>
                  <a:lnTo>
                    <a:pt x="908888" y="416471"/>
                  </a:lnTo>
                  <a:lnTo>
                    <a:pt x="872680" y="443877"/>
                  </a:lnTo>
                  <a:lnTo>
                    <a:pt x="834186" y="468223"/>
                  </a:lnTo>
                  <a:lnTo>
                    <a:pt x="793597" y="489331"/>
                  </a:lnTo>
                  <a:lnTo>
                    <a:pt x="751078" y="506996"/>
                  </a:lnTo>
                  <a:lnTo>
                    <a:pt x="706818" y="521055"/>
                  </a:lnTo>
                  <a:lnTo>
                    <a:pt x="660996" y="531329"/>
                  </a:lnTo>
                  <a:lnTo>
                    <a:pt x="613791" y="537616"/>
                  </a:lnTo>
                  <a:lnTo>
                    <a:pt x="565404" y="539750"/>
                  </a:lnTo>
                  <a:lnTo>
                    <a:pt x="517004" y="537616"/>
                  </a:lnTo>
                  <a:lnTo>
                    <a:pt x="469798" y="531329"/>
                  </a:lnTo>
                  <a:lnTo>
                    <a:pt x="423976" y="521055"/>
                  </a:lnTo>
                  <a:lnTo>
                    <a:pt x="379717" y="506996"/>
                  </a:lnTo>
                  <a:lnTo>
                    <a:pt x="337197" y="489331"/>
                  </a:lnTo>
                  <a:lnTo>
                    <a:pt x="296608" y="468223"/>
                  </a:lnTo>
                  <a:lnTo>
                    <a:pt x="258114" y="443877"/>
                  </a:lnTo>
                  <a:lnTo>
                    <a:pt x="221907" y="416471"/>
                  </a:lnTo>
                  <a:lnTo>
                    <a:pt x="188175" y="386168"/>
                  </a:lnTo>
                  <a:lnTo>
                    <a:pt x="157099" y="353174"/>
                  </a:lnTo>
                  <a:lnTo>
                    <a:pt x="128841" y="317652"/>
                  </a:lnTo>
                  <a:lnTo>
                    <a:pt x="103606" y="279793"/>
                  </a:lnTo>
                  <a:lnTo>
                    <a:pt x="81572" y="239776"/>
                  </a:lnTo>
                  <a:lnTo>
                    <a:pt x="62903" y="197777"/>
                  </a:lnTo>
                  <a:lnTo>
                    <a:pt x="47802" y="153987"/>
                  </a:lnTo>
                  <a:lnTo>
                    <a:pt x="36449" y="108585"/>
                  </a:lnTo>
                  <a:lnTo>
                    <a:pt x="25527" y="0"/>
                  </a:lnTo>
                  <a:lnTo>
                    <a:pt x="0" y="0"/>
                  </a:lnTo>
                  <a:lnTo>
                    <a:pt x="2070" y="48793"/>
                  </a:lnTo>
                  <a:lnTo>
                    <a:pt x="8178" y="96431"/>
                  </a:lnTo>
                  <a:lnTo>
                    <a:pt x="18161" y="142748"/>
                  </a:lnTo>
                  <a:lnTo>
                    <a:pt x="31838" y="187566"/>
                  </a:lnTo>
                  <a:lnTo>
                    <a:pt x="49047" y="230720"/>
                  </a:lnTo>
                  <a:lnTo>
                    <a:pt x="69608" y="272046"/>
                  </a:lnTo>
                  <a:lnTo>
                    <a:pt x="93357" y="311378"/>
                  </a:lnTo>
                  <a:lnTo>
                    <a:pt x="120142" y="348526"/>
                  </a:lnTo>
                  <a:lnTo>
                    <a:pt x="149758" y="383336"/>
                  </a:lnTo>
                  <a:lnTo>
                    <a:pt x="182067" y="415645"/>
                  </a:lnTo>
                  <a:lnTo>
                    <a:pt x="216877" y="445262"/>
                  </a:lnTo>
                  <a:lnTo>
                    <a:pt x="254025" y="472046"/>
                  </a:lnTo>
                  <a:lnTo>
                    <a:pt x="293357" y="495795"/>
                  </a:lnTo>
                  <a:lnTo>
                    <a:pt x="334683" y="516356"/>
                  </a:lnTo>
                  <a:lnTo>
                    <a:pt x="377837" y="533565"/>
                  </a:lnTo>
                  <a:lnTo>
                    <a:pt x="422656" y="547243"/>
                  </a:lnTo>
                  <a:lnTo>
                    <a:pt x="468972" y="557225"/>
                  </a:lnTo>
                  <a:lnTo>
                    <a:pt x="516610" y="563333"/>
                  </a:lnTo>
                  <a:lnTo>
                    <a:pt x="565404" y="565404"/>
                  </a:lnTo>
                  <a:lnTo>
                    <a:pt x="614184" y="563333"/>
                  </a:lnTo>
                  <a:lnTo>
                    <a:pt x="661822" y="557225"/>
                  </a:lnTo>
                  <a:lnTo>
                    <a:pt x="708139" y="547243"/>
                  </a:lnTo>
                  <a:lnTo>
                    <a:pt x="752957" y="533565"/>
                  </a:lnTo>
                  <a:lnTo>
                    <a:pt x="796112" y="516356"/>
                  </a:lnTo>
                  <a:lnTo>
                    <a:pt x="837438" y="495795"/>
                  </a:lnTo>
                  <a:lnTo>
                    <a:pt x="876769" y="472046"/>
                  </a:lnTo>
                  <a:lnTo>
                    <a:pt x="913917" y="445262"/>
                  </a:lnTo>
                  <a:lnTo>
                    <a:pt x="948728" y="415645"/>
                  </a:lnTo>
                  <a:lnTo>
                    <a:pt x="981036" y="383336"/>
                  </a:lnTo>
                  <a:lnTo>
                    <a:pt x="1010653" y="348526"/>
                  </a:lnTo>
                  <a:lnTo>
                    <a:pt x="1037437" y="311378"/>
                  </a:lnTo>
                  <a:lnTo>
                    <a:pt x="1061186" y="272046"/>
                  </a:lnTo>
                  <a:lnTo>
                    <a:pt x="1081747" y="230720"/>
                  </a:lnTo>
                  <a:lnTo>
                    <a:pt x="1098956" y="187566"/>
                  </a:lnTo>
                  <a:lnTo>
                    <a:pt x="1112634" y="142748"/>
                  </a:lnTo>
                  <a:lnTo>
                    <a:pt x="1122616" y="96431"/>
                  </a:lnTo>
                  <a:lnTo>
                    <a:pt x="1128725" y="48793"/>
                  </a:lnTo>
                  <a:lnTo>
                    <a:pt x="1130808" y="0"/>
                  </a:lnTo>
                  <a:close/>
                </a:path>
                <a:path w="1900554" h="6858000">
                  <a:moveTo>
                    <a:pt x="1900301" y="6295910"/>
                  </a:moveTo>
                  <a:lnTo>
                    <a:pt x="1830197" y="6302108"/>
                  </a:lnTo>
                  <a:lnTo>
                    <a:pt x="1782203" y="6312865"/>
                  </a:lnTo>
                  <a:lnTo>
                    <a:pt x="1735848" y="6327584"/>
                  </a:lnTo>
                  <a:lnTo>
                    <a:pt x="1691335" y="6346088"/>
                  </a:lnTo>
                  <a:lnTo>
                    <a:pt x="1648828" y="6368186"/>
                  </a:lnTo>
                  <a:lnTo>
                    <a:pt x="1608518" y="6393688"/>
                  </a:lnTo>
                  <a:lnTo>
                    <a:pt x="1570621" y="6422390"/>
                  </a:lnTo>
                  <a:lnTo>
                    <a:pt x="1535303" y="6454102"/>
                  </a:lnTo>
                  <a:lnTo>
                    <a:pt x="1502752" y="6488658"/>
                  </a:lnTo>
                  <a:lnTo>
                    <a:pt x="1473174" y="6525844"/>
                  </a:lnTo>
                  <a:lnTo>
                    <a:pt x="1446758" y="6565481"/>
                  </a:lnTo>
                  <a:lnTo>
                    <a:pt x="1423670" y="6607378"/>
                  </a:lnTo>
                  <a:lnTo>
                    <a:pt x="1404137" y="6651345"/>
                  </a:lnTo>
                  <a:lnTo>
                    <a:pt x="1388313" y="6697180"/>
                  </a:lnTo>
                  <a:lnTo>
                    <a:pt x="1376426" y="6744703"/>
                  </a:lnTo>
                  <a:lnTo>
                    <a:pt x="1364996" y="6858000"/>
                  </a:lnTo>
                  <a:lnTo>
                    <a:pt x="1390269" y="6858000"/>
                  </a:lnTo>
                  <a:lnTo>
                    <a:pt x="1401191" y="6749605"/>
                  </a:lnTo>
                  <a:lnTo>
                    <a:pt x="1413586" y="6700787"/>
                  </a:lnTo>
                  <a:lnTo>
                    <a:pt x="1430324" y="6653860"/>
                  </a:lnTo>
                  <a:lnTo>
                    <a:pt x="1451140" y="6609029"/>
                  </a:lnTo>
                  <a:lnTo>
                    <a:pt x="1475841" y="6566548"/>
                  </a:lnTo>
                  <a:lnTo>
                    <a:pt x="1504162" y="6526631"/>
                  </a:lnTo>
                  <a:lnTo>
                    <a:pt x="1535912" y="6489509"/>
                  </a:lnTo>
                  <a:lnTo>
                    <a:pt x="1570850" y="6455397"/>
                  </a:lnTo>
                  <a:lnTo>
                    <a:pt x="1608734" y="6424549"/>
                  </a:lnTo>
                  <a:lnTo>
                    <a:pt x="1649361" y="6397155"/>
                  </a:lnTo>
                  <a:lnTo>
                    <a:pt x="1692490" y="6373482"/>
                  </a:lnTo>
                  <a:lnTo>
                    <a:pt x="1737893" y="6353721"/>
                  </a:lnTo>
                  <a:lnTo>
                    <a:pt x="1785353" y="6338125"/>
                  </a:lnTo>
                  <a:lnTo>
                    <a:pt x="1834642" y="6326899"/>
                  </a:lnTo>
                  <a:lnTo>
                    <a:pt x="1900301" y="6321107"/>
                  </a:lnTo>
                  <a:lnTo>
                    <a:pt x="1900301" y="6295910"/>
                  </a:lnTo>
                  <a:close/>
                </a:path>
                <a:path w="1900554" h="6858000">
                  <a:moveTo>
                    <a:pt x="1900301" y="3552825"/>
                  </a:moveTo>
                  <a:lnTo>
                    <a:pt x="1816354" y="3561346"/>
                  </a:lnTo>
                  <a:lnTo>
                    <a:pt x="1768817" y="3573246"/>
                  </a:lnTo>
                  <a:lnTo>
                    <a:pt x="1722970" y="3589070"/>
                  </a:lnTo>
                  <a:lnTo>
                    <a:pt x="1678990" y="3608616"/>
                  </a:lnTo>
                  <a:lnTo>
                    <a:pt x="1637093" y="3631704"/>
                  </a:lnTo>
                  <a:lnTo>
                    <a:pt x="1597444" y="3658133"/>
                  </a:lnTo>
                  <a:lnTo>
                    <a:pt x="1560258" y="3687711"/>
                  </a:lnTo>
                  <a:lnTo>
                    <a:pt x="1525701" y="3720261"/>
                  </a:lnTo>
                  <a:lnTo>
                    <a:pt x="1493977" y="3755593"/>
                  </a:lnTo>
                  <a:lnTo>
                    <a:pt x="1465262" y="3793490"/>
                  </a:lnTo>
                  <a:lnTo>
                    <a:pt x="1439773" y="3833799"/>
                  </a:lnTo>
                  <a:lnTo>
                    <a:pt x="1417675" y="3876294"/>
                  </a:lnTo>
                  <a:lnTo>
                    <a:pt x="1399171" y="3920820"/>
                  </a:lnTo>
                  <a:lnTo>
                    <a:pt x="1384452" y="3967149"/>
                  </a:lnTo>
                  <a:lnTo>
                    <a:pt x="1373695" y="4015117"/>
                  </a:lnTo>
                  <a:lnTo>
                    <a:pt x="1367104" y="4064533"/>
                  </a:lnTo>
                  <a:lnTo>
                    <a:pt x="1364869" y="4115181"/>
                  </a:lnTo>
                  <a:lnTo>
                    <a:pt x="1367104" y="4165841"/>
                  </a:lnTo>
                  <a:lnTo>
                    <a:pt x="1373695" y="4215257"/>
                  </a:lnTo>
                  <a:lnTo>
                    <a:pt x="1384452" y="4263225"/>
                  </a:lnTo>
                  <a:lnTo>
                    <a:pt x="1399171" y="4309554"/>
                  </a:lnTo>
                  <a:lnTo>
                    <a:pt x="1417675" y="4354080"/>
                  </a:lnTo>
                  <a:lnTo>
                    <a:pt x="1439773" y="4396575"/>
                  </a:lnTo>
                  <a:lnTo>
                    <a:pt x="1465262" y="4436884"/>
                  </a:lnTo>
                  <a:lnTo>
                    <a:pt x="1493977" y="4474781"/>
                  </a:lnTo>
                  <a:lnTo>
                    <a:pt x="1525701" y="4510113"/>
                  </a:lnTo>
                  <a:lnTo>
                    <a:pt x="1560258" y="4542663"/>
                  </a:lnTo>
                  <a:lnTo>
                    <a:pt x="1597444" y="4572241"/>
                  </a:lnTo>
                  <a:lnTo>
                    <a:pt x="1637093" y="4598670"/>
                  </a:lnTo>
                  <a:lnTo>
                    <a:pt x="1678990" y="4621758"/>
                  </a:lnTo>
                  <a:lnTo>
                    <a:pt x="1722970" y="4641304"/>
                  </a:lnTo>
                  <a:lnTo>
                    <a:pt x="1768817" y="4657128"/>
                  </a:lnTo>
                  <a:lnTo>
                    <a:pt x="1816354" y="4669028"/>
                  </a:lnTo>
                  <a:lnTo>
                    <a:pt x="1900301" y="4677537"/>
                  </a:lnTo>
                  <a:lnTo>
                    <a:pt x="1900301" y="4651883"/>
                  </a:lnTo>
                  <a:lnTo>
                    <a:pt x="1821434" y="4644009"/>
                  </a:lnTo>
                  <a:lnTo>
                    <a:pt x="1776018" y="4632630"/>
                  </a:lnTo>
                  <a:lnTo>
                    <a:pt x="1732241" y="4617504"/>
                  </a:lnTo>
                  <a:lnTo>
                    <a:pt x="1690243" y="4598835"/>
                  </a:lnTo>
                  <a:lnTo>
                    <a:pt x="1650225" y="4576775"/>
                  </a:lnTo>
                  <a:lnTo>
                    <a:pt x="1612366" y="4551527"/>
                  </a:lnTo>
                  <a:lnTo>
                    <a:pt x="1576844" y="4523270"/>
                  </a:lnTo>
                  <a:lnTo>
                    <a:pt x="1543850" y="4492180"/>
                  </a:lnTo>
                  <a:lnTo>
                    <a:pt x="1513547" y="4458436"/>
                  </a:lnTo>
                  <a:lnTo>
                    <a:pt x="1486141" y="4422229"/>
                  </a:lnTo>
                  <a:lnTo>
                    <a:pt x="1461795" y="4383735"/>
                  </a:lnTo>
                  <a:lnTo>
                    <a:pt x="1440688" y="4343133"/>
                  </a:lnTo>
                  <a:lnTo>
                    <a:pt x="1423022" y="4300613"/>
                  </a:lnTo>
                  <a:lnTo>
                    <a:pt x="1408963" y="4256354"/>
                  </a:lnTo>
                  <a:lnTo>
                    <a:pt x="1398689" y="4210532"/>
                  </a:lnTo>
                  <a:lnTo>
                    <a:pt x="1392402" y="4163326"/>
                  </a:lnTo>
                  <a:lnTo>
                    <a:pt x="1390269" y="4114927"/>
                  </a:lnTo>
                  <a:lnTo>
                    <a:pt x="1392402" y="4066552"/>
                  </a:lnTo>
                  <a:lnTo>
                    <a:pt x="1398689" y="4019372"/>
                  </a:lnTo>
                  <a:lnTo>
                    <a:pt x="1408963" y="3973563"/>
                  </a:lnTo>
                  <a:lnTo>
                    <a:pt x="1423022" y="3929303"/>
                  </a:lnTo>
                  <a:lnTo>
                    <a:pt x="1440688" y="3886784"/>
                  </a:lnTo>
                  <a:lnTo>
                    <a:pt x="1461795" y="3846195"/>
                  </a:lnTo>
                  <a:lnTo>
                    <a:pt x="1486141" y="3807701"/>
                  </a:lnTo>
                  <a:lnTo>
                    <a:pt x="1513547" y="3771493"/>
                  </a:lnTo>
                  <a:lnTo>
                    <a:pt x="1543850" y="3737749"/>
                  </a:lnTo>
                  <a:lnTo>
                    <a:pt x="1576844" y="3706660"/>
                  </a:lnTo>
                  <a:lnTo>
                    <a:pt x="1612366" y="3678402"/>
                  </a:lnTo>
                  <a:lnTo>
                    <a:pt x="1650225" y="3653167"/>
                  </a:lnTo>
                  <a:lnTo>
                    <a:pt x="1690243" y="3631120"/>
                  </a:lnTo>
                  <a:lnTo>
                    <a:pt x="1732241" y="3612451"/>
                  </a:lnTo>
                  <a:lnTo>
                    <a:pt x="1776018" y="3597338"/>
                  </a:lnTo>
                  <a:lnTo>
                    <a:pt x="1821434" y="3585972"/>
                  </a:lnTo>
                  <a:lnTo>
                    <a:pt x="1900301" y="3577983"/>
                  </a:lnTo>
                  <a:lnTo>
                    <a:pt x="1900301" y="3552825"/>
                  </a:lnTo>
                  <a:close/>
                </a:path>
                <a:path w="1900554" h="6858000">
                  <a:moveTo>
                    <a:pt x="1900301" y="2181098"/>
                  </a:moveTo>
                  <a:lnTo>
                    <a:pt x="1816354" y="2189607"/>
                  </a:lnTo>
                  <a:lnTo>
                    <a:pt x="1768817" y="2201519"/>
                  </a:lnTo>
                  <a:lnTo>
                    <a:pt x="1722970" y="2217343"/>
                  </a:lnTo>
                  <a:lnTo>
                    <a:pt x="1678990" y="2236889"/>
                  </a:lnTo>
                  <a:lnTo>
                    <a:pt x="1637093" y="2259977"/>
                  </a:lnTo>
                  <a:lnTo>
                    <a:pt x="1597444" y="2286406"/>
                  </a:lnTo>
                  <a:lnTo>
                    <a:pt x="1560258" y="2315984"/>
                  </a:lnTo>
                  <a:lnTo>
                    <a:pt x="1525701" y="2348534"/>
                  </a:lnTo>
                  <a:lnTo>
                    <a:pt x="1493977" y="2383866"/>
                  </a:lnTo>
                  <a:lnTo>
                    <a:pt x="1465262" y="2421763"/>
                  </a:lnTo>
                  <a:lnTo>
                    <a:pt x="1439773" y="2462072"/>
                  </a:lnTo>
                  <a:lnTo>
                    <a:pt x="1417675" y="2504567"/>
                  </a:lnTo>
                  <a:lnTo>
                    <a:pt x="1399171" y="2549080"/>
                  </a:lnTo>
                  <a:lnTo>
                    <a:pt x="1384452" y="2595422"/>
                  </a:lnTo>
                  <a:lnTo>
                    <a:pt x="1373695" y="2643390"/>
                  </a:lnTo>
                  <a:lnTo>
                    <a:pt x="1367104" y="2692806"/>
                  </a:lnTo>
                  <a:lnTo>
                    <a:pt x="1364869" y="2743454"/>
                  </a:lnTo>
                  <a:lnTo>
                    <a:pt x="1367104" y="2794114"/>
                  </a:lnTo>
                  <a:lnTo>
                    <a:pt x="1373695" y="2843530"/>
                  </a:lnTo>
                  <a:lnTo>
                    <a:pt x="1384452" y="2891498"/>
                  </a:lnTo>
                  <a:lnTo>
                    <a:pt x="1399171" y="2937840"/>
                  </a:lnTo>
                  <a:lnTo>
                    <a:pt x="1417675" y="2982353"/>
                  </a:lnTo>
                  <a:lnTo>
                    <a:pt x="1439773" y="3024848"/>
                  </a:lnTo>
                  <a:lnTo>
                    <a:pt x="1465262" y="3065157"/>
                  </a:lnTo>
                  <a:lnTo>
                    <a:pt x="1493977" y="3103067"/>
                  </a:lnTo>
                  <a:lnTo>
                    <a:pt x="1525701" y="3138386"/>
                  </a:lnTo>
                  <a:lnTo>
                    <a:pt x="1560258" y="3170936"/>
                  </a:lnTo>
                  <a:lnTo>
                    <a:pt x="1597444" y="3200514"/>
                  </a:lnTo>
                  <a:lnTo>
                    <a:pt x="1637093" y="3226955"/>
                  </a:lnTo>
                  <a:lnTo>
                    <a:pt x="1678990" y="3250031"/>
                  </a:lnTo>
                  <a:lnTo>
                    <a:pt x="1722970" y="3269577"/>
                  </a:lnTo>
                  <a:lnTo>
                    <a:pt x="1768817" y="3285401"/>
                  </a:lnTo>
                  <a:lnTo>
                    <a:pt x="1816354" y="3297301"/>
                  </a:lnTo>
                  <a:lnTo>
                    <a:pt x="1900301" y="3305810"/>
                  </a:lnTo>
                  <a:lnTo>
                    <a:pt x="1900301" y="3280156"/>
                  </a:lnTo>
                  <a:lnTo>
                    <a:pt x="1821434" y="3272282"/>
                  </a:lnTo>
                  <a:lnTo>
                    <a:pt x="1776018" y="3260902"/>
                  </a:lnTo>
                  <a:lnTo>
                    <a:pt x="1732241" y="3245777"/>
                  </a:lnTo>
                  <a:lnTo>
                    <a:pt x="1690243" y="3227108"/>
                  </a:lnTo>
                  <a:lnTo>
                    <a:pt x="1650225" y="3205048"/>
                  </a:lnTo>
                  <a:lnTo>
                    <a:pt x="1612366" y="3179800"/>
                  </a:lnTo>
                  <a:lnTo>
                    <a:pt x="1576844" y="3151543"/>
                  </a:lnTo>
                  <a:lnTo>
                    <a:pt x="1543850" y="3120453"/>
                  </a:lnTo>
                  <a:lnTo>
                    <a:pt x="1513547" y="3086709"/>
                  </a:lnTo>
                  <a:lnTo>
                    <a:pt x="1486141" y="3050502"/>
                  </a:lnTo>
                  <a:lnTo>
                    <a:pt x="1461795" y="3012008"/>
                  </a:lnTo>
                  <a:lnTo>
                    <a:pt x="1440688" y="2971406"/>
                  </a:lnTo>
                  <a:lnTo>
                    <a:pt x="1423022" y="2928886"/>
                  </a:lnTo>
                  <a:lnTo>
                    <a:pt x="1408963" y="2884627"/>
                  </a:lnTo>
                  <a:lnTo>
                    <a:pt x="1398689" y="2838805"/>
                  </a:lnTo>
                  <a:lnTo>
                    <a:pt x="1392402" y="2791599"/>
                  </a:lnTo>
                  <a:lnTo>
                    <a:pt x="1390269" y="2743200"/>
                  </a:lnTo>
                  <a:lnTo>
                    <a:pt x="1392402" y="2694825"/>
                  </a:lnTo>
                  <a:lnTo>
                    <a:pt x="1398689" y="2647645"/>
                  </a:lnTo>
                  <a:lnTo>
                    <a:pt x="1408963" y="2601836"/>
                  </a:lnTo>
                  <a:lnTo>
                    <a:pt x="1423022" y="2557576"/>
                  </a:lnTo>
                  <a:lnTo>
                    <a:pt x="1440688" y="2515057"/>
                  </a:lnTo>
                  <a:lnTo>
                    <a:pt x="1461795" y="2474468"/>
                  </a:lnTo>
                  <a:lnTo>
                    <a:pt x="1486141" y="2435974"/>
                  </a:lnTo>
                  <a:lnTo>
                    <a:pt x="1513547" y="2399766"/>
                  </a:lnTo>
                  <a:lnTo>
                    <a:pt x="1543850" y="2366022"/>
                  </a:lnTo>
                  <a:lnTo>
                    <a:pt x="1576844" y="2334933"/>
                  </a:lnTo>
                  <a:lnTo>
                    <a:pt x="1612366" y="2306675"/>
                  </a:lnTo>
                  <a:lnTo>
                    <a:pt x="1650225" y="2281440"/>
                  </a:lnTo>
                  <a:lnTo>
                    <a:pt x="1690243" y="2259393"/>
                  </a:lnTo>
                  <a:lnTo>
                    <a:pt x="1732241" y="2240724"/>
                  </a:lnTo>
                  <a:lnTo>
                    <a:pt x="1776018" y="2225611"/>
                  </a:lnTo>
                  <a:lnTo>
                    <a:pt x="1821434" y="2214245"/>
                  </a:lnTo>
                  <a:lnTo>
                    <a:pt x="1900301" y="2206244"/>
                  </a:lnTo>
                  <a:lnTo>
                    <a:pt x="1900301" y="2181098"/>
                  </a:lnTo>
                  <a:close/>
                </a:path>
                <a:path w="1900554" h="6858000">
                  <a:moveTo>
                    <a:pt x="1900301" y="537083"/>
                  </a:moveTo>
                  <a:lnTo>
                    <a:pt x="1834642" y="531368"/>
                  </a:lnTo>
                  <a:lnTo>
                    <a:pt x="1785353" y="520141"/>
                  </a:lnTo>
                  <a:lnTo>
                    <a:pt x="1737893" y="504520"/>
                  </a:lnTo>
                  <a:lnTo>
                    <a:pt x="1692490" y="484759"/>
                  </a:lnTo>
                  <a:lnTo>
                    <a:pt x="1649361" y="461060"/>
                  </a:lnTo>
                  <a:lnTo>
                    <a:pt x="1608734" y="433666"/>
                  </a:lnTo>
                  <a:lnTo>
                    <a:pt x="1570850" y="402793"/>
                  </a:lnTo>
                  <a:lnTo>
                    <a:pt x="1535912" y="368681"/>
                  </a:lnTo>
                  <a:lnTo>
                    <a:pt x="1504162" y="331558"/>
                  </a:lnTo>
                  <a:lnTo>
                    <a:pt x="1475841" y="291630"/>
                  </a:lnTo>
                  <a:lnTo>
                    <a:pt x="1451140" y="249148"/>
                  </a:lnTo>
                  <a:lnTo>
                    <a:pt x="1430324" y="204330"/>
                  </a:lnTo>
                  <a:lnTo>
                    <a:pt x="1413586" y="157403"/>
                  </a:lnTo>
                  <a:lnTo>
                    <a:pt x="1401191" y="108585"/>
                  </a:lnTo>
                  <a:lnTo>
                    <a:pt x="1390269" y="0"/>
                  </a:lnTo>
                  <a:lnTo>
                    <a:pt x="1364869" y="0"/>
                  </a:lnTo>
                  <a:lnTo>
                    <a:pt x="1367104" y="50660"/>
                  </a:lnTo>
                  <a:lnTo>
                    <a:pt x="1373695" y="100076"/>
                  </a:lnTo>
                  <a:lnTo>
                    <a:pt x="1384452" y="148043"/>
                  </a:lnTo>
                  <a:lnTo>
                    <a:pt x="1399171" y="194373"/>
                  </a:lnTo>
                  <a:lnTo>
                    <a:pt x="1417675" y="238899"/>
                  </a:lnTo>
                  <a:lnTo>
                    <a:pt x="1439773" y="281393"/>
                  </a:lnTo>
                  <a:lnTo>
                    <a:pt x="1465262" y="321703"/>
                  </a:lnTo>
                  <a:lnTo>
                    <a:pt x="1493977" y="359600"/>
                  </a:lnTo>
                  <a:lnTo>
                    <a:pt x="1525701" y="394931"/>
                  </a:lnTo>
                  <a:lnTo>
                    <a:pt x="1560258" y="427482"/>
                  </a:lnTo>
                  <a:lnTo>
                    <a:pt x="1597444" y="457060"/>
                  </a:lnTo>
                  <a:lnTo>
                    <a:pt x="1637093" y="483489"/>
                  </a:lnTo>
                  <a:lnTo>
                    <a:pt x="1678990" y="506577"/>
                  </a:lnTo>
                  <a:lnTo>
                    <a:pt x="1722970" y="526122"/>
                  </a:lnTo>
                  <a:lnTo>
                    <a:pt x="1768817" y="541947"/>
                  </a:lnTo>
                  <a:lnTo>
                    <a:pt x="1816354" y="553847"/>
                  </a:lnTo>
                  <a:lnTo>
                    <a:pt x="1900301" y="562356"/>
                  </a:lnTo>
                  <a:lnTo>
                    <a:pt x="1900301" y="53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72502" y="604519"/>
            <a:ext cx="378523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995170" algn="l"/>
              </a:tabLst>
            </a:pPr>
            <a:r>
              <a:rPr sz="3700" dirty="0"/>
              <a:t>When</a:t>
            </a:r>
            <a:r>
              <a:rPr sz="3700" spc="-100" dirty="0"/>
              <a:t> </a:t>
            </a:r>
            <a:r>
              <a:rPr sz="3700" spc="-25" dirty="0"/>
              <a:t>to</a:t>
            </a:r>
            <a:r>
              <a:rPr sz="3700" dirty="0"/>
              <a:t>	Use</a:t>
            </a:r>
            <a:r>
              <a:rPr sz="3700" spc="-60" dirty="0"/>
              <a:t> </a:t>
            </a:r>
            <a:r>
              <a:rPr sz="3700" spc="-25" dirty="0"/>
              <a:t>In- </a:t>
            </a:r>
            <a:r>
              <a:rPr sz="3700" dirty="0"/>
              <a:t>Depth</a:t>
            </a:r>
            <a:r>
              <a:rPr sz="3700" spc="-95" dirty="0"/>
              <a:t> </a:t>
            </a:r>
            <a:r>
              <a:rPr sz="3700" spc="-10" dirty="0"/>
              <a:t>Interviews</a:t>
            </a:r>
            <a:endParaRPr sz="3700"/>
          </a:p>
        </p:txBody>
      </p:sp>
      <p:sp>
        <p:nvSpPr>
          <p:cNvPr id="7" name="object 7"/>
          <p:cNvSpPr txBox="1"/>
          <p:nvPr/>
        </p:nvSpPr>
        <p:spPr>
          <a:xfrm>
            <a:off x="7686802" y="2212975"/>
            <a:ext cx="3861435" cy="33902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8890" indent="-228600">
              <a:lnSpc>
                <a:spcPts val="2160"/>
              </a:lnSpc>
              <a:spcBef>
                <a:spcPts val="375"/>
              </a:spcBef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Exploring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Personal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Experiences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Perceptions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35"/>
              </a:spcBef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Sensitive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Private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Topics</a:t>
            </a:r>
            <a:endParaRPr sz="2000">
              <a:latin typeface="Arial MT"/>
              <a:cs typeface="Arial MT"/>
            </a:endParaRPr>
          </a:p>
          <a:p>
            <a:pPr marL="241300" marR="5080" indent="-228600">
              <a:lnSpc>
                <a:spcPts val="2160"/>
              </a:lnSpc>
              <a:spcBef>
                <a:spcPts val="1720"/>
              </a:spcBef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Understanding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Decision-Making Processes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280"/>
              </a:lnSpc>
              <a:spcBef>
                <a:spcPts val="1435"/>
              </a:spcBef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Small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Specialized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Populations</a:t>
            </a:r>
            <a:endParaRPr sz="2000">
              <a:latin typeface="Arial MT"/>
              <a:cs typeface="Arial MT"/>
            </a:endParaRPr>
          </a:p>
          <a:p>
            <a:pPr marL="241300" marR="1125855" indent="-228600">
              <a:lnSpc>
                <a:spcPts val="2160"/>
              </a:lnSpc>
              <a:spcBef>
                <a:spcPts val="1735"/>
              </a:spcBef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Complementing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Other </a:t>
            </a:r>
            <a:r>
              <a:rPr sz="2000" dirty="0">
                <a:latin typeface="Arial MT"/>
                <a:cs typeface="Arial MT"/>
              </a:rPr>
              <a:t>Research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Methods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0"/>
            <a:ext cx="6927087" cy="685799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493254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731469"/>
            <a:ext cx="8771255" cy="640715"/>
            <a:chOff x="656539" y="731469"/>
            <a:chExt cx="8771255" cy="640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731469"/>
              <a:ext cx="4400169" cy="6403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7806" y="731469"/>
              <a:ext cx="368808" cy="6403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2210" y="731469"/>
              <a:ext cx="4445508" cy="64038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749044" y="2361183"/>
            <a:ext cx="2702560" cy="1569085"/>
            <a:chOff x="1749044" y="2361183"/>
            <a:chExt cx="2702560" cy="1569085"/>
          </a:xfrm>
        </p:grpSpPr>
        <p:sp>
          <p:nvSpPr>
            <p:cNvPr id="14" name="object 14"/>
            <p:cNvSpPr/>
            <p:nvPr/>
          </p:nvSpPr>
          <p:spPr>
            <a:xfrm>
              <a:off x="1749044" y="2361183"/>
              <a:ext cx="2614930" cy="1569085"/>
            </a:xfrm>
            <a:custGeom>
              <a:avLst/>
              <a:gdLst/>
              <a:ahLst/>
              <a:cxnLst/>
              <a:rect l="l" t="t" r="r" b="b"/>
              <a:pathLst>
                <a:path w="2614929" h="1569085">
                  <a:moveTo>
                    <a:pt x="2614676" y="0"/>
                  </a:moveTo>
                  <a:lnTo>
                    <a:pt x="0" y="0"/>
                  </a:lnTo>
                  <a:lnTo>
                    <a:pt x="0" y="1568831"/>
                  </a:lnTo>
                  <a:lnTo>
                    <a:pt x="2614676" y="1568831"/>
                  </a:lnTo>
                  <a:lnTo>
                    <a:pt x="2614676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2074" y="2477084"/>
              <a:ext cx="2589403" cy="3523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4326" y="2793822"/>
              <a:ext cx="280415" cy="3523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7686" y="2793822"/>
              <a:ext cx="1409191" cy="3523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8086" y="3111372"/>
              <a:ext cx="2398903" cy="3520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51634" y="3428364"/>
              <a:ext cx="1950085" cy="352044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625085" y="2361183"/>
            <a:ext cx="2673985" cy="1569085"/>
            <a:chOff x="4625085" y="2361183"/>
            <a:chExt cx="2673985" cy="1569085"/>
          </a:xfrm>
        </p:grpSpPr>
        <p:sp>
          <p:nvSpPr>
            <p:cNvPr id="21" name="object 21"/>
            <p:cNvSpPr/>
            <p:nvPr/>
          </p:nvSpPr>
          <p:spPr>
            <a:xfrm>
              <a:off x="4625085" y="2361183"/>
              <a:ext cx="2614930" cy="1569085"/>
            </a:xfrm>
            <a:custGeom>
              <a:avLst/>
              <a:gdLst/>
              <a:ahLst/>
              <a:cxnLst/>
              <a:rect l="l" t="t" r="r" b="b"/>
              <a:pathLst>
                <a:path w="2614929" h="1569085">
                  <a:moveTo>
                    <a:pt x="2614675" y="0"/>
                  </a:moveTo>
                  <a:lnTo>
                    <a:pt x="0" y="0"/>
                  </a:lnTo>
                  <a:lnTo>
                    <a:pt x="0" y="1568831"/>
                  </a:lnTo>
                  <a:lnTo>
                    <a:pt x="2614675" y="1568831"/>
                  </a:lnTo>
                  <a:lnTo>
                    <a:pt x="2614675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0957" y="2477084"/>
              <a:ext cx="2115185" cy="3523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4062" y="2477084"/>
              <a:ext cx="280416" cy="3523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9517" y="2793822"/>
              <a:ext cx="2015236" cy="3523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0514" y="2793822"/>
              <a:ext cx="207264" cy="35234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4146" y="2793822"/>
              <a:ext cx="534416" cy="3523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84317" y="3111372"/>
              <a:ext cx="1900936" cy="3520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19038" y="3428364"/>
              <a:ext cx="932688" cy="35204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7501255" y="2361183"/>
            <a:ext cx="2614930" cy="1569085"/>
            <a:chOff x="7501255" y="2361183"/>
            <a:chExt cx="2614930" cy="1569085"/>
          </a:xfrm>
        </p:grpSpPr>
        <p:sp>
          <p:nvSpPr>
            <p:cNvPr id="30" name="object 30"/>
            <p:cNvSpPr/>
            <p:nvPr/>
          </p:nvSpPr>
          <p:spPr>
            <a:xfrm>
              <a:off x="7501255" y="2361183"/>
              <a:ext cx="2614930" cy="1569085"/>
            </a:xfrm>
            <a:custGeom>
              <a:avLst/>
              <a:gdLst/>
              <a:ahLst/>
              <a:cxnLst/>
              <a:rect l="l" t="t" r="r" b="b"/>
              <a:pathLst>
                <a:path w="2614929" h="1569085">
                  <a:moveTo>
                    <a:pt x="2614676" y="0"/>
                  </a:moveTo>
                  <a:lnTo>
                    <a:pt x="0" y="0"/>
                  </a:lnTo>
                  <a:lnTo>
                    <a:pt x="0" y="1568831"/>
                  </a:lnTo>
                  <a:lnTo>
                    <a:pt x="2614676" y="1568831"/>
                  </a:lnTo>
                  <a:lnTo>
                    <a:pt x="2614676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99578" y="2477084"/>
              <a:ext cx="1385189" cy="35234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8214" y="2477084"/>
              <a:ext cx="280416" cy="3523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93098" y="2477084"/>
              <a:ext cx="752855" cy="3523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70494" y="2793822"/>
              <a:ext cx="1280159" cy="3523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18094" y="3111372"/>
              <a:ext cx="1582038" cy="35204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02854" y="3428364"/>
              <a:ext cx="1554352" cy="352044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3187064" y="4191444"/>
            <a:ext cx="2729230" cy="1569085"/>
            <a:chOff x="3187064" y="4191444"/>
            <a:chExt cx="2729230" cy="1569085"/>
          </a:xfrm>
        </p:grpSpPr>
        <p:sp>
          <p:nvSpPr>
            <p:cNvPr id="38" name="object 38"/>
            <p:cNvSpPr/>
            <p:nvPr/>
          </p:nvSpPr>
          <p:spPr>
            <a:xfrm>
              <a:off x="3187064" y="4191444"/>
              <a:ext cx="2614930" cy="1569085"/>
            </a:xfrm>
            <a:custGeom>
              <a:avLst/>
              <a:gdLst/>
              <a:ahLst/>
              <a:cxnLst/>
              <a:rect l="l" t="t" r="r" b="b"/>
              <a:pathLst>
                <a:path w="2614929" h="1569085">
                  <a:moveTo>
                    <a:pt x="2614676" y="0"/>
                  </a:moveTo>
                  <a:lnTo>
                    <a:pt x="0" y="0"/>
                  </a:lnTo>
                  <a:lnTo>
                    <a:pt x="0" y="1568831"/>
                  </a:lnTo>
                  <a:lnTo>
                    <a:pt x="2614676" y="1568831"/>
                  </a:lnTo>
                  <a:lnTo>
                    <a:pt x="2614676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79596" y="4307408"/>
              <a:ext cx="2429129" cy="35234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277488" y="4625086"/>
              <a:ext cx="994524" cy="3520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7692" y="4625086"/>
              <a:ext cx="280415" cy="3520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62576" y="4625086"/>
              <a:ext cx="1553210" cy="35204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55212" y="4942078"/>
              <a:ext cx="2472690" cy="35204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80408" y="5259019"/>
              <a:ext cx="1557782" cy="352044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063234" y="4191444"/>
            <a:ext cx="2686050" cy="1569085"/>
            <a:chOff x="6063234" y="4191444"/>
            <a:chExt cx="2686050" cy="1569085"/>
          </a:xfrm>
        </p:grpSpPr>
        <p:sp>
          <p:nvSpPr>
            <p:cNvPr id="46" name="object 46"/>
            <p:cNvSpPr/>
            <p:nvPr/>
          </p:nvSpPr>
          <p:spPr>
            <a:xfrm>
              <a:off x="6063234" y="4191444"/>
              <a:ext cx="2614930" cy="1569085"/>
            </a:xfrm>
            <a:custGeom>
              <a:avLst/>
              <a:gdLst/>
              <a:ahLst/>
              <a:cxnLst/>
              <a:rect l="l" t="t" r="r" b="b"/>
              <a:pathLst>
                <a:path w="2614929" h="1569085">
                  <a:moveTo>
                    <a:pt x="2614675" y="0"/>
                  </a:moveTo>
                  <a:lnTo>
                    <a:pt x="0" y="0"/>
                  </a:lnTo>
                  <a:lnTo>
                    <a:pt x="0" y="1568831"/>
                  </a:lnTo>
                  <a:lnTo>
                    <a:pt x="2614675" y="1568831"/>
                  </a:lnTo>
                  <a:lnTo>
                    <a:pt x="2614675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52032" y="4307408"/>
              <a:ext cx="2024252" cy="35234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9666" y="4307408"/>
              <a:ext cx="280416" cy="3523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196584" y="4625086"/>
              <a:ext cx="2552573" cy="35204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10884" y="4942078"/>
              <a:ext cx="2328798" cy="35204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64096" y="5259019"/>
              <a:ext cx="1142199" cy="3520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Challenges</a:t>
            </a:r>
            <a:r>
              <a:rPr sz="4000" spc="-30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spc="-20" dirty="0"/>
              <a:t>In-</a:t>
            </a:r>
            <a:r>
              <a:rPr sz="4000" dirty="0"/>
              <a:t>Depth</a:t>
            </a:r>
            <a:r>
              <a:rPr sz="4000" spc="-25" dirty="0"/>
              <a:t> </a:t>
            </a:r>
            <a:r>
              <a:rPr sz="4000" spc="-10" dirty="0"/>
              <a:t>Interviews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667764" y="2245741"/>
            <a:ext cx="2703830" cy="1622425"/>
            <a:chOff x="1667764" y="2245741"/>
            <a:chExt cx="2703830" cy="1622425"/>
          </a:xfrm>
        </p:grpSpPr>
        <p:sp>
          <p:nvSpPr>
            <p:cNvPr id="5" name="object 5"/>
            <p:cNvSpPr/>
            <p:nvPr/>
          </p:nvSpPr>
          <p:spPr>
            <a:xfrm>
              <a:off x="1667764" y="2245741"/>
              <a:ext cx="2703830" cy="1622425"/>
            </a:xfrm>
            <a:custGeom>
              <a:avLst/>
              <a:gdLst/>
              <a:ahLst/>
              <a:cxnLst/>
              <a:rect l="l" t="t" r="r" b="b"/>
              <a:pathLst>
                <a:path w="2703829" h="1622425">
                  <a:moveTo>
                    <a:pt x="2703703" y="0"/>
                  </a:moveTo>
                  <a:lnTo>
                    <a:pt x="0" y="0"/>
                  </a:lnTo>
                  <a:lnTo>
                    <a:pt x="0" y="1622171"/>
                  </a:lnTo>
                  <a:lnTo>
                    <a:pt x="2703703" y="1622171"/>
                  </a:lnTo>
                  <a:lnTo>
                    <a:pt x="2703703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0687" y="2591689"/>
              <a:ext cx="733806" cy="3215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7681" y="2591689"/>
              <a:ext cx="188975" cy="3215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2169" y="2591689"/>
              <a:ext cx="1483613" cy="3215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909" y="2591689"/>
              <a:ext cx="256032" cy="3215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7763" y="2881249"/>
              <a:ext cx="1887601" cy="3215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8203" y="3169285"/>
              <a:ext cx="2395854" cy="32156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641722" y="2245741"/>
            <a:ext cx="2703830" cy="1622425"/>
            <a:chOff x="4641722" y="2245741"/>
            <a:chExt cx="2703830" cy="1622425"/>
          </a:xfrm>
        </p:grpSpPr>
        <p:sp>
          <p:nvSpPr>
            <p:cNvPr id="13" name="object 13"/>
            <p:cNvSpPr/>
            <p:nvPr/>
          </p:nvSpPr>
          <p:spPr>
            <a:xfrm>
              <a:off x="4641722" y="2245741"/>
              <a:ext cx="2703830" cy="1622425"/>
            </a:xfrm>
            <a:custGeom>
              <a:avLst/>
              <a:gdLst/>
              <a:ahLst/>
              <a:cxnLst/>
              <a:rect l="l" t="t" r="r" b="b"/>
              <a:pathLst>
                <a:path w="2703829" h="1622425">
                  <a:moveTo>
                    <a:pt x="2703703" y="0"/>
                  </a:moveTo>
                  <a:lnTo>
                    <a:pt x="0" y="0"/>
                  </a:lnTo>
                  <a:lnTo>
                    <a:pt x="0" y="1622171"/>
                  </a:lnTo>
                  <a:lnTo>
                    <a:pt x="2703703" y="1622171"/>
                  </a:lnTo>
                  <a:lnTo>
                    <a:pt x="2703703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8493" y="2591689"/>
              <a:ext cx="2035175" cy="3215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0638" y="2591689"/>
              <a:ext cx="256031" cy="3215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3273" y="2881249"/>
              <a:ext cx="1959737" cy="3215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1041" y="3169285"/>
              <a:ext cx="2552573" cy="321563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7609458" y="2239391"/>
            <a:ext cx="2716530" cy="1635125"/>
            <a:chOff x="7609458" y="2239391"/>
            <a:chExt cx="2716530" cy="1635125"/>
          </a:xfrm>
        </p:grpSpPr>
        <p:sp>
          <p:nvSpPr>
            <p:cNvPr id="19" name="object 19"/>
            <p:cNvSpPr/>
            <p:nvPr/>
          </p:nvSpPr>
          <p:spPr>
            <a:xfrm>
              <a:off x="7615808" y="2245741"/>
              <a:ext cx="2703830" cy="1622425"/>
            </a:xfrm>
            <a:custGeom>
              <a:avLst/>
              <a:gdLst/>
              <a:ahLst/>
              <a:cxnLst/>
              <a:rect l="l" t="t" r="r" b="b"/>
              <a:pathLst>
                <a:path w="2703829" h="1622425">
                  <a:moveTo>
                    <a:pt x="2703703" y="0"/>
                  </a:moveTo>
                  <a:lnTo>
                    <a:pt x="0" y="0"/>
                  </a:lnTo>
                  <a:lnTo>
                    <a:pt x="0" y="1622171"/>
                  </a:lnTo>
                  <a:lnTo>
                    <a:pt x="2703703" y="1622171"/>
                  </a:lnTo>
                  <a:lnTo>
                    <a:pt x="2703703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15808" y="2245741"/>
              <a:ext cx="2703830" cy="1622425"/>
            </a:xfrm>
            <a:custGeom>
              <a:avLst/>
              <a:gdLst/>
              <a:ahLst/>
              <a:cxnLst/>
              <a:rect l="l" t="t" r="r" b="b"/>
              <a:pathLst>
                <a:path w="2703829" h="1622425">
                  <a:moveTo>
                    <a:pt x="0" y="1622171"/>
                  </a:moveTo>
                  <a:lnTo>
                    <a:pt x="2703703" y="1622171"/>
                  </a:lnTo>
                  <a:lnTo>
                    <a:pt x="2703703" y="0"/>
                  </a:lnTo>
                  <a:lnTo>
                    <a:pt x="0" y="0"/>
                  </a:lnTo>
                  <a:lnTo>
                    <a:pt x="0" y="16221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40725" y="2447544"/>
              <a:ext cx="2244471" cy="3215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66959" y="2447544"/>
              <a:ext cx="256031" cy="3215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15299" y="2737104"/>
              <a:ext cx="1890522" cy="3215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24671" y="3025140"/>
              <a:ext cx="1256880" cy="3215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13877" y="3312871"/>
              <a:ext cx="2225167" cy="321868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3154679" y="4138333"/>
            <a:ext cx="2804795" cy="1622425"/>
            <a:chOff x="3154679" y="4138333"/>
            <a:chExt cx="2804795" cy="1622425"/>
          </a:xfrm>
        </p:grpSpPr>
        <p:sp>
          <p:nvSpPr>
            <p:cNvPr id="27" name="object 27"/>
            <p:cNvSpPr/>
            <p:nvPr/>
          </p:nvSpPr>
          <p:spPr>
            <a:xfrm>
              <a:off x="3154679" y="4138333"/>
              <a:ext cx="2703830" cy="1622425"/>
            </a:xfrm>
            <a:custGeom>
              <a:avLst/>
              <a:gdLst/>
              <a:ahLst/>
              <a:cxnLst/>
              <a:rect l="l" t="t" r="r" b="b"/>
              <a:pathLst>
                <a:path w="2703829" h="1622425">
                  <a:moveTo>
                    <a:pt x="2703702" y="0"/>
                  </a:moveTo>
                  <a:lnTo>
                    <a:pt x="0" y="0"/>
                  </a:lnTo>
                  <a:lnTo>
                    <a:pt x="0" y="1622170"/>
                  </a:lnTo>
                  <a:lnTo>
                    <a:pt x="2703702" y="1622170"/>
                  </a:lnTo>
                  <a:lnTo>
                    <a:pt x="2703702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71594" y="4195902"/>
              <a:ext cx="1446276" cy="32186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93058" y="4486020"/>
              <a:ext cx="1459484" cy="3215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0274" y="4486020"/>
              <a:ext cx="256032" cy="3215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33822" y="4486020"/>
              <a:ext cx="903795" cy="3215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9134" y="4774056"/>
              <a:ext cx="2720086" cy="3215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93514" y="5062092"/>
              <a:ext cx="1214119" cy="32156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5770" y="5349849"/>
              <a:ext cx="1627886" cy="321868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6128765" y="4138333"/>
            <a:ext cx="2703830" cy="1622425"/>
            <a:chOff x="6128765" y="4138333"/>
            <a:chExt cx="2703830" cy="1622425"/>
          </a:xfrm>
        </p:grpSpPr>
        <p:sp>
          <p:nvSpPr>
            <p:cNvPr id="36" name="object 36"/>
            <p:cNvSpPr/>
            <p:nvPr/>
          </p:nvSpPr>
          <p:spPr>
            <a:xfrm>
              <a:off x="6128765" y="4138333"/>
              <a:ext cx="2703830" cy="1622425"/>
            </a:xfrm>
            <a:custGeom>
              <a:avLst/>
              <a:gdLst/>
              <a:ahLst/>
              <a:cxnLst/>
              <a:rect l="l" t="t" r="r" b="b"/>
              <a:pathLst>
                <a:path w="2703829" h="1622425">
                  <a:moveTo>
                    <a:pt x="2703703" y="0"/>
                  </a:moveTo>
                  <a:lnTo>
                    <a:pt x="0" y="0"/>
                  </a:lnTo>
                  <a:lnTo>
                    <a:pt x="0" y="1622170"/>
                  </a:lnTo>
                  <a:lnTo>
                    <a:pt x="2703703" y="1622170"/>
                  </a:lnTo>
                  <a:lnTo>
                    <a:pt x="2703703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06539" y="4195902"/>
              <a:ext cx="1729994" cy="32186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8329" y="4195902"/>
              <a:ext cx="256031" cy="32186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37375" y="4486020"/>
              <a:ext cx="2271649" cy="6095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48271" y="5062092"/>
              <a:ext cx="1641348" cy="3215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79335" y="5349849"/>
              <a:ext cx="1322958" cy="321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664" y="573150"/>
            <a:ext cx="380936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Structure</a:t>
            </a:r>
            <a:r>
              <a:rPr sz="4000" spc="-110" dirty="0"/>
              <a:t> </a:t>
            </a:r>
            <a:r>
              <a:rPr sz="4000" dirty="0"/>
              <a:t>of</a:t>
            </a:r>
            <a:r>
              <a:rPr sz="4000" spc="-135" dirty="0"/>
              <a:t> </a:t>
            </a:r>
            <a:r>
              <a:rPr sz="4000" spc="-25" dirty="0"/>
              <a:t>an </a:t>
            </a:r>
            <a:r>
              <a:rPr sz="4000" dirty="0"/>
              <a:t>Interview</a:t>
            </a:r>
            <a:r>
              <a:rPr sz="4000" spc="-145" dirty="0"/>
              <a:t> </a:t>
            </a:r>
            <a:r>
              <a:rPr sz="4000" spc="-10" dirty="0"/>
              <a:t>Guide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45007" y="1961769"/>
            <a:ext cx="5358765" cy="363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5021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Introduction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information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interview.</a:t>
            </a:r>
            <a:endParaRPr sz="1800">
              <a:latin typeface="Arial MT"/>
              <a:cs typeface="Arial MT"/>
            </a:endParaRPr>
          </a:p>
          <a:p>
            <a:pPr marL="354965" indent="-227965">
              <a:lnSpc>
                <a:spcPct val="100000"/>
              </a:lnSpc>
              <a:spcBef>
                <a:spcPts val="170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Opening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establish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rapport</a:t>
            </a:r>
            <a:r>
              <a:rPr sz="1800" spc="-25" dirty="0">
                <a:latin typeface="Arial MT"/>
                <a:cs typeface="Arial MT"/>
              </a:rPr>
              <a:t> and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ease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participants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conversation.</a:t>
            </a:r>
            <a:endParaRPr sz="1800">
              <a:latin typeface="Arial MT"/>
              <a:cs typeface="Arial MT"/>
            </a:endParaRPr>
          </a:p>
          <a:p>
            <a:pPr marL="355600" marR="486409" indent="-228600">
              <a:lnSpc>
                <a:spcPct val="100000"/>
              </a:lnSpc>
              <a:spcBef>
                <a:spcPts val="1689"/>
              </a:spcBef>
              <a:buChar char="•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Key/Grand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Focuses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core </a:t>
            </a:r>
            <a:r>
              <a:rPr sz="1800" dirty="0">
                <a:latin typeface="Arial MT"/>
                <a:cs typeface="Arial MT"/>
              </a:rPr>
              <a:t>research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topics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follow-ups.</a:t>
            </a:r>
            <a:endParaRPr sz="1800">
              <a:latin typeface="Arial MT"/>
              <a:cs typeface="Arial MT"/>
            </a:endParaRPr>
          </a:p>
          <a:p>
            <a:pPr marL="355600" marR="6985" indent="-228600">
              <a:lnSpc>
                <a:spcPct val="100000"/>
              </a:lnSpc>
              <a:spcBef>
                <a:spcPts val="1710"/>
              </a:spcBef>
              <a:buChar char="•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Closing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Broader,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reflective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questions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summarize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discussion.</a:t>
            </a:r>
            <a:endParaRPr sz="1800">
              <a:latin typeface="Arial MT"/>
              <a:cs typeface="Arial MT"/>
            </a:endParaRPr>
          </a:p>
          <a:p>
            <a:pPr marL="12700" marR="373380">
              <a:lnSpc>
                <a:spcPct val="100000"/>
              </a:lnSpc>
              <a:spcBef>
                <a:spcPts val="1700"/>
              </a:spcBef>
            </a:pP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smooth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progression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from </a:t>
            </a:r>
            <a:r>
              <a:rPr sz="1800" dirty="0">
                <a:latin typeface="Arial MT"/>
                <a:cs typeface="Arial MT"/>
              </a:rPr>
              <a:t>general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in-</a:t>
            </a:r>
            <a:r>
              <a:rPr sz="1800" dirty="0">
                <a:latin typeface="Arial MT"/>
                <a:cs typeface="Arial MT"/>
              </a:rPr>
              <a:t>depth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discussion.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729183"/>
            <a:ext cx="569912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/>
              <a:t>Introduction</a:t>
            </a:r>
            <a:r>
              <a:rPr sz="4000" spc="-30" dirty="0"/>
              <a:t> </a:t>
            </a:r>
            <a:r>
              <a:rPr sz="4000" dirty="0"/>
              <a:t>&amp;</a:t>
            </a:r>
            <a:r>
              <a:rPr sz="4000" spc="-35" dirty="0"/>
              <a:t> </a:t>
            </a:r>
            <a:r>
              <a:rPr sz="4000" spc="-10" dirty="0"/>
              <a:t>Opening Questions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58444" y="2155012"/>
            <a:ext cx="8041640" cy="3331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B0B6B0"/>
              </a:buClr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Introduction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(Before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Interview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Begins)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65"/>
              </a:spcBef>
              <a:buClr>
                <a:srgbClr val="B0B6B0"/>
              </a:buClr>
              <a:buSzPct val="50000"/>
              <a:buChar char="•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Explain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purpose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participant.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55"/>
              </a:spcBef>
              <a:buClr>
                <a:srgbClr val="B0B6B0"/>
              </a:buClr>
              <a:buSzPct val="50000"/>
              <a:buChar char="•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Obtain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assure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confidentiality.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65"/>
              </a:spcBef>
              <a:buClr>
                <a:srgbClr val="B0B6B0"/>
              </a:buClr>
              <a:buSzPct val="50000"/>
              <a:buChar char="•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expectations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interview.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280"/>
              </a:lnSpc>
              <a:spcBef>
                <a:spcPts val="1465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Opening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Questions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(Building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Rapport)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160"/>
              </a:lnSpc>
            </a:pPr>
            <a:r>
              <a:rPr sz="2000" dirty="0">
                <a:latin typeface="Arial MT"/>
                <a:cs typeface="Arial MT"/>
              </a:rPr>
              <a:t>General,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non-threatening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questions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comfortable.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Example: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little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background?</a:t>
            </a:r>
            <a:endParaRPr sz="20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55"/>
              </a:spcBef>
              <a:buClr>
                <a:srgbClr val="B0B6B0"/>
              </a:buClr>
              <a:buChar char="•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Avoid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sensitive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topics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stage.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2331466"/>
            <a:ext cx="3580129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Key</a:t>
            </a:r>
            <a:r>
              <a:rPr sz="4000" spc="-75" dirty="0"/>
              <a:t> </a:t>
            </a:r>
            <a:r>
              <a:rPr sz="4000" spc="-10" dirty="0"/>
              <a:t>Questions </a:t>
            </a:r>
            <a:r>
              <a:rPr sz="4000" dirty="0"/>
              <a:t>(Main</a:t>
            </a:r>
            <a:r>
              <a:rPr sz="4000" spc="-75" dirty="0"/>
              <a:t> </a:t>
            </a:r>
            <a:r>
              <a:rPr sz="4000" spc="-20" dirty="0"/>
              <a:t>Data </a:t>
            </a:r>
            <a:r>
              <a:rPr sz="4000" spc="-10" dirty="0"/>
              <a:t>Collection)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24552" y="497077"/>
            <a:ext cx="6503034" cy="773430"/>
            <a:chOff x="4924552" y="497077"/>
            <a:chExt cx="6503034" cy="773430"/>
          </a:xfrm>
        </p:grpSpPr>
        <p:sp>
          <p:nvSpPr>
            <p:cNvPr id="5" name="object 5"/>
            <p:cNvSpPr/>
            <p:nvPr/>
          </p:nvSpPr>
          <p:spPr>
            <a:xfrm>
              <a:off x="4930902" y="785228"/>
              <a:ext cx="6490335" cy="479425"/>
            </a:xfrm>
            <a:custGeom>
              <a:avLst/>
              <a:gdLst/>
              <a:ahLst/>
              <a:cxnLst/>
              <a:rect l="l" t="t" r="r" b="b"/>
              <a:pathLst>
                <a:path w="6490334" h="479425">
                  <a:moveTo>
                    <a:pt x="0" y="478802"/>
                  </a:moveTo>
                  <a:lnTo>
                    <a:pt x="6490208" y="478802"/>
                  </a:lnTo>
                  <a:lnTo>
                    <a:pt x="6490208" y="0"/>
                  </a:lnTo>
                  <a:lnTo>
                    <a:pt x="0" y="0"/>
                  </a:lnTo>
                  <a:lnTo>
                    <a:pt x="0" y="478802"/>
                  </a:lnTo>
                  <a:close/>
                </a:path>
              </a:pathLst>
            </a:custGeom>
            <a:ln w="12699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55387" y="504824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40">
                  <a:moveTo>
                    <a:pt x="4449571" y="0"/>
                  </a:moveTo>
                  <a:lnTo>
                    <a:pt x="93472" y="0"/>
                  </a:lnTo>
                  <a:lnTo>
                    <a:pt x="57060" y="7336"/>
                  </a:lnTo>
                  <a:lnTo>
                    <a:pt x="27352" y="27352"/>
                  </a:lnTo>
                  <a:lnTo>
                    <a:pt x="7336" y="57060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36" y="503717"/>
                  </a:lnTo>
                  <a:lnTo>
                    <a:pt x="27352" y="533431"/>
                  </a:lnTo>
                  <a:lnTo>
                    <a:pt x="57060" y="553477"/>
                  </a:lnTo>
                  <a:lnTo>
                    <a:pt x="93472" y="560832"/>
                  </a:lnTo>
                  <a:lnTo>
                    <a:pt x="4449571" y="560832"/>
                  </a:lnTo>
                  <a:lnTo>
                    <a:pt x="4485983" y="553477"/>
                  </a:lnTo>
                  <a:lnTo>
                    <a:pt x="4515691" y="533431"/>
                  </a:lnTo>
                  <a:lnTo>
                    <a:pt x="4535707" y="503717"/>
                  </a:lnTo>
                  <a:lnTo>
                    <a:pt x="4543044" y="467360"/>
                  </a:lnTo>
                  <a:lnTo>
                    <a:pt x="4543044" y="93472"/>
                  </a:lnTo>
                  <a:lnTo>
                    <a:pt x="4535707" y="57060"/>
                  </a:lnTo>
                  <a:lnTo>
                    <a:pt x="4515691" y="27352"/>
                  </a:lnTo>
                  <a:lnTo>
                    <a:pt x="4485983" y="7336"/>
                  </a:lnTo>
                  <a:lnTo>
                    <a:pt x="4449571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5387" y="504824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40">
                  <a:moveTo>
                    <a:pt x="0" y="93472"/>
                  </a:moveTo>
                  <a:lnTo>
                    <a:pt x="7336" y="57060"/>
                  </a:lnTo>
                  <a:lnTo>
                    <a:pt x="27352" y="27352"/>
                  </a:lnTo>
                  <a:lnTo>
                    <a:pt x="57060" y="7336"/>
                  </a:lnTo>
                  <a:lnTo>
                    <a:pt x="93472" y="0"/>
                  </a:lnTo>
                  <a:lnTo>
                    <a:pt x="4449571" y="0"/>
                  </a:lnTo>
                  <a:lnTo>
                    <a:pt x="4485983" y="7336"/>
                  </a:lnTo>
                  <a:lnTo>
                    <a:pt x="4515691" y="27352"/>
                  </a:lnTo>
                  <a:lnTo>
                    <a:pt x="4535707" y="57060"/>
                  </a:lnTo>
                  <a:lnTo>
                    <a:pt x="4543044" y="93472"/>
                  </a:lnTo>
                  <a:lnTo>
                    <a:pt x="4543044" y="467360"/>
                  </a:lnTo>
                  <a:lnTo>
                    <a:pt x="4535707" y="503717"/>
                  </a:lnTo>
                  <a:lnTo>
                    <a:pt x="4515691" y="533431"/>
                  </a:lnTo>
                  <a:lnTo>
                    <a:pt x="4485983" y="553477"/>
                  </a:lnTo>
                  <a:lnTo>
                    <a:pt x="4449571" y="560832"/>
                  </a:lnTo>
                  <a:lnTo>
                    <a:pt x="93472" y="560832"/>
                  </a:lnTo>
                  <a:lnTo>
                    <a:pt x="57060" y="553477"/>
                  </a:lnTo>
                  <a:lnTo>
                    <a:pt x="27352" y="533431"/>
                  </a:lnTo>
                  <a:lnTo>
                    <a:pt x="7336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5031" y="497077"/>
              <a:ext cx="3720719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031" y="756157"/>
              <a:ext cx="1768982" cy="28803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924552" y="1359153"/>
            <a:ext cx="6503034" cy="773430"/>
            <a:chOff x="4924552" y="1359153"/>
            <a:chExt cx="6503034" cy="773430"/>
          </a:xfrm>
        </p:grpSpPr>
        <p:sp>
          <p:nvSpPr>
            <p:cNvPr id="11" name="object 11"/>
            <p:cNvSpPr/>
            <p:nvPr/>
          </p:nvSpPr>
          <p:spPr>
            <a:xfrm>
              <a:off x="4930902" y="1647050"/>
              <a:ext cx="6490335" cy="479425"/>
            </a:xfrm>
            <a:custGeom>
              <a:avLst/>
              <a:gdLst/>
              <a:ahLst/>
              <a:cxnLst/>
              <a:rect l="l" t="t" r="r" b="b"/>
              <a:pathLst>
                <a:path w="6490334" h="479425">
                  <a:moveTo>
                    <a:pt x="0" y="478802"/>
                  </a:moveTo>
                  <a:lnTo>
                    <a:pt x="6490208" y="478802"/>
                  </a:lnTo>
                  <a:lnTo>
                    <a:pt x="6490208" y="0"/>
                  </a:lnTo>
                  <a:lnTo>
                    <a:pt x="0" y="0"/>
                  </a:lnTo>
                  <a:lnTo>
                    <a:pt x="0" y="478802"/>
                  </a:lnTo>
                  <a:close/>
                </a:path>
              </a:pathLst>
            </a:custGeom>
            <a:ln w="12699">
              <a:solidFill>
                <a:srgbClr val="099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55387" y="1366646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39">
                  <a:moveTo>
                    <a:pt x="4449571" y="0"/>
                  </a:moveTo>
                  <a:lnTo>
                    <a:pt x="93472" y="0"/>
                  </a:lnTo>
                  <a:lnTo>
                    <a:pt x="57060" y="7336"/>
                  </a:lnTo>
                  <a:lnTo>
                    <a:pt x="27352" y="27352"/>
                  </a:lnTo>
                  <a:lnTo>
                    <a:pt x="7336" y="57060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36" y="503771"/>
                  </a:lnTo>
                  <a:lnTo>
                    <a:pt x="27352" y="533479"/>
                  </a:lnTo>
                  <a:lnTo>
                    <a:pt x="57060" y="553495"/>
                  </a:lnTo>
                  <a:lnTo>
                    <a:pt x="93472" y="560831"/>
                  </a:lnTo>
                  <a:lnTo>
                    <a:pt x="4449571" y="560831"/>
                  </a:lnTo>
                  <a:lnTo>
                    <a:pt x="4485983" y="553495"/>
                  </a:lnTo>
                  <a:lnTo>
                    <a:pt x="4515691" y="533479"/>
                  </a:lnTo>
                  <a:lnTo>
                    <a:pt x="4535707" y="503771"/>
                  </a:lnTo>
                  <a:lnTo>
                    <a:pt x="4543044" y="467360"/>
                  </a:lnTo>
                  <a:lnTo>
                    <a:pt x="4543044" y="93472"/>
                  </a:lnTo>
                  <a:lnTo>
                    <a:pt x="4535707" y="57060"/>
                  </a:lnTo>
                  <a:lnTo>
                    <a:pt x="4515691" y="27352"/>
                  </a:lnTo>
                  <a:lnTo>
                    <a:pt x="4485983" y="7336"/>
                  </a:lnTo>
                  <a:lnTo>
                    <a:pt x="4449571" y="0"/>
                  </a:lnTo>
                  <a:close/>
                </a:path>
              </a:pathLst>
            </a:custGeom>
            <a:solidFill>
              <a:srgbClr val="099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55387" y="1366646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39">
                  <a:moveTo>
                    <a:pt x="0" y="93472"/>
                  </a:moveTo>
                  <a:lnTo>
                    <a:pt x="7336" y="57060"/>
                  </a:lnTo>
                  <a:lnTo>
                    <a:pt x="27352" y="27352"/>
                  </a:lnTo>
                  <a:lnTo>
                    <a:pt x="57060" y="7336"/>
                  </a:lnTo>
                  <a:lnTo>
                    <a:pt x="93472" y="0"/>
                  </a:lnTo>
                  <a:lnTo>
                    <a:pt x="4449571" y="0"/>
                  </a:lnTo>
                  <a:lnTo>
                    <a:pt x="4485983" y="7336"/>
                  </a:lnTo>
                  <a:lnTo>
                    <a:pt x="4515691" y="27352"/>
                  </a:lnTo>
                  <a:lnTo>
                    <a:pt x="4535707" y="57060"/>
                  </a:lnTo>
                  <a:lnTo>
                    <a:pt x="4543044" y="93472"/>
                  </a:lnTo>
                  <a:lnTo>
                    <a:pt x="4543044" y="467360"/>
                  </a:lnTo>
                  <a:lnTo>
                    <a:pt x="4535707" y="503771"/>
                  </a:lnTo>
                  <a:lnTo>
                    <a:pt x="4515691" y="533479"/>
                  </a:lnTo>
                  <a:lnTo>
                    <a:pt x="4485983" y="553495"/>
                  </a:lnTo>
                  <a:lnTo>
                    <a:pt x="4449571" y="560831"/>
                  </a:lnTo>
                  <a:lnTo>
                    <a:pt x="93472" y="560831"/>
                  </a:lnTo>
                  <a:lnTo>
                    <a:pt x="57060" y="553495"/>
                  </a:lnTo>
                  <a:lnTo>
                    <a:pt x="27352" y="533479"/>
                  </a:lnTo>
                  <a:lnTo>
                    <a:pt x="7336" y="503771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5031" y="1359153"/>
              <a:ext cx="1453261" cy="2880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6405" y="1359153"/>
              <a:ext cx="1697862" cy="2880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5031" y="1618233"/>
              <a:ext cx="2573401" cy="2880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5877" y="1618233"/>
              <a:ext cx="97535" cy="28803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4552" y="2221102"/>
            <a:ext cx="6503034" cy="1701164"/>
            <a:chOff x="4924552" y="2221102"/>
            <a:chExt cx="6503034" cy="1701164"/>
          </a:xfrm>
        </p:grpSpPr>
        <p:sp>
          <p:nvSpPr>
            <p:cNvPr id="19" name="object 19"/>
            <p:cNvSpPr/>
            <p:nvPr/>
          </p:nvSpPr>
          <p:spPr>
            <a:xfrm>
              <a:off x="4930902" y="2508884"/>
              <a:ext cx="6490335" cy="1406525"/>
            </a:xfrm>
            <a:custGeom>
              <a:avLst/>
              <a:gdLst/>
              <a:ahLst/>
              <a:cxnLst/>
              <a:rect l="l" t="t" r="r" b="b"/>
              <a:pathLst>
                <a:path w="6490334" h="1406525">
                  <a:moveTo>
                    <a:pt x="0" y="1406525"/>
                  </a:moveTo>
                  <a:lnTo>
                    <a:pt x="6490208" y="1406525"/>
                  </a:lnTo>
                  <a:lnTo>
                    <a:pt x="6490208" y="0"/>
                  </a:lnTo>
                  <a:lnTo>
                    <a:pt x="0" y="0"/>
                  </a:lnTo>
                  <a:lnTo>
                    <a:pt x="0" y="1406525"/>
                  </a:lnTo>
                  <a:close/>
                </a:path>
              </a:pathLst>
            </a:custGeom>
            <a:ln w="12700">
              <a:solidFill>
                <a:srgbClr val="0EB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5219" y="2876422"/>
              <a:ext cx="3152648" cy="2880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5219" y="3179699"/>
              <a:ext cx="2859531" cy="2880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35219" y="3481146"/>
              <a:ext cx="3045840" cy="28834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255387" y="2228468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39">
                  <a:moveTo>
                    <a:pt x="4449571" y="0"/>
                  </a:moveTo>
                  <a:lnTo>
                    <a:pt x="93472" y="0"/>
                  </a:lnTo>
                  <a:lnTo>
                    <a:pt x="57060" y="7336"/>
                  </a:lnTo>
                  <a:lnTo>
                    <a:pt x="27352" y="27352"/>
                  </a:lnTo>
                  <a:lnTo>
                    <a:pt x="7336" y="57060"/>
                  </a:lnTo>
                  <a:lnTo>
                    <a:pt x="0" y="93471"/>
                  </a:lnTo>
                  <a:lnTo>
                    <a:pt x="0" y="467359"/>
                  </a:lnTo>
                  <a:lnTo>
                    <a:pt x="7336" y="503771"/>
                  </a:lnTo>
                  <a:lnTo>
                    <a:pt x="27352" y="533479"/>
                  </a:lnTo>
                  <a:lnTo>
                    <a:pt x="57060" y="553495"/>
                  </a:lnTo>
                  <a:lnTo>
                    <a:pt x="93472" y="560831"/>
                  </a:lnTo>
                  <a:lnTo>
                    <a:pt x="4449571" y="560831"/>
                  </a:lnTo>
                  <a:lnTo>
                    <a:pt x="4485983" y="553495"/>
                  </a:lnTo>
                  <a:lnTo>
                    <a:pt x="4515691" y="533479"/>
                  </a:lnTo>
                  <a:lnTo>
                    <a:pt x="4535707" y="503771"/>
                  </a:lnTo>
                  <a:lnTo>
                    <a:pt x="4543044" y="467359"/>
                  </a:lnTo>
                  <a:lnTo>
                    <a:pt x="4543044" y="93471"/>
                  </a:lnTo>
                  <a:lnTo>
                    <a:pt x="4535707" y="57060"/>
                  </a:lnTo>
                  <a:lnTo>
                    <a:pt x="4515691" y="27352"/>
                  </a:lnTo>
                  <a:lnTo>
                    <a:pt x="4485983" y="7336"/>
                  </a:lnTo>
                  <a:lnTo>
                    <a:pt x="4449571" y="0"/>
                  </a:lnTo>
                  <a:close/>
                </a:path>
              </a:pathLst>
            </a:custGeom>
            <a:solidFill>
              <a:srgbClr val="0EB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55387" y="2228468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39">
                  <a:moveTo>
                    <a:pt x="0" y="93471"/>
                  </a:moveTo>
                  <a:lnTo>
                    <a:pt x="7336" y="57060"/>
                  </a:lnTo>
                  <a:lnTo>
                    <a:pt x="27352" y="27352"/>
                  </a:lnTo>
                  <a:lnTo>
                    <a:pt x="57060" y="7336"/>
                  </a:lnTo>
                  <a:lnTo>
                    <a:pt x="93472" y="0"/>
                  </a:lnTo>
                  <a:lnTo>
                    <a:pt x="4449571" y="0"/>
                  </a:lnTo>
                  <a:lnTo>
                    <a:pt x="4485983" y="7336"/>
                  </a:lnTo>
                  <a:lnTo>
                    <a:pt x="4515691" y="27352"/>
                  </a:lnTo>
                  <a:lnTo>
                    <a:pt x="4535707" y="57060"/>
                  </a:lnTo>
                  <a:lnTo>
                    <a:pt x="4543044" y="93471"/>
                  </a:lnTo>
                  <a:lnTo>
                    <a:pt x="4543044" y="467359"/>
                  </a:lnTo>
                  <a:lnTo>
                    <a:pt x="4535707" y="503771"/>
                  </a:lnTo>
                  <a:lnTo>
                    <a:pt x="4515691" y="533479"/>
                  </a:lnTo>
                  <a:lnTo>
                    <a:pt x="4485983" y="553495"/>
                  </a:lnTo>
                  <a:lnTo>
                    <a:pt x="4449571" y="560831"/>
                  </a:lnTo>
                  <a:lnTo>
                    <a:pt x="93472" y="560831"/>
                  </a:lnTo>
                  <a:lnTo>
                    <a:pt x="57060" y="553495"/>
                  </a:lnTo>
                  <a:lnTo>
                    <a:pt x="27352" y="533479"/>
                  </a:lnTo>
                  <a:lnTo>
                    <a:pt x="7336" y="503771"/>
                  </a:lnTo>
                  <a:lnTo>
                    <a:pt x="0" y="467359"/>
                  </a:lnTo>
                  <a:lnTo>
                    <a:pt x="0" y="934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5031" y="2221102"/>
              <a:ext cx="594740" cy="28803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0773" y="2221102"/>
              <a:ext cx="2261743" cy="28803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32953" y="2221102"/>
              <a:ext cx="1584071" cy="28803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55031" y="2480182"/>
              <a:ext cx="773785" cy="288036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4924552" y="4011167"/>
            <a:ext cx="6503034" cy="2209165"/>
            <a:chOff x="4924552" y="4011167"/>
            <a:chExt cx="6503034" cy="2209165"/>
          </a:xfrm>
        </p:grpSpPr>
        <p:sp>
          <p:nvSpPr>
            <p:cNvPr id="30" name="object 30"/>
            <p:cNvSpPr/>
            <p:nvPr/>
          </p:nvSpPr>
          <p:spPr>
            <a:xfrm>
              <a:off x="4930902" y="4298454"/>
              <a:ext cx="6490335" cy="1915160"/>
            </a:xfrm>
            <a:custGeom>
              <a:avLst/>
              <a:gdLst/>
              <a:ahLst/>
              <a:cxnLst/>
              <a:rect l="l" t="t" r="r" b="b"/>
              <a:pathLst>
                <a:path w="6490334" h="1915160">
                  <a:moveTo>
                    <a:pt x="0" y="1915159"/>
                  </a:moveTo>
                  <a:lnTo>
                    <a:pt x="6490208" y="1915159"/>
                  </a:lnTo>
                  <a:lnTo>
                    <a:pt x="6490208" y="0"/>
                  </a:lnTo>
                  <a:lnTo>
                    <a:pt x="0" y="0"/>
                  </a:lnTo>
                  <a:lnTo>
                    <a:pt x="0" y="1915159"/>
                  </a:lnTo>
                  <a:close/>
                </a:path>
              </a:pathLst>
            </a:custGeom>
            <a:ln w="12699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35219" y="4665929"/>
              <a:ext cx="4907914" cy="2883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07431" y="4925567"/>
              <a:ext cx="3110611" cy="28803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5219" y="5228843"/>
              <a:ext cx="4976494" cy="28803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07431" y="5487923"/>
              <a:ext cx="1128547" cy="28803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35219" y="5791200"/>
              <a:ext cx="3744467" cy="28803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255387" y="4018025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39">
                  <a:moveTo>
                    <a:pt x="4449571" y="0"/>
                  </a:moveTo>
                  <a:lnTo>
                    <a:pt x="93472" y="0"/>
                  </a:lnTo>
                  <a:lnTo>
                    <a:pt x="57060" y="7336"/>
                  </a:lnTo>
                  <a:lnTo>
                    <a:pt x="27352" y="27352"/>
                  </a:lnTo>
                  <a:lnTo>
                    <a:pt x="7336" y="57060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36" y="503717"/>
                  </a:lnTo>
                  <a:lnTo>
                    <a:pt x="27352" y="533431"/>
                  </a:lnTo>
                  <a:lnTo>
                    <a:pt x="57060" y="553477"/>
                  </a:lnTo>
                  <a:lnTo>
                    <a:pt x="93472" y="560832"/>
                  </a:lnTo>
                  <a:lnTo>
                    <a:pt x="4449571" y="560832"/>
                  </a:lnTo>
                  <a:lnTo>
                    <a:pt x="4485983" y="553477"/>
                  </a:lnTo>
                  <a:lnTo>
                    <a:pt x="4515691" y="533431"/>
                  </a:lnTo>
                  <a:lnTo>
                    <a:pt x="4535707" y="503717"/>
                  </a:lnTo>
                  <a:lnTo>
                    <a:pt x="4543044" y="467360"/>
                  </a:lnTo>
                  <a:lnTo>
                    <a:pt x="4543044" y="93472"/>
                  </a:lnTo>
                  <a:lnTo>
                    <a:pt x="4535707" y="57060"/>
                  </a:lnTo>
                  <a:lnTo>
                    <a:pt x="4515691" y="27352"/>
                  </a:lnTo>
                  <a:lnTo>
                    <a:pt x="4485983" y="7336"/>
                  </a:lnTo>
                  <a:lnTo>
                    <a:pt x="4449571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55387" y="4018025"/>
              <a:ext cx="4543425" cy="561340"/>
            </a:xfrm>
            <a:custGeom>
              <a:avLst/>
              <a:gdLst/>
              <a:ahLst/>
              <a:cxnLst/>
              <a:rect l="l" t="t" r="r" b="b"/>
              <a:pathLst>
                <a:path w="4543425" h="561339">
                  <a:moveTo>
                    <a:pt x="0" y="93472"/>
                  </a:moveTo>
                  <a:lnTo>
                    <a:pt x="7336" y="57060"/>
                  </a:lnTo>
                  <a:lnTo>
                    <a:pt x="27352" y="27352"/>
                  </a:lnTo>
                  <a:lnTo>
                    <a:pt x="57060" y="7336"/>
                  </a:lnTo>
                  <a:lnTo>
                    <a:pt x="93472" y="0"/>
                  </a:lnTo>
                  <a:lnTo>
                    <a:pt x="4449571" y="0"/>
                  </a:lnTo>
                  <a:lnTo>
                    <a:pt x="4485983" y="7336"/>
                  </a:lnTo>
                  <a:lnTo>
                    <a:pt x="4515691" y="27352"/>
                  </a:lnTo>
                  <a:lnTo>
                    <a:pt x="4535707" y="57060"/>
                  </a:lnTo>
                  <a:lnTo>
                    <a:pt x="4543044" y="93472"/>
                  </a:lnTo>
                  <a:lnTo>
                    <a:pt x="4543044" y="467360"/>
                  </a:lnTo>
                  <a:lnTo>
                    <a:pt x="4535707" y="503717"/>
                  </a:lnTo>
                  <a:lnTo>
                    <a:pt x="4515691" y="533431"/>
                  </a:lnTo>
                  <a:lnTo>
                    <a:pt x="4485983" y="553477"/>
                  </a:lnTo>
                  <a:lnTo>
                    <a:pt x="4449571" y="560832"/>
                  </a:lnTo>
                  <a:lnTo>
                    <a:pt x="93472" y="560832"/>
                  </a:lnTo>
                  <a:lnTo>
                    <a:pt x="57060" y="553477"/>
                  </a:lnTo>
                  <a:lnTo>
                    <a:pt x="27352" y="533431"/>
                  </a:lnTo>
                  <a:lnTo>
                    <a:pt x="7336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55031" y="4011167"/>
              <a:ext cx="3918204" cy="28803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55031" y="4270247"/>
              <a:ext cx="852043" cy="288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2053793"/>
            <a:ext cx="3376929" cy="2470150"/>
            <a:chOff x="656539" y="2053793"/>
            <a:chExt cx="3376929" cy="2470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2053793"/>
              <a:ext cx="2222373" cy="6403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2663952"/>
              <a:ext cx="3376929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" y="3273247"/>
              <a:ext cx="1538351" cy="6403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539" y="3883405"/>
              <a:ext cx="2503170" cy="64008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217921" y="731519"/>
            <a:ext cx="6329045" cy="2328545"/>
            <a:chOff x="5217921" y="731519"/>
            <a:chExt cx="6329045" cy="2328545"/>
          </a:xfrm>
        </p:grpSpPr>
        <p:sp>
          <p:nvSpPr>
            <p:cNvPr id="13" name="object 13"/>
            <p:cNvSpPr/>
            <p:nvPr/>
          </p:nvSpPr>
          <p:spPr>
            <a:xfrm>
              <a:off x="5224271" y="1018285"/>
              <a:ext cx="6316345" cy="2035175"/>
            </a:xfrm>
            <a:custGeom>
              <a:avLst/>
              <a:gdLst/>
              <a:ahLst/>
              <a:cxnLst/>
              <a:rect l="l" t="t" r="r" b="b"/>
              <a:pathLst>
                <a:path w="6316345" h="2035175">
                  <a:moveTo>
                    <a:pt x="0" y="2034920"/>
                  </a:moveTo>
                  <a:lnTo>
                    <a:pt x="6316218" y="2034920"/>
                  </a:lnTo>
                  <a:lnTo>
                    <a:pt x="6316218" y="0"/>
                  </a:lnTo>
                  <a:lnTo>
                    <a:pt x="0" y="0"/>
                  </a:lnTo>
                  <a:lnTo>
                    <a:pt x="0" y="2034920"/>
                  </a:lnTo>
                  <a:close/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5253" y="1384045"/>
              <a:ext cx="1820036" cy="3032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7561" y="1384045"/>
              <a:ext cx="3463671" cy="3032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61852" y="1384045"/>
              <a:ext cx="103631" cy="3032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5253" y="1704086"/>
              <a:ext cx="1381252" cy="3032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75601" y="1704086"/>
              <a:ext cx="3871340" cy="3032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7465" y="1978405"/>
              <a:ext cx="3523107" cy="303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15253" y="2296617"/>
              <a:ext cx="5248402" cy="3035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87465" y="2571622"/>
              <a:ext cx="711403" cy="3032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80301" y="2571622"/>
              <a:ext cx="1765427" cy="3032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28126" y="2571622"/>
              <a:ext cx="103631" cy="3032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539993" y="737869"/>
              <a:ext cx="4421505" cy="561340"/>
            </a:xfrm>
            <a:custGeom>
              <a:avLst/>
              <a:gdLst/>
              <a:ahLst/>
              <a:cxnLst/>
              <a:rect l="l" t="t" r="r" b="b"/>
              <a:pathLst>
                <a:path w="4421505" h="561340">
                  <a:moveTo>
                    <a:pt x="4327906" y="0"/>
                  </a:moveTo>
                  <a:lnTo>
                    <a:pt x="93598" y="0"/>
                  </a:lnTo>
                  <a:lnTo>
                    <a:pt x="57167" y="7354"/>
                  </a:lnTo>
                  <a:lnTo>
                    <a:pt x="27416" y="27400"/>
                  </a:lnTo>
                  <a:lnTo>
                    <a:pt x="7356" y="57114"/>
                  </a:lnTo>
                  <a:lnTo>
                    <a:pt x="0" y="93471"/>
                  </a:lnTo>
                  <a:lnTo>
                    <a:pt x="0" y="467487"/>
                  </a:lnTo>
                  <a:lnTo>
                    <a:pt x="7356" y="503844"/>
                  </a:lnTo>
                  <a:lnTo>
                    <a:pt x="27416" y="533558"/>
                  </a:lnTo>
                  <a:lnTo>
                    <a:pt x="57167" y="553604"/>
                  </a:lnTo>
                  <a:lnTo>
                    <a:pt x="93598" y="560958"/>
                  </a:lnTo>
                  <a:lnTo>
                    <a:pt x="4327906" y="560958"/>
                  </a:lnTo>
                  <a:lnTo>
                    <a:pt x="4364337" y="553604"/>
                  </a:lnTo>
                  <a:lnTo>
                    <a:pt x="4394088" y="533558"/>
                  </a:lnTo>
                  <a:lnTo>
                    <a:pt x="4414148" y="503844"/>
                  </a:lnTo>
                  <a:lnTo>
                    <a:pt x="4421505" y="467487"/>
                  </a:lnTo>
                  <a:lnTo>
                    <a:pt x="4421505" y="93471"/>
                  </a:lnTo>
                  <a:lnTo>
                    <a:pt x="4414148" y="57114"/>
                  </a:lnTo>
                  <a:lnTo>
                    <a:pt x="4394088" y="27400"/>
                  </a:lnTo>
                  <a:lnTo>
                    <a:pt x="4364337" y="7354"/>
                  </a:lnTo>
                  <a:lnTo>
                    <a:pt x="4327906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39993" y="737869"/>
              <a:ext cx="4421505" cy="561340"/>
            </a:xfrm>
            <a:custGeom>
              <a:avLst/>
              <a:gdLst/>
              <a:ahLst/>
              <a:cxnLst/>
              <a:rect l="l" t="t" r="r" b="b"/>
              <a:pathLst>
                <a:path w="4421505" h="561340">
                  <a:moveTo>
                    <a:pt x="0" y="93471"/>
                  </a:moveTo>
                  <a:lnTo>
                    <a:pt x="7356" y="57114"/>
                  </a:lnTo>
                  <a:lnTo>
                    <a:pt x="27416" y="27400"/>
                  </a:lnTo>
                  <a:lnTo>
                    <a:pt x="57167" y="7354"/>
                  </a:lnTo>
                  <a:lnTo>
                    <a:pt x="93598" y="0"/>
                  </a:lnTo>
                  <a:lnTo>
                    <a:pt x="4327906" y="0"/>
                  </a:lnTo>
                  <a:lnTo>
                    <a:pt x="4364337" y="7354"/>
                  </a:lnTo>
                  <a:lnTo>
                    <a:pt x="4394088" y="27400"/>
                  </a:lnTo>
                  <a:lnTo>
                    <a:pt x="4414148" y="57114"/>
                  </a:lnTo>
                  <a:lnTo>
                    <a:pt x="4421505" y="93471"/>
                  </a:lnTo>
                  <a:lnTo>
                    <a:pt x="4421505" y="467487"/>
                  </a:lnTo>
                  <a:lnTo>
                    <a:pt x="4414148" y="503844"/>
                  </a:lnTo>
                  <a:lnTo>
                    <a:pt x="4394088" y="533558"/>
                  </a:lnTo>
                  <a:lnTo>
                    <a:pt x="4364337" y="553604"/>
                  </a:lnTo>
                  <a:lnTo>
                    <a:pt x="4327906" y="560958"/>
                  </a:lnTo>
                  <a:lnTo>
                    <a:pt x="93598" y="560958"/>
                  </a:lnTo>
                  <a:lnTo>
                    <a:pt x="57167" y="553604"/>
                  </a:lnTo>
                  <a:lnTo>
                    <a:pt x="27416" y="533558"/>
                  </a:lnTo>
                  <a:lnTo>
                    <a:pt x="7356" y="503844"/>
                  </a:lnTo>
                  <a:lnTo>
                    <a:pt x="0" y="467487"/>
                  </a:lnTo>
                  <a:lnTo>
                    <a:pt x="0" y="934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5065" y="851280"/>
              <a:ext cx="2251329" cy="303275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217921" y="3149473"/>
            <a:ext cx="6329045" cy="2567940"/>
            <a:chOff x="5217921" y="3149473"/>
            <a:chExt cx="6329045" cy="2567940"/>
          </a:xfrm>
        </p:grpSpPr>
        <p:sp>
          <p:nvSpPr>
            <p:cNvPr id="28" name="object 28"/>
            <p:cNvSpPr/>
            <p:nvPr/>
          </p:nvSpPr>
          <p:spPr>
            <a:xfrm>
              <a:off x="5224271" y="3436277"/>
              <a:ext cx="6316345" cy="2274570"/>
            </a:xfrm>
            <a:custGeom>
              <a:avLst/>
              <a:gdLst/>
              <a:ahLst/>
              <a:cxnLst/>
              <a:rect l="l" t="t" r="r" b="b"/>
              <a:pathLst>
                <a:path w="6316345" h="2274570">
                  <a:moveTo>
                    <a:pt x="0" y="2274316"/>
                  </a:moveTo>
                  <a:lnTo>
                    <a:pt x="6316218" y="2274316"/>
                  </a:lnTo>
                  <a:lnTo>
                    <a:pt x="6316218" y="0"/>
                  </a:lnTo>
                  <a:lnTo>
                    <a:pt x="0" y="0"/>
                  </a:lnTo>
                  <a:lnTo>
                    <a:pt x="0" y="2274316"/>
                  </a:lnTo>
                  <a:close/>
                </a:path>
              </a:pathLst>
            </a:custGeom>
            <a:ln w="12700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15253" y="3802329"/>
              <a:ext cx="4710811" cy="3035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87465" y="4076954"/>
              <a:ext cx="1010919" cy="3032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15253" y="4396994"/>
              <a:ext cx="1991232" cy="3032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92821" y="4396994"/>
              <a:ext cx="1338072" cy="30327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74886" y="4396994"/>
              <a:ext cx="1816227" cy="3032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87465" y="4669790"/>
              <a:ext cx="2958845" cy="3032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15253" y="4989830"/>
              <a:ext cx="2334513" cy="3032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29625" y="4989830"/>
              <a:ext cx="3197860" cy="3032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87465" y="5263845"/>
              <a:ext cx="1858137" cy="30358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21777" y="5263845"/>
              <a:ext cx="103631" cy="3035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39993" y="3155823"/>
              <a:ext cx="4421505" cy="561340"/>
            </a:xfrm>
            <a:custGeom>
              <a:avLst/>
              <a:gdLst/>
              <a:ahLst/>
              <a:cxnLst/>
              <a:rect l="l" t="t" r="r" b="b"/>
              <a:pathLst>
                <a:path w="4421505" h="561339">
                  <a:moveTo>
                    <a:pt x="4327906" y="0"/>
                  </a:moveTo>
                  <a:lnTo>
                    <a:pt x="93598" y="0"/>
                  </a:lnTo>
                  <a:lnTo>
                    <a:pt x="57167" y="7354"/>
                  </a:lnTo>
                  <a:lnTo>
                    <a:pt x="27416" y="27400"/>
                  </a:lnTo>
                  <a:lnTo>
                    <a:pt x="7356" y="57114"/>
                  </a:lnTo>
                  <a:lnTo>
                    <a:pt x="0" y="93472"/>
                  </a:lnTo>
                  <a:lnTo>
                    <a:pt x="0" y="467487"/>
                  </a:lnTo>
                  <a:lnTo>
                    <a:pt x="7356" y="503844"/>
                  </a:lnTo>
                  <a:lnTo>
                    <a:pt x="27416" y="533558"/>
                  </a:lnTo>
                  <a:lnTo>
                    <a:pt x="57167" y="553604"/>
                  </a:lnTo>
                  <a:lnTo>
                    <a:pt x="93598" y="560958"/>
                  </a:lnTo>
                  <a:lnTo>
                    <a:pt x="4327906" y="560958"/>
                  </a:lnTo>
                  <a:lnTo>
                    <a:pt x="4364337" y="553604"/>
                  </a:lnTo>
                  <a:lnTo>
                    <a:pt x="4394088" y="533558"/>
                  </a:lnTo>
                  <a:lnTo>
                    <a:pt x="4414148" y="503844"/>
                  </a:lnTo>
                  <a:lnTo>
                    <a:pt x="4421505" y="467487"/>
                  </a:lnTo>
                  <a:lnTo>
                    <a:pt x="4421505" y="93472"/>
                  </a:lnTo>
                  <a:lnTo>
                    <a:pt x="4414148" y="57114"/>
                  </a:lnTo>
                  <a:lnTo>
                    <a:pt x="4394088" y="27400"/>
                  </a:lnTo>
                  <a:lnTo>
                    <a:pt x="4364337" y="7354"/>
                  </a:lnTo>
                  <a:lnTo>
                    <a:pt x="4327906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39993" y="3155823"/>
              <a:ext cx="4421505" cy="561340"/>
            </a:xfrm>
            <a:custGeom>
              <a:avLst/>
              <a:gdLst/>
              <a:ahLst/>
              <a:cxnLst/>
              <a:rect l="l" t="t" r="r" b="b"/>
              <a:pathLst>
                <a:path w="4421505" h="561339">
                  <a:moveTo>
                    <a:pt x="0" y="93472"/>
                  </a:moveTo>
                  <a:lnTo>
                    <a:pt x="7356" y="57114"/>
                  </a:lnTo>
                  <a:lnTo>
                    <a:pt x="27416" y="27400"/>
                  </a:lnTo>
                  <a:lnTo>
                    <a:pt x="57167" y="7354"/>
                  </a:lnTo>
                  <a:lnTo>
                    <a:pt x="93598" y="0"/>
                  </a:lnTo>
                  <a:lnTo>
                    <a:pt x="4327906" y="0"/>
                  </a:lnTo>
                  <a:lnTo>
                    <a:pt x="4364337" y="7354"/>
                  </a:lnTo>
                  <a:lnTo>
                    <a:pt x="4394088" y="27400"/>
                  </a:lnTo>
                  <a:lnTo>
                    <a:pt x="4414148" y="57114"/>
                  </a:lnTo>
                  <a:lnTo>
                    <a:pt x="4421505" y="93472"/>
                  </a:lnTo>
                  <a:lnTo>
                    <a:pt x="4421505" y="467487"/>
                  </a:lnTo>
                  <a:lnTo>
                    <a:pt x="4414148" y="503844"/>
                  </a:lnTo>
                  <a:lnTo>
                    <a:pt x="4394088" y="533558"/>
                  </a:lnTo>
                  <a:lnTo>
                    <a:pt x="4364337" y="553604"/>
                  </a:lnTo>
                  <a:lnTo>
                    <a:pt x="4327906" y="560958"/>
                  </a:lnTo>
                  <a:lnTo>
                    <a:pt x="93598" y="560958"/>
                  </a:lnTo>
                  <a:lnTo>
                    <a:pt x="57167" y="553604"/>
                  </a:lnTo>
                  <a:lnTo>
                    <a:pt x="27416" y="533558"/>
                  </a:lnTo>
                  <a:lnTo>
                    <a:pt x="7356" y="503844"/>
                  </a:lnTo>
                  <a:lnTo>
                    <a:pt x="0" y="467487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35065" y="3269310"/>
              <a:ext cx="1790954" cy="303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529539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045" rIns="0" bIns="0" rtlCol="0">
            <a:spAutoFit/>
          </a:bodyPr>
          <a:lstStyle/>
          <a:p>
            <a:pPr marL="49707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214A"/>
                </a:solidFill>
              </a:rPr>
              <a:t>Using</a:t>
            </a:r>
            <a:r>
              <a:rPr sz="3600" spc="-10" dirty="0">
                <a:solidFill>
                  <a:srgbClr val="00214A"/>
                </a:solidFill>
              </a:rPr>
              <a:t> </a:t>
            </a:r>
            <a:r>
              <a:rPr sz="3600" dirty="0">
                <a:solidFill>
                  <a:srgbClr val="00214A"/>
                </a:solidFill>
              </a:rPr>
              <a:t>Interview </a:t>
            </a:r>
            <a:r>
              <a:rPr sz="3600" spc="-10" dirty="0">
                <a:solidFill>
                  <a:srgbClr val="00214A"/>
                </a:solidFill>
              </a:rPr>
              <a:t>Guide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5638291" y="1744091"/>
            <a:ext cx="6020435" cy="1120775"/>
            <a:chOff x="5638291" y="1744091"/>
            <a:chExt cx="6020435" cy="1120775"/>
          </a:xfrm>
        </p:grpSpPr>
        <p:sp>
          <p:nvSpPr>
            <p:cNvPr id="5" name="object 5"/>
            <p:cNvSpPr/>
            <p:nvPr/>
          </p:nvSpPr>
          <p:spPr>
            <a:xfrm>
              <a:off x="5638291" y="1744091"/>
              <a:ext cx="6020435" cy="1120775"/>
            </a:xfrm>
            <a:custGeom>
              <a:avLst/>
              <a:gdLst/>
              <a:ahLst/>
              <a:cxnLst/>
              <a:rect l="l" t="t" r="r" b="b"/>
              <a:pathLst>
                <a:path w="6020434" h="1120775">
                  <a:moveTo>
                    <a:pt x="5908294" y="0"/>
                  </a:moveTo>
                  <a:lnTo>
                    <a:pt x="112013" y="0"/>
                  </a:lnTo>
                  <a:lnTo>
                    <a:pt x="68419" y="8806"/>
                  </a:lnTo>
                  <a:lnTo>
                    <a:pt x="32813" y="32829"/>
                  </a:lnTo>
                  <a:lnTo>
                    <a:pt x="8804" y="68472"/>
                  </a:lnTo>
                  <a:lnTo>
                    <a:pt x="0" y="112141"/>
                  </a:lnTo>
                  <a:lnTo>
                    <a:pt x="0" y="1008634"/>
                  </a:lnTo>
                  <a:lnTo>
                    <a:pt x="8804" y="1052302"/>
                  </a:lnTo>
                  <a:lnTo>
                    <a:pt x="32813" y="1087945"/>
                  </a:lnTo>
                  <a:lnTo>
                    <a:pt x="68419" y="1111968"/>
                  </a:lnTo>
                  <a:lnTo>
                    <a:pt x="112013" y="1120775"/>
                  </a:lnTo>
                  <a:lnTo>
                    <a:pt x="5908294" y="1120775"/>
                  </a:lnTo>
                  <a:lnTo>
                    <a:pt x="5951888" y="1111968"/>
                  </a:lnTo>
                  <a:lnTo>
                    <a:pt x="5987494" y="1087945"/>
                  </a:lnTo>
                  <a:lnTo>
                    <a:pt x="6011503" y="1052302"/>
                  </a:lnTo>
                  <a:lnTo>
                    <a:pt x="6020308" y="1008634"/>
                  </a:lnTo>
                  <a:lnTo>
                    <a:pt x="6020308" y="112141"/>
                  </a:lnTo>
                  <a:lnTo>
                    <a:pt x="6011503" y="68472"/>
                  </a:lnTo>
                  <a:lnTo>
                    <a:pt x="5987494" y="32829"/>
                  </a:lnTo>
                  <a:lnTo>
                    <a:pt x="5951888" y="8806"/>
                  </a:lnTo>
                  <a:lnTo>
                    <a:pt x="5908294" y="0"/>
                  </a:lnTo>
                  <a:close/>
                </a:path>
              </a:pathLst>
            </a:custGeom>
            <a:solidFill>
              <a:srgbClr val="CAE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89609" y="2051535"/>
              <a:ext cx="393700" cy="508000"/>
            </a:xfrm>
            <a:custGeom>
              <a:avLst/>
              <a:gdLst/>
              <a:ahLst/>
              <a:cxnLst/>
              <a:rect l="l" t="t" r="r" b="b"/>
              <a:pathLst>
                <a:path w="393700" h="508000">
                  <a:moveTo>
                    <a:pt x="234757" y="0"/>
                  </a:moveTo>
                  <a:lnTo>
                    <a:pt x="0" y="0"/>
                  </a:lnTo>
                  <a:lnTo>
                    <a:pt x="0" y="507578"/>
                  </a:lnTo>
                  <a:lnTo>
                    <a:pt x="393377" y="507578"/>
                  </a:lnTo>
                  <a:lnTo>
                    <a:pt x="393377" y="469508"/>
                  </a:lnTo>
                  <a:lnTo>
                    <a:pt x="38069" y="469508"/>
                  </a:lnTo>
                  <a:lnTo>
                    <a:pt x="38068" y="38048"/>
                  </a:lnTo>
                  <a:lnTo>
                    <a:pt x="277999" y="38048"/>
                  </a:lnTo>
                  <a:lnTo>
                    <a:pt x="234757" y="0"/>
                  </a:lnTo>
                  <a:close/>
                </a:path>
                <a:path w="393700" h="508000">
                  <a:moveTo>
                    <a:pt x="277999" y="38048"/>
                  </a:moveTo>
                  <a:lnTo>
                    <a:pt x="196688" y="38048"/>
                  </a:lnTo>
                  <a:lnTo>
                    <a:pt x="196688" y="171293"/>
                  </a:lnTo>
                  <a:lnTo>
                    <a:pt x="355308" y="171293"/>
                  </a:lnTo>
                  <a:lnTo>
                    <a:pt x="355308" y="469508"/>
                  </a:lnTo>
                  <a:lnTo>
                    <a:pt x="393377" y="469508"/>
                  </a:lnTo>
                  <a:lnTo>
                    <a:pt x="393377" y="139568"/>
                  </a:lnTo>
                  <a:lnTo>
                    <a:pt x="386165" y="133223"/>
                  </a:lnTo>
                  <a:lnTo>
                    <a:pt x="234757" y="133223"/>
                  </a:lnTo>
                  <a:lnTo>
                    <a:pt x="234757" y="53911"/>
                  </a:lnTo>
                  <a:lnTo>
                    <a:pt x="296027" y="53911"/>
                  </a:lnTo>
                  <a:lnTo>
                    <a:pt x="277999" y="38048"/>
                  </a:lnTo>
                  <a:close/>
                </a:path>
                <a:path w="393700" h="508000">
                  <a:moveTo>
                    <a:pt x="296027" y="53911"/>
                  </a:moveTo>
                  <a:lnTo>
                    <a:pt x="234757" y="53911"/>
                  </a:lnTo>
                  <a:lnTo>
                    <a:pt x="314067" y="133223"/>
                  </a:lnTo>
                  <a:lnTo>
                    <a:pt x="386165" y="133223"/>
                  </a:lnTo>
                  <a:lnTo>
                    <a:pt x="296027" y="53911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89609" y="2051535"/>
              <a:ext cx="393700" cy="508000"/>
            </a:xfrm>
            <a:custGeom>
              <a:avLst/>
              <a:gdLst/>
              <a:ahLst/>
              <a:cxnLst/>
              <a:rect l="l" t="t" r="r" b="b"/>
              <a:pathLst>
                <a:path w="393700" h="508000">
                  <a:moveTo>
                    <a:pt x="38069" y="469508"/>
                  </a:moveTo>
                  <a:lnTo>
                    <a:pt x="38068" y="38048"/>
                  </a:lnTo>
                  <a:lnTo>
                    <a:pt x="196688" y="38048"/>
                  </a:lnTo>
                  <a:lnTo>
                    <a:pt x="196688" y="171293"/>
                  </a:lnTo>
                  <a:lnTo>
                    <a:pt x="355308" y="171293"/>
                  </a:lnTo>
                  <a:lnTo>
                    <a:pt x="355308" y="469508"/>
                  </a:lnTo>
                  <a:lnTo>
                    <a:pt x="38069" y="469508"/>
                  </a:lnTo>
                  <a:close/>
                </a:path>
                <a:path w="393700" h="508000">
                  <a:moveTo>
                    <a:pt x="234757" y="53911"/>
                  </a:moveTo>
                  <a:lnTo>
                    <a:pt x="314067" y="133223"/>
                  </a:lnTo>
                  <a:lnTo>
                    <a:pt x="234757" y="133223"/>
                  </a:lnTo>
                  <a:lnTo>
                    <a:pt x="234757" y="53911"/>
                  </a:lnTo>
                  <a:close/>
                </a:path>
                <a:path w="393700" h="508000">
                  <a:moveTo>
                    <a:pt x="234757" y="0"/>
                  </a:moveTo>
                  <a:lnTo>
                    <a:pt x="0" y="0"/>
                  </a:lnTo>
                  <a:lnTo>
                    <a:pt x="0" y="507578"/>
                  </a:lnTo>
                  <a:lnTo>
                    <a:pt x="393377" y="507578"/>
                  </a:lnTo>
                  <a:lnTo>
                    <a:pt x="393377" y="139568"/>
                  </a:lnTo>
                  <a:lnTo>
                    <a:pt x="234757" y="0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65747" y="228627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241101" y="0"/>
                  </a:moveTo>
                  <a:lnTo>
                    <a:pt x="0" y="0"/>
                  </a:lnTo>
                  <a:lnTo>
                    <a:pt x="0" y="25379"/>
                  </a:lnTo>
                  <a:lnTo>
                    <a:pt x="241101" y="25380"/>
                  </a:lnTo>
                  <a:lnTo>
                    <a:pt x="241101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65747" y="228627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0" y="25379"/>
                  </a:moveTo>
                  <a:lnTo>
                    <a:pt x="241101" y="25380"/>
                  </a:lnTo>
                  <a:lnTo>
                    <a:pt x="241101" y="0"/>
                  </a:lnTo>
                  <a:lnTo>
                    <a:pt x="0" y="0"/>
                  </a:lnTo>
                  <a:lnTo>
                    <a:pt x="0" y="2537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65747" y="2235518"/>
              <a:ext cx="82550" cy="25400"/>
            </a:xfrm>
            <a:custGeom>
              <a:avLst/>
              <a:gdLst/>
              <a:ahLst/>
              <a:cxnLst/>
              <a:rect l="l" t="t" r="r" b="b"/>
              <a:pathLst>
                <a:path w="82550" h="25400">
                  <a:moveTo>
                    <a:pt x="82482" y="0"/>
                  </a:moveTo>
                  <a:lnTo>
                    <a:pt x="0" y="0"/>
                  </a:lnTo>
                  <a:lnTo>
                    <a:pt x="0" y="25379"/>
                  </a:lnTo>
                  <a:lnTo>
                    <a:pt x="82482" y="25380"/>
                  </a:lnTo>
                  <a:lnTo>
                    <a:pt x="82482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65747" y="2235518"/>
              <a:ext cx="82550" cy="25400"/>
            </a:xfrm>
            <a:custGeom>
              <a:avLst/>
              <a:gdLst/>
              <a:ahLst/>
              <a:cxnLst/>
              <a:rect l="l" t="t" r="r" b="b"/>
              <a:pathLst>
                <a:path w="82550" h="25400">
                  <a:moveTo>
                    <a:pt x="0" y="25379"/>
                  </a:moveTo>
                  <a:lnTo>
                    <a:pt x="82482" y="25380"/>
                  </a:lnTo>
                  <a:lnTo>
                    <a:pt x="82482" y="0"/>
                  </a:lnTo>
                  <a:lnTo>
                    <a:pt x="0" y="0"/>
                  </a:lnTo>
                  <a:lnTo>
                    <a:pt x="0" y="2537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5747" y="233703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241101" y="0"/>
                  </a:moveTo>
                  <a:lnTo>
                    <a:pt x="0" y="0"/>
                  </a:lnTo>
                  <a:lnTo>
                    <a:pt x="0" y="25379"/>
                  </a:lnTo>
                  <a:lnTo>
                    <a:pt x="241101" y="25380"/>
                  </a:lnTo>
                  <a:lnTo>
                    <a:pt x="241101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65747" y="233703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0" y="25379"/>
                  </a:moveTo>
                  <a:lnTo>
                    <a:pt x="241101" y="25380"/>
                  </a:lnTo>
                  <a:lnTo>
                    <a:pt x="241101" y="0"/>
                  </a:lnTo>
                  <a:lnTo>
                    <a:pt x="0" y="0"/>
                  </a:lnTo>
                  <a:lnTo>
                    <a:pt x="0" y="2537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65747" y="238779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241101" y="0"/>
                  </a:moveTo>
                  <a:lnTo>
                    <a:pt x="0" y="0"/>
                  </a:lnTo>
                  <a:lnTo>
                    <a:pt x="0" y="25379"/>
                  </a:lnTo>
                  <a:lnTo>
                    <a:pt x="241101" y="25380"/>
                  </a:lnTo>
                  <a:lnTo>
                    <a:pt x="241101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65747" y="238779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0" y="25379"/>
                  </a:moveTo>
                  <a:lnTo>
                    <a:pt x="241101" y="25380"/>
                  </a:lnTo>
                  <a:lnTo>
                    <a:pt x="241101" y="0"/>
                  </a:lnTo>
                  <a:lnTo>
                    <a:pt x="0" y="0"/>
                  </a:lnTo>
                  <a:lnTo>
                    <a:pt x="0" y="2537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65747" y="243855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241101" y="0"/>
                  </a:moveTo>
                  <a:lnTo>
                    <a:pt x="0" y="0"/>
                  </a:lnTo>
                  <a:lnTo>
                    <a:pt x="0" y="25379"/>
                  </a:lnTo>
                  <a:lnTo>
                    <a:pt x="241101" y="25380"/>
                  </a:lnTo>
                  <a:lnTo>
                    <a:pt x="241101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65747" y="2438558"/>
              <a:ext cx="241300" cy="25400"/>
            </a:xfrm>
            <a:custGeom>
              <a:avLst/>
              <a:gdLst/>
              <a:ahLst/>
              <a:cxnLst/>
              <a:rect l="l" t="t" r="r" b="b"/>
              <a:pathLst>
                <a:path w="241300" h="25400">
                  <a:moveTo>
                    <a:pt x="0" y="25379"/>
                  </a:moveTo>
                  <a:lnTo>
                    <a:pt x="241101" y="25380"/>
                  </a:lnTo>
                  <a:lnTo>
                    <a:pt x="241101" y="0"/>
                  </a:lnTo>
                  <a:lnTo>
                    <a:pt x="0" y="0"/>
                  </a:lnTo>
                  <a:lnTo>
                    <a:pt x="0" y="2537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7254" y="1996249"/>
              <a:ext cx="616585" cy="616585"/>
            </a:xfrm>
            <a:custGeom>
              <a:avLst/>
              <a:gdLst/>
              <a:ahLst/>
              <a:cxnLst/>
              <a:rect l="l" t="t" r="r" b="b"/>
              <a:pathLst>
                <a:path w="616584" h="616585">
                  <a:moveTo>
                    <a:pt x="0" y="616394"/>
                  </a:moveTo>
                  <a:lnTo>
                    <a:pt x="616394" y="616394"/>
                  </a:lnTo>
                  <a:lnTo>
                    <a:pt x="616394" y="0"/>
                  </a:lnTo>
                  <a:lnTo>
                    <a:pt x="0" y="0"/>
                  </a:lnTo>
                  <a:lnTo>
                    <a:pt x="0" y="61639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2182" y="2000707"/>
              <a:ext cx="1393190" cy="3035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9294" y="2000707"/>
              <a:ext cx="2850387" cy="3035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2182" y="2305253"/>
              <a:ext cx="2719197" cy="30358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638291" y="3145027"/>
            <a:ext cx="6020435" cy="1120775"/>
            <a:chOff x="5638291" y="3145027"/>
            <a:chExt cx="6020435" cy="1120775"/>
          </a:xfrm>
        </p:grpSpPr>
        <p:sp>
          <p:nvSpPr>
            <p:cNvPr id="23" name="object 23"/>
            <p:cNvSpPr/>
            <p:nvPr/>
          </p:nvSpPr>
          <p:spPr>
            <a:xfrm>
              <a:off x="5638291" y="3145027"/>
              <a:ext cx="6020435" cy="1120775"/>
            </a:xfrm>
            <a:custGeom>
              <a:avLst/>
              <a:gdLst/>
              <a:ahLst/>
              <a:cxnLst/>
              <a:rect l="l" t="t" r="r" b="b"/>
              <a:pathLst>
                <a:path w="6020434" h="1120775">
                  <a:moveTo>
                    <a:pt x="5908294" y="0"/>
                  </a:moveTo>
                  <a:lnTo>
                    <a:pt x="112013" y="0"/>
                  </a:lnTo>
                  <a:lnTo>
                    <a:pt x="68419" y="8804"/>
                  </a:lnTo>
                  <a:lnTo>
                    <a:pt x="32813" y="32813"/>
                  </a:lnTo>
                  <a:lnTo>
                    <a:pt x="8804" y="68419"/>
                  </a:lnTo>
                  <a:lnTo>
                    <a:pt x="0" y="112013"/>
                  </a:lnTo>
                  <a:lnTo>
                    <a:pt x="0" y="1008634"/>
                  </a:lnTo>
                  <a:lnTo>
                    <a:pt x="8804" y="1052248"/>
                  </a:lnTo>
                  <a:lnTo>
                    <a:pt x="32813" y="1087897"/>
                  </a:lnTo>
                  <a:lnTo>
                    <a:pt x="68419" y="1111950"/>
                  </a:lnTo>
                  <a:lnTo>
                    <a:pt x="112013" y="1120775"/>
                  </a:lnTo>
                  <a:lnTo>
                    <a:pt x="5908294" y="1120775"/>
                  </a:lnTo>
                  <a:lnTo>
                    <a:pt x="5951888" y="1111950"/>
                  </a:lnTo>
                  <a:lnTo>
                    <a:pt x="5987494" y="1087897"/>
                  </a:lnTo>
                  <a:lnTo>
                    <a:pt x="6011503" y="1052248"/>
                  </a:lnTo>
                  <a:lnTo>
                    <a:pt x="6020308" y="1008634"/>
                  </a:lnTo>
                  <a:lnTo>
                    <a:pt x="6020308" y="112013"/>
                  </a:lnTo>
                  <a:lnTo>
                    <a:pt x="6011503" y="68419"/>
                  </a:lnTo>
                  <a:lnTo>
                    <a:pt x="5987494" y="32813"/>
                  </a:lnTo>
                  <a:lnTo>
                    <a:pt x="5951888" y="8804"/>
                  </a:lnTo>
                  <a:lnTo>
                    <a:pt x="5908294" y="0"/>
                  </a:lnTo>
                  <a:close/>
                </a:path>
              </a:pathLst>
            </a:custGeom>
            <a:solidFill>
              <a:srgbClr val="CAE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79564" y="3538785"/>
              <a:ext cx="146459" cy="3274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83709" y="3614311"/>
              <a:ext cx="142875" cy="252095"/>
            </a:xfrm>
            <a:custGeom>
              <a:avLst/>
              <a:gdLst/>
              <a:ahLst/>
              <a:cxnLst/>
              <a:rect l="l" t="t" r="r" b="b"/>
              <a:pathLst>
                <a:path w="142875" h="252095">
                  <a:moveTo>
                    <a:pt x="72647" y="63513"/>
                  </a:moveTo>
                  <a:lnTo>
                    <a:pt x="75386" y="65485"/>
                  </a:lnTo>
                  <a:lnTo>
                    <a:pt x="78670" y="66553"/>
                  </a:lnTo>
                  <a:lnTo>
                    <a:pt x="82038" y="66558"/>
                  </a:lnTo>
                  <a:lnTo>
                    <a:pt x="126451" y="66558"/>
                  </a:lnTo>
                  <a:lnTo>
                    <a:pt x="135212" y="66558"/>
                  </a:lnTo>
                  <a:lnTo>
                    <a:pt x="142313" y="59457"/>
                  </a:lnTo>
                  <a:lnTo>
                    <a:pt x="142313" y="50696"/>
                  </a:lnTo>
                  <a:lnTo>
                    <a:pt x="142313" y="41935"/>
                  </a:lnTo>
                  <a:lnTo>
                    <a:pt x="135212" y="34834"/>
                  </a:lnTo>
                  <a:lnTo>
                    <a:pt x="126451" y="34834"/>
                  </a:lnTo>
                  <a:lnTo>
                    <a:pt x="87240" y="34834"/>
                  </a:lnTo>
                  <a:lnTo>
                    <a:pt x="57039" y="12689"/>
                  </a:lnTo>
                  <a:lnTo>
                    <a:pt x="51344" y="6713"/>
                  </a:lnTo>
                  <a:lnTo>
                    <a:pt x="44407" y="2492"/>
                  </a:lnTo>
                  <a:lnTo>
                    <a:pt x="36617" y="197"/>
                  </a:lnTo>
                  <a:lnTo>
                    <a:pt x="28361" y="0"/>
                  </a:lnTo>
                  <a:lnTo>
                    <a:pt x="16965" y="3640"/>
                  </a:lnTo>
                  <a:lnTo>
                    <a:pt x="7919" y="10901"/>
                  </a:lnTo>
                  <a:lnTo>
                    <a:pt x="2003" y="20880"/>
                  </a:lnTo>
                  <a:lnTo>
                    <a:pt x="0" y="32676"/>
                  </a:lnTo>
                  <a:lnTo>
                    <a:pt x="0" y="123663"/>
                  </a:lnTo>
                  <a:lnTo>
                    <a:pt x="2493" y="136013"/>
                  </a:lnTo>
                  <a:lnTo>
                    <a:pt x="9293" y="146097"/>
                  </a:lnTo>
                  <a:lnTo>
                    <a:pt x="19377" y="152896"/>
                  </a:lnTo>
                  <a:lnTo>
                    <a:pt x="31724" y="155388"/>
                  </a:lnTo>
                  <a:lnTo>
                    <a:pt x="63003" y="155388"/>
                  </a:lnTo>
                  <a:lnTo>
                    <a:pt x="101072" y="155388"/>
                  </a:lnTo>
                  <a:lnTo>
                    <a:pt x="101072" y="236097"/>
                  </a:lnTo>
                  <a:lnTo>
                    <a:pt x="101072" y="244858"/>
                  </a:lnTo>
                  <a:lnTo>
                    <a:pt x="108178" y="251959"/>
                  </a:lnTo>
                  <a:lnTo>
                    <a:pt x="116934" y="251959"/>
                  </a:lnTo>
                  <a:lnTo>
                    <a:pt x="125695" y="251959"/>
                  </a:lnTo>
                  <a:lnTo>
                    <a:pt x="132796" y="244858"/>
                  </a:lnTo>
                  <a:lnTo>
                    <a:pt x="132796" y="236097"/>
                  </a:lnTo>
                  <a:lnTo>
                    <a:pt x="132796" y="139336"/>
                  </a:lnTo>
                  <a:lnTo>
                    <a:pt x="132796" y="130574"/>
                  </a:lnTo>
                  <a:lnTo>
                    <a:pt x="125695" y="123473"/>
                  </a:lnTo>
                  <a:lnTo>
                    <a:pt x="116934" y="123473"/>
                  </a:lnTo>
                  <a:lnTo>
                    <a:pt x="63003" y="123473"/>
                  </a:lnTo>
                  <a:lnTo>
                    <a:pt x="63003" y="56343"/>
                  </a:lnTo>
                  <a:lnTo>
                    <a:pt x="72647" y="63513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6574" y="3538785"/>
              <a:ext cx="146458" cy="32748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46574" y="3613994"/>
              <a:ext cx="142240" cy="252729"/>
            </a:xfrm>
            <a:custGeom>
              <a:avLst/>
              <a:gdLst/>
              <a:ahLst/>
              <a:cxnLst/>
              <a:rect l="l" t="t" r="r" b="b"/>
              <a:pathLst>
                <a:path w="142239" h="252729">
                  <a:moveTo>
                    <a:pt x="113952" y="0"/>
                  </a:moveTo>
                  <a:lnTo>
                    <a:pt x="105699" y="197"/>
                  </a:lnTo>
                  <a:lnTo>
                    <a:pt x="97909" y="2492"/>
                  </a:lnTo>
                  <a:lnTo>
                    <a:pt x="90972" y="6713"/>
                  </a:lnTo>
                  <a:lnTo>
                    <a:pt x="85273" y="12689"/>
                  </a:lnTo>
                  <a:lnTo>
                    <a:pt x="55072" y="35151"/>
                  </a:lnTo>
                  <a:lnTo>
                    <a:pt x="15861" y="35151"/>
                  </a:lnTo>
                  <a:lnTo>
                    <a:pt x="7106" y="35151"/>
                  </a:lnTo>
                  <a:lnTo>
                    <a:pt x="0" y="42252"/>
                  </a:lnTo>
                  <a:lnTo>
                    <a:pt x="0" y="51013"/>
                  </a:lnTo>
                  <a:lnTo>
                    <a:pt x="0" y="59775"/>
                  </a:lnTo>
                  <a:lnTo>
                    <a:pt x="7106" y="66876"/>
                  </a:lnTo>
                  <a:lnTo>
                    <a:pt x="15861" y="66876"/>
                  </a:lnTo>
                  <a:lnTo>
                    <a:pt x="60275" y="66876"/>
                  </a:lnTo>
                  <a:lnTo>
                    <a:pt x="63648" y="66870"/>
                  </a:lnTo>
                  <a:lnTo>
                    <a:pt x="66932" y="65802"/>
                  </a:lnTo>
                  <a:lnTo>
                    <a:pt x="69665" y="63830"/>
                  </a:lnTo>
                  <a:lnTo>
                    <a:pt x="79309" y="56660"/>
                  </a:lnTo>
                  <a:lnTo>
                    <a:pt x="79309" y="123981"/>
                  </a:lnTo>
                  <a:lnTo>
                    <a:pt x="25569" y="123981"/>
                  </a:lnTo>
                  <a:lnTo>
                    <a:pt x="16813" y="123981"/>
                  </a:lnTo>
                  <a:lnTo>
                    <a:pt x="9707" y="131082"/>
                  </a:lnTo>
                  <a:lnTo>
                    <a:pt x="9707" y="139843"/>
                  </a:lnTo>
                  <a:lnTo>
                    <a:pt x="9707" y="236414"/>
                  </a:lnTo>
                  <a:lnTo>
                    <a:pt x="9707" y="245175"/>
                  </a:lnTo>
                  <a:lnTo>
                    <a:pt x="16813" y="252276"/>
                  </a:lnTo>
                  <a:lnTo>
                    <a:pt x="25569" y="252276"/>
                  </a:lnTo>
                  <a:lnTo>
                    <a:pt x="34330" y="252276"/>
                  </a:lnTo>
                  <a:lnTo>
                    <a:pt x="41431" y="245175"/>
                  </a:lnTo>
                  <a:lnTo>
                    <a:pt x="41431" y="236414"/>
                  </a:lnTo>
                  <a:lnTo>
                    <a:pt x="41431" y="155706"/>
                  </a:lnTo>
                  <a:lnTo>
                    <a:pt x="79500" y="155706"/>
                  </a:lnTo>
                  <a:lnTo>
                    <a:pt x="110462" y="155706"/>
                  </a:lnTo>
                  <a:lnTo>
                    <a:pt x="122811" y="153213"/>
                  </a:lnTo>
                  <a:lnTo>
                    <a:pt x="132895" y="146414"/>
                  </a:lnTo>
                  <a:lnTo>
                    <a:pt x="139694" y="136330"/>
                  </a:lnTo>
                  <a:lnTo>
                    <a:pt x="142186" y="123981"/>
                  </a:lnTo>
                  <a:lnTo>
                    <a:pt x="142186" y="32676"/>
                  </a:lnTo>
                  <a:lnTo>
                    <a:pt x="140201" y="20906"/>
                  </a:lnTo>
                  <a:lnTo>
                    <a:pt x="134319" y="10939"/>
                  </a:lnTo>
                  <a:lnTo>
                    <a:pt x="125311" y="3671"/>
                  </a:lnTo>
                  <a:lnTo>
                    <a:pt x="113952" y="0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41495" y="3639099"/>
              <a:ext cx="489606" cy="23582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77254" y="3397186"/>
              <a:ext cx="616585" cy="616585"/>
            </a:xfrm>
            <a:custGeom>
              <a:avLst/>
              <a:gdLst/>
              <a:ahLst/>
              <a:cxnLst/>
              <a:rect l="l" t="t" r="r" b="b"/>
              <a:pathLst>
                <a:path w="616584" h="616585">
                  <a:moveTo>
                    <a:pt x="0" y="616394"/>
                  </a:moveTo>
                  <a:lnTo>
                    <a:pt x="616394" y="616394"/>
                  </a:lnTo>
                  <a:lnTo>
                    <a:pt x="616394" y="0"/>
                  </a:lnTo>
                  <a:lnTo>
                    <a:pt x="0" y="0"/>
                  </a:lnTo>
                  <a:lnTo>
                    <a:pt x="0" y="61639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52182" y="3401517"/>
              <a:ext cx="4503674" cy="30358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52182" y="3707002"/>
              <a:ext cx="535304" cy="3032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0426" y="3707002"/>
              <a:ext cx="937005" cy="30327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49106" y="3707002"/>
              <a:ext cx="2883662" cy="303275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5638291" y="4545965"/>
            <a:ext cx="6020435" cy="1120775"/>
            <a:chOff x="5638291" y="4545965"/>
            <a:chExt cx="6020435" cy="1120775"/>
          </a:xfrm>
        </p:grpSpPr>
        <p:sp>
          <p:nvSpPr>
            <p:cNvPr id="35" name="object 35"/>
            <p:cNvSpPr/>
            <p:nvPr/>
          </p:nvSpPr>
          <p:spPr>
            <a:xfrm>
              <a:off x="5638291" y="4545965"/>
              <a:ext cx="6020435" cy="1120775"/>
            </a:xfrm>
            <a:custGeom>
              <a:avLst/>
              <a:gdLst/>
              <a:ahLst/>
              <a:cxnLst/>
              <a:rect l="l" t="t" r="r" b="b"/>
              <a:pathLst>
                <a:path w="6020434" h="1120775">
                  <a:moveTo>
                    <a:pt x="5908294" y="0"/>
                  </a:moveTo>
                  <a:lnTo>
                    <a:pt x="112013" y="0"/>
                  </a:lnTo>
                  <a:lnTo>
                    <a:pt x="68419" y="8804"/>
                  </a:lnTo>
                  <a:lnTo>
                    <a:pt x="32813" y="32813"/>
                  </a:lnTo>
                  <a:lnTo>
                    <a:pt x="8804" y="68419"/>
                  </a:lnTo>
                  <a:lnTo>
                    <a:pt x="0" y="112014"/>
                  </a:lnTo>
                  <a:lnTo>
                    <a:pt x="0" y="1008634"/>
                  </a:lnTo>
                  <a:lnTo>
                    <a:pt x="8804" y="1052238"/>
                  </a:lnTo>
                  <a:lnTo>
                    <a:pt x="32813" y="1087851"/>
                  </a:lnTo>
                  <a:lnTo>
                    <a:pt x="68419" y="1111866"/>
                  </a:lnTo>
                  <a:lnTo>
                    <a:pt x="112013" y="1120673"/>
                  </a:lnTo>
                  <a:lnTo>
                    <a:pt x="5908294" y="1120673"/>
                  </a:lnTo>
                  <a:lnTo>
                    <a:pt x="5951888" y="1111866"/>
                  </a:lnTo>
                  <a:lnTo>
                    <a:pt x="5987494" y="1087851"/>
                  </a:lnTo>
                  <a:lnTo>
                    <a:pt x="6011503" y="1052238"/>
                  </a:lnTo>
                  <a:lnTo>
                    <a:pt x="6020308" y="1008634"/>
                  </a:lnTo>
                  <a:lnTo>
                    <a:pt x="6020308" y="112014"/>
                  </a:lnTo>
                  <a:lnTo>
                    <a:pt x="6011503" y="68419"/>
                  </a:lnTo>
                  <a:lnTo>
                    <a:pt x="5987494" y="32813"/>
                  </a:lnTo>
                  <a:lnTo>
                    <a:pt x="5951888" y="8804"/>
                  </a:lnTo>
                  <a:lnTo>
                    <a:pt x="5908294" y="0"/>
                  </a:lnTo>
                  <a:close/>
                </a:path>
              </a:pathLst>
            </a:custGeom>
            <a:solidFill>
              <a:srgbClr val="CAE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67264" y="4967597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38068" y="0"/>
                  </a:moveTo>
                  <a:lnTo>
                    <a:pt x="0" y="0"/>
                  </a:lnTo>
                  <a:lnTo>
                    <a:pt x="0" y="152279"/>
                  </a:lnTo>
                  <a:lnTo>
                    <a:pt x="38068" y="152279"/>
                  </a:lnTo>
                  <a:lnTo>
                    <a:pt x="38068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67264" y="4967597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0" y="152279"/>
                  </a:moveTo>
                  <a:lnTo>
                    <a:pt x="38068" y="152279"/>
                  </a:lnTo>
                  <a:lnTo>
                    <a:pt x="38068" y="0"/>
                  </a:lnTo>
                  <a:lnTo>
                    <a:pt x="0" y="0"/>
                  </a:lnTo>
                  <a:lnTo>
                    <a:pt x="0" y="15227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0711" y="4891458"/>
              <a:ext cx="82550" cy="50800"/>
            </a:xfrm>
            <a:custGeom>
              <a:avLst/>
              <a:gdLst/>
              <a:ahLst/>
              <a:cxnLst/>
              <a:rect l="l" t="t" r="r" b="b"/>
              <a:pathLst>
                <a:path w="82550" h="50800">
                  <a:moveTo>
                    <a:pt x="82482" y="0"/>
                  </a:moveTo>
                  <a:lnTo>
                    <a:pt x="0" y="0"/>
                  </a:lnTo>
                  <a:lnTo>
                    <a:pt x="0" y="50759"/>
                  </a:lnTo>
                  <a:lnTo>
                    <a:pt x="82482" y="50759"/>
                  </a:lnTo>
                  <a:lnTo>
                    <a:pt x="82482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30711" y="4891458"/>
              <a:ext cx="82550" cy="50800"/>
            </a:xfrm>
            <a:custGeom>
              <a:avLst/>
              <a:gdLst/>
              <a:ahLst/>
              <a:cxnLst/>
              <a:rect l="l" t="t" r="r" b="b"/>
              <a:pathLst>
                <a:path w="82550" h="50800">
                  <a:moveTo>
                    <a:pt x="0" y="50759"/>
                  </a:moveTo>
                  <a:lnTo>
                    <a:pt x="82482" y="50759"/>
                  </a:lnTo>
                  <a:lnTo>
                    <a:pt x="82482" y="0"/>
                  </a:lnTo>
                  <a:lnTo>
                    <a:pt x="0" y="0"/>
                  </a:lnTo>
                  <a:lnTo>
                    <a:pt x="0" y="5075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30711" y="4967597"/>
              <a:ext cx="171450" cy="355600"/>
            </a:xfrm>
            <a:custGeom>
              <a:avLst/>
              <a:gdLst/>
              <a:ahLst/>
              <a:cxnLst/>
              <a:rect l="l" t="t" r="r" b="b"/>
              <a:pathLst>
                <a:path w="171450" h="355600">
                  <a:moveTo>
                    <a:pt x="133240" y="0"/>
                  </a:moveTo>
                  <a:lnTo>
                    <a:pt x="0" y="0"/>
                  </a:lnTo>
                  <a:lnTo>
                    <a:pt x="0" y="152279"/>
                  </a:lnTo>
                  <a:lnTo>
                    <a:pt x="2002" y="162134"/>
                  </a:lnTo>
                  <a:lnTo>
                    <a:pt x="7455" y="170204"/>
                  </a:lnTo>
                  <a:lnTo>
                    <a:pt x="15525" y="175657"/>
                  </a:lnTo>
                  <a:lnTo>
                    <a:pt x="25379" y="177659"/>
                  </a:lnTo>
                  <a:lnTo>
                    <a:pt x="31724" y="177659"/>
                  </a:lnTo>
                  <a:lnTo>
                    <a:pt x="31724" y="329939"/>
                  </a:lnTo>
                  <a:lnTo>
                    <a:pt x="145930" y="355319"/>
                  </a:lnTo>
                  <a:lnTo>
                    <a:pt x="155784" y="353317"/>
                  </a:lnTo>
                  <a:lnTo>
                    <a:pt x="163854" y="347864"/>
                  </a:lnTo>
                  <a:lnTo>
                    <a:pt x="169307" y="339794"/>
                  </a:lnTo>
                  <a:lnTo>
                    <a:pt x="171309" y="329939"/>
                  </a:lnTo>
                  <a:lnTo>
                    <a:pt x="171309" y="209384"/>
                  </a:lnTo>
                  <a:lnTo>
                    <a:pt x="13324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30711" y="4967597"/>
              <a:ext cx="171450" cy="355600"/>
            </a:xfrm>
            <a:custGeom>
              <a:avLst/>
              <a:gdLst/>
              <a:ahLst/>
              <a:cxnLst/>
              <a:rect l="l" t="t" r="r" b="b"/>
              <a:pathLst>
                <a:path w="171450" h="355600">
                  <a:moveTo>
                    <a:pt x="133240" y="0"/>
                  </a:moveTo>
                  <a:lnTo>
                    <a:pt x="0" y="0"/>
                  </a:lnTo>
                  <a:lnTo>
                    <a:pt x="0" y="152279"/>
                  </a:lnTo>
                  <a:lnTo>
                    <a:pt x="2002" y="162134"/>
                  </a:lnTo>
                  <a:lnTo>
                    <a:pt x="7455" y="170204"/>
                  </a:lnTo>
                  <a:lnTo>
                    <a:pt x="15525" y="175657"/>
                  </a:lnTo>
                  <a:lnTo>
                    <a:pt x="25379" y="177659"/>
                  </a:lnTo>
                  <a:lnTo>
                    <a:pt x="31724" y="177659"/>
                  </a:lnTo>
                  <a:lnTo>
                    <a:pt x="31724" y="329939"/>
                  </a:lnTo>
                  <a:lnTo>
                    <a:pt x="145930" y="355319"/>
                  </a:lnTo>
                  <a:lnTo>
                    <a:pt x="155784" y="353317"/>
                  </a:lnTo>
                  <a:lnTo>
                    <a:pt x="163854" y="347864"/>
                  </a:lnTo>
                  <a:lnTo>
                    <a:pt x="169307" y="339794"/>
                  </a:lnTo>
                  <a:lnTo>
                    <a:pt x="171309" y="329939"/>
                  </a:lnTo>
                  <a:lnTo>
                    <a:pt x="171309" y="209384"/>
                  </a:lnTo>
                  <a:lnTo>
                    <a:pt x="133240" y="0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70575" y="4967597"/>
              <a:ext cx="171450" cy="355600"/>
            </a:xfrm>
            <a:custGeom>
              <a:avLst/>
              <a:gdLst/>
              <a:ahLst/>
              <a:cxnLst/>
              <a:rect l="l" t="t" r="r" b="b"/>
              <a:pathLst>
                <a:path w="171450" h="355600">
                  <a:moveTo>
                    <a:pt x="171309" y="0"/>
                  </a:moveTo>
                  <a:lnTo>
                    <a:pt x="38068" y="0"/>
                  </a:lnTo>
                  <a:lnTo>
                    <a:pt x="0" y="209384"/>
                  </a:lnTo>
                  <a:lnTo>
                    <a:pt x="0" y="329939"/>
                  </a:lnTo>
                  <a:lnTo>
                    <a:pt x="114206" y="355319"/>
                  </a:lnTo>
                  <a:lnTo>
                    <a:pt x="124060" y="353317"/>
                  </a:lnTo>
                  <a:lnTo>
                    <a:pt x="132130" y="347864"/>
                  </a:lnTo>
                  <a:lnTo>
                    <a:pt x="137582" y="339794"/>
                  </a:lnTo>
                  <a:lnTo>
                    <a:pt x="139585" y="329939"/>
                  </a:lnTo>
                  <a:lnTo>
                    <a:pt x="139585" y="177659"/>
                  </a:lnTo>
                  <a:lnTo>
                    <a:pt x="145930" y="177659"/>
                  </a:lnTo>
                  <a:lnTo>
                    <a:pt x="155784" y="175657"/>
                  </a:lnTo>
                  <a:lnTo>
                    <a:pt x="163854" y="170204"/>
                  </a:lnTo>
                  <a:lnTo>
                    <a:pt x="169306" y="162134"/>
                  </a:lnTo>
                  <a:lnTo>
                    <a:pt x="171309" y="152279"/>
                  </a:lnTo>
                  <a:lnTo>
                    <a:pt x="171309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70575" y="4967597"/>
              <a:ext cx="171450" cy="355600"/>
            </a:xfrm>
            <a:custGeom>
              <a:avLst/>
              <a:gdLst/>
              <a:ahLst/>
              <a:cxnLst/>
              <a:rect l="l" t="t" r="r" b="b"/>
              <a:pathLst>
                <a:path w="171450" h="355600">
                  <a:moveTo>
                    <a:pt x="0" y="209384"/>
                  </a:moveTo>
                  <a:lnTo>
                    <a:pt x="0" y="329939"/>
                  </a:lnTo>
                  <a:lnTo>
                    <a:pt x="114206" y="355319"/>
                  </a:lnTo>
                  <a:lnTo>
                    <a:pt x="124060" y="353317"/>
                  </a:lnTo>
                  <a:lnTo>
                    <a:pt x="132130" y="347864"/>
                  </a:lnTo>
                  <a:lnTo>
                    <a:pt x="137582" y="339794"/>
                  </a:lnTo>
                  <a:lnTo>
                    <a:pt x="139585" y="329939"/>
                  </a:lnTo>
                  <a:lnTo>
                    <a:pt x="139585" y="177659"/>
                  </a:lnTo>
                  <a:lnTo>
                    <a:pt x="145930" y="177659"/>
                  </a:lnTo>
                  <a:lnTo>
                    <a:pt x="155784" y="175657"/>
                  </a:lnTo>
                  <a:lnTo>
                    <a:pt x="163854" y="170204"/>
                  </a:lnTo>
                  <a:lnTo>
                    <a:pt x="169306" y="162134"/>
                  </a:lnTo>
                  <a:lnTo>
                    <a:pt x="171309" y="152279"/>
                  </a:lnTo>
                  <a:lnTo>
                    <a:pt x="171309" y="0"/>
                  </a:lnTo>
                  <a:lnTo>
                    <a:pt x="38068" y="0"/>
                  </a:lnTo>
                  <a:lnTo>
                    <a:pt x="0" y="209384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159402" y="4891457"/>
              <a:ext cx="82550" cy="50800"/>
            </a:xfrm>
            <a:custGeom>
              <a:avLst/>
              <a:gdLst/>
              <a:ahLst/>
              <a:cxnLst/>
              <a:rect l="l" t="t" r="r" b="b"/>
              <a:pathLst>
                <a:path w="82550" h="50800">
                  <a:moveTo>
                    <a:pt x="82482" y="0"/>
                  </a:moveTo>
                  <a:lnTo>
                    <a:pt x="0" y="0"/>
                  </a:lnTo>
                  <a:lnTo>
                    <a:pt x="0" y="50759"/>
                  </a:lnTo>
                  <a:lnTo>
                    <a:pt x="82482" y="50759"/>
                  </a:lnTo>
                  <a:lnTo>
                    <a:pt x="82482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59402" y="4891457"/>
              <a:ext cx="82550" cy="50800"/>
            </a:xfrm>
            <a:custGeom>
              <a:avLst/>
              <a:gdLst/>
              <a:ahLst/>
              <a:cxnLst/>
              <a:rect l="l" t="t" r="r" b="b"/>
              <a:pathLst>
                <a:path w="82550" h="50800">
                  <a:moveTo>
                    <a:pt x="0" y="50759"/>
                  </a:moveTo>
                  <a:lnTo>
                    <a:pt x="82482" y="50759"/>
                  </a:lnTo>
                  <a:lnTo>
                    <a:pt x="82482" y="0"/>
                  </a:lnTo>
                  <a:lnTo>
                    <a:pt x="0" y="0"/>
                  </a:lnTo>
                  <a:lnTo>
                    <a:pt x="0" y="50759"/>
                  </a:lnTo>
                  <a:close/>
                </a:path>
              </a:pathLst>
            </a:custGeom>
            <a:ln w="7402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77254" y="4798123"/>
              <a:ext cx="616585" cy="616585"/>
            </a:xfrm>
            <a:custGeom>
              <a:avLst/>
              <a:gdLst/>
              <a:ahLst/>
              <a:cxnLst/>
              <a:rect l="l" t="t" r="r" b="b"/>
              <a:pathLst>
                <a:path w="616584" h="616585">
                  <a:moveTo>
                    <a:pt x="0" y="616394"/>
                  </a:moveTo>
                  <a:lnTo>
                    <a:pt x="616394" y="616394"/>
                  </a:lnTo>
                  <a:lnTo>
                    <a:pt x="616394" y="0"/>
                  </a:lnTo>
                  <a:lnTo>
                    <a:pt x="0" y="0"/>
                  </a:lnTo>
                  <a:lnTo>
                    <a:pt x="0" y="61639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52182" y="4803394"/>
              <a:ext cx="824992" cy="3032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59318" y="4803394"/>
              <a:ext cx="1847088" cy="30327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48748" y="4803394"/>
              <a:ext cx="1718564" cy="3032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52182" y="5108194"/>
              <a:ext cx="4552569" cy="303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285865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/>
              <a:t>Establishing Rapport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7074789" y="2149601"/>
            <a:ext cx="4643755" cy="34448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99085" marR="131445" indent="-287020">
              <a:lnSpc>
                <a:spcPts val="1920"/>
              </a:lnSpc>
              <a:spcBef>
                <a:spcPts val="56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Builds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trust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comfort,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encouraging </a:t>
            </a:r>
            <a:r>
              <a:rPr sz="2000" dirty="0">
                <a:latin typeface="Arial MT"/>
                <a:cs typeface="Arial MT"/>
              </a:rPr>
              <a:t>honest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responses.</a:t>
            </a:r>
            <a:endParaRPr sz="2000">
              <a:latin typeface="Arial MT"/>
              <a:cs typeface="Arial MT"/>
            </a:endParaRPr>
          </a:p>
          <a:p>
            <a:pPr marL="299085" marR="747395" indent="-287020">
              <a:lnSpc>
                <a:spcPts val="1920"/>
              </a:lnSpc>
              <a:spcBef>
                <a:spcPts val="1705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spc="-20" dirty="0">
                <a:latin typeface="Arial MT"/>
                <a:cs typeface="Arial MT"/>
              </a:rPr>
              <a:t>Techniques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rapport: </a:t>
            </a:r>
            <a:r>
              <a:rPr sz="2000" dirty="0">
                <a:latin typeface="Arial MT"/>
                <a:cs typeface="Arial MT"/>
              </a:rPr>
              <a:t>Active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listening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genuine interest.</a:t>
            </a:r>
            <a:endParaRPr sz="2000">
              <a:latin typeface="Arial MT"/>
              <a:cs typeface="Arial MT"/>
            </a:endParaRPr>
          </a:p>
          <a:p>
            <a:pPr marL="299085" marR="514350">
              <a:lnSpc>
                <a:spcPct val="80000"/>
              </a:lnSpc>
              <a:spcBef>
                <a:spcPts val="20"/>
              </a:spcBef>
            </a:pPr>
            <a:r>
              <a:rPr sz="2000" spc="-10" dirty="0">
                <a:latin typeface="Arial MT"/>
                <a:cs typeface="Arial MT"/>
              </a:rPr>
              <a:t>Non-</a:t>
            </a:r>
            <a:r>
              <a:rPr sz="2000" dirty="0">
                <a:latin typeface="Arial MT"/>
                <a:cs typeface="Arial MT"/>
              </a:rPr>
              <a:t>judgmental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Avoid </a:t>
            </a:r>
            <a:r>
              <a:rPr sz="2000" dirty="0">
                <a:latin typeface="Arial MT"/>
                <a:cs typeface="Arial MT"/>
              </a:rPr>
              <a:t>influencing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responses.</a:t>
            </a:r>
            <a:endParaRPr sz="2000">
              <a:latin typeface="Arial MT"/>
              <a:cs typeface="Arial MT"/>
            </a:endParaRPr>
          </a:p>
          <a:p>
            <a:pPr marL="299085" marR="71755">
              <a:lnSpc>
                <a:spcPct val="80000"/>
              </a:lnSpc>
            </a:pPr>
            <a:r>
              <a:rPr sz="2000" dirty="0">
                <a:latin typeface="Arial MT"/>
                <a:cs typeface="Arial MT"/>
              </a:rPr>
              <a:t>appropriate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body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language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Maintain </a:t>
            </a:r>
            <a:r>
              <a:rPr sz="2000" dirty="0">
                <a:latin typeface="Arial MT"/>
                <a:cs typeface="Arial MT"/>
              </a:rPr>
              <a:t>eye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contact,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open </a:t>
            </a:r>
            <a:r>
              <a:rPr sz="2000" spc="-10" dirty="0">
                <a:latin typeface="Arial MT"/>
                <a:cs typeface="Arial MT"/>
              </a:rPr>
              <a:t>posture.</a:t>
            </a:r>
            <a:endParaRPr sz="2000">
              <a:latin typeface="Arial MT"/>
              <a:cs typeface="Arial MT"/>
            </a:endParaRPr>
          </a:p>
          <a:p>
            <a:pPr marL="299085" marR="5080" indent="-287020">
              <a:lnSpc>
                <a:spcPct val="80000"/>
              </a:lnSpc>
              <a:spcBef>
                <a:spcPts val="1689"/>
              </a:spcBef>
              <a:buClr>
                <a:srgbClr val="B0B6B0"/>
              </a:buClr>
              <a:buSzPct val="5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relaxed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willing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198" y="321255"/>
            <a:ext cx="5739876" cy="622901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493254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569798"/>
            <a:ext cx="4079240" cy="133413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865"/>
              </a:spcBef>
            </a:pPr>
            <a:r>
              <a:rPr sz="3300" dirty="0"/>
              <a:t>Asking</a:t>
            </a:r>
            <a:r>
              <a:rPr sz="3300" spc="-55" dirty="0"/>
              <a:t> </a:t>
            </a:r>
            <a:r>
              <a:rPr sz="3300" dirty="0"/>
              <a:t>Questions</a:t>
            </a:r>
            <a:r>
              <a:rPr sz="3300" spc="-55" dirty="0"/>
              <a:t> </a:t>
            </a:r>
            <a:r>
              <a:rPr sz="3300" spc="-25" dirty="0"/>
              <a:t>in </a:t>
            </a:r>
            <a:r>
              <a:rPr sz="3300" dirty="0"/>
              <a:t>an</a:t>
            </a:r>
            <a:r>
              <a:rPr sz="3300" spc="-5" dirty="0"/>
              <a:t> </a:t>
            </a:r>
            <a:r>
              <a:rPr sz="3300" dirty="0"/>
              <a:t>Open</a:t>
            </a:r>
            <a:r>
              <a:rPr sz="3300" spc="-15" dirty="0"/>
              <a:t> </a:t>
            </a:r>
            <a:r>
              <a:rPr sz="3300" spc="-25" dirty="0"/>
              <a:t>and </a:t>
            </a:r>
            <a:r>
              <a:rPr sz="3300" dirty="0"/>
              <a:t>Empathic</a:t>
            </a:r>
            <a:r>
              <a:rPr sz="3300" spc="-110" dirty="0"/>
              <a:t> </a:t>
            </a:r>
            <a:r>
              <a:rPr sz="3300" spc="-25" dirty="0"/>
              <a:t>Way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758444" y="2159584"/>
            <a:ext cx="3975100" cy="338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55"/>
              </a:lnSpc>
              <a:spcBef>
                <a:spcPts val="100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open-</a:t>
            </a:r>
            <a:r>
              <a:rPr sz="1800" dirty="0">
                <a:latin typeface="Arial MT"/>
                <a:cs typeface="Arial MT"/>
              </a:rPr>
              <a:t>ended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questions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Arial MT"/>
                <a:cs typeface="Arial MT"/>
              </a:rPr>
              <a:t>encourage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detailed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responses.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Avoid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biased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questions.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Clr>
                <a:srgbClr val="B0B6B0"/>
              </a:buClr>
              <a:buSzPct val="55555"/>
              <a:buChar char="•"/>
              <a:tabLst>
                <a:tab pos="240665" algn="l"/>
              </a:tabLst>
            </a:pPr>
            <a:r>
              <a:rPr sz="1800" spc="-10" dirty="0">
                <a:latin typeface="Arial MT"/>
                <a:cs typeface="Arial MT"/>
              </a:rPr>
              <a:t>Examples:</a:t>
            </a:r>
            <a:endParaRPr sz="1800">
              <a:latin typeface="Arial MT"/>
              <a:cs typeface="Arial MT"/>
            </a:endParaRPr>
          </a:p>
          <a:p>
            <a:pPr marL="241300" marR="400050" indent="-228600">
              <a:lnSpc>
                <a:spcPts val="1939"/>
              </a:lnSpc>
              <a:spcBef>
                <a:spcPts val="1740"/>
              </a:spcBef>
              <a:buChar char="•"/>
              <a:tabLst>
                <a:tab pos="241300" algn="l"/>
                <a:tab pos="304800" algn="l"/>
              </a:tabLst>
            </a:pPr>
            <a:r>
              <a:rPr sz="1000" dirty="0">
                <a:solidFill>
                  <a:srgbClr val="B0B6B0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working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home? (Closed-ended)</a:t>
            </a:r>
            <a:endParaRPr sz="1800">
              <a:latin typeface="Arial MT"/>
              <a:cs typeface="Arial MT"/>
            </a:endParaRPr>
          </a:p>
          <a:p>
            <a:pPr marL="241300" marR="5080">
              <a:lnSpc>
                <a:spcPts val="1939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describe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experience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working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home?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(Open-ended)</a:t>
            </a:r>
            <a:endParaRPr sz="1800">
              <a:latin typeface="Arial MT"/>
              <a:cs typeface="Arial MT"/>
            </a:endParaRPr>
          </a:p>
          <a:p>
            <a:pPr marL="241300" marR="210820" indent="-228600">
              <a:lnSpc>
                <a:spcPts val="1939"/>
              </a:lnSpc>
              <a:spcBef>
                <a:spcPts val="1714"/>
              </a:spcBef>
              <a:buClr>
                <a:srgbClr val="B0B6B0"/>
              </a:buClr>
              <a:buSzPct val="55555"/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uncover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thoughts,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emotions,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motivations.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64784" y="-1"/>
            <a:ext cx="6927215" cy="6858000"/>
            <a:chOff x="5264784" y="-1"/>
            <a:chExt cx="6927215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1"/>
              <a:ext cx="6927215" cy="68579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55805" y="809370"/>
              <a:ext cx="536575" cy="1125220"/>
            </a:xfrm>
            <a:custGeom>
              <a:avLst/>
              <a:gdLst/>
              <a:ahLst/>
              <a:cxnLst/>
              <a:rect l="l" t="t" r="r" b="b"/>
              <a:pathLst>
                <a:path w="536575" h="1125220">
                  <a:moveTo>
                    <a:pt x="536194" y="0"/>
                  </a:moveTo>
                  <a:lnTo>
                    <a:pt x="451485" y="8508"/>
                  </a:lnTo>
                  <a:lnTo>
                    <a:pt x="403949" y="20413"/>
                  </a:lnTo>
                  <a:lnTo>
                    <a:pt x="358102" y="36234"/>
                  </a:lnTo>
                  <a:lnTo>
                    <a:pt x="314132" y="55782"/>
                  </a:lnTo>
                  <a:lnTo>
                    <a:pt x="272230" y="78867"/>
                  </a:lnTo>
                  <a:lnTo>
                    <a:pt x="232587" y="105296"/>
                  </a:lnTo>
                  <a:lnTo>
                    <a:pt x="195392" y="134881"/>
                  </a:lnTo>
                  <a:lnTo>
                    <a:pt x="160837" y="167431"/>
                  </a:lnTo>
                  <a:lnTo>
                    <a:pt x="129111" y="202755"/>
                  </a:lnTo>
                  <a:lnTo>
                    <a:pt x="100405" y="240663"/>
                  </a:lnTo>
                  <a:lnTo>
                    <a:pt x="74908" y="280963"/>
                  </a:lnTo>
                  <a:lnTo>
                    <a:pt x="52813" y="323467"/>
                  </a:lnTo>
                  <a:lnTo>
                    <a:pt x="34307" y="367982"/>
                  </a:lnTo>
                  <a:lnTo>
                    <a:pt x="19583" y="414319"/>
                  </a:lnTo>
                  <a:lnTo>
                    <a:pt x="8830" y="462287"/>
                  </a:lnTo>
                  <a:lnTo>
                    <a:pt x="2239" y="511696"/>
                  </a:lnTo>
                  <a:lnTo>
                    <a:pt x="0" y="562355"/>
                  </a:lnTo>
                  <a:lnTo>
                    <a:pt x="2239" y="613015"/>
                  </a:lnTo>
                  <a:lnTo>
                    <a:pt x="8830" y="662424"/>
                  </a:lnTo>
                  <a:lnTo>
                    <a:pt x="19583" y="710392"/>
                  </a:lnTo>
                  <a:lnTo>
                    <a:pt x="34307" y="756729"/>
                  </a:lnTo>
                  <a:lnTo>
                    <a:pt x="52813" y="801244"/>
                  </a:lnTo>
                  <a:lnTo>
                    <a:pt x="74908" y="843748"/>
                  </a:lnTo>
                  <a:lnTo>
                    <a:pt x="100405" y="884048"/>
                  </a:lnTo>
                  <a:lnTo>
                    <a:pt x="129111" y="921956"/>
                  </a:lnTo>
                  <a:lnTo>
                    <a:pt x="160837" y="957280"/>
                  </a:lnTo>
                  <a:lnTo>
                    <a:pt x="195392" y="989830"/>
                  </a:lnTo>
                  <a:lnTo>
                    <a:pt x="232587" y="1019415"/>
                  </a:lnTo>
                  <a:lnTo>
                    <a:pt x="272230" y="1045845"/>
                  </a:lnTo>
                  <a:lnTo>
                    <a:pt x="314132" y="1068929"/>
                  </a:lnTo>
                  <a:lnTo>
                    <a:pt x="358102" y="1088477"/>
                  </a:lnTo>
                  <a:lnTo>
                    <a:pt x="403949" y="1104298"/>
                  </a:lnTo>
                  <a:lnTo>
                    <a:pt x="451485" y="1116202"/>
                  </a:lnTo>
                  <a:lnTo>
                    <a:pt x="536194" y="1124839"/>
                  </a:lnTo>
                  <a:lnTo>
                    <a:pt x="536194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91699" y="0"/>
              <a:ext cx="1900555" cy="6858000"/>
            </a:xfrm>
            <a:custGeom>
              <a:avLst/>
              <a:gdLst/>
              <a:ahLst/>
              <a:cxnLst/>
              <a:rect l="l" t="t" r="r" b="b"/>
              <a:pathLst>
                <a:path w="1900554" h="6858000">
                  <a:moveTo>
                    <a:pt x="1130808" y="1371727"/>
                  </a:moveTo>
                  <a:lnTo>
                    <a:pt x="1128725" y="1322946"/>
                  </a:lnTo>
                  <a:lnTo>
                    <a:pt x="1122616" y="1275308"/>
                  </a:lnTo>
                  <a:lnTo>
                    <a:pt x="1112634" y="1228991"/>
                  </a:lnTo>
                  <a:lnTo>
                    <a:pt x="1105408" y="1205318"/>
                  </a:lnTo>
                  <a:lnTo>
                    <a:pt x="1105408" y="1371473"/>
                  </a:lnTo>
                  <a:lnTo>
                    <a:pt x="1103198" y="1420622"/>
                  </a:lnTo>
                  <a:lnTo>
                    <a:pt x="1096746" y="1468158"/>
                  </a:lnTo>
                  <a:lnTo>
                    <a:pt x="1096695" y="1468539"/>
                  </a:lnTo>
                  <a:lnTo>
                    <a:pt x="1086231" y="1514475"/>
                  </a:lnTo>
                  <a:lnTo>
                    <a:pt x="1086104" y="1515021"/>
                  </a:lnTo>
                  <a:lnTo>
                    <a:pt x="1071613" y="1559890"/>
                  </a:lnTo>
                  <a:lnTo>
                    <a:pt x="1053401" y="1602943"/>
                  </a:lnTo>
                  <a:lnTo>
                    <a:pt x="1031786" y="1643773"/>
                  </a:lnTo>
                  <a:lnTo>
                    <a:pt x="1031671" y="1644015"/>
                  </a:lnTo>
                  <a:lnTo>
                    <a:pt x="1006602" y="1682889"/>
                  </a:lnTo>
                  <a:lnTo>
                    <a:pt x="978382" y="1719376"/>
                  </a:lnTo>
                  <a:lnTo>
                    <a:pt x="947216" y="1753298"/>
                  </a:lnTo>
                  <a:lnTo>
                    <a:pt x="913295" y="1784464"/>
                  </a:lnTo>
                  <a:lnTo>
                    <a:pt x="876808" y="1812683"/>
                  </a:lnTo>
                  <a:lnTo>
                    <a:pt x="837933" y="1837753"/>
                  </a:lnTo>
                  <a:lnTo>
                    <a:pt x="796861" y="1859483"/>
                  </a:lnTo>
                  <a:lnTo>
                    <a:pt x="753808" y="1877695"/>
                  </a:lnTo>
                  <a:lnTo>
                    <a:pt x="708939" y="1892185"/>
                  </a:lnTo>
                  <a:lnTo>
                    <a:pt x="662457" y="1902777"/>
                  </a:lnTo>
                  <a:lnTo>
                    <a:pt x="614540" y="1909279"/>
                  </a:lnTo>
                  <a:lnTo>
                    <a:pt x="565404" y="1911477"/>
                  </a:lnTo>
                  <a:lnTo>
                    <a:pt x="516255" y="1909279"/>
                  </a:lnTo>
                  <a:lnTo>
                    <a:pt x="468337" y="1902777"/>
                  </a:lnTo>
                  <a:lnTo>
                    <a:pt x="421855" y="1892185"/>
                  </a:lnTo>
                  <a:lnTo>
                    <a:pt x="376986" y="1877695"/>
                  </a:lnTo>
                  <a:lnTo>
                    <a:pt x="333933" y="1859483"/>
                  </a:lnTo>
                  <a:lnTo>
                    <a:pt x="292862" y="1837753"/>
                  </a:lnTo>
                  <a:lnTo>
                    <a:pt x="253987" y="1812683"/>
                  </a:lnTo>
                  <a:lnTo>
                    <a:pt x="217500" y="1784464"/>
                  </a:lnTo>
                  <a:lnTo>
                    <a:pt x="183565" y="1753298"/>
                  </a:lnTo>
                  <a:lnTo>
                    <a:pt x="152412" y="1719376"/>
                  </a:lnTo>
                  <a:lnTo>
                    <a:pt x="124193" y="1682889"/>
                  </a:lnTo>
                  <a:lnTo>
                    <a:pt x="99123" y="1644015"/>
                  </a:lnTo>
                  <a:lnTo>
                    <a:pt x="77393" y="1602943"/>
                  </a:lnTo>
                  <a:lnTo>
                    <a:pt x="59182" y="1559890"/>
                  </a:lnTo>
                  <a:lnTo>
                    <a:pt x="44691" y="1515021"/>
                  </a:lnTo>
                  <a:lnTo>
                    <a:pt x="34099" y="1468539"/>
                  </a:lnTo>
                  <a:lnTo>
                    <a:pt x="27597" y="1420622"/>
                  </a:lnTo>
                  <a:lnTo>
                    <a:pt x="25400" y="1371727"/>
                  </a:lnTo>
                  <a:lnTo>
                    <a:pt x="25400" y="1371473"/>
                  </a:lnTo>
                  <a:lnTo>
                    <a:pt x="27571" y="1322946"/>
                  </a:lnTo>
                  <a:lnTo>
                    <a:pt x="27597" y="1322336"/>
                  </a:lnTo>
                  <a:lnTo>
                    <a:pt x="33972" y="1275308"/>
                  </a:lnTo>
                  <a:lnTo>
                    <a:pt x="44691" y="1227950"/>
                  </a:lnTo>
                  <a:lnTo>
                    <a:pt x="59182" y="1183081"/>
                  </a:lnTo>
                  <a:lnTo>
                    <a:pt x="77393" y="1140028"/>
                  </a:lnTo>
                  <a:lnTo>
                    <a:pt x="99123" y="1098981"/>
                  </a:lnTo>
                  <a:lnTo>
                    <a:pt x="124193" y="1060119"/>
                  </a:lnTo>
                  <a:lnTo>
                    <a:pt x="152412" y="1023632"/>
                  </a:lnTo>
                  <a:lnTo>
                    <a:pt x="183578" y="989711"/>
                  </a:lnTo>
                  <a:lnTo>
                    <a:pt x="217500" y="958570"/>
                  </a:lnTo>
                  <a:lnTo>
                    <a:pt x="253987" y="930363"/>
                  </a:lnTo>
                  <a:lnTo>
                    <a:pt x="292862" y="905306"/>
                  </a:lnTo>
                  <a:lnTo>
                    <a:pt x="333933" y="883577"/>
                  </a:lnTo>
                  <a:lnTo>
                    <a:pt x="376986" y="865378"/>
                  </a:lnTo>
                  <a:lnTo>
                    <a:pt x="421855" y="850887"/>
                  </a:lnTo>
                  <a:lnTo>
                    <a:pt x="468337" y="840295"/>
                  </a:lnTo>
                  <a:lnTo>
                    <a:pt x="516255" y="833805"/>
                  </a:lnTo>
                  <a:lnTo>
                    <a:pt x="565404" y="831596"/>
                  </a:lnTo>
                  <a:lnTo>
                    <a:pt x="614540" y="833805"/>
                  </a:lnTo>
                  <a:lnTo>
                    <a:pt x="662457" y="840295"/>
                  </a:lnTo>
                  <a:lnTo>
                    <a:pt x="708939" y="850887"/>
                  </a:lnTo>
                  <a:lnTo>
                    <a:pt x="753808" y="865378"/>
                  </a:lnTo>
                  <a:lnTo>
                    <a:pt x="796861" y="883577"/>
                  </a:lnTo>
                  <a:lnTo>
                    <a:pt x="837933" y="905306"/>
                  </a:lnTo>
                  <a:lnTo>
                    <a:pt x="876808" y="930363"/>
                  </a:lnTo>
                  <a:lnTo>
                    <a:pt x="913295" y="958570"/>
                  </a:lnTo>
                  <a:lnTo>
                    <a:pt x="947229" y="989711"/>
                  </a:lnTo>
                  <a:lnTo>
                    <a:pt x="978382" y="1023632"/>
                  </a:lnTo>
                  <a:lnTo>
                    <a:pt x="1006602" y="1060119"/>
                  </a:lnTo>
                  <a:lnTo>
                    <a:pt x="1031671" y="1098981"/>
                  </a:lnTo>
                  <a:lnTo>
                    <a:pt x="1053401" y="1140028"/>
                  </a:lnTo>
                  <a:lnTo>
                    <a:pt x="1071613" y="1183081"/>
                  </a:lnTo>
                  <a:lnTo>
                    <a:pt x="1086104" y="1227950"/>
                  </a:lnTo>
                  <a:lnTo>
                    <a:pt x="1096695" y="1274432"/>
                  </a:lnTo>
                  <a:lnTo>
                    <a:pt x="1103198" y="1322336"/>
                  </a:lnTo>
                  <a:lnTo>
                    <a:pt x="1105408" y="1371473"/>
                  </a:lnTo>
                  <a:lnTo>
                    <a:pt x="1105408" y="1205318"/>
                  </a:lnTo>
                  <a:lnTo>
                    <a:pt x="1081747" y="1141018"/>
                  </a:lnTo>
                  <a:lnTo>
                    <a:pt x="1061186" y="1099693"/>
                  </a:lnTo>
                  <a:lnTo>
                    <a:pt x="1037437" y="1060361"/>
                  </a:lnTo>
                  <a:lnTo>
                    <a:pt x="1010653" y="1023213"/>
                  </a:lnTo>
                  <a:lnTo>
                    <a:pt x="981036" y="988402"/>
                  </a:lnTo>
                  <a:lnTo>
                    <a:pt x="948728" y="956094"/>
                  </a:lnTo>
                  <a:lnTo>
                    <a:pt x="913917" y="926477"/>
                  </a:lnTo>
                  <a:lnTo>
                    <a:pt x="876769" y="899693"/>
                  </a:lnTo>
                  <a:lnTo>
                    <a:pt x="837438" y="875944"/>
                  </a:lnTo>
                  <a:lnTo>
                    <a:pt x="796112" y="855383"/>
                  </a:lnTo>
                  <a:lnTo>
                    <a:pt x="752957" y="838174"/>
                  </a:lnTo>
                  <a:lnTo>
                    <a:pt x="708139" y="824496"/>
                  </a:lnTo>
                  <a:lnTo>
                    <a:pt x="661822" y="814514"/>
                  </a:lnTo>
                  <a:lnTo>
                    <a:pt x="614184" y="808405"/>
                  </a:lnTo>
                  <a:lnTo>
                    <a:pt x="565404" y="806323"/>
                  </a:lnTo>
                  <a:lnTo>
                    <a:pt x="516610" y="808405"/>
                  </a:lnTo>
                  <a:lnTo>
                    <a:pt x="468972" y="814514"/>
                  </a:lnTo>
                  <a:lnTo>
                    <a:pt x="422656" y="824496"/>
                  </a:lnTo>
                  <a:lnTo>
                    <a:pt x="377837" y="838174"/>
                  </a:lnTo>
                  <a:lnTo>
                    <a:pt x="334683" y="855383"/>
                  </a:lnTo>
                  <a:lnTo>
                    <a:pt x="293357" y="875944"/>
                  </a:lnTo>
                  <a:lnTo>
                    <a:pt x="254025" y="899693"/>
                  </a:lnTo>
                  <a:lnTo>
                    <a:pt x="216877" y="926477"/>
                  </a:lnTo>
                  <a:lnTo>
                    <a:pt x="182067" y="956094"/>
                  </a:lnTo>
                  <a:lnTo>
                    <a:pt x="149758" y="988402"/>
                  </a:lnTo>
                  <a:lnTo>
                    <a:pt x="120142" y="1023213"/>
                  </a:lnTo>
                  <a:lnTo>
                    <a:pt x="93357" y="1060361"/>
                  </a:lnTo>
                  <a:lnTo>
                    <a:pt x="69608" y="1099693"/>
                  </a:lnTo>
                  <a:lnTo>
                    <a:pt x="49047" y="1141018"/>
                  </a:lnTo>
                  <a:lnTo>
                    <a:pt x="31838" y="1184173"/>
                  </a:lnTo>
                  <a:lnTo>
                    <a:pt x="18161" y="1228991"/>
                  </a:lnTo>
                  <a:lnTo>
                    <a:pt x="8178" y="1275308"/>
                  </a:lnTo>
                  <a:lnTo>
                    <a:pt x="2146" y="1322336"/>
                  </a:lnTo>
                  <a:lnTo>
                    <a:pt x="0" y="1371473"/>
                  </a:lnTo>
                  <a:lnTo>
                    <a:pt x="0" y="1371727"/>
                  </a:lnTo>
                  <a:lnTo>
                    <a:pt x="2082" y="1420622"/>
                  </a:lnTo>
                  <a:lnTo>
                    <a:pt x="8178" y="1468158"/>
                  </a:lnTo>
                  <a:lnTo>
                    <a:pt x="18161" y="1514475"/>
                  </a:lnTo>
                  <a:lnTo>
                    <a:pt x="31838" y="1559293"/>
                  </a:lnTo>
                  <a:lnTo>
                    <a:pt x="49047" y="1602447"/>
                  </a:lnTo>
                  <a:lnTo>
                    <a:pt x="69608" y="1643773"/>
                  </a:lnTo>
                  <a:lnTo>
                    <a:pt x="93357" y="1683105"/>
                  </a:lnTo>
                  <a:lnTo>
                    <a:pt x="120142" y="1720253"/>
                  </a:lnTo>
                  <a:lnTo>
                    <a:pt x="149758" y="1755063"/>
                  </a:lnTo>
                  <a:lnTo>
                    <a:pt x="182067" y="1787372"/>
                  </a:lnTo>
                  <a:lnTo>
                    <a:pt x="216877" y="1816989"/>
                  </a:lnTo>
                  <a:lnTo>
                    <a:pt x="254025" y="1843773"/>
                  </a:lnTo>
                  <a:lnTo>
                    <a:pt x="293357" y="1867522"/>
                  </a:lnTo>
                  <a:lnTo>
                    <a:pt x="334683" y="1888083"/>
                  </a:lnTo>
                  <a:lnTo>
                    <a:pt x="377837" y="1905292"/>
                  </a:lnTo>
                  <a:lnTo>
                    <a:pt x="422656" y="1918970"/>
                  </a:lnTo>
                  <a:lnTo>
                    <a:pt x="468972" y="1928952"/>
                  </a:lnTo>
                  <a:lnTo>
                    <a:pt x="516610" y="1935060"/>
                  </a:lnTo>
                  <a:lnTo>
                    <a:pt x="565404" y="1937131"/>
                  </a:lnTo>
                  <a:lnTo>
                    <a:pt x="614184" y="1935060"/>
                  </a:lnTo>
                  <a:lnTo>
                    <a:pt x="661822" y="1928952"/>
                  </a:lnTo>
                  <a:lnTo>
                    <a:pt x="708139" y="1918970"/>
                  </a:lnTo>
                  <a:lnTo>
                    <a:pt x="732663" y="1911477"/>
                  </a:lnTo>
                  <a:lnTo>
                    <a:pt x="752957" y="1905292"/>
                  </a:lnTo>
                  <a:lnTo>
                    <a:pt x="796112" y="1888083"/>
                  </a:lnTo>
                  <a:lnTo>
                    <a:pt x="837438" y="1867522"/>
                  </a:lnTo>
                  <a:lnTo>
                    <a:pt x="876769" y="1843773"/>
                  </a:lnTo>
                  <a:lnTo>
                    <a:pt x="913917" y="1816989"/>
                  </a:lnTo>
                  <a:lnTo>
                    <a:pt x="948728" y="1787372"/>
                  </a:lnTo>
                  <a:lnTo>
                    <a:pt x="981036" y="1755063"/>
                  </a:lnTo>
                  <a:lnTo>
                    <a:pt x="1010653" y="1720253"/>
                  </a:lnTo>
                  <a:lnTo>
                    <a:pt x="1037437" y="1683105"/>
                  </a:lnTo>
                  <a:lnTo>
                    <a:pt x="1061186" y="1643773"/>
                  </a:lnTo>
                  <a:lnTo>
                    <a:pt x="1081747" y="1602447"/>
                  </a:lnTo>
                  <a:lnTo>
                    <a:pt x="1098956" y="1559293"/>
                  </a:lnTo>
                  <a:lnTo>
                    <a:pt x="1112634" y="1514475"/>
                  </a:lnTo>
                  <a:lnTo>
                    <a:pt x="1122527" y="1468539"/>
                  </a:lnTo>
                  <a:lnTo>
                    <a:pt x="1122616" y="1468158"/>
                  </a:lnTo>
                  <a:lnTo>
                    <a:pt x="1128712" y="1420622"/>
                  </a:lnTo>
                  <a:lnTo>
                    <a:pt x="1130808" y="1371727"/>
                  </a:lnTo>
                  <a:close/>
                </a:path>
                <a:path w="1900554" h="6858000">
                  <a:moveTo>
                    <a:pt x="1130808" y="0"/>
                  </a:moveTo>
                  <a:lnTo>
                    <a:pt x="1105408" y="0"/>
                  </a:lnTo>
                  <a:lnTo>
                    <a:pt x="1094359" y="108585"/>
                  </a:lnTo>
                  <a:lnTo>
                    <a:pt x="1082992" y="153987"/>
                  </a:lnTo>
                  <a:lnTo>
                    <a:pt x="1067892" y="197777"/>
                  </a:lnTo>
                  <a:lnTo>
                    <a:pt x="1049223" y="239776"/>
                  </a:lnTo>
                  <a:lnTo>
                    <a:pt x="1027188" y="279793"/>
                  </a:lnTo>
                  <a:lnTo>
                    <a:pt x="1001953" y="317652"/>
                  </a:lnTo>
                  <a:lnTo>
                    <a:pt x="973696" y="353174"/>
                  </a:lnTo>
                  <a:lnTo>
                    <a:pt x="942619" y="386168"/>
                  </a:lnTo>
                  <a:lnTo>
                    <a:pt x="908888" y="416471"/>
                  </a:lnTo>
                  <a:lnTo>
                    <a:pt x="872680" y="443877"/>
                  </a:lnTo>
                  <a:lnTo>
                    <a:pt x="834186" y="468223"/>
                  </a:lnTo>
                  <a:lnTo>
                    <a:pt x="793597" y="489331"/>
                  </a:lnTo>
                  <a:lnTo>
                    <a:pt x="751078" y="506996"/>
                  </a:lnTo>
                  <a:lnTo>
                    <a:pt x="706818" y="521055"/>
                  </a:lnTo>
                  <a:lnTo>
                    <a:pt x="660996" y="531329"/>
                  </a:lnTo>
                  <a:lnTo>
                    <a:pt x="613791" y="537616"/>
                  </a:lnTo>
                  <a:lnTo>
                    <a:pt x="565404" y="539750"/>
                  </a:lnTo>
                  <a:lnTo>
                    <a:pt x="517004" y="537616"/>
                  </a:lnTo>
                  <a:lnTo>
                    <a:pt x="469798" y="531329"/>
                  </a:lnTo>
                  <a:lnTo>
                    <a:pt x="423976" y="521055"/>
                  </a:lnTo>
                  <a:lnTo>
                    <a:pt x="379717" y="506996"/>
                  </a:lnTo>
                  <a:lnTo>
                    <a:pt x="337197" y="489331"/>
                  </a:lnTo>
                  <a:lnTo>
                    <a:pt x="296608" y="468223"/>
                  </a:lnTo>
                  <a:lnTo>
                    <a:pt x="258114" y="443877"/>
                  </a:lnTo>
                  <a:lnTo>
                    <a:pt x="221907" y="416471"/>
                  </a:lnTo>
                  <a:lnTo>
                    <a:pt x="188175" y="386168"/>
                  </a:lnTo>
                  <a:lnTo>
                    <a:pt x="157099" y="353174"/>
                  </a:lnTo>
                  <a:lnTo>
                    <a:pt x="128841" y="317652"/>
                  </a:lnTo>
                  <a:lnTo>
                    <a:pt x="103606" y="279793"/>
                  </a:lnTo>
                  <a:lnTo>
                    <a:pt x="81572" y="239776"/>
                  </a:lnTo>
                  <a:lnTo>
                    <a:pt x="62903" y="197777"/>
                  </a:lnTo>
                  <a:lnTo>
                    <a:pt x="47802" y="153987"/>
                  </a:lnTo>
                  <a:lnTo>
                    <a:pt x="36449" y="108585"/>
                  </a:lnTo>
                  <a:lnTo>
                    <a:pt x="25527" y="0"/>
                  </a:lnTo>
                  <a:lnTo>
                    <a:pt x="0" y="0"/>
                  </a:lnTo>
                  <a:lnTo>
                    <a:pt x="2070" y="48793"/>
                  </a:lnTo>
                  <a:lnTo>
                    <a:pt x="8178" y="96431"/>
                  </a:lnTo>
                  <a:lnTo>
                    <a:pt x="18161" y="142748"/>
                  </a:lnTo>
                  <a:lnTo>
                    <a:pt x="31838" y="187566"/>
                  </a:lnTo>
                  <a:lnTo>
                    <a:pt x="49047" y="230720"/>
                  </a:lnTo>
                  <a:lnTo>
                    <a:pt x="69608" y="272046"/>
                  </a:lnTo>
                  <a:lnTo>
                    <a:pt x="93357" y="311378"/>
                  </a:lnTo>
                  <a:lnTo>
                    <a:pt x="120142" y="348526"/>
                  </a:lnTo>
                  <a:lnTo>
                    <a:pt x="149758" y="383336"/>
                  </a:lnTo>
                  <a:lnTo>
                    <a:pt x="182067" y="415645"/>
                  </a:lnTo>
                  <a:lnTo>
                    <a:pt x="216877" y="445262"/>
                  </a:lnTo>
                  <a:lnTo>
                    <a:pt x="254025" y="472046"/>
                  </a:lnTo>
                  <a:lnTo>
                    <a:pt x="293357" y="495795"/>
                  </a:lnTo>
                  <a:lnTo>
                    <a:pt x="334683" y="516356"/>
                  </a:lnTo>
                  <a:lnTo>
                    <a:pt x="377837" y="533565"/>
                  </a:lnTo>
                  <a:lnTo>
                    <a:pt x="422656" y="547243"/>
                  </a:lnTo>
                  <a:lnTo>
                    <a:pt x="468972" y="557225"/>
                  </a:lnTo>
                  <a:lnTo>
                    <a:pt x="516610" y="563333"/>
                  </a:lnTo>
                  <a:lnTo>
                    <a:pt x="565404" y="565404"/>
                  </a:lnTo>
                  <a:lnTo>
                    <a:pt x="614184" y="563333"/>
                  </a:lnTo>
                  <a:lnTo>
                    <a:pt x="661822" y="557225"/>
                  </a:lnTo>
                  <a:lnTo>
                    <a:pt x="708139" y="547243"/>
                  </a:lnTo>
                  <a:lnTo>
                    <a:pt x="752957" y="533565"/>
                  </a:lnTo>
                  <a:lnTo>
                    <a:pt x="796112" y="516356"/>
                  </a:lnTo>
                  <a:lnTo>
                    <a:pt x="837438" y="495795"/>
                  </a:lnTo>
                  <a:lnTo>
                    <a:pt x="876769" y="472046"/>
                  </a:lnTo>
                  <a:lnTo>
                    <a:pt x="913917" y="445262"/>
                  </a:lnTo>
                  <a:lnTo>
                    <a:pt x="948728" y="415645"/>
                  </a:lnTo>
                  <a:lnTo>
                    <a:pt x="981036" y="383336"/>
                  </a:lnTo>
                  <a:lnTo>
                    <a:pt x="1010653" y="348526"/>
                  </a:lnTo>
                  <a:lnTo>
                    <a:pt x="1037437" y="311378"/>
                  </a:lnTo>
                  <a:lnTo>
                    <a:pt x="1061186" y="272046"/>
                  </a:lnTo>
                  <a:lnTo>
                    <a:pt x="1081747" y="230720"/>
                  </a:lnTo>
                  <a:lnTo>
                    <a:pt x="1098956" y="187566"/>
                  </a:lnTo>
                  <a:lnTo>
                    <a:pt x="1112634" y="142748"/>
                  </a:lnTo>
                  <a:lnTo>
                    <a:pt x="1122616" y="96431"/>
                  </a:lnTo>
                  <a:lnTo>
                    <a:pt x="1128725" y="48793"/>
                  </a:lnTo>
                  <a:lnTo>
                    <a:pt x="1130808" y="0"/>
                  </a:lnTo>
                  <a:close/>
                </a:path>
                <a:path w="1900554" h="6858000">
                  <a:moveTo>
                    <a:pt x="1900301" y="6295910"/>
                  </a:moveTo>
                  <a:lnTo>
                    <a:pt x="1830197" y="6302108"/>
                  </a:lnTo>
                  <a:lnTo>
                    <a:pt x="1782203" y="6312865"/>
                  </a:lnTo>
                  <a:lnTo>
                    <a:pt x="1735848" y="6327584"/>
                  </a:lnTo>
                  <a:lnTo>
                    <a:pt x="1691335" y="6346088"/>
                  </a:lnTo>
                  <a:lnTo>
                    <a:pt x="1648828" y="6368186"/>
                  </a:lnTo>
                  <a:lnTo>
                    <a:pt x="1608518" y="6393688"/>
                  </a:lnTo>
                  <a:lnTo>
                    <a:pt x="1570621" y="6422390"/>
                  </a:lnTo>
                  <a:lnTo>
                    <a:pt x="1535303" y="6454102"/>
                  </a:lnTo>
                  <a:lnTo>
                    <a:pt x="1502752" y="6488658"/>
                  </a:lnTo>
                  <a:lnTo>
                    <a:pt x="1473174" y="6525844"/>
                  </a:lnTo>
                  <a:lnTo>
                    <a:pt x="1446758" y="6565481"/>
                  </a:lnTo>
                  <a:lnTo>
                    <a:pt x="1423670" y="6607378"/>
                  </a:lnTo>
                  <a:lnTo>
                    <a:pt x="1404137" y="6651345"/>
                  </a:lnTo>
                  <a:lnTo>
                    <a:pt x="1388313" y="6697180"/>
                  </a:lnTo>
                  <a:lnTo>
                    <a:pt x="1376426" y="6744703"/>
                  </a:lnTo>
                  <a:lnTo>
                    <a:pt x="1364996" y="6858000"/>
                  </a:lnTo>
                  <a:lnTo>
                    <a:pt x="1390269" y="6858000"/>
                  </a:lnTo>
                  <a:lnTo>
                    <a:pt x="1401191" y="6749605"/>
                  </a:lnTo>
                  <a:lnTo>
                    <a:pt x="1413586" y="6700787"/>
                  </a:lnTo>
                  <a:lnTo>
                    <a:pt x="1430324" y="6653860"/>
                  </a:lnTo>
                  <a:lnTo>
                    <a:pt x="1451140" y="6609029"/>
                  </a:lnTo>
                  <a:lnTo>
                    <a:pt x="1475841" y="6566548"/>
                  </a:lnTo>
                  <a:lnTo>
                    <a:pt x="1504162" y="6526631"/>
                  </a:lnTo>
                  <a:lnTo>
                    <a:pt x="1535912" y="6489509"/>
                  </a:lnTo>
                  <a:lnTo>
                    <a:pt x="1570850" y="6455397"/>
                  </a:lnTo>
                  <a:lnTo>
                    <a:pt x="1608734" y="6424549"/>
                  </a:lnTo>
                  <a:lnTo>
                    <a:pt x="1649361" y="6397155"/>
                  </a:lnTo>
                  <a:lnTo>
                    <a:pt x="1692490" y="6373482"/>
                  </a:lnTo>
                  <a:lnTo>
                    <a:pt x="1737893" y="6353721"/>
                  </a:lnTo>
                  <a:lnTo>
                    <a:pt x="1785353" y="6338125"/>
                  </a:lnTo>
                  <a:lnTo>
                    <a:pt x="1834642" y="6326899"/>
                  </a:lnTo>
                  <a:lnTo>
                    <a:pt x="1900301" y="6321107"/>
                  </a:lnTo>
                  <a:lnTo>
                    <a:pt x="1900301" y="6295910"/>
                  </a:lnTo>
                  <a:close/>
                </a:path>
                <a:path w="1900554" h="6858000">
                  <a:moveTo>
                    <a:pt x="1900301" y="3552825"/>
                  </a:moveTo>
                  <a:lnTo>
                    <a:pt x="1816354" y="3561346"/>
                  </a:lnTo>
                  <a:lnTo>
                    <a:pt x="1768817" y="3573246"/>
                  </a:lnTo>
                  <a:lnTo>
                    <a:pt x="1722970" y="3589070"/>
                  </a:lnTo>
                  <a:lnTo>
                    <a:pt x="1678990" y="3608616"/>
                  </a:lnTo>
                  <a:lnTo>
                    <a:pt x="1637093" y="3631704"/>
                  </a:lnTo>
                  <a:lnTo>
                    <a:pt x="1597444" y="3658133"/>
                  </a:lnTo>
                  <a:lnTo>
                    <a:pt x="1560258" y="3687711"/>
                  </a:lnTo>
                  <a:lnTo>
                    <a:pt x="1525701" y="3720261"/>
                  </a:lnTo>
                  <a:lnTo>
                    <a:pt x="1493977" y="3755593"/>
                  </a:lnTo>
                  <a:lnTo>
                    <a:pt x="1465262" y="3793490"/>
                  </a:lnTo>
                  <a:lnTo>
                    <a:pt x="1439773" y="3833799"/>
                  </a:lnTo>
                  <a:lnTo>
                    <a:pt x="1417675" y="3876294"/>
                  </a:lnTo>
                  <a:lnTo>
                    <a:pt x="1399171" y="3920820"/>
                  </a:lnTo>
                  <a:lnTo>
                    <a:pt x="1384452" y="3967149"/>
                  </a:lnTo>
                  <a:lnTo>
                    <a:pt x="1373695" y="4015117"/>
                  </a:lnTo>
                  <a:lnTo>
                    <a:pt x="1367104" y="4064533"/>
                  </a:lnTo>
                  <a:lnTo>
                    <a:pt x="1364869" y="4115181"/>
                  </a:lnTo>
                  <a:lnTo>
                    <a:pt x="1367104" y="4165841"/>
                  </a:lnTo>
                  <a:lnTo>
                    <a:pt x="1373695" y="4215257"/>
                  </a:lnTo>
                  <a:lnTo>
                    <a:pt x="1384452" y="4263225"/>
                  </a:lnTo>
                  <a:lnTo>
                    <a:pt x="1399171" y="4309554"/>
                  </a:lnTo>
                  <a:lnTo>
                    <a:pt x="1417675" y="4354080"/>
                  </a:lnTo>
                  <a:lnTo>
                    <a:pt x="1439773" y="4396575"/>
                  </a:lnTo>
                  <a:lnTo>
                    <a:pt x="1465262" y="4436884"/>
                  </a:lnTo>
                  <a:lnTo>
                    <a:pt x="1493977" y="4474781"/>
                  </a:lnTo>
                  <a:lnTo>
                    <a:pt x="1525701" y="4510113"/>
                  </a:lnTo>
                  <a:lnTo>
                    <a:pt x="1560258" y="4542663"/>
                  </a:lnTo>
                  <a:lnTo>
                    <a:pt x="1597444" y="4572241"/>
                  </a:lnTo>
                  <a:lnTo>
                    <a:pt x="1637093" y="4598670"/>
                  </a:lnTo>
                  <a:lnTo>
                    <a:pt x="1678990" y="4621758"/>
                  </a:lnTo>
                  <a:lnTo>
                    <a:pt x="1722970" y="4641304"/>
                  </a:lnTo>
                  <a:lnTo>
                    <a:pt x="1768817" y="4657128"/>
                  </a:lnTo>
                  <a:lnTo>
                    <a:pt x="1816354" y="4669028"/>
                  </a:lnTo>
                  <a:lnTo>
                    <a:pt x="1900301" y="4677537"/>
                  </a:lnTo>
                  <a:lnTo>
                    <a:pt x="1900301" y="4651883"/>
                  </a:lnTo>
                  <a:lnTo>
                    <a:pt x="1821434" y="4644009"/>
                  </a:lnTo>
                  <a:lnTo>
                    <a:pt x="1776018" y="4632630"/>
                  </a:lnTo>
                  <a:lnTo>
                    <a:pt x="1732241" y="4617504"/>
                  </a:lnTo>
                  <a:lnTo>
                    <a:pt x="1690243" y="4598835"/>
                  </a:lnTo>
                  <a:lnTo>
                    <a:pt x="1650225" y="4576775"/>
                  </a:lnTo>
                  <a:lnTo>
                    <a:pt x="1612366" y="4551527"/>
                  </a:lnTo>
                  <a:lnTo>
                    <a:pt x="1576844" y="4523270"/>
                  </a:lnTo>
                  <a:lnTo>
                    <a:pt x="1543850" y="4492180"/>
                  </a:lnTo>
                  <a:lnTo>
                    <a:pt x="1513547" y="4458436"/>
                  </a:lnTo>
                  <a:lnTo>
                    <a:pt x="1486141" y="4422229"/>
                  </a:lnTo>
                  <a:lnTo>
                    <a:pt x="1461795" y="4383735"/>
                  </a:lnTo>
                  <a:lnTo>
                    <a:pt x="1440688" y="4343133"/>
                  </a:lnTo>
                  <a:lnTo>
                    <a:pt x="1423022" y="4300613"/>
                  </a:lnTo>
                  <a:lnTo>
                    <a:pt x="1408963" y="4256354"/>
                  </a:lnTo>
                  <a:lnTo>
                    <a:pt x="1398689" y="4210532"/>
                  </a:lnTo>
                  <a:lnTo>
                    <a:pt x="1392402" y="4163326"/>
                  </a:lnTo>
                  <a:lnTo>
                    <a:pt x="1390269" y="4114927"/>
                  </a:lnTo>
                  <a:lnTo>
                    <a:pt x="1392402" y="4066552"/>
                  </a:lnTo>
                  <a:lnTo>
                    <a:pt x="1398689" y="4019372"/>
                  </a:lnTo>
                  <a:lnTo>
                    <a:pt x="1408963" y="3973563"/>
                  </a:lnTo>
                  <a:lnTo>
                    <a:pt x="1423022" y="3929303"/>
                  </a:lnTo>
                  <a:lnTo>
                    <a:pt x="1440688" y="3886784"/>
                  </a:lnTo>
                  <a:lnTo>
                    <a:pt x="1461795" y="3846195"/>
                  </a:lnTo>
                  <a:lnTo>
                    <a:pt x="1486141" y="3807701"/>
                  </a:lnTo>
                  <a:lnTo>
                    <a:pt x="1513547" y="3771493"/>
                  </a:lnTo>
                  <a:lnTo>
                    <a:pt x="1543850" y="3737749"/>
                  </a:lnTo>
                  <a:lnTo>
                    <a:pt x="1576844" y="3706660"/>
                  </a:lnTo>
                  <a:lnTo>
                    <a:pt x="1612366" y="3678402"/>
                  </a:lnTo>
                  <a:lnTo>
                    <a:pt x="1650225" y="3653167"/>
                  </a:lnTo>
                  <a:lnTo>
                    <a:pt x="1690243" y="3631120"/>
                  </a:lnTo>
                  <a:lnTo>
                    <a:pt x="1732241" y="3612451"/>
                  </a:lnTo>
                  <a:lnTo>
                    <a:pt x="1776018" y="3597338"/>
                  </a:lnTo>
                  <a:lnTo>
                    <a:pt x="1821434" y="3585972"/>
                  </a:lnTo>
                  <a:lnTo>
                    <a:pt x="1900301" y="3577983"/>
                  </a:lnTo>
                  <a:lnTo>
                    <a:pt x="1900301" y="3552825"/>
                  </a:lnTo>
                  <a:close/>
                </a:path>
                <a:path w="1900554" h="6858000">
                  <a:moveTo>
                    <a:pt x="1900301" y="2181098"/>
                  </a:moveTo>
                  <a:lnTo>
                    <a:pt x="1816354" y="2189607"/>
                  </a:lnTo>
                  <a:lnTo>
                    <a:pt x="1768817" y="2201519"/>
                  </a:lnTo>
                  <a:lnTo>
                    <a:pt x="1722970" y="2217343"/>
                  </a:lnTo>
                  <a:lnTo>
                    <a:pt x="1678990" y="2236889"/>
                  </a:lnTo>
                  <a:lnTo>
                    <a:pt x="1637093" y="2259977"/>
                  </a:lnTo>
                  <a:lnTo>
                    <a:pt x="1597444" y="2286406"/>
                  </a:lnTo>
                  <a:lnTo>
                    <a:pt x="1560258" y="2315984"/>
                  </a:lnTo>
                  <a:lnTo>
                    <a:pt x="1525701" y="2348534"/>
                  </a:lnTo>
                  <a:lnTo>
                    <a:pt x="1493977" y="2383866"/>
                  </a:lnTo>
                  <a:lnTo>
                    <a:pt x="1465262" y="2421763"/>
                  </a:lnTo>
                  <a:lnTo>
                    <a:pt x="1439773" y="2462072"/>
                  </a:lnTo>
                  <a:lnTo>
                    <a:pt x="1417675" y="2504567"/>
                  </a:lnTo>
                  <a:lnTo>
                    <a:pt x="1399171" y="2549080"/>
                  </a:lnTo>
                  <a:lnTo>
                    <a:pt x="1384452" y="2595422"/>
                  </a:lnTo>
                  <a:lnTo>
                    <a:pt x="1373695" y="2643390"/>
                  </a:lnTo>
                  <a:lnTo>
                    <a:pt x="1367104" y="2692806"/>
                  </a:lnTo>
                  <a:lnTo>
                    <a:pt x="1364869" y="2743454"/>
                  </a:lnTo>
                  <a:lnTo>
                    <a:pt x="1367104" y="2794114"/>
                  </a:lnTo>
                  <a:lnTo>
                    <a:pt x="1373695" y="2843530"/>
                  </a:lnTo>
                  <a:lnTo>
                    <a:pt x="1384452" y="2891498"/>
                  </a:lnTo>
                  <a:lnTo>
                    <a:pt x="1399171" y="2937840"/>
                  </a:lnTo>
                  <a:lnTo>
                    <a:pt x="1417675" y="2982353"/>
                  </a:lnTo>
                  <a:lnTo>
                    <a:pt x="1439773" y="3024848"/>
                  </a:lnTo>
                  <a:lnTo>
                    <a:pt x="1465262" y="3065157"/>
                  </a:lnTo>
                  <a:lnTo>
                    <a:pt x="1493977" y="3103067"/>
                  </a:lnTo>
                  <a:lnTo>
                    <a:pt x="1525701" y="3138386"/>
                  </a:lnTo>
                  <a:lnTo>
                    <a:pt x="1560258" y="3170936"/>
                  </a:lnTo>
                  <a:lnTo>
                    <a:pt x="1597444" y="3200514"/>
                  </a:lnTo>
                  <a:lnTo>
                    <a:pt x="1637093" y="3226955"/>
                  </a:lnTo>
                  <a:lnTo>
                    <a:pt x="1678990" y="3250031"/>
                  </a:lnTo>
                  <a:lnTo>
                    <a:pt x="1722970" y="3269577"/>
                  </a:lnTo>
                  <a:lnTo>
                    <a:pt x="1768817" y="3285401"/>
                  </a:lnTo>
                  <a:lnTo>
                    <a:pt x="1816354" y="3297301"/>
                  </a:lnTo>
                  <a:lnTo>
                    <a:pt x="1900301" y="3305810"/>
                  </a:lnTo>
                  <a:lnTo>
                    <a:pt x="1900301" y="3280156"/>
                  </a:lnTo>
                  <a:lnTo>
                    <a:pt x="1821434" y="3272282"/>
                  </a:lnTo>
                  <a:lnTo>
                    <a:pt x="1776018" y="3260902"/>
                  </a:lnTo>
                  <a:lnTo>
                    <a:pt x="1732241" y="3245777"/>
                  </a:lnTo>
                  <a:lnTo>
                    <a:pt x="1690243" y="3227108"/>
                  </a:lnTo>
                  <a:lnTo>
                    <a:pt x="1650225" y="3205048"/>
                  </a:lnTo>
                  <a:lnTo>
                    <a:pt x="1612366" y="3179800"/>
                  </a:lnTo>
                  <a:lnTo>
                    <a:pt x="1576844" y="3151543"/>
                  </a:lnTo>
                  <a:lnTo>
                    <a:pt x="1543850" y="3120453"/>
                  </a:lnTo>
                  <a:lnTo>
                    <a:pt x="1513547" y="3086709"/>
                  </a:lnTo>
                  <a:lnTo>
                    <a:pt x="1486141" y="3050502"/>
                  </a:lnTo>
                  <a:lnTo>
                    <a:pt x="1461795" y="3012008"/>
                  </a:lnTo>
                  <a:lnTo>
                    <a:pt x="1440688" y="2971406"/>
                  </a:lnTo>
                  <a:lnTo>
                    <a:pt x="1423022" y="2928886"/>
                  </a:lnTo>
                  <a:lnTo>
                    <a:pt x="1408963" y="2884627"/>
                  </a:lnTo>
                  <a:lnTo>
                    <a:pt x="1398689" y="2838805"/>
                  </a:lnTo>
                  <a:lnTo>
                    <a:pt x="1392402" y="2791599"/>
                  </a:lnTo>
                  <a:lnTo>
                    <a:pt x="1390269" y="2743200"/>
                  </a:lnTo>
                  <a:lnTo>
                    <a:pt x="1392402" y="2694825"/>
                  </a:lnTo>
                  <a:lnTo>
                    <a:pt x="1398689" y="2647645"/>
                  </a:lnTo>
                  <a:lnTo>
                    <a:pt x="1408963" y="2601836"/>
                  </a:lnTo>
                  <a:lnTo>
                    <a:pt x="1423022" y="2557576"/>
                  </a:lnTo>
                  <a:lnTo>
                    <a:pt x="1440688" y="2515057"/>
                  </a:lnTo>
                  <a:lnTo>
                    <a:pt x="1461795" y="2474468"/>
                  </a:lnTo>
                  <a:lnTo>
                    <a:pt x="1486141" y="2435974"/>
                  </a:lnTo>
                  <a:lnTo>
                    <a:pt x="1513547" y="2399766"/>
                  </a:lnTo>
                  <a:lnTo>
                    <a:pt x="1543850" y="2366022"/>
                  </a:lnTo>
                  <a:lnTo>
                    <a:pt x="1576844" y="2334933"/>
                  </a:lnTo>
                  <a:lnTo>
                    <a:pt x="1612366" y="2306675"/>
                  </a:lnTo>
                  <a:lnTo>
                    <a:pt x="1650225" y="2281440"/>
                  </a:lnTo>
                  <a:lnTo>
                    <a:pt x="1690243" y="2259393"/>
                  </a:lnTo>
                  <a:lnTo>
                    <a:pt x="1732241" y="2240724"/>
                  </a:lnTo>
                  <a:lnTo>
                    <a:pt x="1776018" y="2225611"/>
                  </a:lnTo>
                  <a:lnTo>
                    <a:pt x="1821434" y="2214245"/>
                  </a:lnTo>
                  <a:lnTo>
                    <a:pt x="1900301" y="2206244"/>
                  </a:lnTo>
                  <a:lnTo>
                    <a:pt x="1900301" y="2181098"/>
                  </a:lnTo>
                  <a:close/>
                </a:path>
                <a:path w="1900554" h="6858000">
                  <a:moveTo>
                    <a:pt x="1900301" y="537083"/>
                  </a:moveTo>
                  <a:lnTo>
                    <a:pt x="1834642" y="531368"/>
                  </a:lnTo>
                  <a:lnTo>
                    <a:pt x="1785353" y="520141"/>
                  </a:lnTo>
                  <a:lnTo>
                    <a:pt x="1737893" y="504520"/>
                  </a:lnTo>
                  <a:lnTo>
                    <a:pt x="1692490" y="484759"/>
                  </a:lnTo>
                  <a:lnTo>
                    <a:pt x="1649361" y="461060"/>
                  </a:lnTo>
                  <a:lnTo>
                    <a:pt x="1608734" y="433666"/>
                  </a:lnTo>
                  <a:lnTo>
                    <a:pt x="1570850" y="402793"/>
                  </a:lnTo>
                  <a:lnTo>
                    <a:pt x="1535912" y="368681"/>
                  </a:lnTo>
                  <a:lnTo>
                    <a:pt x="1504162" y="331558"/>
                  </a:lnTo>
                  <a:lnTo>
                    <a:pt x="1475841" y="291630"/>
                  </a:lnTo>
                  <a:lnTo>
                    <a:pt x="1451140" y="249148"/>
                  </a:lnTo>
                  <a:lnTo>
                    <a:pt x="1430324" y="204330"/>
                  </a:lnTo>
                  <a:lnTo>
                    <a:pt x="1413586" y="157403"/>
                  </a:lnTo>
                  <a:lnTo>
                    <a:pt x="1401191" y="108585"/>
                  </a:lnTo>
                  <a:lnTo>
                    <a:pt x="1390269" y="0"/>
                  </a:lnTo>
                  <a:lnTo>
                    <a:pt x="1364869" y="0"/>
                  </a:lnTo>
                  <a:lnTo>
                    <a:pt x="1367104" y="50660"/>
                  </a:lnTo>
                  <a:lnTo>
                    <a:pt x="1373695" y="100076"/>
                  </a:lnTo>
                  <a:lnTo>
                    <a:pt x="1384452" y="148043"/>
                  </a:lnTo>
                  <a:lnTo>
                    <a:pt x="1399171" y="194373"/>
                  </a:lnTo>
                  <a:lnTo>
                    <a:pt x="1417675" y="238899"/>
                  </a:lnTo>
                  <a:lnTo>
                    <a:pt x="1439773" y="281393"/>
                  </a:lnTo>
                  <a:lnTo>
                    <a:pt x="1465262" y="321703"/>
                  </a:lnTo>
                  <a:lnTo>
                    <a:pt x="1493977" y="359600"/>
                  </a:lnTo>
                  <a:lnTo>
                    <a:pt x="1525701" y="394931"/>
                  </a:lnTo>
                  <a:lnTo>
                    <a:pt x="1560258" y="427482"/>
                  </a:lnTo>
                  <a:lnTo>
                    <a:pt x="1597444" y="457060"/>
                  </a:lnTo>
                  <a:lnTo>
                    <a:pt x="1637093" y="483489"/>
                  </a:lnTo>
                  <a:lnTo>
                    <a:pt x="1678990" y="506577"/>
                  </a:lnTo>
                  <a:lnTo>
                    <a:pt x="1722970" y="526122"/>
                  </a:lnTo>
                  <a:lnTo>
                    <a:pt x="1768817" y="541947"/>
                  </a:lnTo>
                  <a:lnTo>
                    <a:pt x="1816354" y="553847"/>
                  </a:lnTo>
                  <a:lnTo>
                    <a:pt x="1900301" y="562356"/>
                  </a:lnTo>
                  <a:lnTo>
                    <a:pt x="1900301" y="53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635889"/>
            <a:ext cx="3938904" cy="9810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>
              <a:lnSpc>
                <a:spcPts val="3560"/>
              </a:lnSpc>
              <a:spcBef>
                <a:spcPts val="550"/>
              </a:spcBef>
            </a:pPr>
            <a:r>
              <a:rPr sz="3300" dirty="0"/>
              <a:t>Probing to</a:t>
            </a:r>
            <a:r>
              <a:rPr sz="3300" spc="-10" dirty="0"/>
              <a:t> Motivate Storytelling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758444" y="2004822"/>
            <a:ext cx="4164965" cy="34455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41300" marR="910590" indent="-228600">
              <a:lnSpc>
                <a:spcPts val="1920"/>
              </a:lnSpc>
              <a:spcBef>
                <a:spcPts val="565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Encourages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elaborate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clarify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their responses.</a:t>
            </a:r>
            <a:endParaRPr sz="2000">
              <a:latin typeface="Arial MT"/>
              <a:cs typeface="Arial MT"/>
            </a:endParaRPr>
          </a:p>
          <a:p>
            <a:pPr marL="241300" marR="78105" indent="-228600">
              <a:lnSpc>
                <a:spcPts val="1920"/>
              </a:lnSpc>
              <a:spcBef>
                <a:spcPts val="1710"/>
              </a:spcBef>
              <a:buClr>
                <a:srgbClr val="B0B6B0"/>
              </a:buClr>
              <a:buSzPct val="50000"/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Effective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techniques: </a:t>
            </a:r>
            <a:r>
              <a:rPr sz="2000" dirty="0">
                <a:latin typeface="Arial MT"/>
                <a:cs typeface="Arial MT"/>
              </a:rPr>
              <a:t>Silence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participants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to </a:t>
            </a:r>
            <a:r>
              <a:rPr sz="2000" spc="-10" dirty="0">
                <a:latin typeface="Arial MT"/>
                <a:cs typeface="Arial MT"/>
              </a:rPr>
              <a:t>expand.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1695"/>
              </a:lnSpc>
            </a:pPr>
            <a:r>
              <a:rPr sz="2000" dirty="0">
                <a:latin typeface="Arial MT"/>
                <a:cs typeface="Arial MT"/>
              </a:rPr>
              <a:t>Clarification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questions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you</a:t>
            </a:r>
            <a:endParaRPr sz="2000">
              <a:latin typeface="Arial MT"/>
              <a:cs typeface="Arial MT"/>
            </a:endParaRPr>
          </a:p>
          <a:p>
            <a:pPr marL="241300" marR="344805" algn="just">
              <a:lnSpc>
                <a:spcPct val="80000"/>
              </a:lnSpc>
              <a:spcBef>
                <a:spcPts val="240"/>
              </a:spcBef>
            </a:pPr>
            <a:r>
              <a:rPr sz="2000" dirty="0">
                <a:latin typeface="Arial MT"/>
                <a:cs typeface="Arial MT"/>
              </a:rPr>
              <a:t>explain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that? </a:t>
            </a:r>
            <a:r>
              <a:rPr sz="2000" dirty="0">
                <a:latin typeface="Arial MT"/>
                <a:cs typeface="Arial MT"/>
              </a:rPr>
              <a:t>Encouragement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Tell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more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experience.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ts val="2160"/>
              </a:lnSpc>
              <a:spcBef>
                <a:spcPts val="1210"/>
              </a:spcBef>
              <a:buClr>
                <a:srgbClr val="B0B6B0"/>
              </a:buClr>
              <a:buSzPct val="50000"/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Helps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gather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rich,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in-</a:t>
            </a:r>
            <a:r>
              <a:rPr sz="2000" dirty="0">
                <a:latin typeface="Arial MT"/>
                <a:cs typeface="Arial MT"/>
              </a:rPr>
              <a:t>depth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insights</a:t>
            </a:r>
            <a:endParaRPr sz="2000">
              <a:latin typeface="Arial MT"/>
              <a:cs typeface="Arial MT"/>
            </a:endParaRPr>
          </a:p>
          <a:p>
            <a:pPr marL="241300" algn="just">
              <a:lnSpc>
                <a:spcPts val="2160"/>
              </a:lnSpc>
            </a:pPr>
            <a:r>
              <a:rPr sz="2000" dirty="0">
                <a:latin typeface="Arial MT"/>
                <a:cs typeface="Arial MT"/>
              </a:rPr>
              <a:t>beyond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surface-level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answers.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64784" y="0"/>
            <a:ext cx="6927215" cy="6858000"/>
            <a:chOff x="5264784" y="0"/>
            <a:chExt cx="6927215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57"/>
              <a:ext cx="6927215" cy="68578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655805" y="809370"/>
              <a:ext cx="536575" cy="1125220"/>
            </a:xfrm>
            <a:custGeom>
              <a:avLst/>
              <a:gdLst/>
              <a:ahLst/>
              <a:cxnLst/>
              <a:rect l="l" t="t" r="r" b="b"/>
              <a:pathLst>
                <a:path w="536575" h="1125220">
                  <a:moveTo>
                    <a:pt x="536194" y="0"/>
                  </a:moveTo>
                  <a:lnTo>
                    <a:pt x="451485" y="8508"/>
                  </a:lnTo>
                  <a:lnTo>
                    <a:pt x="403949" y="20413"/>
                  </a:lnTo>
                  <a:lnTo>
                    <a:pt x="358102" y="36234"/>
                  </a:lnTo>
                  <a:lnTo>
                    <a:pt x="314132" y="55782"/>
                  </a:lnTo>
                  <a:lnTo>
                    <a:pt x="272230" y="78867"/>
                  </a:lnTo>
                  <a:lnTo>
                    <a:pt x="232587" y="105296"/>
                  </a:lnTo>
                  <a:lnTo>
                    <a:pt x="195392" y="134881"/>
                  </a:lnTo>
                  <a:lnTo>
                    <a:pt x="160837" y="167431"/>
                  </a:lnTo>
                  <a:lnTo>
                    <a:pt x="129111" y="202755"/>
                  </a:lnTo>
                  <a:lnTo>
                    <a:pt x="100405" y="240663"/>
                  </a:lnTo>
                  <a:lnTo>
                    <a:pt x="74908" y="280963"/>
                  </a:lnTo>
                  <a:lnTo>
                    <a:pt x="52813" y="323467"/>
                  </a:lnTo>
                  <a:lnTo>
                    <a:pt x="34307" y="367982"/>
                  </a:lnTo>
                  <a:lnTo>
                    <a:pt x="19583" y="414319"/>
                  </a:lnTo>
                  <a:lnTo>
                    <a:pt x="8830" y="462287"/>
                  </a:lnTo>
                  <a:lnTo>
                    <a:pt x="2239" y="511696"/>
                  </a:lnTo>
                  <a:lnTo>
                    <a:pt x="0" y="562355"/>
                  </a:lnTo>
                  <a:lnTo>
                    <a:pt x="2239" y="613015"/>
                  </a:lnTo>
                  <a:lnTo>
                    <a:pt x="8830" y="662424"/>
                  </a:lnTo>
                  <a:lnTo>
                    <a:pt x="19583" y="710392"/>
                  </a:lnTo>
                  <a:lnTo>
                    <a:pt x="34307" y="756729"/>
                  </a:lnTo>
                  <a:lnTo>
                    <a:pt x="52813" y="801244"/>
                  </a:lnTo>
                  <a:lnTo>
                    <a:pt x="74908" y="843748"/>
                  </a:lnTo>
                  <a:lnTo>
                    <a:pt x="100405" y="884048"/>
                  </a:lnTo>
                  <a:lnTo>
                    <a:pt x="129111" y="921956"/>
                  </a:lnTo>
                  <a:lnTo>
                    <a:pt x="160837" y="957280"/>
                  </a:lnTo>
                  <a:lnTo>
                    <a:pt x="195392" y="989830"/>
                  </a:lnTo>
                  <a:lnTo>
                    <a:pt x="232587" y="1019415"/>
                  </a:lnTo>
                  <a:lnTo>
                    <a:pt x="272230" y="1045845"/>
                  </a:lnTo>
                  <a:lnTo>
                    <a:pt x="314132" y="1068929"/>
                  </a:lnTo>
                  <a:lnTo>
                    <a:pt x="358102" y="1088477"/>
                  </a:lnTo>
                  <a:lnTo>
                    <a:pt x="403949" y="1104298"/>
                  </a:lnTo>
                  <a:lnTo>
                    <a:pt x="451485" y="1116202"/>
                  </a:lnTo>
                  <a:lnTo>
                    <a:pt x="536194" y="1124839"/>
                  </a:lnTo>
                  <a:lnTo>
                    <a:pt x="536194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91699" y="0"/>
              <a:ext cx="1900555" cy="6858000"/>
            </a:xfrm>
            <a:custGeom>
              <a:avLst/>
              <a:gdLst/>
              <a:ahLst/>
              <a:cxnLst/>
              <a:rect l="l" t="t" r="r" b="b"/>
              <a:pathLst>
                <a:path w="1900554" h="6858000">
                  <a:moveTo>
                    <a:pt x="1130808" y="1371727"/>
                  </a:moveTo>
                  <a:lnTo>
                    <a:pt x="1128725" y="1322946"/>
                  </a:lnTo>
                  <a:lnTo>
                    <a:pt x="1122616" y="1275308"/>
                  </a:lnTo>
                  <a:lnTo>
                    <a:pt x="1112634" y="1228991"/>
                  </a:lnTo>
                  <a:lnTo>
                    <a:pt x="1105408" y="1205318"/>
                  </a:lnTo>
                  <a:lnTo>
                    <a:pt x="1105408" y="1371473"/>
                  </a:lnTo>
                  <a:lnTo>
                    <a:pt x="1103198" y="1420622"/>
                  </a:lnTo>
                  <a:lnTo>
                    <a:pt x="1096746" y="1468158"/>
                  </a:lnTo>
                  <a:lnTo>
                    <a:pt x="1096695" y="1468539"/>
                  </a:lnTo>
                  <a:lnTo>
                    <a:pt x="1086231" y="1514475"/>
                  </a:lnTo>
                  <a:lnTo>
                    <a:pt x="1086104" y="1515021"/>
                  </a:lnTo>
                  <a:lnTo>
                    <a:pt x="1071613" y="1559890"/>
                  </a:lnTo>
                  <a:lnTo>
                    <a:pt x="1053401" y="1602943"/>
                  </a:lnTo>
                  <a:lnTo>
                    <a:pt x="1031786" y="1643773"/>
                  </a:lnTo>
                  <a:lnTo>
                    <a:pt x="1031671" y="1644015"/>
                  </a:lnTo>
                  <a:lnTo>
                    <a:pt x="1006602" y="1682889"/>
                  </a:lnTo>
                  <a:lnTo>
                    <a:pt x="978382" y="1719376"/>
                  </a:lnTo>
                  <a:lnTo>
                    <a:pt x="947216" y="1753298"/>
                  </a:lnTo>
                  <a:lnTo>
                    <a:pt x="913295" y="1784464"/>
                  </a:lnTo>
                  <a:lnTo>
                    <a:pt x="876808" y="1812683"/>
                  </a:lnTo>
                  <a:lnTo>
                    <a:pt x="837933" y="1837753"/>
                  </a:lnTo>
                  <a:lnTo>
                    <a:pt x="796861" y="1859483"/>
                  </a:lnTo>
                  <a:lnTo>
                    <a:pt x="753808" y="1877695"/>
                  </a:lnTo>
                  <a:lnTo>
                    <a:pt x="708939" y="1892185"/>
                  </a:lnTo>
                  <a:lnTo>
                    <a:pt x="662457" y="1902777"/>
                  </a:lnTo>
                  <a:lnTo>
                    <a:pt x="614540" y="1909279"/>
                  </a:lnTo>
                  <a:lnTo>
                    <a:pt x="565404" y="1911477"/>
                  </a:lnTo>
                  <a:lnTo>
                    <a:pt x="516255" y="1909279"/>
                  </a:lnTo>
                  <a:lnTo>
                    <a:pt x="468337" y="1902777"/>
                  </a:lnTo>
                  <a:lnTo>
                    <a:pt x="421855" y="1892185"/>
                  </a:lnTo>
                  <a:lnTo>
                    <a:pt x="376986" y="1877695"/>
                  </a:lnTo>
                  <a:lnTo>
                    <a:pt x="333933" y="1859483"/>
                  </a:lnTo>
                  <a:lnTo>
                    <a:pt x="292862" y="1837753"/>
                  </a:lnTo>
                  <a:lnTo>
                    <a:pt x="253987" y="1812683"/>
                  </a:lnTo>
                  <a:lnTo>
                    <a:pt x="217500" y="1784464"/>
                  </a:lnTo>
                  <a:lnTo>
                    <a:pt x="183565" y="1753298"/>
                  </a:lnTo>
                  <a:lnTo>
                    <a:pt x="152412" y="1719376"/>
                  </a:lnTo>
                  <a:lnTo>
                    <a:pt x="124193" y="1682889"/>
                  </a:lnTo>
                  <a:lnTo>
                    <a:pt x="99123" y="1644015"/>
                  </a:lnTo>
                  <a:lnTo>
                    <a:pt x="77393" y="1602943"/>
                  </a:lnTo>
                  <a:lnTo>
                    <a:pt x="59182" y="1559890"/>
                  </a:lnTo>
                  <a:lnTo>
                    <a:pt x="44691" y="1515021"/>
                  </a:lnTo>
                  <a:lnTo>
                    <a:pt x="34099" y="1468539"/>
                  </a:lnTo>
                  <a:lnTo>
                    <a:pt x="27597" y="1420622"/>
                  </a:lnTo>
                  <a:lnTo>
                    <a:pt x="25400" y="1371727"/>
                  </a:lnTo>
                  <a:lnTo>
                    <a:pt x="25400" y="1371473"/>
                  </a:lnTo>
                  <a:lnTo>
                    <a:pt x="27571" y="1322946"/>
                  </a:lnTo>
                  <a:lnTo>
                    <a:pt x="27597" y="1322336"/>
                  </a:lnTo>
                  <a:lnTo>
                    <a:pt x="33972" y="1275308"/>
                  </a:lnTo>
                  <a:lnTo>
                    <a:pt x="44691" y="1227950"/>
                  </a:lnTo>
                  <a:lnTo>
                    <a:pt x="59182" y="1183081"/>
                  </a:lnTo>
                  <a:lnTo>
                    <a:pt x="77393" y="1140028"/>
                  </a:lnTo>
                  <a:lnTo>
                    <a:pt x="99123" y="1098981"/>
                  </a:lnTo>
                  <a:lnTo>
                    <a:pt x="124193" y="1060119"/>
                  </a:lnTo>
                  <a:lnTo>
                    <a:pt x="152412" y="1023632"/>
                  </a:lnTo>
                  <a:lnTo>
                    <a:pt x="183578" y="989711"/>
                  </a:lnTo>
                  <a:lnTo>
                    <a:pt x="217500" y="958570"/>
                  </a:lnTo>
                  <a:lnTo>
                    <a:pt x="253987" y="930363"/>
                  </a:lnTo>
                  <a:lnTo>
                    <a:pt x="292862" y="905306"/>
                  </a:lnTo>
                  <a:lnTo>
                    <a:pt x="333933" y="883577"/>
                  </a:lnTo>
                  <a:lnTo>
                    <a:pt x="376986" y="865378"/>
                  </a:lnTo>
                  <a:lnTo>
                    <a:pt x="421855" y="850887"/>
                  </a:lnTo>
                  <a:lnTo>
                    <a:pt x="468337" y="840295"/>
                  </a:lnTo>
                  <a:lnTo>
                    <a:pt x="516255" y="833805"/>
                  </a:lnTo>
                  <a:lnTo>
                    <a:pt x="565404" y="831596"/>
                  </a:lnTo>
                  <a:lnTo>
                    <a:pt x="614540" y="833805"/>
                  </a:lnTo>
                  <a:lnTo>
                    <a:pt x="662457" y="840295"/>
                  </a:lnTo>
                  <a:lnTo>
                    <a:pt x="708939" y="850887"/>
                  </a:lnTo>
                  <a:lnTo>
                    <a:pt x="753808" y="865378"/>
                  </a:lnTo>
                  <a:lnTo>
                    <a:pt x="796861" y="883577"/>
                  </a:lnTo>
                  <a:lnTo>
                    <a:pt x="837933" y="905306"/>
                  </a:lnTo>
                  <a:lnTo>
                    <a:pt x="876808" y="930363"/>
                  </a:lnTo>
                  <a:lnTo>
                    <a:pt x="913295" y="958570"/>
                  </a:lnTo>
                  <a:lnTo>
                    <a:pt x="947229" y="989711"/>
                  </a:lnTo>
                  <a:lnTo>
                    <a:pt x="978382" y="1023632"/>
                  </a:lnTo>
                  <a:lnTo>
                    <a:pt x="1006602" y="1060119"/>
                  </a:lnTo>
                  <a:lnTo>
                    <a:pt x="1031671" y="1098981"/>
                  </a:lnTo>
                  <a:lnTo>
                    <a:pt x="1053401" y="1140028"/>
                  </a:lnTo>
                  <a:lnTo>
                    <a:pt x="1071613" y="1183081"/>
                  </a:lnTo>
                  <a:lnTo>
                    <a:pt x="1086104" y="1227950"/>
                  </a:lnTo>
                  <a:lnTo>
                    <a:pt x="1096695" y="1274432"/>
                  </a:lnTo>
                  <a:lnTo>
                    <a:pt x="1103198" y="1322336"/>
                  </a:lnTo>
                  <a:lnTo>
                    <a:pt x="1105408" y="1371473"/>
                  </a:lnTo>
                  <a:lnTo>
                    <a:pt x="1105408" y="1205318"/>
                  </a:lnTo>
                  <a:lnTo>
                    <a:pt x="1081747" y="1141018"/>
                  </a:lnTo>
                  <a:lnTo>
                    <a:pt x="1061186" y="1099693"/>
                  </a:lnTo>
                  <a:lnTo>
                    <a:pt x="1037437" y="1060361"/>
                  </a:lnTo>
                  <a:lnTo>
                    <a:pt x="1010653" y="1023213"/>
                  </a:lnTo>
                  <a:lnTo>
                    <a:pt x="981036" y="988402"/>
                  </a:lnTo>
                  <a:lnTo>
                    <a:pt x="948728" y="956094"/>
                  </a:lnTo>
                  <a:lnTo>
                    <a:pt x="913917" y="926477"/>
                  </a:lnTo>
                  <a:lnTo>
                    <a:pt x="876769" y="899693"/>
                  </a:lnTo>
                  <a:lnTo>
                    <a:pt x="837438" y="875944"/>
                  </a:lnTo>
                  <a:lnTo>
                    <a:pt x="796112" y="855383"/>
                  </a:lnTo>
                  <a:lnTo>
                    <a:pt x="752957" y="838174"/>
                  </a:lnTo>
                  <a:lnTo>
                    <a:pt x="708139" y="824496"/>
                  </a:lnTo>
                  <a:lnTo>
                    <a:pt x="661822" y="814514"/>
                  </a:lnTo>
                  <a:lnTo>
                    <a:pt x="614184" y="808405"/>
                  </a:lnTo>
                  <a:lnTo>
                    <a:pt x="565404" y="806323"/>
                  </a:lnTo>
                  <a:lnTo>
                    <a:pt x="516610" y="808405"/>
                  </a:lnTo>
                  <a:lnTo>
                    <a:pt x="468972" y="814514"/>
                  </a:lnTo>
                  <a:lnTo>
                    <a:pt x="422656" y="824496"/>
                  </a:lnTo>
                  <a:lnTo>
                    <a:pt x="377837" y="838174"/>
                  </a:lnTo>
                  <a:lnTo>
                    <a:pt x="334683" y="855383"/>
                  </a:lnTo>
                  <a:lnTo>
                    <a:pt x="293357" y="875944"/>
                  </a:lnTo>
                  <a:lnTo>
                    <a:pt x="254025" y="899693"/>
                  </a:lnTo>
                  <a:lnTo>
                    <a:pt x="216877" y="926477"/>
                  </a:lnTo>
                  <a:lnTo>
                    <a:pt x="182067" y="956094"/>
                  </a:lnTo>
                  <a:lnTo>
                    <a:pt x="149758" y="988402"/>
                  </a:lnTo>
                  <a:lnTo>
                    <a:pt x="120142" y="1023213"/>
                  </a:lnTo>
                  <a:lnTo>
                    <a:pt x="93357" y="1060361"/>
                  </a:lnTo>
                  <a:lnTo>
                    <a:pt x="69608" y="1099693"/>
                  </a:lnTo>
                  <a:lnTo>
                    <a:pt x="49047" y="1141018"/>
                  </a:lnTo>
                  <a:lnTo>
                    <a:pt x="31838" y="1184173"/>
                  </a:lnTo>
                  <a:lnTo>
                    <a:pt x="18161" y="1228991"/>
                  </a:lnTo>
                  <a:lnTo>
                    <a:pt x="8178" y="1275308"/>
                  </a:lnTo>
                  <a:lnTo>
                    <a:pt x="2146" y="1322336"/>
                  </a:lnTo>
                  <a:lnTo>
                    <a:pt x="0" y="1371473"/>
                  </a:lnTo>
                  <a:lnTo>
                    <a:pt x="0" y="1371727"/>
                  </a:lnTo>
                  <a:lnTo>
                    <a:pt x="2082" y="1420622"/>
                  </a:lnTo>
                  <a:lnTo>
                    <a:pt x="8178" y="1468158"/>
                  </a:lnTo>
                  <a:lnTo>
                    <a:pt x="18161" y="1514475"/>
                  </a:lnTo>
                  <a:lnTo>
                    <a:pt x="31838" y="1559293"/>
                  </a:lnTo>
                  <a:lnTo>
                    <a:pt x="49047" y="1602447"/>
                  </a:lnTo>
                  <a:lnTo>
                    <a:pt x="69608" y="1643773"/>
                  </a:lnTo>
                  <a:lnTo>
                    <a:pt x="93357" y="1683105"/>
                  </a:lnTo>
                  <a:lnTo>
                    <a:pt x="120142" y="1720253"/>
                  </a:lnTo>
                  <a:lnTo>
                    <a:pt x="149758" y="1755063"/>
                  </a:lnTo>
                  <a:lnTo>
                    <a:pt x="182067" y="1787372"/>
                  </a:lnTo>
                  <a:lnTo>
                    <a:pt x="216877" y="1816989"/>
                  </a:lnTo>
                  <a:lnTo>
                    <a:pt x="254025" y="1843773"/>
                  </a:lnTo>
                  <a:lnTo>
                    <a:pt x="293357" y="1867522"/>
                  </a:lnTo>
                  <a:lnTo>
                    <a:pt x="334683" y="1888083"/>
                  </a:lnTo>
                  <a:lnTo>
                    <a:pt x="377837" y="1905292"/>
                  </a:lnTo>
                  <a:lnTo>
                    <a:pt x="422656" y="1918970"/>
                  </a:lnTo>
                  <a:lnTo>
                    <a:pt x="468972" y="1928952"/>
                  </a:lnTo>
                  <a:lnTo>
                    <a:pt x="516610" y="1935060"/>
                  </a:lnTo>
                  <a:lnTo>
                    <a:pt x="565404" y="1937131"/>
                  </a:lnTo>
                  <a:lnTo>
                    <a:pt x="614184" y="1935060"/>
                  </a:lnTo>
                  <a:lnTo>
                    <a:pt x="661822" y="1928952"/>
                  </a:lnTo>
                  <a:lnTo>
                    <a:pt x="708139" y="1918970"/>
                  </a:lnTo>
                  <a:lnTo>
                    <a:pt x="732663" y="1911477"/>
                  </a:lnTo>
                  <a:lnTo>
                    <a:pt x="752957" y="1905292"/>
                  </a:lnTo>
                  <a:lnTo>
                    <a:pt x="796112" y="1888083"/>
                  </a:lnTo>
                  <a:lnTo>
                    <a:pt x="837438" y="1867522"/>
                  </a:lnTo>
                  <a:lnTo>
                    <a:pt x="876769" y="1843773"/>
                  </a:lnTo>
                  <a:lnTo>
                    <a:pt x="913917" y="1816989"/>
                  </a:lnTo>
                  <a:lnTo>
                    <a:pt x="948728" y="1787372"/>
                  </a:lnTo>
                  <a:lnTo>
                    <a:pt x="981036" y="1755063"/>
                  </a:lnTo>
                  <a:lnTo>
                    <a:pt x="1010653" y="1720253"/>
                  </a:lnTo>
                  <a:lnTo>
                    <a:pt x="1037437" y="1683105"/>
                  </a:lnTo>
                  <a:lnTo>
                    <a:pt x="1061186" y="1643773"/>
                  </a:lnTo>
                  <a:lnTo>
                    <a:pt x="1081747" y="1602447"/>
                  </a:lnTo>
                  <a:lnTo>
                    <a:pt x="1098956" y="1559293"/>
                  </a:lnTo>
                  <a:lnTo>
                    <a:pt x="1112634" y="1514475"/>
                  </a:lnTo>
                  <a:lnTo>
                    <a:pt x="1122527" y="1468539"/>
                  </a:lnTo>
                  <a:lnTo>
                    <a:pt x="1122616" y="1468158"/>
                  </a:lnTo>
                  <a:lnTo>
                    <a:pt x="1128712" y="1420622"/>
                  </a:lnTo>
                  <a:lnTo>
                    <a:pt x="1130808" y="1371727"/>
                  </a:lnTo>
                  <a:close/>
                </a:path>
                <a:path w="1900554" h="6858000">
                  <a:moveTo>
                    <a:pt x="1130808" y="0"/>
                  </a:moveTo>
                  <a:lnTo>
                    <a:pt x="1105408" y="0"/>
                  </a:lnTo>
                  <a:lnTo>
                    <a:pt x="1094359" y="108585"/>
                  </a:lnTo>
                  <a:lnTo>
                    <a:pt x="1082992" y="153987"/>
                  </a:lnTo>
                  <a:lnTo>
                    <a:pt x="1067892" y="197777"/>
                  </a:lnTo>
                  <a:lnTo>
                    <a:pt x="1049223" y="239776"/>
                  </a:lnTo>
                  <a:lnTo>
                    <a:pt x="1027188" y="279793"/>
                  </a:lnTo>
                  <a:lnTo>
                    <a:pt x="1001953" y="317652"/>
                  </a:lnTo>
                  <a:lnTo>
                    <a:pt x="973696" y="353174"/>
                  </a:lnTo>
                  <a:lnTo>
                    <a:pt x="942619" y="386168"/>
                  </a:lnTo>
                  <a:lnTo>
                    <a:pt x="908888" y="416471"/>
                  </a:lnTo>
                  <a:lnTo>
                    <a:pt x="872680" y="443877"/>
                  </a:lnTo>
                  <a:lnTo>
                    <a:pt x="834186" y="468223"/>
                  </a:lnTo>
                  <a:lnTo>
                    <a:pt x="793597" y="489331"/>
                  </a:lnTo>
                  <a:lnTo>
                    <a:pt x="751078" y="506996"/>
                  </a:lnTo>
                  <a:lnTo>
                    <a:pt x="706818" y="521055"/>
                  </a:lnTo>
                  <a:lnTo>
                    <a:pt x="660996" y="531329"/>
                  </a:lnTo>
                  <a:lnTo>
                    <a:pt x="613791" y="537616"/>
                  </a:lnTo>
                  <a:lnTo>
                    <a:pt x="565404" y="539750"/>
                  </a:lnTo>
                  <a:lnTo>
                    <a:pt x="517004" y="537616"/>
                  </a:lnTo>
                  <a:lnTo>
                    <a:pt x="469798" y="531329"/>
                  </a:lnTo>
                  <a:lnTo>
                    <a:pt x="423976" y="521055"/>
                  </a:lnTo>
                  <a:lnTo>
                    <a:pt x="379717" y="506996"/>
                  </a:lnTo>
                  <a:lnTo>
                    <a:pt x="337197" y="489331"/>
                  </a:lnTo>
                  <a:lnTo>
                    <a:pt x="296608" y="468223"/>
                  </a:lnTo>
                  <a:lnTo>
                    <a:pt x="258114" y="443877"/>
                  </a:lnTo>
                  <a:lnTo>
                    <a:pt x="221907" y="416471"/>
                  </a:lnTo>
                  <a:lnTo>
                    <a:pt x="188175" y="386168"/>
                  </a:lnTo>
                  <a:lnTo>
                    <a:pt x="157099" y="353174"/>
                  </a:lnTo>
                  <a:lnTo>
                    <a:pt x="128841" y="317652"/>
                  </a:lnTo>
                  <a:lnTo>
                    <a:pt x="103606" y="279793"/>
                  </a:lnTo>
                  <a:lnTo>
                    <a:pt x="81572" y="239776"/>
                  </a:lnTo>
                  <a:lnTo>
                    <a:pt x="62903" y="197777"/>
                  </a:lnTo>
                  <a:lnTo>
                    <a:pt x="47802" y="153987"/>
                  </a:lnTo>
                  <a:lnTo>
                    <a:pt x="36449" y="108585"/>
                  </a:lnTo>
                  <a:lnTo>
                    <a:pt x="25527" y="0"/>
                  </a:lnTo>
                  <a:lnTo>
                    <a:pt x="0" y="0"/>
                  </a:lnTo>
                  <a:lnTo>
                    <a:pt x="2070" y="48793"/>
                  </a:lnTo>
                  <a:lnTo>
                    <a:pt x="8178" y="96431"/>
                  </a:lnTo>
                  <a:lnTo>
                    <a:pt x="18161" y="142748"/>
                  </a:lnTo>
                  <a:lnTo>
                    <a:pt x="31838" y="187566"/>
                  </a:lnTo>
                  <a:lnTo>
                    <a:pt x="49047" y="230720"/>
                  </a:lnTo>
                  <a:lnTo>
                    <a:pt x="69608" y="272046"/>
                  </a:lnTo>
                  <a:lnTo>
                    <a:pt x="93357" y="311378"/>
                  </a:lnTo>
                  <a:lnTo>
                    <a:pt x="120142" y="348526"/>
                  </a:lnTo>
                  <a:lnTo>
                    <a:pt x="149758" y="383336"/>
                  </a:lnTo>
                  <a:lnTo>
                    <a:pt x="182067" y="415645"/>
                  </a:lnTo>
                  <a:lnTo>
                    <a:pt x="216877" y="445262"/>
                  </a:lnTo>
                  <a:lnTo>
                    <a:pt x="254025" y="472046"/>
                  </a:lnTo>
                  <a:lnTo>
                    <a:pt x="293357" y="495795"/>
                  </a:lnTo>
                  <a:lnTo>
                    <a:pt x="334683" y="516356"/>
                  </a:lnTo>
                  <a:lnTo>
                    <a:pt x="377837" y="533565"/>
                  </a:lnTo>
                  <a:lnTo>
                    <a:pt x="422656" y="547243"/>
                  </a:lnTo>
                  <a:lnTo>
                    <a:pt x="468972" y="557225"/>
                  </a:lnTo>
                  <a:lnTo>
                    <a:pt x="516610" y="563333"/>
                  </a:lnTo>
                  <a:lnTo>
                    <a:pt x="565404" y="565404"/>
                  </a:lnTo>
                  <a:lnTo>
                    <a:pt x="614184" y="563333"/>
                  </a:lnTo>
                  <a:lnTo>
                    <a:pt x="661822" y="557225"/>
                  </a:lnTo>
                  <a:lnTo>
                    <a:pt x="708139" y="547243"/>
                  </a:lnTo>
                  <a:lnTo>
                    <a:pt x="752957" y="533565"/>
                  </a:lnTo>
                  <a:lnTo>
                    <a:pt x="796112" y="516356"/>
                  </a:lnTo>
                  <a:lnTo>
                    <a:pt x="837438" y="495795"/>
                  </a:lnTo>
                  <a:lnTo>
                    <a:pt x="876769" y="472046"/>
                  </a:lnTo>
                  <a:lnTo>
                    <a:pt x="913917" y="445262"/>
                  </a:lnTo>
                  <a:lnTo>
                    <a:pt x="948728" y="415645"/>
                  </a:lnTo>
                  <a:lnTo>
                    <a:pt x="981036" y="383336"/>
                  </a:lnTo>
                  <a:lnTo>
                    <a:pt x="1010653" y="348526"/>
                  </a:lnTo>
                  <a:lnTo>
                    <a:pt x="1037437" y="311378"/>
                  </a:lnTo>
                  <a:lnTo>
                    <a:pt x="1061186" y="272046"/>
                  </a:lnTo>
                  <a:lnTo>
                    <a:pt x="1081747" y="230720"/>
                  </a:lnTo>
                  <a:lnTo>
                    <a:pt x="1098956" y="187566"/>
                  </a:lnTo>
                  <a:lnTo>
                    <a:pt x="1112634" y="142748"/>
                  </a:lnTo>
                  <a:lnTo>
                    <a:pt x="1122616" y="96431"/>
                  </a:lnTo>
                  <a:lnTo>
                    <a:pt x="1128725" y="48793"/>
                  </a:lnTo>
                  <a:lnTo>
                    <a:pt x="1130808" y="0"/>
                  </a:lnTo>
                  <a:close/>
                </a:path>
                <a:path w="1900554" h="6858000">
                  <a:moveTo>
                    <a:pt x="1900301" y="6295910"/>
                  </a:moveTo>
                  <a:lnTo>
                    <a:pt x="1830197" y="6302108"/>
                  </a:lnTo>
                  <a:lnTo>
                    <a:pt x="1782203" y="6312865"/>
                  </a:lnTo>
                  <a:lnTo>
                    <a:pt x="1735848" y="6327584"/>
                  </a:lnTo>
                  <a:lnTo>
                    <a:pt x="1691335" y="6346088"/>
                  </a:lnTo>
                  <a:lnTo>
                    <a:pt x="1648828" y="6368186"/>
                  </a:lnTo>
                  <a:lnTo>
                    <a:pt x="1608518" y="6393688"/>
                  </a:lnTo>
                  <a:lnTo>
                    <a:pt x="1570621" y="6422390"/>
                  </a:lnTo>
                  <a:lnTo>
                    <a:pt x="1535303" y="6454102"/>
                  </a:lnTo>
                  <a:lnTo>
                    <a:pt x="1502752" y="6488658"/>
                  </a:lnTo>
                  <a:lnTo>
                    <a:pt x="1473174" y="6525844"/>
                  </a:lnTo>
                  <a:lnTo>
                    <a:pt x="1446758" y="6565481"/>
                  </a:lnTo>
                  <a:lnTo>
                    <a:pt x="1423670" y="6607378"/>
                  </a:lnTo>
                  <a:lnTo>
                    <a:pt x="1404137" y="6651345"/>
                  </a:lnTo>
                  <a:lnTo>
                    <a:pt x="1388313" y="6697180"/>
                  </a:lnTo>
                  <a:lnTo>
                    <a:pt x="1376426" y="6744703"/>
                  </a:lnTo>
                  <a:lnTo>
                    <a:pt x="1364996" y="6858000"/>
                  </a:lnTo>
                  <a:lnTo>
                    <a:pt x="1390269" y="6858000"/>
                  </a:lnTo>
                  <a:lnTo>
                    <a:pt x="1401191" y="6749605"/>
                  </a:lnTo>
                  <a:lnTo>
                    <a:pt x="1413586" y="6700787"/>
                  </a:lnTo>
                  <a:lnTo>
                    <a:pt x="1430324" y="6653860"/>
                  </a:lnTo>
                  <a:lnTo>
                    <a:pt x="1451140" y="6609029"/>
                  </a:lnTo>
                  <a:lnTo>
                    <a:pt x="1475841" y="6566548"/>
                  </a:lnTo>
                  <a:lnTo>
                    <a:pt x="1504162" y="6526631"/>
                  </a:lnTo>
                  <a:lnTo>
                    <a:pt x="1535912" y="6489509"/>
                  </a:lnTo>
                  <a:lnTo>
                    <a:pt x="1570850" y="6455397"/>
                  </a:lnTo>
                  <a:lnTo>
                    <a:pt x="1608734" y="6424549"/>
                  </a:lnTo>
                  <a:lnTo>
                    <a:pt x="1649361" y="6397155"/>
                  </a:lnTo>
                  <a:lnTo>
                    <a:pt x="1692490" y="6373482"/>
                  </a:lnTo>
                  <a:lnTo>
                    <a:pt x="1737893" y="6353721"/>
                  </a:lnTo>
                  <a:lnTo>
                    <a:pt x="1785353" y="6338125"/>
                  </a:lnTo>
                  <a:lnTo>
                    <a:pt x="1834642" y="6326899"/>
                  </a:lnTo>
                  <a:lnTo>
                    <a:pt x="1900301" y="6321107"/>
                  </a:lnTo>
                  <a:lnTo>
                    <a:pt x="1900301" y="6295910"/>
                  </a:lnTo>
                  <a:close/>
                </a:path>
                <a:path w="1900554" h="6858000">
                  <a:moveTo>
                    <a:pt x="1900301" y="3552825"/>
                  </a:moveTo>
                  <a:lnTo>
                    <a:pt x="1816354" y="3561346"/>
                  </a:lnTo>
                  <a:lnTo>
                    <a:pt x="1768817" y="3573246"/>
                  </a:lnTo>
                  <a:lnTo>
                    <a:pt x="1722970" y="3589070"/>
                  </a:lnTo>
                  <a:lnTo>
                    <a:pt x="1678990" y="3608616"/>
                  </a:lnTo>
                  <a:lnTo>
                    <a:pt x="1637093" y="3631704"/>
                  </a:lnTo>
                  <a:lnTo>
                    <a:pt x="1597444" y="3658133"/>
                  </a:lnTo>
                  <a:lnTo>
                    <a:pt x="1560258" y="3687711"/>
                  </a:lnTo>
                  <a:lnTo>
                    <a:pt x="1525701" y="3720261"/>
                  </a:lnTo>
                  <a:lnTo>
                    <a:pt x="1493977" y="3755593"/>
                  </a:lnTo>
                  <a:lnTo>
                    <a:pt x="1465262" y="3793490"/>
                  </a:lnTo>
                  <a:lnTo>
                    <a:pt x="1439773" y="3833799"/>
                  </a:lnTo>
                  <a:lnTo>
                    <a:pt x="1417675" y="3876294"/>
                  </a:lnTo>
                  <a:lnTo>
                    <a:pt x="1399171" y="3920820"/>
                  </a:lnTo>
                  <a:lnTo>
                    <a:pt x="1384452" y="3967149"/>
                  </a:lnTo>
                  <a:lnTo>
                    <a:pt x="1373695" y="4015117"/>
                  </a:lnTo>
                  <a:lnTo>
                    <a:pt x="1367104" y="4064533"/>
                  </a:lnTo>
                  <a:lnTo>
                    <a:pt x="1364869" y="4115181"/>
                  </a:lnTo>
                  <a:lnTo>
                    <a:pt x="1367104" y="4165841"/>
                  </a:lnTo>
                  <a:lnTo>
                    <a:pt x="1373695" y="4215257"/>
                  </a:lnTo>
                  <a:lnTo>
                    <a:pt x="1384452" y="4263225"/>
                  </a:lnTo>
                  <a:lnTo>
                    <a:pt x="1399171" y="4309554"/>
                  </a:lnTo>
                  <a:lnTo>
                    <a:pt x="1417675" y="4354080"/>
                  </a:lnTo>
                  <a:lnTo>
                    <a:pt x="1439773" y="4396575"/>
                  </a:lnTo>
                  <a:lnTo>
                    <a:pt x="1465262" y="4436884"/>
                  </a:lnTo>
                  <a:lnTo>
                    <a:pt x="1493977" y="4474781"/>
                  </a:lnTo>
                  <a:lnTo>
                    <a:pt x="1525701" y="4510113"/>
                  </a:lnTo>
                  <a:lnTo>
                    <a:pt x="1560258" y="4542663"/>
                  </a:lnTo>
                  <a:lnTo>
                    <a:pt x="1597444" y="4572241"/>
                  </a:lnTo>
                  <a:lnTo>
                    <a:pt x="1637093" y="4598670"/>
                  </a:lnTo>
                  <a:lnTo>
                    <a:pt x="1678990" y="4621758"/>
                  </a:lnTo>
                  <a:lnTo>
                    <a:pt x="1722970" y="4641304"/>
                  </a:lnTo>
                  <a:lnTo>
                    <a:pt x="1768817" y="4657128"/>
                  </a:lnTo>
                  <a:lnTo>
                    <a:pt x="1816354" y="4669028"/>
                  </a:lnTo>
                  <a:lnTo>
                    <a:pt x="1900301" y="4677537"/>
                  </a:lnTo>
                  <a:lnTo>
                    <a:pt x="1900301" y="4651883"/>
                  </a:lnTo>
                  <a:lnTo>
                    <a:pt x="1821434" y="4644009"/>
                  </a:lnTo>
                  <a:lnTo>
                    <a:pt x="1776018" y="4632630"/>
                  </a:lnTo>
                  <a:lnTo>
                    <a:pt x="1732241" y="4617504"/>
                  </a:lnTo>
                  <a:lnTo>
                    <a:pt x="1690243" y="4598835"/>
                  </a:lnTo>
                  <a:lnTo>
                    <a:pt x="1650225" y="4576775"/>
                  </a:lnTo>
                  <a:lnTo>
                    <a:pt x="1612366" y="4551527"/>
                  </a:lnTo>
                  <a:lnTo>
                    <a:pt x="1576844" y="4523270"/>
                  </a:lnTo>
                  <a:lnTo>
                    <a:pt x="1543850" y="4492180"/>
                  </a:lnTo>
                  <a:lnTo>
                    <a:pt x="1513547" y="4458436"/>
                  </a:lnTo>
                  <a:lnTo>
                    <a:pt x="1486141" y="4422229"/>
                  </a:lnTo>
                  <a:lnTo>
                    <a:pt x="1461795" y="4383735"/>
                  </a:lnTo>
                  <a:lnTo>
                    <a:pt x="1440688" y="4343133"/>
                  </a:lnTo>
                  <a:lnTo>
                    <a:pt x="1423022" y="4300613"/>
                  </a:lnTo>
                  <a:lnTo>
                    <a:pt x="1408963" y="4256354"/>
                  </a:lnTo>
                  <a:lnTo>
                    <a:pt x="1398689" y="4210532"/>
                  </a:lnTo>
                  <a:lnTo>
                    <a:pt x="1392402" y="4163326"/>
                  </a:lnTo>
                  <a:lnTo>
                    <a:pt x="1390269" y="4114927"/>
                  </a:lnTo>
                  <a:lnTo>
                    <a:pt x="1392402" y="4066552"/>
                  </a:lnTo>
                  <a:lnTo>
                    <a:pt x="1398689" y="4019372"/>
                  </a:lnTo>
                  <a:lnTo>
                    <a:pt x="1408963" y="3973563"/>
                  </a:lnTo>
                  <a:lnTo>
                    <a:pt x="1423022" y="3929303"/>
                  </a:lnTo>
                  <a:lnTo>
                    <a:pt x="1440688" y="3886784"/>
                  </a:lnTo>
                  <a:lnTo>
                    <a:pt x="1461795" y="3846195"/>
                  </a:lnTo>
                  <a:lnTo>
                    <a:pt x="1486141" y="3807701"/>
                  </a:lnTo>
                  <a:lnTo>
                    <a:pt x="1513547" y="3771493"/>
                  </a:lnTo>
                  <a:lnTo>
                    <a:pt x="1543850" y="3737749"/>
                  </a:lnTo>
                  <a:lnTo>
                    <a:pt x="1576844" y="3706660"/>
                  </a:lnTo>
                  <a:lnTo>
                    <a:pt x="1612366" y="3678402"/>
                  </a:lnTo>
                  <a:lnTo>
                    <a:pt x="1650225" y="3653167"/>
                  </a:lnTo>
                  <a:lnTo>
                    <a:pt x="1690243" y="3631120"/>
                  </a:lnTo>
                  <a:lnTo>
                    <a:pt x="1732241" y="3612451"/>
                  </a:lnTo>
                  <a:lnTo>
                    <a:pt x="1776018" y="3597338"/>
                  </a:lnTo>
                  <a:lnTo>
                    <a:pt x="1821434" y="3585972"/>
                  </a:lnTo>
                  <a:lnTo>
                    <a:pt x="1900301" y="3577983"/>
                  </a:lnTo>
                  <a:lnTo>
                    <a:pt x="1900301" y="3552825"/>
                  </a:lnTo>
                  <a:close/>
                </a:path>
                <a:path w="1900554" h="6858000">
                  <a:moveTo>
                    <a:pt x="1900301" y="2181098"/>
                  </a:moveTo>
                  <a:lnTo>
                    <a:pt x="1816354" y="2189607"/>
                  </a:lnTo>
                  <a:lnTo>
                    <a:pt x="1768817" y="2201519"/>
                  </a:lnTo>
                  <a:lnTo>
                    <a:pt x="1722970" y="2217343"/>
                  </a:lnTo>
                  <a:lnTo>
                    <a:pt x="1678990" y="2236889"/>
                  </a:lnTo>
                  <a:lnTo>
                    <a:pt x="1637093" y="2259977"/>
                  </a:lnTo>
                  <a:lnTo>
                    <a:pt x="1597444" y="2286406"/>
                  </a:lnTo>
                  <a:lnTo>
                    <a:pt x="1560258" y="2315984"/>
                  </a:lnTo>
                  <a:lnTo>
                    <a:pt x="1525701" y="2348534"/>
                  </a:lnTo>
                  <a:lnTo>
                    <a:pt x="1493977" y="2383866"/>
                  </a:lnTo>
                  <a:lnTo>
                    <a:pt x="1465262" y="2421763"/>
                  </a:lnTo>
                  <a:lnTo>
                    <a:pt x="1439773" y="2462072"/>
                  </a:lnTo>
                  <a:lnTo>
                    <a:pt x="1417675" y="2504567"/>
                  </a:lnTo>
                  <a:lnTo>
                    <a:pt x="1399171" y="2549080"/>
                  </a:lnTo>
                  <a:lnTo>
                    <a:pt x="1384452" y="2595422"/>
                  </a:lnTo>
                  <a:lnTo>
                    <a:pt x="1373695" y="2643390"/>
                  </a:lnTo>
                  <a:lnTo>
                    <a:pt x="1367104" y="2692806"/>
                  </a:lnTo>
                  <a:lnTo>
                    <a:pt x="1364869" y="2743454"/>
                  </a:lnTo>
                  <a:lnTo>
                    <a:pt x="1367104" y="2794114"/>
                  </a:lnTo>
                  <a:lnTo>
                    <a:pt x="1373695" y="2843530"/>
                  </a:lnTo>
                  <a:lnTo>
                    <a:pt x="1384452" y="2891498"/>
                  </a:lnTo>
                  <a:lnTo>
                    <a:pt x="1399171" y="2937840"/>
                  </a:lnTo>
                  <a:lnTo>
                    <a:pt x="1417675" y="2982353"/>
                  </a:lnTo>
                  <a:lnTo>
                    <a:pt x="1439773" y="3024848"/>
                  </a:lnTo>
                  <a:lnTo>
                    <a:pt x="1465262" y="3065157"/>
                  </a:lnTo>
                  <a:lnTo>
                    <a:pt x="1493977" y="3103067"/>
                  </a:lnTo>
                  <a:lnTo>
                    <a:pt x="1525701" y="3138386"/>
                  </a:lnTo>
                  <a:lnTo>
                    <a:pt x="1560258" y="3170936"/>
                  </a:lnTo>
                  <a:lnTo>
                    <a:pt x="1597444" y="3200514"/>
                  </a:lnTo>
                  <a:lnTo>
                    <a:pt x="1637093" y="3226955"/>
                  </a:lnTo>
                  <a:lnTo>
                    <a:pt x="1678990" y="3250031"/>
                  </a:lnTo>
                  <a:lnTo>
                    <a:pt x="1722970" y="3269577"/>
                  </a:lnTo>
                  <a:lnTo>
                    <a:pt x="1768817" y="3285401"/>
                  </a:lnTo>
                  <a:lnTo>
                    <a:pt x="1816354" y="3297301"/>
                  </a:lnTo>
                  <a:lnTo>
                    <a:pt x="1900301" y="3305810"/>
                  </a:lnTo>
                  <a:lnTo>
                    <a:pt x="1900301" y="3280156"/>
                  </a:lnTo>
                  <a:lnTo>
                    <a:pt x="1821434" y="3272282"/>
                  </a:lnTo>
                  <a:lnTo>
                    <a:pt x="1776018" y="3260902"/>
                  </a:lnTo>
                  <a:lnTo>
                    <a:pt x="1732241" y="3245777"/>
                  </a:lnTo>
                  <a:lnTo>
                    <a:pt x="1690243" y="3227108"/>
                  </a:lnTo>
                  <a:lnTo>
                    <a:pt x="1650225" y="3205048"/>
                  </a:lnTo>
                  <a:lnTo>
                    <a:pt x="1612366" y="3179800"/>
                  </a:lnTo>
                  <a:lnTo>
                    <a:pt x="1576844" y="3151543"/>
                  </a:lnTo>
                  <a:lnTo>
                    <a:pt x="1543850" y="3120453"/>
                  </a:lnTo>
                  <a:lnTo>
                    <a:pt x="1513547" y="3086709"/>
                  </a:lnTo>
                  <a:lnTo>
                    <a:pt x="1486141" y="3050502"/>
                  </a:lnTo>
                  <a:lnTo>
                    <a:pt x="1461795" y="3012008"/>
                  </a:lnTo>
                  <a:lnTo>
                    <a:pt x="1440688" y="2971406"/>
                  </a:lnTo>
                  <a:lnTo>
                    <a:pt x="1423022" y="2928886"/>
                  </a:lnTo>
                  <a:lnTo>
                    <a:pt x="1408963" y="2884627"/>
                  </a:lnTo>
                  <a:lnTo>
                    <a:pt x="1398689" y="2838805"/>
                  </a:lnTo>
                  <a:lnTo>
                    <a:pt x="1392402" y="2791599"/>
                  </a:lnTo>
                  <a:lnTo>
                    <a:pt x="1390269" y="2743200"/>
                  </a:lnTo>
                  <a:lnTo>
                    <a:pt x="1392402" y="2694825"/>
                  </a:lnTo>
                  <a:lnTo>
                    <a:pt x="1398689" y="2647645"/>
                  </a:lnTo>
                  <a:lnTo>
                    <a:pt x="1408963" y="2601836"/>
                  </a:lnTo>
                  <a:lnTo>
                    <a:pt x="1423022" y="2557576"/>
                  </a:lnTo>
                  <a:lnTo>
                    <a:pt x="1440688" y="2515057"/>
                  </a:lnTo>
                  <a:lnTo>
                    <a:pt x="1461795" y="2474468"/>
                  </a:lnTo>
                  <a:lnTo>
                    <a:pt x="1486141" y="2435974"/>
                  </a:lnTo>
                  <a:lnTo>
                    <a:pt x="1513547" y="2399766"/>
                  </a:lnTo>
                  <a:lnTo>
                    <a:pt x="1543850" y="2366022"/>
                  </a:lnTo>
                  <a:lnTo>
                    <a:pt x="1576844" y="2334933"/>
                  </a:lnTo>
                  <a:lnTo>
                    <a:pt x="1612366" y="2306675"/>
                  </a:lnTo>
                  <a:lnTo>
                    <a:pt x="1650225" y="2281440"/>
                  </a:lnTo>
                  <a:lnTo>
                    <a:pt x="1690243" y="2259393"/>
                  </a:lnTo>
                  <a:lnTo>
                    <a:pt x="1732241" y="2240724"/>
                  </a:lnTo>
                  <a:lnTo>
                    <a:pt x="1776018" y="2225611"/>
                  </a:lnTo>
                  <a:lnTo>
                    <a:pt x="1821434" y="2214245"/>
                  </a:lnTo>
                  <a:lnTo>
                    <a:pt x="1900301" y="2206244"/>
                  </a:lnTo>
                  <a:lnTo>
                    <a:pt x="1900301" y="2181098"/>
                  </a:lnTo>
                  <a:close/>
                </a:path>
                <a:path w="1900554" h="6858000">
                  <a:moveTo>
                    <a:pt x="1900301" y="537083"/>
                  </a:moveTo>
                  <a:lnTo>
                    <a:pt x="1834642" y="531368"/>
                  </a:lnTo>
                  <a:lnTo>
                    <a:pt x="1785353" y="520141"/>
                  </a:lnTo>
                  <a:lnTo>
                    <a:pt x="1737893" y="504520"/>
                  </a:lnTo>
                  <a:lnTo>
                    <a:pt x="1692490" y="484759"/>
                  </a:lnTo>
                  <a:lnTo>
                    <a:pt x="1649361" y="461060"/>
                  </a:lnTo>
                  <a:lnTo>
                    <a:pt x="1608734" y="433666"/>
                  </a:lnTo>
                  <a:lnTo>
                    <a:pt x="1570850" y="402793"/>
                  </a:lnTo>
                  <a:lnTo>
                    <a:pt x="1535912" y="368681"/>
                  </a:lnTo>
                  <a:lnTo>
                    <a:pt x="1504162" y="331558"/>
                  </a:lnTo>
                  <a:lnTo>
                    <a:pt x="1475841" y="291630"/>
                  </a:lnTo>
                  <a:lnTo>
                    <a:pt x="1451140" y="249148"/>
                  </a:lnTo>
                  <a:lnTo>
                    <a:pt x="1430324" y="204330"/>
                  </a:lnTo>
                  <a:lnTo>
                    <a:pt x="1413586" y="157403"/>
                  </a:lnTo>
                  <a:lnTo>
                    <a:pt x="1401191" y="108585"/>
                  </a:lnTo>
                  <a:lnTo>
                    <a:pt x="1390269" y="0"/>
                  </a:lnTo>
                  <a:lnTo>
                    <a:pt x="1364869" y="0"/>
                  </a:lnTo>
                  <a:lnTo>
                    <a:pt x="1367104" y="50660"/>
                  </a:lnTo>
                  <a:lnTo>
                    <a:pt x="1373695" y="100076"/>
                  </a:lnTo>
                  <a:lnTo>
                    <a:pt x="1384452" y="148043"/>
                  </a:lnTo>
                  <a:lnTo>
                    <a:pt x="1399171" y="194373"/>
                  </a:lnTo>
                  <a:lnTo>
                    <a:pt x="1417675" y="238899"/>
                  </a:lnTo>
                  <a:lnTo>
                    <a:pt x="1439773" y="281393"/>
                  </a:lnTo>
                  <a:lnTo>
                    <a:pt x="1465262" y="321703"/>
                  </a:lnTo>
                  <a:lnTo>
                    <a:pt x="1493977" y="359600"/>
                  </a:lnTo>
                  <a:lnTo>
                    <a:pt x="1525701" y="394931"/>
                  </a:lnTo>
                  <a:lnTo>
                    <a:pt x="1560258" y="427482"/>
                  </a:lnTo>
                  <a:lnTo>
                    <a:pt x="1597444" y="457060"/>
                  </a:lnTo>
                  <a:lnTo>
                    <a:pt x="1637093" y="483489"/>
                  </a:lnTo>
                  <a:lnTo>
                    <a:pt x="1678990" y="506577"/>
                  </a:lnTo>
                  <a:lnTo>
                    <a:pt x="1722970" y="526122"/>
                  </a:lnTo>
                  <a:lnTo>
                    <a:pt x="1768817" y="541947"/>
                  </a:lnTo>
                  <a:lnTo>
                    <a:pt x="1816354" y="553847"/>
                  </a:lnTo>
                  <a:lnTo>
                    <a:pt x="1900301" y="562356"/>
                  </a:lnTo>
                  <a:lnTo>
                    <a:pt x="1900301" y="53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2936494"/>
            <a:ext cx="8959215" cy="2909570"/>
            <a:chOff x="656539" y="2936494"/>
            <a:chExt cx="8959215" cy="2909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2936494"/>
              <a:ext cx="8959215" cy="10713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3855161"/>
              <a:ext cx="8123428" cy="10716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" y="4774387"/>
              <a:ext cx="4655692" cy="1071676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565150" y="6087109"/>
            <a:ext cx="9199245" cy="0"/>
          </a:xfrm>
          <a:custGeom>
            <a:avLst/>
            <a:gdLst/>
            <a:ahLst/>
            <a:cxnLst/>
            <a:rect l="l" t="t" r="r" b="b"/>
            <a:pathLst>
              <a:path w="9199245">
                <a:moveTo>
                  <a:pt x="0" y="0"/>
                </a:moveTo>
                <a:lnTo>
                  <a:pt x="919873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0302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290302" y="3546728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4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1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4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290" y="463042"/>
            <a:ext cx="1941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214A"/>
                </a:solidFill>
              </a:rPr>
              <a:t>References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96290" y="1035685"/>
            <a:ext cx="10857865" cy="5405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09880" indent="-342900">
              <a:lnSpc>
                <a:spcPct val="115100"/>
              </a:lnSpc>
              <a:spcBef>
                <a:spcPts val="10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lang="en-GB" dirty="0">
                <a:latin typeface="Arial MT"/>
                <a:cs typeface="Arial MT"/>
              </a:rPr>
              <a:t>Braun,</a:t>
            </a:r>
            <a:r>
              <a:rPr lang="en-GB" spc="-4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V.,</a:t>
            </a:r>
            <a:r>
              <a:rPr lang="en-GB" spc="-3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&amp;</a:t>
            </a:r>
            <a:r>
              <a:rPr lang="en-GB" spc="-3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Clarke,</a:t>
            </a:r>
            <a:r>
              <a:rPr lang="en-GB" spc="-2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V.</a:t>
            </a:r>
            <a:r>
              <a:rPr lang="en-GB" spc="-3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(2006).</a:t>
            </a:r>
            <a:r>
              <a:rPr lang="en-GB" spc="-10" dirty="0">
                <a:latin typeface="Arial MT"/>
                <a:cs typeface="Arial MT"/>
              </a:rPr>
              <a:t> </a:t>
            </a:r>
            <a:r>
              <a:rPr lang="en-GB" i="1" dirty="0">
                <a:latin typeface="Arial"/>
                <a:cs typeface="Arial"/>
              </a:rPr>
              <a:t>Using</a:t>
            </a:r>
            <a:r>
              <a:rPr lang="en-GB" i="1" spc="-2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Thematic</a:t>
            </a:r>
            <a:r>
              <a:rPr lang="en-GB" i="1" spc="-2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Analysis</a:t>
            </a:r>
            <a:r>
              <a:rPr lang="en-GB" i="1" spc="-2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in</a:t>
            </a:r>
            <a:r>
              <a:rPr lang="en-GB" i="1" spc="-40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Psychology</a:t>
            </a:r>
            <a:r>
              <a:rPr lang="en-GB" dirty="0">
                <a:latin typeface="Arial MT"/>
                <a:cs typeface="Arial MT"/>
              </a:rPr>
              <a:t>.</a:t>
            </a:r>
            <a:r>
              <a:rPr lang="en-GB" spc="-1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Qualitative</a:t>
            </a:r>
            <a:r>
              <a:rPr lang="en-GB" spc="-2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Research</a:t>
            </a:r>
            <a:r>
              <a:rPr lang="en-GB" spc="-10" dirty="0">
                <a:latin typeface="Arial MT"/>
                <a:cs typeface="Arial MT"/>
              </a:rPr>
              <a:t> </a:t>
            </a:r>
            <a:r>
              <a:rPr lang="en-GB" spc="-25" dirty="0">
                <a:latin typeface="Arial MT"/>
                <a:cs typeface="Arial MT"/>
              </a:rPr>
              <a:t>in </a:t>
            </a:r>
            <a:r>
              <a:rPr lang="en-GB" dirty="0">
                <a:latin typeface="Arial MT"/>
                <a:cs typeface="Arial MT"/>
              </a:rPr>
              <a:t>Psychology,</a:t>
            </a:r>
            <a:r>
              <a:rPr lang="en-GB" spc="-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3(2),</a:t>
            </a:r>
            <a:r>
              <a:rPr lang="en-GB" spc="-45" dirty="0">
                <a:latin typeface="Arial MT"/>
                <a:cs typeface="Arial MT"/>
              </a:rPr>
              <a:t> </a:t>
            </a:r>
            <a:r>
              <a:rPr lang="en-GB" spc="-10" dirty="0">
                <a:latin typeface="Arial MT"/>
                <a:cs typeface="Arial MT"/>
              </a:rPr>
              <a:t>77-</a:t>
            </a:r>
            <a:r>
              <a:rPr lang="en-GB" spc="-20" dirty="0">
                <a:latin typeface="Arial MT"/>
                <a:cs typeface="Arial MT"/>
              </a:rPr>
              <a:t>101 </a:t>
            </a:r>
          </a:p>
          <a:p>
            <a:pPr marL="355600" marR="309880" indent="-342900">
              <a:lnSpc>
                <a:spcPct val="115100"/>
              </a:lnSpc>
              <a:spcBef>
                <a:spcPts val="10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Creswell,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W.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(2013).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Qualitative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Inquiry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Research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Design: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Choosing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Among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Five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Approaches</a:t>
            </a:r>
            <a:r>
              <a:rPr sz="1800" spc="-10" dirty="0">
                <a:latin typeface="Arial MT"/>
                <a:cs typeface="Arial MT"/>
              </a:rPr>
              <a:t>. </a:t>
            </a:r>
            <a:r>
              <a:rPr sz="1800" dirty="0">
                <a:latin typeface="Arial MT"/>
                <a:cs typeface="Arial MT"/>
              </a:rPr>
              <a:t>SAGE</a:t>
            </a:r>
            <a:r>
              <a:rPr sz="1800" spc="-10" dirty="0">
                <a:latin typeface="Arial MT"/>
                <a:cs typeface="Arial MT"/>
              </a:rPr>
              <a:t> Publications.</a:t>
            </a:r>
            <a:endParaRPr lang="en-GB" sz="1800" spc="-10" dirty="0">
              <a:latin typeface="Arial MT"/>
              <a:cs typeface="Arial MT"/>
            </a:endParaRPr>
          </a:p>
          <a:p>
            <a:pPr marL="355600" marR="309880" indent="-342900">
              <a:lnSpc>
                <a:spcPct val="115100"/>
              </a:lnSpc>
              <a:spcBef>
                <a:spcPts val="10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lang="en-US" dirty="0">
                <a:latin typeface="Arial MT"/>
              </a:rPr>
              <a:t>Gray, E. (2022). Doing Research In The Real World (5</a:t>
            </a:r>
            <a:r>
              <a:rPr lang="en-US" baseline="30000" dirty="0">
                <a:latin typeface="Arial MT"/>
              </a:rPr>
              <a:t>th</a:t>
            </a:r>
            <a:r>
              <a:rPr lang="en-US" dirty="0">
                <a:latin typeface="Arial MT"/>
              </a:rPr>
              <a:t> ed.) Sage Publications.</a:t>
            </a:r>
          </a:p>
          <a:p>
            <a:pPr marL="355600" marR="309880" indent="-342900">
              <a:lnSpc>
                <a:spcPct val="115100"/>
              </a:lnSpc>
              <a:spcBef>
                <a:spcPts val="10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lang="en-GB" dirty="0">
                <a:latin typeface="Arial MT"/>
                <a:cs typeface="Arial MT"/>
              </a:rPr>
              <a:t>Lincoln,</a:t>
            </a:r>
            <a:r>
              <a:rPr lang="en-GB" spc="-1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Y.</a:t>
            </a:r>
            <a:r>
              <a:rPr lang="en-GB" spc="-2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S.,</a:t>
            </a:r>
            <a:r>
              <a:rPr lang="en-GB" spc="-2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&amp;</a:t>
            </a:r>
            <a:r>
              <a:rPr lang="en-GB" spc="-1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Guba,</a:t>
            </a:r>
            <a:r>
              <a:rPr lang="en-GB" spc="-2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E.</a:t>
            </a:r>
            <a:r>
              <a:rPr lang="en-GB" spc="-1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G.</a:t>
            </a:r>
            <a:r>
              <a:rPr lang="en-GB" spc="-2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(1985). </a:t>
            </a:r>
            <a:r>
              <a:rPr lang="en-GB" i="1" dirty="0">
                <a:latin typeface="Arial"/>
                <a:cs typeface="Arial"/>
              </a:rPr>
              <a:t>Naturalistic</a:t>
            </a:r>
            <a:r>
              <a:rPr lang="en-GB" i="1" spc="-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Inquiry</a:t>
            </a:r>
            <a:r>
              <a:rPr lang="en-GB" dirty="0">
                <a:latin typeface="Arial MT"/>
                <a:cs typeface="Arial MT"/>
              </a:rPr>
              <a:t>.</a:t>
            </a:r>
            <a:r>
              <a:rPr lang="en-GB" spc="-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SAGE</a:t>
            </a:r>
            <a:r>
              <a:rPr lang="en-GB" spc="-25" dirty="0">
                <a:latin typeface="Arial MT"/>
                <a:cs typeface="Arial MT"/>
              </a:rPr>
              <a:t> </a:t>
            </a:r>
            <a:r>
              <a:rPr lang="en-GB" spc="-10" dirty="0">
                <a:latin typeface="Arial MT"/>
                <a:cs typeface="Arial MT"/>
              </a:rPr>
              <a:t>Publications.</a:t>
            </a:r>
          </a:p>
          <a:p>
            <a:pPr marL="354965" indent="-342265">
              <a:lnSpc>
                <a:spcPct val="100000"/>
              </a:lnSpc>
              <a:spcBef>
                <a:spcPts val="112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en-GB" dirty="0">
                <a:latin typeface="Arial MT"/>
                <a:cs typeface="Arial MT"/>
              </a:rPr>
              <a:t>Maxwell,</a:t>
            </a:r>
            <a:r>
              <a:rPr lang="en-GB" spc="1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J.</a:t>
            </a:r>
            <a:r>
              <a:rPr lang="en-GB" spc="-3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A.</a:t>
            </a:r>
            <a:r>
              <a:rPr lang="en-GB" spc="-3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(2012).</a:t>
            </a:r>
            <a:r>
              <a:rPr lang="en-GB" spc="-20" dirty="0">
                <a:latin typeface="Arial MT"/>
                <a:cs typeface="Arial MT"/>
              </a:rPr>
              <a:t> </a:t>
            </a:r>
            <a:r>
              <a:rPr lang="en-GB" i="1" dirty="0">
                <a:latin typeface="Arial"/>
                <a:cs typeface="Arial"/>
              </a:rPr>
              <a:t>Qualitative</a:t>
            </a:r>
            <a:r>
              <a:rPr lang="en-GB" i="1" spc="-30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Research</a:t>
            </a:r>
            <a:r>
              <a:rPr lang="en-GB" i="1" spc="-1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Design:</a:t>
            </a:r>
            <a:r>
              <a:rPr lang="en-GB" i="1" spc="-20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An</a:t>
            </a:r>
            <a:r>
              <a:rPr lang="en-GB" i="1" spc="-4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Interactive</a:t>
            </a:r>
            <a:r>
              <a:rPr lang="en-GB" i="1" spc="-40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Approach</a:t>
            </a:r>
            <a:r>
              <a:rPr lang="en-GB" dirty="0">
                <a:latin typeface="Arial MT"/>
                <a:cs typeface="Arial MT"/>
              </a:rPr>
              <a:t>.</a:t>
            </a:r>
            <a:r>
              <a:rPr lang="en-GB" spc="-2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SAGE</a:t>
            </a:r>
            <a:r>
              <a:rPr lang="en-GB" spc="-40" dirty="0">
                <a:latin typeface="Arial MT"/>
                <a:cs typeface="Arial MT"/>
              </a:rPr>
              <a:t> </a:t>
            </a:r>
            <a:r>
              <a:rPr lang="en-GB" spc="-10" dirty="0">
                <a:latin typeface="Arial MT"/>
                <a:cs typeface="Arial MT"/>
              </a:rPr>
              <a:t>Publications.</a:t>
            </a:r>
            <a:endParaRPr lang="en-GB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lang="en-GB" dirty="0">
                <a:latin typeface="Arial MT"/>
                <a:cs typeface="Arial MT"/>
              </a:rPr>
              <a:t>Miles,</a:t>
            </a:r>
            <a:r>
              <a:rPr lang="en-GB" spc="-3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M.</a:t>
            </a:r>
            <a:r>
              <a:rPr lang="en-GB" spc="-2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B.,</a:t>
            </a:r>
            <a:r>
              <a:rPr lang="en-GB" spc="-3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Huberman,</a:t>
            </a:r>
            <a:r>
              <a:rPr lang="en-GB" spc="-1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A.</a:t>
            </a:r>
            <a:r>
              <a:rPr lang="en-GB" spc="-3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M.,</a:t>
            </a:r>
            <a:r>
              <a:rPr lang="en-GB" spc="-2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&amp;</a:t>
            </a:r>
            <a:r>
              <a:rPr lang="en-GB" spc="-3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Saldaña,</a:t>
            </a:r>
            <a:r>
              <a:rPr lang="en-GB" spc="-10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J.</a:t>
            </a:r>
            <a:r>
              <a:rPr lang="en-GB" spc="-25" dirty="0">
                <a:latin typeface="Arial MT"/>
                <a:cs typeface="Arial MT"/>
              </a:rPr>
              <a:t> </a:t>
            </a:r>
            <a:r>
              <a:rPr lang="en-GB" dirty="0">
                <a:latin typeface="Arial MT"/>
                <a:cs typeface="Arial MT"/>
              </a:rPr>
              <a:t>(2014).</a:t>
            </a:r>
            <a:r>
              <a:rPr lang="en-GB" spc="-10" dirty="0">
                <a:latin typeface="Arial MT"/>
                <a:cs typeface="Arial MT"/>
              </a:rPr>
              <a:t> </a:t>
            </a:r>
            <a:r>
              <a:rPr lang="en-GB" i="1" dirty="0">
                <a:latin typeface="Arial"/>
                <a:cs typeface="Arial"/>
              </a:rPr>
              <a:t>Qualitative</a:t>
            </a:r>
            <a:r>
              <a:rPr lang="en-GB" i="1" spc="-20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Data</a:t>
            </a:r>
            <a:r>
              <a:rPr lang="en-GB" i="1" spc="-1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Analysis:</a:t>
            </a:r>
            <a:r>
              <a:rPr lang="en-GB" i="1" spc="-2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A</a:t>
            </a:r>
            <a:r>
              <a:rPr lang="en-GB" i="1" spc="-25" dirty="0">
                <a:latin typeface="Arial"/>
                <a:cs typeface="Arial"/>
              </a:rPr>
              <a:t> </a:t>
            </a:r>
            <a:r>
              <a:rPr lang="en-GB" i="1" dirty="0">
                <a:latin typeface="Arial"/>
                <a:cs typeface="Arial"/>
              </a:rPr>
              <a:t>Methods</a:t>
            </a:r>
            <a:r>
              <a:rPr lang="en-GB" i="1" spc="-10" dirty="0">
                <a:latin typeface="Arial"/>
                <a:cs typeface="Arial"/>
              </a:rPr>
              <a:t> Sourcebook</a:t>
            </a:r>
            <a:r>
              <a:rPr lang="en-GB" spc="-10" dirty="0">
                <a:latin typeface="Arial MT"/>
                <a:cs typeface="Arial MT"/>
              </a:rPr>
              <a:t>.</a:t>
            </a:r>
            <a:endParaRPr lang="en-GB" dirty="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325"/>
              </a:spcBef>
            </a:pPr>
            <a:r>
              <a:rPr lang="en-GB" dirty="0">
                <a:latin typeface="Arial MT"/>
                <a:cs typeface="Arial MT"/>
              </a:rPr>
              <a:t>SAGE</a:t>
            </a:r>
            <a:r>
              <a:rPr lang="en-GB" spc="-10" dirty="0">
                <a:latin typeface="Arial MT"/>
                <a:cs typeface="Arial MT"/>
              </a:rPr>
              <a:t> Publications.</a:t>
            </a:r>
            <a:endParaRPr lang="en-GB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Patton,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(2015). </a:t>
            </a:r>
            <a:r>
              <a:rPr sz="1800" i="1" dirty="0">
                <a:latin typeface="Arial"/>
                <a:cs typeface="Arial"/>
              </a:rPr>
              <a:t>Qualitative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Research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&amp;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Evaluation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Methods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(4th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ed.).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SAGE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Publications.</a:t>
            </a:r>
            <a:endParaRPr sz="1800" dirty="0">
              <a:latin typeface="Arial MT"/>
              <a:cs typeface="Arial MT"/>
            </a:endParaRPr>
          </a:p>
          <a:p>
            <a:pPr marL="355600" marR="528955" indent="-342900">
              <a:lnSpc>
                <a:spcPct val="115100"/>
              </a:lnSpc>
              <a:spcBef>
                <a:spcPts val="79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Tracy,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(2010).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Qualitative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Quality: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Eight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"Big-</a:t>
            </a:r>
            <a:r>
              <a:rPr sz="1800" i="1" dirty="0">
                <a:latin typeface="Arial"/>
                <a:cs typeface="Arial"/>
              </a:rPr>
              <a:t>Tent"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Criteria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Excellent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Qualitative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Research</a:t>
            </a:r>
            <a:r>
              <a:rPr sz="1800" spc="-10" dirty="0">
                <a:latin typeface="Arial MT"/>
                <a:cs typeface="Arial MT"/>
              </a:rPr>
              <a:t>. </a:t>
            </a:r>
            <a:r>
              <a:rPr sz="1800" dirty="0">
                <a:latin typeface="Arial MT"/>
                <a:cs typeface="Arial MT"/>
              </a:rPr>
              <a:t>Qualitative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Inquiry,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16(10),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837–851.</a:t>
            </a:r>
            <a:endParaRPr sz="1800" dirty="0">
              <a:latin typeface="Arial MT"/>
              <a:cs typeface="Arial MT"/>
            </a:endParaRPr>
          </a:p>
          <a:p>
            <a:pPr marL="355600" marR="879475" indent="-342900">
              <a:lnSpc>
                <a:spcPct val="114999"/>
              </a:lnSpc>
              <a:spcBef>
                <a:spcPts val="805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lang="en-US" dirty="0">
                <a:latin typeface="Arial MT"/>
              </a:rPr>
              <a:t>Van</a:t>
            </a:r>
            <a:r>
              <a:rPr lang="en-US" spc="-20" dirty="0">
                <a:latin typeface="Arial MT"/>
              </a:rPr>
              <a:t> </a:t>
            </a:r>
            <a:r>
              <a:rPr lang="en-US" dirty="0">
                <a:latin typeface="Arial MT"/>
              </a:rPr>
              <a:t>Manen,</a:t>
            </a:r>
            <a:r>
              <a:rPr lang="en-US" spc="-40" dirty="0">
                <a:latin typeface="Arial MT"/>
              </a:rPr>
              <a:t> </a:t>
            </a:r>
            <a:r>
              <a:rPr lang="en-US" dirty="0">
                <a:latin typeface="Arial MT"/>
              </a:rPr>
              <a:t>M.</a:t>
            </a:r>
            <a:r>
              <a:rPr lang="en-US" spc="-40" dirty="0">
                <a:latin typeface="Arial MT"/>
              </a:rPr>
              <a:t> </a:t>
            </a:r>
            <a:r>
              <a:rPr lang="en-US" dirty="0">
                <a:latin typeface="Arial MT"/>
              </a:rPr>
              <a:t>(2016).</a:t>
            </a:r>
            <a:r>
              <a:rPr lang="en-US" spc="-55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Researching</a:t>
            </a:r>
            <a:r>
              <a:rPr lang="en-US" i="1" spc="-45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lived</a:t>
            </a:r>
            <a:r>
              <a:rPr lang="en-US" i="1" spc="-10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experience:</a:t>
            </a:r>
            <a:r>
              <a:rPr lang="en-US" i="1" spc="-55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Human</a:t>
            </a:r>
            <a:r>
              <a:rPr lang="en-US" i="1" spc="-25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science</a:t>
            </a:r>
            <a:r>
              <a:rPr lang="en-US" i="1" spc="-40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for</a:t>
            </a:r>
            <a:r>
              <a:rPr lang="en-US" i="1" spc="-35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an</a:t>
            </a:r>
            <a:r>
              <a:rPr lang="en-US" i="1" spc="-10" dirty="0">
                <a:latin typeface="Arial MT"/>
              </a:rPr>
              <a:t> </a:t>
            </a:r>
            <a:r>
              <a:rPr lang="en-US" i="1" dirty="0">
                <a:latin typeface="Arial MT"/>
              </a:rPr>
              <a:t>action</a:t>
            </a:r>
            <a:r>
              <a:rPr lang="en-US" i="1" spc="-35" dirty="0">
                <a:latin typeface="Arial MT"/>
              </a:rPr>
              <a:t> </a:t>
            </a:r>
            <a:r>
              <a:rPr lang="en-US" i="1" spc="-10" dirty="0">
                <a:latin typeface="Arial MT"/>
              </a:rPr>
              <a:t>sensitive </a:t>
            </a:r>
            <a:r>
              <a:rPr lang="en-US" i="1" dirty="0">
                <a:latin typeface="Arial MT"/>
              </a:rPr>
              <a:t>pedagogy</a:t>
            </a:r>
            <a:r>
              <a:rPr lang="en-US" i="1" spc="-40" dirty="0">
                <a:latin typeface="Arial MT"/>
              </a:rPr>
              <a:t> </a:t>
            </a:r>
            <a:r>
              <a:rPr lang="en-US" dirty="0">
                <a:latin typeface="Arial MT"/>
              </a:rPr>
              <a:t>(2nd</a:t>
            </a:r>
            <a:r>
              <a:rPr lang="en-US" spc="-30" dirty="0">
                <a:latin typeface="Arial MT"/>
              </a:rPr>
              <a:t> </a:t>
            </a:r>
            <a:r>
              <a:rPr lang="en-US" dirty="0">
                <a:latin typeface="Arial MT"/>
              </a:rPr>
              <a:t>ed.).</a:t>
            </a:r>
            <a:r>
              <a:rPr lang="en-US" spc="-35" dirty="0">
                <a:latin typeface="Arial MT"/>
              </a:rPr>
              <a:t> </a:t>
            </a:r>
            <a:r>
              <a:rPr lang="en-US" spc="-10" dirty="0">
                <a:latin typeface="Arial MT"/>
              </a:rPr>
              <a:t>Routledge.</a:t>
            </a:r>
            <a:endParaRPr lang="en-US" dirty="0">
              <a:latin typeface="Arial MT"/>
            </a:endParaRPr>
          </a:p>
          <a:p>
            <a:pPr marL="355600" marR="879475" indent="-342900">
              <a:lnSpc>
                <a:spcPct val="114999"/>
              </a:lnSpc>
              <a:spcBef>
                <a:spcPts val="805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1499616"/>
            <a:ext cx="5737860" cy="2743835"/>
            <a:chOff x="656539" y="1499616"/>
            <a:chExt cx="5737860" cy="2743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1499616"/>
              <a:ext cx="5737479" cy="7680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2157933"/>
              <a:ext cx="3942841" cy="768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" y="2816605"/>
              <a:ext cx="3627881" cy="7680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539" y="3475050"/>
              <a:ext cx="3157093" cy="76840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5174233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51535" y="2360802"/>
            <a:ext cx="10259695" cy="971550"/>
            <a:chOff x="651535" y="2360802"/>
            <a:chExt cx="10259695" cy="971550"/>
          </a:xfrm>
        </p:grpSpPr>
        <p:sp>
          <p:nvSpPr>
            <p:cNvPr id="11" name="object 11"/>
            <p:cNvSpPr/>
            <p:nvPr/>
          </p:nvSpPr>
          <p:spPr>
            <a:xfrm>
              <a:off x="651535" y="2360802"/>
              <a:ext cx="10259695" cy="971550"/>
            </a:xfrm>
            <a:custGeom>
              <a:avLst/>
              <a:gdLst/>
              <a:ahLst/>
              <a:cxnLst/>
              <a:rect l="l" t="t" r="r" b="b"/>
              <a:pathLst>
                <a:path w="10259695" h="971550">
                  <a:moveTo>
                    <a:pt x="10162006" y="0"/>
                  </a:moveTo>
                  <a:lnTo>
                    <a:pt x="97142" y="0"/>
                  </a:lnTo>
                  <a:lnTo>
                    <a:pt x="59327" y="7643"/>
                  </a:lnTo>
                  <a:lnTo>
                    <a:pt x="28449" y="28479"/>
                  </a:lnTo>
                  <a:lnTo>
                    <a:pt x="7632" y="59364"/>
                  </a:lnTo>
                  <a:lnTo>
                    <a:pt x="0" y="97155"/>
                  </a:lnTo>
                  <a:lnTo>
                    <a:pt x="0" y="874268"/>
                  </a:lnTo>
                  <a:lnTo>
                    <a:pt x="7632" y="912058"/>
                  </a:lnTo>
                  <a:lnTo>
                    <a:pt x="28449" y="942943"/>
                  </a:lnTo>
                  <a:lnTo>
                    <a:pt x="59327" y="963779"/>
                  </a:lnTo>
                  <a:lnTo>
                    <a:pt x="97142" y="971423"/>
                  </a:lnTo>
                  <a:lnTo>
                    <a:pt x="10162006" y="971423"/>
                  </a:lnTo>
                  <a:lnTo>
                    <a:pt x="10199797" y="963779"/>
                  </a:lnTo>
                  <a:lnTo>
                    <a:pt x="10230681" y="942943"/>
                  </a:lnTo>
                  <a:lnTo>
                    <a:pt x="10251517" y="912058"/>
                  </a:lnTo>
                  <a:lnTo>
                    <a:pt x="10259161" y="874268"/>
                  </a:lnTo>
                  <a:lnTo>
                    <a:pt x="10259161" y="97155"/>
                  </a:lnTo>
                  <a:lnTo>
                    <a:pt x="10251517" y="59364"/>
                  </a:lnTo>
                  <a:lnTo>
                    <a:pt x="10230681" y="28479"/>
                  </a:lnTo>
                  <a:lnTo>
                    <a:pt x="10199797" y="7643"/>
                  </a:lnTo>
                  <a:lnTo>
                    <a:pt x="1016200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1748" y="2665805"/>
              <a:ext cx="363220" cy="363220"/>
            </a:xfrm>
            <a:custGeom>
              <a:avLst/>
              <a:gdLst/>
              <a:ahLst/>
              <a:cxnLst/>
              <a:rect l="l" t="t" r="r" b="b"/>
              <a:pathLst>
                <a:path w="363219" h="363219">
                  <a:moveTo>
                    <a:pt x="263969" y="0"/>
                  </a:moveTo>
                  <a:lnTo>
                    <a:pt x="0" y="0"/>
                  </a:lnTo>
                  <a:lnTo>
                    <a:pt x="0" y="164985"/>
                  </a:lnTo>
                  <a:lnTo>
                    <a:pt x="33007" y="164985"/>
                  </a:lnTo>
                  <a:lnTo>
                    <a:pt x="33007" y="32994"/>
                  </a:lnTo>
                  <a:lnTo>
                    <a:pt x="66001" y="32994"/>
                  </a:lnTo>
                  <a:lnTo>
                    <a:pt x="66001" y="164985"/>
                  </a:lnTo>
                  <a:lnTo>
                    <a:pt x="164985" y="164985"/>
                  </a:lnTo>
                  <a:lnTo>
                    <a:pt x="164985" y="263982"/>
                  </a:lnTo>
                  <a:lnTo>
                    <a:pt x="66001" y="263982"/>
                  </a:lnTo>
                  <a:lnTo>
                    <a:pt x="66001" y="296976"/>
                  </a:lnTo>
                  <a:lnTo>
                    <a:pt x="197980" y="296976"/>
                  </a:lnTo>
                  <a:lnTo>
                    <a:pt x="197980" y="131991"/>
                  </a:lnTo>
                  <a:lnTo>
                    <a:pt x="98996" y="131991"/>
                  </a:lnTo>
                  <a:lnTo>
                    <a:pt x="98996" y="32994"/>
                  </a:lnTo>
                  <a:lnTo>
                    <a:pt x="164985" y="32994"/>
                  </a:lnTo>
                  <a:lnTo>
                    <a:pt x="164985" y="66001"/>
                  </a:lnTo>
                  <a:lnTo>
                    <a:pt x="131991" y="66001"/>
                  </a:lnTo>
                  <a:lnTo>
                    <a:pt x="131991" y="98996"/>
                  </a:lnTo>
                  <a:lnTo>
                    <a:pt x="197980" y="98996"/>
                  </a:lnTo>
                  <a:lnTo>
                    <a:pt x="197980" y="32994"/>
                  </a:lnTo>
                  <a:lnTo>
                    <a:pt x="263969" y="32994"/>
                  </a:lnTo>
                  <a:lnTo>
                    <a:pt x="263969" y="0"/>
                  </a:lnTo>
                  <a:close/>
                </a:path>
                <a:path w="363219" h="363219">
                  <a:moveTo>
                    <a:pt x="362953" y="0"/>
                  </a:moveTo>
                  <a:lnTo>
                    <a:pt x="296964" y="0"/>
                  </a:lnTo>
                  <a:lnTo>
                    <a:pt x="296964" y="32994"/>
                  </a:lnTo>
                  <a:lnTo>
                    <a:pt x="329958" y="32994"/>
                  </a:lnTo>
                  <a:lnTo>
                    <a:pt x="329958" y="66001"/>
                  </a:lnTo>
                  <a:lnTo>
                    <a:pt x="230974" y="66001"/>
                  </a:lnTo>
                  <a:lnTo>
                    <a:pt x="230974" y="164985"/>
                  </a:lnTo>
                  <a:lnTo>
                    <a:pt x="263969" y="164985"/>
                  </a:lnTo>
                  <a:lnTo>
                    <a:pt x="263969" y="98996"/>
                  </a:lnTo>
                  <a:lnTo>
                    <a:pt x="329958" y="98996"/>
                  </a:lnTo>
                  <a:lnTo>
                    <a:pt x="329958" y="137490"/>
                  </a:lnTo>
                  <a:lnTo>
                    <a:pt x="296964" y="137490"/>
                  </a:lnTo>
                  <a:lnTo>
                    <a:pt x="296964" y="170484"/>
                  </a:lnTo>
                  <a:lnTo>
                    <a:pt x="329958" y="170484"/>
                  </a:lnTo>
                  <a:lnTo>
                    <a:pt x="329958" y="263982"/>
                  </a:lnTo>
                  <a:lnTo>
                    <a:pt x="263969" y="263982"/>
                  </a:lnTo>
                  <a:lnTo>
                    <a:pt x="263969" y="230974"/>
                  </a:lnTo>
                  <a:lnTo>
                    <a:pt x="302463" y="230974"/>
                  </a:lnTo>
                  <a:lnTo>
                    <a:pt x="302463" y="197980"/>
                  </a:lnTo>
                  <a:lnTo>
                    <a:pt x="230974" y="197980"/>
                  </a:lnTo>
                  <a:lnTo>
                    <a:pt x="230974" y="296976"/>
                  </a:lnTo>
                  <a:lnTo>
                    <a:pt x="329958" y="296976"/>
                  </a:lnTo>
                  <a:lnTo>
                    <a:pt x="329958" y="329971"/>
                  </a:lnTo>
                  <a:lnTo>
                    <a:pt x="33007" y="329971"/>
                  </a:lnTo>
                  <a:lnTo>
                    <a:pt x="33007" y="230974"/>
                  </a:lnTo>
                  <a:lnTo>
                    <a:pt x="131991" y="230974"/>
                  </a:lnTo>
                  <a:lnTo>
                    <a:pt x="131991" y="197980"/>
                  </a:lnTo>
                  <a:lnTo>
                    <a:pt x="0" y="197980"/>
                  </a:lnTo>
                  <a:lnTo>
                    <a:pt x="0" y="362966"/>
                  </a:lnTo>
                  <a:lnTo>
                    <a:pt x="362953" y="362966"/>
                  </a:lnTo>
                  <a:lnTo>
                    <a:pt x="362953" y="0"/>
                  </a:lnTo>
                  <a:close/>
                </a:path>
              </a:pathLst>
            </a:custGeom>
            <a:solidFill>
              <a:srgbClr val="F55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6679" y="2447289"/>
              <a:ext cx="8254110" cy="3992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6679" y="2808173"/>
              <a:ext cx="1320165" cy="39959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51535" y="3575050"/>
            <a:ext cx="10259695" cy="971550"/>
            <a:chOff x="651535" y="3575050"/>
            <a:chExt cx="10259695" cy="971550"/>
          </a:xfrm>
        </p:grpSpPr>
        <p:sp>
          <p:nvSpPr>
            <p:cNvPr id="16" name="object 16"/>
            <p:cNvSpPr/>
            <p:nvPr/>
          </p:nvSpPr>
          <p:spPr>
            <a:xfrm>
              <a:off x="651535" y="3575050"/>
              <a:ext cx="10259695" cy="971550"/>
            </a:xfrm>
            <a:custGeom>
              <a:avLst/>
              <a:gdLst/>
              <a:ahLst/>
              <a:cxnLst/>
              <a:rect l="l" t="t" r="r" b="b"/>
              <a:pathLst>
                <a:path w="10259695" h="971550">
                  <a:moveTo>
                    <a:pt x="10162006" y="0"/>
                  </a:moveTo>
                  <a:lnTo>
                    <a:pt x="97142" y="0"/>
                  </a:lnTo>
                  <a:lnTo>
                    <a:pt x="59327" y="7625"/>
                  </a:lnTo>
                  <a:lnTo>
                    <a:pt x="28449" y="28432"/>
                  </a:lnTo>
                  <a:lnTo>
                    <a:pt x="7632" y="59310"/>
                  </a:lnTo>
                  <a:lnTo>
                    <a:pt x="0" y="97155"/>
                  </a:lnTo>
                  <a:lnTo>
                    <a:pt x="0" y="874268"/>
                  </a:lnTo>
                  <a:lnTo>
                    <a:pt x="7632" y="912058"/>
                  </a:lnTo>
                  <a:lnTo>
                    <a:pt x="28449" y="942943"/>
                  </a:lnTo>
                  <a:lnTo>
                    <a:pt x="59327" y="963779"/>
                  </a:lnTo>
                  <a:lnTo>
                    <a:pt x="97142" y="971423"/>
                  </a:lnTo>
                  <a:lnTo>
                    <a:pt x="10162006" y="971423"/>
                  </a:lnTo>
                  <a:lnTo>
                    <a:pt x="10199797" y="963779"/>
                  </a:lnTo>
                  <a:lnTo>
                    <a:pt x="10230681" y="942943"/>
                  </a:lnTo>
                  <a:lnTo>
                    <a:pt x="10251517" y="912058"/>
                  </a:lnTo>
                  <a:lnTo>
                    <a:pt x="10259161" y="874268"/>
                  </a:lnTo>
                  <a:lnTo>
                    <a:pt x="10259161" y="97155"/>
                  </a:lnTo>
                  <a:lnTo>
                    <a:pt x="10251517" y="59310"/>
                  </a:lnTo>
                  <a:lnTo>
                    <a:pt x="10230681" y="28432"/>
                  </a:lnTo>
                  <a:lnTo>
                    <a:pt x="10199797" y="7625"/>
                  </a:lnTo>
                  <a:lnTo>
                    <a:pt x="1016200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6564" y="3844870"/>
              <a:ext cx="434340" cy="434975"/>
            </a:xfrm>
            <a:custGeom>
              <a:avLst/>
              <a:gdLst/>
              <a:ahLst/>
              <a:cxnLst/>
              <a:rect l="l" t="t" r="r" b="b"/>
              <a:pathLst>
                <a:path w="434340" h="434975">
                  <a:moveTo>
                    <a:pt x="349202" y="295852"/>
                  </a:moveTo>
                  <a:lnTo>
                    <a:pt x="265065" y="295852"/>
                  </a:lnTo>
                  <a:lnTo>
                    <a:pt x="289261" y="320049"/>
                  </a:lnTo>
                  <a:lnTo>
                    <a:pt x="288754" y="327637"/>
                  </a:lnTo>
                  <a:lnTo>
                    <a:pt x="368451" y="422889"/>
                  </a:lnTo>
                  <a:lnTo>
                    <a:pt x="395947" y="434438"/>
                  </a:lnTo>
                  <a:lnTo>
                    <a:pt x="403337" y="433716"/>
                  </a:lnTo>
                  <a:lnTo>
                    <a:pt x="434099" y="395461"/>
                  </a:lnTo>
                  <a:lnTo>
                    <a:pt x="431254" y="381050"/>
                  </a:lnTo>
                  <a:lnTo>
                    <a:pt x="422894" y="368445"/>
                  </a:lnTo>
                  <a:lnTo>
                    <a:pt x="354153" y="299701"/>
                  </a:lnTo>
                  <a:lnTo>
                    <a:pt x="349202" y="295852"/>
                  </a:lnTo>
                  <a:close/>
                </a:path>
                <a:path w="434340" h="434975">
                  <a:moveTo>
                    <a:pt x="164978" y="0"/>
                  </a:moveTo>
                  <a:lnTo>
                    <a:pt x="121251" y="5918"/>
                  </a:lnTo>
                  <a:lnTo>
                    <a:pt x="81878" y="22604"/>
                  </a:lnTo>
                  <a:lnTo>
                    <a:pt x="48462" y="48454"/>
                  </a:lnTo>
                  <a:lnTo>
                    <a:pt x="22608" y="81867"/>
                  </a:lnTo>
                  <a:lnTo>
                    <a:pt x="5919" y="121238"/>
                  </a:lnTo>
                  <a:lnTo>
                    <a:pt x="74" y="164415"/>
                  </a:lnTo>
                  <a:lnTo>
                    <a:pt x="0" y="164965"/>
                  </a:lnTo>
                  <a:lnTo>
                    <a:pt x="5919" y="208693"/>
                  </a:lnTo>
                  <a:lnTo>
                    <a:pt x="22608" y="248068"/>
                  </a:lnTo>
                  <a:lnTo>
                    <a:pt x="48462" y="281484"/>
                  </a:lnTo>
                  <a:lnTo>
                    <a:pt x="81878" y="307339"/>
                  </a:lnTo>
                  <a:lnTo>
                    <a:pt x="121251" y="324029"/>
                  </a:lnTo>
                  <a:lnTo>
                    <a:pt x="164978" y="329948"/>
                  </a:lnTo>
                  <a:lnTo>
                    <a:pt x="192448" y="327637"/>
                  </a:lnTo>
                  <a:lnTo>
                    <a:pt x="218527" y="320943"/>
                  </a:lnTo>
                  <a:lnTo>
                    <a:pt x="242853" y="310228"/>
                  </a:lnTo>
                  <a:lnTo>
                    <a:pt x="264215" y="296402"/>
                  </a:lnTo>
                  <a:lnTo>
                    <a:pt x="164428" y="296402"/>
                  </a:lnTo>
                  <a:lnTo>
                    <a:pt x="122827" y="289644"/>
                  </a:lnTo>
                  <a:lnTo>
                    <a:pt x="86611" y="270849"/>
                  </a:lnTo>
                  <a:lnTo>
                    <a:pt x="57997" y="242234"/>
                  </a:lnTo>
                  <a:lnTo>
                    <a:pt x="39203" y="206017"/>
                  </a:lnTo>
                  <a:lnTo>
                    <a:pt x="32535" y="164965"/>
                  </a:lnTo>
                  <a:lnTo>
                    <a:pt x="32445" y="164415"/>
                  </a:lnTo>
                  <a:lnTo>
                    <a:pt x="39203" y="122813"/>
                  </a:lnTo>
                  <a:lnTo>
                    <a:pt x="57997" y="86595"/>
                  </a:lnTo>
                  <a:lnTo>
                    <a:pt x="86611" y="57981"/>
                  </a:lnTo>
                  <a:lnTo>
                    <a:pt x="122827" y="39186"/>
                  </a:lnTo>
                  <a:lnTo>
                    <a:pt x="164428" y="32428"/>
                  </a:lnTo>
                  <a:lnTo>
                    <a:pt x="260777" y="32428"/>
                  </a:lnTo>
                  <a:lnTo>
                    <a:pt x="248078" y="22604"/>
                  </a:lnTo>
                  <a:lnTo>
                    <a:pt x="208705" y="5918"/>
                  </a:lnTo>
                  <a:lnTo>
                    <a:pt x="164978" y="0"/>
                  </a:lnTo>
                  <a:close/>
                </a:path>
                <a:path w="434340" h="434975">
                  <a:moveTo>
                    <a:pt x="260777" y="32428"/>
                  </a:moveTo>
                  <a:lnTo>
                    <a:pt x="164428" y="32428"/>
                  </a:lnTo>
                  <a:lnTo>
                    <a:pt x="206029" y="39186"/>
                  </a:lnTo>
                  <a:lnTo>
                    <a:pt x="242245" y="57981"/>
                  </a:lnTo>
                  <a:lnTo>
                    <a:pt x="270859" y="86595"/>
                  </a:lnTo>
                  <a:lnTo>
                    <a:pt x="289653" y="122813"/>
                  </a:lnTo>
                  <a:lnTo>
                    <a:pt x="296410" y="164415"/>
                  </a:lnTo>
                  <a:lnTo>
                    <a:pt x="289653" y="206017"/>
                  </a:lnTo>
                  <a:lnTo>
                    <a:pt x="270859" y="242234"/>
                  </a:lnTo>
                  <a:lnTo>
                    <a:pt x="242245" y="270849"/>
                  </a:lnTo>
                  <a:lnTo>
                    <a:pt x="206029" y="289644"/>
                  </a:lnTo>
                  <a:lnTo>
                    <a:pt x="164428" y="296402"/>
                  </a:lnTo>
                  <a:lnTo>
                    <a:pt x="264215" y="296402"/>
                  </a:lnTo>
                  <a:lnTo>
                    <a:pt x="265065" y="295852"/>
                  </a:lnTo>
                  <a:lnTo>
                    <a:pt x="349202" y="295852"/>
                  </a:lnTo>
                  <a:lnTo>
                    <a:pt x="346583" y="293815"/>
                  </a:lnTo>
                  <a:lnTo>
                    <a:pt x="338136" y="290146"/>
                  </a:lnTo>
                  <a:lnTo>
                    <a:pt x="332810" y="289252"/>
                  </a:lnTo>
                  <a:lnTo>
                    <a:pt x="320057" y="289252"/>
                  </a:lnTo>
                  <a:lnTo>
                    <a:pt x="295860" y="265055"/>
                  </a:lnTo>
                  <a:lnTo>
                    <a:pt x="310236" y="243074"/>
                  </a:lnTo>
                  <a:lnTo>
                    <a:pt x="320951" y="218722"/>
                  </a:lnTo>
                  <a:lnTo>
                    <a:pt x="327645" y="192514"/>
                  </a:lnTo>
                  <a:lnTo>
                    <a:pt x="329956" y="164965"/>
                  </a:lnTo>
                  <a:lnTo>
                    <a:pt x="324037" y="121238"/>
                  </a:lnTo>
                  <a:lnTo>
                    <a:pt x="307348" y="81867"/>
                  </a:lnTo>
                  <a:lnTo>
                    <a:pt x="281494" y="48454"/>
                  </a:lnTo>
                  <a:lnTo>
                    <a:pt x="260777" y="32428"/>
                  </a:lnTo>
                  <a:close/>
                </a:path>
                <a:path w="434340" h="434975">
                  <a:moveTo>
                    <a:pt x="329174" y="288642"/>
                  </a:moveTo>
                  <a:lnTo>
                    <a:pt x="320057" y="289252"/>
                  </a:lnTo>
                  <a:lnTo>
                    <a:pt x="332810" y="289252"/>
                  </a:lnTo>
                  <a:lnTo>
                    <a:pt x="329174" y="288642"/>
                  </a:lnTo>
                  <a:close/>
                </a:path>
              </a:pathLst>
            </a:custGeom>
            <a:solidFill>
              <a:srgbClr val="F55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6679" y="3842004"/>
              <a:ext cx="7962265" cy="399288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51535" y="4789296"/>
            <a:ext cx="10259695" cy="971550"/>
            <a:chOff x="651535" y="4789296"/>
            <a:chExt cx="10259695" cy="971550"/>
          </a:xfrm>
        </p:grpSpPr>
        <p:sp>
          <p:nvSpPr>
            <p:cNvPr id="20" name="object 20"/>
            <p:cNvSpPr/>
            <p:nvPr/>
          </p:nvSpPr>
          <p:spPr>
            <a:xfrm>
              <a:off x="651535" y="4789296"/>
              <a:ext cx="10259695" cy="971550"/>
            </a:xfrm>
            <a:custGeom>
              <a:avLst/>
              <a:gdLst/>
              <a:ahLst/>
              <a:cxnLst/>
              <a:rect l="l" t="t" r="r" b="b"/>
              <a:pathLst>
                <a:path w="10259695" h="971550">
                  <a:moveTo>
                    <a:pt x="10162006" y="0"/>
                  </a:moveTo>
                  <a:lnTo>
                    <a:pt x="97142" y="0"/>
                  </a:lnTo>
                  <a:lnTo>
                    <a:pt x="59327" y="7625"/>
                  </a:lnTo>
                  <a:lnTo>
                    <a:pt x="28449" y="28432"/>
                  </a:lnTo>
                  <a:lnTo>
                    <a:pt x="7632" y="59310"/>
                  </a:lnTo>
                  <a:lnTo>
                    <a:pt x="0" y="97154"/>
                  </a:lnTo>
                  <a:lnTo>
                    <a:pt x="0" y="874191"/>
                  </a:lnTo>
                  <a:lnTo>
                    <a:pt x="7632" y="911999"/>
                  </a:lnTo>
                  <a:lnTo>
                    <a:pt x="28449" y="942873"/>
                  </a:lnTo>
                  <a:lnTo>
                    <a:pt x="59327" y="963688"/>
                  </a:lnTo>
                  <a:lnTo>
                    <a:pt x="97142" y="971321"/>
                  </a:lnTo>
                  <a:lnTo>
                    <a:pt x="10162006" y="971321"/>
                  </a:lnTo>
                  <a:lnTo>
                    <a:pt x="10199797" y="963688"/>
                  </a:lnTo>
                  <a:lnTo>
                    <a:pt x="10230681" y="942873"/>
                  </a:lnTo>
                  <a:lnTo>
                    <a:pt x="10251517" y="911999"/>
                  </a:lnTo>
                  <a:lnTo>
                    <a:pt x="10259161" y="874191"/>
                  </a:lnTo>
                  <a:lnTo>
                    <a:pt x="10259161" y="97154"/>
                  </a:lnTo>
                  <a:lnTo>
                    <a:pt x="10251517" y="59310"/>
                  </a:lnTo>
                  <a:lnTo>
                    <a:pt x="10230681" y="28432"/>
                  </a:lnTo>
                  <a:lnTo>
                    <a:pt x="10199797" y="7625"/>
                  </a:lnTo>
                  <a:lnTo>
                    <a:pt x="1016200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9171" y="5098568"/>
              <a:ext cx="508634" cy="357505"/>
            </a:xfrm>
            <a:custGeom>
              <a:avLst/>
              <a:gdLst/>
              <a:ahLst/>
              <a:cxnLst/>
              <a:rect l="l" t="t" r="r" b="b"/>
              <a:pathLst>
                <a:path w="508634" h="357504">
                  <a:moveTo>
                    <a:pt x="463586" y="0"/>
                  </a:moveTo>
                  <a:lnTo>
                    <a:pt x="182023" y="266173"/>
                  </a:lnTo>
                  <a:lnTo>
                    <a:pt x="46741" y="127587"/>
                  </a:lnTo>
                  <a:lnTo>
                    <a:pt x="0" y="172132"/>
                  </a:lnTo>
                  <a:lnTo>
                    <a:pt x="179824" y="356914"/>
                  </a:lnTo>
                  <a:lnTo>
                    <a:pt x="227117" y="312918"/>
                  </a:lnTo>
                  <a:lnTo>
                    <a:pt x="508130" y="46195"/>
                  </a:lnTo>
                  <a:lnTo>
                    <a:pt x="463586" y="0"/>
                  </a:lnTo>
                  <a:close/>
                </a:path>
              </a:pathLst>
            </a:custGeom>
            <a:solidFill>
              <a:srgbClr val="F55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6679" y="5056327"/>
              <a:ext cx="7759446" cy="3995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6850633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7998" y="3064674"/>
            <a:ext cx="820419" cy="1058545"/>
          </a:xfrm>
          <a:custGeom>
            <a:avLst/>
            <a:gdLst/>
            <a:ahLst/>
            <a:cxnLst/>
            <a:rect l="l" t="t" r="r" b="b"/>
            <a:pathLst>
              <a:path w="820419" h="1058545">
                <a:moveTo>
                  <a:pt x="330746" y="383641"/>
                </a:moveTo>
                <a:lnTo>
                  <a:pt x="158762" y="383641"/>
                </a:lnTo>
                <a:lnTo>
                  <a:pt x="158762" y="436562"/>
                </a:lnTo>
                <a:lnTo>
                  <a:pt x="330746" y="436562"/>
                </a:lnTo>
                <a:lnTo>
                  <a:pt x="330746" y="383641"/>
                </a:lnTo>
                <a:close/>
              </a:path>
              <a:path w="820419" h="1058545">
                <a:moveTo>
                  <a:pt x="661504" y="807021"/>
                </a:moveTo>
                <a:lnTo>
                  <a:pt x="158762" y="807021"/>
                </a:lnTo>
                <a:lnTo>
                  <a:pt x="158762" y="859942"/>
                </a:lnTo>
                <a:lnTo>
                  <a:pt x="661504" y="859942"/>
                </a:lnTo>
                <a:lnTo>
                  <a:pt x="661504" y="807021"/>
                </a:lnTo>
                <a:close/>
              </a:path>
              <a:path w="820419" h="1058545">
                <a:moveTo>
                  <a:pt x="661504" y="701179"/>
                </a:moveTo>
                <a:lnTo>
                  <a:pt x="158762" y="701179"/>
                </a:lnTo>
                <a:lnTo>
                  <a:pt x="158762" y="754100"/>
                </a:lnTo>
                <a:lnTo>
                  <a:pt x="661504" y="754100"/>
                </a:lnTo>
                <a:lnTo>
                  <a:pt x="661504" y="701179"/>
                </a:lnTo>
                <a:close/>
              </a:path>
              <a:path w="820419" h="1058545">
                <a:moveTo>
                  <a:pt x="661504" y="595337"/>
                </a:moveTo>
                <a:lnTo>
                  <a:pt x="158762" y="595337"/>
                </a:lnTo>
                <a:lnTo>
                  <a:pt x="158762" y="648258"/>
                </a:lnTo>
                <a:lnTo>
                  <a:pt x="661504" y="648258"/>
                </a:lnTo>
                <a:lnTo>
                  <a:pt x="661504" y="595337"/>
                </a:lnTo>
                <a:close/>
              </a:path>
              <a:path w="820419" h="1058545">
                <a:moveTo>
                  <a:pt x="661504" y="489483"/>
                </a:moveTo>
                <a:lnTo>
                  <a:pt x="158762" y="489483"/>
                </a:lnTo>
                <a:lnTo>
                  <a:pt x="158762" y="542404"/>
                </a:lnTo>
                <a:lnTo>
                  <a:pt x="661504" y="542404"/>
                </a:lnTo>
                <a:lnTo>
                  <a:pt x="661504" y="489483"/>
                </a:lnTo>
                <a:close/>
              </a:path>
              <a:path w="820419" h="1058545">
                <a:moveTo>
                  <a:pt x="820254" y="291033"/>
                </a:moveTo>
                <a:lnTo>
                  <a:pt x="805218" y="277799"/>
                </a:lnTo>
                <a:lnTo>
                  <a:pt x="740879" y="221195"/>
                </a:lnTo>
                <a:lnTo>
                  <a:pt x="740879" y="357187"/>
                </a:lnTo>
                <a:lnTo>
                  <a:pt x="740879" y="979017"/>
                </a:lnTo>
                <a:lnTo>
                  <a:pt x="79375" y="979017"/>
                </a:lnTo>
                <a:lnTo>
                  <a:pt x="79375" y="79349"/>
                </a:lnTo>
                <a:lnTo>
                  <a:pt x="410133" y="79349"/>
                </a:lnTo>
                <a:lnTo>
                  <a:pt x="410133" y="357187"/>
                </a:lnTo>
                <a:lnTo>
                  <a:pt x="740879" y="357187"/>
                </a:lnTo>
                <a:lnTo>
                  <a:pt x="740879" y="221195"/>
                </a:lnTo>
                <a:lnTo>
                  <a:pt x="654888" y="145529"/>
                </a:lnTo>
                <a:lnTo>
                  <a:pt x="654888" y="277799"/>
                </a:lnTo>
                <a:lnTo>
                  <a:pt x="489508" y="277799"/>
                </a:lnTo>
                <a:lnTo>
                  <a:pt x="489508" y="112420"/>
                </a:lnTo>
                <a:lnTo>
                  <a:pt x="654888" y="277799"/>
                </a:lnTo>
                <a:lnTo>
                  <a:pt x="654888" y="145529"/>
                </a:lnTo>
                <a:lnTo>
                  <a:pt x="617270" y="112420"/>
                </a:lnTo>
                <a:lnTo>
                  <a:pt x="579678" y="79349"/>
                </a:lnTo>
                <a:lnTo>
                  <a:pt x="489508" y="0"/>
                </a:lnTo>
                <a:lnTo>
                  <a:pt x="0" y="0"/>
                </a:lnTo>
                <a:lnTo>
                  <a:pt x="0" y="1058392"/>
                </a:lnTo>
                <a:lnTo>
                  <a:pt x="820254" y="1058392"/>
                </a:lnTo>
                <a:lnTo>
                  <a:pt x="820254" y="979017"/>
                </a:lnTo>
                <a:lnTo>
                  <a:pt x="820254" y="291033"/>
                </a:lnTo>
                <a:close/>
              </a:path>
            </a:pathLst>
          </a:custGeom>
          <a:solidFill>
            <a:srgbClr val="047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96008" y="4508068"/>
            <a:ext cx="22815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10" dirty="0">
                <a:latin typeface="Arial MT"/>
                <a:cs typeface="Arial MT"/>
              </a:rPr>
              <a:t>Transcription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44413" y="3143745"/>
            <a:ext cx="899794" cy="901065"/>
          </a:xfrm>
          <a:custGeom>
            <a:avLst/>
            <a:gdLst/>
            <a:ahLst/>
            <a:cxnLst/>
            <a:rect l="l" t="t" r="r" b="b"/>
            <a:pathLst>
              <a:path w="899795" h="901064">
                <a:moveTo>
                  <a:pt x="304292" y="278117"/>
                </a:moveTo>
                <a:lnTo>
                  <a:pt x="158750" y="278117"/>
                </a:lnTo>
                <a:lnTo>
                  <a:pt x="158762" y="741184"/>
                </a:lnTo>
                <a:lnTo>
                  <a:pt x="304292" y="741184"/>
                </a:lnTo>
                <a:lnTo>
                  <a:pt x="304292" y="278117"/>
                </a:lnTo>
                <a:close/>
              </a:path>
              <a:path w="899795" h="901064">
                <a:moveTo>
                  <a:pt x="502742" y="279"/>
                </a:moveTo>
                <a:lnTo>
                  <a:pt x="357212" y="279"/>
                </a:lnTo>
                <a:lnTo>
                  <a:pt x="357212" y="741184"/>
                </a:lnTo>
                <a:lnTo>
                  <a:pt x="502742" y="741184"/>
                </a:lnTo>
                <a:lnTo>
                  <a:pt x="502742" y="279"/>
                </a:lnTo>
                <a:close/>
              </a:path>
              <a:path w="899795" h="901064">
                <a:moveTo>
                  <a:pt x="701192" y="278117"/>
                </a:moveTo>
                <a:lnTo>
                  <a:pt x="555663" y="278117"/>
                </a:lnTo>
                <a:lnTo>
                  <a:pt x="555663" y="741184"/>
                </a:lnTo>
                <a:lnTo>
                  <a:pt x="701192" y="741184"/>
                </a:lnTo>
                <a:lnTo>
                  <a:pt x="701192" y="278117"/>
                </a:lnTo>
                <a:close/>
              </a:path>
              <a:path w="899795" h="901064">
                <a:moveTo>
                  <a:pt x="899642" y="820432"/>
                </a:moveTo>
                <a:lnTo>
                  <a:pt x="79375" y="820432"/>
                </a:lnTo>
                <a:lnTo>
                  <a:pt x="79375" y="0"/>
                </a:lnTo>
                <a:lnTo>
                  <a:pt x="0" y="0"/>
                </a:lnTo>
                <a:lnTo>
                  <a:pt x="0" y="820432"/>
                </a:lnTo>
                <a:lnTo>
                  <a:pt x="0" y="900442"/>
                </a:lnTo>
                <a:lnTo>
                  <a:pt x="899642" y="900442"/>
                </a:lnTo>
                <a:lnTo>
                  <a:pt x="899642" y="820432"/>
                </a:lnTo>
                <a:close/>
              </a:path>
              <a:path w="899795" h="901064">
                <a:moveTo>
                  <a:pt x="899642" y="503034"/>
                </a:moveTo>
                <a:lnTo>
                  <a:pt x="754113" y="503034"/>
                </a:lnTo>
                <a:lnTo>
                  <a:pt x="754113" y="741184"/>
                </a:lnTo>
                <a:lnTo>
                  <a:pt x="899642" y="741184"/>
                </a:lnTo>
                <a:lnTo>
                  <a:pt x="899642" y="503034"/>
                </a:lnTo>
                <a:close/>
              </a:path>
            </a:pathLst>
          </a:custGeom>
          <a:solidFill>
            <a:srgbClr val="13B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04079" y="4508068"/>
            <a:ext cx="277622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Arial MT"/>
                <a:cs typeface="Arial MT"/>
              </a:rPr>
              <a:t>Data</a:t>
            </a:r>
            <a:r>
              <a:rPr sz="3100" spc="-9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immersion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79890" y="3091141"/>
            <a:ext cx="741045" cy="1005840"/>
          </a:xfrm>
          <a:custGeom>
            <a:avLst/>
            <a:gdLst/>
            <a:ahLst/>
            <a:cxnLst/>
            <a:rect l="l" t="t" r="r" b="b"/>
            <a:pathLst>
              <a:path w="741045" h="1005839">
                <a:moveTo>
                  <a:pt x="740879" y="687933"/>
                </a:moveTo>
                <a:lnTo>
                  <a:pt x="734885" y="706907"/>
                </a:lnTo>
                <a:lnTo>
                  <a:pt x="717613" y="724776"/>
                </a:lnTo>
                <a:lnTo>
                  <a:pt x="690118" y="741248"/>
                </a:lnTo>
                <a:lnTo>
                  <a:pt x="661504" y="752805"/>
                </a:lnTo>
                <a:lnTo>
                  <a:pt x="661504" y="873163"/>
                </a:lnTo>
                <a:lnTo>
                  <a:pt x="659599" y="883996"/>
                </a:lnTo>
                <a:lnTo>
                  <a:pt x="654227" y="892352"/>
                </a:lnTo>
                <a:lnTo>
                  <a:pt x="645871" y="897724"/>
                </a:lnTo>
                <a:lnTo>
                  <a:pt x="635038" y="899629"/>
                </a:lnTo>
                <a:lnTo>
                  <a:pt x="624205" y="897724"/>
                </a:lnTo>
                <a:lnTo>
                  <a:pt x="615861" y="892352"/>
                </a:lnTo>
                <a:lnTo>
                  <a:pt x="610489" y="883996"/>
                </a:lnTo>
                <a:lnTo>
                  <a:pt x="608584" y="873163"/>
                </a:lnTo>
                <a:lnTo>
                  <a:pt x="610489" y="862330"/>
                </a:lnTo>
                <a:lnTo>
                  <a:pt x="615861" y="853986"/>
                </a:lnTo>
                <a:lnTo>
                  <a:pt x="624205" y="848601"/>
                </a:lnTo>
                <a:lnTo>
                  <a:pt x="635038" y="846709"/>
                </a:lnTo>
                <a:lnTo>
                  <a:pt x="645871" y="848601"/>
                </a:lnTo>
                <a:lnTo>
                  <a:pt x="654227" y="853986"/>
                </a:lnTo>
                <a:lnTo>
                  <a:pt x="659599" y="862330"/>
                </a:lnTo>
                <a:lnTo>
                  <a:pt x="661504" y="873163"/>
                </a:lnTo>
                <a:lnTo>
                  <a:pt x="661504" y="752805"/>
                </a:lnTo>
                <a:lnTo>
                  <a:pt x="608761" y="768807"/>
                </a:lnTo>
                <a:lnTo>
                  <a:pt x="557034" y="779284"/>
                </a:lnTo>
                <a:lnTo>
                  <a:pt x="499364" y="787133"/>
                </a:lnTo>
                <a:lnTo>
                  <a:pt x="436803" y="792073"/>
                </a:lnTo>
                <a:lnTo>
                  <a:pt x="370446" y="793788"/>
                </a:lnTo>
                <a:lnTo>
                  <a:pt x="304076" y="792073"/>
                </a:lnTo>
                <a:lnTo>
                  <a:pt x="241528" y="787133"/>
                </a:lnTo>
                <a:lnTo>
                  <a:pt x="183845" y="779284"/>
                </a:lnTo>
                <a:lnTo>
                  <a:pt x="132118" y="768807"/>
                </a:lnTo>
                <a:lnTo>
                  <a:pt x="87401" y="756031"/>
                </a:lnTo>
                <a:lnTo>
                  <a:pt x="50761" y="741248"/>
                </a:lnTo>
                <a:lnTo>
                  <a:pt x="5994" y="706907"/>
                </a:lnTo>
                <a:lnTo>
                  <a:pt x="0" y="687933"/>
                </a:lnTo>
                <a:lnTo>
                  <a:pt x="0" y="899629"/>
                </a:lnTo>
                <a:lnTo>
                  <a:pt x="23279" y="936459"/>
                </a:lnTo>
                <a:lnTo>
                  <a:pt x="87401" y="967727"/>
                </a:lnTo>
                <a:lnTo>
                  <a:pt x="132118" y="980503"/>
                </a:lnTo>
                <a:lnTo>
                  <a:pt x="183845" y="990968"/>
                </a:lnTo>
                <a:lnTo>
                  <a:pt x="241528" y="998816"/>
                </a:lnTo>
                <a:lnTo>
                  <a:pt x="304076" y="1003757"/>
                </a:lnTo>
                <a:lnTo>
                  <a:pt x="370446" y="1005471"/>
                </a:lnTo>
                <a:lnTo>
                  <a:pt x="436803" y="1003757"/>
                </a:lnTo>
                <a:lnTo>
                  <a:pt x="499364" y="998816"/>
                </a:lnTo>
                <a:lnTo>
                  <a:pt x="557034" y="990968"/>
                </a:lnTo>
                <a:lnTo>
                  <a:pt x="608761" y="980503"/>
                </a:lnTo>
                <a:lnTo>
                  <a:pt x="653478" y="967727"/>
                </a:lnTo>
                <a:lnTo>
                  <a:pt x="690118" y="952944"/>
                </a:lnTo>
                <a:lnTo>
                  <a:pt x="734885" y="918591"/>
                </a:lnTo>
                <a:lnTo>
                  <a:pt x="740879" y="899629"/>
                </a:lnTo>
                <a:lnTo>
                  <a:pt x="740879" y="846709"/>
                </a:lnTo>
                <a:lnTo>
                  <a:pt x="740879" y="793788"/>
                </a:lnTo>
                <a:lnTo>
                  <a:pt x="740879" y="687933"/>
                </a:lnTo>
                <a:close/>
              </a:path>
              <a:path w="741045" h="1005839">
                <a:moveTo>
                  <a:pt x="740879" y="423329"/>
                </a:moveTo>
                <a:lnTo>
                  <a:pt x="734885" y="442290"/>
                </a:lnTo>
                <a:lnTo>
                  <a:pt x="717613" y="460159"/>
                </a:lnTo>
                <a:lnTo>
                  <a:pt x="690118" y="476643"/>
                </a:lnTo>
                <a:lnTo>
                  <a:pt x="661504" y="488200"/>
                </a:lnTo>
                <a:lnTo>
                  <a:pt x="661504" y="608558"/>
                </a:lnTo>
                <a:lnTo>
                  <a:pt x="659599" y="619391"/>
                </a:lnTo>
                <a:lnTo>
                  <a:pt x="654227" y="627735"/>
                </a:lnTo>
                <a:lnTo>
                  <a:pt x="645871" y="633120"/>
                </a:lnTo>
                <a:lnTo>
                  <a:pt x="635038" y="635012"/>
                </a:lnTo>
                <a:lnTo>
                  <a:pt x="624205" y="633120"/>
                </a:lnTo>
                <a:lnTo>
                  <a:pt x="615861" y="627735"/>
                </a:lnTo>
                <a:lnTo>
                  <a:pt x="610489" y="619391"/>
                </a:lnTo>
                <a:lnTo>
                  <a:pt x="608584" y="608558"/>
                </a:lnTo>
                <a:lnTo>
                  <a:pt x="610489" y="597725"/>
                </a:lnTo>
                <a:lnTo>
                  <a:pt x="615861" y="589368"/>
                </a:lnTo>
                <a:lnTo>
                  <a:pt x="624205" y="583996"/>
                </a:lnTo>
                <a:lnTo>
                  <a:pt x="635038" y="582091"/>
                </a:lnTo>
                <a:lnTo>
                  <a:pt x="645871" y="583996"/>
                </a:lnTo>
                <a:lnTo>
                  <a:pt x="654227" y="589368"/>
                </a:lnTo>
                <a:lnTo>
                  <a:pt x="659599" y="597725"/>
                </a:lnTo>
                <a:lnTo>
                  <a:pt x="661504" y="608558"/>
                </a:lnTo>
                <a:lnTo>
                  <a:pt x="661504" y="488200"/>
                </a:lnTo>
                <a:lnTo>
                  <a:pt x="608761" y="504202"/>
                </a:lnTo>
                <a:lnTo>
                  <a:pt x="557034" y="514667"/>
                </a:lnTo>
                <a:lnTo>
                  <a:pt x="499364" y="522528"/>
                </a:lnTo>
                <a:lnTo>
                  <a:pt x="436803" y="527456"/>
                </a:lnTo>
                <a:lnTo>
                  <a:pt x="370446" y="529170"/>
                </a:lnTo>
                <a:lnTo>
                  <a:pt x="304076" y="527456"/>
                </a:lnTo>
                <a:lnTo>
                  <a:pt x="241528" y="522528"/>
                </a:lnTo>
                <a:lnTo>
                  <a:pt x="183845" y="514667"/>
                </a:lnTo>
                <a:lnTo>
                  <a:pt x="132118" y="504202"/>
                </a:lnTo>
                <a:lnTo>
                  <a:pt x="87401" y="491426"/>
                </a:lnTo>
                <a:lnTo>
                  <a:pt x="50761" y="476643"/>
                </a:lnTo>
                <a:lnTo>
                  <a:pt x="5994" y="442290"/>
                </a:lnTo>
                <a:lnTo>
                  <a:pt x="0" y="423329"/>
                </a:lnTo>
                <a:lnTo>
                  <a:pt x="0" y="635012"/>
                </a:lnTo>
                <a:lnTo>
                  <a:pt x="23279" y="671855"/>
                </a:lnTo>
                <a:lnTo>
                  <a:pt x="87401" y="703110"/>
                </a:lnTo>
                <a:lnTo>
                  <a:pt x="132118" y="715886"/>
                </a:lnTo>
                <a:lnTo>
                  <a:pt x="183845" y="726351"/>
                </a:lnTo>
                <a:lnTo>
                  <a:pt x="241528" y="734212"/>
                </a:lnTo>
                <a:lnTo>
                  <a:pt x="304076" y="739152"/>
                </a:lnTo>
                <a:lnTo>
                  <a:pt x="370446" y="740867"/>
                </a:lnTo>
                <a:lnTo>
                  <a:pt x="436803" y="739152"/>
                </a:lnTo>
                <a:lnTo>
                  <a:pt x="499364" y="734212"/>
                </a:lnTo>
                <a:lnTo>
                  <a:pt x="557034" y="726351"/>
                </a:lnTo>
                <a:lnTo>
                  <a:pt x="608761" y="715886"/>
                </a:lnTo>
                <a:lnTo>
                  <a:pt x="653478" y="703110"/>
                </a:lnTo>
                <a:lnTo>
                  <a:pt x="690118" y="688327"/>
                </a:lnTo>
                <a:lnTo>
                  <a:pt x="734885" y="653973"/>
                </a:lnTo>
                <a:lnTo>
                  <a:pt x="740879" y="635012"/>
                </a:lnTo>
                <a:lnTo>
                  <a:pt x="740879" y="582091"/>
                </a:lnTo>
                <a:lnTo>
                  <a:pt x="740879" y="529170"/>
                </a:lnTo>
                <a:lnTo>
                  <a:pt x="740879" y="423329"/>
                </a:lnTo>
                <a:close/>
              </a:path>
              <a:path w="741045" h="1005839">
                <a:moveTo>
                  <a:pt x="740879" y="158724"/>
                </a:moveTo>
                <a:lnTo>
                  <a:pt x="734885" y="177685"/>
                </a:lnTo>
                <a:lnTo>
                  <a:pt x="717613" y="195554"/>
                </a:lnTo>
                <a:lnTo>
                  <a:pt x="690118" y="212039"/>
                </a:lnTo>
                <a:lnTo>
                  <a:pt x="661504" y="223583"/>
                </a:lnTo>
                <a:lnTo>
                  <a:pt x="661504" y="343941"/>
                </a:lnTo>
                <a:lnTo>
                  <a:pt x="659599" y="354774"/>
                </a:lnTo>
                <a:lnTo>
                  <a:pt x="654227" y="363131"/>
                </a:lnTo>
                <a:lnTo>
                  <a:pt x="645871" y="368503"/>
                </a:lnTo>
                <a:lnTo>
                  <a:pt x="635038" y="370408"/>
                </a:lnTo>
                <a:lnTo>
                  <a:pt x="624205" y="368503"/>
                </a:lnTo>
                <a:lnTo>
                  <a:pt x="615861" y="363131"/>
                </a:lnTo>
                <a:lnTo>
                  <a:pt x="610489" y="354774"/>
                </a:lnTo>
                <a:lnTo>
                  <a:pt x="608584" y="343941"/>
                </a:lnTo>
                <a:lnTo>
                  <a:pt x="610489" y="333121"/>
                </a:lnTo>
                <a:lnTo>
                  <a:pt x="615861" y="324764"/>
                </a:lnTo>
                <a:lnTo>
                  <a:pt x="624205" y="319392"/>
                </a:lnTo>
                <a:lnTo>
                  <a:pt x="635038" y="317487"/>
                </a:lnTo>
                <a:lnTo>
                  <a:pt x="645871" y="319392"/>
                </a:lnTo>
                <a:lnTo>
                  <a:pt x="654227" y="324764"/>
                </a:lnTo>
                <a:lnTo>
                  <a:pt x="659599" y="333121"/>
                </a:lnTo>
                <a:lnTo>
                  <a:pt x="661504" y="343941"/>
                </a:lnTo>
                <a:lnTo>
                  <a:pt x="661504" y="223583"/>
                </a:lnTo>
                <a:lnTo>
                  <a:pt x="608761" y="239585"/>
                </a:lnTo>
                <a:lnTo>
                  <a:pt x="557034" y="250063"/>
                </a:lnTo>
                <a:lnTo>
                  <a:pt x="499364" y="257911"/>
                </a:lnTo>
                <a:lnTo>
                  <a:pt x="436803" y="262851"/>
                </a:lnTo>
                <a:lnTo>
                  <a:pt x="370446" y="264566"/>
                </a:lnTo>
                <a:lnTo>
                  <a:pt x="304076" y="262851"/>
                </a:lnTo>
                <a:lnTo>
                  <a:pt x="241528" y="257911"/>
                </a:lnTo>
                <a:lnTo>
                  <a:pt x="183845" y="250063"/>
                </a:lnTo>
                <a:lnTo>
                  <a:pt x="132118" y="239585"/>
                </a:lnTo>
                <a:lnTo>
                  <a:pt x="87401" y="226809"/>
                </a:lnTo>
                <a:lnTo>
                  <a:pt x="50761" y="212039"/>
                </a:lnTo>
                <a:lnTo>
                  <a:pt x="5994" y="177685"/>
                </a:lnTo>
                <a:lnTo>
                  <a:pt x="0" y="158724"/>
                </a:lnTo>
                <a:lnTo>
                  <a:pt x="0" y="370408"/>
                </a:lnTo>
                <a:lnTo>
                  <a:pt x="23279" y="407238"/>
                </a:lnTo>
                <a:lnTo>
                  <a:pt x="87401" y="438505"/>
                </a:lnTo>
                <a:lnTo>
                  <a:pt x="132118" y="451281"/>
                </a:lnTo>
                <a:lnTo>
                  <a:pt x="183845" y="461746"/>
                </a:lnTo>
                <a:lnTo>
                  <a:pt x="241528" y="469607"/>
                </a:lnTo>
                <a:lnTo>
                  <a:pt x="304076" y="474535"/>
                </a:lnTo>
                <a:lnTo>
                  <a:pt x="370446" y="476250"/>
                </a:lnTo>
                <a:lnTo>
                  <a:pt x="436803" y="474535"/>
                </a:lnTo>
                <a:lnTo>
                  <a:pt x="499364" y="469607"/>
                </a:lnTo>
                <a:lnTo>
                  <a:pt x="557034" y="461746"/>
                </a:lnTo>
                <a:lnTo>
                  <a:pt x="608761" y="451281"/>
                </a:lnTo>
                <a:lnTo>
                  <a:pt x="653478" y="438505"/>
                </a:lnTo>
                <a:lnTo>
                  <a:pt x="690118" y="423722"/>
                </a:lnTo>
                <a:lnTo>
                  <a:pt x="734885" y="389369"/>
                </a:lnTo>
                <a:lnTo>
                  <a:pt x="740879" y="370408"/>
                </a:lnTo>
                <a:lnTo>
                  <a:pt x="740879" y="317487"/>
                </a:lnTo>
                <a:lnTo>
                  <a:pt x="740879" y="264566"/>
                </a:lnTo>
                <a:lnTo>
                  <a:pt x="740879" y="158724"/>
                </a:lnTo>
                <a:close/>
              </a:path>
              <a:path w="741045" h="1005839">
                <a:moveTo>
                  <a:pt x="740879" y="105803"/>
                </a:moveTo>
                <a:lnTo>
                  <a:pt x="717702" y="68872"/>
                </a:lnTo>
                <a:lnTo>
                  <a:pt x="653757" y="37617"/>
                </a:lnTo>
                <a:lnTo>
                  <a:pt x="609117" y="24879"/>
                </a:lnTo>
                <a:lnTo>
                  <a:pt x="557415" y="14439"/>
                </a:lnTo>
                <a:lnTo>
                  <a:pt x="499706" y="6616"/>
                </a:lnTo>
                <a:lnTo>
                  <a:pt x="437032" y="1701"/>
                </a:lnTo>
                <a:lnTo>
                  <a:pt x="370446" y="0"/>
                </a:lnTo>
                <a:lnTo>
                  <a:pt x="303860" y="1701"/>
                </a:lnTo>
                <a:lnTo>
                  <a:pt x="241185" y="6616"/>
                </a:lnTo>
                <a:lnTo>
                  <a:pt x="183476" y="14439"/>
                </a:lnTo>
                <a:lnTo>
                  <a:pt x="131775" y="24879"/>
                </a:lnTo>
                <a:lnTo>
                  <a:pt x="87122" y="37617"/>
                </a:lnTo>
                <a:lnTo>
                  <a:pt x="50584" y="52387"/>
                </a:lnTo>
                <a:lnTo>
                  <a:pt x="5969" y="86779"/>
                </a:lnTo>
                <a:lnTo>
                  <a:pt x="0" y="105803"/>
                </a:lnTo>
                <a:lnTo>
                  <a:pt x="5969" y="124828"/>
                </a:lnTo>
                <a:lnTo>
                  <a:pt x="50584" y="159219"/>
                </a:lnTo>
                <a:lnTo>
                  <a:pt x="87122" y="173990"/>
                </a:lnTo>
                <a:lnTo>
                  <a:pt x="131775" y="186753"/>
                </a:lnTo>
                <a:lnTo>
                  <a:pt x="183476" y="197192"/>
                </a:lnTo>
                <a:lnTo>
                  <a:pt x="241185" y="205016"/>
                </a:lnTo>
                <a:lnTo>
                  <a:pt x="303860" y="209943"/>
                </a:lnTo>
                <a:lnTo>
                  <a:pt x="370446" y="211645"/>
                </a:lnTo>
                <a:lnTo>
                  <a:pt x="437032" y="209943"/>
                </a:lnTo>
                <a:lnTo>
                  <a:pt x="499706" y="205016"/>
                </a:lnTo>
                <a:lnTo>
                  <a:pt x="557415" y="197192"/>
                </a:lnTo>
                <a:lnTo>
                  <a:pt x="609117" y="186753"/>
                </a:lnTo>
                <a:lnTo>
                  <a:pt x="653757" y="173990"/>
                </a:lnTo>
                <a:lnTo>
                  <a:pt x="690308" y="159219"/>
                </a:lnTo>
                <a:lnTo>
                  <a:pt x="734910" y="124828"/>
                </a:lnTo>
                <a:lnTo>
                  <a:pt x="740879" y="105803"/>
                </a:lnTo>
                <a:close/>
              </a:path>
            </a:pathLst>
          </a:custGeom>
          <a:solidFill>
            <a:srgbClr val="8AB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48370" y="4508068"/>
            <a:ext cx="280225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Arial MT"/>
                <a:cs typeface="Arial MT"/>
              </a:rPr>
              <a:t>Organising</a:t>
            </a:r>
            <a:r>
              <a:rPr sz="3100" spc="-185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data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724272" y="-2"/>
            <a:ext cx="7468234" cy="6858000"/>
            <a:chOff x="4724272" y="-2"/>
            <a:chExt cx="7468234" cy="6858000"/>
          </a:xfrm>
        </p:grpSpPr>
        <p:sp>
          <p:nvSpPr>
            <p:cNvPr id="6" name="object 6"/>
            <p:cNvSpPr/>
            <p:nvPr/>
          </p:nvSpPr>
          <p:spPr>
            <a:xfrm>
              <a:off x="4724272" y="0"/>
              <a:ext cx="539115" cy="563245"/>
            </a:xfrm>
            <a:custGeom>
              <a:avLst/>
              <a:gdLst/>
              <a:ahLst/>
              <a:cxnLst/>
              <a:rect l="l" t="t" r="r" b="b"/>
              <a:pathLst>
                <a:path w="539114" h="563245">
                  <a:moveTo>
                    <a:pt x="538734" y="0"/>
                  </a:moveTo>
                  <a:lnTo>
                    <a:pt x="0" y="0"/>
                  </a:lnTo>
                  <a:lnTo>
                    <a:pt x="2239" y="50913"/>
                  </a:lnTo>
                  <a:lnTo>
                    <a:pt x="8830" y="100322"/>
                  </a:lnTo>
                  <a:lnTo>
                    <a:pt x="19582" y="148290"/>
                  </a:lnTo>
                  <a:lnTo>
                    <a:pt x="34305" y="194627"/>
                  </a:lnTo>
                  <a:lnTo>
                    <a:pt x="52809" y="239142"/>
                  </a:lnTo>
                  <a:lnTo>
                    <a:pt x="74902" y="281646"/>
                  </a:lnTo>
                  <a:lnTo>
                    <a:pt x="100394" y="321946"/>
                  </a:lnTo>
                  <a:lnTo>
                    <a:pt x="129095" y="359854"/>
                  </a:lnTo>
                  <a:lnTo>
                    <a:pt x="160814" y="395178"/>
                  </a:lnTo>
                  <a:lnTo>
                    <a:pt x="195361" y="427728"/>
                  </a:lnTo>
                  <a:lnTo>
                    <a:pt x="232545" y="457313"/>
                  </a:lnTo>
                  <a:lnTo>
                    <a:pt x="272176" y="483743"/>
                  </a:lnTo>
                  <a:lnTo>
                    <a:pt x="314064" y="506827"/>
                  </a:lnTo>
                  <a:lnTo>
                    <a:pt x="358016" y="526375"/>
                  </a:lnTo>
                  <a:lnTo>
                    <a:pt x="403845" y="542196"/>
                  </a:lnTo>
                  <a:lnTo>
                    <a:pt x="451357" y="554101"/>
                  </a:lnTo>
                  <a:lnTo>
                    <a:pt x="538734" y="562863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2"/>
              <a:ext cx="6927215" cy="685786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3839" y="737108"/>
            <a:ext cx="402590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/>
              <a:t>Introduction</a:t>
            </a:r>
            <a:r>
              <a:rPr sz="3600" spc="-190" dirty="0"/>
              <a:t> </a:t>
            </a:r>
            <a:r>
              <a:rPr sz="3600" spc="-25" dirty="0"/>
              <a:t>to </a:t>
            </a:r>
            <a:r>
              <a:rPr sz="3600" dirty="0"/>
              <a:t>Thematic</a:t>
            </a:r>
            <a:r>
              <a:rPr sz="3600" spc="-16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643839" y="2363851"/>
            <a:ext cx="3820795" cy="1969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464184" indent="-229235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Thematic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-10" dirty="0">
                <a:latin typeface="Arial MT"/>
                <a:cs typeface="Arial MT"/>
              </a:rPr>
              <a:t> identifies </a:t>
            </a:r>
            <a:r>
              <a:rPr sz="2000" dirty="0">
                <a:latin typeface="Arial MT"/>
                <a:cs typeface="Arial MT"/>
              </a:rPr>
              <a:t>patterns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(themes)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within </a:t>
            </a:r>
            <a:r>
              <a:rPr sz="2000" dirty="0">
                <a:latin typeface="Arial MT"/>
                <a:cs typeface="Arial MT"/>
              </a:rPr>
              <a:t>qualitative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  <a:p>
            <a:pPr marL="241300" marR="5080" indent="-229235">
              <a:lnSpc>
                <a:spcPct val="100000"/>
              </a:lnSpc>
              <a:spcBef>
                <a:spcPts val="894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flexible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theoretical perspective.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Types</a:t>
            </a:r>
            <a:r>
              <a:rPr sz="4400" spc="-114" dirty="0"/>
              <a:t> </a:t>
            </a:r>
            <a:r>
              <a:rPr sz="4400" dirty="0"/>
              <a:t>of</a:t>
            </a:r>
            <a:r>
              <a:rPr sz="4400" spc="-114" dirty="0"/>
              <a:t> </a:t>
            </a:r>
            <a:r>
              <a:rPr sz="4400" dirty="0"/>
              <a:t>Thematic</a:t>
            </a:r>
            <a:r>
              <a:rPr sz="4400" spc="-260" dirty="0"/>
              <a:t> </a:t>
            </a:r>
            <a:r>
              <a:rPr sz="4400" spc="-10" dirty="0"/>
              <a:t>Analysis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88313" y="2601044"/>
            <a:ext cx="899794" cy="1067435"/>
            <a:chOff x="2288313" y="2601044"/>
            <a:chExt cx="899794" cy="10674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0661" y="2786864"/>
              <a:ext cx="111132" cy="1111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3963" y="3055442"/>
              <a:ext cx="111132" cy="1111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8313" y="2601044"/>
              <a:ext cx="899794" cy="1067435"/>
            </a:xfrm>
            <a:custGeom>
              <a:avLst/>
              <a:gdLst/>
              <a:ahLst/>
              <a:cxnLst/>
              <a:rect l="l" t="t" r="r" b="b"/>
              <a:pathLst>
                <a:path w="899794" h="1067435">
                  <a:moveTo>
                    <a:pt x="420925" y="0"/>
                  </a:moveTo>
                  <a:lnTo>
                    <a:pt x="374199" y="0"/>
                  </a:lnTo>
                  <a:lnTo>
                    <a:pt x="327712" y="5488"/>
                  </a:lnTo>
                  <a:lnTo>
                    <a:pt x="281944" y="16464"/>
                  </a:lnTo>
                  <a:lnTo>
                    <a:pt x="237374" y="32929"/>
                  </a:lnTo>
                  <a:lnTo>
                    <a:pt x="194481" y="54881"/>
                  </a:lnTo>
                  <a:lnTo>
                    <a:pt x="154535" y="81841"/>
                  </a:lnTo>
                  <a:lnTo>
                    <a:pt x="118640" y="113050"/>
                  </a:lnTo>
                  <a:lnTo>
                    <a:pt x="87024" y="148052"/>
                  </a:lnTo>
                  <a:lnTo>
                    <a:pt x="59916" y="186387"/>
                  </a:lnTo>
                  <a:lnTo>
                    <a:pt x="37544" y="227599"/>
                  </a:lnTo>
                  <a:lnTo>
                    <a:pt x="20139" y="271230"/>
                  </a:lnTo>
                  <a:lnTo>
                    <a:pt x="7927" y="316823"/>
                  </a:lnTo>
                  <a:lnTo>
                    <a:pt x="1195" y="363520"/>
                  </a:lnTo>
                  <a:lnTo>
                    <a:pt x="62" y="409414"/>
                  </a:lnTo>
                  <a:lnTo>
                    <a:pt x="0" y="412060"/>
                  </a:lnTo>
                  <a:lnTo>
                    <a:pt x="2588" y="457870"/>
                  </a:lnTo>
                  <a:lnTo>
                    <a:pt x="10439" y="504322"/>
                  </a:lnTo>
                  <a:lnTo>
                    <a:pt x="23232" y="548367"/>
                  </a:lnTo>
                  <a:lnTo>
                    <a:pt x="40847" y="590506"/>
                  </a:lnTo>
                  <a:lnTo>
                    <a:pt x="63114" y="630350"/>
                  </a:lnTo>
                  <a:lnTo>
                    <a:pt x="89860" y="667511"/>
                  </a:lnTo>
                  <a:lnTo>
                    <a:pt x="120917" y="701603"/>
                  </a:lnTo>
                  <a:lnTo>
                    <a:pt x="156114" y="732237"/>
                  </a:lnTo>
                  <a:lnTo>
                    <a:pt x="156114" y="1066968"/>
                  </a:lnTo>
                  <a:lnTo>
                    <a:pt x="574183" y="1066968"/>
                  </a:lnTo>
                  <a:lnTo>
                    <a:pt x="574183" y="908202"/>
                  </a:lnTo>
                  <a:lnTo>
                    <a:pt x="639010" y="908202"/>
                  </a:lnTo>
                  <a:lnTo>
                    <a:pt x="699538" y="895964"/>
                  </a:lnTo>
                  <a:lnTo>
                    <a:pt x="750143" y="861896"/>
                  </a:lnTo>
                  <a:lnTo>
                    <a:pt x="783548" y="810132"/>
                  </a:lnTo>
                  <a:lnTo>
                    <a:pt x="795125" y="749437"/>
                  </a:lnTo>
                  <a:lnTo>
                    <a:pt x="795125" y="670054"/>
                  </a:lnTo>
                  <a:lnTo>
                    <a:pt x="853337" y="670054"/>
                  </a:lnTo>
                  <a:lnTo>
                    <a:pt x="863685" y="666085"/>
                  </a:lnTo>
                  <a:lnTo>
                    <a:pt x="252693" y="666085"/>
                  </a:lnTo>
                  <a:lnTo>
                    <a:pt x="236817" y="633009"/>
                  </a:lnTo>
                  <a:lnTo>
                    <a:pt x="232248" y="631686"/>
                  </a:lnTo>
                  <a:lnTo>
                    <a:pt x="173313" y="631686"/>
                  </a:lnTo>
                  <a:lnTo>
                    <a:pt x="146853" y="605225"/>
                  </a:lnTo>
                  <a:lnTo>
                    <a:pt x="158760" y="570825"/>
                  </a:lnTo>
                  <a:lnTo>
                    <a:pt x="155039" y="563859"/>
                  </a:lnTo>
                  <a:lnTo>
                    <a:pt x="151814" y="556768"/>
                  </a:lnTo>
                  <a:lnTo>
                    <a:pt x="149085" y="549429"/>
                  </a:lnTo>
                  <a:lnTo>
                    <a:pt x="146853" y="541718"/>
                  </a:lnTo>
                  <a:lnTo>
                    <a:pt x="113778" y="525842"/>
                  </a:lnTo>
                  <a:lnTo>
                    <a:pt x="113778" y="488796"/>
                  </a:lnTo>
                  <a:lnTo>
                    <a:pt x="146853" y="472920"/>
                  </a:lnTo>
                  <a:lnTo>
                    <a:pt x="149085" y="465209"/>
                  </a:lnTo>
                  <a:lnTo>
                    <a:pt x="151814" y="457870"/>
                  </a:lnTo>
                  <a:lnTo>
                    <a:pt x="155039" y="450780"/>
                  </a:lnTo>
                  <a:lnTo>
                    <a:pt x="158760" y="443813"/>
                  </a:lnTo>
                  <a:lnTo>
                    <a:pt x="146853" y="409414"/>
                  </a:lnTo>
                  <a:lnTo>
                    <a:pt x="173313" y="382953"/>
                  </a:lnTo>
                  <a:lnTo>
                    <a:pt x="236817" y="382953"/>
                  </a:lnTo>
                  <a:lnTo>
                    <a:pt x="252693" y="349877"/>
                  </a:lnTo>
                  <a:lnTo>
                    <a:pt x="324135" y="349877"/>
                  </a:lnTo>
                  <a:lnTo>
                    <a:pt x="312228" y="337969"/>
                  </a:lnTo>
                  <a:lnTo>
                    <a:pt x="324135" y="303570"/>
                  </a:lnTo>
                  <a:lnTo>
                    <a:pt x="320414" y="296603"/>
                  </a:lnTo>
                  <a:lnTo>
                    <a:pt x="317190" y="289513"/>
                  </a:lnTo>
                  <a:lnTo>
                    <a:pt x="314461" y="282174"/>
                  </a:lnTo>
                  <a:lnTo>
                    <a:pt x="312228" y="274463"/>
                  </a:lnTo>
                  <a:lnTo>
                    <a:pt x="279153" y="258586"/>
                  </a:lnTo>
                  <a:lnTo>
                    <a:pt x="279153" y="221541"/>
                  </a:lnTo>
                  <a:lnTo>
                    <a:pt x="312228" y="205665"/>
                  </a:lnTo>
                  <a:lnTo>
                    <a:pt x="314461" y="197954"/>
                  </a:lnTo>
                  <a:lnTo>
                    <a:pt x="317190" y="190615"/>
                  </a:lnTo>
                  <a:lnTo>
                    <a:pt x="320414" y="183524"/>
                  </a:lnTo>
                  <a:lnTo>
                    <a:pt x="324135" y="176558"/>
                  </a:lnTo>
                  <a:lnTo>
                    <a:pt x="313551" y="142158"/>
                  </a:lnTo>
                  <a:lnTo>
                    <a:pt x="340011" y="115697"/>
                  </a:lnTo>
                  <a:lnTo>
                    <a:pt x="403516" y="115697"/>
                  </a:lnTo>
                  <a:lnTo>
                    <a:pt x="419392" y="82665"/>
                  </a:lnTo>
                  <a:lnTo>
                    <a:pt x="641133" y="82665"/>
                  </a:lnTo>
                  <a:lnTo>
                    <a:pt x="640589" y="82190"/>
                  </a:lnTo>
                  <a:lnTo>
                    <a:pt x="600643" y="54881"/>
                  </a:lnTo>
                  <a:lnTo>
                    <a:pt x="557750" y="32929"/>
                  </a:lnTo>
                  <a:lnTo>
                    <a:pt x="513180" y="16464"/>
                  </a:lnTo>
                  <a:lnTo>
                    <a:pt x="467412" y="5488"/>
                  </a:lnTo>
                  <a:lnTo>
                    <a:pt x="420925" y="0"/>
                  </a:lnTo>
                  <a:close/>
                </a:path>
                <a:path w="899794" h="1067435">
                  <a:moveTo>
                    <a:pt x="333396" y="622424"/>
                  </a:moveTo>
                  <a:lnTo>
                    <a:pt x="326430" y="626145"/>
                  </a:lnTo>
                  <a:lnTo>
                    <a:pt x="319340" y="629370"/>
                  </a:lnTo>
                  <a:lnTo>
                    <a:pt x="312001" y="632099"/>
                  </a:lnTo>
                  <a:lnTo>
                    <a:pt x="304290" y="634332"/>
                  </a:lnTo>
                  <a:lnTo>
                    <a:pt x="289737" y="666085"/>
                  </a:lnTo>
                  <a:lnTo>
                    <a:pt x="863685" y="666085"/>
                  </a:lnTo>
                  <a:lnTo>
                    <a:pt x="877482" y="660793"/>
                  </a:lnTo>
                  <a:lnTo>
                    <a:pt x="894681" y="640616"/>
                  </a:lnTo>
                  <a:lnTo>
                    <a:pt x="895734" y="634332"/>
                  </a:lnTo>
                  <a:lnTo>
                    <a:pt x="367795" y="634332"/>
                  </a:lnTo>
                  <a:lnTo>
                    <a:pt x="333396" y="622424"/>
                  </a:lnTo>
                  <a:close/>
                </a:path>
                <a:path w="899794" h="1067435">
                  <a:moveTo>
                    <a:pt x="411083" y="382953"/>
                  </a:moveTo>
                  <a:lnTo>
                    <a:pt x="370440" y="382953"/>
                  </a:lnTo>
                  <a:lnTo>
                    <a:pt x="396901" y="409414"/>
                  </a:lnTo>
                  <a:lnTo>
                    <a:pt x="384994" y="443813"/>
                  </a:lnTo>
                  <a:lnTo>
                    <a:pt x="388714" y="450780"/>
                  </a:lnTo>
                  <a:lnTo>
                    <a:pt x="391939" y="457870"/>
                  </a:lnTo>
                  <a:lnTo>
                    <a:pt x="394668" y="465209"/>
                  </a:lnTo>
                  <a:lnTo>
                    <a:pt x="396901" y="472920"/>
                  </a:lnTo>
                  <a:lnTo>
                    <a:pt x="429976" y="488797"/>
                  </a:lnTo>
                  <a:lnTo>
                    <a:pt x="428741" y="525842"/>
                  </a:lnTo>
                  <a:lnTo>
                    <a:pt x="428653" y="528488"/>
                  </a:lnTo>
                  <a:lnTo>
                    <a:pt x="395578" y="544365"/>
                  </a:lnTo>
                  <a:lnTo>
                    <a:pt x="393345" y="552075"/>
                  </a:lnTo>
                  <a:lnTo>
                    <a:pt x="390616" y="559414"/>
                  </a:lnTo>
                  <a:lnTo>
                    <a:pt x="387391" y="566505"/>
                  </a:lnTo>
                  <a:lnTo>
                    <a:pt x="383671" y="573472"/>
                  </a:lnTo>
                  <a:lnTo>
                    <a:pt x="394255" y="607871"/>
                  </a:lnTo>
                  <a:lnTo>
                    <a:pt x="367795" y="634332"/>
                  </a:lnTo>
                  <a:lnTo>
                    <a:pt x="895734" y="634332"/>
                  </a:lnTo>
                  <a:lnTo>
                    <a:pt x="899477" y="612005"/>
                  </a:lnTo>
                  <a:lnTo>
                    <a:pt x="886412" y="577441"/>
                  </a:lnTo>
                  <a:lnTo>
                    <a:pt x="795125" y="418675"/>
                  </a:lnTo>
                  <a:lnTo>
                    <a:pt x="795062" y="409414"/>
                  </a:lnTo>
                  <a:lnTo>
                    <a:pt x="794780" y="397506"/>
                  </a:lnTo>
                  <a:lnTo>
                    <a:pt x="418069" y="397506"/>
                  </a:lnTo>
                  <a:lnTo>
                    <a:pt x="411083" y="382953"/>
                  </a:lnTo>
                  <a:close/>
                </a:path>
                <a:path w="899794" h="1067435">
                  <a:moveTo>
                    <a:pt x="207711" y="621101"/>
                  </a:moveTo>
                  <a:lnTo>
                    <a:pt x="173313" y="631686"/>
                  </a:lnTo>
                  <a:lnTo>
                    <a:pt x="232248" y="631686"/>
                  </a:lnTo>
                  <a:lnTo>
                    <a:pt x="229107" y="630776"/>
                  </a:lnTo>
                  <a:lnTo>
                    <a:pt x="221768" y="628047"/>
                  </a:lnTo>
                  <a:lnTo>
                    <a:pt x="214678" y="624822"/>
                  </a:lnTo>
                  <a:lnTo>
                    <a:pt x="207711" y="621101"/>
                  </a:lnTo>
                  <a:close/>
                </a:path>
                <a:path w="899794" h="1067435">
                  <a:moveTo>
                    <a:pt x="500095" y="353846"/>
                  </a:moveTo>
                  <a:lnTo>
                    <a:pt x="493128" y="357567"/>
                  </a:lnTo>
                  <a:lnTo>
                    <a:pt x="486038" y="360792"/>
                  </a:lnTo>
                  <a:lnTo>
                    <a:pt x="478699" y="363521"/>
                  </a:lnTo>
                  <a:lnTo>
                    <a:pt x="470989" y="365753"/>
                  </a:lnTo>
                  <a:lnTo>
                    <a:pt x="455113" y="397506"/>
                  </a:lnTo>
                  <a:lnTo>
                    <a:pt x="794780" y="397506"/>
                  </a:lnTo>
                  <a:lnTo>
                    <a:pt x="794029" y="365753"/>
                  </a:lnTo>
                  <a:lnTo>
                    <a:pt x="534493" y="365753"/>
                  </a:lnTo>
                  <a:lnTo>
                    <a:pt x="500095" y="353846"/>
                  </a:lnTo>
                  <a:close/>
                </a:path>
                <a:path w="899794" h="1067435">
                  <a:moveTo>
                    <a:pt x="236817" y="382953"/>
                  </a:moveTo>
                  <a:lnTo>
                    <a:pt x="173313" y="382953"/>
                  </a:lnTo>
                  <a:lnTo>
                    <a:pt x="207711" y="394860"/>
                  </a:lnTo>
                  <a:lnTo>
                    <a:pt x="214677" y="391139"/>
                  </a:lnTo>
                  <a:lnTo>
                    <a:pt x="221768" y="387914"/>
                  </a:lnTo>
                  <a:lnTo>
                    <a:pt x="229107" y="385185"/>
                  </a:lnTo>
                  <a:lnTo>
                    <a:pt x="236817" y="382953"/>
                  </a:lnTo>
                  <a:close/>
                </a:path>
                <a:path w="899794" h="1067435">
                  <a:moveTo>
                    <a:pt x="324135" y="349877"/>
                  </a:moveTo>
                  <a:lnTo>
                    <a:pt x="291060" y="349877"/>
                  </a:lnTo>
                  <a:lnTo>
                    <a:pt x="306936" y="382953"/>
                  </a:lnTo>
                  <a:lnTo>
                    <a:pt x="314647" y="385185"/>
                  </a:lnTo>
                  <a:lnTo>
                    <a:pt x="321985" y="387914"/>
                  </a:lnTo>
                  <a:lnTo>
                    <a:pt x="329076" y="391139"/>
                  </a:lnTo>
                  <a:lnTo>
                    <a:pt x="336042" y="394860"/>
                  </a:lnTo>
                  <a:lnTo>
                    <a:pt x="370440" y="382953"/>
                  </a:lnTo>
                  <a:lnTo>
                    <a:pt x="411083" y="382953"/>
                  </a:lnTo>
                  <a:lnTo>
                    <a:pt x="402193" y="364430"/>
                  </a:lnTo>
                  <a:lnTo>
                    <a:pt x="338688" y="364430"/>
                  </a:lnTo>
                  <a:lnTo>
                    <a:pt x="324135" y="349877"/>
                  </a:lnTo>
                  <a:close/>
                </a:path>
                <a:path w="899794" h="1067435">
                  <a:moveTo>
                    <a:pt x="677197" y="114374"/>
                  </a:moveTo>
                  <a:lnTo>
                    <a:pt x="535816" y="114374"/>
                  </a:lnTo>
                  <a:lnTo>
                    <a:pt x="562276" y="140835"/>
                  </a:lnTo>
                  <a:lnTo>
                    <a:pt x="550369" y="175235"/>
                  </a:lnTo>
                  <a:lnTo>
                    <a:pt x="554090" y="182201"/>
                  </a:lnTo>
                  <a:lnTo>
                    <a:pt x="557315" y="189292"/>
                  </a:lnTo>
                  <a:lnTo>
                    <a:pt x="560043" y="196631"/>
                  </a:lnTo>
                  <a:lnTo>
                    <a:pt x="562276" y="204342"/>
                  </a:lnTo>
                  <a:lnTo>
                    <a:pt x="595351" y="220218"/>
                  </a:lnTo>
                  <a:lnTo>
                    <a:pt x="595351" y="259910"/>
                  </a:lnTo>
                  <a:lnTo>
                    <a:pt x="562276" y="275786"/>
                  </a:lnTo>
                  <a:lnTo>
                    <a:pt x="559837" y="283497"/>
                  </a:lnTo>
                  <a:lnTo>
                    <a:pt x="556653" y="290836"/>
                  </a:lnTo>
                  <a:lnTo>
                    <a:pt x="552974" y="297926"/>
                  </a:lnTo>
                  <a:lnTo>
                    <a:pt x="549046" y="304893"/>
                  </a:lnTo>
                  <a:lnTo>
                    <a:pt x="560953" y="339292"/>
                  </a:lnTo>
                  <a:lnTo>
                    <a:pt x="534493" y="365753"/>
                  </a:lnTo>
                  <a:lnTo>
                    <a:pt x="794029" y="365753"/>
                  </a:lnTo>
                  <a:lnTo>
                    <a:pt x="793923" y="363521"/>
                  </a:lnTo>
                  <a:lnTo>
                    <a:pt x="787197" y="316975"/>
                  </a:lnTo>
                  <a:lnTo>
                    <a:pt x="774986" y="271525"/>
                  </a:lnTo>
                  <a:lnTo>
                    <a:pt x="757580" y="228035"/>
                  </a:lnTo>
                  <a:lnTo>
                    <a:pt x="735208" y="186932"/>
                  </a:lnTo>
                  <a:lnTo>
                    <a:pt x="708100" y="148640"/>
                  </a:lnTo>
                  <a:lnTo>
                    <a:pt x="677197" y="114374"/>
                  </a:lnTo>
                  <a:close/>
                </a:path>
                <a:path w="899794" h="1067435">
                  <a:moveTo>
                    <a:pt x="373086" y="352523"/>
                  </a:moveTo>
                  <a:lnTo>
                    <a:pt x="338688" y="364430"/>
                  </a:lnTo>
                  <a:lnTo>
                    <a:pt x="402193" y="364430"/>
                  </a:lnTo>
                  <a:lnTo>
                    <a:pt x="394482" y="362198"/>
                  </a:lnTo>
                  <a:lnTo>
                    <a:pt x="387143" y="359469"/>
                  </a:lnTo>
                  <a:lnTo>
                    <a:pt x="380053" y="356244"/>
                  </a:lnTo>
                  <a:lnTo>
                    <a:pt x="373086" y="352523"/>
                  </a:lnTo>
                  <a:close/>
                </a:path>
                <a:path w="899794" h="1067435">
                  <a:moveTo>
                    <a:pt x="403516" y="115697"/>
                  </a:moveTo>
                  <a:lnTo>
                    <a:pt x="340011" y="115697"/>
                  </a:lnTo>
                  <a:lnTo>
                    <a:pt x="374409" y="127605"/>
                  </a:lnTo>
                  <a:lnTo>
                    <a:pt x="381376" y="123884"/>
                  </a:lnTo>
                  <a:lnTo>
                    <a:pt x="388466" y="120659"/>
                  </a:lnTo>
                  <a:lnTo>
                    <a:pt x="395805" y="117930"/>
                  </a:lnTo>
                  <a:lnTo>
                    <a:pt x="403516" y="115697"/>
                  </a:lnTo>
                  <a:close/>
                </a:path>
                <a:path w="899794" h="1067435">
                  <a:moveTo>
                    <a:pt x="641133" y="82665"/>
                  </a:moveTo>
                  <a:lnTo>
                    <a:pt x="456436" y="82665"/>
                  </a:lnTo>
                  <a:lnTo>
                    <a:pt x="472312" y="114374"/>
                  </a:lnTo>
                  <a:lnTo>
                    <a:pt x="480022" y="116607"/>
                  </a:lnTo>
                  <a:lnTo>
                    <a:pt x="487361" y="119336"/>
                  </a:lnTo>
                  <a:lnTo>
                    <a:pt x="494451" y="122561"/>
                  </a:lnTo>
                  <a:lnTo>
                    <a:pt x="501418" y="126282"/>
                  </a:lnTo>
                  <a:lnTo>
                    <a:pt x="535816" y="114374"/>
                  </a:lnTo>
                  <a:lnTo>
                    <a:pt x="677197" y="114374"/>
                  </a:lnTo>
                  <a:lnTo>
                    <a:pt x="676484" y="113584"/>
                  </a:lnTo>
                  <a:lnTo>
                    <a:pt x="641133" y="82665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57325" y="4155440"/>
            <a:ext cx="2556510" cy="9163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algn="ctr">
              <a:lnSpc>
                <a:spcPts val="2300"/>
              </a:lnSpc>
              <a:spcBef>
                <a:spcPts val="260"/>
              </a:spcBef>
            </a:pPr>
            <a:r>
              <a:rPr sz="2000" dirty="0">
                <a:latin typeface="Arial MT"/>
                <a:cs typeface="Arial MT"/>
              </a:rPr>
              <a:t>Inductive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(data-driven) </a:t>
            </a:r>
            <a:r>
              <a:rPr sz="2000" dirty="0">
                <a:latin typeface="Arial MT"/>
                <a:cs typeface="Arial MT"/>
              </a:rPr>
              <a:t>vs.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Deductive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(theory- driven)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84101" y="2632112"/>
            <a:ext cx="820419" cy="1058545"/>
          </a:xfrm>
          <a:custGeom>
            <a:avLst/>
            <a:gdLst/>
            <a:ahLst/>
            <a:cxnLst/>
            <a:rect l="l" t="t" r="r" b="b"/>
            <a:pathLst>
              <a:path w="820420" h="1058545">
                <a:moveTo>
                  <a:pt x="330746" y="383641"/>
                </a:moveTo>
                <a:lnTo>
                  <a:pt x="158762" y="383641"/>
                </a:lnTo>
                <a:lnTo>
                  <a:pt x="158762" y="436562"/>
                </a:lnTo>
                <a:lnTo>
                  <a:pt x="330746" y="436562"/>
                </a:lnTo>
                <a:lnTo>
                  <a:pt x="330746" y="383641"/>
                </a:lnTo>
                <a:close/>
              </a:path>
              <a:path w="820420" h="1058545">
                <a:moveTo>
                  <a:pt x="661504" y="807021"/>
                </a:moveTo>
                <a:lnTo>
                  <a:pt x="158762" y="807021"/>
                </a:lnTo>
                <a:lnTo>
                  <a:pt x="158762" y="859942"/>
                </a:lnTo>
                <a:lnTo>
                  <a:pt x="661504" y="859942"/>
                </a:lnTo>
                <a:lnTo>
                  <a:pt x="661504" y="807021"/>
                </a:lnTo>
                <a:close/>
              </a:path>
              <a:path w="820420" h="1058545">
                <a:moveTo>
                  <a:pt x="661504" y="701179"/>
                </a:moveTo>
                <a:lnTo>
                  <a:pt x="158762" y="701179"/>
                </a:lnTo>
                <a:lnTo>
                  <a:pt x="158762" y="754100"/>
                </a:lnTo>
                <a:lnTo>
                  <a:pt x="661504" y="754100"/>
                </a:lnTo>
                <a:lnTo>
                  <a:pt x="661504" y="701179"/>
                </a:lnTo>
                <a:close/>
              </a:path>
              <a:path w="820420" h="1058545">
                <a:moveTo>
                  <a:pt x="661504" y="595337"/>
                </a:moveTo>
                <a:lnTo>
                  <a:pt x="158762" y="595337"/>
                </a:lnTo>
                <a:lnTo>
                  <a:pt x="158762" y="648258"/>
                </a:lnTo>
                <a:lnTo>
                  <a:pt x="661504" y="648258"/>
                </a:lnTo>
                <a:lnTo>
                  <a:pt x="661504" y="595337"/>
                </a:lnTo>
                <a:close/>
              </a:path>
              <a:path w="820420" h="1058545">
                <a:moveTo>
                  <a:pt x="661504" y="489483"/>
                </a:moveTo>
                <a:lnTo>
                  <a:pt x="158762" y="489483"/>
                </a:lnTo>
                <a:lnTo>
                  <a:pt x="158762" y="542404"/>
                </a:lnTo>
                <a:lnTo>
                  <a:pt x="661504" y="542404"/>
                </a:lnTo>
                <a:lnTo>
                  <a:pt x="661504" y="489483"/>
                </a:lnTo>
                <a:close/>
              </a:path>
              <a:path w="820420" h="1058545">
                <a:moveTo>
                  <a:pt x="820254" y="291033"/>
                </a:moveTo>
                <a:lnTo>
                  <a:pt x="805218" y="277799"/>
                </a:lnTo>
                <a:lnTo>
                  <a:pt x="740879" y="221195"/>
                </a:lnTo>
                <a:lnTo>
                  <a:pt x="740879" y="357187"/>
                </a:lnTo>
                <a:lnTo>
                  <a:pt x="740879" y="979017"/>
                </a:lnTo>
                <a:lnTo>
                  <a:pt x="79375" y="979017"/>
                </a:lnTo>
                <a:lnTo>
                  <a:pt x="79375" y="79349"/>
                </a:lnTo>
                <a:lnTo>
                  <a:pt x="410133" y="79349"/>
                </a:lnTo>
                <a:lnTo>
                  <a:pt x="410133" y="357187"/>
                </a:lnTo>
                <a:lnTo>
                  <a:pt x="740879" y="357187"/>
                </a:lnTo>
                <a:lnTo>
                  <a:pt x="740879" y="221195"/>
                </a:lnTo>
                <a:lnTo>
                  <a:pt x="654888" y="145529"/>
                </a:lnTo>
                <a:lnTo>
                  <a:pt x="654888" y="277799"/>
                </a:lnTo>
                <a:lnTo>
                  <a:pt x="489508" y="277799"/>
                </a:lnTo>
                <a:lnTo>
                  <a:pt x="489508" y="112420"/>
                </a:lnTo>
                <a:lnTo>
                  <a:pt x="654888" y="277799"/>
                </a:lnTo>
                <a:lnTo>
                  <a:pt x="654888" y="145529"/>
                </a:lnTo>
                <a:lnTo>
                  <a:pt x="617270" y="112420"/>
                </a:lnTo>
                <a:lnTo>
                  <a:pt x="579678" y="79349"/>
                </a:lnTo>
                <a:lnTo>
                  <a:pt x="489508" y="0"/>
                </a:lnTo>
                <a:lnTo>
                  <a:pt x="0" y="0"/>
                </a:lnTo>
                <a:lnTo>
                  <a:pt x="0" y="1058392"/>
                </a:lnTo>
                <a:lnTo>
                  <a:pt x="820254" y="1058392"/>
                </a:lnTo>
                <a:lnTo>
                  <a:pt x="820254" y="979017"/>
                </a:lnTo>
                <a:lnTo>
                  <a:pt x="820254" y="291033"/>
                </a:lnTo>
                <a:close/>
              </a:path>
            </a:pathLst>
          </a:custGeom>
          <a:solidFill>
            <a:srgbClr val="13BA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44288" y="4155440"/>
            <a:ext cx="2496185" cy="91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5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Semantic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(explicit)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vs.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ts val="2305"/>
              </a:lnSpc>
            </a:pPr>
            <a:r>
              <a:rPr sz="2000" dirty="0">
                <a:latin typeface="Arial MT"/>
                <a:cs typeface="Arial MT"/>
              </a:rPr>
              <a:t>Latent</a:t>
            </a:r>
            <a:r>
              <a:rPr sz="2000" spc="-10" dirty="0">
                <a:latin typeface="Arial MT"/>
                <a:cs typeface="Arial MT"/>
              </a:rPr>
              <a:t> (underlying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ts val="2350"/>
              </a:lnSpc>
            </a:pPr>
            <a:r>
              <a:rPr sz="2000" spc="-10" dirty="0">
                <a:latin typeface="Arial MT"/>
                <a:cs typeface="Arial MT"/>
              </a:rPr>
              <a:t>meaning)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839116" y="2735265"/>
            <a:ext cx="1223010" cy="859155"/>
          </a:xfrm>
          <a:custGeom>
            <a:avLst/>
            <a:gdLst/>
            <a:ahLst/>
            <a:cxnLst/>
            <a:rect l="l" t="t" r="r" b="b"/>
            <a:pathLst>
              <a:path w="1223009" h="859154">
                <a:moveTo>
                  <a:pt x="1115286" y="0"/>
                </a:moveTo>
                <a:lnTo>
                  <a:pt x="437908" y="640354"/>
                </a:lnTo>
                <a:lnTo>
                  <a:pt x="112449" y="306946"/>
                </a:lnTo>
                <a:lnTo>
                  <a:pt x="0" y="414113"/>
                </a:lnTo>
                <a:lnTo>
                  <a:pt x="432616" y="858656"/>
                </a:lnTo>
                <a:lnTo>
                  <a:pt x="546395" y="752813"/>
                </a:lnTo>
                <a:lnTo>
                  <a:pt x="1222449" y="111135"/>
                </a:lnTo>
                <a:lnTo>
                  <a:pt x="1115286" y="0"/>
                </a:lnTo>
                <a:close/>
              </a:path>
            </a:pathLst>
          </a:custGeom>
          <a:solidFill>
            <a:srgbClr val="8AB8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43798" y="4155440"/>
            <a:ext cx="2809875" cy="6235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739140" marR="5080" indent="-727075">
              <a:lnSpc>
                <a:spcPts val="2300"/>
              </a:lnSpc>
              <a:spcBef>
                <a:spcPts val="260"/>
              </a:spcBef>
            </a:pPr>
            <a:r>
              <a:rPr sz="2000" dirty="0">
                <a:latin typeface="Arial MT"/>
                <a:cs typeface="Arial MT"/>
              </a:rPr>
              <a:t>Reflexive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vs.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Framework approaches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0936" y="1941502"/>
            <a:ext cx="10881995" cy="1108710"/>
            <a:chOff x="630936" y="1941502"/>
            <a:chExt cx="10881995" cy="1108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125" y="1941502"/>
              <a:ext cx="10837176" cy="11080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936" y="2157984"/>
              <a:ext cx="6513576" cy="7269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347" y="1973199"/>
              <a:ext cx="10741355" cy="101079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30936" y="4129953"/>
            <a:ext cx="10881995" cy="1106805"/>
            <a:chOff x="630936" y="4129953"/>
            <a:chExt cx="10881995" cy="110680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125" y="4129953"/>
              <a:ext cx="10837176" cy="11065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36" y="4344936"/>
              <a:ext cx="6987540" cy="7284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347" y="4160774"/>
              <a:ext cx="10741355" cy="10109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3541" y="2254961"/>
            <a:ext cx="9959340" cy="397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Inductive</a:t>
            </a:r>
            <a:r>
              <a:rPr sz="2400" b="1" spc="-20" dirty="0">
                <a:latin typeface="Arial"/>
                <a:cs typeface="Arial"/>
              </a:rPr>
              <a:t> (Data-</a:t>
            </a:r>
            <a:r>
              <a:rPr sz="2400" b="1" dirty="0">
                <a:latin typeface="Arial"/>
                <a:cs typeface="Arial"/>
              </a:rPr>
              <a:t>driven)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Thematic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Analysis</a:t>
            </a:r>
            <a:endParaRPr sz="2400">
              <a:latin typeface="Arial"/>
              <a:cs typeface="Arial"/>
            </a:endParaRPr>
          </a:p>
          <a:p>
            <a:pPr marL="440055" indent="-227329">
              <a:lnSpc>
                <a:spcPct val="100000"/>
              </a:lnSpc>
              <a:spcBef>
                <a:spcPts val="2610"/>
              </a:spcBef>
              <a:buChar char="•"/>
              <a:tabLst>
                <a:tab pos="440055" algn="l"/>
              </a:tabLst>
            </a:pPr>
            <a:r>
              <a:rPr sz="2400" dirty="0">
                <a:latin typeface="Arial MT"/>
                <a:cs typeface="Arial MT"/>
              </a:rPr>
              <a:t>Themes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emerge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predefined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categories.</a:t>
            </a:r>
            <a:endParaRPr sz="2400">
              <a:latin typeface="Arial MT"/>
              <a:cs typeface="Arial MT"/>
            </a:endParaRPr>
          </a:p>
          <a:p>
            <a:pPr marL="440055" indent="-227329">
              <a:lnSpc>
                <a:spcPct val="100000"/>
              </a:lnSpc>
              <a:spcBef>
                <a:spcPts val="155"/>
              </a:spcBef>
              <a:buChar char="•"/>
              <a:tabLst>
                <a:tab pos="440055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framework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guides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identification.</a:t>
            </a:r>
            <a:endParaRPr sz="2400">
              <a:latin typeface="Arial MT"/>
              <a:cs typeface="Arial MT"/>
            </a:endParaRPr>
          </a:p>
          <a:p>
            <a:pPr marL="440055" indent="-227329">
              <a:lnSpc>
                <a:spcPct val="100000"/>
              </a:lnSpc>
              <a:spcBef>
                <a:spcPts val="155"/>
              </a:spcBef>
              <a:buChar char="•"/>
              <a:tabLst>
                <a:tab pos="440055" algn="l"/>
              </a:tabLst>
            </a:pPr>
            <a:r>
              <a:rPr sz="2400" dirty="0">
                <a:latin typeface="Arial MT"/>
                <a:cs typeface="Arial MT"/>
              </a:rPr>
              <a:t>Commonly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exploratory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research.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Deductive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(Theory-</a:t>
            </a:r>
            <a:r>
              <a:rPr sz="2400" b="1" dirty="0">
                <a:latin typeface="Arial"/>
                <a:cs typeface="Arial"/>
              </a:rPr>
              <a:t>driven)</a:t>
            </a:r>
            <a:r>
              <a:rPr sz="2400" b="1" spc="-10" dirty="0">
                <a:latin typeface="Arial"/>
                <a:cs typeface="Arial"/>
              </a:rPr>
              <a:t> Thematic</a:t>
            </a:r>
            <a:r>
              <a:rPr sz="2400" b="1" spc="-1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Analysis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Arial"/>
              <a:cs typeface="Arial"/>
            </a:endParaRPr>
          </a:p>
          <a:p>
            <a:pPr marL="439420" marR="5080" indent="-227329">
              <a:lnSpc>
                <a:spcPts val="2480"/>
              </a:lnSpc>
              <a:buChar char="•"/>
              <a:tabLst>
                <a:tab pos="441325" algn="l"/>
              </a:tabLst>
            </a:pPr>
            <a:r>
              <a:rPr sz="2400" dirty="0">
                <a:latin typeface="Arial MT"/>
                <a:cs typeface="Arial MT"/>
              </a:rPr>
              <a:t>Themes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pre-</a:t>
            </a:r>
            <a:r>
              <a:rPr sz="2400" dirty="0">
                <a:latin typeface="Arial MT"/>
                <a:cs typeface="Arial MT"/>
              </a:rPr>
              <a:t>existing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theoretical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framework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research 	questions.</a:t>
            </a:r>
            <a:endParaRPr sz="2400">
              <a:latin typeface="Arial MT"/>
              <a:cs typeface="Arial MT"/>
            </a:endParaRPr>
          </a:p>
          <a:p>
            <a:pPr marL="440055" indent="-227329">
              <a:lnSpc>
                <a:spcPct val="100000"/>
              </a:lnSpc>
              <a:spcBef>
                <a:spcPts val="145"/>
              </a:spcBef>
              <a:buChar char="•"/>
              <a:tabLst>
                <a:tab pos="44005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according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predetermined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themes.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When</a:t>
            </a:r>
            <a:r>
              <a:rPr sz="4400" spc="-15" dirty="0"/>
              <a:t> </a:t>
            </a:r>
            <a:r>
              <a:rPr sz="4400" dirty="0"/>
              <a:t>to</a:t>
            </a:r>
            <a:r>
              <a:rPr sz="4400" spc="-10" dirty="0"/>
              <a:t> </a:t>
            </a:r>
            <a:r>
              <a:rPr sz="4400" dirty="0"/>
              <a:t>use</a:t>
            </a:r>
            <a:r>
              <a:rPr sz="4400" spc="-10" dirty="0"/>
              <a:t> </a:t>
            </a:r>
            <a:r>
              <a:rPr sz="4400" dirty="0"/>
              <a:t>inductive</a:t>
            </a:r>
            <a:r>
              <a:rPr sz="4400" spc="-10" dirty="0"/>
              <a:t> </a:t>
            </a:r>
            <a:r>
              <a:rPr sz="4400" dirty="0"/>
              <a:t>or</a:t>
            </a:r>
            <a:r>
              <a:rPr sz="4400" spc="-10" dirty="0"/>
              <a:t> deductive?</a:t>
            </a:r>
            <a:endParaRPr sz="4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8320" y="2550032"/>
            <a:ext cx="4938395" cy="2916555"/>
            <a:chOff x="478320" y="2550032"/>
            <a:chExt cx="4938395" cy="2916555"/>
          </a:xfrm>
        </p:grpSpPr>
        <p:sp>
          <p:nvSpPr>
            <p:cNvPr id="3" name="object 3"/>
            <p:cNvSpPr/>
            <p:nvPr/>
          </p:nvSpPr>
          <p:spPr>
            <a:xfrm>
              <a:off x="478320" y="2550032"/>
              <a:ext cx="4860925" cy="2916555"/>
            </a:xfrm>
            <a:custGeom>
              <a:avLst/>
              <a:gdLst/>
              <a:ahLst/>
              <a:cxnLst/>
              <a:rect l="l" t="t" r="r" b="b"/>
              <a:pathLst>
                <a:path w="4860925" h="2916554">
                  <a:moveTo>
                    <a:pt x="4860417" y="0"/>
                  </a:moveTo>
                  <a:lnTo>
                    <a:pt x="0" y="0"/>
                  </a:lnTo>
                  <a:lnTo>
                    <a:pt x="0" y="2916301"/>
                  </a:lnTo>
                  <a:lnTo>
                    <a:pt x="4860417" y="2916301"/>
                  </a:lnTo>
                  <a:lnTo>
                    <a:pt x="4860417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571" y="2604261"/>
              <a:ext cx="4506087" cy="384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7523" y="2950209"/>
              <a:ext cx="1397635" cy="3840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975" y="3436365"/>
              <a:ext cx="173736" cy="3215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8575" y="3436365"/>
              <a:ext cx="4617593" cy="3215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8575" y="3724097"/>
              <a:ext cx="1685544" cy="3218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3723" y="3724097"/>
              <a:ext cx="188975" cy="3218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8212" y="3724097"/>
              <a:ext cx="1858390" cy="3218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975" y="4059935"/>
              <a:ext cx="173736" cy="3215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8575" y="4059935"/>
              <a:ext cx="4544568" cy="3215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8575" y="4349495"/>
              <a:ext cx="1831467" cy="3215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975" y="4684775"/>
              <a:ext cx="173736" cy="3215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8575" y="4684775"/>
              <a:ext cx="3389249" cy="3215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8575" y="4972507"/>
              <a:ext cx="4481957" cy="32186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824728" y="2550032"/>
            <a:ext cx="4874895" cy="2916555"/>
            <a:chOff x="5824728" y="2550032"/>
            <a:chExt cx="4874895" cy="2916555"/>
          </a:xfrm>
        </p:grpSpPr>
        <p:sp>
          <p:nvSpPr>
            <p:cNvPr id="18" name="object 18"/>
            <p:cNvSpPr/>
            <p:nvPr/>
          </p:nvSpPr>
          <p:spPr>
            <a:xfrm>
              <a:off x="5824728" y="2550032"/>
              <a:ext cx="4860925" cy="2916555"/>
            </a:xfrm>
            <a:custGeom>
              <a:avLst/>
              <a:gdLst/>
              <a:ahLst/>
              <a:cxnLst/>
              <a:rect l="l" t="t" r="r" b="b"/>
              <a:pathLst>
                <a:path w="4860925" h="2916554">
                  <a:moveTo>
                    <a:pt x="4860416" y="0"/>
                  </a:moveTo>
                  <a:lnTo>
                    <a:pt x="0" y="0"/>
                  </a:lnTo>
                  <a:lnTo>
                    <a:pt x="0" y="2916301"/>
                  </a:lnTo>
                  <a:lnTo>
                    <a:pt x="4860416" y="2916301"/>
                  </a:lnTo>
                  <a:lnTo>
                    <a:pt x="4860416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56325" y="2604261"/>
              <a:ext cx="4424680" cy="3840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98513" y="2950209"/>
              <a:ext cx="2872613" cy="3840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7057" y="3436365"/>
              <a:ext cx="173736" cy="3215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45657" y="3436365"/>
              <a:ext cx="4553458" cy="3215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45657" y="3724097"/>
              <a:ext cx="3945127" cy="32186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45657" y="4012691"/>
              <a:ext cx="3496564" cy="3215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7057" y="4349495"/>
              <a:ext cx="173736" cy="3215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45657" y="4349495"/>
              <a:ext cx="3823081" cy="3215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45657" y="4637531"/>
              <a:ext cx="3785616" cy="3215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45657" y="4925263"/>
              <a:ext cx="3290823" cy="321868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When</a:t>
            </a:r>
            <a:r>
              <a:rPr sz="4400" spc="-10" dirty="0"/>
              <a:t> </a:t>
            </a:r>
            <a:r>
              <a:rPr sz="4400" dirty="0"/>
              <a:t>to</a:t>
            </a:r>
            <a:r>
              <a:rPr sz="4400" spc="-10" dirty="0"/>
              <a:t> </a:t>
            </a:r>
            <a:r>
              <a:rPr sz="4400" dirty="0"/>
              <a:t>use</a:t>
            </a:r>
            <a:r>
              <a:rPr sz="4400" spc="-10" dirty="0"/>
              <a:t> </a:t>
            </a:r>
            <a:r>
              <a:rPr sz="4400" dirty="0"/>
              <a:t>semantic</a:t>
            </a:r>
            <a:r>
              <a:rPr sz="4400" spc="-10" dirty="0"/>
              <a:t> </a:t>
            </a:r>
            <a:r>
              <a:rPr sz="4400" dirty="0"/>
              <a:t>or</a:t>
            </a:r>
            <a:r>
              <a:rPr sz="4400" spc="-10" dirty="0"/>
              <a:t> latent?</a:t>
            </a:r>
            <a:endParaRPr sz="4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5477"/>
            <a:ext cx="8621903" cy="57637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612012" y="2403982"/>
            <a:ext cx="1250950" cy="1250950"/>
            <a:chOff x="612012" y="2403982"/>
            <a:chExt cx="1250950" cy="1250950"/>
          </a:xfrm>
        </p:grpSpPr>
        <p:sp>
          <p:nvSpPr>
            <p:cNvPr id="18" name="object 18"/>
            <p:cNvSpPr/>
            <p:nvPr/>
          </p:nvSpPr>
          <p:spPr>
            <a:xfrm>
              <a:off x="612012" y="2403982"/>
              <a:ext cx="1250950" cy="1250950"/>
            </a:xfrm>
            <a:custGeom>
              <a:avLst/>
              <a:gdLst/>
              <a:ahLst/>
              <a:cxnLst/>
              <a:rect l="l" t="t" r="r" b="b"/>
              <a:pathLst>
                <a:path w="1250950" h="1250950">
                  <a:moveTo>
                    <a:pt x="625259" y="0"/>
                  </a:moveTo>
                  <a:lnTo>
                    <a:pt x="576394" y="1880"/>
                  </a:lnTo>
                  <a:lnTo>
                    <a:pt x="528559" y="7431"/>
                  </a:lnTo>
                  <a:lnTo>
                    <a:pt x="481891" y="16511"/>
                  </a:lnTo>
                  <a:lnTo>
                    <a:pt x="436530" y="28983"/>
                  </a:lnTo>
                  <a:lnTo>
                    <a:pt x="392614" y="44708"/>
                  </a:lnTo>
                  <a:lnTo>
                    <a:pt x="350283" y="63545"/>
                  </a:lnTo>
                  <a:lnTo>
                    <a:pt x="309676" y="85358"/>
                  </a:lnTo>
                  <a:lnTo>
                    <a:pt x="270932" y="110005"/>
                  </a:lnTo>
                  <a:lnTo>
                    <a:pt x="234189" y="137349"/>
                  </a:lnTo>
                  <a:lnTo>
                    <a:pt x="199587" y="167251"/>
                  </a:lnTo>
                  <a:lnTo>
                    <a:pt x="167264" y="199571"/>
                  </a:lnTo>
                  <a:lnTo>
                    <a:pt x="137360" y="234171"/>
                  </a:lnTo>
                  <a:lnTo>
                    <a:pt x="110014" y="270912"/>
                  </a:lnTo>
                  <a:lnTo>
                    <a:pt x="85365" y="309654"/>
                  </a:lnTo>
                  <a:lnTo>
                    <a:pt x="63551" y="350258"/>
                  </a:lnTo>
                  <a:lnTo>
                    <a:pt x="44711" y="392587"/>
                  </a:lnTo>
                  <a:lnTo>
                    <a:pt x="28986" y="436500"/>
                  </a:lnTo>
                  <a:lnTo>
                    <a:pt x="16513" y="481859"/>
                  </a:lnTo>
                  <a:lnTo>
                    <a:pt x="7431" y="528525"/>
                  </a:lnTo>
                  <a:lnTo>
                    <a:pt x="1881" y="576358"/>
                  </a:lnTo>
                  <a:lnTo>
                    <a:pt x="0" y="625220"/>
                  </a:lnTo>
                  <a:lnTo>
                    <a:pt x="1881" y="674100"/>
                  </a:lnTo>
                  <a:lnTo>
                    <a:pt x="7431" y="721949"/>
                  </a:lnTo>
                  <a:lnTo>
                    <a:pt x="16513" y="768629"/>
                  </a:lnTo>
                  <a:lnTo>
                    <a:pt x="28986" y="814001"/>
                  </a:lnTo>
                  <a:lnTo>
                    <a:pt x="44711" y="857925"/>
                  </a:lnTo>
                  <a:lnTo>
                    <a:pt x="63551" y="900263"/>
                  </a:lnTo>
                  <a:lnTo>
                    <a:pt x="85365" y="940877"/>
                  </a:lnTo>
                  <a:lnTo>
                    <a:pt x="110014" y="979626"/>
                  </a:lnTo>
                  <a:lnTo>
                    <a:pt x="137360" y="1016373"/>
                  </a:lnTo>
                  <a:lnTo>
                    <a:pt x="167264" y="1050978"/>
                  </a:lnTo>
                  <a:lnTo>
                    <a:pt x="199587" y="1083303"/>
                  </a:lnTo>
                  <a:lnTo>
                    <a:pt x="234189" y="1113209"/>
                  </a:lnTo>
                  <a:lnTo>
                    <a:pt x="270932" y="1140556"/>
                  </a:lnTo>
                  <a:lnTo>
                    <a:pt x="309676" y="1165206"/>
                  </a:lnTo>
                  <a:lnTo>
                    <a:pt x="350283" y="1187020"/>
                  </a:lnTo>
                  <a:lnTo>
                    <a:pt x="392614" y="1205859"/>
                  </a:lnTo>
                  <a:lnTo>
                    <a:pt x="436530" y="1221584"/>
                  </a:lnTo>
                  <a:lnTo>
                    <a:pt x="481891" y="1234056"/>
                  </a:lnTo>
                  <a:lnTo>
                    <a:pt x="528559" y="1243137"/>
                  </a:lnTo>
                  <a:lnTo>
                    <a:pt x="576394" y="1248688"/>
                  </a:lnTo>
                  <a:lnTo>
                    <a:pt x="625259" y="1250568"/>
                  </a:lnTo>
                  <a:lnTo>
                    <a:pt x="674117" y="1248688"/>
                  </a:lnTo>
                  <a:lnTo>
                    <a:pt x="721948" y="1243137"/>
                  </a:lnTo>
                  <a:lnTo>
                    <a:pt x="768613" y="1234056"/>
                  </a:lnTo>
                  <a:lnTo>
                    <a:pt x="813973" y="1221584"/>
                  </a:lnTo>
                  <a:lnTo>
                    <a:pt x="857889" y="1205859"/>
                  </a:lnTo>
                  <a:lnTo>
                    <a:pt x="900222" y="1187020"/>
                  </a:lnTo>
                  <a:lnTo>
                    <a:pt x="940831" y="1165206"/>
                  </a:lnTo>
                  <a:lnTo>
                    <a:pt x="979580" y="1140556"/>
                  </a:lnTo>
                  <a:lnTo>
                    <a:pt x="1016327" y="1113209"/>
                  </a:lnTo>
                  <a:lnTo>
                    <a:pt x="1050934" y="1083303"/>
                  </a:lnTo>
                  <a:lnTo>
                    <a:pt x="1083262" y="1050978"/>
                  </a:lnTo>
                  <a:lnTo>
                    <a:pt x="1113172" y="1016373"/>
                  </a:lnTo>
                  <a:lnTo>
                    <a:pt x="1140524" y="979626"/>
                  </a:lnTo>
                  <a:lnTo>
                    <a:pt x="1165179" y="940877"/>
                  </a:lnTo>
                  <a:lnTo>
                    <a:pt x="1186998" y="900263"/>
                  </a:lnTo>
                  <a:lnTo>
                    <a:pt x="1205843" y="857925"/>
                  </a:lnTo>
                  <a:lnTo>
                    <a:pt x="1221573" y="814001"/>
                  </a:lnTo>
                  <a:lnTo>
                    <a:pt x="1234050" y="768629"/>
                  </a:lnTo>
                  <a:lnTo>
                    <a:pt x="1243134" y="721949"/>
                  </a:lnTo>
                  <a:lnTo>
                    <a:pt x="1248687" y="674100"/>
                  </a:lnTo>
                  <a:lnTo>
                    <a:pt x="1250569" y="625220"/>
                  </a:lnTo>
                  <a:lnTo>
                    <a:pt x="1248687" y="576358"/>
                  </a:lnTo>
                  <a:lnTo>
                    <a:pt x="1243134" y="528525"/>
                  </a:lnTo>
                  <a:lnTo>
                    <a:pt x="1234050" y="481859"/>
                  </a:lnTo>
                  <a:lnTo>
                    <a:pt x="1221573" y="436500"/>
                  </a:lnTo>
                  <a:lnTo>
                    <a:pt x="1205843" y="392587"/>
                  </a:lnTo>
                  <a:lnTo>
                    <a:pt x="1186998" y="350258"/>
                  </a:lnTo>
                  <a:lnTo>
                    <a:pt x="1165179" y="309654"/>
                  </a:lnTo>
                  <a:lnTo>
                    <a:pt x="1140524" y="270912"/>
                  </a:lnTo>
                  <a:lnTo>
                    <a:pt x="1113172" y="234171"/>
                  </a:lnTo>
                  <a:lnTo>
                    <a:pt x="1083262" y="199571"/>
                  </a:lnTo>
                  <a:lnTo>
                    <a:pt x="1050934" y="167251"/>
                  </a:lnTo>
                  <a:lnTo>
                    <a:pt x="1016327" y="137349"/>
                  </a:lnTo>
                  <a:lnTo>
                    <a:pt x="979580" y="110005"/>
                  </a:lnTo>
                  <a:lnTo>
                    <a:pt x="940831" y="85358"/>
                  </a:lnTo>
                  <a:lnTo>
                    <a:pt x="900222" y="63545"/>
                  </a:lnTo>
                  <a:lnTo>
                    <a:pt x="857889" y="44708"/>
                  </a:lnTo>
                  <a:lnTo>
                    <a:pt x="813973" y="28983"/>
                  </a:lnTo>
                  <a:lnTo>
                    <a:pt x="768613" y="16511"/>
                  </a:lnTo>
                  <a:lnTo>
                    <a:pt x="721948" y="7431"/>
                  </a:lnTo>
                  <a:lnTo>
                    <a:pt x="674117" y="1880"/>
                  </a:lnTo>
                  <a:lnTo>
                    <a:pt x="625259" y="0"/>
                  </a:lnTo>
                  <a:close/>
                </a:path>
              </a:pathLst>
            </a:custGeom>
            <a:solidFill>
              <a:srgbClr val="CAE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6960" y="2731515"/>
              <a:ext cx="522605" cy="596900"/>
            </a:xfrm>
            <a:custGeom>
              <a:avLst/>
              <a:gdLst/>
              <a:ahLst/>
              <a:cxnLst/>
              <a:rect l="l" t="t" r="r" b="b"/>
              <a:pathLst>
                <a:path w="522605" h="596900">
                  <a:moveTo>
                    <a:pt x="447954" y="373380"/>
                  </a:moveTo>
                  <a:lnTo>
                    <a:pt x="74663" y="373380"/>
                  </a:lnTo>
                  <a:lnTo>
                    <a:pt x="74663" y="410210"/>
                  </a:lnTo>
                  <a:lnTo>
                    <a:pt x="74663" y="485140"/>
                  </a:lnTo>
                  <a:lnTo>
                    <a:pt x="74663" y="523240"/>
                  </a:lnTo>
                  <a:lnTo>
                    <a:pt x="447954" y="523240"/>
                  </a:lnTo>
                  <a:lnTo>
                    <a:pt x="447954" y="485432"/>
                  </a:lnTo>
                  <a:lnTo>
                    <a:pt x="447954" y="485140"/>
                  </a:lnTo>
                  <a:lnTo>
                    <a:pt x="447954" y="410768"/>
                  </a:lnTo>
                  <a:lnTo>
                    <a:pt x="410616" y="410768"/>
                  </a:lnTo>
                  <a:lnTo>
                    <a:pt x="410616" y="485140"/>
                  </a:lnTo>
                  <a:lnTo>
                    <a:pt x="111988" y="485140"/>
                  </a:lnTo>
                  <a:lnTo>
                    <a:pt x="111988" y="410210"/>
                  </a:lnTo>
                  <a:lnTo>
                    <a:pt x="447954" y="410210"/>
                  </a:lnTo>
                  <a:lnTo>
                    <a:pt x="447954" y="373380"/>
                  </a:lnTo>
                  <a:close/>
                </a:path>
                <a:path w="522605" h="596900">
                  <a:moveTo>
                    <a:pt x="522605" y="0"/>
                  </a:moveTo>
                  <a:lnTo>
                    <a:pt x="485279" y="0"/>
                  </a:lnTo>
                  <a:lnTo>
                    <a:pt x="485279" y="38100"/>
                  </a:lnTo>
                  <a:lnTo>
                    <a:pt x="485279" y="560070"/>
                  </a:lnTo>
                  <a:lnTo>
                    <a:pt x="37325" y="560070"/>
                  </a:lnTo>
                  <a:lnTo>
                    <a:pt x="37325" y="38100"/>
                  </a:lnTo>
                  <a:lnTo>
                    <a:pt x="485279" y="38100"/>
                  </a:lnTo>
                  <a:lnTo>
                    <a:pt x="485279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560070"/>
                  </a:lnTo>
                  <a:lnTo>
                    <a:pt x="0" y="596900"/>
                  </a:lnTo>
                  <a:lnTo>
                    <a:pt x="522605" y="596900"/>
                  </a:lnTo>
                  <a:lnTo>
                    <a:pt x="522605" y="560082"/>
                  </a:lnTo>
                  <a:lnTo>
                    <a:pt x="522605" y="38100"/>
                  </a:lnTo>
                  <a:lnTo>
                    <a:pt x="522605" y="37490"/>
                  </a:lnTo>
                  <a:lnTo>
                    <a:pt x="522605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6967" y="2731668"/>
              <a:ext cx="522605" cy="597535"/>
            </a:xfrm>
            <a:custGeom>
              <a:avLst/>
              <a:gdLst/>
              <a:ahLst/>
              <a:cxnLst/>
              <a:rect l="l" t="t" r="r" b="b"/>
              <a:pathLst>
                <a:path w="522605" h="597535">
                  <a:moveTo>
                    <a:pt x="0" y="0"/>
                  </a:moveTo>
                  <a:lnTo>
                    <a:pt x="522606" y="0"/>
                  </a:lnTo>
                  <a:lnTo>
                    <a:pt x="522606" y="597258"/>
                  </a:lnTo>
                  <a:lnTo>
                    <a:pt x="0" y="597258"/>
                  </a:lnTo>
                  <a:lnTo>
                    <a:pt x="0" y="0"/>
                  </a:lnTo>
                  <a:close/>
                </a:path>
                <a:path w="522605" h="597535">
                  <a:moveTo>
                    <a:pt x="485277" y="559928"/>
                  </a:moveTo>
                  <a:lnTo>
                    <a:pt x="485277" y="37330"/>
                  </a:lnTo>
                  <a:lnTo>
                    <a:pt x="37329" y="37330"/>
                  </a:lnTo>
                  <a:lnTo>
                    <a:pt x="37329" y="559928"/>
                  </a:lnTo>
                  <a:lnTo>
                    <a:pt x="485277" y="559928"/>
                  </a:lnTo>
                  <a:close/>
                </a:path>
                <a:path w="522605" h="597535">
                  <a:moveTo>
                    <a:pt x="447948" y="373277"/>
                  </a:moveTo>
                  <a:lnTo>
                    <a:pt x="447948" y="522598"/>
                  </a:lnTo>
                  <a:lnTo>
                    <a:pt x="74658" y="522598"/>
                  </a:lnTo>
                  <a:lnTo>
                    <a:pt x="74658" y="373277"/>
                  </a:lnTo>
                  <a:lnTo>
                    <a:pt x="447948" y="373277"/>
                  </a:lnTo>
                  <a:close/>
                </a:path>
                <a:path w="522605" h="597535">
                  <a:moveTo>
                    <a:pt x="410619" y="485268"/>
                  </a:moveTo>
                  <a:lnTo>
                    <a:pt x="410619" y="410607"/>
                  </a:lnTo>
                  <a:lnTo>
                    <a:pt x="111987" y="410607"/>
                  </a:lnTo>
                  <a:lnTo>
                    <a:pt x="111987" y="485268"/>
                  </a:lnTo>
                  <a:lnTo>
                    <a:pt x="410619" y="485268"/>
                  </a:lnTo>
                  <a:close/>
                </a:path>
              </a:pathLst>
            </a:custGeom>
            <a:ln w="8710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4623" y="2666618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4">
                  <a:moveTo>
                    <a:pt x="0" y="725297"/>
                  </a:moveTo>
                  <a:lnTo>
                    <a:pt x="725297" y="725297"/>
                  </a:lnTo>
                  <a:lnTo>
                    <a:pt x="725297" y="0"/>
                  </a:lnTo>
                  <a:lnTo>
                    <a:pt x="0" y="0"/>
                  </a:lnTo>
                  <a:lnTo>
                    <a:pt x="0" y="7252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130805" y="2837383"/>
            <a:ext cx="2883535" cy="384810"/>
            <a:chOff x="2130805" y="2837383"/>
            <a:chExt cx="2883535" cy="38481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0805" y="2837383"/>
              <a:ext cx="1417320" cy="3843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6394" y="2837383"/>
              <a:ext cx="228600" cy="3843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0694" y="2837383"/>
              <a:ext cx="1493647" cy="38435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91683" y="2403982"/>
            <a:ext cx="1250568" cy="1250568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7110983" y="2837383"/>
            <a:ext cx="2451735" cy="384810"/>
            <a:chOff x="7110983" y="2837383"/>
            <a:chExt cx="2451735" cy="38481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0983" y="2837383"/>
              <a:ext cx="1417701" cy="3843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6825" y="2837383"/>
              <a:ext cx="228600" cy="3843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01125" y="2837383"/>
              <a:ext cx="1061466" cy="384352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612012" y="4266691"/>
            <a:ext cx="1250950" cy="1250950"/>
            <a:chOff x="612012" y="4266691"/>
            <a:chExt cx="1250950" cy="1250950"/>
          </a:xfrm>
        </p:grpSpPr>
        <p:sp>
          <p:nvSpPr>
            <p:cNvPr id="32" name="object 32"/>
            <p:cNvSpPr/>
            <p:nvPr/>
          </p:nvSpPr>
          <p:spPr>
            <a:xfrm>
              <a:off x="612012" y="4266691"/>
              <a:ext cx="1250950" cy="1250950"/>
            </a:xfrm>
            <a:custGeom>
              <a:avLst/>
              <a:gdLst/>
              <a:ahLst/>
              <a:cxnLst/>
              <a:rect l="l" t="t" r="r" b="b"/>
              <a:pathLst>
                <a:path w="1250950" h="1250950">
                  <a:moveTo>
                    <a:pt x="625259" y="0"/>
                  </a:moveTo>
                  <a:lnTo>
                    <a:pt x="576394" y="1880"/>
                  </a:lnTo>
                  <a:lnTo>
                    <a:pt x="528559" y="7431"/>
                  </a:lnTo>
                  <a:lnTo>
                    <a:pt x="481891" y="16512"/>
                  </a:lnTo>
                  <a:lnTo>
                    <a:pt x="436530" y="28984"/>
                  </a:lnTo>
                  <a:lnTo>
                    <a:pt x="392614" y="44709"/>
                  </a:lnTo>
                  <a:lnTo>
                    <a:pt x="350283" y="63548"/>
                  </a:lnTo>
                  <a:lnTo>
                    <a:pt x="309676" y="85362"/>
                  </a:lnTo>
                  <a:lnTo>
                    <a:pt x="270932" y="110012"/>
                  </a:lnTo>
                  <a:lnTo>
                    <a:pt x="234189" y="137359"/>
                  </a:lnTo>
                  <a:lnTo>
                    <a:pt x="199587" y="167265"/>
                  </a:lnTo>
                  <a:lnTo>
                    <a:pt x="167264" y="199590"/>
                  </a:lnTo>
                  <a:lnTo>
                    <a:pt x="137360" y="234195"/>
                  </a:lnTo>
                  <a:lnTo>
                    <a:pt x="110014" y="270942"/>
                  </a:lnTo>
                  <a:lnTo>
                    <a:pt x="85365" y="309691"/>
                  </a:lnTo>
                  <a:lnTo>
                    <a:pt x="63551" y="350305"/>
                  </a:lnTo>
                  <a:lnTo>
                    <a:pt x="44711" y="392643"/>
                  </a:lnTo>
                  <a:lnTo>
                    <a:pt x="28986" y="436567"/>
                  </a:lnTo>
                  <a:lnTo>
                    <a:pt x="16513" y="481939"/>
                  </a:lnTo>
                  <a:lnTo>
                    <a:pt x="7431" y="528619"/>
                  </a:lnTo>
                  <a:lnTo>
                    <a:pt x="1881" y="576468"/>
                  </a:lnTo>
                  <a:lnTo>
                    <a:pt x="0" y="625347"/>
                  </a:lnTo>
                  <a:lnTo>
                    <a:pt x="1881" y="674210"/>
                  </a:lnTo>
                  <a:lnTo>
                    <a:pt x="7431" y="722043"/>
                  </a:lnTo>
                  <a:lnTo>
                    <a:pt x="16513" y="768709"/>
                  </a:lnTo>
                  <a:lnTo>
                    <a:pt x="28986" y="814068"/>
                  </a:lnTo>
                  <a:lnTo>
                    <a:pt x="44711" y="857981"/>
                  </a:lnTo>
                  <a:lnTo>
                    <a:pt x="63551" y="900310"/>
                  </a:lnTo>
                  <a:lnTo>
                    <a:pt x="85365" y="940914"/>
                  </a:lnTo>
                  <a:lnTo>
                    <a:pt x="110014" y="979656"/>
                  </a:lnTo>
                  <a:lnTo>
                    <a:pt x="137360" y="1016397"/>
                  </a:lnTo>
                  <a:lnTo>
                    <a:pt x="167264" y="1050997"/>
                  </a:lnTo>
                  <a:lnTo>
                    <a:pt x="199587" y="1083317"/>
                  </a:lnTo>
                  <a:lnTo>
                    <a:pt x="234189" y="1113219"/>
                  </a:lnTo>
                  <a:lnTo>
                    <a:pt x="270932" y="1140563"/>
                  </a:lnTo>
                  <a:lnTo>
                    <a:pt x="309676" y="1165210"/>
                  </a:lnTo>
                  <a:lnTo>
                    <a:pt x="350283" y="1187023"/>
                  </a:lnTo>
                  <a:lnTo>
                    <a:pt x="392614" y="1205860"/>
                  </a:lnTo>
                  <a:lnTo>
                    <a:pt x="436530" y="1221585"/>
                  </a:lnTo>
                  <a:lnTo>
                    <a:pt x="481891" y="1234057"/>
                  </a:lnTo>
                  <a:lnTo>
                    <a:pt x="528559" y="1243137"/>
                  </a:lnTo>
                  <a:lnTo>
                    <a:pt x="576394" y="1248688"/>
                  </a:lnTo>
                  <a:lnTo>
                    <a:pt x="625259" y="1250568"/>
                  </a:lnTo>
                  <a:lnTo>
                    <a:pt x="674117" y="1248688"/>
                  </a:lnTo>
                  <a:lnTo>
                    <a:pt x="721948" y="1243137"/>
                  </a:lnTo>
                  <a:lnTo>
                    <a:pt x="768613" y="1234057"/>
                  </a:lnTo>
                  <a:lnTo>
                    <a:pt x="813973" y="1221585"/>
                  </a:lnTo>
                  <a:lnTo>
                    <a:pt x="857889" y="1205860"/>
                  </a:lnTo>
                  <a:lnTo>
                    <a:pt x="900222" y="1187023"/>
                  </a:lnTo>
                  <a:lnTo>
                    <a:pt x="940831" y="1165210"/>
                  </a:lnTo>
                  <a:lnTo>
                    <a:pt x="979580" y="1140563"/>
                  </a:lnTo>
                  <a:lnTo>
                    <a:pt x="1016327" y="1113219"/>
                  </a:lnTo>
                  <a:lnTo>
                    <a:pt x="1050934" y="1083317"/>
                  </a:lnTo>
                  <a:lnTo>
                    <a:pt x="1083262" y="1050997"/>
                  </a:lnTo>
                  <a:lnTo>
                    <a:pt x="1113172" y="1016397"/>
                  </a:lnTo>
                  <a:lnTo>
                    <a:pt x="1140524" y="979656"/>
                  </a:lnTo>
                  <a:lnTo>
                    <a:pt x="1165179" y="940914"/>
                  </a:lnTo>
                  <a:lnTo>
                    <a:pt x="1186998" y="900310"/>
                  </a:lnTo>
                  <a:lnTo>
                    <a:pt x="1205843" y="857981"/>
                  </a:lnTo>
                  <a:lnTo>
                    <a:pt x="1221573" y="814068"/>
                  </a:lnTo>
                  <a:lnTo>
                    <a:pt x="1234050" y="768709"/>
                  </a:lnTo>
                  <a:lnTo>
                    <a:pt x="1243134" y="722043"/>
                  </a:lnTo>
                  <a:lnTo>
                    <a:pt x="1248687" y="674210"/>
                  </a:lnTo>
                  <a:lnTo>
                    <a:pt x="1250569" y="625347"/>
                  </a:lnTo>
                  <a:lnTo>
                    <a:pt x="1248687" y="576468"/>
                  </a:lnTo>
                  <a:lnTo>
                    <a:pt x="1243134" y="528619"/>
                  </a:lnTo>
                  <a:lnTo>
                    <a:pt x="1234050" y="481939"/>
                  </a:lnTo>
                  <a:lnTo>
                    <a:pt x="1221573" y="436567"/>
                  </a:lnTo>
                  <a:lnTo>
                    <a:pt x="1205843" y="392643"/>
                  </a:lnTo>
                  <a:lnTo>
                    <a:pt x="1186998" y="350305"/>
                  </a:lnTo>
                  <a:lnTo>
                    <a:pt x="1165179" y="309691"/>
                  </a:lnTo>
                  <a:lnTo>
                    <a:pt x="1140524" y="270942"/>
                  </a:lnTo>
                  <a:lnTo>
                    <a:pt x="1113172" y="234195"/>
                  </a:lnTo>
                  <a:lnTo>
                    <a:pt x="1083262" y="199590"/>
                  </a:lnTo>
                  <a:lnTo>
                    <a:pt x="1050934" y="167265"/>
                  </a:lnTo>
                  <a:lnTo>
                    <a:pt x="1016327" y="137359"/>
                  </a:lnTo>
                  <a:lnTo>
                    <a:pt x="979580" y="110012"/>
                  </a:lnTo>
                  <a:lnTo>
                    <a:pt x="940831" y="85362"/>
                  </a:lnTo>
                  <a:lnTo>
                    <a:pt x="900222" y="63548"/>
                  </a:lnTo>
                  <a:lnTo>
                    <a:pt x="857889" y="44709"/>
                  </a:lnTo>
                  <a:lnTo>
                    <a:pt x="813973" y="28984"/>
                  </a:lnTo>
                  <a:lnTo>
                    <a:pt x="768613" y="16512"/>
                  </a:lnTo>
                  <a:lnTo>
                    <a:pt x="721948" y="7431"/>
                  </a:lnTo>
                  <a:lnTo>
                    <a:pt x="674117" y="1880"/>
                  </a:lnTo>
                  <a:lnTo>
                    <a:pt x="625259" y="0"/>
                  </a:lnTo>
                  <a:close/>
                </a:path>
              </a:pathLst>
            </a:custGeom>
            <a:solidFill>
              <a:srgbClr val="CAE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9638" y="4669890"/>
              <a:ext cx="597535" cy="446405"/>
            </a:xfrm>
            <a:custGeom>
              <a:avLst/>
              <a:gdLst/>
              <a:ahLst/>
              <a:cxnLst/>
              <a:rect l="l" t="t" r="r" b="b"/>
              <a:pathLst>
                <a:path w="597535" h="446404">
                  <a:moveTo>
                    <a:pt x="94199" y="261311"/>
                  </a:moveTo>
                  <a:lnTo>
                    <a:pt x="1754" y="353759"/>
                  </a:lnTo>
                  <a:lnTo>
                    <a:pt x="94199" y="446214"/>
                  </a:lnTo>
                  <a:lnTo>
                    <a:pt x="120448" y="419964"/>
                  </a:lnTo>
                  <a:lnTo>
                    <a:pt x="72909" y="372424"/>
                  </a:lnTo>
                  <a:lnTo>
                    <a:pt x="597264" y="372425"/>
                  </a:lnTo>
                  <a:lnTo>
                    <a:pt x="597264" y="335094"/>
                  </a:lnTo>
                  <a:lnTo>
                    <a:pt x="72909" y="335094"/>
                  </a:lnTo>
                  <a:lnTo>
                    <a:pt x="120448" y="287560"/>
                  </a:lnTo>
                  <a:lnTo>
                    <a:pt x="94199" y="261311"/>
                  </a:lnTo>
                  <a:close/>
                </a:path>
                <a:path w="597535" h="446404">
                  <a:moveTo>
                    <a:pt x="503070" y="0"/>
                  </a:moveTo>
                  <a:lnTo>
                    <a:pt x="476822" y="26249"/>
                  </a:lnTo>
                  <a:lnTo>
                    <a:pt x="524360" y="73783"/>
                  </a:lnTo>
                  <a:lnTo>
                    <a:pt x="0" y="73783"/>
                  </a:lnTo>
                  <a:lnTo>
                    <a:pt x="0" y="111113"/>
                  </a:lnTo>
                  <a:lnTo>
                    <a:pt x="524360" y="111113"/>
                  </a:lnTo>
                  <a:lnTo>
                    <a:pt x="476822" y="158653"/>
                  </a:lnTo>
                  <a:lnTo>
                    <a:pt x="503070" y="184902"/>
                  </a:lnTo>
                  <a:lnTo>
                    <a:pt x="595522" y="92448"/>
                  </a:lnTo>
                  <a:lnTo>
                    <a:pt x="503070" y="0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9638" y="4669890"/>
              <a:ext cx="597535" cy="446405"/>
            </a:xfrm>
            <a:custGeom>
              <a:avLst/>
              <a:gdLst/>
              <a:ahLst/>
              <a:cxnLst/>
              <a:rect l="l" t="t" r="r" b="b"/>
              <a:pathLst>
                <a:path w="597535" h="446404">
                  <a:moveTo>
                    <a:pt x="597264" y="335094"/>
                  </a:moveTo>
                  <a:lnTo>
                    <a:pt x="597264" y="372425"/>
                  </a:lnTo>
                  <a:lnTo>
                    <a:pt x="72909" y="372424"/>
                  </a:lnTo>
                  <a:lnTo>
                    <a:pt x="120448" y="419964"/>
                  </a:lnTo>
                  <a:lnTo>
                    <a:pt x="94199" y="446214"/>
                  </a:lnTo>
                  <a:lnTo>
                    <a:pt x="1754" y="353759"/>
                  </a:lnTo>
                  <a:lnTo>
                    <a:pt x="94199" y="261311"/>
                  </a:lnTo>
                  <a:lnTo>
                    <a:pt x="120448" y="287560"/>
                  </a:lnTo>
                  <a:lnTo>
                    <a:pt x="72909" y="335094"/>
                  </a:lnTo>
                  <a:lnTo>
                    <a:pt x="597264" y="335094"/>
                  </a:lnTo>
                  <a:close/>
                </a:path>
                <a:path w="597535" h="446404">
                  <a:moveTo>
                    <a:pt x="476822" y="158653"/>
                  </a:moveTo>
                  <a:lnTo>
                    <a:pt x="524360" y="111113"/>
                  </a:lnTo>
                  <a:lnTo>
                    <a:pt x="0" y="111113"/>
                  </a:lnTo>
                  <a:lnTo>
                    <a:pt x="0" y="73783"/>
                  </a:lnTo>
                  <a:lnTo>
                    <a:pt x="524360" y="73783"/>
                  </a:lnTo>
                  <a:lnTo>
                    <a:pt x="476822" y="26249"/>
                  </a:lnTo>
                  <a:lnTo>
                    <a:pt x="503070" y="0"/>
                  </a:lnTo>
                  <a:lnTo>
                    <a:pt x="595522" y="92448"/>
                  </a:lnTo>
                  <a:lnTo>
                    <a:pt x="503070" y="184902"/>
                  </a:lnTo>
                  <a:lnTo>
                    <a:pt x="476822" y="158653"/>
                  </a:lnTo>
                  <a:close/>
                </a:path>
              </a:pathLst>
            </a:custGeom>
            <a:ln w="8710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4623" y="4529327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5" h="725804">
                  <a:moveTo>
                    <a:pt x="0" y="725297"/>
                  </a:moveTo>
                  <a:lnTo>
                    <a:pt x="725297" y="725297"/>
                  </a:lnTo>
                  <a:lnTo>
                    <a:pt x="725297" y="0"/>
                  </a:lnTo>
                  <a:lnTo>
                    <a:pt x="0" y="0"/>
                  </a:lnTo>
                  <a:lnTo>
                    <a:pt x="0" y="7252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2130805" y="4700904"/>
            <a:ext cx="3028315" cy="384175"/>
            <a:chOff x="2130805" y="4700904"/>
            <a:chExt cx="3028315" cy="384175"/>
          </a:xfrm>
        </p:grpSpPr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0805" y="4700904"/>
              <a:ext cx="1578229" cy="38404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1173" y="4700904"/>
              <a:ext cx="228600" cy="3840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5473" y="4700904"/>
              <a:ext cx="1493647" cy="384048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5591683" y="4266691"/>
            <a:ext cx="1250950" cy="1250950"/>
            <a:chOff x="5591683" y="4266691"/>
            <a:chExt cx="1250950" cy="1250950"/>
          </a:xfrm>
        </p:grpSpPr>
        <p:sp>
          <p:nvSpPr>
            <p:cNvPr id="41" name="object 41"/>
            <p:cNvSpPr/>
            <p:nvPr/>
          </p:nvSpPr>
          <p:spPr>
            <a:xfrm>
              <a:off x="5591683" y="4266691"/>
              <a:ext cx="1250950" cy="1250950"/>
            </a:xfrm>
            <a:custGeom>
              <a:avLst/>
              <a:gdLst/>
              <a:ahLst/>
              <a:cxnLst/>
              <a:rect l="l" t="t" r="r" b="b"/>
              <a:pathLst>
                <a:path w="1250950" h="1250950">
                  <a:moveTo>
                    <a:pt x="625347" y="0"/>
                  </a:moveTo>
                  <a:lnTo>
                    <a:pt x="576484" y="1880"/>
                  </a:lnTo>
                  <a:lnTo>
                    <a:pt x="528648" y="7431"/>
                  </a:lnTo>
                  <a:lnTo>
                    <a:pt x="481979" y="16512"/>
                  </a:lnTo>
                  <a:lnTo>
                    <a:pt x="436615" y="28984"/>
                  </a:lnTo>
                  <a:lnTo>
                    <a:pt x="392696" y="44709"/>
                  </a:lnTo>
                  <a:lnTo>
                    <a:pt x="350360" y="63548"/>
                  </a:lnTo>
                  <a:lnTo>
                    <a:pt x="309748" y="85362"/>
                  </a:lnTo>
                  <a:lnTo>
                    <a:pt x="270997" y="110012"/>
                  </a:lnTo>
                  <a:lnTo>
                    <a:pt x="234248" y="137359"/>
                  </a:lnTo>
                  <a:lnTo>
                    <a:pt x="199639" y="167265"/>
                  </a:lnTo>
                  <a:lnTo>
                    <a:pt x="167310" y="199590"/>
                  </a:lnTo>
                  <a:lnTo>
                    <a:pt x="137399" y="234195"/>
                  </a:lnTo>
                  <a:lnTo>
                    <a:pt x="110047" y="270942"/>
                  </a:lnTo>
                  <a:lnTo>
                    <a:pt x="85391" y="309691"/>
                  </a:lnTo>
                  <a:lnTo>
                    <a:pt x="63571" y="350305"/>
                  </a:lnTo>
                  <a:lnTo>
                    <a:pt x="44726" y="392643"/>
                  </a:lnTo>
                  <a:lnTo>
                    <a:pt x="28995" y="436567"/>
                  </a:lnTo>
                  <a:lnTo>
                    <a:pt x="16518" y="481939"/>
                  </a:lnTo>
                  <a:lnTo>
                    <a:pt x="7434" y="528619"/>
                  </a:lnTo>
                  <a:lnTo>
                    <a:pt x="1881" y="576468"/>
                  </a:lnTo>
                  <a:lnTo>
                    <a:pt x="0" y="625347"/>
                  </a:lnTo>
                  <a:lnTo>
                    <a:pt x="1881" y="674210"/>
                  </a:lnTo>
                  <a:lnTo>
                    <a:pt x="7434" y="722043"/>
                  </a:lnTo>
                  <a:lnTo>
                    <a:pt x="16518" y="768709"/>
                  </a:lnTo>
                  <a:lnTo>
                    <a:pt x="28995" y="814068"/>
                  </a:lnTo>
                  <a:lnTo>
                    <a:pt x="44726" y="857981"/>
                  </a:lnTo>
                  <a:lnTo>
                    <a:pt x="63571" y="900310"/>
                  </a:lnTo>
                  <a:lnTo>
                    <a:pt x="85391" y="940914"/>
                  </a:lnTo>
                  <a:lnTo>
                    <a:pt x="110047" y="979656"/>
                  </a:lnTo>
                  <a:lnTo>
                    <a:pt x="137399" y="1016397"/>
                  </a:lnTo>
                  <a:lnTo>
                    <a:pt x="167310" y="1050997"/>
                  </a:lnTo>
                  <a:lnTo>
                    <a:pt x="199639" y="1083317"/>
                  </a:lnTo>
                  <a:lnTo>
                    <a:pt x="234248" y="1113219"/>
                  </a:lnTo>
                  <a:lnTo>
                    <a:pt x="270997" y="1140563"/>
                  </a:lnTo>
                  <a:lnTo>
                    <a:pt x="309748" y="1165210"/>
                  </a:lnTo>
                  <a:lnTo>
                    <a:pt x="350360" y="1187023"/>
                  </a:lnTo>
                  <a:lnTo>
                    <a:pt x="392696" y="1205860"/>
                  </a:lnTo>
                  <a:lnTo>
                    <a:pt x="436615" y="1221585"/>
                  </a:lnTo>
                  <a:lnTo>
                    <a:pt x="481979" y="1234057"/>
                  </a:lnTo>
                  <a:lnTo>
                    <a:pt x="528648" y="1243137"/>
                  </a:lnTo>
                  <a:lnTo>
                    <a:pt x="576484" y="1248688"/>
                  </a:lnTo>
                  <a:lnTo>
                    <a:pt x="625347" y="1250568"/>
                  </a:lnTo>
                  <a:lnTo>
                    <a:pt x="674210" y="1248688"/>
                  </a:lnTo>
                  <a:lnTo>
                    <a:pt x="722043" y="1243137"/>
                  </a:lnTo>
                  <a:lnTo>
                    <a:pt x="768709" y="1234057"/>
                  </a:lnTo>
                  <a:lnTo>
                    <a:pt x="814068" y="1221585"/>
                  </a:lnTo>
                  <a:lnTo>
                    <a:pt x="857981" y="1205860"/>
                  </a:lnTo>
                  <a:lnTo>
                    <a:pt x="900310" y="1187023"/>
                  </a:lnTo>
                  <a:lnTo>
                    <a:pt x="940914" y="1165210"/>
                  </a:lnTo>
                  <a:lnTo>
                    <a:pt x="979656" y="1140563"/>
                  </a:lnTo>
                  <a:lnTo>
                    <a:pt x="1016397" y="1113219"/>
                  </a:lnTo>
                  <a:lnTo>
                    <a:pt x="1050997" y="1083317"/>
                  </a:lnTo>
                  <a:lnTo>
                    <a:pt x="1083317" y="1050997"/>
                  </a:lnTo>
                  <a:lnTo>
                    <a:pt x="1113219" y="1016397"/>
                  </a:lnTo>
                  <a:lnTo>
                    <a:pt x="1140563" y="979656"/>
                  </a:lnTo>
                  <a:lnTo>
                    <a:pt x="1165210" y="940914"/>
                  </a:lnTo>
                  <a:lnTo>
                    <a:pt x="1187023" y="900310"/>
                  </a:lnTo>
                  <a:lnTo>
                    <a:pt x="1205860" y="857981"/>
                  </a:lnTo>
                  <a:lnTo>
                    <a:pt x="1221585" y="814068"/>
                  </a:lnTo>
                  <a:lnTo>
                    <a:pt x="1234057" y="768709"/>
                  </a:lnTo>
                  <a:lnTo>
                    <a:pt x="1243137" y="722043"/>
                  </a:lnTo>
                  <a:lnTo>
                    <a:pt x="1248688" y="674210"/>
                  </a:lnTo>
                  <a:lnTo>
                    <a:pt x="1250568" y="625347"/>
                  </a:lnTo>
                  <a:lnTo>
                    <a:pt x="1248688" y="576468"/>
                  </a:lnTo>
                  <a:lnTo>
                    <a:pt x="1243137" y="528619"/>
                  </a:lnTo>
                  <a:lnTo>
                    <a:pt x="1234057" y="481939"/>
                  </a:lnTo>
                  <a:lnTo>
                    <a:pt x="1221585" y="436567"/>
                  </a:lnTo>
                  <a:lnTo>
                    <a:pt x="1205860" y="392643"/>
                  </a:lnTo>
                  <a:lnTo>
                    <a:pt x="1187023" y="350305"/>
                  </a:lnTo>
                  <a:lnTo>
                    <a:pt x="1165210" y="309691"/>
                  </a:lnTo>
                  <a:lnTo>
                    <a:pt x="1140563" y="270942"/>
                  </a:lnTo>
                  <a:lnTo>
                    <a:pt x="1113219" y="234195"/>
                  </a:lnTo>
                  <a:lnTo>
                    <a:pt x="1083317" y="199590"/>
                  </a:lnTo>
                  <a:lnTo>
                    <a:pt x="1050997" y="167265"/>
                  </a:lnTo>
                  <a:lnTo>
                    <a:pt x="1016397" y="137359"/>
                  </a:lnTo>
                  <a:lnTo>
                    <a:pt x="979656" y="110012"/>
                  </a:lnTo>
                  <a:lnTo>
                    <a:pt x="940914" y="85362"/>
                  </a:lnTo>
                  <a:lnTo>
                    <a:pt x="900310" y="63548"/>
                  </a:lnTo>
                  <a:lnTo>
                    <a:pt x="857981" y="44709"/>
                  </a:lnTo>
                  <a:lnTo>
                    <a:pt x="814068" y="28984"/>
                  </a:lnTo>
                  <a:lnTo>
                    <a:pt x="768709" y="16512"/>
                  </a:lnTo>
                  <a:lnTo>
                    <a:pt x="722043" y="7431"/>
                  </a:lnTo>
                  <a:lnTo>
                    <a:pt x="674210" y="1880"/>
                  </a:lnTo>
                  <a:lnTo>
                    <a:pt x="625347" y="0"/>
                  </a:lnTo>
                  <a:close/>
                </a:path>
              </a:pathLst>
            </a:custGeom>
            <a:solidFill>
              <a:srgbClr val="CAE3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1593" y="4594377"/>
              <a:ext cx="485775" cy="597535"/>
            </a:xfrm>
            <a:custGeom>
              <a:avLst/>
              <a:gdLst/>
              <a:ahLst/>
              <a:cxnLst/>
              <a:rect l="l" t="t" r="r" b="b"/>
              <a:pathLst>
                <a:path w="485775" h="597535">
                  <a:moveTo>
                    <a:pt x="325173" y="0"/>
                  </a:moveTo>
                  <a:lnTo>
                    <a:pt x="0" y="0"/>
                  </a:lnTo>
                  <a:lnTo>
                    <a:pt x="0" y="597258"/>
                  </a:lnTo>
                  <a:lnTo>
                    <a:pt x="485277" y="597258"/>
                  </a:lnTo>
                  <a:lnTo>
                    <a:pt x="485277" y="559928"/>
                  </a:lnTo>
                  <a:lnTo>
                    <a:pt x="37329" y="559928"/>
                  </a:lnTo>
                  <a:lnTo>
                    <a:pt x="37329" y="37330"/>
                  </a:lnTo>
                  <a:lnTo>
                    <a:pt x="362506" y="37330"/>
                  </a:lnTo>
                  <a:lnTo>
                    <a:pt x="325173" y="0"/>
                  </a:lnTo>
                  <a:close/>
                </a:path>
                <a:path w="485775" h="597535">
                  <a:moveTo>
                    <a:pt x="362506" y="37330"/>
                  </a:moveTo>
                  <a:lnTo>
                    <a:pt x="298632" y="37330"/>
                  </a:lnTo>
                  <a:lnTo>
                    <a:pt x="298632" y="186626"/>
                  </a:lnTo>
                  <a:lnTo>
                    <a:pt x="447948" y="186626"/>
                  </a:lnTo>
                  <a:lnTo>
                    <a:pt x="447948" y="559928"/>
                  </a:lnTo>
                  <a:lnTo>
                    <a:pt x="485277" y="559928"/>
                  </a:lnTo>
                  <a:lnTo>
                    <a:pt x="485277" y="160090"/>
                  </a:lnTo>
                  <a:lnTo>
                    <a:pt x="474481" y="149296"/>
                  </a:lnTo>
                  <a:lnTo>
                    <a:pt x="335961" y="149296"/>
                  </a:lnTo>
                  <a:lnTo>
                    <a:pt x="335961" y="63847"/>
                  </a:lnTo>
                  <a:lnTo>
                    <a:pt x="389025" y="63847"/>
                  </a:lnTo>
                  <a:lnTo>
                    <a:pt x="362506" y="37330"/>
                  </a:lnTo>
                  <a:close/>
                </a:path>
                <a:path w="485775" h="597535">
                  <a:moveTo>
                    <a:pt x="186645" y="410607"/>
                  </a:moveTo>
                  <a:lnTo>
                    <a:pt x="74658" y="410607"/>
                  </a:lnTo>
                  <a:lnTo>
                    <a:pt x="74658" y="522598"/>
                  </a:lnTo>
                  <a:lnTo>
                    <a:pt x="186645" y="522598"/>
                  </a:lnTo>
                  <a:lnTo>
                    <a:pt x="186645" y="485268"/>
                  </a:lnTo>
                  <a:lnTo>
                    <a:pt x="111987" y="485268"/>
                  </a:lnTo>
                  <a:lnTo>
                    <a:pt x="111987" y="447937"/>
                  </a:lnTo>
                  <a:lnTo>
                    <a:pt x="186645" y="447937"/>
                  </a:lnTo>
                  <a:lnTo>
                    <a:pt x="186645" y="410607"/>
                  </a:lnTo>
                  <a:close/>
                </a:path>
                <a:path w="485775" h="597535">
                  <a:moveTo>
                    <a:pt x="186645" y="447937"/>
                  </a:moveTo>
                  <a:lnTo>
                    <a:pt x="149316" y="447937"/>
                  </a:lnTo>
                  <a:lnTo>
                    <a:pt x="149316" y="485268"/>
                  </a:lnTo>
                  <a:lnTo>
                    <a:pt x="186645" y="485268"/>
                  </a:lnTo>
                  <a:lnTo>
                    <a:pt x="186645" y="447937"/>
                  </a:lnTo>
                  <a:close/>
                </a:path>
                <a:path w="485775" h="597535">
                  <a:moveTo>
                    <a:pt x="410619" y="447937"/>
                  </a:moveTo>
                  <a:lnTo>
                    <a:pt x="223974" y="447937"/>
                  </a:lnTo>
                  <a:lnTo>
                    <a:pt x="223974" y="485268"/>
                  </a:lnTo>
                  <a:lnTo>
                    <a:pt x="410619" y="485268"/>
                  </a:lnTo>
                  <a:lnTo>
                    <a:pt x="410619" y="447937"/>
                  </a:lnTo>
                  <a:close/>
                </a:path>
                <a:path w="485775" h="597535">
                  <a:moveTo>
                    <a:pt x="186645" y="261286"/>
                  </a:moveTo>
                  <a:lnTo>
                    <a:pt x="74658" y="261286"/>
                  </a:lnTo>
                  <a:lnTo>
                    <a:pt x="74658" y="373277"/>
                  </a:lnTo>
                  <a:lnTo>
                    <a:pt x="186645" y="373277"/>
                  </a:lnTo>
                  <a:lnTo>
                    <a:pt x="186645" y="335947"/>
                  </a:lnTo>
                  <a:lnTo>
                    <a:pt x="111987" y="335947"/>
                  </a:lnTo>
                  <a:lnTo>
                    <a:pt x="111987" y="298616"/>
                  </a:lnTo>
                  <a:lnTo>
                    <a:pt x="186645" y="298616"/>
                  </a:lnTo>
                  <a:lnTo>
                    <a:pt x="186645" y="261286"/>
                  </a:lnTo>
                  <a:close/>
                </a:path>
                <a:path w="485775" h="597535">
                  <a:moveTo>
                    <a:pt x="186645" y="298616"/>
                  </a:moveTo>
                  <a:lnTo>
                    <a:pt x="149316" y="298616"/>
                  </a:lnTo>
                  <a:lnTo>
                    <a:pt x="149316" y="335947"/>
                  </a:lnTo>
                  <a:lnTo>
                    <a:pt x="186645" y="335947"/>
                  </a:lnTo>
                  <a:lnTo>
                    <a:pt x="186645" y="298616"/>
                  </a:lnTo>
                  <a:close/>
                </a:path>
                <a:path w="485775" h="597535">
                  <a:moveTo>
                    <a:pt x="410619" y="298617"/>
                  </a:moveTo>
                  <a:lnTo>
                    <a:pt x="223974" y="298616"/>
                  </a:lnTo>
                  <a:lnTo>
                    <a:pt x="223974" y="335947"/>
                  </a:lnTo>
                  <a:lnTo>
                    <a:pt x="410619" y="335947"/>
                  </a:lnTo>
                  <a:lnTo>
                    <a:pt x="410619" y="298617"/>
                  </a:lnTo>
                  <a:close/>
                </a:path>
                <a:path w="485775" h="597535">
                  <a:moveTo>
                    <a:pt x="186645" y="111965"/>
                  </a:moveTo>
                  <a:lnTo>
                    <a:pt x="74658" y="111965"/>
                  </a:lnTo>
                  <a:lnTo>
                    <a:pt x="74658" y="223956"/>
                  </a:lnTo>
                  <a:lnTo>
                    <a:pt x="186645" y="223956"/>
                  </a:lnTo>
                  <a:lnTo>
                    <a:pt x="186645" y="186626"/>
                  </a:lnTo>
                  <a:lnTo>
                    <a:pt x="111987" y="186626"/>
                  </a:lnTo>
                  <a:lnTo>
                    <a:pt x="111987" y="149296"/>
                  </a:lnTo>
                  <a:lnTo>
                    <a:pt x="186645" y="149296"/>
                  </a:lnTo>
                  <a:lnTo>
                    <a:pt x="186645" y="111965"/>
                  </a:lnTo>
                  <a:close/>
                </a:path>
                <a:path w="485775" h="597535">
                  <a:moveTo>
                    <a:pt x="186645" y="149296"/>
                  </a:moveTo>
                  <a:lnTo>
                    <a:pt x="149316" y="149296"/>
                  </a:lnTo>
                  <a:lnTo>
                    <a:pt x="149316" y="186626"/>
                  </a:lnTo>
                  <a:lnTo>
                    <a:pt x="186645" y="186626"/>
                  </a:lnTo>
                  <a:lnTo>
                    <a:pt x="186645" y="149296"/>
                  </a:lnTo>
                  <a:close/>
                </a:path>
                <a:path w="485775" h="597535">
                  <a:moveTo>
                    <a:pt x="389025" y="63847"/>
                  </a:moveTo>
                  <a:lnTo>
                    <a:pt x="335961" y="63847"/>
                  </a:lnTo>
                  <a:lnTo>
                    <a:pt x="421413" y="149296"/>
                  </a:lnTo>
                  <a:lnTo>
                    <a:pt x="474481" y="149296"/>
                  </a:lnTo>
                  <a:lnTo>
                    <a:pt x="389025" y="63847"/>
                  </a:lnTo>
                  <a:close/>
                </a:path>
              </a:pathLst>
            </a:custGeom>
            <a:solidFill>
              <a:srgbClr val="00B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71593" y="4594377"/>
              <a:ext cx="485775" cy="597535"/>
            </a:xfrm>
            <a:custGeom>
              <a:avLst/>
              <a:gdLst/>
              <a:ahLst/>
              <a:cxnLst/>
              <a:rect l="l" t="t" r="r" b="b"/>
              <a:pathLst>
                <a:path w="485775" h="597535">
                  <a:moveTo>
                    <a:pt x="485277" y="160090"/>
                  </a:moveTo>
                  <a:lnTo>
                    <a:pt x="485277" y="597258"/>
                  </a:lnTo>
                  <a:lnTo>
                    <a:pt x="0" y="597258"/>
                  </a:lnTo>
                  <a:lnTo>
                    <a:pt x="0" y="0"/>
                  </a:lnTo>
                  <a:lnTo>
                    <a:pt x="325173" y="0"/>
                  </a:lnTo>
                  <a:lnTo>
                    <a:pt x="485277" y="160090"/>
                  </a:lnTo>
                  <a:close/>
                </a:path>
                <a:path w="485775" h="597535">
                  <a:moveTo>
                    <a:pt x="335961" y="149296"/>
                  </a:moveTo>
                  <a:lnTo>
                    <a:pt x="421413" y="149296"/>
                  </a:lnTo>
                  <a:lnTo>
                    <a:pt x="335961" y="63847"/>
                  </a:lnTo>
                  <a:lnTo>
                    <a:pt x="335961" y="149296"/>
                  </a:lnTo>
                  <a:close/>
                </a:path>
                <a:path w="485775" h="597535">
                  <a:moveTo>
                    <a:pt x="447948" y="186626"/>
                  </a:moveTo>
                  <a:lnTo>
                    <a:pt x="298632" y="186626"/>
                  </a:lnTo>
                  <a:lnTo>
                    <a:pt x="298632" y="37330"/>
                  </a:lnTo>
                  <a:lnTo>
                    <a:pt x="37329" y="37330"/>
                  </a:lnTo>
                  <a:lnTo>
                    <a:pt x="37329" y="559928"/>
                  </a:lnTo>
                  <a:lnTo>
                    <a:pt x="447948" y="559928"/>
                  </a:lnTo>
                  <a:lnTo>
                    <a:pt x="447948" y="186626"/>
                  </a:lnTo>
                  <a:close/>
                </a:path>
                <a:path w="485775" h="597535">
                  <a:moveTo>
                    <a:pt x="74658" y="261286"/>
                  </a:moveTo>
                  <a:lnTo>
                    <a:pt x="186645" y="261286"/>
                  </a:lnTo>
                  <a:lnTo>
                    <a:pt x="186645" y="373277"/>
                  </a:lnTo>
                  <a:lnTo>
                    <a:pt x="74658" y="373277"/>
                  </a:lnTo>
                  <a:lnTo>
                    <a:pt x="74658" y="261286"/>
                  </a:lnTo>
                  <a:close/>
                </a:path>
                <a:path w="485775" h="597535">
                  <a:moveTo>
                    <a:pt x="111987" y="335947"/>
                  </a:moveTo>
                  <a:lnTo>
                    <a:pt x="149316" y="335947"/>
                  </a:lnTo>
                  <a:lnTo>
                    <a:pt x="149316" y="298616"/>
                  </a:lnTo>
                  <a:lnTo>
                    <a:pt x="111987" y="298616"/>
                  </a:lnTo>
                  <a:lnTo>
                    <a:pt x="111987" y="335947"/>
                  </a:lnTo>
                  <a:close/>
                </a:path>
                <a:path w="485775" h="597535">
                  <a:moveTo>
                    <a:pt x="74658" y="111965"/>
                  </a:moveTo>
                  <a:lnTo>
                    <a:pt x="186645" y="111965"/>
                  </a:lnTo>
                  <a:lnTo>
                    <a:pt x="186645" y="223956"/>
                  </a:lnTo>
                  <a:lnTo>
                    <a:pt x="74658" y="223956"/>
                  </a:lnTo>
                  <a:lnTo>
                    <a:pt x="74658" y="111965"/>
                  </a:lnTo>
                  <a:close/>
                </a:path>
                <a:path w="485775" h="597535">
                  <a:moveTo>
                    <a:pt x="111987" y="186626"/>
                  </a:moveTo>
                  <a:lnTo>
                    <a:pt x="149316" y="186626"/>
                  </a:lnTo>
                  <a:lnTo>
                    <a:pt x="149316" y="149296"/>
                  </a:lnTo>
                  <a:lnTo>
                    <a:pt x="111987" y="149296"/>
                  </a:lnTo>
                  <a:lnTo>
                    <a:pt x="111987" y="186626"/>
                  </a:lnTo>
                  <a:close/>
                </a:path>
                <a:path w="485775" h="597535">
                  <a:moveTo>
                    <a:pt x="223974" y="298616"/>
                  </a:moveTo>
                  <a:lnTo>
                    <a:pt x="410619" y="298617"/>
                  </a:lnTo>
                  <a:lnTo>
                    <a:pt x="410619" y="335947"/>
                  </a:lnTo>
                  <a:lnTo>
                    <a:pt x="223974" y="335947"/>
                  </a:lnTo>
                  <a:lnTo>
                    <a:pt x="223974" y="298616"/>
                  </a:lnTo>
                  <a:close/>
                </a:path>
                <a:path w="485775" h="597535">
                  <a:moveTo>
                    <a:pt x="74658" y="410607"/>
                  </a:moveTo>
                  <a:lnTo>
                    <a:pt x="186645" y="410607"/>
                  </a:lnTo>
                  <a:lnTo>
                    <a:pt x="186645" y="522598"/>
                  </a:lnTo>
                  <a:lnTo>
                    <a:pt x="74658" y="522598"/>
                  </a:lnTo>
                  <a:lnTo>
                    <a:pt x="74658" y="410607"/>
                  </a:lnTo>
                  <a:close/>
                </a:path>
                <a:path w="485775" h="597535">
                  <a:moveTo>
                    <a:pt x="111987" y="485268"/>
                  </a:moveTo>
                  <a:lnTo>
                    <a:pt x="149316" y="485268"/>
                  </a:lnTo>
                  <a:lnTo>
                    <a:pt x="149316" y="447937"/>
                  </a:lnTo>
                  <a:lnTo>
                    <a:pt x="111987" y="447937"/>
                  </a:lnTo>
                  <a:lnTo>
                    <a:pt x="111987" y="485268"/>
                  </a:lnTo>
                  <a:close/>
                </a:path>
                <a:path w="485775" h="597535">
                  <a:moveTo>
                    <a:pt x="223974" y="447937"/>
                  </a:moveTo>
                  <a:lnTo>
                    <a:pt x="410619" y="447937"/>
                  </a:lnTo>
                  <a:lnTo>
                    <a:pt x="410619" y="485268"/>
                  </a:lnTo>
                  <a:lnTo>
                    <a:pt x="223974" y="485268"/>
                  </a:lnTo>
                  <a:lnTo>
                    <a:pt x="223974" y="447937"/>
                  </a:lnTo>
                  <a:close/>
                </a:path>
              </a:pathLst>
            </a:custGeom>
            <a:ln w="8710">
              <a:solidFill>
                <a:srgbClr val="00B0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54319" y="4529327"/>
              <a:ext cx="725805" cy="725805"/>
            </a:xfrm>
            <a:custGeom>
              <a:avLst/>
              <a:gdLst/>
              <a:ahLst/>
              <a:cxnLst/>
              <a:rect l="l" t="t" r="r" b="b"/>
              <a:pathLst>
                <a:path w="725804" h="725804">
                  <a:moveTo>
                    <a:pt x="0" y="725297"/>
                  </a:moveTo>
                  <a:lnTo>
                    <a:pt x="725297" y="725297"/>
                  </a:lnTo>
                  <a:lnTo>
                    <a:pt x="725297" y="0"/>
                  </a:lnTo>
                  <a:lnTo>
                    <a:pt x="0" y="0"/>
                  </a:lnTo>
                  <a:lnTo>
                    <a:pt x="0" y="7252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7110983" y="4700904"/>
            <a:ext cx="2596515" cy="384175"/>
            <a:chOff x="7110983" y="4700904"/>
            <a:chExt cx="2596515" cy="384175"/>
          </a:xfrm>
        </p:grpSpPr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0983" y="4700904"/>
              <a:ext cx="1578482" cy="3840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1605" y="4700904"/>
              <a:ext cx="228600" cy="38404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45905" y="4700904"/>
              <a:ext cx="1061466" cy="384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3842004" cy="62514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58800" y="1810766"/>
            <a:ext cx="9726295" cy="4088129"/>
            <a:chOff x="558800" y="1810766"/>
            <a:chExt cx="9726295" cy="4088129"/>
          </a:xfrm>
        </p:grpSpPr>
        <p:sp>
          <p:nvSpPr>
            <p:cNvPr id="18" name="object 18"/>
            <p:cNvSpPr/>
            <p:nvPr/>
          </p:nvSpPr>
          <p:spPr>
            <a:xfrm>
              <a:off x="565150" y="1817116"/>
              <a:ext cx="9713595" cy="663575"/>
            </a:xfrm>
            <a:custGeom>
              <a:avLst/>
              <a:gdLst/>
              <a:ahLst/>
              <a:cxnLst/>
              <a:rect l="l" t="t" r="r" b="b"/>
              <a:pathLst>
                <a:path w="9713595" h="663575">
                  <a:moveTo>
                    <a:pt x="9602597" y="0"/>
                  </a:moveTo>
                  <a:lnTo>
                    <a:pt x="110566" y="0"/>
                  </a:lnTo>
                  <a:lnTo>
                    <a:pt x="67529" y="8693"/>
                  </a:lnTo>
                  <a:lnTo>
                    <a:pt x="32385" y="32400"/>
                  </a:lnTo>
                  <a:lnTo>
                    <a:pt x="8689" y="67562"/>
                  </a:lnTo>
                  <a:lnTo>
                    <a:pt x="0" y="110617"/>
                  </a:lnTo>
                  <a:lnTo>
                    <a:pt x="0" y="552831"/>
                  </a:lnTo>
                  <a:lnTo>
                    <a:pt x="8689" y="595885"/>
                  </a:lnTo>
                  <a:lnTo>
                    <a:pt x="32384" y="631047"/>
                  </a:lnTo>
                  <a:lnTo>
                    <a:pt x="67529" y="654754"/>
                  </a:lnTo>
                  <a:lnTo>
                    <a:pt x="110566" y="663448"/>
                  </a:lnTo>
                  <a:lnTo>
                    <a:pt x="9602597" y="663448"/>
                  </a:lnTo>
                  <a:lnTo>
                    <a:pt x="9645651" y="654754"/>
                  </a:lnTo>
                  <a:lnTo>
                    <a:pt x="9680813" y="631047"/>
                  </a:lnTo>
                  <a:lnTo>
                    <a:pt x="9704520" y="595885"/>
                  </a:lnTo>
                  <a:lnTo>
                    <a:pt x="9713214" y="552831"/>
                  </a:lnTo>
                  <a:lnTo>
                    <a:pt x="9713214" y="110617"/>
                  </a:lnTo>
                  <a:lnTo>
                    <a:pt x="9704520" y="67562"/>
                  </a:lnTo>
                  <a:lnTo>
                    <a:pt x="9680813" y="32400"/>
                  </a:lnTo>
                  <a:lnTo>
                    <a:pt x="9645651" y="8693"/>
                  </a:lnTo>
                  <a:lnTo>
                    <a:pt x="9602597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5150" y="1817116"/>
              <a:ext cx="9713595" cy="663575"/>
            </a:xfrm>
            <a:custGeom>
              <a:avLst/>
              <a:gdLst/>
              <a:ahLst/>
              <a:cxnLst/>
              <a:rect l="l" t="t" r="r" b="b"/>
              <a:pathLst>
                <a:path w="9713595" h="663575">
                  <a:moveTo>
                    <a:pt x="0" y="110617"/>
                  </a:moveTo>
                  <a:lnTo>
                    <a:pt x="8689" y="67562"/>
                  </a:lnTo>
                  <a:lnTo>
                    <a:pt x="32385" y="32400"/>
                  </a:lnTo>
                  <a:lnTo>
                    <a:pt x="67529" y="8693"/>
                  </a:lnTo>
                  <a:lnTo>
                    <a:pt x="110566" y="0"/>
                  </a:lnTo>
                  <a:lnTo>
                    <a:pt x="9602597" y="0"/>
                  </a:lnTo>
                  <a:lnTo>
                    <a:pt x="9645651" y="8693"/>
                  </a:lnTo>
                  <a:lnTo>
                    <a:pt x="9680813" y="32400"/>
                  </a:lnTo>
                  <a:lnTo>
                    <a:pt x="9704520" y="67562"/>
                  </a:lnTo>
                  <a:lnTo>
                    <a:pt x="9713214" y="110617"/>
                  </a:lnTo>
                  <a:lnTo>
                    <a:pt x="9713214" y="552831"/>
                  </a:lnTo>
                  <a:lnTo>
                    <a:pt x="9704520" y="595885"/>
                  </a:lnTo>
                  <a:lnTo>
                    <a:pt x="9680813" y="631047"/>
                  </a:lnTo>
                  <a:lnTo>
                    <a:pt x="9645651" y="654754"/>
                  </a:lnTo>
                  <a:lnTo>
                    <a:pt x="9602597" y="663448"/>
                  </a:lnTo>
                  <a:lnTo>
                    <a:pt x="110566" y="663448"/>
                  </a:lnTo>
                  <a:lnTo>
                    <a:pt x="67529" y="654754"/>
                  </a:lnTo>
                  <a:lnTo>
                    <a:pt x="32384" y="631047"/>
                  </a:lnTo>
                  <a:lnTo>
                    <a:pt x="8689" y="595885"/>
                  </a:lnTo>
                  <a:lnTo>
                    <a:pt x="0" y="552831"/>
                  </a:lnTo>
                  <a:lnTo>
                    <a:pt x="0" y="11061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430" y="1911680"/>
              <a:ext cx="4856099" cy="43312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556" y="2481961"/>
              <a:ext cx="182880" cy="33680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2156" y="2481961"/>
              <a:ext cx="7390130" cy="3368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556" y="2850769"/>
              <a:ext cx="182880" cy="3368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2156" y="2850769"/>
              <a:ext cx="8663686" cy="3368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2156" y="3154121"/>
              <a:ext cx="1185062" cy="3371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556" y="3524758"/>
              <a:ext cx="182880" cy="3368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2156" y="3524758"/>
              <a:ext cx="8801100" cy="33680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2156" y="3826510"/>
              <a:ext cx="1586357" cy="33680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65150" y="4157217"/>
              <a:ext cx="9713595" cy="663575"/>
            </a:xfrm>
            <a:custGeom>
              <a:avLst/>
              <a:gdLst/>
              <a:ahLst/>
              <a:cxnLst/>
              <a:rect l="l" t="t" r="r" b="b"/>
              <a:pathLst>
                <a:path w="9713595" h="663575">
                  <a:moveTo>
                    <a:pt x="9602597" y="0"/>
                  </a:moveTo>
                  <a:lnTo>
                    <a:pt x="110566" y="0"/>
                  </a:lnTo>
                  <a:lnTo>
                    <a:pt x="67529" y="8693"/>
                  </a:lnTo>
                  <a:lnTo>
                    <a:pt x="32385" y="32400"/>
                  </a:lnTo>
                  <a:lnTo>
                    <a:pt x="8689" y="67562"/>
                  </a:lnTo>
                  <a:lnTo>
                    <a:pt x="0" y="110616"/>
                  </a:lnTo>
                  <a:lnTo>
                    <a:pt x="0" y="552830"/>
                  </a:lnTo>
                  <a:lnTo>
                    <a:pt x="8689" y="595885"/>
                  </a:lnTo>
                  <a:lnTo>
                    <a:pt x="32384" y="631047"/>
                  </a:lnTo>
                  <a:lnTo>
                    <a:pt x="67529" y="654754"/>
                  </a:lnTo>
                  <a:lnTo>
                    <a:pt x="110566" y="663447"/>
                  </a:lnTo>
                  <a:lnTo>
                    <a:pt x="9602597" y="663447"/>
                  </a:lnTo>
                  <a:lnTo>
                    <a:pt x="9645651" y="654754"/>
                  </a:lnTo>
                  <a:lnTo>
                    <a:pt x="9680813" y="631047"/>
                  </a:lnTo>
                  <a:lnTo>
                    <a:pt x="9704520" y="595885"/>
                  </a:lnTo>
                  <a:lnTo>
                    <a:pt x="9713214" y="552830"/>
                  </a:lnTo>
                  <a:lnTo>
                    <a:pt x="9713214" y="110616"/>
                  </a:lnTo>
                  <a:lnTo>
                    <a:pt x="9704520" y="67562"/>
                  </a:lnTo>
                  <a:lnTo>
                    <a:pt x="9680813" y="32400"/>
                  </a:lnTo>
                  <a:lnTo>
                    <a:pt x="9645651" y="8693"/>
                  </a:lnTo>
                  <a:lnTo>
                    <a:pt x="9602597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5150" y="4157217"/>
              <a:ext cx="9713595" cy="663575"/>
            </a:xfrm>
            <a:custGeom>
              <a:avLst/>
              <a:gdLst/>
              <a:ahLst/>
              <a:cxnLst/>
              <a:rect l="l" t="t" r="r" b="b"/>
              <a:pathLst>
                <a:path w="9713595" h="663575">
                  <a:moveTo>
                    <a:pt x="0" y="110616"/>
                  </a:moveTo>
                  <a:lnTo>
                    <a:pt x="8689" y="67562"/>
                  </a:lnTo>
                  <a:lnTo>
                    <a:pt x="32385" y="32400"/>
                  </a:lnTo>
                  <a:lnTo>
                    <a:pt x="67529" y="8693"/>
                  </a:lnTo>
                  <a:lnTo>
                    <a:pt x="110566" y="0"/>
                  </a:lnTo>
                  <a:lnTo>
                    <a:pt x="9602597" y="0"/>
                  </a:lnTo>
                  <a:lnTo>
                    <a:pt x="9645651" y="8693"/>
                  </a:lnTo>
                  <a:lnTo>
                    <a:pt x="9680813" y="32400"/>
                  </a:lnTo>
                  <a:lnTo>
                    <a:pt x="9704520" y="67562"/>
                  </a:lnTo>
                  <a:lnTo>
                    <a:pt x="9713214" y="110616"/>
                  </a:lnTo>
                  <a:lnTo>
                    <a:pt x="9713214" y="552830"/>
                  </a:lnTo>
                  <a:lnTo>
                    <a:pt x="9704520" y="595885"/>
                  </a:lnTo>
                  <a:lnTo>
                    <a:pt x="9680813" y="631047"/>
                  </a:lnTo>
                  <a:lnTo>
                    <a:pt x="9645651" y="654754"/>
                  </a:lnTo>
                  <a:lnTo>
                    <a:pt x="9602597" y="663447"/>
                  </a:lnTo>
                  <a:lnTo>
                    <a:pt x="110566" y="663447"/>
                  </a:lnTo>
                  <a:lnTo>
                    <a:pt x="67529" y="654754"/>
                  </a:lnTo>
                  <a:lnTo>
                    <a:pt x="32384" y="631047"/>
                  </a:lnTo>
                  <a:lnTo>
                    <a:pt x="8689" y="595885"/>
                  </a:lnTo>
                  <a:lnTo>
                    <a:pt x="0" y="552830"/>
                  </a:lnTo>
                  <a:lnTo>
                    <a:pt x="0" y="11061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430" y="4252848"/>
              <a:ext cx="5208143" cy="4328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556" y="4822570"/>
              <a:ext cx="182880" cy="33680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2156" y="4822570"/>
              <a:ext cx="6649974" cy="3368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556" y="5191328"/>
              <a:ext cx="182880" cy="33710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2156" y="5191328"/>
              <a:ext cx="7487158" cy="33710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556" y="5561990"/>
              <a:ext cx="182880" cy="33680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2156" y="5561990"/>
              <a:ext cx="6897624" cy="3368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28481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8481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8" y="0"/>
                </a:moveTo>
                <a:lnTo>
                  <a:pt x="126" y="0"/>
                </a:lnTo>
                <a:lnTo>
                  <a:pt x="0" y="253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1444" y="6292418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6"/>
                </a:lnTo>
                <a:lnTo>
                  <a:pt x="334635" y="49052"/>
                </a:lnTo>
                <a:lnTo>
                  <a:pt x="293319" y="69617"/>
                </a:lnTo>
                <a:lnTo>
                  <a:pt x="254002" y="93370"/>
                </a:lnTo>
                <a:lnTo>
                  <a:pt x="216856" y="120143"/>
                </a:lnTo>
                <a:lnTo>
                  <a:pt x="182049" y="149764"/>
                </a:lnTo>
                <a:lnTo>
                  <a:pt x="149751" y="182066"/>
                </a:lnTo>
                <a:lnTo>
                  <a:pt x="120133" y="216877"/>
                </a:lnTo>
                <a:lnTo>
                  <a:pt x="93363" y="254029"/>
                </a:lnTo>
                <a:lnTo>
                  <a:pt x="69611" y="293351"/>
                </a:lnTo>
                <a:lnTo>
                  <a:pt x="49048" y="334674"/>
                </a:lnTo>
                <a:lnTo>
                  <a:pt x="31843" y="377828"/>
                </a:lnTo>
                <a:lnTo>
                  <a:pt x="18166" y="422643"/>
                </a:lnTo>
                <a:lnTo>
                  <a:pt x="8187" y="468950"/>
                </a:lnTo>
                <a:lnTo>
                  <a:pt x="2075" y="516579"/>
                </a:lnTo>
                <a:lnTo>
                  <a:pt x="0" y="565581"/>
                </a:lnTo>
                <a:lnTo>
                  <a:pt x="1130680" y="565581"/>
                </a:lnTo>
                <a:lnTo>
                  <a:pt x="1128605" y="516579"/>
                </a:lnTo>
                <a:lnTo>
                  <a:pt x="1122493" y="468950"/>
                </a:lnTo>
                <a:lnTo>
                  <a:pt x="1112513" y="422643"/>
                </a:lnTo>
                <a:lnTo>
                  <a:pt x="1098835" y="377828"/>
                </a:lnTo>
                <a:lnTo>
                  <a:pt x="1081629" y="334674"/>
                </a:lnTo>
                <a:lnTo>
                  <a:pt x="1061065" y="293351"/>
                </a:lnTo>
                <a:lnTo>
                  <a:pt x="1037311" y="254029"/>
                </a:lnTo>
                <a:lnTo>
                  <a:pt x="1010538" y="216877"/>
                </a:lnTo>
                <a:lnTo>
                  <a:pt x="980915" y="182066"/>
                </a:lnTo>
                <a:lnTo>
                  <a:pt x="948613" y="149764"/>
                </a:lnTo>
                <a:lnTo>
                  <a:pt x="913799" y="120143"/>
                </a:lnTo>
                <a:lnTo>
                  <a:pt x="876646" y="93370"/>
                </a:lnTo>
                <a:lnTo>
                  <a:pt x="837320" y="69617"/>
                </a:lnTo>
                <a:lnTo>
                  <a:pt x="795994" y="49052"/>
                </a:lnTo>
                <a:lnTo>
                  <a:pt x="752836" y="31846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1444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6" y="708091"/>
                </a:lnTo>
                <a:lnTo>
                  <a:pt x="31843" y="752898"/>
                </a:lnTo>
                <a:lnTo>
                  <a:pt x="49048" y="796045"/>
                </a:lnTo>
                <a:lnTo>
                  <a:pt x="69611" y="837361"/>
                </a:lnTo>
                <a:lnTo>
                  <a:pt x="93363" y="876678"/>
                </a:lnTo>
                <a:lnTo>
                  <a:pt x="120133" y="913824"/>
                </a:lnTo>
                <a:lnTo>
                  <a:pt x="149751" y="948631"/>
                </a:lnTo>
                <a:lnTo>
                  <a:pt x="182049" y="980929"/>
                </a:lnTo>
                <a:lnTo>
                  <a:pt x="216856" y="1010547"/>
                </a:lnTo>
                <a:lnTo>
                  <a:pt x="254002" y="1037317"/>
                </a:lnTo>
                <a:lnTo>
                  <a:pt x="293319" y="1061069"/>
                </a:lnTo>
                <a:lnTo>
                  <a:pt x="334635" y="1081632"/>
                </a:lnTo>
                <a:lnTo>
                  <a:pt x="377782" y="1098837"/>
                </a:lnTo>
                <a:lnTo>
                  <a:pt x="422589" y="1112514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4"/>
                </a:lnTo>
                <a:lnTo>
                  <a:pt x="752836" y="1098837"/>
                </a:lnTo>
                <a:lnTo>
                  <a:pt x="795994" y="1081632"/>
                </a:lnTo>
                <a:lnTo>
                  <a:pt x="837320" y="1061069"/>
                </a:lnTo>
                <a:lnTo>
                  <a:pt x="876646" y="1037317"/>
                </a:lnTo>
                <a:lnTo>
                  <a:pt x="913799" y="1010547"/>
                </a:lnTo>
                <a:lnTo>
                  <a:pt x="948613" y="980929"/>
                </a:lnTo>
                <a:lnTo>
                  <a:pt x="980915" y="948631"/>
                </a:lnTo>
                <a:lnTo>
                  <a:pt x="1010538" y="913824"/>
                </a:lnTo>
                <a:lnTo>
                  <a:pt x="1037311" y="876678"/>
                </a:lnTo>
                <a:lnTo>
                  <a:pt x="1061065" y="837361"/>
                </a:lnTo>
                <a:lnTo>
                  <a:pt x="1081629" y="796045"/>
                </a:lnTo>
                <a:lnTo>
                  <a:pt x="1098835" y="752898"/>
                </a:lnTo>
                <a:lnTo>
                  <a:pt x="1112513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91444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6"/>
                </a:lnTo>
                <a:lnTo>
                  <a:pt x="377782" y="31843"/>
                </a:lnTo>
                <a:lnTo>
                  <a:pt x="334635" y="49048"/>
                </a:lnTo>
                <a:lnTo>
                  <a:pt x="293319" y="69611"/>
                </a:lnTo>
                <a:lnTo>
                  <a:pt x="254002" y="93363"/>
                </a:lnTo>
                <a:lnTo>
                  <a:pt x="216856" y="120133"/>
                </a:lnTo>
                <a:lnTo>
                  <a:pt x="182049" y="149751"/>
                </a:lnTo>
                <a:lnTo>
                  <a:pt x="149751" y="182049"/>
                </a:lnTo>
                <a:lnTo>
                  <a:pt x="120133" y="216856"/>
                </a:lnTo>
                <a:lnTo>
                  <a:pt x="93363" y="254002"/>
                </a:lnTo>
                <a:lnTo>
                  <a:pt x="69611" y="293319"/>
                </a:lnTo>
                <a:lnTo>
                  <a:pt x="49048" y="334635"/>
                </a:lnTo>
                <a:lnTo>
                  <a:pt x="31843" y="377782"/>
                </a:lnTo>
                <a:lnTo>
                  <a:pt x="18166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6" y="708015"/>
                </a:lnTo>
                <a:lnTo>
                  <a:pt x="31843" y="752836"/>
                </a:lnTo>
                <a:lnTo>
                  <a:pt x="49048" y="795994"/>
                </a:lnTo>
                <a:lnTo>
                  <a:pt x="69611" y="837320"/>
                </a:lnTo>
                <a:lnTo>
                  <a:pt x="93363" y="876646"/>
                </a:lnTo>
                <a:lnTo>
                  <a:pt x="120133" y="913799"/>
                </a:lnTo>
                <a:lnTo>
                  <a:pt x="149751" y="948613"/>
                </a:lnTo>
                <a:lnTo>
                  <a:pt x="182049" y="980915"/>
                </a:lnTo>
                <a:lnTo>
                  <a:pt x="216856" y="1010538"/>
                </a:lnTo>
                <a:lnTo>
                  <a:pt x="254002" y="1037311"/>
                </a:lnTo>
                <a:lnTo>
                  <a:pt x="293319" y="1061065"/>
                </a:lnTo>
                <a:lnTo>
                  <a:pt x="334635" y="1081629"/>
                </a:lnTo>
                <a:lnTo>
                  <a:pt x="377782" y="1098835"/>
                </a:lnTo>
                <a:lnTo>
                  <a:pt x="422589" y="1112513"/>
                </a:lnTo>
                <a:lnTo>
                  <a:pt x="468887" y="1122493"/>
                </a:lnTo>
                <a:lnTo>
                  <a:pt x="516506" y="1128605"/>
                </a:lnTo>
                <a:lnTo>
                  <a:pt x="565276" y="1130680"/>
                </a:lnTo>
                <a:lnTo>
                  <a:pt x="614066" y="1128605"/>
                </a:lnTo>
                <a:lnTo>
                  <a:pt x="661702" y="1122493"/>
                </a:lnTo>
                <a:lnTo>
                  <a:pt x="708015" y="1112513"/>
                </a:lnTo>
                <a:lnTo>
                  <a:pt x="752836" y="1098835"/>
                </a:lnTo>
                <a:lnTo>
                  <a:pt x="795994" y="1081629"/>
                </a:lnTo>
                <a:lnTo>
                  <a:pt x="837320" y="1061065"/>
                </a:lnTo>
                <a:lnTo>
                  <a:pt x="876646" y="1037311"/>
                </a:lnTo>
                <a:lnTo>
                  <a:pt x="913799" y="1010538"/>
                </a:lnTo>
                <a:lnTo>
                  <a:pt x="948613" y="980915"/>
                </a:lnTo>
                <a:lnTo>
                  <a:pt x="980915" y="948613"/>
                </a:lnTo>
                <a:lnTo>
                  <a:pt x="1010538" y="913799"/>
                </a:lnTo>
                <a:lnTo>
                  <a:pt x="1037311" y="876646"/>
                </a:lnTo>
                <a:lnTo>
                  <a:pt x="1061065" y="837320"/>
                </a:lnTo>
                <a:lnTo>
                  <a:pt x="1081629" y="795994"/>
                </a:lnTo>
                <a:lnTo>
                  <a:pt x="1098835" y="752836"/>
                </a:lnTo>
                <a:lnTo>
                  <a:pt x="1112513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3" y="422589"/>
                </a:lnTo>
                <a:lnTo>
                  <a:pt x="1098835" y="377782"/>
                </a:lnTo>
                <a:lnTo>
                  <a:pt x="1081629" y="334635"/>
                </a:lnTo>
                <a:lnTo>
                  <a:pt x="1061065" y="293319"/>
                </a:lnTo>
                <a:lnTo>
                  <a:pt x="1037311" y="254002"/>
                </a:lnTo>
                <a:lnTo>
                  <a:pt x="1010538" y="216856"/>
                </a:lnTo>
                <a:lnTo>
                  <a:pt x="980915" y="182049"/>
                </a:lnTo>
                <a:lnTo>
                  <a:pt x="948613" y="149751"/>
                </a:lnTo>
                <a:lnTo>
                  <a:pt x="913799" y="120133"/>
                </a:lnTo>
                <a:lnTo>
                  <a:pt x="876646" y="93363"/>
                </a:lnTo>
                <a:lnTo>
                  <a:pt x="837320" y="69611"/>
                </a:lnTo>
                <a:lnTo>
                  <a:pt x="795994" y="49048"/>
                </a:lnTo>
                <a:lnTo>
                  <a:pt x="752836" y="31843"/>
                </a:lnTo>
                <a:lnTo>
                  <a:pt x="708015" y="18166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91444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276" y="0"/>
                </a:moveTo>
                <a:lnTo>
                  <a:pt x="516506" y="2075"/>
                </a:lnTo>
                <a:lnTo>
                  <a:pt x="468887" y="8187"/>
                </a:lnTo>
                <a:lnTo>
                  <a:pt x="422589" y="18167"/>
                </a:lnTo>
                <a:lnTo>
                  <a:pt x="377782" y="31845"/>
                </a:lnTo>
                <a:lnTo>
                  <a:pt x="334635" y="49051"/>
                </a:lnTo>
                <a:lnTo>
                  <a:pt x="293319" y="69615"/>
                </a:lnTo>
                <a:lnTo>
                  <a:pt x="254002" y="93369"/>
                </a:lnTo>
                <a:lnTo>
                  <a:pt x="216856" y="120142"/>
                </a:lnTo>
                <a:lnTo>
                  <a:pt x="182049" y="149765"/>
                </a:lnTo>
                <a:lnTo>
                  <a:pt x="149751" y="182067"/>
                </a:lnTo>
                <a:lnTo>
                  <a:pt x="120133" y="216881"/>
                </a:lnTo>
                <a:lnTo>
                  <a:pt x="93363" y="254034"/>
                </a:lnTo>
                <a:lnTo>
                  <a:pt x="69611" y="293360"/>
                </a:lnTo>
                <a:lnTo>
                  <a:pt x="49048" y="334686"/>
                </a:lnTo>
                <a:lnTo>
                  <a:pt x="31843" y="377844"/>
                </a:lnTo>
                <a:lnTo>
                  <a:pt x="18166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6" y="708142"/>
                </a:lnTo>
                <a:lnTo>
                  <a:pt x="31843" y="752963"/>
                </a:lnTo>
                <a:lnTo>
                  <a:pt x="49048" y="796121"/>
                </a:lnTo>
                <a:lnTo>
                  <a:pt x="69611" y="837447"/>
                </a:lnTo>
                <a:lnTo>
                  <a:pt x="93363" y="876773"/>
                </a:lnTo>
                <a:lnTo>
                  <a:pt x="120133" y="913926"/>
                </a:lnTo>
                <a:lnTo>
                  <a:pt x="149751" y="948740"/>
                </a:lnTo>
                <a:lnTo>
                  <a:pt x="182049" y="981042"/>
                </a:lnTo>
                <a:lnTo>
                  <a:pt x="216856" y="1010665"/>
                </a:lnTo>
                <a:lnTo>
                  <a:pt x="254002" y="1037438"/>
                </a:lnTo>
                <a:lnTo>
                  <a:pt x="293319" y="1061192"/>
                </a:lnTo>
                <a:lnTo>
                  <a:pt x="334635" y="1081756"/>
                </a:lnTo>
                <a:lnTo>
                  <a:pt x="377782" y="1098962"/>
                </a:lnTo>
                <a:lnTo>
                  <a:pt x="422589" y="1112640"/>
                </a:lnTo>
                <a:lnTo>
                  <a:pt x="468887" y="1122620"/>
                </a:lnTo>
                <a:lnTo>
                  <a:pt x="516506" y="1128732"/>
                </a:lnTo>
                <a:lnTo>
                  <a:pt x="565276" y="1130807"/>
                </a:lnTo>
                <a:lnTo>
                  <a:pt x="614066" y="1128732"/>
                </a:lnTo>
                <a:lnTo>
                  <a:pt x="661702" y="1122620"/>
                </a:lnTo>
                <a:lnTo>
                  <a:pt x="708015" y="1112640"/>
                </a:lnTo>
                <a:lnTo>
                  <a:pt x="752836" y="1098962"/>
                </a:lnTo>
                <a:lnTo>
                  <a:pt x="795994" y="1081756"/>
                </a:lnTo>
                <a:lnTo>
                  <a:pt x="837320" y="1061192"/>
                </a:lnTo>
                <a:lnTo>
                  <a:pt x="876646" y="1037438"/>
                </a:lnTo>
                <a:lnTo>
                  <a:pt x="913799" y="1010665"/>
                </a:lnTo>
                <a:lnTo>
                  <a:pt x="948613" y="981042"/>
                </a:lnTo>
                <a:lnTo>
                  <a:pt x="980915" y="948740"/>
                </a:lnTo>
                <a:lnTo>
                  <a:pt x="1010538" y="913926"/>
                </a:lnTo>
                <a:lnTo>
                  <a:pt x="1037311" y="876773"/>
                </a:lnTo>
                <a:lnTo>
                  <a:pt x="1061065" y="837447"/>
                </a:lnTo>
                <a:lnTo>
                  <a:pt x="1081629" y="796121"/>
                </a:lnTo>
                <a:lnTo>
                  <a:pt x="1098835" y="752963"/>
                </a:lnTo>
                <a:lnTo>
                  <a:pt x="1112513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3" y="422665"/>
                </a:lnTo>
                <a:lnTo>
                  <a:pt x="1098835" y="377844"/>
                </a:lnTo>
                <a:lnTo>
                  <a:pt x="1081629" y="334686"/>
                </a:lnTo>
                <a:lnTo>
                  <a:pt x="1061065" y="293360"/>
                </a:lnTo>
                <a:lnTo>
                  <a:pt x="1037311" y="254034"/>
                </a:lnTo>
                <a:lnTo>
                  <a:pt x="1010538" y="216881"/>
                </a:lnTo>
                <a:lnTo>
                  <a:pt x="980915" y="182067"/>
                </a:lnTo>
                <a:lnTo>
                  <a:pt x="948613" y="149765"/>
                </a:lnTo>
                <a:lnTo>
                  <a:pt x="913799" y="120142"/>
                </a:lnTo>
                <a:lnTo>
                  <a:pt x="876646" y="93369"/>
                </a:lnTo>
                <a:lnTo>
                  <a:pt x="837320" y="69615"/>
                </a:lnTo>
                <a:lnTo>
                  <a:pt x="795994" y="49051"/>
                </a:lnTo>
                <a:lnTo>
                  <a:pt x="752836" y="31845"/>
                </a:lnTo>
                <a:lnTo>
                  <a:pt x="708015" y="18167"/>
                </a:lnTo>
                <a:lnTo>
                  <a:pt x="661702" y="8187"/>
                </a:lnTo>
                <a:lnTo>
                  <a:pt x="614066" y="2075"/>
                </a:lnTo>
                <a:lnTo>
                  <a:pt x="565276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91444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4281" y="6295199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451358" y="8699"/>
                </a:lnTo>
                <a:lnTo>
                  <a:pt x="403845" y="20605"/>
                </a:lnTo>
                <a:lnTo>
                  <a:pt x="358016" y="36428"/>
                </a:lnTo>
                <a:lnTo>
                  <a:pt x="314064" y="55978"/>
                </a:lnTo>
                <a:lnTo>
                  <a:pt x="272176" y="79063"/>
                </a:lnTo>
                <a:lnTo>
                  <a:pt x="232545" y="105494"/>
                </a:lnTo>
                <a:lnTo>
                  <a:pt x="195361" y="135079"/>
                </a:lnTo>
                <a:lnTo>
                  <a:pt x="160814" y="167630"/>
                </a:lnTo>
                <a:lnTo>
                  <a:pt x="129095" y="202954"/>
                </a:lnTo>
                <a:lnTo>
                  <a:pt x="100394" y="240863"/>
                </a:lnTo>
                <a:lnTo>
                  <a:pt x="74902" y="281165"/>
                </a:lnTo>
                <a:lnTo>
                  <a:pt x="52809" y="323670"/>
                </a:lnTo>
                <a:lnTo>
                  <a:pt x="34305" y="368188"/>
                </a:lnTo>
                <a:lnTo>
                  <a:pt x="19582" y="414528"/>
                </a:lnTo>
                <a:lnTo>
                  <a:pt x="8830" y="462501"/>
                </a:lnTo>
                <a:lnTo>
                  <a:pt x="2239" y="511914"/>
                </a:lnTo>
                <a:lnTo>
                  <a:pt x="0" y="562800"/>
                </a:lnTo>
                <a:lnTo>
                  <a:pt x="537718" y="562800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4281" y="4923663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0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73"/>
                </a:lnTo>
                <a:lnTo>
                  <a:pt x="8830" y="662685"/>
                </a:lnTo>
                <a:lnTo>
                  <a:pt x="19582" y="710657"/>
                </a:lnTo>
                <a:lnTo>
                  <a:pt x="34305" y="756996"/>
                </a:lnTo>
                <a:lnTo>
                  <a:pt x="52809" y="801513"/>
                </a:lnTo>
                <a:lnTo>
                  <a:pt x="74902" y="844018"/>
                </a:lnTo>
                <a:lnTo>
                  <a:pt x="100394" y="884319"/>
                </a:lnTo>
                <a:lnTo>
                  <a:pt x="129095" y="922227"/>
                </a:lnTo>
                <a:lnTo>
                  <a:pt x="160814" y="957552"/>
                </a:lnTo>
                <a:lnTo>
                  <a:pt x="195361" y="990102"/>
                </a:lnTo>
                <a:lnTo>
                  <a:pt x="232545" y="1019688"/>
                </a:lnTo>
                <a:lnTo>
                  <a:pt x="272176" y="1046118"/>
                </a:lnTo>
                <a:lnTo>
                  <a:pt x="314064" y="1069203"/>
                </a:lnTo>
                <a:lnTo>
                  <a:pt x="358016" y="1088753"/>
                </a:lnTo>
                <a:lnTo>
                  <a:pt x="403845" y="1104576"/>
                </a:lnTo>
                <a:lnTo>
                  <a:pt x="451358" y="1116482"/>
                </a:lnTo>
                <a:lnTo>
                  <a:pt x="537718" y="1125181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654281" y="3552190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10"/>
                </a:lnTo>
                <a:lnTo>
                  <a:pt x="272176" y="78995"/>
                </a:lnTo>
                <a:lnTo>
                  <a:pt x="232545" y="105427"/>
                </a:lnTo>
                <a:lnTo>
                  <a:pt x="195361" y="135015"/>
                </a:lnTo>
                <a:lnTo>
                  <a:pt x="160814" y="167569"/>
                </a:lnTo>
                <a:lnTo>
                  <a:pt x="129095" y="202898"/>
                </a:lnTo>
                <a:lnTo>
                  <a:pt x="100394" y="240812"/>
                </a:lnTo>
                <a:lnTo>
                  <a:pt x="74902" y="281121"/>
                </a:lnTo>
                <a:lnTo>
                  <a:pt x="52809" y="323635"/>
                </a:lnTo>
                <a:lnTo>
                  <a:pt x="34305" y="368163"/>
                </a:lnTo>
                <a:lnTo>
                  <a:pt x="19582" y="414514"/>
                </a:lnTo>
                <a:lnTo>
                  <a:pt x="8830" y="462500"/>
                </a:lnTo>
                <a:lnTo>
                  <a:pt x="2239" y="511928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4281" y="2180717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636"/>
                </a:lnTo>
                <a:lnTo>
                  <a:pt x="403845" y="20540"/>
                </a:lnTo>
                <a:lnTo>
                  <a:pt x="358016" y="36361"/>
                </a:lnTo>
                <a:lnTo>
                  <a:pt x="314064" y="55909"/>
                </a:lnTo>
                <a:lnTo>
                  <a:pt x="272176" y="78994"/>
                </a:lnTo>
                <a:lnTo>
                  <a:pt x="232545" y="105423"/>
                </a:lnTo>
                <a:lnTo>
                  <a:pt x="195361" y="135008"/>
                </a:lnTo>
                <a:lnTo>
                  <a:pt x="160814" y="167558"/>
                </a:lnTo>
                <a:lnTo>
                  <a:pt x="129095" y="202882"/>
                </a:lnTo>
                <a:lnTo>
                  <a:pt x="100394" y="240790"/>
                </a:lnTo>
                <a:lnTo>
                  <a:pt x="74902" y="281090"/>
                </a:lnTo>
                <a:lnTo>
                  <a:pt x="52809" y="323594"/>
                </a:lnTo>
                <a:lnTo>
                  <a:pt x="34305" y="368109"/>
                </a:lnTo>
                <a:lnTo>
                  <a:pt x="19582" y="414446"/>
                </a:lnTo>
                <a:lnTo>
                  <a:pt x="8830" y="462414"/>
                </a:lnTo>
                <a:lnTo>
                  <a:pt x="2239" y="511823"/>
                </a:lnTo>
                <a:lnTo>
                  <a:pt x="0" y="562483"/>
                </a:lnTo>
                <a:lnTo>
                  <a:pt x="2239" y="613163"/>
                </a:lnTo>
                <a:lnTo>
                  <a:pt x="8830" y="662587"/>
                </a:lnTo>
                <a:lnTo>
                  <a:pt x="19582" y="710567"/>
                </a:lnTo>
                <a:lnTo>
                  <a:pt x="34305" y="756912"/>
                </a:lnTo>
                <a:lnTo>
                  <a:pt x="52809" y="801432"/>
                </a:lnTo>
                <a:lnTo>
                  <a:pt x="74902" y="843937"/>
                </a:lnTo>
                <a:lnTo>
                  <a:pt x="100394" y="884239"/>
                </a:lnTo>
                <a:lnTo>
                  <a:pt x="129095" y="922147"/>
                </a:lnTo>
                <a:lnTo>
                  <a:pt x="160814" y="957470"/>
                </a:lnTo>
                <a:lnTo>
                  <a:pt x="195361" y="990021"/>
                </a:lnTo>
                <a:lnTo>
                  <a:pt x="232545" y="1019608"/>
                </a:lnTo>
                <a:lnTo>
                  <a:pt x="272176" y="1046043"/>
                </a:lnTo>
                <a:lnTo>
                  <a:pt x="314064" y="1069135"/>
                </a:lnTo>
                <a:lnTo>
                  <a:pt x="358016" y="1088694"/>
                </a:lnTo>
                <a:lnTo>
                  <a:pt x="403845" y="1104531"/>
                </a:lnTo>
                <a:lnTo>
                  <a:pt x="451358" y="1116457"/>
                </a:lnTo>
                <a:lnTo>
                  <a:pt x="537718" y="1125093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54281" y="809116"/>
            <a:ext cx="537845" cy="1125220"/>
          </a:xfrm>
          <a:custGeom>
            <a:avLst/>
            <a:gdLst/>
            <a:ahLst/>
            <a:cxnLst/>
            <a:rect l="l" t="t" r="r" b="b"/>
            <a:pathLst>
              <a:path w="537845" h="1125220">
                <a:moveTo>
                  <a:pt x="537718" y="0"/>
                </a:moveTo>
                <a:lnTo>
                  <a:pt x="451358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6"/>
                </a:lnTo>
                <a:lnTo>
                  <a:pt x="272176" y="79121"/>
                </a:lnTo>
                <a:lnTo>
                  <a:pt x="232545" y="105550"/>
                </a:lnTo>
                <a:lnTo>
                  <a:pt x="195361" y="135135"/>
                </a:lnTo>
                <a:lnTo>
                  <a:pt x="160814" y="167685"/>
                </a:lnTo>
                <a:lnTo>
                  <a:pt x="129095" y="203009"/>
                </a:lnTo>
                <a:lnTo>
                  <a:pt x="100394" y="240917"/>
                </a:lnTo>
                <a:lnTo>
                  <a:pt x="74902" y="281217"/>
                </a:lnTo>
                <a:lnTo>
                  <a:pt x="52809" y="323721"/>
                </a:lnTo>
                <a:lnTo>
                  <a:pt x="34305" y="368236"/>
                </a:lnTo>
                <a:lnTo>
                  <a:pt x="19582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69"/>
                </a:lnTo>
                <a:lnTo>
                  <a:pt x="8830" y="662678"/>
                </a:lnTo>
                <a:lnTo>
                  <a:pt x="19582" y="710646"/>
                </a:lnTo>
                <a:lnTo>
                  <a:pt x="34305" y="756983"/>
                </a:lnTo>
                <a:lnTo>
                  <a:pt x="52809" y="801498"/>
                </a:lnTo>
                <a:lnTo>
                  <a:pt x="74902" y="844002"/>
                </a:lnTo>
                <a:lnTo>
                  <a:pt x="100394" y="884302"/>
                </a:lnTo>
                <a:lnTo>
                  <a:pt x="129095" y="922210"/>
                </a:lnTo>
                <a:lnTo>
                  <a:pt x="160814" y="957534"/>
                </a:lnTo>
                <a:lnTo>
                  <a:pt x="195361" y="990084"/>
                </a:lnTo>
                <a:lnTo>
                  <a:pt x="232545" y="1019669"/>
                </a:lnTo>
                <a:lnTo>
                  <a:pt x="272176" y="1046099"/>
                </a:lnTo>
                <a:lnTo>
                  <a:pt x="314064" y="1069183"/>
                </a:lnTo>
                <a:lnTo>
                  <a:pt x="358016" y="1088731"/>
                </a:lnTo>
                <a:lnTo>
                  <a:pt x="403845" y="1104552"/>
                </a:lnTo>
                <a:lnTo>
                  <a:pt x="451358" y="1116457"/>
                </a:lnTo>
                <a:lnTo>
                  <a:pt x="537718" y="1125220"/>
                </a:lnTo>
                <a:lnTo>
                  <a:pt x="537718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654281" y="0"/>
            <a:ext cx="537845" cy="563245"/>
          </a:xfrm>
          <a:custGeom>
            <a:avLst/>
            <a:gdLst/>
            <a:ahLst/>
            <a:cxnLst/>
            <a:rect l="l" t="t" r="r" b="b"/>
            <a:pathLst>
              <a:path w="537845" h="563245">
                <a:moveTo>
                  <a:pt x="537718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7718" y="562737"/>
                </a:lnTo>
                <a:lnTo>
                  <a:pt x="537718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2367" y="2351938"/>
            <a:ext cx="6764655" cy="219011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Arial MT"/>
                <a:cs typeface="Arial MT"/>
              </a:rPr>
              <a:t>Framework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Analysis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90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Grounded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Theory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90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Interpretative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Phenomenological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Analysis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900"/>
              </a:spcBef>
              <a:buChar char="•"/>
              <a:tabLst>
                <a:tab pos="240029" algn="l"/>
              </a:tabLst>
            </a:pPr>
            <a:r>
              <a:rPr sz="2800" spc="-10" dirty="0">
                <a:latin typeface="Arial MT"/>
                <a:cs typeface="Arial MT"/>
              </a:rPr>
              <a:t>Narrative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Analysis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8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Approaches</a:t>
            </a:r>
            <a:r>
              <a:rPr sz="3600" spc="-50" dirty="0"/>
              <a:t> </a:t>
            </a:r>
            <a:r>
              <a:rPr sz="3600" dirty="0"/>
              <a:t>to</a:t>
            </a:r>
            <a:r>
              <a:rPr sz="3600" spc="-45" dirty="0"/>
              <a:t> </a:t>
            </a:r>
            <a:r>
              <a:rPr sz="3600" dirty="0"/>
              <a:t>Qualitative</a:t>
            </a:r>
            <a:r>
              <a:rPr sz="3600" spc="-40" dirty="0"/>
              <a:t> </a:t>
            </a:r>
            <a:r>
              <a:rPr sz="3600" dirty="0"/>
              <a:t>Data</a:t>
            </a:r>
            <a:r>
              <a:rPr sz="3600" spc="-180" dirty="0"/>
              <a:t> </a:t>
            </a:r>
            <a:r>
              <a:rPr sz="3600" spc="-10" dirty="0"/>
              <a:t>Analysis</a:t>
            </a:r>
            <a:endParaRPr sz="36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Framework</a:t>
            </a:r>
            <a:r>
              <a:rPr spc="-28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839" y="2187701"/>
            <a:ext cx="4883150" cy="2570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8953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Developed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applied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policy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research, Framework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Analysis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provides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structured </a:t>
            </a:r>
            <a:r>
              <a:rPr sz="1900" dirty="0">
                <a:latin typeface="Arial MT"/>
                <a:cs typeface="Arial MT"/>
              </a:rPr>
              <a:t>method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managing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analysing </a:t>
            </a:r>
            <a:r>
              <a:rPr sz="1900" dirty="0">
                <a:latin typeface="Arial MT"/>
                <a:cs typeface="Arial MT"/>
              </a:rPr>
              <a:t>qualitative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data.</a:t>
            </a:r>
            <a:endParaRPr sz="19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It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involves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systematic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coding,</a:t>
            </a:r>
            <a:endParaRPr sz="19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categorization,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interpretation.</a:t>
            </a:r>
            <a:endParaRPr sz="19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Often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health,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education,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social </a:t>
            </a:r>
            <a:r>
              <a:rPr sz="1900" dirty="0">
                <a:latin typeface="Arial MT"/>
                <a:cs typeface="Arial MT"/>
              </a:rPr>
              <a:t>policy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research.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Grounded</a:t>
            </a:r>
            <a:r>
              <a:rPr spc="-225" dirty="0"/>
              <a:t> </a:t>
            </a:r>
            <a:r>
              <a:rPr spc="-10" dirty="0"/>
              <a:t>Theory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839" y="2187701"/>
            <a:ext cx="491744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16129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Developed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by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Glaser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Strauss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(1967), </a:t>
            </a:r>
            <a:r>
              <a:rPr sz="1900" dirty="0">
                <a:latin typeface="Arial MT"/>
                <a:cs typeface="Arial MT"/>
              </a:rPr>
              <a:t>Grounded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Theory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(GT)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inductive </a:t>
            </a:r>
            <a:r>
              <a:rPr sz="1900" dirty="0">
                <a:latin typeface="Arial MT"/>
                <a:cs typeface="Arial MT"/>
              </a:rPr>
              <a:t>method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focused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developing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theories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rather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than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applying</a:t>
            </a:r>
            <a:r>
              <a:rPr sz="1900" spc="-10" dirty="0">
                <a:latin typeface="Arial MT"/>
                <a:cs typeface="Arial MT"/>
              </a:rPr>
              <a:t> existing theories.</a:t>
            </a:r>
            <a:endParaRPr sz="1900">
              <a:latin typeface="Arial MT"/>
              <a:cs typeface="Arial MT"/>
            </a:endParaRPr>
          </a:p>
          <a:p>
            <a:pPr marL="297180" marR="5080" indent="-285115" algn="just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Themes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emerge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constant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comparison 	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iterative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coding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rather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predefined 	categories.</a:t>
            </a:r>
            <a:endParaRPr sz="1900">
              <a:latin typeface="Arial MT"/>
              <a:cs typeface="Arial MT"/>
            </a:endParaRPr>
          </a:p>
          <a:p>
            <a:pPr marL="299085" marR="40005" indent="-287020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Uses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open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coding,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axial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coding,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dirty="0">
                <a:latin typeface="Arial MT"/>
                <a:cs typeface="Arial MT"/>
              </a:rPr>
              <a:t>selective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coding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refine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themes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build </a:t>
            </a:r>
            <a:r>
              <a:rPr sz="1900" dirty="0">
                <a:latin typeface="Arial MT"/>
                <a:cs typeface="Arial MT"/>
              </a:rPr>
              <a:t>theoretical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constructs.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839" y="682244"/>
            <a:ext cx="6087110" cy="145224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930"/>
              </a:spcBef>
            </a:pPr>
            <a:r>
              <a:rPr sz="3600" spc="-10" dirty="0"/>
              <a:t>Interpretative </a:t>
            </a:r>
            <a:r>
              <a:rPr sz="3600" dirty="0"/>
              <a:t>Phenomenological</a:t>
            </a:r>
            <a:r>
              <a:rPr sz="3600" spc="-125" dirty="0"/>
              <a:t> </a:t>
            </a:r>
            <a:r>
              <a:rPr sz="3600" spc="-10" dirty="0"/>
              <a:t>Analysis (IPA)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42315" y="2532633"/>
            <a:ext cx="5150485" cy="2281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1016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900" spc="-50" dirty="0">
                <a:latin typeface="Arial MT"/>
                <a:cs typeface="Arial MT"/>
              </a:rPr>
              <a:t>IPA</a:t>
            </a:r>
            <a:r>
              <a:rPr sz="1900" spc="-11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focuses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understanding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individual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lived </a:t>
            </a:r>
            <a:r>
              <a:rPr sz="1900" dirty="0">
                <a:latin typeface="Arial MT"/>
                <a:cs typeface="Arial MT"/>
              </a:rPr>
              <a:t>experiences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how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people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make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sense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of </a:t>
            </a:r>
            <a:r>
              <a:rPr sz="1900" dirty="0">
                <a:latin typeface="Arial MT"/>
                <a:cs typeface="Arial MT"/>
              </a:rPr>
              <a:t>those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experiences.</a:t>
            </a:r>
            <a:endParaRPr sz="19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It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involves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deep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interpretation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rather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just </a:t>
            </a:r>
            <a:r>
              <a:rPr sz="1900" dirty="0">
                <a:latin typeface="Arial MT"/>
                <a:cs typeface="Arial MT"/>
              </a:rPr>
              <a:t>categorizing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data.</a:t>
            </a:r>
            <a:endParaRPr sz="19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Used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psychology,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healthcare,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social</a:t>
            </a:r>
            <a:endParaRPr sz="19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900" spc="-10" dirty="0">
                <a:latin typeface="Arial MT"/>
                <a:cs typeface="Arial MT"/>
              </a:rPr>
              <a:t>research.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7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Narrative</a:t>
            </a:r>
            <a:r>
              <a:rPr sz="4000" spc="-220" dirty="0"/>
              <a:t> </a:t>
            </a:r>
            <a:r>
              <a:rPr sz="4000" spc="-10" dirty="0"/>
              <a:t>Analysis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42315" y="2000757"/>
            <a:ext cx="5213350" cy="2860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26860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Narrative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analysis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seeks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unearth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the </a:t>
            </a:r>
            <a:r>
              <a:rPr sz="1900" dirty="0">
                <a:latin typeface="Arial MT"/>
                <a:cs typeface="Arial MT"/>
              </a:rPr>
              <a:t>deeper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meanings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behind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stories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people </a:t>
            </a:r>
            <a:r>
              <a:rPr sz="1900" dirty="0">
                <a:latin typeface="Arial MT"/>
                <a:cs typeface="Arial MT"/>
              </a:rPr>
              <a:t>tell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about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their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lives.</a:t>
            </a:r>
            <a:endParaRPr sz="1900">
              <a:latin typeface="Arial MT"/>
              <a:cs typeface="Arial MT"/>
            </a:endParaRPr>
          </a:p>
          <a:p>
            <a:pPr marL="299085" marR="245110" indent="-287020">
              <a:lnSpc>
                <a:spcPct val="100000"/>
              </a:lnSpc>
              <a:spcBef>
                <a:spcPts val="900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This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analysis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examines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structure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dirty="0">
                <a:latin typeface="Arial MT"/>
                <a:cs typeface="Arial MT"/>
              </a:rPr>
              <a:t>content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narratives,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providing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insights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into </a:t>
            </a:r>
            <a:r>
              <a:rPr sz="1900" dirty="0">
                <a:latin typeface="Arial MT"/>
                <a:cs typeface="Arial MT"/>
              </a:rPr>
              <a:t>how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they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shape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identity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understanding.</a:t>
            </a:r>
            <a:endParaRPr sz="19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spcBef>
                <a:spcPts val="905"/>
              </a:spcBef>
              <a:buChar char="•"/>
              <a:tabLst>
                <a:tab pos="299085" algn="l"/>
              </a:tabLst>
            </a:pPr>
            <a:r>
              <a:rPr sz="1900" dirty="0">
                <a:latin typeface="Arial MT"/>
                <a:cs typeface="Arial MT"/>
              </a:rPr>
              <a:t>Context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plays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vital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role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narrative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analysis, </a:t>
            </a:r>
            <a:r>
              <a:rPr sz="1900" dirty="0">
                <a:latin typeface="Arial MT"/>
                <a:cs typeface="Arial MT"/>
              </a:rPr>
              <a:t>influencing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how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stories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are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constructed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understood.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150" y="6087109"/>
            <a:ext cx="5066030" cy="0"/>
          </a:xfrm>
          <a:custGeom>
            <a:avLst/>
            <a:gdLst/>
            <a:ahLst/>
            <a:cxnLst/>
            <a:rect l="l" t="t" r="r" b="b"/>
            <a:pathLst>
              <a:path w="5066030">
                <a:moveTo>
                  <a:pt x="0" y="0"/>
                </a:moveTo>
                <a:lnTo>
                  <a:pt x="506603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01409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1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1409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1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4246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0" y="565569"/>
                </a:lnTo>
                <a:lnTo>
                  <a:pt x="1128605" y="516574"/>
                </a:lnTo>
                <a:lnTo>
                  <a:pt x="1122493" y="468944"/>
                </a:lnTo>
                <a:lnTo>
                  <a:pt x="1112514" y="422637"/>
                </a:lnTo>
                <a:lnTo>
                  <a:pt x="1098837" y="377821"/>
                </a:lnTo>
                <a:lnTo>
                  <a:pt x="1081632" y="334667"/>
                </a:lnTo>
                <a:lnTo>
                  <a:pt x="1061069" y="293344"/>
                </a:lnTo>
                <a:lnTo>
                  <a:pt x="1037317" y="254023"/>
                </a:lnTo>
                <a:lnTo>
                  <a:pt x="1010547" y="216871"/>
                </a:lnTo>
                <a:lnTo>
                  <a:pt x="980929" y="182061"/>
                </a:lnTo>
                <a:lnTo>
                  <a:pt x="948631" y="149760"/>
                </a:lnTo>
                <a:lnTo>
                  <a:pt x="913824" y="120138"/>
                </a:lnTo>
                <a:lnTo>
                  <a:pt x="876678" y="93367"/>
                </a:lnTo>
                <a:lnTo>
                  <a:pt x="837361" y="69614"/>
                </a:lnTo>
                <a:lnTo>
                  <a:pt x="796045" y="49050"/>
                </a:lnTo>
                <a:lnTo>
                  <a:pt x="752898" y="31844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4246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4"/>
                </a:lnTo>
                <a:lnTo>
                  <a:pt x="752898" y="1098837"/>
                </a:lnTo>
                <a:lnTo>
                  <a:pt x="796045" y="1081632"/>
                </a:lnTo>
                <a:lnTo>
                  <a:pt x="837361" y="1061069"/>
                </a:lnTo>
                <a:lnTo>
                  <a:pt x="876678" y="1037317"/>
                </a:lnTo>
                <a:lnTo>
                  <a:pt x="913824" y="1010547"/>
                </a:lnTo>
                <a:lnTo>
                  <a:pt x="948631" y="980929"/>
                </a:lnTo>
                <a:lnTo>
                  <a:pt x="980929" y="948631"/>
                </a:lnTo>
                <a:lnTo>
                  <a:pt x="1010547" y="913824"/>
                </a:lnTo>
                <a:lnTo>
                  <a:pt x="1037317" y="876678"/>
                </a:lnTo>
                <a:lnTo>
                  <a:pt x="1061069" y="837361"/>
                </a:lnTo>
                <a:lnTo>
                  <a:pt x="1081632" y="796045"/>
                </a:lnTo>
                <a:lnTo>
                  <a:pt x="1098837" y="752898"/>
                </a:lnTo>
                <a:lnTo>
                  <a:pt x="1112514" y="708091"/>
                </a:lnTo>
                <a:lnTo>
                  <a:pt x="1122493" y="661793"/>
                </a:lnTo>
                <a:lnTo>
                  <a:pt x="1128605" y="614174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64246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3" y="1130680"/>
                </a:lnTo>
                <a:lnTo>
                  <a:pt x="614174" y="1128605"/>
                </a:lnTo>
                <a:lnTo>
                  <a:pt x="661793" y="1122493"/>
                </a:lnTo>
                <a:lnTo>
                  <a:pt x="708091" y="1112513"/>
                </a:lnTo>
                <a:lnTo>
                  <a:pt x="752898" y="1098835"/>
                </a:lnTo>
                <a:lnTo>
                  <a:pt x="796045" y="1081629"/>
                </a:lnTo>
                <a:lnTo>
                  <a:pt x="837361" y="1061065"/>
                </a:lnTo>
                <a:lnTo>
                  <a:pt x="876678" y="1037311"/>
                </a:lnTo>
                <a:lnTo>
                  <a:pt x="913824" y="1010538"/>
                </a:lnTo>
                <a:lnTo>
                  <a:pt x="948631" y="980915"/>
                </a:lnTo>
                <a:lnTo>
                  <a:pt x="980929" y="948613"/>
                </a:lnTo>
                <a:lnTo>
                  <a:pt x="1010547" y="913799"/>
                </a:lnTo>
                <a:lnTo>
                  <a:pt x="1037317" y="876646"/>
                </a:lnTo>
                <a:lnTo>
                  <a:pt x="1061069" y="837320"/>
                </a:lnTo>
                <a:lnTo>
                  <a:pt x="1081632" y="795994"/>
                </a:lnTo>
                <a:lnTo>
                  <a:pt x="1098837" y="752836"/>
                </a:lnTo>
                <a:lnTo>
                  <a:pt x="1112514" y="708015"/>
                </a:lnTo>
                <a:lnTo>
                  <a:pt x="1122493" y="661702"/>
                </a:lnTo>
                <a:lnTo>
                  <a:pt x="1128605" y="614066"/>
                </a:lnTo>
                <a:lnTo>
                  <a:pt x="1130680" y="565276"/>
                </a:lnTo>
                <a:lnTo>
                  <a:pt x="1128605" y="516506"/>
                </a:lnTo>
                <a:lnTo>
                  <a:pt x="1122493" y="468887"/>
                </a:lnTo>
                <a:lnTo>
                  <a:pt x="1112514" y="422589"/>
                </a:lnTo>
                <a:lnTo>
                  <a:pt x="1098837" y="377782"/>
                </a:lnTo>
                <a:lnTo>
                  <a:pt x="1081632" y="334635"/>
                </a:lnTo>
                <a:lnTo>
                  <a:pt x="1061069" y="293319"/>
                </a:lnTo>
                <a:lnTo>
                  <a:pt x="1037317" y="254002"/>
                </a:lnTo>
                <a:lnTo>
                  <a:pt x="1010547" y="216856"/>
                </a:lnTo>
                <a:lnTo>
                  <a:pt x="980929" y="182049"/>
                </a:lnTo>
                <a:lnTo>
                  <a:pt x="948631" y="149751"/>
                </a:lnTo>
                <a:lnTo>
                  <a:pt x="913824" y="120133"/>
                </a:lnTo>
                <a:lnTo>
                  <a:pt x="876678" y="93363"/>
                </a:lnTo>
                <a:lnTo>
                  <a:pt x="837361" y="69611"/>
                </a:lnTo>
                <a:lnTo>
                  <a:pt x="796045" y="49048"/>
                </a:lnTo>
                <a:lnTo>
                  <a:pt x="752898" y="31843"/>
                </a:lnTo>
                <a:lnTo>
                  <a:pt x="708091" y="18166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64246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3" y="1130807"/>
                </a:lnTo>
                <a:lnTo>
                  <a:pt x="614174" y="1128732"/>
                </a:lnTo>
                <a:lnTo>
                  <a:pt x="661793" y="1122620"/>
                </a:lnTo>
                <a:lnTo>
                  <a:pt x="708091" y="1112640"/>
                </a:lnTo>
                <a:lnTo>
                  <a:pt x="752898" y="1098962"/>
                </a:lnTo>
                <a:lnTo>
                  <a:pt x="796045" y="1081756"/>
                </a:lnTo>
                <a:lnTo>
                  <a:pt x="837361" y="1061192"/>
                </a:lnTo>
                <a:lnTo>
                  <a:pt x="876678" y="1037438"/>
                </a:lnTo>
                <a:lnTo>
                  <a:pt x="913824" y="1010665"/>
                </a:lnTo>
                <a:lnTo>
                  <a:pt x="948631" y="981042"/>
                </a:lnTo>
                <a:lnTo>
                  <a:pt x="980929" y="948740"/>
                </a:lnTo>
                <a:lnTo>
                  <a:pt x="1010547" y="913926"/>
                </a:lnTo>
                <a:lnTo>
                  <a:pt x="1037317" y="876773"/>
                </a:lnTo>
                <a:lnTo>
                  <a:pt x="1061069" y="837447"/>
                </a:lnTo>
                <a:lnTo>
                  <a:pt x="1081632" y="796121"/>
                </a:lnTo>
                <a:lnTo>
                  <a:pt x="1098837" y="752963"/>
                </a:lnTo>
                <a:lnTo>
                  <a:pt x="1112514" y="708142"/>
                </a:lnTo>
                <a:lnTo>
                  <a:pt x="1122493" y="661829"/>
                </a:lnTo>
                <a:lnTo>
                  <a:pt x="1128605" y="614193"/>
                </a:lnTo>
                <a:lnTo>
                  <a:pt x="1130680" y="565403"/>
                </a:lnTo>
                <a:lnTo>
                  <a:pt x="1128605" y="516614"/>
                </a:lnTo>
                <a:lnTo>
                  <a:pt x="1122493" y="468978"/>
                </a:lnTo>
                <a:lnTo>
                  <a:pt x="1112514" y="422665"/>
                </a:lnTo>
                <a:lnTo>
                  <a:pt x="1098837" y="377844"/>
                </a:lnTo>
                <a:lnTo>
                  <a:pt x="1081632" y="334686"/>
                </a:lnTo>
                <a:lnTo>
                  <a:pt x="1061069" y="293360"/>
                </a:lnTo>
                <a:lnTo>
                  <a:pt x="1037317" y="254034"/>
                </a:lnTo>
                <a:lnTo>
                  <a:pt x="1010547" y="216881"/>
                </a:lnTo>
                <a:lnTo>
                  <a:pt x="980929" y="182067"/>
                </a:lnTo>
                <a:lnTo>
                  <a:pt x="948631" y="149765"/>
                </a:lnTo>
                <a:lnTo>
                  <a:pt x="913824" y="120142"/>
                </a:lnTo>
                <a:lnTo>
                  <a:pt x="876678" y="93369"/>
                </a:lnTo>
                <a:lnTo>
                  <a:pt x="837361" y="69615"/>
                </a:lnTo>
                <a:lnTo>
                  <a:pt x="796045" y="49051"/>
                </a:lnTo>
                <a:lnTo>
                  <a:pt x="752898" y="31845"/>
                </a:lnTo>
                <a:lnTo>
                  <a:pt x="708091" y="18167"/>
                </a:lnTo>
                <a:lnTo>
                  <a:pt x="661793" y="8187"/>
                </a:lnTo>
                <a:lnTo>
                  <a:pt x="614174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246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7083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4"/>
                </a:lnTo>
                <a:lnTo>
                  <a:pt x="334686" y="49050"/>
                </a:lnTo>
                <a:lnTo>
                  <a:pt x="293360" y="69614"/>
                </a:lnTo>
                <a:lnTo>
                  <a:pt x="254034" y="93367"/>
                </a:lnTo>
                <a:lnTo>
                  <a:pt x="216881" y="120138"/>
                </a:lnTo>
                <a:lnTo>
                  <a:pt x="182067" y="149760"/>
                </a:lnTo>
                <a:lnTo>
                  <a:pt x="149765" y="182061"/>
                </a:lnTo>
                <a:lnTo>
                  <a:pt x="120142" y="216871"/>
                </a:lnTo>
                <a:lnTo>
                  <a:pt x="93369" y="254023"/>
                </a:lnTo>
                <a:lnTo>
                  <a:pt x="69615" y="293344"/>
                </a:lnTo>
                <a:lnTo>
                  <a:pt x="49051" y="334667"/>
                </a:lnTo>
                <a:lnTo>
                  <a:pt x="31845" y="377821"/>
                </a:lnTo>
                <a:lnTo>
                  <a:pt x="18167" y="422637"/>
                </a:lnTo>
                <a:lnTo>
                  <a:pt x="8187" y="468944"/>
                </a:lnTo>
                <a:lnTo>
                  <a:pt x="2075" y="516574"/>
                </a:lnTo>
                <a:lnTo>
                  <a:pt x="0" y="565569"/>
                </a:lnTo>
                <a:lnTo>
                  <a:pt x="1130681" y="565569"/>
                </a:lnTo>
                <a:lnTo>
                  <a:pt x="1130808" y="565356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7083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85"/>
                </a:lnTo>
                <a:lnTo>
                  <a:pt x="8187" y="661815"/>
                </a:lnTo>
                <a:lnTo>
                  <a:pt x="18167" y="708122"/>
                </a:lnTo>
                <a:lnTo>
                  <a:pt x="31845" y="752938"/>
                </a:lnTo>
                <a:lnTo>
                  <a:pt x="49051" y="796093"/>
                </a:lnTo>
                <a:lnTo>
                  <a:pt x="69615" y="837416"/>
                </a:lnTo>
                <a:lnTo>
                  <a:pt x="93369" y="876738"/>
                </a:lnTo>
                <a:lnTo>
                  <a:pt x="120142" y="913890"/>
                </a:lnTo>
                <a:lnTo>
                  <a:pt x="149765" y="948702"/>
                </a:lnTo>
                <a:lnTo>
                  <a:pt x="182067" y="981004"/>
                </a:lnTo>
                <a:lnTo>
                  <a:pt x="216881" y="1010626"/>
                </a:lnTo>
                <a:lnTo>
                  <a:pt x="254034" y="1037399"/>
                </a:lnTo>
                <a:lnTo>
                  <a:pt x="293360" y="1061152"/>
                </a:lnTo>
                <a:lnTo>
                  <a:pt x="334686" y="1081717"/>
                </a:lnTo>
                <a:lnTo>
                  <a:pt x="377844" y="1098923"/>
                </a:lnTo>
                <a:lnTo>
                  <a:pt x="422665" y="1112601"/>
                </a:lnTo>
                <a:lnTo>
                  <a:pt x="468978" y="1122582"/>
                </a:lnTo>
                <a:lnTo>
                  <a:pt x="516614" y="1128694"/>
                </a:lnTo>
                <a:lnTo>
                  <a:pt x="565404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27083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74"/>
                </a:lnTo>
                <a:lnTo>
                  <a:pt x="8187" y="661793"/>
                </a:lnTo>
                <a:lnTo>
                  <a:pt x="18167" y="708091"/>
                </a:lnTo>
                <a:lnTo>
                  <a:pt x="31845" y="752898"/>
                </a:lnTo>
                <a:lnTo>
                  <a:pt x="49051" y="796045"/>
                </a:lnTo>
                <a:lnTo>
                  <a:pt x="69615" y="837361"/>
                </a:lnTo>
                <a:lnTo>
                  <a:pt x="93369" y="876678"/>
                </a:lnTo>
                <a:lnTo>
                  <a:pt x="120142" y="913824"/>
                </a:lnTo>
                <a:lnTo>
                  <a:pt x="149765" y="948631"/>
                </a:lnTo>
                <a:lnTo>
                  <a:pt x="182067" y="980929"/>
                </a:lnTo>
                <a:lnTo>
                  <a:pt x="216881" y="1010547"/>
                </a:lnTo>
                <a:lnTo>
                  <a:pt x="254034" y="1037317"/>
                </a:lnTo>
                <a:lnTo>
                  <a:pt x="293360" y="1061069"/>
                </a:lnTo>
                <a:lnTo>
                  <a:pt x="334686" y="1081632"/>
                </a:lnTo>
                <a:lnTo>
                  <a:pt x="377844" y="1098837"/>
                </a:lnTo>
                <a:lnTo>
                  <a:pt x="422665" y="1112514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7083" y="21779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6"/>
                </a:lnTo>
                <a:lnTo>
                  <a:pt x="377844" y="31843"/>
                </a:lnTo>
                <a:lnTo>
                  <a:pt x="334686" y="49048"/>
                </a:lnTo>
                <a:lnTo>
                  <a:pt x="293360" y="69611"/>
                </a:lnTo>
                <a:lnTo>
                  <a:pt x="254034" y="93363"/>
                </a:lnTo>
                <a:lnTo>
                  <a:pt x="216881" y="120133"/>
                </a:lnTo>
                <a:lnTo>
                  <a:pt x="182067" y="149751"/>
                </a:lnTo>
                <a:lnTo>
                  <a:pt x="149765" y="182049"/>
                </a:lnTo>
                <a:lnTo>
                  <a:pt x="120142" y="216856"/>
                </a:lnTo>
                <a:lnTo>
                  <a:pt x="93369" y="254002"/>
                </a:lnTo>
                <a:lnTo>
                  <a:pt x="69615" y="293319"/>
                </a:lnTo>
                <a:lnTo>
                  <a:pt x="49051" y="334635"/>
                </a:lnTo>
                <a:lnTo>
                  <a:pt x="31845" y="377782"/>
                </a:lnTo>
                <a:lnTo>
                  <a:pt x="18167" y="422589"/>
                </a:lnTo>
                <a:lnTo>
                  <a:pt x="8187" y="468887"/>
                </a:lnTo>
                <a:lnTo>
                  <a:pt x="2075" y="516506"/>
                </a:lnTo>
                <a:lnTo>
                  <a:pt x="0" y="565276"/>
                </a:lnTo>
                <a:lnTo>
                  <a:pt x="2075" y="614066"/>
                </a:lnTo>
                <a:lnTo>
                  <a:pt x="8187" y="661702"/>
                </a:lnTo>
                <a:lnTo>
                  <a:pt x="18167" y="708015"/>
                </a:lnTo>
                <a:lnTo>
                  <a:pt x="31845" y="752836"/>
                </a:lnTo>
                <a:lnTo>
                  <a:pt x="49051" y="795994"/>
                </a:lnTo>
                <a:lnTo>
                  <a:pt x="69615" y="837320"/>
                </a:lnTo>
                <a:lnTo>
                  <a:pt x="93369" y="876646"/>
                </a:lnTo>
                <a:lnTo>
                  <a:pt x="120142" y="913799"/>
                </a:lnTo>
                <a:lnTo>
                  <a:pt x="149765" y="948613"/>
                </a:lnTo>
                <a:lnTo>
                  <a:pt x="182067" y="980915"/>
                </a:lnTo>
                <a:lnTo>
                  <a:pt x="216881" y="1010538"/>
                </a:lnTo>
                <a:lnTo>
                  <a:pt x="254034" y="1037311"/>
                </a:lnTo>
                <a:lnTo>
                  <a:pt x="293360" y="1061065"/>
                </a:lnTo>
                <a:lnTo>
                  <a:pt x="334686" y="1081629"/>
                </a:lnTo>
                <a:lnTo>
                  <a:pt x="377844" y="1098835"/>
                </a:lnTo>
                <a:lnTo>
                  <a:pt x="422665" y="1112513"/>
                </a:lnTo>
                <a:lnTo>
                  <a:pt x="468978" y="1122493"/>
                </a:lnTo>
                <a:lnTo>
                  <a:pt x="516614" y="1128605"/>
                </a:lnTo>
                <a:lnTo>
                  <a:pt x="565404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3"/>
                </a:lnTo>
                <a:lnTo>
                  <a:pt x="752963" y="1098835"/>
                </a:lnTo>
                <a:lnTo>
                  <a:pt x="796121" y="1081629"/>
                </a:lnTo>
                <a:lnTo>
                  <a:pt x="837447" y="1061065"/>
                </a:lnTo>
                <a:lnTo>
                  <a:pt x="876773" y="1037311"/>
                </a:lnTo>
                <a:lnTo>
                  <a:pt x="913926" y="1010538"/>
                </a:lnTo>
                <a:lnTo>
                  <a:pt x="948740" y="980915"/>
                </a:lnTo>
                <a:lnTo>
                  <a:pt x="981042" y="948613"/>
                </a:lnTo>
                <a:lnTo>
                  <a:pt x="1010665" y="913799"/>
                </a:lnTo>
                <a:lnTo>
                  <a:pt x="1037438" y="876646"/>
                </a:lnTo>
                <a:lnTo>
                  <a:pt x="1061192" y="837320"/>
                </a:lnTo>
                <a:lnTo>
                  <a:pt x="1081756" y="795994"/>
                </a:lnTo>
                <a:lnTo>
                  <a:pt x="1098962" y="752836"/>
                </a:lnTo>
                <a:lnTo>
                  <a:pt x="1112640" y="708015"/>
                </a:lnTo>
                <a:lnTo>
                  <a:pt x="1122620" y="661702"/>
                </a:lnTo>
                <a:lnTo>
                  <a:pt x="1128732" y="614066"/>
                </a:lnTo>
                <a:lnTo>
                  <a:pt x="1130808" y="565276"/>
                </a:lnTo>
                <a:lnTo>
                  <a:pt x="1128732" y="516506"/>
                </a:lnTo>
                <a:lnTo>
                  <a:pt x="1122620" y="468887"/>
                </a:lnTo>
                <a:lnTo>
                  <a:pt x="1112640" y="422589"/>
                </a:lnTo>
                <a:lnTo>
                  <a:pt x="1098962" y="377782"/>
                </a:lnTo>
                <a:lnTo>
                  <a:pt x="1081756" y="334635"/>
                </a:lnTo>
                <a:lnTo>
                  <a:pt x="1061192" y="293319"/>
                </a:lnTo>
                <a:lnTo>
                  <a:pt x="1037438" y="254002"/>
                </a:lnTo>
                <a:lnTo>
                  <a:pt x="1010665" y="216856"/>
                </a:lnTo>
                <a:lnTo>
                  <a:pt x="981042" y="182049"/>
                </a:lnTo>
                <a:lnTo>
                  <a:pt x="948740" y="149751"/>
                </a:lnTo>
                <a:lnTo>
                  <a:pt x="913926" y="120133"/>
                </a:lnTo>
                <a:lnTo>
                  <a:pt x="876773" y="93363"/>
                </a:lnTo>
                <a:lnTo>
                  <a:pt x="837447" y="69611"/>
                </a:lnTo>
                <a:lnTo>
                  <a:pt x="796121" y="49048"/>
                </a:lnTo>
                <a:lnTo>
                  <a:pt x="752963" y="31843"/>
                </a:lnTo>
                <a:lnTo>
                  <a:pt x="708142" y="18166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27083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4" y="0"/>
                </a:moveTo>
                <a:lnTo>
                  <a:pt x="516614" y="2075"/>
                </a:lnTo>
                <a:lnTo>
                  <a:pt x="468978" y="8187"/>
                </a:lnTo>
                <a:lnTo>
                  <a:pt x="422665" y="18167"/>
                </a:lnTo>
                <a:lnTo>
                  <a:pt x="377844" y="31845"/>
                </a:lnTo>
                <a:lnTo>
                  <a:pt x="334686" y="49051"/>
                </a:lnTo>
                <a:lnTo>
                  <a:pt x="293360" y="69615"/>
                </a:lnTo>
                <a:lnTo>
                  <a:pt x="254034" y="93369"/>
                </a:lnTo>
                <a:lnTo>
                  <a:pt x="216881" y="120142"/>
                </a:lnTo>
                <a:lnTo>
                  <a:pt x="182067" y="149765"/>
                </a:lnTo>
                <a:lnTo>
                  <a:pt x="149765" y="182067"/>
                </a:lnTo>
                <a:lnTo>
                  <a:pt x="120142" y="216881"/>
                </a:lnTo>
                <a:lnTo>
                  <a:pt x="93369" y="254034"/>
                </a:lnTo>
                <a:lnTo>
                  <a:pt x="69615" y="293360"/>
                </a:lnTo>
                <a:lnTo>
                  <a:pt x="49051" y="334686"/>
                </a:lnTo>
                <a:lnTo>
                  <a:pt x="31845" y="377844"/>
                </a:lnTo>
                <a:lnTo>
                  <a:pt x="18167" y="422665"/>
                </a:lnTo>
                <a:lnTo>
                  <a:pt x="8187" y="468978"/>
                </a:lnTo>
                <a:lnTo>
                  <a:pt x="2075" y="516614"/>
                </a:lnTo>
                <a:lnTo>
                  <a:pt x="0" y="565403"/>
                </a:lnTo>
                <a:lnTo>
                  <a:pt x="2075" y="614193"/>
                </a:lnTo>
                <a:lnTo>
                  <a:pt x="8187" y="661829"/>
                </a:lnTo>
                <a:lnTo>
                  <a:pt x="18167" y="708142"/>
                </a:lnTo>
                <a:lnTo>
                  <a:pt x="31845" y="752963"/>
                </a:lnTo>
                <a:lnTo>
                  <a:pt x="49051" y="796121"/>
                </a:lnTo>
                <a:lnTo>
                  <a:pt x="69615" y="837447"/>
                </a:lnTo>
                <a:lnTo>
                  <a:pt x="93369" y="876773"/>
                </a:lnTo>
                <a:lnTo>
                  <a:pt x="120142" y="913926"/>
                </a:lnTo>
                <a:lnTo>
                  <a:pt x="149765" y="948740"/>
                </a:lnTo>
                <a:lnTo>
                  <a:pt x="182067" y="981042"/>
                </a:lnTo>
                <a:lnTo>
                  <a:pt x="216881" y="1010665"/>
                </a:lnTo>
                <a:lnTo>
                  <a:pt x="254034" y="1037438"/>
                </a:lnTo>
                <a:lnTo>
                  <a:pt x="293360" y="1061192"/>
                </a:lnTo>
                <a:lnTo>
                  <a:pt x="334686" y="1081756"/>
                </a:lnTo>
                <a:lnTo>
                  <a:pt x="377844" y="1098962"/>
                </a:lnTo>
                <a:lnTo>
                  <a:pt x="422665" y="1112640"/>
                </a:lnTo>
                <a:lnTo>
                  <a:pt x="468978" y="1122620"/>
                </a:lnTo>
                <a:lnTo>
                  <a:pt x="516614" y="1128732"/>
                </a:lnTo>
                <a:lnTo>
                  <a:pt x="565404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8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7083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1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4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8" y="253"/>
                </a:lnTo>
                <a:lnTo>
                  <a:pt x="1130681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289920" y="6292431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4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4"/>
                </a:lnTo>
                <a:lnTo>
                  <a:pt x="334740" y="49050"/>
                </a:lnTo>
                <a:lnTo>
                  <a:pt x="293416" y="69614"/>
                </a:lnTo>
                <a:lnTo>
                  <a:pt x="254090" y="93367"/>
                </a:lnTo>
                <a:lnTo>
                  <a:pt x="216934" y="120138"/>
                </a:lnTo>
                <a:lnTo>
                  <a:pt x="182117" y="149760"/>
                </a:lnTo>
                <a:lnTo>
                  <a:pt x="149810" y="182061"/>
                </a:lnTo>
                <a:lnTo>
                  <a:pt x="120181" y="216871"/>
                </a:lnTo>
                <a:lnTo>
                  <a:pt x="93402" y="254023"/>
                </a:lnTo>
                <a:lnTo>
                  <a:pt x="69641" y="293344"/>
                </a:lnTo>
                <a:lnTo>
                  <a:pt x="49070" y="334667"/>
                </a:lnTo>
                <a:lnTo>
                  <a:pt x="31858" y="377821"/>
                </a:lnTo>
                <a:lnTo>
                  <a:pt x="18175" y="422637"/>
                </a:lnTo>
                <a:lnTo>
                  <a:pt x="8191" y="468944"/>
                </a:lnTo>
                <a:lnTo>
                  <a:pt x="2076" y="516574"/>
                </a:lnTo>
                <a:lnTo>
                  <a:pt x="0" y="565356"/>
                </a:lnTo>
                <a:lnTo>
                  <a:pt x="126" y="565569"/>
                </a:lnTo>
                <a:lnTo>
                  <a:pt x="1130807" y="565569"/>
                </a:lnTo>
                <a:lnTo>
                  <a:pt x="1128732" y="516574"/>
                </a:lnTo>
                <a:lnTo>
                  <a:pt x="1122620" y="468944"/>
                </a:lnTo>
                <a:lnTo>
                  <a:pt x="1112640" y="422637"/>
                </a:lnTo>
                <a:lnTo>
                  <a:pt x="1098962" y="377821"/>
                </a:lnTo>
                <a:lnTo>
                  <a:pt x="1081756" y="334667"/>
                </a:lnTo>
                <a:lnTo>
                  <a:pt x="1061192" y="293344"/>
                </a:lnTo>
                <a:lnTo>
                  <a:pt x="1037438" y="254023"/>
                </a:lnTo>
                <a:lnTo>
                  <a:pt x="1010665" y="216871"/>
                </a:lnTo>
                <a:lnTo>
                  <a:pt x="981042" y="182061"/>
                </a:lnTo>
                <a:lnTo>
                  <a:pt x="948740" y="149760"/>
                </a:lnTo>
                <a:lnTo>
                  <a:pt x="913926" y="120138"/>
                </a:lnTo>
                <a:lnTo>
                  <a:pt x="876773" y="93367"/>
                </a:lnTo>
                <a:lnTo>
                  <a:pt x="837447" y="69614"/>
                </a:lnTo>
                <a:lnTo>
                  <a:pt x="796121" y="49050"/>
                </a:lnTo>
                <a:lnTo>
                  <a:pt x="752963" y="31844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9920" y="4920869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85"/>
                </a:lnTo>
                <a:lnTo>
                  <a:pt x="8191" y="661815"/>
                </a:lnTo>
                <a:lnTo>
                  <a:pt x="18175" y="708122"/>
                </a:lnTo>
                <a:lnTo>
                  <a:pt x="31858" y="752938"/>
                </a:lnTo>
                <a:lnTo>
                  <a:pt x="49070" y="796093"/>
                </a:lnTo>
                <a:lnTo>
                  <a:pt x="69641" y="837416"/>
                </a:lnTo>
                <a:lnTo>
                  <a:pt x="93402" y="876738"/>
                </a:lnTo>
                <a:lnTo>
                  <a:pt x="120181" y="913890"/>
                </a:lnTo>
                <a:lnTo>
                  <a:pt x="149810" y="948702"/>
                </a:lnTo>
                <a:lnTo>
                  <a:pt x="182117" y="981004"/>
                </a:lnTo>
                <a:lnTo>
                  <a:pt x="216934" y="1010626"/>
                </a:lnTo>
                <a:lnTo>
                  <a:pt x="254090" y="1037399"/>
                </a:lnTo>
                <a:lnTo>
                  <a:pt x="293416" y="1061152"/>
                </a:lnTo>
                <a:lnTo>
                  <a:pt x="334740" y="1081717"/>
                </a:lnTo>
                <a:lnTo>
                  <a:pt x="377894" y="1098923"/>
                </a:lnTo>
                <a:lnTo>
                  <a:pt x="422708" y="1112601"/>
                </a:lnTo>
                <a:lnTo>
                  <a:pt x="469010" y="1122582"/>
                </a:lnTo>
                <a:lnTo>
                  <a:pt x="516632" y="1128694"/>
                </a:lnTo>
                <a:lnTo>
                  <a:pt x="565403" y="1130769"/>
                </a:lnTo>
                <a:lnTo>
                  <a:pt x="614193" y="1128694"/>
                </a:lnTo>
                <a:lnTo>
                  <a:pt x="661829" y="1122582"/>
                </a:lnTo>
                <a:lnTo>
                  <a:pt x="708142" y="1112601"/>
                </a:lnTo>
                <a:lnTo>
                  <a:pt x="752963" y="1098923"/>
                </a:lnTo>
                <a:lnTo>
                  <a:pt x="796121" y="1081717"/>
                </a:lnTo>
                <a:lnTo>
                  <a:pt x="837447" y="1061152"/>
                </a:lnTo>
                <a:lnTo>
                  <a:pt x="876773" y="1037399"/>
                </a:lnTo>
                <a:lnTo>
                  <a:pt x="913926" y="1010626"/>
                </a:lnTo>
                <a:lnTo>
                  <a:pt x="948740" y="981004"/>
                </a:lnTo>
                <a:lnTo>
                  <a:pt x="981042" y="948702"/>
                </a:lnTo>
                <a:lnTo>
                  <a:pt x="1010665" y="913890"/>
                </a:lnTo>
                <a:lnTo>
                  <a:pt x="1037438" y="876738"/>
                </a:lnTo>
                <a:lnTo>
                  <a:pt x="1061192" y="837416"/>
                </a:lnTo>
                <a:lnTo>
                  <a:pt x="1081756" y="796093"/>
                </a:lnTo>
                <a:lnTo>
                  <a:pt x="1098962" y="752938"/>
                </a:lnTo>
                <a:lnTo>
                  <a:pt x="1112640" y="708122"/>
                </a:lnTo>
                <a:lnTo>
                  <a:pt x="1122620" y="661815"/>
                </a:lnTo>
                <a:lnTo>
                  <a:pt x="1128732" y="614185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9920" y="3549396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74"/>
                </a:lnTo>
                <a:lnTo>
                  <a:pt x="8191" y="661793"/>
                </a:lnTo>
                <a:lnTo>
                  <a:pt x="18175" y="708091"/>
                </a:lnTo>
                <a:lnTo>
                  <a:pt x="31858" y="752898"/>
                </a:lnTo>
                <a:lnTo>
                  <a:pt x="49070" y="796045"/>
                </a:lnTo>
                <a:lnTo>
                  <a:pt x="69641" y="837361"/>
                </a:lnTo>
                <a:lnTo>
                  <a:pt x="93402" y="876678"/>
                </a:lnTo>
                <a:lnTo>
                  <a:pt x="120181" y="913824"/>
                </a:lnTo>
                <a:lnTo>
                  <a:pt x="149810" y="948631"/>
                </a:lnTo>
                <a:lnTo>
                  <a:pt x="182117" y="980929"/>
                </a:lnTo>
                <a:lnTo>
                  <a:pt x="216934" y="1010547"/>
                </a:lnTo>
                <a:lnTo>
                  <a:pt x="254090" y="1037317"/>
                </a:lnTo>
                <a:lnTo>
                  <a:pt x="293416" y="1061069"/>
                </a:lnTo>
                <a:lnTo>
                  <a:pt x="334740" y="1081632"/>
                </a:lnTo>
                <a:lnTo>
                  <a:pt x="377894" y="1098837"/>
                </a:lnTo>
                <a:lnTo>
                  <a:pt x="422708" y="1112514"/>
                </a:lnTo>
                <a:lnTo>
                  <a:pt x="469010" y="1122493"/>
                </a:lnTo>
                <a:lnTo>
                  <a:pt x="516632" y="1128605"/>
                </a:lnTo>
                <a:lnTo>
                  <a:pt x="565403" y="1130680"/>
                </a:lnTo>
                <a:lnTo>
                  <a:pt x="614193" y="1128605"/>
                </a:lnTo>
                <a:lnTo>
                  <a:pt x="661829" y="1122493"/>
                </a:lnTo>
                <a:lnTo>
                  <a:pt x="708142" y="1112514"/>
                </a:lnTo>
                <a:lnTo>
                  <a:pt x="752963" y="1098837"/>
                </a:lnTo>
                <a:lnTo>
                  <a:pt x="796121" y="1081632"/>
                </a:lnTo>
                <a:lnTo>
                  <a:pt x="837447" y="1061069"/>
                </a:lnTo>
                <a:lnTo>
                  <a:pt x="876773" y="1037317"/>
                </a:lnTo>
                <a:lnTo>
                  <a:pt x="913926" y="1010547"/>
                </a:lnTo>
                <a:lnTo>
                  <a:pt x="948740" y="980929"/>
                </a:lnTo>
                <a:lnTo>
                  <a:pt x="981042" y="948631"/>
                </a:lnTo>
                <a:lnTo>
                  <a:pt x="1010665" y="913824"/>
                </a:lnTo>
                <a:lnTo>
                  <a:pt x="1037438" y="876678"/>
                </a:lnTo>
                <a:lnTo>
                  <a:pt x="1061192" y="837361"/>
                </a:lnTo>
                <a:lnTo>
                  <a:pt x="1081756" y="796045"/>
                </a:lnTo>
                <a:lnTo>
                  <a:pt x="1098962" y="752898"/>
                </a:lnTo>
                <a:lnTo>
                  <a:pt x="1112640" y="708091"/>
                </a:lnTo>
                <a:lnTo>
                  <a:pt x="1122620" y="661793"/>
                </a:lnTo>
                <a:lnTo>
                  <a:pt x="1128732" y="614174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89920" y="806323"/>
            <a:ext cx="1130935" cy="1130935"/>
          </a:xfrm>
          <a:custGeom>
            <a:avLst/>
            <a:gdLst/>
            <a:ahLst/>
            <a:cxnLst/>
            <a:rect l="l" t="t" r="r" b="b"/>
            <a:pathLst>
              <a:path w="1130934" h="1130935">
                <a:moveTo>
                  <a:pt x="565403" y="0"/>
                </a:moveTo>
                <a:lnTo>
                  <a:pt x="516632" y="2075"/>
                </a:lnTo>
                <a:lnTo>
                  <a:pt x="469010" y="8187"/>
                </a:lnTo>
                <a:lnTo>
                  <a:pt x="422708" y="18167"/>
                </a:lnTo>
                <a:lnTo>
                  <a:pt x="377894" y="31845"/>
                </a:lnTo>
                <a:lnTo>
                  <a:pt x="334740" y="49051"/>
                </a:lnTo>
                <a:lnTo>
                  <a:pt x="293416" y="69615"/>
                </a:lnTo>
                <a:lnTo>
                  <a:pt x="254090" y="93369"/>
                </a:lnTo>
                <a:lnTo>
                  <a:pt x="216934" y="120142"/>
                </a:lnTo>
                <a:lnTo>
                  <a:pt x="182117" y="149765"/>
                </a:lnTo>
                <a:lnTo>
                  <a:pt x="149810" y="182067"/>
                </a:lnTo>
                <a:lnTo>
                  <a:pt x="120181" y="216881"/>
                </a:lnTo>
                <a:lnTo>
                  <a:pt x="93402" y="254034"/>
                </a:lnTo>
                <a:lnTo>
                  <a:pt x="69641" y="293360"/>
                </a:lnTo>
                <a:lnTo>
                  <a:pt x="49070" y="334686"/>
                </a:lnTo>
                <a:lnTo>
                  <a:pt x="31858" y="377844"/>
                </a:lnTo>
                <a:lnTo>
                  <a:pt x="18175" y="422665"/>
                </a:lnTo>
                <a:lnTo>
                  <a:pt x="8191" y="468978"/>
                </a:lnTo>
                <a:lnTo>
                  <a:pt x="2076" y="516614"/>
                </a:lnTo>
                <a:lnTo>
                  <a:pt x="0" y="565403"/>
                </a:lnTo>
                <a:lnTo>
                  <a:pt x="2076" y="614193"/>
                </a:lnTo>
                <a:lnTo>
                  <a:pt x="8191" y="661829"/>
                </a:lnTo>
                <a:lnTo>
                  <a:pt x="18175" y="708142"/>
                </a:lnTo>
                <a:lnTo>
                  <a:pt x="31858" y="752963"/>
                </a:lnTo>
                <a:lnTo>
                  <a:pt x="49070" y="796121"/>
                </a:lnTo>
                <a:lnTo>
                  <a:pt x="69641" y="837447"/>
                </a:lnTo>
                <a:lnTo>
                  <a:pt x="93402" y="876773"/>
                </a:lnTo>
                <a:lnTo>
                  <a:pt x="120181" y="913926"/>
                </a:lnTo>
                <a:lnTo>
                  <a:pt x="149810" y="948740"/>
                </a:lnTo>
                <a:lnTo>
                  <a:pt x="182117" y="981042"/>
                </a:lnTo>
                <a:lnTo>
                  <a:pt x="216934" y="1010665"/>
                </a:lnTo>
                <a:lnTo>
                  <a:pt x="254090" y="1037438"/>
                </a:lnTo>
                <a:lnTo>
                  <a:pt x="293416" y="1061192"/>
                </a:lnTo>
                <a:lnTo>
                  <a:pt x="334740" y="1081756"/>
                </a:lnTo>
                <a:lnTo>
                  <a:pt x="377894" y="1098962"/>
                </a:lnTo>
                <a:lnTo>
                  <a:pt x="422708" y="1112640"/>
                </a:lnTo>
                <a:lnTo>
                  <a:pt x="469010" y="1122620"/>
                </a:lnTo>
                <a:lnTo>
                  <a:pt x="516632" y="1128732"/>
                </a:lnTo>
                <a:lnTo>
                  <a:pt x="565403" y="1130807"/>
                </a:lnTo>
                <a:lnTo>
                  <a:pt x="614193" y="1128732"/>
                </a:lnTo>
                <a:lnTo>
                  <a:pt x="661829" y="1122620"/>
                </a:lnTo>
                <a:lnTo>
                  <a:pt x="708142" y="1112640"/>
                </a:lnTo>
                <a:lnTo>
                  <a:pt x="752963" y="1098962"/>
                </a:lnTo>
                <a:lnTo>
                  <a:pt x="796121" y="1081756"/>
                </a:lnTo>
                <a:lnTo>
                  <a:pt x="837447" y="1061192"/>
                </a:lnTo>
                <a:lnTo>
                  <a:pt x="876773" y="1037438"/>
                </a:lnTo>
                <a:lnTo>
                  <a:pt x="913926" y="1010665"/>
                </a:lnTo>
                <a:lnTo>
                  <a:pt x="948740" y="981042"/>
                </a:lnTo>
                <a:lnTo>
                  <a:pt x="981042" y="948740"/>
                </a:lnTo>
                <a:lnTo>
                  <a:pt x="1010665" y="913926"/>
                </a:lnTo>
                <a:lnTo>
                  <a:pt x="1037438" y="876773"/>
                </a:lnTo>
                <a:lnTo>
                  <a:pt x="1061192" y="837447"/>
                </a:lnTo>
                <a:lnTo>
                  <a:pt x="1081756" y="796121"/>
                </a:lnTo>
                <a:lnTo>
                  <a:pt x="1098962" y="752963"/>
                </a:lnTo>
                <a:lnTo>
                  <a:pt x="1112640" y="708142"/>
                </a:lnTo>
                <a:lnTo>
                  <a:pt x="1122620" y="661829"/>
                </a:lnTo>
                <a:lnTo>
                  <a:pt x="1128732" y="614193"/>
                </a:lnTo>
                <a:lnTo>
                  <a:pt x="1130807" y="565403"/>
                </a:lnTo>
                <a:lnTo>
                  <a:pt x="1128732" y="516614"/>
                </a:lnTo>
                <a:lnTo>
                  <a:pt x="1122620" y="468978"/>
                </a:lnTo>
                <a:lnTo>
                  <a:pt x="1112640" y="422665"/>
                </a:lnTo>
                <a:lnTo>
                  <a:pt x="1098962" y="377844"/>
                </a:lnTo>
                <a:lnTo>
                  <a:pt x="1081756" y="334686"/>
                </a:lnTo>
                <a:lnTo>
                  <a:pt x="1061192" y="293360"/>
                </a:lnTo>
                <a:lnTo>
                  <a:pt x="1037438" y="254034"/>
                </a:lnTo>
                <a:lnTo>
                  <a:pt x="1010665" y="216881"/>
                </a:lnTo>
                <a:lnTo>
                  <a:pt x="981042" y="182067"/>
                </a:lnTo>
                <a:lnTo>
                  <a:pt x="948740" y="149765"/>
                </a:lnTo>
                <a:lnTo>
                  <a:pt x="913926" y="120142"/>
                </a:lnTo>
                <a:lnTo>
                  <a:pt x="876773" y="93369"/>
                </a:lnTo>
                <a:lnTo>
                  <a:pt x="837447" y="69615"/>
                </a:lnTo>
                <a:lnTo>
                  <a:pt x="796121" y="49051"/>
                </a:lnTo>
                <a:lnTo>
                  <a:pt x="752963" y="31845"/>
                </a:lnTo>
                <a:lnTo>
                  <a:pt x="708142" y="18167"/>
                </a:lnTo>
                <a:lnTo>
                  <a:pt x="661829" y="8187"/>
                </a:lnTo>
                <a:lnTo>
                  <a:pt x="614193" y="2075"/>
                </a:lnTo>
                <a:lnTo>
                  <a:pt x="565403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89920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807" y="0"/>
                </a:moveTo>
                <a:lnTo>
                  <a:pt x="126" y="0"/>
                </a:lnTo>
                <a:lnTo>
                  <a:pt x="0" y="253"/>
                </a:lnTo>
                <a:lnTo>
                  <a:pt x="2076" y="49024"/>
                </a:lnTo>
                <a:lnTo>
                  <a:pt x="8191" y="96643"/>
                </a:lnTo>
                <a:lnTo>
                  <a:pt x="18175" y="142941"/>
                </a:lnTo>
                <a:lnTo>
                  <a:pt x="31858" y="187748"/>
                </a:lnTo>
                <a:lnTo>
                  <a:pt x="49070" y="230895"/>
                </a:lnTo>
                <a:lnTo>
                  <a:pt x="69641" y="272211"/>
                </a:lnTo>
                <a:lnTo>
                  <a:pt x="93402" y="311528"/>
                </a:lnTo>
                <a:lnTo>
                  <a:pt x="120181" y="348674"/>
                </a:lnTo>
                <a:lnTo>
                  <a:pt x="149810" y="383481"/>
                </a:lnTo>
                <a:lnTo>
                  <a:pt x="182117" y="415779"/>
                </a:lnTo>
                <a:lnTo>
                  <a:pt x="216934" y="445397"/>
                </a:lnTo>
                <a:lnTo>
                  <a:pt x="254090" y="472167"/>
                </a:lnTo>
                <a:lnTo>
                  <a:pt x="293416" y="495919"/>
                </a:lnTo>
                <a:lnTo>
                  <a:pt x="334740" y="516482"/>
                </a:lnTo>
                <a:lnTo>
                  <a:pt x="377894" y="533687"/>
                </a:lnTo>
                <a:lnTo>
                  <a:pt x="422708" y="547364"/>
                </a:lnTo>
                <a:lnTo>
                  <a:pt x="469010" y="557343"/>
                </a:lnTo>
                <a:lnTo>
                  <a:pt x="516632" y="563455"/>
                </a:lnTo>
                <a:lnTo>
                  <a:pt x="565403" y="565530"/>
                </a:lnTo>
                <a:lnTo>
                  <a:pt x="614193" y="563455"/>
                </a:lnTo>
                <a:lnTo>
                  <a:pt x="661829" y="557343"/>
                </a:lnTo>
                <a:lnTo>
                  <a:pt x="708142" y="547364"/>
                </a:lnTo>
                <a:lnTo>
                  <a:pt x="752963" y="533687"/>
                </a:lnTo>
                <a:lnTo>
                  <a:pt x="796121" y="516482"/>
                </a:lnTo>
                <a:lnTo>
                  <a:pt x="837447" y="495919"/>
                </a:lnTo>
                <a:lnTo>
                  <a:pt x="876773" y="472167"/>
                </a:lnTo>
                <a:lnTo>
                  <a:pt x="913926" y="445397"/>
                </a:lnTo>
                <a:lnTo>
                  <a:pt x="948740" y="415779"/>
                </a:lnTo>
                <a:lnTo>
                  <a:pt x="981042" y="383481"/>
                </a:lnTo>
                <a:lnTo>
                  <a:pt x="1010665" y="348674"/>
                </a:lnTo>
                <a:lnTo>
                  <a:pt x="1037438" y="311528"/>
                </a:lnTo>
                <a:lnTo>
                  <a:pt x="1061192" y="272211"/>
                </a:lnTo>
                <a:lnTo>
                  <a:pt x="1081756" y="230895"/>
                </a:lnTo>
                <a:lnTo>
                  <a:pt x="1098962" y="187748"/>
                </a:lnTo>
                <a:lnTo>
                  <a:pt x="1112640" y="142941"/>
                </a:lnTo>
                <a:lnTo>
                  <a:pt x="1122620" y="96643"/>
                </a:lnTo>
                <a:lnTo>
                  <a:pt x="1128732" y="49024"/>
                </a:lnTo>
                <a:lnTo>
                  <a:pt x="1130807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2884" y="6295072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451358" y="8839"/>
                </a:lnTo>
                <a:lnTo>
                  <a:pt x="403845" y="20745"/>
                </a:lnTo>
                <a:lnTo>
                  <a:pt x="358016" y="36568"/>
                </a:lnTo>
                <a:lnTo>
                  <a:pt x="314064" y="56117"/>
                </a:lnTo>
                <a:lnTo>
                  <a:pt x="272176" y="79203"/>
                </a:lnTo>
                <a:lnTo>
                  <a:pt x="232545" y="105633"/>
                </a:lnTo>
                <a:lnTo>
                  <a:pt x="195361" y="135219"/>
                </a:lnTo>
                <a:lnTo>
                  <a:pt x="160814" y="167769"/>
                </a:lnTo>
                <a:lnTo>
                  <a:pt x="129095" y="203094"/>
                </a:lnTo>
                <a:lnTo>
                  <a:pt x="100394" y="241002"/>
                </a:lnTo>
                <a:lnTo>
                  <a:pt x="74902" y="281304"/>
                </a:lnTo>
                <a:lnTo>
                  <a:pt x="52809" y="323809"/>
                </a:lnTo>
                <a:lnTo>
                  <a:pt x="34305" y="368326"/>
                </a:lnTo>
                <a:lnTo>
                  <a:pt x="19582" y="414666"/>
                </a:lnTo>
                <a:lnTo>
                  <a:pt x="8830" y="462638"/>
                </a:lnTo>
                <a:lnTo>
                  <a:pt x="2239" y="512051"/>
                </a:lnTo>
                <a:lnTo>
                  <a:pt x="0" y="562926"/>
                </a:lnTo>
                <a:lnTo>
                  <a:pt x="539115" y="562926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652884" y="4923535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7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6"/>
                </a:lnTo>
                <a:lnTo>
                  <a:pt x="2239" y="613402"/>
                </a:lnTo>
                <a:lnTo>
                  <a:pt x="8830" y="662816"/>
                </a:lnTo>
                <a:lnTo>
                  <a:pt x="19582" y="710788"/>
                </a:lnTo>
                <a:lnTo>
                  <a:pt x="34305" y="757128"/>
                </a:lnTo>
                <a:lnTo>
                  <a:pt x="52809" y="801646"/>
                </a:lnTo>
                <a:lnTo>
                  <a:pt x="74902" y="844150"/>
                </a:lnTo>
                <a:lnTo>
                  <a:pt x="100394" y="884452"/>
                </a:lnTo>
                <a:lnTo>
                  <a:pt x="129095" y="922359"/>
                </a:lnTo>
                <a:lnTo>
                  <a:pt x="160814" y="957683"/>
                </a:lnTo>
                <a:lnTo>
                  <a:pt x="195361" y="990232"/>
                </a:lnTo>
                <a:lnTo>
                  <a:pt x="232545" y="1019817"/>
                </a:lnTo>
                <a:lnTo>
                  <a:pt x="272176" y="1046247"/>
                </a:lnTo>
                <a:lnTo>
                  <a:pt x="314064" y="1069331"/>
                </a:lnTo>
                <a:lnTo>
                  <a:pt x="358016" y="1088880"/>
                </a:lnTo>
                <a:lnTo>
                  <a:pt x="403845" y="1104703"/>
                </a:lnTo>
                <a:lnTo>
                  <a:pt x="451358" y="1116609"/>
                </a:lnTo>
                <a:lnTo>
                  <a:pt x="539115" y="1125461"/>
                </a:lnTo>
                <a:lnTo>
                  <a:pt x="539115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52884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762"/>
                </a:lnTo>
                <a:lnTo>
                  <a:pt x="403845" y="20688"/>
                </a:lnTo>
                <a:lnTo>
                  <a:pt x="358016" y="36525"/>
                </a:lnTo>
                <a:lnTo>
                  <a:pt x="314064" y="56084"/>
                </a:lnTo>
                <a:lnTo>
                  <a:pt x="272176" y="79176"/>
                </a:lnTo>
                <a:lnTo>
                  <a:pt x="232545" y="105611"/>
                </a:lnTo>
                <a:lnTo>
                  <a:pt x="195361" y="135198"/>
                </a:lnTo>
                <a:lnTo>
                  <a:pt x="160814" y="167749"/>
                </a:lnTo>
                <a:lnTo>
                  <a:pt x="129095" y="203072"/>
                </a:lnTo>
                <a:lnTo>
                  <a:pt x="100394" y="240980"/>
                </a:lnTo>
                <a:lnTo>
                  <a:pt x="74902" y="281282"/>
                </a:lnTo>
                <a:lnTo>
                  <a:pt x="52809" y="323787"/>
                </a:lnTo>
                <a:lnTo>
                  <a:pt x="34305" y="368307"/>
                </a:lnTo>
                <a:lnTo>
                  <a:pt x="19582" y="414652"/>
                </a:lnTo>
                <a:lnTo>
                  <a:pt x="8830" y="462632"/>
                </a:lnTo>
                <a:lnTo>
                  <a:pt x="2239" y="512056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2884" y="21804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417"/>
                </a:lnTo>
                <a:lnTo>
                  <a:pt x="8830" y="662841"/>
                </a:lnTo>
                <a:lnTo>
                  <a:pt x="19582" y="710821"/>
                </a:lnTo>
                <a:lnTo>
                  <a:pt x="34305" y="757166"/>
                </a:lnTo>
                <a:lnTo>
                  <a:pt x="52809" y="801686"/>
                </a:lnTo>
                <a:lnTo>
                  <a:pt x="74902" y="844191"/>
                </a:lnTo>
                <a:lnTo>
                  <a:pt x="100394" y="884493"/>
                </a:lnTo>
                <a:lnTo>
                  <a:pt x="129095" y="922401"/>
                </a:lnTo>
                <a:lnTo>
                  <a:pt x="160814" y="957724"/>
                </a:lnTo>
                <a:lnTo>
                  <a:pt x="195361" y="990275"/>
                </a:lnTo>
                <a:lnTo>
                  <a:pt x="232545" y="1019862"/>
                </a:lnTo>
                <a:lnTo>
                  <a:pt x="272176" y="1046297"/>
                </a:lnTo>
                <a:lnTo>
                  <a:pt x="314064" y="1069389"/>
                </a:lnTo>
                <a:lnTo>
                  <a:pt x="358016" y="1088948"/>
                </a:lnTo>
                <a:lnTo>
                  <a:pt x="403845" y="1104785"/>
                </a:lnTo>
                <a:lnTo>
                  <a:pt x="451358" y="1116711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52884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9115" y="0"/>
                </a:moveTo>
                <a:lnTo>
                  <a:pt x="451358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8" y="1116584"/>
                </a:lnTo>
                <a:lnTo>
                  <a:pt x="539115" y="1125474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652884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9115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8" y="554101"/>
                </a:lnTo>
                <a:lnTo>
                  <a:pt x="539115" y="562990"/>
                </a:lnTo>
                <a:lnTo>
                  <a:pt x="539115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724272" y="-1"/>
            <a:ext cx="7468234" cy="6858000"/>
            <a:chOff x="4724272" y="-1"/>
            <a:chExt cx="7468234" cy="6858000"/>
          </a:xfrm>
        </p:grpSpPr>
        <p:sp>
          <p:nvSpPr>
            <p:cNvPr id="6" name="object 6"/>
            <p:cNvSpPr/>
            <p:nvPr/>
          </p:nvSpPr>
          <p:spPr>
            <a:xfrm>
              <a:off x="4724272" y="0"/>
              <a:ext cx="539115" cy="563245"/>
            </a:xfrm>
            <a:custGeom>
              <a:avLst/>
              <a:gdLst/>
              <a:ahLst/>
              <a:cxnLst/>
              <a:rect l="l" t="t" r="r" b="b"/>
              <a:pathLst>
                <a:path w="539114" h="563245">
                  <a:moveTo>
                    <a:pt x="538734" y="0"/>
                  </a:moveTo>
                  <a:lnTo>
                    <a:pt x="0" y="0"/>
                  </a:lnTo>
                  <a:lnTo>
                    <a:pt x="2239" y="50913"/>
                  </a:lnTo>
                  <a:lnTo>
                    <a:pt x="8830" y="100322"/>
                  </a:lnTo>
                  <a:lnTo>
                    <a:pt x="19582" y="148290"/>
                  </a:lnTo>
                  <a:lnTo>
                    <a:pt x="34305" y="194627"/>
                  </a:lnTo>
                  <a:lnTo>
                    <a:pt x="52809" y="239142"/>
                  </a:lnTo>
                  <a:lnTo>
                    <a:pt x="74902" y="281646"/>
                  </a:lnTo>
                  <a:lnTo>
                    <a:pt x="100394" y="321946"/>
                  </a:lnTo>
                  <a:lnTo>
                    <a:pt x="129095" y="359854"/>
                  </a:lnTo>
                  <a:lnTo>
                    <a:pt x="160814" y="395178"/>
                  </a:lnTo>
                  <a:lnTo>
                    <a:pt x="195361" y="427728"/>
                  </a:lnTo>
                  <a:lnTo>
                    <a:pt x="232545" y="457313"/>
                  </a:lnTo>
                  <a:lnTo>
                    <a:pt x="272176" y="483743"/>
                  </a:lnTo>
                  <a:lnTo>
                    <a:pt x="314064" y="506827"/>
                  </a:lnTo>
                  <a:lnTo>
                    <a:pt x="358016" y="526375"/>
                  </a:lnTo>
                  <a:lnTo>
                    <a:pt x="403845" y="542196"/>
                  </a:lnTo>
                  <a:lnTo>
                    <a:pt x="451357" y="554101"/>
                  </a:lnTo>
                  <a:lnTo>
                    <a:pt x="538734" y="562863"/>
                  </a:lnTo>
                  <a:lnTo>
                    <a:pt x="538734" y="0"/>
                  </a:lnTo>
                  <a:close/>
                </a:path>
              </a:pathLst>
            </a:custGeom>
            <a:solidFill>
              <a:srgbClr val="EEEF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4784" y="-1"/>
              <a:ext cx="6927215" cy="68579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3839" y="743203"/>
            <a:ext cx="3580129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dirty="0"/>
              <a:t>Importance</a:t>
            </a:r>
            <a:r>
              <a:rPr sz="3200" spc="-80" dirty="0"/>
              <a:t> </a:t>
            </a:r>
            <a:r>
              <a:rPr sz="3200" spc="-25" dirty="0"/>
              <a:t>of </a:t>
            </a:r>
            <a:r>
              <a:rPr sz="3200" dirty="0"/>
              <a:t>Thematic</a:t>
            </a:r>
            <a:r>
              <a:rPr sz="3200" spc="-195" dirty="0"/>
              <a:t> </a:t>
            </a:r>
            <a:r>
              <a:rPr sz="3200" spc="-10" dirty="0"/>
              <a:t>Analysis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643839" y="2186178"/>
            <a:ext cx="3745229" cy="2449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qualitative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	</a:t>
            </a:r>
            <a:r>
              <a:rPr sz="2400" spc="-10" dirty="0">
                <a:latin typeface="Arial MT"/>
                <a:cs typeface="Arial MT"/>
              </a:rPr>
              <a:t>learn</a:t>
            </a:r>
            <a:endParaRPr sz="2400">
              <a:latin typeface="Arial MT"/>
              <a:cs typeface="Arial MT"/>
            </a:endParaRPr>
          </a:p>
          <a:p>
            <a:pPr marL="240029" marR="749935" indent="-227965">
              <a:lnSpc>
                <a:spcPct val="100000"/>
              </a:lnSpc>
              <a:spcBef>
                <a:spcPts val="9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Core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skills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useful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analyses</a:t>
            </a:r>
            <a:endParaRPr sz="2400">
              <a:latin typeface="Arial MT"/>
              <a:cs typeface="Arial MT"/>
            </a:endParaRPr>
          </a:p>
          <a:p>
            <a:pPr marL="240029" marR="241935" indent="-227965">
              <a:lnSpc>
                <a:spcPct val="100000"/>
              </a:lnSpc>
              <a:spcBef>
                <a:spcPts val="9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Widely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research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teaching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1435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5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6" y="142941"/>
                </a:lnTo>
                <a:lnTo>
                  <a:pt x="31843" y="187748"/>
                </a:lnTo>
                <a:lnTo>
                  <a:pt x="49048" y="230895"/>
                </a:lnTo>
                <a:lnTo>
                  <a:pt x="69611" y="272211"/>
                </a:lnTo>
                <a:lnTo>
                  <a:pt x="93363" y="311528"/>
                </a:lnTo>
                <a:lnTo>
                  <a:pt x="120133" y="348674"/>
                </a:lnTo>
                <a:lnTo>
                  <a:pt x="149751" y="383481"/>
                </a:lnTo>
                <a:lnTo>
                  <a:pt x="182049" y="415779"/>
                </a:lnTo>
                <a:lnTo>
                  <a:pt x="216856" y="445397"/>
                </a:lnTo>
                <a:lnTo>
                  <a:pt x="254002" y="472167"/>
                </a:lnTo>
                <a:lnTo>
                  <a:pt x="293319" y="495919"/>
                </a:lnTo>
                <a:lnTo>
                  <a:pt x="334635" y="516482"/>
                </a:lnTo>
                <a:lnTo>
                  <a:pt x="377782" y="533687"/>
                </a:lnTo>
                <a:lnTo>
                  <a:pt x="422589" y="547364"/>
                </a:lnTo>
                <a:lnTo>
                  <a:pt x="468887" y="557343"/>
                </a:lnTo>
                <a:lnTo>
                  <a:pt x="516506" y="563455"/>
                </a:lnTo>
                <a:lnTo>
                  <a:pt x="565276" y="565530"/>
                </a:lnTo>
                <a:lnTo>
                  <a:pt x="614066" y="563455"/>
                </a:lnTo>
                <a:lnTo>
                  <a:pt x="661702" y="557343"/>
                </a:lnTo>
                <a:lnTo>
                  <a:pt x="708015" y="547364"/>
                </a:lnTo>
                <a:lnTo>
                  <a:pt x="752836" y="533687"/>
                </a:lnTo>
                <a:lnTo>
                  <a:pt x="795994" y="516482"/>
                </a:lnTo>
                <a:lnTo>
                  <a:pt x="837320" y="495919"/>
                </a:lnTo>
                <a:lnTo>
                  <a:pt x="876646" y="472167"/>
                </a:lnTo>
                <a:lnTo>
                  <a:pt x="913799" y="445397"/>
                </a:lnTo>
                <a:lnTo>
                  <a:pt x="948613" y="415779"/>
                </a:lnTo>
                <a:lnTo>
                  <a:pt x="980915" y="383481"/>
                </a:lnTo>
                <a:lnTo>
                  <a:pt x="1010538" y="348674"/>
                </a:lnTo>
                <a:lnTo>
                  <a:pt x="1037311" y="311528"/>
                </a:lnTo>
                <a:lnTo>
                  <a:pt x="1061065" y="272211"/>
                </a:lnTo>
                <a:lnTo>
                  <a:pt x="1081629" y="230895"/>
                </a:lnTo>
                <a:lnTo>
                  <a:pt x="1098835" y="187748"/>
                </a:lnTo>
                <a:lnTo>
                  <a:pt x="1112513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24272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4">
                <a:moveTo>
                  <a:pt x="538734" y="0"/>
                </a:moveTo>
                <a:lnTo>
                  <a:pt x="451357" y="8762"/>
                </a:lnTo>
                <a:lnTo>
                  <a:pt x="403845" y="20667"/>
                </a:lnTo>
                <a:lnTo>
                  <a:pt x="358016" y="36488"/>
                </a:lnTo>
                <a:lnTo>
                  <a:pt x="314064" y="56037"/>
                </a:lnTo>
                <a:lnTo>
                  <a:pt x="272176" y="79122"/>
                </a:lnTo>
                <a:lnTo>
                  <a:pt x="232545" y="105554"/>
                </a:lnTo>
                <a:lnTo>
                  <a:pt x="195361" y="135142"/>
                </a:lnTo>
                <a:lnTo>
                  <a:pt x="160814" y="167696"/>
                </a:lnTo>
                <a:lnTo>
                  <a:pt x="129095" y="203025"/>
                </a:lnTo>
                <a:lnTo>
                  <a:pt x="100394" y="240939"/>
                </a:lnTo>
                <a:lnTo>
                  <a:pt x="74902" y="281248"/>
                </a:lnTo>
                <a:lnTo>
                  <a:pt x="52809" y="323762"/>
                </a:lnTo>
                <a:lnTo>
                  <a:pt x="34305" y="368290"/>
                </a:lnTo>
                <a:lnTo>
                  <a:pt x="19582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347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272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4" h="1125855">
                <a:moveTo>
                  <a:pt x="538734" y="0"/>
                </a:moveTo>
                <a:lnTo>
                  <a:pt x="451357" y="8889"/>
                </a:lnTo>
                <a:lnTo>
                  <a:pt x="403845" y="20794"/>
                </a:lnTo>
                <a:lnTo>
                  <a:pt x="358016" y="36615"/>
                </a:lnTo>
                <a:lnTo>
                  <a:pt x="314064" y="56163"/>
                </a:lnTo>
                <a:lnTo>
                  <a:pt x="272176" y="79248"/>
                </a:lnTo>
                <a:lnTo>
                  <a:pt x="232545" y="105677"/>
                </a:lnTo>
                <a:lnTo>
                  <a:pt x="195361" y="135262"/>
                </a:lnTo>
                <a:lnTo>
                  <a:pt x="160814" y="167812"/>
                </a:lnTo>
                <a:lnTo>
                  <a:pt x="129095" y="203136"/>
                </a:lnTo>
                <a:lnTo>
                  <a:pt x="100394" y="241044"/>
                </a:lnTo>
                <a:lnTo>
                  <a:pt x="74902" y="281344"/>
                </a:lnTo>
                <a:lnTo>
                  <a:pt x="52809" y="323848"/>
                </a:lnTo>
                <a:lnTo>
                  <a:pt x="34305" y="368363"/>
                </a:lnTo>
                <a:lnTo>
                  <a:pt x="19582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2" y="710773"/>
                </a:lnTo>
                <a:lnTo>
                  <a:pt x="34305" y="757110"/>
                </a:lnTo>
                <a:lnTo>
                  <a:pt x="52809" y="801625"/>
                </a:lnTo>
                <a:lnTo>
                  <a:pt x="74902" y="844129"/>
                </a:lnTo>
                <a:lnTo>
                  <a:pt x="100394" y="884429"/>
                </a:lnTo>
                <a:lnTo>
                  <a:pt x="129095" y="922337"/>
                </a:lnTo>
                <a:lnTo>
                  <a:pt x="160814" y="957661"/>
                </a:lnTo>
                <a:lnTo>
                  <a:pt x="195361" y="990211"/>
                </a:lnTo>
                <a:lnTo>
                  <a:pt x="232545" y="1019796"/>
                </a:lnTo>
                <a:lnTo>
                  <a:pt x="272176" y="1046226"/>
                </a:lnTo>
                <a:lnTo>
                  <a:pt x="314064" y="1069310"/>
                </a:lnTo>
                <a:lnTo>
                  <a:pt x="358016" y="1088858"/>
                </a:lnTo>
                <a:lnTo>
                  <a:pt x="403845" y="1104679"/>
                </a:lnTo>
                <a:lnTo>
                  <a:pt x="451357" y="1116584"/>
                </a:lnTo>
                <a:lnTo>
                  <a:pt x="538734" y="1125474"/>
                </a:lnTo>
                <a:lnTo>
                  <a:pt x="538734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4272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4" h="563245">
                <a:moveTo>
                  <a:pt x="538734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2" y="148290"/>
                </a:lnTo>
                <a:lnTo>
                  <a:pt x="34305" y="194627"/>
                </a:lnTo>
                <a:lnTo>
                  <a:pt x="52809" y="239142"/>
                </a:lnTo>
                <a:lnTo>
                  <a:pt x="74902" y="281646"/>
                </a:lnTo>
                <a:lnTo>
                  <a:pt x="100394" y="321946"/>
                </a:lnTo>
                <a:lnTo>
                  <a:pt x="129095" y="359854"/>
                </a:lnTo>
                <a:lnTo>
                  <a:pt x="160814" y="395178"/>
                </a:lnTo>
                <a:lnTo>
                  <a:pt x="195361" y="427728"/>
                </a:lnTo>
                <a:lnTo>
                  <a:pt x="232545" y="457313"/>
                </a:lnTo>
                <a:lnTo>
                  <a:pt x="272176" y="483743"/>
                </a:lnTo>
                <a:lnTo>
                  <a:pt x="314064" y="506827"/>
                </a:lnTo>
                <a:lnTo>
                  <a:pt x="358016" y="526375"/>
                </a:lnTo>
                <a:lnTo>
                  <a:pt x="403845" y="542196"/>
                </a:lnTo>
                <a:lnTo>
                  <a:pt x="451357" y="554101"/>
                </a:lnTo>
                <a:lnTo>
                  <a:pt x="538734" y="562863"/>
                </a:lnTo>
                <a:lnTo>
                  <a:pt x="538734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56539" y="757427"/>
            <a:ext cx="3260725" cy="1216660"/>
            <a:chOff x="656539" y="757427"/>
            <a:chExt cx="3260725" cy="12166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757427"/>
              <a:ext cx="731926" cy="4480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483" y="757427"/>
              <a:ext cx="259079" cy="448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5023" y="757427"/>
              <a:ext cx="2582037" cy="4480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539" y="1141171"/>
              <a:ext cx="3055238" cy="448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539" y="1525777"/>
              <a:ext cx="1286002" cy="44805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6539" y="2192782"/>
            <a:ext cx="279349" cy="38404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114044" y="2192782"/>
            <a:ext cx="3177540" cy="749935"/>
            <a:chOff x="1114044" y="2192782"/>
            <a:chExt cx="3177540" cy="74993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4044" y="2192782"/>
              <a:ext cx="3177539" cy="3840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4044" y="2558542"/>
              <a:ext cx="1311529" cy="38404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6539" y="3038601"/>
            <a:ext cx="370789" cy="3840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14044" y="3038601"/>
            <a:ext cx="3217163" cy="38404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6539" y="3518915"/>
            <a:ext cx="379933" cy="38404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4044" y="3518915"/>
            <a:ext cx="2774187" cy="3840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6539" y="3998976"/>
            <a:ext cx="384505" cy="38404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14044" y="3998976"/>
            <a:ext cx="2312797" cy="38404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56539" y="4478731"/>
            <a:ext cx="366217" cy="38435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4044" y="4478731"/>
            <a:ext cx="2225548" cy="38435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6539" y="4959350"/>
            <a:ext cx="379933" cy="384047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1114044" y="4959350"/>
            <a:ext cx="1396365" cy="384175"/>
            <a:chOff x="1114044" y="4959350"/>
            <a:chExt cx="1396365" cy="384175"/>
          </a:xfrm>
        </p:grpSpPr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14044" y="4959350"/>
              <a:ext cx="901598" cy="38404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65376" y="4959350"/>
              <a:ext cx="228600" cy="38404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79676" y="4959350"/>
              <a:ext cx="530351" cy="384047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64784" y="-3"/>
            <a:ext cx="6927215" cy="685786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31469"/>
            <a:ext cx="8084566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61212" y="2490660"/>
            <a:ext cx="3216275" cy="3277235"/>
            <a:chOff x="961212" y="2490660"/>
            <a:chExt cx="3216275" cy="3277235"/>
          </a:xfrm>
        </p:grpSpPr>
        <p:sp>
          <p:nvSpPr>
            <p:cNvPr id="5" name="object 5"/>
            <p:cNvSpPr/>
            <p:nvPr/>
          </p:nvSpPr>
          <p:spPr>
            <a:xfrm>
              <a:off x="967562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3203067" y="0"/>
                  </a:moveTo>
                  <a:lnTo>
                    <a:pt x="0" y="0"/>
                  </a:lnTo>
                  <a:lnTo>
                    <a:pt x="0" y="3264027"/>
                  </a:lnTo>
                  <a:lnTo>
                    <a:pt x="3203067" y="3264027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CAD4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7562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0" y="3264027"/>
                  </a:moveTo>
                  <a:lnTo>
                    <a:pt x="3203067" y="3264027"/>
                  </a:lnTo>
                  <a:lnTo>
                    <a:pt x="3203067" y="0"/>
                  </a:lnTo>
                  <a:lnTo>
                    <a:pt x="0" y="0"/>
                  </a:lnTo>
                  <a:lnTo>
                    <a:pt x="0" y="3264027"/>
                  </a:lnTo>
                  <a:close/>
                </a:path>
              </a:pathLst>
            </a:custGeom>
            <a:ln w="12700">
              <a:solidFill>
                <a:srgbClr val="CAD4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7371" y="4030040"/>
              <a:ext cx="2067483" cy="3843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8771" y="4030040"/>
              <a:ext cx="228600" cy="3843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3071" y="4030040"/>
              <a:ext cx="861364" cy="3843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371" y="4376674"/>
              <a:ext cx="1659508" cy="3840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79497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69" h="979170">
                  <a:moveTo>
                    <a:pt x="489584" y="0"/>
                  </a:moveTo>
                  <a:lnTo>
                    <a:pt x="442435" y="2241"/>
                  </a:lnTo>
                  <a:lnTo>
                    <a:pt x="396554" y="8828"/>
                  </a:lnTo>
                  <a:lnTo>
                    <a:pt x="352146" y="19555"/>
                  </a:lnTo>
                  <a:lnTo>
                    <a:pt x="309415" y="34218"/>
                  </a:lnTo>
                  <a:lnTo>
                    <a:pt x="268568" y="52611"/>
                  </a:lnTo>
                  <a:lnTo>
                    <a:pt x="229810" y="74529"/>
                  </a:lnTo>
                  <a:lnTo>
                    <a:pt x="193346" y="99766"/>
                  </a:lnTo>
                  <a:lnTo>
                    <a:pt x="159380" y="128118"/>
                  </a:lnTo>
                  <a:lnTo>
                    <a:pt x="128118" y="159380"/>
                  </a:lnTo>
                  <a:lnTo>
                    <a:pt x="99766" y="193346"/>
                  </a:lnTo>
                  <a:lnTo>
                    <a:pt x="74529" y="229810"/>
                  </a:lnTo>
                  <a:lnTo>
                    <a:pt x="52611" y="268568"/>
                  </a:lnTo>
                  <a:lnTo>
                    <a:pt x="34218" y="309415"/>
                  </a:lnTo>
                  <a:lnTo>
                    <a:pt x="19555" y="352146"/>
                  </a:lnTo>
                  <a:lnTo>
                    <a:pt x="8828" y="396554"/>
                  </a:lnTo>
                  <a:lnTo>
                    <a:pt x="2241" y="442435"/>
                  </a:lnTo>
                  <a:lnTo>
                    <a:pt x="0" y="489585"/>
                  </a:lnTo>
                  <a:lnTo>
                    <a:pt x="2241" y="536734"/>
                  </a:lnTo>
                  <a:lnTo>
                    <a:pt x="8828" y="582615"/>
                  </a:lnTo>
                  <a:lnTo>
                    <a:pt x="19555" y="627023"/>
                  </a:lnTo>
                  <a:lnTo>
                    <a:pt x="34218" y="669754"/>
                  </a:lnTo>
                  <a:lnTo>
                    <a:pt x="52611" y="710601"/>
                  </a:lnTo>
                  <a:lnTo>
                    <a:pt x="74529" y="749359"/>
                  </a:lnTo>
                  <a:lnTo>
                    <a:pt x="99766" y="785823"/>
                  </a:lnTo>
                  <a:lnTo>
                    <a:pt x="128118" y="819789"/>
                  </a:lnTo>
                  <a:lnTo>
                    <a:pt x="159380" y="851051"/>
                  </a:lnTo>
                  <a:lnTo>
                    <a:pt x="193346" y="879403"/>
                  </a:lnTo>
                  <a:lnTo>
                    <a:pt x="229810" y="904640"/>
                  </a:lnTo>
                  <a:lnTo>
                    <a:pt x="268568" y="926558"/>
                  </a:lnTo>
                  <a:lnTo>
                    <a:pt x="309415" y="944951"/>
                  </a:lnTo>
                  <a:lnTo>
                    <a:pt x="352146" y="959614"/>
                  </a:lnTo>
                  <a:lnTo>
                    <a:pt x="396554" y="970341"/>
                  </a:lnTo>
                  <a:lnTo>
                    <a:pt x="442435" y="976928"/>
                  </a:lnTo>
                  <a:lnTo>
                    <a:pt x="489584" y="979169"/>
                  </a:lnTo>
                  <a:lnTo>
                    <a:pt x="536734" y="976928"/>
                  </a:lnTo>
                  <a:lnTo>
                    <a:pt x="582615" y="970341"/>
                  </a:lnTo>
                  <a:lnTo>
                    <a:pt x="627023" y="959614"/>
                  </a:lnTo>
                  <a:lnTo>
                    <a:pt x="669754" y="944951"/>
                  </a:lnTo>
                  <a:lnTo>
                    <a:pt x="710601" y="926558"/>
                  </a:lnTo>
                  <a:lnTo>
                    <a:pt x="749359" y="904640"/>
                  </a:lnTo>
                  <a:lnTo>
                    <a:pt x="785823" y="879403"/>
                  </a:lnTo>
                  <a:lnTo>
                    <a:pt x="819789" y="851051"/>
                  </a:lnTo>
                  <a:lnTo>
                    <a:pt x="851051" y="819789"/>
                  </a:lnTo>
                  <a:lnTo>
                    <a:pt x="879403" y="785823"/>
                  </a:lnTo>
                  <a:lnTo>
                    <a:pt x="904640" y="749359"/>
                  </a:lnTo>
                  <a:lnTo>
                    <a:pt x="926558" y="710601"/>
                  </a:lnTo>
                  <a:lnTo>
                    <a:pt x="944951" y="669754"/>
                  </a:lnTo>
                  <a:lnTo>
                    <a:pt x="959614" y="627023"/>
                  </a:lnTo>
                  <a:lnTo>
                    <a:pt x="970341" y="582615"/>
                  </a:lnTo>
                  <a:lnTo>
                    <a:pt x="976928" y="536734"/>
                  </a:lnTo>
                  <a:lnTo>
                    <a:pt x="979169" y="489585"/>
                  </a:lnTo>
                  <a:lnTo>
                    <a:pt x="976928" y="442435"/>
                  </a:lnTo>
                  <a:lnTo>
                    <a:pt x="970341" y="396554"/>
                  </a:lnTo>
                  <a:lnTo>
                    <a:pt x="959614" y="352146"/>
                  </a:lnTo>
                  <a:lnTo>
                    <a:pt x="944951" y="309415"/>
                  </a:lnTo>
                  <a:lnTo>
                    <a:pt x="926558" y="268568"/>
                  </a:lnTo>
                  <a:lnTo>
                    <a:pt x="904640" y="229810"/>
                  </a:lnTo>
                  <a:lnTo>
                    <a:pt x="879403" y="193346"/>
                  </a:lnTo>
                  <a:lnTo>
                    <a:pt x="851051" y="159380"/>
                  </a:lnTo>
                  <a:lnTo>
                    <a:pt x="819789" y="128118"/>
                  </a:lnTo>
                  <a:lnTo>
                    <a:pt x="785823" y="99766"/>
                  </a:lnTo>
                  <a:lnTo>
                    <a:pt x="749359" y="74529"/>
                  </a:lnTo>
                  <a:lnTo>
                    <a:pt x="710601" y="52611"/>
                  </a:lnTo>
                  <a:lnTo>
                    <a:pt x="669754" y="34218"/>
                  </a:lnTo>
                  <a:lnTo>
                    <a:pt x="627023" y="19555"/>
                  </a:lnTo>
                  <a:lnTo>
                    <a:pt x="582615" y="8828"/>
                  </a:lnTo>
                  <a:lnTo>
                    <a:pt x="536734" y="2241"/>
                  </a:lnTo>
                  <a:lnTo>
                    <a:pt x="489584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79497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69" h="979170">
                  <a:moveTo>
                    <a:pt x="0" y="489585"/>
                  </a:moveTo>
                  <a:lnTo>
                    <a:pt x="2241" y="442435"/>
                  </a:lnTo>
                  <a:lnTo>
                    <a:pt x="8828" y="396554"/>
                  </a:lnTo>
                  <a:lnTo>
                    <a:pt x="19555" y="352146"/>
                  </a:lnTo>
                  <a:lnTo>
                    <a:pt x="34218" y="309415"/>
                  </a:lnTo>
                  <a:lnTo>
                    <a:pt x="52611" y="268568"/>
                  </a:lnTo>
                  <a:lnTo>
                    <a:pt x="74529" y="229810"/>
                  </a:lnTo>
                  <a:lnTo>
                    <a:pt x="99766" y="193346"/>
                  </a:lnTo>
                  <a:lnTo>
                    <a:pt x="128118" y="159380"/>
                  </a:lnTo>
                  <a:lnTo>
                    <a:pt x="159380" y="128118"/>
                  </a:lnTo>
                  <a:lnTo>
                    <a:pt x="193346" y="99766"/>
                  </a:lnTo>
                  <a:lnTo>
                    <a:pt x="229810" y="74529"/>
                  </a:lnTo>
                  <a:lnTo>
                    <a:pt x="268568" y="52611"/>
                  </a:lnTo>
                  <a:lnTo>
                    <a:pt x="309415" y="34218"/>
                  </a:lnTo>
                  <a:lnTo>
                    <a:pt x="352146" y="19555"/>
                  </a:lnTo>
                  <a:lnTo>
                    <a:pt x="396554" y="8828"/>
                  </a:lnTo>
                  <a:lnTo>
                    <a:pt x="442435" y="2241"/>
                  </a:lnTo>
                  <a:lnTo>
                    <a:pt x="489584" y="0"/>
                  </a:lnTo>
                  <a:lnTo>
                    <a:pt x="536734" y="2241"/>
                  </a:lnTo>
                  <a:lnTo>
                    <a:pt x="582615" y="8828"/>
                  </a:lnTo>
                  <a:lnTo>
                    <a:pt x="627023" y="19555"/>
                  </a:lnTo>
                  <a:lnTo>
                    <a:pt x="669754" y="34218"/>
                  </a:lnTo>
                  <a:lnTo>
                    <a:pt x="710601" y="52611"/>
                  </a:lnTo>
                  <a:lnTo>
                    <a:pt x="749359" y="74529"/>
                  </a:lnTo>
                  <a:lnTo>
                    <a:pt x="785823" y="99766"/>
                  </a:lnTo>
                  <a:lnTo>
                    <a:pt x="819789" y="128118"/>
                  </a:lnTo>
                  <a:lnTo>
                    <a:pt x="851051" y="159380"/>
                  </a:lnTo>
                  <a:lnTo>
                    <a:pt x="879403" y="193346"/>
                  </a:lnTo>
                  <a:lnTo>
                    <a:pt x="904640" y="229810"/>
                  </a:lnTo>
                  <a:lnTo>
                    <a:pt x="926558" y="268568"/>
                  </a:lnTo>
                  <a:lnTo>
                    <a:pt x="944951" y="309415"/>
                  </a:lnTo>
                  <a:lnTo>
                    <a:pt x="959614" y="352146"/>
                  </a:lnTo>
                  <a:lnTo>
                    <a:pt x="970341" y="396554"/>
                  </a:lnTo>
                  <a:lnTo>
                    <a:pt x="976928" y="442435"/>
                  </a:lnTo>
                  <a:lnTo>
                    <a:pt x="979169" y="489585"/>
                  </a:lnTo>
                  <a:lnTo>
                    <a:pt x="976928" y="536734"/>
                  </a:lnTo>
                  <a:lnTo>
                    <a:pt x="970341" y="582615"/>
                  </a:lnTo>
                  <a:lnTo>
                    <a:pt x="959614" y="627023"/>
                  </a:lnTo>
                  <a:lnTo>
                    <a:pt x="944951" y="669754"/>
                  </a:lnTo>
                  <a:lnTo>
                    <a:pt x="926558" y="710601"/>
                  </a:lnTo>
                  <a:lnTo>
                    <a:pt x="904640" y="749359"/>
                  </a:lnTo>
                  <a:lnTo>
                    <a:pt x="879403" y="785823"/>
                  </a:lnTo>
                  <a:lnTo>
                    <a:pt x="851051" y="819789"/>
                  </a:lnTo>
                  <a:lnTo>
                    <a:pt x="819789" y="851051"/>
                  </a:lnTo>
                  <a:lnTo>
                    <a:pt x="785823" y="879403"/>
                  </a:lnTo>
                  <a:lnTo>
                    <a:pt x="749359" y="904640"/>
                  </a:lnTo>
                  <a:lnTo>
                    <a:pt x="710601" y="926558"/>
                  </a:lnTo>
                  <a:lnTo>
                    <a:pt x="669754" y="944951"/>
                  </a:lnTo>
                  <a:lnTo>
                    <a:pt x="627023" y="959614"/>
                  </a:lnTo>
                  <a:lnTo>
                    <a:pt x="582615" y="970341"/>
                  </a:lnTo>
                  <a:lnTo>
                    <a:pt x="536734" y="976928"/>
                  </a:lnTo>
                  <a:lnTo>
                    <a:pt x="489584" y="979169"/>
                  </a:lnTo>
                  <a:lnTo>
                    <a:pt x="442435" y="976928"/>
                  </a:lnTo>
                  <a:lnTo>
                    <a:pt x="396554" y="970341"/>
                  </a:lnTo>
                  <a:lnTo>
                    <a:pt x="352146" y="959614"/>
                  </a:lnTo>
                  <a:lnTo>
                    <a:pt x="309415" y="944951"/>
                  </a:lnTo>
                  <a:lnTo>
                    <a:pt x="268568" y="926558"/>
                  </a:lnTo>
                  <a:lnTo>
                    <a:pt x="229810" y="904640"/>
                  </a:lnTo>
                  <a:lnTo>
                    <a:pt x="193346" y="879403"/>
                  </a:lnTo>
                  <a:lnTo>
                    <a:pt x="159380" y="851051"/>
                  </a:lnTo>
                  <a:lnTo>
                    <a:pt x="128118" y="819789"/>
                  </a:lnTo>
                  <a:lnTo>
                    <a:pt x="99766" y="785823"/>
                  </a:lnTo>
                  <a:lnTo>
                    <a:pt x="74529" y="749359"/>
                  </a:lnTo>
                  <a:lnTo>
                    <a:pt x="52611" y="710601"/>
                  </a:lnTo>
                  <a:lnTo>
                    <a:pt x="34218" y="669754"/>
                  </a:lnTo>
                  <a:lnTo>
                    <a:pt x="19555" y="627023"/>
                  </a:lnTo>
                  <a:lnTo>
                    <a:pt x="8828" y="582615"/>
                  </a:lnTo>
                  <a:lnTo>
                    <a:pt x="2241" y="536734"/>
                  </a:lnTo>
                  <a:lnTo>
                    <a:pt x="0" y="489585"/>
                  </a:lnTo>
                  <a:close/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2115" y="2898597"/>
              <a:ext cx="469392" cy="7531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67562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3203067" y="0"/>
                  </a:moveTo>
                  <a:lnTo>
                    <a:pt x="0" y="72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078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7562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0" y="72"/>
                  </a:moveTo>
                  <a:lnTo>
                    <a:pt x="3203067" y="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785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484623" y="2490660"/>
            <a:ext cx="3216275" cy="3277235"/>
            <a:chOff x="4484623" y="2490660"/>
            <a:chExt cx="3216275" cy="3277235"/>
          </a:xfrm>
        </p:grpSpPr>
        <p:sp>
          <p:nvSpPr>
            <p:cNvPr id="17" name="object 17"/>
            <p:cNvSpPr/>
            <p:nvPr/>
          </p:nvSpPr>
          <p:spPr>
            <a:xfrm>
              <a:off x="4490973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3203067" y="0"/>
                  </a:moveTo>
                  <a:lnTo>
                    <a:pt x="0" y="0"/>
                  </a:lnTo>
                  <a:lnTo>
                    <a:pt x="0" y="3264027"/>
                  </a:lnTo>
                  <a:lnTo>
                    <a:pt x="3203067" y="3264027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CCE1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90973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0" y="3264027"/>
                  </a:moveTo>
                  <a:lnTo>
                    <a:pt x="3203067" y="3264027"/>
                  </a:lnTo>
                  <a:lnTo>
                    <a:pt x="3203067" y="0"/>
                  </a:lnTo>
                  <a:lnTo>
                    <a:pt x="0" y="0"/>
                  </a:lnTo>
                  <a:lnTo>
                    <a:pt x="0" y="3264027"/>
                  </a:lnTo>
                  <a:close/>
                </a:path>
              </a:pathLst>
            </a:custGeom>
            <a:ln w="12700">
              <a:solidFill>
                <a:srgbClr val="CCE1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41163" y="4030040"/>
              <a:ext cx="2575306" cy="3843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1163" y="4376674"/>
              <a:ext cx="2882138" cy="3840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41163" y="4722622"/>
              <a:ext cx="1330833" cy="38404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602858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489585" y="0"/>
                  </a:moveTo>
                  <a:lnTo>
                    <a:pt x="442435" y="2241"/>
                  </a:lnTo>
                  <a:lnTo>
                    <a:pt x="396554" y="8828"/>
                  </a:lnTo>
                  <a:lnTo>
                    <a:pt x="352146" y="19555"/>
                  </a:lnTo>
                  <a:lnTo>
                    <a:pt x="309415" y="34218"/>
                  </a:lnTo>
                  <a:lnTo>
                    <a:pt x="268568" y="52611"/>
                  </a:lnTo>
                  <a:lnTo>
                    <a:pt x="229810" y="74529"/>
                  </a:lnTo>
                  <a:lnTo>
                    <a:pt x="193346" y="99766"/>
                  </a:lnTo>
                  <a:lnTo>
                    <a:pt x="159380" y="128118"/>
                  </a:lnTo>
                  <a:lnTo>
                    <a:pt x="128118" y="159380"/>
                  </a:lnTo>
                  <a:lnTo>
                    <a:pt x="99766" y="193346"/>
                  </a:lnTo>
                  <a:lnTo>
                    <a:pt x="74529" y="229810"/>
                  </a:lnTo>
                  <a:lnTo>
                    <a:pt x="52611" y="268568"/>
                  </a:lnTo>
                  <a:lnTo>
                    <a:pt x="34218" y="309415"/>
                  </a:lnTo>
                  <a:lnTo>
                    <a:pt x="19555" y="352146"/>
                  </a:lnTo>
                  <a:lnTo>
                    <a:pt x="8828" y="396554"/>
                  </a:lnTo>
                  <a:lnTo>
                    <a:pt x="2241" y="442435"/>
                  </a:lnTo>
                  <a:lnTo>
                    <a:pt x="0" y="489585"/>
                  </a:lnTo>
                  <a:lnTo>
                    <a:pt x="2241" y="536734"/>
                  </a:lnTo>
                  <a:lnTo>
                    <a:pt x="8828" y="582615"/>
                  </a:lnTo>
                  <a:lnTo>
                    <a:pt x="19555" y="627023"/>
                  </a:lnTo>
                  <a:lnTo>
                    <a:pt x="34218" y="669754"/>
                  </a:lnTo>
                  <a:lnTo>
                    <a:pt x="52611" y="710601"/>
                  </a:lnTo>
                  <a:lnTo>
                    <a:pt x="74529" y="749359"/>
                  </a:lnTo>
                  <a:lnTo>
                    <a:pt x="99766" y="785823"/>
                  </a:lnTo>
                  <a:lnTo>
                    <a:pt x="128118" y="819789"/>
                  </a:lnTo>
                  <a:lnTo>
                    <a:pt x="159380" y="851051"/>
                  </a:lnTo>
                  <a:lnTo>
                    <a:pt x="193346" y="879403"/>
                  </a:lnTo>
                  <a:lnTo>
                    <a:pt x="229810" y="904640"/>
                  </a:lnTo>
                  <a:lnTo>
                    <a:pt x="268568" y="926558"/>
                  </a:lnTo>
                  <a:lnTo>
                    <a:pt x="309415" y="944951"/>
                  </a:lnTo>
                  <a:lnTo>
                    <a:pt x="352146" y="959614"/>
                  </a:lnTo>
                  <a:lnTo>
                    <a:pt x="396554" y="970341"/>
                  </a:lnTo>
                  <a:lnTo>
                    <a:pt x="442435" y="976928"/>
                  </a:lnTo>
                  <a:lnTo>
                    <a:pt x="489585" y="979169"/>
                  </a:lnTo>
                  <a:lnTo>
                    <a:pt x="536734" y="976928"/>
                  </a:lnTo>
                  <a:lnTo>
                    <a:pt x="582615" y="970341"/>
                  </a:lnTo>
                  <a:lnTo>
                    <a:pt x="627023" y="959614"/>
                  </a:lnTo>
                  <a:lnTo>
                    <a:pt x="669754" y="944951"/>
                  </a:lnTo>
                  <a:lnTo>
                    <a:pt x="710601" y="926558"/>
                  </a:lnTo>
                  <a:lnTo>
                    <a:pt x="749359" y="904640"/>
                  </a:lnTo>
                  <a:lnTo>
                    <a:pt x="785823" y="879403"/>
                  </a:lnTo>
                  <a:lnTo>
                    <a:pt x="819789" y="851051"/>
                  </a:lnTo>
                  <a:lnTo>
                    <a:pt x="851051" y="819789"/>
                  </a:lnTo>
                  <a:lnTo>
                    <a:pt x="879403" y="785823"/>
                  </a:lnTo>
                  <a:lnTo>
                    <a:pt x="904640" y="749359"/>
                  </a:lnTo>
                  <a:lnTo>
                    <a:pt x="926558" y="710601"/>
                  </a:lnTo>
                  <a:lnTo>
                    <a:pt x="944951" y="669754"/>
                  </a:lnTo>
                  <a:lnTo>
                    <a:pt x="959614" y="627023"/>
                  </a:lnTo>
                  <a:lnTo>
                    <a:pt x="970341" y="582615"/>
                  </a:lnTo>
                  <a:lnTo>
                    <a:pt x="976928" y="536734"/>
                  </a:lnTo>
                  <a:lnTo>
                    <a:pt x="979169" y="489585"/>
                  </a:lnTo>
                  <a:lnTo>
                    <a:pt x="976928" y="442435"/>
                  </a:lnTo>
                  <a:lnTo>
                    <a:pt x="970341" y="396554"/>
                  </a:lnTo>
                  <a:lnTo>
                    <a:pt x="959614" y="352146"/>
                  </a:lnTo>
                  <a:lnTo>
                    <a:pt x="944951" y="309415"/>
                  </a:lnTo>
                  <a:lnTo>
                    <a:pt x="926558" y="268568"/>
                  </a:lnTo>
                  <a:lnTo>
                    <a:pt x="904640" y="229810"/>
                  </a:lnTo>
                  <a:lnTo>
                    <a:pt x="879403" y="193346"/>
                  </a:lnTo>
                  <a:lnTo>
                    <a:pt x="851051" y="159380"/>
                  </a:lnTo>
                  <a:lnTo>
                    <a:pt x="819789" y="128118"/>
                  </a:lnTo>
                  <a:lnTo>
                    <a:pt x="785823" y="99766"/>
                  </a:lnTo>
                  <a:lnTo>
                    <a:pt x="749359" y="74529"/>
                  </a:lnTo>
                  <a:lnTo>
                    <a:pt x="710601" y="52611"/>
                  </a:lnTo>
                  <a:lnTo>
                    <a:pt x="669754" y="34218"/>
                  </a:lnTo>
                  <a:lnTo>
                    <a:pt x="627023" y="19555"/>
                  </a:lnTo>
                  <a:lnTo>
                    <a:pt x="582615" y="8828"/>
                  </a:lnTo>
                  <a:lnTo>
                    <a:pt x="536734" y="2241"/>
                  </a:lnTo>
                  <a:lnTo>
                    <a:pt x="489585" y="0"/>
                  </a:lnTo>
                  <a:close/>
                </a:path>
              </a:pathLst>
            </a:custGeom>
            <a:solidFill>
              <a:srgbClr val="099A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02858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0" y="489585"/>
                  </a:moveTo>
                  <a:lnTo>
                    <a:pt x="2241" y="442435"/>
                  </a:lnTo>
                  <a:lnTo>
                    <a:pt x="8828" y="396554"/>
                  </a:lnTo>
                  <a:lnTo>
                    <a:pt x="19555" y="352146"/>
                  </a:lnTo>
                  <a:lnTo>
                    <a:pt x="34218" y="309415"/>
                  </a:lnTo>
                  <a:lnTo>
                    <a:pt x="52611" y="268568"/>
                  </a:lnTo>
                  <a:lnTo>
                    <a:pt x="74529" y="229810"/>
                  </a:lnTo>
                  <a:lnTo>
                    <a:pt x="99766" y="193346"/>
                  </a:lnTo>
                  <a:lnTo>
                    <a:pt x="128118" y="159380"/>
                  </a:lnTo>
                  <a:lnTo>
                    <a:pt x="159380" y="128118"/>
                  </a:lnTo>
                  <a:lnTo>
                    <a:pt x="193346" y="99766"/>
                  </a:lnTo>
                  <a:lnTo>
                    <a:pt x="229810" y="74529"/>
                  </a:lnTo>
                  <a:lnTo>
                    <a:pt x="268568" y="52611"/>
                  </a:lnTo>
                  <a:lnTo>
                    <a:pt x="309415" y="34218"/>
                  </a:lnTo>
                  <a:lnTo>
                    <a:pt x="352146" y="19555"/>
                  </a:lnTo>
                  <a:lnTo>
                    <a:pt x="396554" y="8828"/>
                  </a:lnTo>
                  <a:lnTo>
                    <a:pt x="442435" y="2241"/>
                  </a:lnTo>
                  <a:lnTo>
                    <a:pt x="489585" y="0"/>
                  </a:lnTo>
                  <a:lnTo>
                    <a:pt x="536734" y="2241"/>
                  </a:lnTo>
                  <a:lnTo>
                    <a:pt x="582615" y="8828"/>
                  </a:lnTo>
                  <a:lnTo>
                    <a:pt x="627023" y="19555"/>
                  </a:lnTo>
                  <a:lnTo>
                    <a:pt x="669754" y="34218"/>
                  </a:lnTo>
                  <a:lnTo>
                    <a:pt x="710601" y="52611"/>
                  </a:lnTo>
                  <a:lnTo>
                    <a:pt x="749359" y="74529"/>
                  </a:lnTo>
                  <a:lnTo>
                    <a:pt x="785823" y="99766"/>
                  </a:lnTo>
                  <a:lnTo>
                    <a:pt x="819789" y="128118"/>
                  </a:lnTo>
                  <a:lnTo>
                    <a:pt x="851051" y="159380"/>
                  </a:lnTo>
                  <a:lnTo>
                    <a:pt x="879403" y="193346"/>
                  </a:lnTo>
                  <a:lnTo>
                    <a:pt x="904640" y="229810"/>
                  </a:lnTo>
                  <a:lnTo>
                    <a:pt x="926558" y="268568"/>
                  </a:lnTo>
                  <a:lnTo>
                    <a:pt x="944951" y="309415"/>
                  </a:lnTo>
                  <a:lnTo>
                    <a:pt x="959614" y="352146"/>
                  </a:lnTo>
                  <a:lnTo>
                    <a:pt x="970341" y="396554"/>
                  </a:lnTo>
                  <a:lnTo>
                    <a:pt x="976928" y="442435"/>
                  </a:lnTo>
                  <a:lnTo>
                    <a:pt x="979169" y="489585"/>
                  </a:lnTo>
                  <a:lnTo>
                    <a:pt x="976928" y="536734"/>
                  </a:lnTo>
                  <a:lnTo>
                    <a:pt x="970341" y="582615"/>
                  </a:lnTo>
                  <a:lnTo>
                    <a:pt x="959614" y="627023"/>
                  </a:lnTo>
                  <a:lnTo>
                    <a:pt x="944951" y="669754"/>
                  </a:lnTo>
                  <a:lnTo>
                    <a:pt x="926558" y="710601"/>
                  </a:lnTo>
                  <a:lnTo>
                    <a:pt x="904640" y="749359"/>
                  </a:lnTo>
                  <a:lnTo>
                    <a:pt x="879403" y="785823"/>
                  </a:lnTo>
                  <a:lnTo>
                    <a:pt x="851051" y="819789"/>
                  </a:lnTo>
                  <a:lnTo>
                    <a:pt x="819789" y="851051"/>
                  </a:lnTo>
                  <a:lnTo>
                    <a:pt x="785823" y="879403"/>
                  </a:lnTo>
                  <a:lnTo>
                    <a:pt x="749359" y="904640"/>
                  </a:lnTo>
                  <a:lnTo>
                    <a:pt x="710601" y="926558"/>
                  </a:lnTo>
                  <a:lnTo>
                    <a:pt x="669754" y="944951"/>
                  </a:lnTo>
                  <a:lnTo>
                    <a:pt x="627023" y="959614"/>
                  </a:lnTo>
                  <a:lnTo>
                    <a:pt x="582615" y="970341"/>
                  </a:lnTo>
                  <a:lnTo>
                    <a:pt x="536734" y="976928"/>
                  </a:lnTo>
                  <a:lnTo>
                    <a:pt x="489585" y="979169"/>
                  </a:lnTo>
                  <a:lnTo>
                    <a:pt x="442435" y="976928"/>
                  </a:lnTo>
                  <a:lnTo>
                    <a:pt x="396554" y="970341"/>
                  </a:lnTo>
                  <a:lnTo>
                    <a:pt x="352146" y="959614"/>
                  </a:lnTo>
                  <a:lnTo>
                    <a:pt x="309415" y="944951"/>
                  </a:lnTo>
                  <a:lnTo>
                    <a:pt x="268568" y="926558"/>
                  </a:lnTo>
                  <a:lnTo>
                    <a:pt x="229810" y="904640"/>
                  </a:lnTo>
                  <a:lnTo>
                    <a:pt x="193346" y="879403"/>
                  </a:lnTo>
                  <a:lnTo>
                    <a:pt x="159380" y="851051"/>
                  </a:lnTo>
                  <a:lnTo>
                    <a:pt x="128118" y="819789"/>
                  </a:lnTo>
                  <a:lnTo>
                    <a:pt x="99766" y="785823"/>
                  </a:lnTo>
                  <a:lnTo>
                    <a:pt x="74529" y="749359"/>
                  </a:lnTo>
                  <a:lnTo>
                    <a:pt x="52611" y="710601"/>
                  </a:lnTo>
                  <a:lnTo>
                    <a:pt x="34218" y="669754"/>
                  </a:lnTo>
                  <a:lnTo>
                    <a:pt x="19555" y="627023"/>
                  </a:lnTo>
                  <a:lnTo>
                    <a:pt x="8828" y="582615"/>
                  </a:lnTo>
                  <a:lnTo>
                    <a:pt x="2241" y="536734"/>
                  </a:lnTo>
                  <a:lnTo>
                    <a:pt x="0" y="489585"/>
                  </a:lnTo>
                  <a:close/>
                </a:path>
              </a:pathLst>
            </a:custGeom>
            <a:ln w="12700">
              <a:solidFill>
                <a:srgbClr val="099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14643" y="2898597"/>
              <a:ext cx="713841" cy="75316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490973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3203067" y="0"/>
                  </a:moveTo>
                  <a:lnTo>
                    <a:pt x="0" y="72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0DA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90973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0" y="72"/>
                  </a:moveTo>
                  <a:lnTo>
                    <a:pt x="3203067" y="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A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8007984" y="2490660"/>
            <a:ext cx="3216275" cy="3277235"/>
            <a:chOff x="8007984" y="2490660"/>
            <a:chExt cx="3216275" cy="3277235"/>
          </a:xfrm>
        </p:grpSpPr>
        <p:sp>
          <p:nvSpPr>
            <p:cNvPr id="28" name="object 28"/>
            <p:cNvSpPr/>
            <p:nvPr/>
          </p:nvSpPr>
          <p:spPr>
            <a:xfrm>
              <a:off x="8014334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3203067" y="0"/>
                  </a:moveTo>
                  <a:lnTo>
                    <a:pt x="0" y="0"/>
                  </a:lnTo>
                  <a:lnTo>
                    <a:pt x="0" y="3264027"/>
                  </a:lnTo>
                  <a:lnTo>
                    <a:pt x="3203067" y="3264027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CCE7E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14334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0" y="3264027"/>
                  </a:moveTo>
                  <a:lnTo>
                    <a:pt x="3203067" y="3264027"/>
                  </a:lnTo>
                  <a:lnTo>
                    <a:pt x="3203067" y="0"/>
                  </a:lnTo>
                  <a:lnTo>
                    <a:pt x="0" y="0"/>
                  </a:lnTo>
                  <a:lnTo>
                    <a:pt x="0" y="3264027"/>
                  </a:lnTo>
                  <a:close/>
                </a:path>
              </a:pathLst>
            </a:custGeom>
            <a:ln w="12700">
              <a:solidFill>
                <a:srgbClr val="CCE7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64905" y="4030040"/>
              <a:ext cx="2617597" cy="3843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64905" y="4376674"/>
              <a:ext cx="1925447" cy="38404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126219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489584" y="0"/>
                  </a:moveTo>
                  <a:lnTo>
                    <a:pt x="442435" y="2241"/>
                  </a:lnTo>
                  <a:lnTo>
                    <a:pt x="396554" y="8828"/>
                  </a:lnTo>
                  <a:lnTo>
                    <a:pt x="352146" y="19555"/>
                  </a:lnTo>
                  <a:lnTo>
                    <a:pt x="309415" y="34218"/>
                  </a:lnTo>
                  <a:lnTo>
                    <a:pt x="268568" y="52611"/>
                  </a:lnTo>
                  <a:lnTo>
                    <a:pt x="229810" y="74529"/>
                  </a:lnTo>
                  <a:lnTo>
                    <a:pt x="193346" y="99766"/>
                  </a:lnTo>
                  <a:lnTo>
                    <a:pt x="159380" y="128118"/>
                  </a:lnTo>
                  <a:lnTo>
                    <a:pt x="128118" y="159380"/>
                  </a:lnTo>
                  <a:lnTo>
                    <a:pt x="99766" y="193346"/>
                  </a:lnTo>
                  <a:lnTo>
                    <a:pt x="74529" y="229810"/>
                  </a:lnTo>
                  <a:lnTo>
                    <a:pt x="52611" y="268568"/>
                  </a:lnTo>
                  <a:lnTo>
                    <a:pt x="34218" y="309415"/>
                  </a:lnTo>
                  <a:lnTo>
                    <a:pt x="19555" y="352146"/>
                  </a:lnTo>
                  <a:lnTo>
                    <a:pt x="8828" y="396554"/>
                  </a:lnTo>
                  <a:lnTo>
                    <a:pt x="2241" y="442435"/>
                  </a:lnTo>
                  <a:lnTo>
                    <a:pt x="0" y="489585"/>
                  </a:lnTo>
                  <a:lnTo>
                    <a:pt x="2241" y="536734"/>
                  </a:lnTo>
                  <a:lnTo>
                    <a:pt x="8828" y="582615"/>
                  </a:lnTo>
                  <a:lnTo>
                    <a:pt x="19555" y="627023"/>
                  </a:lnTo>
                  <a:lnTo>
                    <a:pt x="34218" y="669754"/>
                  </a:lnTo>
                  <a:lnTo>
                    <a:pt x="52611" y="710601"/>
                  </a:lnTo>
                  <a:lnTo>
                    <a:pt x="74529" y="749359"/>
                  </a:lnTo>
                  <a:lnTo>
                    <a:pt x="99766" y="785823"/>
                  </a:lnTo>
                  <a:lnTo>
                    <a:pt x="128118" y="819789"/>
                  </a:lnTo>
                  <a:lnTo>
                    <a:pt x="159380" y="851051"/>
                  </a:lnTo>
                  <a:lnTo>
                    <a:pt x="193346" y="879403"/>
                  </a:lnTo>
                  <a:lnTo>
                    <a:pt x="229810" y="904640"/>
                  </a:lnTo>
                  <a:lnTo>
                    <a:pt x="268568" y="926558"/>
                  </a:lnTo>
                  <a:lnTo>
                    <a:pt x="309415" y="944951"/>
                  </a:lnTo>
                  <a:lnTo>
                    <a:pt x="352146" y="959614"/>
                  </a:lnTo>
                  <a:lnTo>
                    <a:pt x="396554" y="970341"/>
                  </a:lnTo>
                  <a:lnTo>
                    <a:pt x="442435" y="976928"/>
                  </a:lnTo>
                  <a:lnTo>
                    <a:pt x="489584" y="979169"/>
                  </a:lnTo>
                  <a:lnTo>
                    <a:pt x="536734" y="976928"/>
                  </a:lnTo>
                  <a:lnTo>
                    <a:pt x="582615" y="970341"/>
                  </a:lnTo>
                  <a:lnTo>
                    <a:pt x="627023" y="959614"/>
                  </a:lnTo>
                  <a:lnTo>
                    <a:pt x="669754" y="944951"/>
                  </a:lnTo>
                  <a:lnTo>
                    <a:pt x="710601" y="926558"/>
                  </a:lnTo>
                  <a:lnTo>
                    <a:pt x="749359" y="904640"/>
                  </a:lnTo>
                  <a:lnTo>
                    <a:pt x="785823" y="879403"/>
                  </a:lnTo>
                  <a:lnTo>
                    <a:pt x="819789" y="851051"/>
                  </a:lnTo>
                  <a:lnTo>
                    <a:pt x="851051" y="819789"/>
                  </a:lnTo>
                  <a:lnTo>
                    <a:pt x="879403" y="785823"/>
                  </a:lnTo>
                  <a:lnTo>
                    <a:pt x="904640" y="749359"/>
                  </a:lnTo>
                  <a:lnTo>
                    <a:pt x="926558" y="710601"/>
                  </a:lnTo>
                  <a:lnTo>
                    <a:pt x="944951" y="669754"/>
                  </a:lnTo>
                  <a:lnTo>
                    <a:pt x="959614" y="627023"/>
                  </a:lnTo>
                  <a:lnTo>
                    <a:pt x="970341" y="582615"/>
                  </a:lnTo>
                  <a:lnTo>
                    <a:pt x="976928" y="536734"/>
                  </a:lnTo>
                  <a:lnTo>
                    <a:pt x="979170" y="489585"/>
                  </a:lnTo>
                  <a:lnTo>
                    <a:pt x="976928" y="442435"/>
                  </a:lnTo>
                  <a:lnTo>
                    <a:pt x="970341" y="396554"/>
                  </a:lnTo>
                  <a:lnTo>
                    <a:pt x="959614" y="352146"/>
                  </a:lnTo>
                  <a:lnTo>
                    <a:pt x="944951" y="309415"/>
                  </a:lnTo>
                  <a:lnTo>
                    <a:pt x="926558" y="268568"/>
                  </a:lnTo>
                  <a:lnTo>
                    <a:pt x="904640" y="229810"/>
                  </a:lnTo>
                  <a:lnTo>
                    <a:pt x="879403" y="193346"/>
                  </a:lnTo>
                  <a:lnTo>
                    <a:pt x="851051" y="159380"/>
                  </a:lnTo>
                  <a:lnTo>
                    <a:pt x="819789" y="128118"/>
                  </a:lnTo>
                  <a:lnTo>
                    <a:pt x="785823" y="99766"/>
                  </a:lnTo>
                  <a:lnTo>
                    <a:pt x="749359" y="74529"/>
                  </a:lnTo>
                  <a:lnTo>
                    <a:pt x="710601" y="52611"/>
                  </a:lnTo>
                  <a:lnTo>
                    <a:pt x="669754" y="34218"/>
                  </a:lnTo>
                  <a:lnTo>
                    <a:pt x="627023" y="19555"/>
                  </a:lnTo>
                  <a:lnTo>
                    <a:pt x="582615" y="8828"/>
                  </a:lnTo>
                  <a:lnTo>
                    <a:pt x="536734" y="2241"/>
                  </a:lnTo>
                  <a:lnTo>
                    <a:pt x="489584" y="0"/>
                  </a:lnTo>
                  <a:close/>
                </a:path>
              </a:pathLst>
            </a:custGeom>
            <a:solidFill>
              <a:srgbClr val="11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26219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0" y="489585"/>
                  </a:moveTo>
                  <a:lnTo>
                    <a:pt x="2241" y="442435"/>
                  </a:lnTo>
                  <a:lnTo>
                    <a:pt x="8828" y="396554"/>
                  </a:lnTo>
                  <a:lnTo>
                    <a:pt x="19555" y="352146"/>
                  </a:lnTo>
                  <a:lnTo>
                    <a:pt x="34218" y="309415"/>
                  </a:lnTo>
                  <a:lnTo>
                    <a:pt x="52611" y="268568"/>
                  </a:lnTo>
                  <a:lnTo>
                    <a:pt x="74529" y="229810"/>
                  </a:lnTo>
                  <a:lnTo>
                    <a:pt x="99766" y="193346"/>
                  </a:lnTo>
                  <a:lnTo>
                    <a:pt x="128118" y="159380"/>
                  </a:lnTo>
                  <a:lnTo>
                    <a:pt x="159380" y="128118"/>
                  </a:lnTo>
                  <a:lnTo>
                    <a:pt x="193346" y="99766"/>
                  </a:lnTo>
                  <a:lnTo>
                    <a:pt x="229810" y="74529"/>
                  </a:lnTo>
                  <a:lnTo>
                    <a:pt x="268568" y="52611"/>
                  </a:lnTo>
                  <a:lnTo>
                    <a:pt x="309415" y="34218"/>
                  </a:lnTo>
                  <a:lnTo>
                    <a:pt x="352146" y="19555"/>
                  </a:lnTo>
                  <a:lnTo>
                    <a:pt x="396554" y="8828"/>
                  </a:lnTo>
                  <a:lnTo>
                    <a:pt x="442435" y="2241"/>
                  </a:lnTo>
                  <a:lnTo>
                    <a:pt x="489584" y="0"/>
                  </a:lnTo>
                  <a:lnTo>
                    <a:pt x="536734" y="2241"/>
                  </a:lnTo>
                  <a:lnTo>
                    <a:pt x="582615" y="8828"/>
                  </a:lnTo>
                  <a:lnTo>
                    <a:pt x="627023" y="19555"/>
                  </a:lnTo>
                  <a:lnTo>
                    <a:pt x="669754" y="34218"/>
                  </a:lnTo>
                  <a:lnTo>
                    <a:pt x="710601" y="52611"/>
                  </a:lnTo>
                  <a:lnTo>
                    <a:pt x="749359" y="74529"/>
                  </a:lnTo>
                  <a:lnTo>
                    <a:pt x="785823" y="99766"/>
                  </a:lnTo>
                  <a:lnTo>
                    <a:pt x="819789" y="128118"/>
                  </a:lnTo>
                  <a:lnTo>
                    <a:pt x="851051" y="159380"/>
                  </a:lnTo>
                  <a:lnTo>
                    <a:pt x="879403" y="193346"/>
                  </a:lnTo>
                  <a:lnTo>
                    <a:pt x="904640" y="229810"/>
                  </a:lnTo>
                  <a:lnTo>
                    <a:pt x="926558" y="268568"/>
                  </a:lnTo>
                  <a:lnTo>
                    <a:pt x="944951" y="309415"/>
                  </a:lnTo>
                  <a:lnTo>
                    <a:pt x="959614" y="352146"/>
                  </a:lnTo>
                  <a:lnTo>
                    <a:pt x="970341" y="396554"/>
                  </a:lnTo>
                  <a:lnTo>
                    <a:pt x="976928" y="442435"/>
                  </a:lnTo>
                  <a:lnTo>
                    <a:pt x="979170" y="489585"/>
                  </a:lnTo>
                  <a:lnTo>
                    <a:pt x="976928" y="536734"/>
                  </a:lnTo>
                  <a:lnTo>
                    <a:pt x="970341" y="582615"/>
                  </a:lnTo>
                  <a:lnTo>
                    <a:pt x="959614" y="627023"/>
                  </a:lnTo>
                  <a:lnTo>
                    <a:pt x="944951" y="669754"/>
                  </a:lnTo>
                  <a:lnTo>
                    <a:pt x="926558" y="710601"/>
                  </a:lnTo>
                  <a:lnTo>
                    <a:pt x="904640" y="749359"/>
                  </a:lnTo>
                  <a:lnTo>
                    <a:pt x="879403" y="785823"/>
                  </a:lnTo>
                  <a:lnTo>
                    <a:pt x="851051" y="819789"/>
                  </a:lnTo>
                  <a:lnTo>
                    <a:pt x="819789" y="851051"/>
                  </a:lnTo>
                  <a:lnTo>
                    <a:pt x="785823" y="879403"/>
                  </a:lnTo>
                  <a:lnTo>
                    <a:pt x="749359" y="904640"/>
                  </a:lnTo>
                  <a:lnTo>
                    <a:pt x="710601" y="926558"/>
                  </a:lnTo>
                  <a:lnTo>
                    <a:pt x="669754" y="944951"/>
                  </a:lnTo>
                  <a:lnTo>
                    <a:pt x="627023" y="959614"/>
                  </a:lnTo>
                  <a:lnTo>
                    <a:pt x="582615" y="970341"/>
                  </a:lnTo>
                  <a:lnTo>
                    <a:pt x="536734" y="976928"/>
                  </a:lnTo>
                  <a:lnTo>
                    <a:pt x="489584" y="979169"/>
                  </a:lnTo>
                  <a:lnTo>
                    <a:pt x="442435" y="976928"/>
                  </a:lnTo>
                  <a:lnTo>
                    <a:pt x="396554" y="970341"/>
                  </a:lnTo>
                  <a:lnTo>
                    <a:pt x="352146" y="959614"/>
                  </a:lnTo>
                  <a:lnTo>
                    <a:pt x="309415" y="944951"/>
                  </a:lnTo>
                  <a:lnTo>
                    <a:pt x="268568" y="926558"/>
                  </a:lnTo>
                  <a:lnTo>
                    <a:pt x="229810" y="904640"/>
                  </a:lnTo>
                  <a:lnTo>
                    <a:pt x="193346" y="879403"/>
                  </a:lnTo>
                  <a:lnTo>
                    <a:pt x="159380" y="851051"/>
                  </a:lnTo>
                  <a:lnTo>
                    <a:pt x="128118" y="819789"/>
                  </a:lnTo>
                  <a:lnTo>
                    <a:pt x="99766" y="785823"/>
                  </a:lnTo>
                  <a:lnTo>
                    <a:pt x="74529" y="749359"/>
                  </a:lnTo>
                  <a:lnTo>
                    <a:pt x="52611" y="710601"/>
                  </a:lnTo>
                  <a:lnTo>
                    <a:pt x="34218" y="669754"/>
                  </a:lnTo>
                  <a:lnTo>
                    <a:pt x="19555" y="627023"/>
                  </a:lnTo>
                  <a:lnTo>
                    <a:pt x="8828" y="582615"/>
                  </a:lnTo>
                  <a:lnTo>
                    <a:pt x="2241" y="536734"/>
                  </a:lnTo>
                  <a:lnTo>
                    <a:pt x="0" y="489585"/>
                  </a:lnTo>
                  <a:close/>
                </a:path>
              </a:pathLst>
            </a:custGeom>
            <a:ln w="12699">
              <a:solidFill>
                <a:srgbClr val="11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34194" y="2898597"/>
              <a:ext cx="731520" cy="75316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014334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3203067" y="0"/>
                  </a:moveTo>
                  <a:lnTo>
                    <a:pt x="0" y="72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14334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0" y="72"/>
                  </a:moveTo>
                  <a:lnTo>
                    <a:pt x="3203067" y="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5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Step</a:t>
            </a:r>
            <a:r>
              <a:rPr sz="4000" spc="-65" dirty="0"/>
              <a:t> </a:t>
            </a:r>
            <a:r>
              <a:rPr sz="4000" dirty="0"/>
              <a:t>2:</a:t>
            </a:r>
            <a:r>
              <a:rPr sz="4000" spc="-70" dirty="0"/>
              <a:t> </a:t>
            </a:r>
            <a:r>
              <a:rPr sz="4000" dirty="0"/>
              <a:t>Generating</a:t>
            </a:r>
            <a:r>
              <a:rPr sz="4000" spc="-55" dirty="0"/>
              <a:t> </a:t>
            </a:r>
            <a:r>
              <a:rPr sz="4000" dirty="0"/>
              <a:t>Initial</a:t>
            </a:r>
            <a:r>
              <a:rPr sz="4000" spc="-65" dirty="0"/>
              <a:t> </a:t>
            </a:r>
            <a:r>
              <a:rPr sz="4000" spc="-10" dirty="0"/>
              <a:t>Codes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69911" y="2835275"/>
            <a:ext cx="3458210" cy="1046480"/>
            <a:chOff x="969911" y="2835275"/>
            <a:chExt cx="3458210" cy="1046480"/>
          </a:xfrm>
        </p:grpSpPr>
        <p:sp>
          <p:nvSpPr>
            <p:cNvPr id="5" name="object 5"/>
            <p:cNvSpPr/>
            <p:nvPr/>
          </p:nvSpPr>
          <p:spPr>
            <a:xfrm>
              <a:off x="976261" y="2841625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10" h="1033779">
                  <a:moveTo>
                    <a:pt x="3134855" y="0"/>
                  </a:moveTo>
                  <a:lnTo>
                    <a:pt x="0" y="0"/>
                  </a:lnTo>
                  <a:lnTo>
                    <a:pt x="309994" y="516763"/>
                  </a:lnTo>
                  <a:lnTo>
                    <a:pt x="0" y="1033526"/>
                  </a:lnTo>
                  <a:lnTo>
                    <a:pt x="3134855" y="1033526"/>
                  </a:lnTo>
                  <a:lnTo>
                    <a:pt x="3444989" y="516763"/>
                  </a:lnTo>
                  <a:lnTo>
                    <a:pt x="3134855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6261" y="2841625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10" h="1033779">
                  <a:moveTo>
                    <a:pt x="0" y="0"/>
                  </a:moveTo>
                  <a:lnTo>
                    <a:pt x="3134855" y="0"/>
                  </a:lnTo>
                  <a:lnTo>
                    <a:pt x="3444989" y="516763"/>
                  </a:lnTo>
                  <a:lnTo>
                    <a:pt x="3134855" y="1033526"/>
                  </a:lnTo>
                  <a:lnTo>
                    <a:pt x="0" y="1033526"/>
                  </a:lnTo>
                  <a:lnTo>
                    <a:pt x="309994" y="5167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11755" y="3099942"/>
            <a:ext cx="1172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6261" y="3875023"/>
            <a:ext cx="3134995" cy="1541780"/>
          </a:xfrm>
          <a:prstGeom prst="rect">
            <a:avLst/>
          </a:prstGeom>
          <a:solidFill>
            <a:srgbClr val="CAD4EB">
              <a:alpha val="90194"/>
            </a:srgbClr>
          </a:solidFill>
          <a:ln w="12700">
            <a:solidFill>
              <a:srgbClr val="CAD4EB"/>
            </a:solidFill>
          </a:ln>
        </p:spPr>
        <p:txBody>
          <a:bodyPr vert="horz" wrap="square" lIns="0" tIns="246379" rIns="0" bIns="0" rtlCol="0">
            <a:spAutoFit/>
          </a:bodyPr>
          <a:lstStyle/>
          <a:p>
            <a:pPr marL="247650" marR="589915">
              <a:lnSpc>
                <a:spcPts val="2080"/>
              </a:lnSpc>
              <a:spcBef>
                <a:spcPts val="1939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Identify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meaningful </a:t>
            </a:r>
            <a:r>
              <a:rPr sz="2000" dirty="0">
                <a:latin typeface="Arial MT"/>
                <a:cs typeface="Arial MT"/>
              </a:rPr>
              <a:t>segments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63592" y="2835275"/>
            <a:ext cx="3458210" cy="1046480"/>
            <a:chOff x="4363592" y="2835275"/>
            <a:chExt cx="3458210" cy="1046480"/>
          </a:xfrm>
        </p:grpSpPr>
        <p:sp>
          <p:nvSpPr>
            <p:cNvPr id="10" name="object 10"/>
            <p:cNvSpPr/>
            <p:nvPr/>
          </p:nvSpPr>
          <p:spPr>
            <a:xfrm>
              <a:off x="4369942" y="2841625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09" h="1033779">
                  <a:moveTo>
                    <a:pt x="3134867" y="0"/>
                  </a:moveTo>
                  <a:lnTo>
                    <a:pt x="0" y="0"/>
                  </a:lnTo>
                  <a:lnTo>
                    <a:pt x="310134" y="516763"/>
                  </a:lnTo>
                  <a:lnTo>
                    <a:pt x="0" y="1033526"/>
                  </a:lnTo>
                  <a:lnTo>
                    <a:pt x="3134867" y="1033526"/>
                  </a:lnTo>
                  <a:lnTo>
                    <a:pt x="3445002" y="516763"/>
                  </a:lnTo>
                  <a:lnTo>
                    <a:pt x="3134867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9942" y="2841625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09" h="1033779">
                  <a:moveTo>
                    <a:pt x="0" y="0"/>
                  </a:moveTo>
                  <a:lnTo>
                    <a:pt x="3134867" y="0"/>
                  </a:lnTo>
                  <a:lnTo>
                    <a:pt x="3445002" y="516763"/>
                  </a:lnTo>
                  <a:lnTo>
                    <a:pt x="3134867" y="1033526"/>
                  </a:lnTo>
                  <a:lnTo>
                    <a:pt x="0" y="1033526"/>
                  </a:lnTo>
                  <a:lnTo>
                    <a:pt x="310134" y="51676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63514" y="3099942"/>
            <a:ext cx="657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9942" y="3875023"/>
            <a:ext cx="3134995" cy="1541780"/>
          </a:xfrm>
          <a:prstGeom prst="rect">
            <a:avLst/>
          </a:prstGeom>
          <a:solidFill>
            <a:srgbClr val="CCE7E1">
              <a:alpha val="90194"/>
            </a:srgbClr>
          </a:solidFill>
          <a:ln w="12700">
            <a:solidFill>
              <a:srgbClr val="CCE7E1"/>
            </a:solidFill>
          </a:ln>
        </p:spPr>
        <p:txBody>
          <a:bodyPr vert="horz" wrap="square" lIns="0" tIns="245745" rIns="0" bIns="0" rtlCol="0">
            <a:spAutoFit/>
          </a:bodyPr>
          <a:lstStyle/>
          <a:p>
            <a:pPr marL="248285" marR="715010">
              <a:lnSpc>
                <a:spcPct val="86200"/>
              </a:lnSpc>
              <a:spcBef>
                <a:spcPts val="1935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coding </a:t>
            </a:r>
            <a:r>
              <a:rPr sz="2000" dirty="0">
                <a:latin typeface="Arial MT"/>
                <a:cs typeface="Arial MT"/>
              </a:rPr>
              <a:t>(without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predefined codes)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57414" y="2835275"/>
            <a:ext cx="3457575" cy="1046480"/>
            <a:chOff x="7757414" y="2835275"/>
            <a:chExt cx="3457575" cy="1046480"/>
          </a:xfrm>
        </p:grpSpPr>
        <p:sp>
          <p:nvSpPr>
            <p:cNvPr id="15" name="object 15"/>
            <p:cNvSpPr/>
            <p:nvPr/>
          </p:nvSpPr>
          <p:spPr>
            <a:xfrm>
              <a:off x="7763764" y="2841625"/>
              <a:ext cx="3444875" cy="1033780"/>
            </a:xfrm>
            <a:custGeom>
              <a:avLst/>
              <a:gdLst/>
              <a:ahLst/>
              <a:cxnLst/>
              <a:rect l="l" t="t" r="r" b="b"/>
              <a:pathLst>
                <a:path w="3444875" h="1033779">
                  <a:moveTo>
                    <a:pt x="3134867" y="0"/>
                  </a:moveTo>
                  <a:lnTo>
                    <a:pt x="0" y="0"/>
                  </a:lnTo>
                  <a:lnTo>
                    <a:pt x="310006" y="516763"/>
                  </a:lnTo>
                  <a:lnTo>
                    <a:pt x="0" y="1033526"/>
                  </a:lnTo>
                  <a:lnTo>
                    <a:pt x="3134867" y="1033526"/>
                  </a:lnTo>
                  <a:lnTo>
                    <a:pt x="3444875" y="516763"/>
                  </a:lnTo>
                  <a:lnTo>
                    <a:pt x="3134867" y="0"/>
                  </a:lnTo>
                  <a:close/>
                </a:path>
              </a:pathLst>
            </a:custGeom>
            <a:solidFill>
              <a:srgbClr val="8AB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63764" y="2841625"/>
              <a:ext cx="3444875" cy="1033780"/>
            </a:xfrm>
            <a:custGeom>
              <a:avLst/>
              <a:gdLst/>
              <a:ahLst/>
              <a:cxnLst/>
              <a:rect l="l" t="t" r="r" b="b"/>
              <a:pathLst>
                <a:path w="3444875" h="1033779">
                  <a:moveTo>
                    <a:pt x="0" y="0"/>
                  </a:moveTo>
                  <a:lnTo>
                    <a:pt x="3134867" y="0"/>
                  </a:lnTo>
                  <a:lnTo>
                    <a:pt x="3444875" y="516763"/>
                  </a:lnTo>
                  <a:lnTo>
                    <a:pt x="3134867" y="1033526"/>
                  </a:lnTo>
                  <a:lnTo>
                    <a:pt x="0" y="1033526"/>
                  </a:lnTo>
                  <a:lnTo>
                    <a:pt x="310006" y="5167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8AB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474709" y="2915792"/>
            <a:ext cx="2021839" cy="82041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65785" marR="5080" indent="-553720">
              <a:lnSpc>
                <a:spcPts val="2900"/>
              </a:lnSpc>
              <a:spcBef>
                <a:spcPts val="575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Develop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refine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63764" y="3875023"/>
            <a:ext cx="3134995" cy="1541780"/>
          </a:xfrm>
          <a:prstGeom prst="rect">
            <a:avLst/>
          </a:prstGeom>
          <a:solidFill>
            <a:srgbClr val="DAE6CE">
              <a:alpha val="90194"/>
            </a:srgbClr>
          </a:solidFill>
          <a:ln w="12700">
            <a:solidFill>
              <a:srgbClr val="DAE6CE"/>
            </a:solidFill>
          </a:ln>
        </p:spPr>
        <p:txBody>
          <a:bodyPr vert="horz" wrap="square" lIns="0" tIns="246379" rIns="0" bIns="0" rtlCol="0">
            <a:spAutoFit/>
          </a:bodyPr>
          <a:lstStyle/>
          <a:p>
            <a:pPr marL="248285" marR="589280">
              <a:lnSpc>
                <a:spcPts val="2080"/>
              </a:lnSpc>
              <a:spcBef>
                <a:spcPts val="1939"/>
              </a:spcBef>
            </a:pPr>
            <a:r>
              <a:rPr sz="2000" dirty="0">
                <a:latin typeface="Arial MT"/>
                <a:cs typeface="Arial MT"/>
              </a:rPr>
              <a:t>-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refine </a:t>
            </a:r>
            <a:r>
              <a:rPr sz="2000" dirty="0">
                <a:latin typeface="Arial MT"/>
                <a:cs typeface="Arial MT"/>
              </a:rPr>
              <a:t>codes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iteratively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Step</a:t>
            </a:r>
            <a:r>
              <a:rPr sz="4000" spc="-35" dirty="0"/>
              <a:t> </a:t>
            </a:r>
            <a:r>
              <a:rPr sz="4000" dirty="0"/>
              <a:t>3:</a:t>
            </a:r>
            <a:r>
              <a:rPr sz="4000" spc="-45" dirty="0"/>
              <a:t> </a:t>
            </a:r>
            <a:r>
              <a:rPr sz="4000" dirty="0"/>
              <a:t>Searching</a:t>
            </a:r>
            <a:r>
              <a:rPr sz="4000" spc="-45" dirty="0"/>
              <a:t> </a:t>
            </a:r>
            <a:r>
              <a:rPr sz="4000" dirty="0"/>
              <a:t>for</a:t>
            </a:r>
            <a:r>
              <a:rPr sz="4000" spc="-30" dirty="0"/>
              <a:t> </a:t>
            </a:r>
            <a:r>
              <a:rPr sz="4000" spc="-10" dirty="0"/>
              <a:t>Themes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61212" y="2490660"/>
            <a:ext cx="3216275" cy="3277235"/>
            <a:chOff x="961212" y="2490660"/>
            <a:chExt cx="3216275" cy="3277235"/>
          </a:xfrm>
        </p:grpSpPr>
        <p:sp>
          <p:nvSpPr>
            <p:cNvPr id="5" name="object 5"/>
            <p:cNvSpPr/>
            <p:nvPr/>
          </p:nvSpPr>
          <p:spPr>
            <a:xfrm>
              <a:off x="967562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3203067" y="0"/>
                  </a:moveTo>
                  <a:lnTo>
                    <a:pt x="0" y="0"/>
                  </a:lnTo>
                  <a:lnTo>
                    <a:pt x="0" y="3264027"/>
                  </a:lnTo>
                  <a:lnTo>
                    <a:pt x="3203067" y="3264027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CAD4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7562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0" y="3264027"/>
                  </a:moveTo>
                  <a:lnTo>
                    <a:pt x="3203067" y="3264027"/>
                  </a:lnTo>
                  <a:lnTo>
                    <a:pt x="3203067" y="0"/>
                  </a:lnTo>
                  <a:lnTo>
                    <a:pt x="0" y="0"/>
                  </a:lnTo>
                  <a:lnTo>
                    <a:pt x="0" y="3264027"/>
                  </a:lnTo>
                  <a:close/>
                </a:path>
              </a:pathLst>
            </a:custGeom>
            <a:ln w="12700">
              <a:solidFill>
                <a:srgbClr val="CAD4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7371" y="4031564"/>
              <a:ext cx="2192959" cy="3691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7371" y="4362958"/>
              <a:ext cx="2777236" cy="368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7371" y="4695190"/>
              <a:ext cx="1177391" cy="3688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79497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69" h="979170">
                  <a:moveTo>
                    <a:pt x="489584" y="0"/>
                  </a:moveTo>
                  <a:lnTo>
                    <a:pt x="442435" y="2241"/>
                  </a:lnTo>
                  <a:lnTo>
                    <a:pt x="396554" y="8828"/>
                  </a:lnTo>
                  <a:lnTo>
                    <a:pt x="352146" y="19555"/>
                  </a:lnTo>
                  <a:lnTo>
                    <a:pt x="309415" y="34218"/>
                  </a:lnTo>
                  <a:lnTo>
                    <a:pt x="268568" y="52611"/>
                  </a:lnTo>
                  <a:lnTo>
                    <a:pt x="229810" y="74529"/>
                  </a:lnTo>
                  <a:lnTo>
                    <a:pt x="193346" y="99766"/>
                  </a:lnTo>
                  <a:lnTo>
                    <a:pt x="159380" y="128118"/>
                  </a:lnTo>
                  <a:lnTo>
                    <a:pt x="128118" y="159380"/>
                  </a:lnTo>
                  <a:lnTo>
                    <a:pt x="99766" y="193346"/>
                  </a:lnTo>
                  <a:lnTo>
                    <a:pt x="74529" y="229810"/>
                  </a:lnTo>
                  <a:lnTo>
                    <a:pt x="52611" y="268568"/>
                  </a:lnTo>
                  <a:lnTo>
                    <a:pt x="34218" y="309415"/>
                  </a:lnTo>
                  <a:lnTo>
                    <a:pt x="19555" y="352146"/>
                  </a:lnTo>
                  <a:lnTo>
                    <a:pt x="8828" y="396554"/>
                  </a:lnTo>
                  <a:lnTo>
                    <a:pt x="2241" y="442435"/>
                  </a:lnTo>
                  <a:lnTo>
                    <a:pt x="0" y="489585"/>
                  </a:lnTo>
                  <a:lnTo>
                    <a:pt x="2241" y="536734"/>
                  </a:lnTo>
                  <a:lnTo>
                    <a:pt x="8828" y="582615"/>
                  </a:lnTo>
                  <a:lnTo>
                    <a:pt x="19555" y="627023"/>
                  </a:lnTo>
                  <a:lnTo>
                    <a:pt x="34218" y="669754"/>
                  </a:lnTo>
                  <a:lnTo>
                    <a:pt x="52611" y="710601"/>
                  </a:lnTo>
                  <a:lnTo>
                    <a:pt x="74529" y="749359"/>
                  </a:lnTo>
                  <a:lnTo>
                    <a:pt x="99766" y="785823"/>
                  </a:lnTo>
                  <a:lnTo>
                    <a:pt x="128118" y="819789"/>
                  </a:lnTo>
                  <a:lnTo>
                    <a:pt x="159380" y="851051"/>
                  </a:lnTo>
                  <a:lnTo>
                    <a:pt x="193346" y="879403"/>
                  </a:lnTo>
                  <a:lnTo>
                    <a:pt x="229810" y="904640"/>
                  </a:lnTo>
                  <a:lnTo>
                    <a:pt x="268568" y="926558"/>
                  </a:lnTo>
                  <a:lnTo>
                    <a:pt x="309415" y="944951"/>
                  </a:lnTo>
                  <a:lnTo>
                    <a:pt x="352146" y="959614"/>
                  </a:lnTo>
                  <a:lnTo>
                    <a:pt x="396554" y="970341"/>
                  </a:lnTo>
                  <a:lnTo>
                    <a:pt x="442435" y="976928"/>
                  </a:lnTo>
                  <a:lnTo>
                    <a:pt x="489584" y="979169"/>
                  </a:lnTo>
                  <a:lnTo>
                    <a:pt x="536734" y="976928"/>
                  </a:lnTo>
                  <a:lnTo>
                    <a:pt x="582615" y="970341"/>
                  </a:lnTo>
                  <a:lnTo>
                    <a:pt x="627023" y="959614"/>
                  </a:lnTo>
                  <a:lnTo>
                    <a:pt x="669754" y="944951"/>
                  </a:lnTo>
                  <a:lnTo>
                    <a:pt x="710601" y="926558"/>
                  </a:lnTo>
                  <a:lnTo>
                    <a:pt x="749359" y="904640"/>
                  </a:lnTo>
                  <a:lnTo>
                    <a:pt x="785823" y="879403"/>
                  </a:lnTo>
                  <a:lnTo>
                    <a:pt x="819789" y="851051"/>
                  </a:lnTo>
                  <a:lnTo>
                    <a:pt x="851051" y="819789"/>
                  </a:lnTo>
                  <a:lnTo>
                    <a:pt x="879403" y="785823"/>
                  </a:lnTo>
                  <a:lnTo>
                    <a:pt x="904640" y="749359"/>
                  </a:lnTo>
                  <a:lnTo>
                    <a:pt x="926558" y="710601"/>
                  </a:lnTo>
                  <a:lnTo>
                    <a:pt x="944951" y="669754"/>
                  </a:lnTo>
                  <a:lnTo>
                    <a:pt x="959614" y="627023"/>
                  </a:lnTo>
                  <a:lnTo>
                    <a:pt x="970341" y="582615"/>
                  </a:lnTo>
                  <a:lnTo>
                    <a:pt x="976928" y="536734"/>
                  </a:lnTo>
                  <a:lnTo>
                    <a:pt x="979169" y="489585"/>
                  </a:lnTo>
                  <a:lnTo>
                    <a:pt x="976928" y="442435"/>
                  </a:lnTo>
                  <a:lnTo>
                    <a:pt x="970341" y="396554"/>
                  </a:lnTo>
                  <a:lnTo>
                    <a:pt x="959614" y="352146"/>
                  </a:lnTo>
                  <a:lnTo>
                    <a:pt x="944951" y="309415"/>
                  </a:lnTo>
                  <a:lnTo>
                    <a:pt x="926558" y="268568"/>
                  </a:lnTo>
                  <a:lnTo>
                    <a:pt x="904640" y="229810"/>
                  </a:lnTo>
                  <a:lnTo>
                    <a:pt x="879403" y="193346"/>
                  </a:lnTo>
                  <a:lnTo>
                    <a:pt x="851051" y="159380"/>
                  </a:lnTo>
                  <a:lnTo>
                    <a:pt x="819789" y="128118"/>
                  </a:lnTo>
                  <a:lnTo>
                    <a:pt x="785823" y="99766"/>
                  </a:lnTo>
                  <a:lnTo>
                    <a:pt x="749359" y="74529"/>
                  </a:lnTo>
                  <a:lnTo>
                    <a:pt x="710601" y="52611"/>
                  </a:lnTo>
                  <a:lnTo>
                    <a:pt x="669754" y="34218"/>
                  </a:lnTo>
                  <a:lnTo>
                    <a:pt x="627023" y="19555"/>
                  </a:lnTo>
                  <a:lnTo>
                    <a:pt x="582615" y="8828"/>
                  </a:lnTo>
                  <a:lnTo>
                    <a:pt x="536734" y="2241"/>
                  </a:lnTo>
                  <a:lnTo>
                    <a:pt x="489584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79497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69" h="979170">
                  <a:moveTo>
                    <a:pt x="0" y="489585"/>
                  </a:moveTo>
                  <a:lnTo>
                    <a:pt x="2241" y="442435"/>
                  </a:lnTo>
                  <a:lnTo>
                    <a:pt x="8828" y="396554"/>
                  </a:lnTo>
                  <a:lnTo>
                    <a:pt x="19555" y="352146"/>
                  </a:lnTo>
                  <a:lnTo>
                    <a:pt x="34218" y="309415"/>
                  </a:lnTo>
                  <a:lnTo>
                    <a:pt x="52611" y="268568"/>
                  </a:lnTo>
                  <a:lnTo>
                    <a:pt x="74529" y="229810"/>
                  </a:lnTo>
                  <a:lnTo>
                    <a:pt x="99766" y="193346"/>
                  </a:lnTo>
                  <a:lnTo>
                    <a:pt x="128118" y="159380"/>
                  </a:lnTo>
                  <a:lnTo>
                    <a:pt x="159380" y="128118"/>
                  </a:lnTo>
                  <a:lnTo>
                    <a:pt x="193346" y="99766"/>
                  </a:lnTo>
                  <a:lnTo>
                    <a:pt x="229810" y="74529"/>
                  </a:lnTo>
                  <a:lnTo>
                    <a:pt x="268568" y="52611"/>
                  </a:lnTo>
                  <a:lnTo>
                    <a:pt x="309415" y="34218"/>
                  </a:lnTo>
                  <a:lnTo>
                    <a:pt x="352146" y="19555"/>
                  </a:lnTo>
                  <a:lnTo>
                    <a:pt x="396554" y="8828"/>
                  </a:lnTo>
                  <a:lnTo>
                    <a:pt x="442435" y="2241"/>
                  </a:lnTo>
                  <a:lnTo>
                    <a:pt x="489584" y="0"/>
                  </a:lnTo>
                  <a:lnTo>
                    <a:pt x="536734" y="2241"/>
                  </a:lnTo>
                  <a:lnTo>
                    <a:pt x="582615" y="8828"/>
                  </a:lnTo>
                  <a:lnTo>
                    <a:pt x="627023" y="19555"/>
                  </a:lnTo>
                  <a:lnTo>
                    <a:pt x="669754" y="34218"/>
                  </a:lnTo>
                  <a:lnTo>
                    <a:pt x="710601" y="52611"/>
                  </a:lnTo>
                  <a:lnTo>
                    <a:pt x="749359" y="74529"/>
                  </a:lnTo>
                  <a:lnTo>
                    <a:pt x="785823" y="99766"/>
                  </a:lnTo>
                  <a:lnTo>
                    <a:pt x="819789" y="128118"/>
                  </a:lnTo>
                  <a:lnTo>
                    <a:pt x="851051" y="159380"/>
                  </a:lnTo>
                  <a:lnTo>
                    <a:pt x="879403" y="193346"/>
                  </a:lnTo>
                  <a:lnTo>
                    <a:pt x="904640" y="229810"/>
                  </a:lnTo>
                  <a:lnTo>
                    <a:pt x="926558" y="268568"/>
                  </a:lnTo>
                  <a:lnTo>
                    <a:pt x="944951" y="309415"/>
                  </a:lnTo>
                  <a:lnTo>
                    <a:pt x="959614" y="352146"/>
                  </a:lnTo>
                  <a:lnTo>
                    <a:pt x="970341" y="396554"/>
                  </a:lnTo>
                  <a:lnTo>
                    <a:pt x="976928" y="442435"/>
                  </a:lnTo>
                  <a:lnTo>
                    <a:pt x="979169" y="489585"/>
                  </a:lnTo>
                  <a:lnTo>
                    <a:pt x="976928" y="536734"/>
                  </a:lnTo>
                  <a:lnTo>
                    <a:pt x="970341" y="582615"/>
                  </a:lnTo>
                  <a:lnTo>
                    <a:pt x="959614" y="627023"/>
                  </a:lnTo>
                  <a:lnTo>
                    <a:pt x="944951" y="669754"/>
                  </a:lnTo>
                  <a:lnTo>
                    <a:pt x="926558" y="710601"/>
                  </a:lnTo>
                  <a:lnTo>
                    <a:pt x="904640" y="749359"/>
                  </a:lnTo>
                  <a:lnTo>
                    <a:pt x="879403" y="785823"/>
                  </a:lnTo>
                  <a:lnTo>
                    <a:pt x="851051" y="819789"/>
                  </a:lnTo>
                  <a:lnTo>
                    <a:pt x="819789" y="851051"/>
                  </a:lnTo>
                  <a:lnTo>
                    <a:pt x="785823" y="879403"/>
                  </a:lnTo>
                  <a:lnTo>
                    <a:pt x="749359" y="904640"/>
                  </a:lnTo>
                  <a:lnTo>
                    <a:pt x="710601" y="926558"/>
                  </a:lnTo>
                  <a:lnTo>
                    <a:pt x="669754" y="944951"/>
                  </a:lnTo>
                  <a:lnTo>
                    <a:pt x="627023" y="959614"/>
                  </a:lnTo>
                  <a:lnTo>
                    <a:pt x="582615" y="970341"/>
                  </a:lnTo>
                  <a:lnTo>
                    <a:pt x="536734" y="976928"/>
                  </a:lnTo>
                  <a:lnTo>
                    <a:pt x="489584" y="979169"/>
                  </a:lnTo>
                  <a:lnTo>
                    <a:pt x="442435" y="976928"/>
                  </a:lnTo>
                  <a:lnTo>
                    <a:pt x="396554" y="970341"/>
                  </a:lnTo>
                  <a:lnTo>
                    <a:pt x="352146" y="959614"/>
                  </a:lnTo>
                  <a:lnTo>
                    <a:pt x="309415" y="944951"/>
                  </a:lnTo>
                  <a:lnTo>
                    <a:pt x="268568" y="926558"/>
                  </a:lnTo>
                  <a:lnTo>
                    <a:pt x="229810" y="904640"/>
                  </a:lnTo>
                  <a:lnTo>
                    <a:pt x="193346" y="879403"/>
                  </a:lnTo>
                  <a:lnTo>
                    <a:pt x="159380" y="851051"/>
                  </a:lnTo>
                  <a:lnTo>
                    <a:pt x="128118" y="819789"/>
                  </a:lnTo>
                  <a:lnTo>
                    <a:pt x="99766" y="785823"/>
                  </a:lnTo>
                  <a:lnTo>
                    <a:pt x="74529" y="749359"/>
                  </a:lnTo>
                  <a:lnTo>
                    <a:pt x="52611" y="710601"/>
                  </a:lnTo>
                  <a:lnTo>
                    <a:pt x="34218" y="669754"/>
                  </a:lnTo>
                  <a:lnTo>
                    <a:pt x="19555" y="627023"/>
                  </a:lnTo>
                  <a:lnTo>
                    <a:pt x="8828" y="582615"/>
                  </a:lnTo>
                  <a:lnTo>
                    <a:pt x="2241" y="536734"/>
                  </a:lnTo>
                  <a:lnTo>
                    <a:pt x="0" y="489585"/>
                  </a:lnTo>
                  <a:close/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52115" y="2898597"/>
              <a:ext cx="469392" cy="7531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67562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3203067" y="0"/>
                  </a:moveTo>
                  <a:lnTo>
                    <a:pt x="0" y="72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0785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7562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0" y="72"/>
                  </a:moveTo>
                  <a:lnTo>
                    <a:pt x="3203067" y="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785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484623" y="2490660"/>
            <a:ext cx="3216275" cy="3277235"/>
            <a:chOff x="4484623" y="2490660"/>
            <a:chExt cx="3216275" cy="3277235"/>
          </a:xfrm>
        </p:grpSpPr>
        <p:sp>
          <p:nvSpPr>
            <p:cNvPr id="16" name="object 16"/>
            <p:cNvSpPr/>
            <p:nvPr/>
          </p:nvSpPr>
          <p:spPr>
            <a:xfrm>
              <a:off x="4490973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3203067" y="0"/>
                  </a:moveTo>
                  <a:lnTo>
                    <a:pt x="0" y="0"/>
                  </a:lnTo>
                  <a:lnTo>
                    <a:pt x="0" y="3264027"/>
                  </a:lnTo>
                  <a:lnTo>
                    <a:pt x="3203067" y="3264027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CCE1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90973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0" y="3264027"/>
                  </a:moveTo>
                  <a:lnTo>
                    <a:pt x="3203067" y="3264027"/>
                  </a:lnTo>
                  <a:lnTo>
                    <a:pt x="3203067" y="0"/>
                  </a:lnTo>
                  <a:lnTo>
                    <a:pt x="0" y="0"/>
                  </a:lnTo>
                  <a:lnTo>
                    <a:pt x="0" y="3264027"/>
                  </a:lnTo>
                  <a:close/>
                </a:path>
              </a:pathLst>
            </a:custGeom>
            <a:ln w="12700">
              <a:solidFill>
                <a:srgbClr val="CCE1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1163" y="4031564"/>
              <a:ext cx="1391754" cy="3691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41163" y="4362958"/>
              <a:ext cx="1925447" cy="36880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41163" y="4695190"/>
              <a:ext cx="2005330" cy="36880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602858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489585" y="0"/>
                  </a:moveTo>
                  <a:lnTo>
                    <a:pt x="442435" y="2241"/>
                  </a:lnTo>
                  <a:lnTo>
                    <a:pt x="396554" y="8828"/>
                  </a:lnTo>
                  <a:lnTo>
                    <a:pt x="352146" y="19555"/>
                  </a:lnTo>
                  <a:lnTo>
                    <a:pt x="309415" y="34218"/>
                  </a:lnTo>
                  <a:lnTo>
                    <a:pt x="268568" y="52611"/>
                  </a:lnTo>
                  <a:lnTo>
                    <a:pt x="229810" y="74529"/>
                  </a:lnTo>
                  <a:lnTo>
                    <a:pt x="193346" y="99766"/>
                  </a:lnTo>
                  <a:lnTo>
                    <a:pt x="159380" y="128118"/>
                  </a:lnTo>
                  <a:lnTo>
                    <a:pt x="128118" y="159380"/>
                  </a:lnTo>
                  <a:lnTo>
                    <a:pt x="99766" y="193346"/>
                  </a:lnTo>
                  <a:lnTo>
                    <a:pt x="74529" y="229810"/>
                  </a:lnTo>
                  <a:lnTo>
                    <a:pt x="52611" y="268568"/>
                  </a:lnTo>
                  <a:lnTo>
                    <a:pt x="34218" y="309415"/>
                  </a:lnTo>
                  <a:lnTo>
                    <a:pt x="19555" y="352146"/>
                  </a:lnTo>
                  <a:lnTo>
                    <a:pt x="8828" y="396554"/>
                  </a:lnTo>
                  <a:lnTo>
                    <a:pt x="2241" y="442435"/>
                  </a:lnTo>
                  <a:lnTo>
                    <a:pt x="0" y="489585"/>
                  </a:lnTo>
                  <a:lnTo>
                    <a:pt x="2241" y="536734"/>
                  </a:lnTo>
                  <a:lnTo>
                    <a:pt x="8828" y="582615"/>
                  </a:lnTo>
                  <a:lnTo>
                    <a:pt x="19555" y="627023"/>
                  </a:lnTo>
                  <a:lnTo>
                    <a:pt x="34218" y="669754"/>
                  </a:lnTo>
                  <a:lnTo>
                    <a:pt x="52611" y="710601"/>
                  </a:lnTo>
                  <a:lnTo>
                    <a:pt x="74529" y="749359"/>
                  </a:lnTo>
                  <a:lnTo>
                    <a:pt x="99766" y="785823"/>
                  </a:lnTo>
                  <a:lnTo>
                    <a:pt x="128118" y="819789"/>
                  </a:lnTo>
                  <a:lnTo>
                    <a:pt x="159380" y="851051"/>
                  </a:lnTo>
                  <a:lnTo>
                    <a:pt x="193346" y="879403"/>
                  </a:lnTo>
                  <a:lnTo>
                    <a:pt x="229810" y="904640"/>
                  </a:lnTo>
                  <a:lnTo>
                    <a:pt x="268568" y="926558"/>
                  </a:lnTo>
                  <a:lnTo>
                    <a:pt x="309415" y="944951"/>
                  </a:lnTo>
                  <a:lnTo>
                    <a:pt x="352146" y="959614"/>
                  </a:lnTo>
                  <a:lnTo>
                    <a:pt x="396554" y="970341"/>
                  </a:lnTo>
                  <a:lnTo>
                    <a:pt x="442435" y="976928"/>
                  </a:lnTo>
                  <a:lnTo>
                    <a:pt x="489585" y="979169"/>
                  </a:lnTo>
                  <a:lnTo>
                    <a:pt x="536734" y="976928"/>
                  </a:lnTo>
                  <a:lnTo>
                    <a:pt x="582615" y="970341"/>
                  </a:lnTo>
                  <a:lnTo>
                    <a:pt x="627023" y="959614"/>
                  </a:lnTo>
                  <a:lnTo>
                    <a:pt x="669754" y="944951"/>
                  </a:lnTo>
                  <a:lnTo>
                    <a:pt x="710601" y="926558"/>
                  </a:lnTo>
                  <a:lnTo>
                    <a:pt x="749359" y="904640"/>
                  </a:lnTo>
                  <a:lnTo>
                    <a:pt x="785823" y="879403"/>
                  </a:lnTo>
                  <a:lnTo>
                    <a:pt x="819789" y="851051"/>
                  </a:lnTo>
                  <a:lnTo>
                    <a:pt x="851051" y="819789"/>
                  </a:lnTo>
                  <a:lnTo>
                    <a:pt x="879403" y="785823"/>
                  </a:lnTo>
                  <a:lnTo>
                    <a:pt x="904640" y="749359"/>
                  </a:lnTo>
                  <a:lnTo>
                    <a:pt x="926558" y="710601"/>
                  </a:lnTo>
                  <a:lnTo>
                    <a:pt x="944951" y="669754"/>
                  </a:lnTo>
                  <a:lnTo>
                    <a:pt x="959614" y="627023"/>
                  </a:lnTo>
                  <a:lnTo>
                    <a:pt x="970341" y="582615"/>
                  </a:lnTo>
                  <a:lnTo>
                    <a:pt x="976928" y="536734"/>
                  </a:lnTo>
                  <a:lnTo>
                    <a:pt x="979169" y="489585"/>
                  </a:lnTo>
                  <a:lnTo>
                    <a:pt x="976928" y="442435"/>
                  </a:lnTo>
                  <a:lnTo>
                    <a:pt x="970341" y="396554"/>
                  </a:lnTo>
                  <a:lnTo>
                    <a:pt x="959614" y="352146"/>
                  </a:lnTo>
                  <a:lnTo>
                    <a:pt x="944951" y="309415"/>
                  </a:lnTo>
                  <a:lnTo>
                    <a:pt x="926558" y="268568"/>
                  </a:lnTo>
                  <a:lnTo>
                    <a:pt x="904640" y="229810"/>
                  </a:lnTo>
                  <a:lnTo>
                    <a:pt x="879403" y="193346"/>
                  </a:lnTo>
                  <a:lnTo>
                    <a:pt x="851051" y="159380"/>
                  </a:lnTo>
                  <a:lnTo>
                    <a:pt x="819789" y="128118"/>
                  </a:lnTo>
                  <a:lnTo>
                    <a:pt x="785823" y="99766"/>
                  </a:lnTo>
                  <a:lnTo>
                    <a:pt x="749359" y="74529"/>
                  </a:lnTo>
                  <a:lnTo>
                    <a:pt x="710601" y="52611"/>
                  </a:lnTo>
                  <a:lnTo>
                    <a:pt x="669754" y="34218"/>
                  </a:lnTo>
                  <a:lnTo>
                    <a:pt x="627023" y="19555"/>
                  </a:lnTo>
                  <a:lnTo>
                    <a:pt x="582615" y="8828"/>
                  </a:lnTo>
                  <a:lnTo>
                    <a:pt x="536734" y="2241"/>
                  </a:lnTo>
                  <a:lnTo>
                    <a:pt x="489585" y="0"/>
                  </a:lnTo>
                  <a:close/>
                </a:path>
              </a:pathLst>
            </a:custGeom>
            <a:solidFill>
              <a:srgbClr val="099A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02858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0" y="489585"/>
                  </a:moveTo>
                  <a:lnTo>
                    <a:pt x="2241" y="442435"/>
                  </a:lnTo>
                  <a:lnTo>
                    <a:pt x="8828" y="396554"/>
                  </a:lnTo>
                  <a:lnTo>
                    <a:pt x="19555" y="352146"/>
                  </a:lnTo>
                  <a:lnTo>
                    <a:pt x="34218" y="309415"/>
                  </a:lnTo>
                  <a:lnTo>
                    <a:pt x="52611" y="268568"/>
                  </a:lnTo>
                  <a:lnTo>
                    <a:pt x="74529" y="229810"/>
                  </a:lnTo>
                  <a:lnTo>
                    <a:pt x="99766" y="193346"/>
                  </a:lnTo>
                  <a:lnTo>
                    <a:pt x="128118" y="159380"/>
                  </a:lnTo>
                  <a:lnTo>
                    <a:pt x="159380" y="128118"/>
                  </a:lnTo>
                  <a:lnTo>
                    <a:pt x="193346" y="99766"/>
                  </a:lnTo>
                  <a:lnTo>
                    <a:pt x="229810" y="74529"/>
                  </a:lnTo>
                  <a:lnTo>
                    <a:pt x="268568" y="52611"/>
                  </a:lnTo>
                  <a:lnTo>
                    <a:pt x="309415" y="34218"/>
                  </a:lnTo>
                  <a:lnTo>
                    <a:pt x="352146" y="19555"/>
                  </a:lnTo>
                  <a:lnTo>
                    <a:pt x="396554" y="8828"/>
                  </a:lnTo>
                  <a:lnTo>
                    <a:pt x="442435" y="2241"/>
                  </a:lnTo>
                  <a:lnTo>
                    <a:pt x="489585" y="0"/>
                  </a:lnTo>
                  <a:lnTo>
                    <a:pt x="536734" y="2241"/>
                  </a:lnTo>
                  <a:lnTo>
                    <a:pt x="582615" y="8828"/>
                  </a:lnTo>
                  <a:lnTo>
                    <a:pt x="627023" y="19555"/>
                  </a:lnTo>
                  <a:lnTo>
                    <a:pt x="669754" y="34218"/>
                  </a:lnTo>
                  <a:lnTo>
                    <a:pt x="710601" y="52611"/>
                  </a:lnTo>
                  <a:lnTo>
                    <a:pt x="749359" y="74529"/>
                  </a:lnTo>
                  <a:lnTo>
                    <a:pt x="785823" y="99766"/>
                  </a:lnTo>
                  <a:lnTo>
                    <a:pt x="819789" y="128118"/>
                  </a:lnTo>
                  <a:lnTo>
                    <a:pt x="851051" y="159380"/>
                  </a:lnTo>
                  <a:lnTo>
                    <a:pt x="879403" y="193346"/>
                  </a:lnTo>
                  <a:lnTo>
                    <a:pt x="904640" y="229810"/>
                  </a:lnTo>
                  <a:lnTo>
                    <a:pt x="926558" y="268568"/>
                  </a:lnTo>
                  <a:lnTo>
                    <a:pt x="944951" y="309415"/>
                  </a:lnTo>
                  <a:lnTo>
                    <a:pt x="959614" y="352146"/>
                  </a:lnTo>
                  <a:lnTo>
                    <a:pt x="970341" y="396554"/>
                  </a:lnTo>
                  <a:lnTo>
                    <a:pt x="976928" y="442435"/>
                  </a:lnTo>
                  <a:lnTo>
                    <a:pt x="979169" y="489585"/>
                  </a:lnTo>
                  <a:lnTo>
                    <a:pt x="976928" y="536734"/>
                  </a:lnTo>
                  <a:lnTo>
                    <a:pt x="970341" y="582615"/>
                  </a:lnTo>
                  <a:lnTo>
                    <a:pt x="959614" y="627023"/>
                  </a:lnTo>
                  <a:lnTo>
                    <a:pt x="944951" y="669754"/>
                  </a:lnTo>
                  <a:lnTo>
                    <a:pt x="926558" y="710601"/>
                  </a:lnTo>
                  <a:lnTo>
                    <a:pt x="904640" y="749359"/>
                  </a:lnTo>
                  <a:lnTo>
                    <a:pt x="879403" y="785823"/>
                  </a:lnTo>
                  <a:lnTo>
                    <a:pt x="851051" y="819789"/>
                  </a:lnTo>
                  <a:lnTo>
                    <a:pt x="819789" y="851051"/>
                  </a:lnTo>
                  <a:lnTo>
                    <a:pt x="785823" y="879403"/>
                  </a:lnTo>
                  <a:lnTo>
                    <a:pt x="749359" y="904640"/>
                  </a:lnTo>
                  <a:lnTo>
                    <a:pt x="710601" y="926558"/>
                  </a:lnTo>
                  <a:lnTo>
                    <a:pt x="669754" y="944951"/>
                  </a:lnTo>
                  <a:lnTo>
                    <a:pt x="627023" y="959614"/>
                  </a:lnTo>
                  <a:lnTo>
                    <a:pt x="582615" y="970341"/>
                  </a:lnTo>
                  <a:lnTo>
                    <a:pt x="536734" y="976928"/>
                  </a:lnTo>
                  <a:lnTo>
                    <a:pt x="489585" y="979169"/>
                  </a:lnTo>
                  <a:lnTo>
                    <a:pt x="442435" y="976928"/>
                  </a:lnTo>
                  <a:lnTo>
                    <a:pt x="396554" y="970341"/>
                  </a:lnTo>
                  <a:lnTo>
                    <a:pt x="352146" y="959614"/>
                  </a:lnTo>
                  <a:lnTo>
                    <a:pt x="309415" y="944951"/>
                  </a:lnTo>
                  <a:lnTo>
                    <a:pt x="268568" y="926558"/>
                  </a:lnTo>
                  <a:lnTo>
                    <a:pt x="229810" y="904640"/>
                  </a:lnTo>
                  <a:lnTo>
                    <a:pt x="193346" y="879403"/>
                  </a:lnTo>
                  <a:lnTo>
                    <a:pt x="159380" y="851051"/>
                  </a:lnTo>
                  <a:lnTo>
                    <a:pt x="128118" y="819789"/>
                  </a:lnTo>
                  <a:lnTo>
                    <a:pt x="99766" y="785823"/>
                  </a:lnTo>
                  <a:lnTo>
                    <a:pt x="74529" y="749359"/>
                  </a:lnTo>
                  <a:lnTo>
                    <a:pt x="52611" y="710601"/>
                  </a:lnTo>
                  <a:lnTo>
                    <a:pt x="34218" y="669754"/>
                  </a:lnTo>
                  <a:lnTo>
                    <a:pt x="19555" y="627023"/>
                  </a:lnTo>
                  <a:lnTo>
                    <a:pt x="8828" y="582615"/>
                  </a:lnTo>
                  <a:lnTo>
                    <a:pt x="2241" y="536734"/>
                  </a:lnTo>
                  <a:lnTo>
                    <a:pt x="0" y="489585"/>
                  </a:lnTo>
                  <a:close/>
                </a:path>
              </a:pathLst>
            </a:custGeom>
            <a:ln w="12700">
              <a:solidFill>
                <a:srgbClr val="099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4643" y="2898597"/>
              <a:ext cx="713841" cy="75316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90973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3203067" y="0"/>
                  </a:moveTo>
                  <a:lnTo>
                    <a:pt x="0" y="72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0DA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90973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0" y="72"/>
                  </a:moveTo>
                  <a:lnTo>
                    <a:pt x="3203067" y="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DA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007984" y="2490660"/>
            <a:ext cx="3216275" cy="3277235"/>
            <a:chOff x="8007984" y="2490660"/>
            <a:chExt cx="3216275" cy="3277235"/>
          </a:xfrm>
        </p:grpSpPr>
        <p:sp>
          <p:nvSpPr>
            <p:cNvPr id="27" name="object 27"/>
            <p:cNvSpPr/>
            <p:nvPr/>
          </p:nvSpPr>
          <p:spPr>
            <a:xfrm>
              <a:off x="8014334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3203067" y="0"/>
                  </a:moveTo>
                  <a:lnTo>
                    <a:pt x="0" y="0"/>
                  </a:lnTo>
                  <a:lnTo>
                    <a:pt x="0" y="3264027"/>
                  </a:lnTo>
                  <a:lnTo>
                    <a:pt x="3203067" y="3264027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CCE7E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14334" y="2497010"/>
              <a:ext cx="3203575" cy="3264535"/>
            </a:xfrm>
            <a:custGeom>
              <a:avLst/>
              <a:gdLst/>
              <a:ahLst/>
              <a:cxnLst/>
              <a:rect l="l" t="t" r="r" b="b"/>
              <a:pathLst>
                <a:path w="3203575" h="3264535">
                  <a:moveTo>
                    <a:pt x="0" y="3264027"/>
                  </a:moveTo>
                  <a:lnTo>
                    <a:pt x="3203067" y="3264027"/>
                  </a:lnTo>
                  <a:lnTo>
                    <a:pt x="3203067" y="0"/>
                  </a:lnTo>
                  <a:lnTo>
                    <a:pt x="0" y="0"/>
                  </a:lnTo>
                  <a:lnTo>
                    <a:pt x="0" y="3264027"/>
                  </a:lnTo>
                  <a:close/>
                </a:path>
              </a:pathLst>
            </a:custGeom>
            <a:ln w="12700">
              <a:solidFill>
                <a:srgbClr val="CCE7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64905" y="4031564"/>
              <a:ext cx="1880107" cy="3691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64905" y="4362958"/>
              <a:ext cx="2123186" cy="36880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64905" y="4695190"/>
              <a:ext cx="1996567" cy="36880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4905" y="5025898"/>
              <a:ext cx="1177391" cy="36880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126219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489584" y="0"/>
                  </a:moveTo>
                  <a:lnTo>
                    <a:pt x="442435" y="2241"/>
                  </a:lnTo>
                  <a:lnTo>
                    <a:pt x="396554" y="8828"/>
                  </a:lnTo>
                  <a:lnTo>
                    <a:pt x="352146" y="19555"/>
                  </a:lnTo>
                  <a:lnTo>
                    <a:pt x="309415" y="34218"/>
                  </a:lnTo>
                  <a:lnTo>
                    <a:pt x="268568" y="52611"/>
                  </a:lnTo>
                  <a:lnTo>
                    <a:pt x="229810" y="74529"/>
                  </a:lnTo>
                  <a:lnTo>
                    <a:pt x="193346" y="99766"/>
                  </a:lnTo>
                  <a:lnTo>
                    <a:pt x="159380" y="128118"/>
                  </a:lnTo>
                  <a:lnTo>
                    <a:pt x="128118" y="159380"/>
                  </a:lnTo>
                  <a:lnTo>
                    <a:pt x="99766" y="193346"/>
                  </a:lnTo>
                  <a:lnTo>
                    <a:pt x="74529" y="229810"/>
                  </a:lnTo>
                  <a:lnTo>
                    <a:pt x="52611" y="268568"/>
                  </a:lnTo>
                  <a:lnTo>
                    <a:pt x="34218" y="309415"/>
                  </a:lnTo>
                  <a:lnTo>
                    <a:pt x="19555" y="352146"/>
                  </a:lnTo>
                  <a:lnTo>
                    <a:pt x="8828" y="396554"/>
                  </a:lnTo>
                  <a:lnTo>
                    <a:pt x="2241" y="442435"/>
                  </a:lnTo>
                  <a:lnTo>
                    <a:pt x="0" y="489585"/>
                  </a:lnTo>
                  <a:lnTo>
                    <a:pt x="2241" y="536734"/>
                  </a:lnTo>
                  <a:lnTo>
                    <a:pt x="8828" y="582615"/>
                  </a:lnTo>
                  <a:lnTo>
                    <a:pt x="19555" y="627023"/>
                  </a:lnTo>
                  <a:lnTo>
                    <a:pt x="34218" y="669754"/>
                  </a:lnTo>
                  <a:lnTo>
                    <a:pt x="52611" y="710601"/>
                  </a:lnTo>
                  <a:lnTo>
                    <a:pt x="74529" y="749359"/>
                  </a:lnTo>
                  <a:lnTo>
                    <a:pt x="99766" y="785823"/>
                  </a:lnTo>
                  <a:lnTo>
                    <a:pt x="128118" y="819789"/>
                  </a:lnTo>
                  <a:lnTo>
                    <a:pt x="159380" y="851051"/>
                  </a:lnTo>
                  <a:lnTo>
                    <a:pt x="193346" y="879403"/>
                  </a:lnTo>
                  <a:lnTo>
                    <a:pt x="229810" y="904640"/>
                  </a:lnTo>
                  <a:lnTo>
                    <a:pt x="268568" y="926558"/>
                  </a:lnTo>
                  <a:lnTo>
                    <a:pt x="309415" y="944951"/>
                  </a:lnTo>
                  <a:lnTo>
                    <a:pt x="352146" y="959614"/>
                  </a:lnTo>
                  <a:lnTo>
                    <a:pt x="396554" y="970341"/>
                  </a:lnTo>
                  <a:lnTo>
                    <a:pt x="442435" y="976928"/>
                  </a:lnTo>
                  <a:lnTo>
                    <a:pt x="489584" y="979169"/>
                  </a:lnTo>
                  <a:lnTo>
                    <a:pt x="536734" y="976928"/>
                  </a:lnTo>
                  <a:lnTo>
                    <a:pt x="582615" y="970341"/>
                  </a:lnTo>
                  <a:lnTo>
                    <a:pt x="627023" y="959614"/>
                  </a:lnTo>
                  <a:lnTo>
                    <a:pt x="669754" y="944951"/>
                  </a:lnTo>
                  <a:lnTo>
                    <a:pt x="710601" y="926558"/>
                  </a:lnTo>
                  <a:lnTo>
                    <a:pt x="749359" y="904640"/>
                  </a:lnTo>
                  <a:lnTo>
                    <a:pt x="785823" y="879403"/>
                  </a:lnTo>
                  <a:lnTo>
                    <a:pt x="819789" y="851051"/>
                  </a:lnTo>
                  <a:lnTo>
                    <a:pt x="851051" y="819789"/>
                  </a:lnTo>
                  <a:lnTo>
                    <a:pt x="879403" y="785823"/>
                  </a:lnTo>
                  <a:lnTo>
                    <a:pt x="904640" y="749359"/>
                  </a:lnTo>
                  <a:lnTo>
                    <a:pt x="926558" y="710601"/>
                  </a:lnTo>
                  <a:lnTo>
                    <a:pt x="944951" y="669754"/>
                  </a:lnTo>
                  <a:lnTo>
                    <a:pt x="959614" y="627023"/>
                  </a:lnTo>
                  <a:lnTo>
                    <a:pt x="970341" y="582615"/>
                  </a:lnTo>
                  <a:lnTo>
                    <a:pt x="976928" y="536734"/>
                  </a:lnTo>
                  <a:lnTo>
                    <a:pt x="979170" y="489585"/>
                  </a:lnTo>
                  <a:lnTo>
                    <a:pt x="976928" y="442435"/>
                  </a:lnTo>
                  <a:lnTo>
                    <a:pt x="970341" y="396554"/>
                  </a:lnTo>
                  <a:lnTo>
                    <a:pt x="959614" y="352146"/>
                  </a:lnTo>
                  <a:lnTo>
                    <a:pt x="944951" y="309415"/>
                  </a:lnTo>
                  <a:lnTo>
                    <a:pt x="926558" y="268568"/>
                  </a:lnTo>
                  <a:lnTo>
                    <a:pt x="904640" y="229810"/>
                  </a:lnTo>
                  <a:lnTo>
                    <a:pt x="879403" y="193346"/>
                  </a:lnTo>
                  <a:lnTo>
                    <a:pt x="851051" y="159380"/>
                  </a:lnTo>
                  <a:lnTo>
                    <a:pt x="819789" y="128118"/>
                  </a:lnTo>
                  <a:lnTo>
                    <a:pt x="785823" y="99766"/>
                  </a:lnTo>
                  <a:lnTo>
                    <a:pt x="749359" y="74529"/>
                  </a:lnTo>
                  <a:lnTo>
                    <a:pt x="710601" y="52611"/>
                  </a:lnTo>
                  <a:lnTo>
                    <a:pt x="669754" y="34218"/>
                  </a:lnTo>
                  <a:lnTo>
                    <a:pt x="627023" y="19555"/>
                  </a:lnTo>
                  <a:lnTo>
                    <a:pt x="582615" y="8828"/>
                  </a:lnTo>
                  <a:lnTo>
                    <a:pt x="536734" y="2241"/>
                  </a:lnTo>
                  <a:lnTo>
                    <a:pt x="489584" y="0"/>
                  </a:lnTo>
                  <a:close/>
                </a:path>
              </a:pathLst>
            </a:custGeom>
            <a:solidFill>
              <a:srgbClr val="11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126219" y="2823464"/>
              <a:ext cx="979169" cy="979169"/>
            </a:xfrm>
            <a:custGeom>
              <a:avLst/>
              <a:gdLst/>
              <a:ahLst/>
              <a:cxnLst/>
              <a:rect l="l" t="t" r="r" b="b"/>
              <a:pathLst>
                <a:path w="979170" h="979170">
                  <a:moveTo>
                    <a:pt x="0" y="489585"/>
                  </a:moveTo>
                  <a:lnTo>
                    <a:pt x="2241" y="442435"/>
                  </a:lnTo>
                  <a:lnTo>
                    <a:pt x="8828" y="396554"/>
                  </a:lnTo>
                  <a:lnTo>
                    <a:pt x="19555" y="352146"/>
                  </a:lnTo>
                  <a:lnTo>
                    <a:pt x="34218" y="309415"/>
                  </a:lnTo>
                  <a:lnTo>
                    <a:pt x="52611" y="268568"/>
                  </a:lnTo>
                  <a:lnTo>
                    <a:pt x="74529" y="229810"/>
                  </a:lnTo>
                  <a:lnTo>
                    <a:pt x="99766" y="193346"/>
                  </a:lnTo>
                  <a:lnTo>
                    <a:pt x="128118" y="159380"/>
                  </a:lnTo>
                  <a:lnTo>
                    <a:pt x="159380" y="128118"/>
                  </a:lnTo>
                  <a:lnTo>
                    <a:pt x="193346" y="99766"/>
                  </a:lnTo>
                  <a:lnTo>
                    <a:pt x="229810" y="74529"/>
                  </a:lnTo>
                  <a:lnTo>
                    <a:pt x="268568" y="52611"/>
                  </a:lnTo>
                  <a:lnTo>
                    <a:pt x="309415" y="34218"/>
                  </a:lnTo>
                  <a:lnTo>
                    <a:pt x="352146" y="19555"/>
                  </a:lnTo>
                  <a:lnTo>
                    <a:pt x="396554" y="8828"/>
                  </a:lnTo>
                  <a:lnTo>
                    <a:pt x="442435" y="2241"/>
                  </a:lnTo>
                  <a:lnTo>
                    <a:pt x="489584" y="0"/>
                  </a:lnTo>
                  <a:lnTo>
                    <a:pt x="536734" y="2241"/>
                  </a:lnTo>
                  <a:lnTo>
                    <a:pt x="582615" y="8828"/>
                  </a:lnTo>
                  <a:lnTo>
                    <a:pt x="627023" y="19555"/>
                  </a:lnTo>
                  <a:lnTo>
                    <a:pt x="669754" y="34218"/>
                  </a:lnTo>
                  <a:lnTo>
                    <a:pt x="710601" y="52611"/>
                  </a:lnTo>
                  <a:lnTo>
                    <a:pt x="749359" y="74529"/>
                  </a:lnTo>
                  <a:lnTo>
                    <a:pt x="785823" y="99766"/>
                  </a:lnTo>
                  <a:lnTo>
                    <a:pt x="819789" y="128118"/>
                  </a:lnTo>
                  <a:lnTo>
                    <a:pt x="851051" y="159380"/>
                  </a:lnTo>
                  <a:lnTo>
                    <a:pt x="879403" y="193346"/>
                  </a:lnTo>
                  <a:lnTo>
                    <a:pt x="904640" y="229810"/>
                  </a:lnTo>
                  <a:lnTo>
                    <a:pt x="926558" y="268568"/>
                  </a:lnTo>
                  <a:lnTo>
                    <a:pt x="944951" y="309415"/>
                  </a:lnTo>
                  <a:lnTo>
                    <a:pt x="959614" y="352146"/>
                  </a:lnTo>
                  <a:lnTo>
                    <a:pt x="970341" y="396554"/>
                  </a:lnTo>
                  <a:lnTo>
                    <a:pt x="976928" y="442435"/>
                  </a:lnTo>
                  <a:lnTo>
                    <a:pt x="979170" y="489585"/>
                  </a:lnTo>
                  <a:lnTo>
                    <a:pt x="976928" y="536734"/>
                  </a:lnTo>
                  <a:lnTo>
                    <a:pt x="970341" y="582615"/>
                  </a:lnTo>
                  <a:lnTo>
                    <a:pt x="959614" y="627023"/>
                  </a:lnTo>
                  <a:lnTo>
                    <a:pt x="944951" y="669754"/>
                  </a:lnTo>
                  <a:lnTo>
                    <a:pt x="926558" y="710601"/>
                  </a:lnTo>
                  <a:lnTo>
                    <a:pt x="904640" y="749359"/>
                  </a:lnTo>
                  <a:lnTo>
                    <a:pt x="879403" y="785823"/>
                  </a:lnTo>
                  <a:lnTo>
                    <a:pt x="851051" y="819789"/>
                  </a:lnTo>
                  <a:lnTo>
                    <a:pt x="819789" y="851051"/>
                  </a:lnTo>
                  <a:lnTo>
                    <a:pt x="785823" y="879403"/>
                  </a:lnTo>
                  <a:lnTo>
                    <a:pt x="749359" y="904640"/>
                  </a:lnTo>
                  <a:lnTo>
                    <a:pt x="710601" y="926558"/>
                  </a:lnTo>
                  <a:lnTo>
                    <a:pt x="669754" y="944951"/>
                  </a:lnTo>
                  <a:lnTo>
                    <a:pt x="627023" y="959614"/>
                  </a:lnTo>
                  <a:lnTo>
                    <a:pt x="582615" y="970341"/>
                  </a:lnTo>
                  <a:lnTo>
                    <a:pt x="536734" y="976928"/>
                  </a:lnTo>
                  <a:lnTo>
                    <a:pt x="489584" y="979169"/>
                  </a:lnTo>
                  <a:lnTo>
                    <a:pt x="442435" y="976928"/>
                  </a:lnTo>
                  <a:lnTo>
                    <a:pt x="396554" y="970341"/>
                  </a:lnTo>
                  <a:lnTo>
                    <a:pt x="352146" y="959614"/>
                  </a:lnTo>
                  <a:lnTo>
                    <a:pt x="309415" y="944951"/>
                  </a:lnTo>
                  <a:lnTo>
                    <a:pt x="268568" y="926558"/>
                  </a:lnTo>
                  <a:lnTo>
                    <a:pt x="229810" y="904640"/>
                  </a:lnTo>
                  <a:lnTo>
                    <a:pt x="193346" y="879403"/>
                  </a:lnTo>
                  <a:lnTo>
                    <a:pt x="159380" y="851051"/>
                  </a:lnTo>
                  <a:lnTo>
                    <a:pt x="128118" y="819789"/>
                  </a:lnTo>
                  <a:lnTo>
                    <a:pt x="99766" y="785823"/>
                  </a:lnTo>
                  <a:lnTo>
                    <a:pt x="74529" y="749359"/>
                  </a:lnTo>
                  <a:lnTo>
                    <a:pt x="52611" y="710601"/>
                  </a:lnTo>
                  <a:lnTo>
                    <a:pt x="34218" y="669754"/>
                  </a:lnTo>
                  <a:lnTo>
                    <a:pt x="19555" y="627023"/>
                  </a:lnTo>
                  <a:lnTo>
                    <a:pt x="8828" y="582615"/>
                  </a:lnTo>
                  <a:lnTo>
                    <a:pt x="2241" y="536734"/>
                  </a:lnTo>
                  <a:lnTo>
                    <a:pt x="0" y="489585"/>
                  </a:lnTo>
                  <a:close/>
                </a:path>
              </a:pathLst>
            </a:custGeom>
            <a:ln w="12699">
              <a:solidFill>
                <a:srgbClr val="11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34194" y="2898597"/>
              <a:ext cx="731520" cy="7531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014334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3203067" y="0"/>
                  </a:moveTo>
                  <a:lnTo>
                    <a:pt x="0" y="72"/>
                  </a:lnTo>
                  <a:lnTo>
                    <a:pt x="3203067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14334" y="5760965"/>
              <a:ext cx="3203575" cy="635"/>
            </a:xfrm>
            <a:custGeom>
              <a:avLst/>
              <a:gdLst/>
              <a:ahLst/>
              <a:cxnLst/>
              <a:rect l="l" t="t" r="r" b="b"/>
              <a:pathLst>
                <a:path w="3203575" h="635">
                  <a:moveTo>
                    <a:pt x="0" y="72"/>
                  </a:moveTo>
                  <a:lnTo>
                    <a:pt x="3203067" y="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92175"/>
            <a:ext cx="6793865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45185" y="2354618"/>
            <a:ext cx="7179945" cy="3412490"/>
            <a:chOff x="645185" y="2354618"/>
            <a:chExt cx="7179945" cy="3412490"/>
          </a:xfrm>
        </p:grpSpPr>
        <p:sp>
          <p:nvSpPr>
            <p:cNvPr id="11" name="object 11"/>
            <p:cNvSpPr/>
            <p:nvPr/>
          </p:nvSpPr>
          <p:spPr>
            <a:xfrm>
              <a:off x="651535" y="4920246"/>
              <a:ext cx="1791335" cy="840740"/>
            </a:xfrm>
            <a:custGeom>
              <a:avLst/>
              <a:gdLst/>
              <a:ahLst/>
              <a:cxnLst/>
              <a:rect l="l" t="t" r="r" b="b"/>
              <a:pathLst>
                <a:path w="1791335" h="840739">
                  <a:moveTo>
                    <a:pt x="1790827" y="0"/>
                  </a:moveTo>
                  <a:lnTo>
                    <a:pt x="0" y="0"/>
                  </a:lnTo>
                  <a:lnTo>
                    <a:pt x="0" y="840193"/>
                  </a:lnTo>
                  <a:lnTo>
                    <a:pt x="1790827" y="840193"/>
                  </a:lnTo>
                  <a:lnTo>
                    <a:pt x="1790827" y="0"/>
                  </a:lnTo>
                  <a:close/>
                </a:path>
              </a:pathLst>
            </a:custGeom>
            <a:solidFill>
              <a:srgbClr val="0021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1535" y="4920246"/>
              <a:ext cx="1791335" cy="840740"/>
            </a:xfrm>
            <a:custGeom>
              <a:avLst/>
              <a:gdLst/>
              <a:ahLst/>
              <a:cxnLst/>
              <a:rect l="l" t="t" r="r" b="b"/>
              <a:pathLst>
                <a:path w="1791335" h="840739">
                  <a:moveTo>
                    <a:pt x="0" y="840193"/>
                  </a:moveTo>
                  <a:lnTo>
                    <a:pt x="1790827" y="840193"/>
                  </a:lnTo>
                  <a:lnTo>
                    <a:pt x="1790827" y="0"/>
                  </a:lnTo>
                  <a:lnTo>
                    <a:pt x="0" y="0"/>
                  </a:lnTo>
                  <a:lnTo>
                    <a:pt x="0" y="840193"/>
                  </a:lnTo>
                  <a:close/>
                </a:path>
              </a:pathLst>
            </a:custGeom>
            <a:ln w="12700">
              <a:solidFill>
                <a:srgbClr val="0021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880" y="5095620"/>
              <a:ext cx="1683639" cy="44805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42336" y="4920246"/>
              <a:ext cx="5372735" cy="840740"/>
            </a:xfrm>
            <a:custGeom>
              <a:avLst/>
              <a:gdLst/>
              <a:ahLst/>
              <a:cxnLst/>
              <a:rect l="l" t="t" r="r" b="b"/>
              <a:pathLst>
                <a:path w="5372734" h="840739">
                  <a:moveTo>
                    <a:pt x="5372353" y="0"/>
                  </a:moveTo>
                  <a:lnTo>
                    <a:pt x="0" y="0"/>
                  </a:lnTo>
                  <a:lnTo>
                    <a:pt x="0" y="840193"/>
                  </a:lnTo>
                  <a:lnTo>
                    <a:pt x="5372353" y="840193"/>
                  </a:lnTo>
                  <a:lnTo>
                    <a:pt x="5372353" y="0"/>
                  </a:lnTo>
                  <a:close/>
                </a:path>
              </a:pathLst>
            </a:custGeom>
            <a:solidFill>
              <a:srgbClr val="CACC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42336" y="4920246"/>
              <a:ext cx="5372735" cy="840740"/>
            </a:xfrm>
            <a:custGeom>
              <a:avLst/>
              <a:gdLst/>
              <a:ahLst/>
              <a:cxnLst/>
              <a:rect l="l" t="t" r="r" b="b"/>
              <a:pathLst>
                <a:path w="5372734" h="840739">
                  <a:moveTo>
                    <a:pt x="0" y="840193"/>
                  </a:moveTo>
                  <a:lnTo>
                    <a:pt x="5372353" y="840193"/>
                  </a:lnTo>
                  <a:lnTo>
                    <a:pt x="5372353" y="0"/>
                  </a:lnTo>
                  <a:lnTo>
                    <a:pt x="0" y="0"/>
                  </a:lnTo>
                  <a:lnTo>
                    <a:pt x="0" y="840193"/>
                  </a:lnTo>
                  <a:close/>
                </a:path>
              </a:pathLst>
            </a:custGeom>
            <a:ln w="12699">
              <a:solidFill>
                <a:srgbClr val="CAC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1430" y="5156276"/>
              <a:ext cx="1950846" cy="3371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5371" y="5156276"/>
              <a:ext cx="198120" cy="3371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64430" y="5156276"/>
              <a:ext cx="2281808" cy="3371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51535" y="3640582"/>
              <a:ext cx="1791335" cy="1292225"/>
            </a:xfrm>
            <a:custGeom>
              <a:avLst/>
              <a:gdLst/>
              <a:ahLst/>
              <a:cxnLst/>
              <a:rect l="l" t="t" r="r" b="b"/>
              <a:pathLst>
                <a:path w="1791335" h="1292225">
                  <a:moveTo>
                    <a:pt x="1790801" y="0"/>
                  </a:moveTo>
                  <a:lnTo>
                    <a:pt x="0" y="0"/>
                  </a:lnTo>
                  <a:lnTo>
                    <a:pt x="0" y="839724"/>
                  </a:lnTo>
                  <a:lnTo>
                    <a:pt x="863066" y="839724"/>
                  </a:lnTo>
                  <a:lnTo>
                    <a:pt x="863066" y="1098423"/>
                  </a:lnTo>
                  <a:lnTo>
                    <a:pt x="766165" y="1098423"/>
                  </a:lnTo>
                  <a:lnTo>
                    <a:pt x="895324" y="1292225"/>
                  </a:lnTo>
                  <a:lnTo>
                    <a:pt x="1024610" y="1098423"/>
                  </a:lnTo>
                  <a:lnTo>
                    <a:pt x="927709" y="1098423"/>
                  </a:lnTo>
                  <a:lnTo>
                    <a:pt x="927709" y="839724"/>
                  </a:lnTo>
                  <a:lnTo>
                    <a:pt x="1790801" y="839724"/>
                  </a:lnTo>
                  <a:lnTo>
                    <a:pt x="1790801" y="0"/>
                  </a:lnTo>
                  <a:close/>
                </a:path>
              </a:pathLst>
            </a:custGeom>
            <a:solidFill>
              <a:srgbClr val="0021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1535" y="3640582"/>
              <a:ext cx="1791335" cy="1292225"/>
            </a:xfrm>
            <a:custGeom>
              <a:avLst/>
              <a:gdLst/>
              <a:ahLst/>
              <a:cxnLst/>
              <a:rect l="l" t="t" r="r" b="b"/>
              <a:pathLst>
                <a:path w="1791335" h="1292225">
                  <a:moveTo>
                    <a:pt x="1790801" y="839724"/>
                  </a:moveTo>
                  <a:lnTo>
                    <a:pt x="927709" y="839724"/>
                  </a:lnTo>
                  <a:lnTo>
                    <a:pt x="927709" y="1098423"/>
                  </a:lnTo>
                  <a:lnTo>
                    <a:pt x="1024610" y="1098423"/>
                  </a:lnTo>
                  <a:lnTo>
                    <a:pt x="895324" y="1292225"/>
                  </a:lnTo>
                  <a:lnTo>
                    <a:pt x="766165" y="1098423"/>
                  </a:lnTo>
                  <a:lnTo>
                    <a:pt x="863066" y="1098423"/>
                  </a:lnTo>
                  <a:lnTo>
                    <a:pt x="863066" y="839724"/>
                  </a:lnTo>
                  <a:lnTo>
                    <a:pt x="0" y="839724"/>
                  </a:lnTo>
                  <a:lnTo>
                    <a:pt x="0" y="0"/>
                  </a:lnTo>
                  <a:lnTo>
                    <a:pt x="1790801" y="0"/>
                  </a:lnTo>
                  <a:lnTo>
                    <a:pt x="1790801" y="839724"/>
                  </a:lnTo>
                  <a:close/>
                </a:path>
              </a:pathLst>
            </a:custGeom>
            <a:ln w="12700">
              <a:solidFill>
                <a:srgbClr val="0021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044" y="3815156"/>
              <a:ext cx="1349502" cy="44836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42336" y="3640620"/>
              <a:ext cx="5372735" cy="840105"/>
            </a:xfrm>
            <a:custGeom>
              <a:avLst/>
              <a:gdLst/>
              <a:ahLst/>
              <a:cxnLst/>
              <a:rect l="l" t="t" r="r" b="b"/>
              <a:pathLst>
                <a:path w="5372734" h="840104">
                  <a:moveTo>
                    <a:pt x="5372353" y="0"/>
                  </a:moveTo>
                  <a:lnTo>
                    <a:pt x="0" y="0"/>
                  </a:lnTo>
                  <a:lnTo>
                    <a:pt x="0" y="839939"/>
                  </a:lnTo>
                  <a:lnTo>
                    <a:pt x="5372353" y="839939"/>
                  </a:lnTo>
                  <a:lnTo>
                    <a:pt x="5372353" y="0"/>
                  </a:lnTo>
                  <a:close/>
                </a:path>
              </a:pathLst>
            </a:custGeom>
            <a:solidFill>
              <a:srgbClr val="CACC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42336" y="3640620"/>
              <a:ext cx="5372735" cy="840105"/>
            </a:xfrm>
            <a:custGeom>
              <a:avLst/>
              <a:gdLst/>
              <a:ahLst/>
              <a:cxnLst/>
              <a:rect l="l" t="t" r="r" b="b"/>
              <a:pathLst>
                <a:path w="5372734" h="840104">
                  <a:moveTo>
                    <a:pt x="0" y="839939"/>
                  </a:moveTo>
                  <a:lnTo>
                    <a:pt x="5372353" y="839939"/>
                  </a:lnTo>
                  <a:lnTo>
                    <a:pt x="5372353" y="0"/>
                  </a:lnTo>
                  <a:lnTo>
                    <a:pt x="0" y="0"/>
                  </a:lnTo>
                  <a:lnTo>
                    <a:pt x="0" y="839939"/>
                  </a:lnTo>
                  <a:close/>
                </a:path>
              </a:pathLst>
            </a:custGeom>
            <a:ln w="12700">
              <a:solidFill>
                <a:srgbClr val="CAC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1430" y="3876802"/>
              <a:ext cx="2729738" cy="3368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9374" y="3876802"/>
              <a:ext cx="198729" cy="3368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8434" y="3876802"/>
              <a:ext cx="2566162" cy="3368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51535" y="2361056"/>
              <a:ext cx="1791335" cy="1292225"/>
            </a:xfrm>
            <a:custGeom>
              <a:avLst/>
              <a:gdLst/>
              <a:ahLst/>
              <a:cxnLst/>
              <a:rect l="l" t="t" r="r" b="b"/>
              <a:pathLst>
                <a:path w="1791335" h="1292225">
                  <a:moveTo>
                    <a:pt x="1790801" y="0"/>
                  </a:moveTo>
                  <a:lnTo>
                    <a:pt x="0" y="0"/>
                  </a:lnTo>
                  <a:lnTo>
                    <a:pt x="0" y="839596"/>
                  </a:lnTo>
                  <a:lnTo>
                    <a:pt x="863066" y="839596"/>
                  </a:lnTo>
                  <a:lnTo>
                    <a:pt x="863066" y="1098295"/>
                  </a:lnTo>
                  <a:lnTo>
                    <a:pt x="766165" y="1098295"/>
                  </a:lnTo>
                  <a:lnTo>
                    <a:pt x="895324" y="1292224"/>
                  </a:lnTo>
                  <a:lnTo>
                    <a:pt x="1024610" y="1098295"/>
                  </a:lnTo>
                  <a:lnTo>
                    <a:pt x="927709" y="1098295"/>
                  </a:lnTo>
                  <a:lnTo>
                    <a:pt x="927709" y="839596"/>
                  </a:lnTo>
                  <a:lnTo>
                    <a:pt x="1790801" y="839596"/>
                  </a:lnTo>
                  <a:lnTo>
                    <a:pt x="1790801" y="0"/>
                  </a:lnTo>
                  <a:close/>
                </a:path>
              </a:pathLst>
            </a:custGeom>
            <a:solidFill>
              <a:srgbClr val="0021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1535" y="2361056"/>
              <a:ext cx="1791335" cy="1292225"/>
            </a:xfrm>
            <a:custGeom>
              <a:avLst/>
              <a:gdLst/>
              <a:ahLst/>
              <a:cxnLst/>
              <a:rect l="l" t="t" r="r" b="b"/>
              <a:pathLst>
                <a:path w="1791335" h="1292225">
                  <a:moveTo>
                    <a:pt x="1790801" y="839596"/>
                  </a:moveTo>
                  <a:lnTo>
                    <a:pt x="927709" y="839596"/>
                  </a:lnTo>
                  <a:lnTo>
                    <a:pt x="927709" y="1098295"/>
                  </a:lnTo>
                  <a:lnTo>
                    <a:pt x="1024610" y="1098295"/>
                  </a:lnTo>
                  <a:lnTo>
                    <a:pt x="895324" y="1292224"/>
                  </a:lnTo>
                  <a:lnTo>
                    <a:pt x="766165" y="1098295"/>
                  </a:lnTo>
                  <a:lnTo>
                    <a:pt x="863066" y="1098295"/>
                  </a:lnTo>
                  <a:lnTo>
                    <a:pt x="863066" y="839596"/>
                  </a:lnTo>
                  <a:lnTo>
                    <a:pt x="0" y="839596"/>
                  </a:lnTo>
                  <a:lnTo>
                    <a:pt x="0" y="0"/>
                  </a:lnTo>
                  <a:lnTo>
                    <a:pt x="1790801" y="0"/>
                  </a:lnTo>
                  <a:lnTo>
                    <a:pt x="1790801" y="839596"/>
                  </a:lnTo>
                  <a:close/>
                </a:path>
              </a:pathLst>
            </a:custGeom>
            <a:ln w="12700">
              <a:solidFill>
                <a:srgbClr val="0021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1844" y="2535377"/>
              <a:ext cx="1472692" cy="44836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442336" y="2360968"/>
              <a:ext cx="5372735" cy="840105"/>
            </a:xfrm>
            <a:custGeom>
              <a:avLst/>
              <a:gdLst/>
              <a:ahLst/>
              <a:cxnLst/>
              <a:rect l="l" t="t" r="r" b="b"/>
              <a:pathLst>
                <a:path w="5372734" h="840105">
                  <a:moveTo>
                    <a:pt x="5372353" y="0"/>
                  </a:moveTo>
                  <a:lnTo>
                    <a:pt x="0" y="0"/>
                  </a:lnTo>
                  <a:lnTo>
                    <a:pt x="0" y="839939"/>
                  </a:lnTo>
                  <a:lnTo>
                    <a:pt x="5372353" y="839939"/>
                  </a:lnTo>
                  <a:lnTo>
                    <a:pt x="5372353" y="0"/>
                  </a:lnTo>
                  <a:close/>
                </a:path>
              </a:pathLst>
            </a:custGeom>
            <a:solidFill>
              <a:srgbClr val="CACC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42336" y="2360968"/>
              <a:ext cx="5372735" cy="840105"/>
            </a:xfrm>
            <a:custGeom>
              <a:avLst/>
              <a:gdLst/>
              <a:ahLst/>
              <a:cxnLst/>
              <a:rect l="l" t="t" r="r" b="b"/>
              <a:pathLst>
                <a:path w="5372734" h="840105">
                  <a:moveTo>
                    <a:pt x="0" y="839939"/>
                  </a:moveTo>
                  <a:lnTo>
                    <a:pt x="5372353" y="839939"/>
                  </a:lnTo>
                  <a:lnTo>
                    <a:pt x="5372353" y="0"/>
                  </a:lnTo>
                  <a:lnTo>
                    <a:pt x="0" y="0"/>
                  </a:lnTo>
                  <a:lnTo>
                    <a:pt x="0" y="839939"/>
                  </a:lnTo>
                  <a:close/>
                </a:path>
              </a:pathLst>
            </a:custGeom>
            <a:ln w="12700">
              <a:solidFill>
                <a:srgbClr val="CAC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51430" y="2596895"/>
              <a:ext cx="3864864" cy="3368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539" y="731469"/>
            <a:ext cx="9370568" cy="64038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65150" y="6087109"/>
            <a:ext cx="7336155" cy="0"/>
          </a:xfrm>
          <a:custGeom>
            <a:avLst/>
            <a:gdLst/>
            <a:ahLst/>
            <a:cxnLst/>
            <a:rect l="l" t="t" r="r" b="b"/>
            <a:pathLst>
              <a:path w="7336155">
                <a:moveTo>
                  <a:pt x="0" y="0"/>
                </a:moveTo>
                <a:lnTo>
                  <a:pt x="7335774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6295097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451484" y="8801"/>
                </a:lnTo>
                <a:lnTo>
                  <a:pt x="403949" y="20707"/>
                </a:lnTo>
                <a:lnTo>
                  <a:pt x="358102" y="36530"/>
                </a:lnTo>
                <a:lnTo>
                  <a:pt x="314132" y="56079"/>
                </a:lnTo>
                <a:lnTo>
                  <a:pt x="272230" y="79164"/>
                </a:lnTo>
                <a:lnTo>
                  <a:pt x="232587" y="105595"/>
                </a:lnTo>
                <a:lnTo>
                  <a:pt x="195392" y="135181"/>
                </a:lnTo>
                <a:lnTo>
                  <a:pt x="160837" y="167731"/>
                </a:lnTo>
                <a:lnTo>
                  <a:pt x="129111" y="203056"/>
                </a:lnTo>
                <a:lnTo>
                  <a:pt x="100405" y="240965"/>
                </a:lnTo>
                <a:lnTo>
                  <a:pt x="74908" y="281267"/>
                </a:lnTo>
                <a:lnTo>
                  <a:pt x="52813" y="323772"/>
                </a:lnTo>
                <a:lnTo>
                  <a:pt x="34307" y="368290"/>
                </a:lnTo>
                <a:lnTo>
                  <a:pt x="19583" y="414630"/>
                </a:lnTo>
                <a:lnTo>
                  <a:pt x="8830" y="462602"/>
                </a:lnTo>
                <a:lnTo>
                  <a:pt x="2239" y="512016"/>
                </a:lnTo>
                <a:lnTo>
                  <a:pt x="0" y="562902"/>
                </a:lnTo>
                <a:lnTo>
                  <a:pt x="538860" y="562902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2180589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6"/>
                </a:lnTo>
                <a:lnTo>
                  <a:pt x="272230" y="79121"/>
                </a:lnTo>
                <a:lnTo>
                  <a:pt x="232587" y="105550"/>
                </a:lnTo>
                <a:lnTo>
                  <a:pt x="195392" y="135135"/>
                </a:lnTo>
                <a:lnTo>
                  <a:pt x="160837" y="167685"/>
                </a:lnTo>
                <a:lnTo>
                  <a:pt x="129111" y="203009"/>
                </a:lnTo>
                <a:lnTo>
                  <a:pt x="100405" y="240917"/>
                </a:lnTo>
                <a:lnTo>
                  <a:pt x="74908" y="281217"/>
                </a:lnTo>
                <a:lnTo>
                  <a:pt x="52813" y="323721"/>
                </a:lnTo>
                <a:lnTo>
                  <a:pt x="34307" y="368236"/>
                </a:lnTo>
                <a:lnTo>
                  <a:pt x="19583" y="414573"/>
                </a:lnTo>
                <a:lnTo>
                  <a:pt x="8830" y="462541"/>
                </a:lnTo>
                <a:lnTo>
                  <a:pt x="2239" y="511950"/>
                </a:lnTo>
                <a:lnTo>
                  <a:pt x="0" y="562610"/>
                </a:lnTo>
                <a:lnTo>
                  <a:pt x="2239" y="613290"/>
                </a:lnTo>
                <a:lnTo>
                  <a:pt x="8830" y="662714"/>
                </a:lnTo>
                <a:lnTo>
                  <a:pt x="19583" y="710694"/>
                </a:lnTo>
                <a:lnTo>
                  <a:pt x="34307" y="757039"/>
                </a:lnTo>
                <a:lnTo>
                  <a:pt x="52813" y="801559"/>
                </a:lnTo>
                <a:lnTo>
                  <a:pt x="74908" y="844064"/>
                </a:lnTo>
                <a:lnTo>
                  <a:pt x="100405" y="884366"/>
                </a:lnTo>
                <a:lnTo>
                  <a:pt x="129111" y="922274"/>
                </a:lnTo>
                <a:lnTo>
                  <a:pt x="160837" y="957597"/>
                </a:lnTo>
                <a:lnTo>
                  <a:pt x="195392" y="990148"/>
                </a:lnTo>
                <a:lnTo>
                  <a:pt x="232587" y="1019735"/>
                </a:lnTo>
                <a:lnTo>
                  <a:pt x="272230" y="1046170"/>
                </a:lnTo>
                <a:lnTo>
                  <a:pt x="314132" y="1069262"/>
                </a:lnTo>
                <a:lnTo>
                  <a:pt x="358102" y="1088821"/>
                </a:lnTo>
                <a:lnTo>
                  <a:pt x="403949" y="1104658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53376" y="2833877"/>
            <a:ext cx="9635490" cy="2524125"/>
            <a:chOff x="653376" y="2833877"/>
            <a:chExt cx="9635490" cy="2524125"/>
          </a:xfrm>
        </p:grpSpPr>
        <p:sp>
          <p:nvSpPr>
            <p:cNvPr id="11" name="object 11"/>
            <p:cNvSpPr/>
            <p:nvPr/>
          </p:nvSpPr>
          <p:spPr>
            <a:xfrm>
              <a:off x="659726" y="2840227"/>
              <a:ext cx="3239770" cy="972185"/>
            </a:xfrm>
            <a:custGeom>
              <a:avLst/>
              <a:gdLst/>
              <a:ahLst/>
              <a:cxnLst/>
              <a:rect l="l" t="t" r="r" b="b"/>
              <a:pathLst>
                <a:path w="3239770" h="972185">
                  <a:moveTo>
                    <a:pt x="2947962" y="0"/>
                  </a:moveTo>
                  <a:lnTo>
                    <a:pt x="0" y="0"/>
                  </a:lnTo>
                  <a:lnTo>
                    <a:pt x="291553" y="485901"/>
                  </a:lnTo>
                  <a:lnTo>
                    <a:pt x="0" y="971804"/>
                  </a:lnTo>
                  <a:lnTo>
                    <a:pt x="2947962" y="971804"/>
                  </a:lnTo>
                  <a:lnTo>
                    <a:pt x="3239554" y="485901"/>
                  </a:lnTo>
                  <a:lnTo>
                    <a:pt x="2947962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9726" y="2840227"/>
              <a:ext cx="3239770" cy="972185"/>
            </a:xfrm>
            <a:custGeom>
              <a:avLst/>
              <a:gdLst/>
              <a:ahLst/>
              <a:cxnLst/>
              <a:rect l="l" t="t" r="r" b="b"/>
              <a:pathLst>
                <a:path w="3239770" h="972185">
                  <a:moveTo>
                    <a:pt x="0" y="0"/>
                  </a:moveTo>
                  <a:lnTo>
                    <a:pt x="2947962" y="0"/>
                  </a:lnTo>
                  <a:lnTo>
                    <a:pt x="3239554" y="485901"/>
                  </a:lnTo>
                  <a:lnTo>
                    <a:pt x="2947962" y="971804"/>
                  </a:lnTo>
                  <a:lnTo>
                    <a:pt x="0" y="971804"/>
                  </a:lnTo>
                  <a:lnTo>
                    <a:pt x="291553" y="48590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9239" y="3080893"/>
              <a:ext cx="1666875" cy="44805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9726" y="3812031"/>
              <a:ext cx="2948305" cy="1539875"/>
            </a:xfrm>
            <a:custGeom>
              <a:avLst/>
              <a:gdLst/>
              <a:ahLst/>
              <a:cxnLst/>
              <a:rect l="l" t="t" r="r" b="b"/>
              <a:pathLst>
                <a:path w="2948304" h="1539875">
                  <a:moveTo>
                    <a:pt x="2948051" y="0"/>
                  </a:moveTo>
                  <a:lnTo>
                    <a:pt x="0" y="0"/>
                  </a:lnTo>
                  <a:lnTo>
                    <a:pt x="0" y="1539494"/>
                  </a:lnTo>
                  <a:lnTo>
                    <a:pt x="2948051" y="1539494"/>
                  </a:lnTo>
                  <a:lnTo>
                    <a:pt x="2948051" y="0"/>
                  </a:lnTo>
                  <a:close/>
                </a:path>
              </a:pathLst>
            </a:custGeom>
            <a:solidFill>
              <a:srgbClr val="CAD4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9726" y="3812031"/>
              <a:ext cx="2948305" cy="1539875"/>
            </a:xfrm>
            <a:custGeom>
              <a:avLst/>
              <a:gdLst/>
              <a:ahLst/>
              <a:cxnLst/>
              <a:rect l="l" t="t" r="r" b="b"/>
              <a:pathLst>
                <a:path w="2948304" h="1539875">
                  <a:moveTo>
                    <a:pt x="0" y="1539494"/>
                  </a:moveTo>
                  <a:lnTo>
                    <a:pt x="2948051" y="1539494"/>
                  </a:lnTo>
                  <a:lnTo>
                    <a:pt x="2948051" y="0"/>
                  </a:lnTo>
                  <a:lnTo>
                    <a:pt x="0" y="0"/>
                  </a:lnTo>
                  <a:lnTo>
                    <a:pt x="0" y="1539494"/>
                  </a:lnTo>
                  <a:close/>
                </a:path>
              </a:pathLst>
            </a:custGeom>
            <a:ln w="12699">
              <a:solidFill>
                <a:srgbClr val="CAD4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759" y="4012438"/>
              <a:ext cx="2264410" cy="3215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759" y="4301693"/>
              <a:ext cx="2226818" cy="3218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2759" y="4590288"/>
              <a:ext cx="1403477" cy="3215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51147" y="2840227"/>
              <a:ext cx="3239770" cy="972185"/>
            </a:xfrm>
            <a:custGeom>
              <a:avLst/>
              <a:gdLst/>
              <a:ahLst/>
              <a:cxnLst/>
              <a:rect l="l" t="t" r="r" b="b"/>
              <a:pathLst>
                <a:path w="3239770" h="972185">
                  <a:moveTo>
                    <a:pt x="2948051" y="0"/>
                  </a:moveTo>
                  <a:lnTo>
                    <a:pt x="0" y="0"/>
                  </a:lnTo>
                  <a:lnTo>
                    <a:pt x="291591" y="485901"/>
                  </a:lnTo>
                  <a:lnTo>
                    <a:pt x="0" y="971804"/>
                  </a:lnTo>
                  <a:lnTo>
                    <a:pt x="2948051" y="971804"/>
                  </a:lnTo>
                  <a:lnTo>
                    <a:pt x="3239516" y="485901"/>
                  </a:lnTo>
                  <a:lnTo>
                    <a:pt x="2948051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51147" y="2840227"/>
              <a:ext cx="3239770" cy="972185"/>
            </a:xfrm>
            <a:custGeom>
              <a:avLst/>
              <a:gdLst/>
              <a:ahLst/>
              <a:cxnLst/>
              <a:rect l="l" t="t" r="r" b="b"/>
              <a:pathLst>
                <a:path w="3239770" h="972185">
                  <a:moveTo>
                    <a:pt x="0" y="0"/>
                  </a:moveTo>
                  <a:lnTo>
                    <a:pt x="2948051" y="0"/>
                  </a:lnTo>
                  <a:lnTo>
                    <a:pt x="3239516" y="485901"/>
                  </a:lnTo>
                  <a:lnTo>
                    <a:pt x="2948051" y="971804"/>
                  </a:lnTo>
                  <a:lnTo>
                    <a:pt x="0" y="971804"/>
                  </a:lnTo>
                  <a:lnTo>
                    <a:pt x="291591" y="48590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4658" y="3080893"/>
              <a:ext cx="1614932" cy="44805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1147" y="3812031"/>
              <a:ext cx="2948305" cy="1539875"/>
            </a:xfrm>
            <a:custGeom>
              <a:avLst/>
              <a:gdLst/>
              <a:ahLst/>
              <a:cxnLst/>
              <a:rect l="l" t="t" r="r" b="b"/>
              <a:pathLst>
                <a:path w="2948304" h="1539875">
                  <a:moveTo>
                    <a:pt x="2948051" y="0"/>
                  </a:moveTo>
                  <a:lnTo>
                    <a:pt x="0" y="0"/>
                  </a:lnTo>
                  <a:lnTo>
                    <a:pt x="0" y="1539494"/>
                  </a:lnTo>
                  <a:lnTo>
                    <a:pt x="2948051" y="1539494"/>
                  </a:lnTo>
                  <a:lnTo>
                    <a:pt x="2948051" y="0"/>
                  </a:lnTo>
                  <a:close/>
                </a:path>
              </a:pathLst>
            </a:custGeom>
            <a:solidFill>
              <a:srgbClr val="CCE7E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1147" y="3812031"/>
              <a:ext cx="2948305" cy="1539875"/>
            </a:xfrm>
            <a:custGeom>
              <a:avLst/>
              <a:gdLst/>
              <a:ahLst/>
              <a:cxnLst/>
              <a:rect l="l" t="t" r="r" b="b"/>
              <a:pathLst>
                <a:path w="2948304" h="1539875">
                  <a:moveTo>
                    <a:pt x="0" y="1539494"/>
                  </a:moveTo>
                  <a:lnTo>
                    <a:pt x="2948051" y="1539494"/>
                  </a:lnTo>
                  <a:lnTo>
                    <a:pt x="2948051" y="0"/>
                  </a:lnTo>
                  <a:lnTo>
                    <a:pt x="0" y="0"/>
                  </a:lnTo>
                  <a:lnTo>
                    <a:pt x="0" y="1539494"/>
                  </a:lnTo>
                  <a:close/>
                </a:path>
              </a:pathLst>
            </a:custGeom>
            <a:ln w="12699">
              <a:solidFill>
                <a:srgbClr val="CCE7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84574" y="4012438"/>
              <a:ext cx="2621406" cy="3215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84574" y="4301693"/>
              <a:ext cx="1676019" cy="3218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84574" y="4590288"/>
              <a:ext cx="1141856" cy="3215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42531" y="2840227"/>
              <a:ext cx="3239770" cy="972185"/>
            </a:xfrm>
            <a:custGeom>
              <a:avLst/>
              <a:gdLst/>
              <a:ahLst/>
              <a:cxnLst/>
              <a:rect l="l" t="t" r="r" b="b"/>
              <a:pathLst>
                <a:path w="3239770" h="972185">
                  <a:moveTo>
                    <a:pt x="2948051" y="0"/>
                  </a:moveTo>
                  <a:lnTo>
                    <a:pt x="0" y="0"/>
                  </a:lnTo>
                  <a:lnTo>
                    <a:pt x="291592" y="485901"/>
                  </a:lnTo>
                  <a:lnTo>
                    <a:pt x="0" y="971804"/>
                  </a:lnTo>
                  <a:lnTo>
                    <a:pt x="2948051" y="971804"/>
                  </a:lnTo>
                  <a:lnTo>
                    <a:pt x="3239643" y="485901"/>
                  </a:lnTo>
                  <a:lnTo>
                    <a:pt x="2948051" y="0"/>
                  </a:lnTo>
                  <a:close/>
                </a:path>
              </a:pathLst>
            </a:custGeom>
            <a:solidFill>
              <a:srgbClr val="8AB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42531" y="2840227"/>
              <a:ext cx="3239770" cy="972185"/>
            </a:xfrm>
            <a:custGeom>
              <a:avLst/>
              <a:gdLst/>
              <a:ahLst/>
              <a:cxnLst/>
              <a:rect l="l" t="t" r="r" b="b"/>
              <a:pathLst>
                <a:path w="3239770" h="972185">
                  <a:moveTo>
                    <a:pt x="0" y="0"/>
                  </a:moveTo>
                  <a:lnTo>
                    <a:pt x="2948051" y="0"/>
                  </a:lnTo>
                  <a:lnTo>
                    <a:pt x="3239643" y="485901"/>
                  </a:lnTo>
                  <a:lnTo>
                    <a:pt x="2948051" y="971804"/>
                  </a:lnTo>
                  <a:lnTo>
                    <a:pt x="0" y="971804"/>
                  </a:lnTo>
                  <a:lnTo>
                    <a:pt x="291592" y="48590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8AB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93125" y="3080893"/>
              <a:ext cx="1533017" cy="4480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042531" y="3812031"/>
              <a:ext cx="2948305" cy="1539875"/>
            </a:xfrm>
            <a:custGeom>
              <a:avLst/>
              <a:gdLst/>
              <a:ahLst/>
              <a:cxnLst/>
              <a:rect l="l" t="t" r="r" b="b"/>
              <a:pathLst>
                <a:path w="2948304" h="1539875">
                  <a:moveTo>
                    <a:pt x="2948051" y="0"/>
                  </a:moveTo>
                  <a:lnTo>
                    <a:pt x="0" y="0"/>
                  </a:lnTo>
                  <a:lnTo>
                    <a:pt x="0" y="1539494"/>
                  </a:lnTo>
                  <a:lnTo>
                    <a:pt x="2948051" y="1539494"/>
                  </a:lnTo>
                  <a:lnTo>
                    <a:pt x="2948051" y="0"/>
                  </a:lnTo>
                  <a:close/>
                </a:path>
              </a:pathLst>
            </a:custGeom>
            <a:solidFill>
              <a:srgbClr val="DAE6C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42531" y="3812031"/>
              <a:ext cx="2948305" cy="1539875"/>
            </a:xfrm>
            <a:custGeom>
              <a:avLst/>
              <a:gdLst/>
              <a:ahLst/>
              <a:cxnLst/>
              <a:rect l="l" t="t" r="r" b="b"/>
              <a:pathLst>
                <a:path w="2948304" h="1539875">
                  <a:moveTo>
                    <a:pt x="0" y="1539494"/>
                  </a:moveTo>
                  <a:lnTo>
                    <a:pt x="2948051" y="1539494"/>
                  </a:lnTo>
                  <a:lnTo>
                    <a:pt x="2948051" y="0"/>
                  </a:lnTo>
                  <a:lnTo>
                    <a:pt x="0" y="0"/>
                  </a:lnTo>
                  <a:lnTo>
                    <a:pt x="0" y="1539494"/>
                  </a:lnTo>
                  <a:close/>
                </a:path>
              </a:pathLst>
            </a:custGeom>
            <a:ln w="12699">
              <a:solidFill>
                <a:srgbClr val="DAE6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76464" y="4012438"/>
              <a:ext cx="2616199" cy="3215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76464" y="4301693"/>
              <a:ext cx="682751" cy="3218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4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Step</a:t>
            </a:r>
            <a:r>
              <a:rPr sz="4000" spc="-50" dirty="0"/>
              <a:t> </a:t>
            </a:r>
            <a:r>
              <a:rPr sz="4000" dirty="0"/>
              <a:t>6:</a:t>
            </a:r>
            <a:r>
              <a:rPr sz="4000" spc="-60" dirty="0"/>
              <a:t> </a:t>
            </a:r>
            <a:r>
              <a:rPr sz="4000" dirty="0"/>
              <a:t>Writing</a:t>
            </a:r>
            <a:r>
              <a:rPr sz="4000" spc="-45" dirty="0"/>
              <a:t> </a:t>
            </a:r>
            <a:r>
              <a:rPr sz="4000" dirty="0"/>
              <a:t>the</a:t>
            </a:r>
            <a:r>
              <a:rPr sz="4000" spc="-65" dirty="0"/>
              <a:t> </a:t>
            </a:r>
            <a:r>
              <a:rPr sz="4000" spc="-10" dirty="0"/>
              <a:t>Report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69911" y="2814447"/>
            <a:ext cx="10245090" cy="2629535"/>
            <a:chOff x="969911" y="2814447"/>
            <a:chExt cx="10245090" cy="2629535"/>
          </a:xfrm>
        </p:grpSpPr>
        <p:sp>
          <p:nvSpPr>
            <p:cNvPr id="5" name="object 5"/>
            <p:cNvSpPr/>
            <p:nvPr/>
          </p:nvSpPr>
          <p:spPr>
            <a:xfrm>
              <a:off x="976261" y="2820797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10" h="1033779">
                  <a:moveTo>
                    <a:pt x="3134855" y="0"/>
                  </a:moveTo>
                  <a:lnTo>
                    <a:pt x="0" y="0"/>
                  </a:lnTo>
                  <a:lnTo>
                    <a:pt x="309994" y="516763"/>
                  </a:lnTo>
                  <a:lnTo>
                    <a:pt x="0" y="1033526"/>
                  </a:lnTo>
                  <a:lnTo>
                    <a:pt x="3134855" y="1033526"/>
                  </a:lnTo>
                  <a:lnTo>
                    <a:pt x="3444989" y="516763"/>
                  </a:lnTo>
                  <a:lnTo>
                    <a:pt x="3134855" y="0"/>
                  </a:lnTo>
                  <a:close/>
                </a:path>
              </a:pathLst>
            </a:custGeom>
            <a:solidFill>
              <a:srgbClr val="047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6261" y="2820797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10" h="1033779">
                  <a:moveTo>
                    <a:pt x="0" y="0"/>
                  </a:moveTo>
                  <a:lnTo>
                    <a:pt x="3134855" y="0"/>
                  </a:lnTo>
                  <a:lnTo>
                    <a:pt x="3444989" y="516763"/>
                  </a:lnTo>
                  <a:lnTo>
                    <a:pt x="3134855" y="1033526"/>
                  </a:lnTo>
                  <a:lnTo>
                    <a:pt x="0" y="1033526"/>
                  </a:lnTo>
                  <a:lnTo>
                    <a:pt x="309994" y="5167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3872" y="3092450"/>
              <a:ext cx="1543177" cy="4480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76261" y="3854322"/>
              <a:ext cx="3134995" cy="1583055"/>
            </a:xfrm>
            <a:custGeom>
              <a:avLst/>
              <a:gdLst/>
              <a:ahLst/>
              <a:cxnLst/>
              <a:rect l="l" t="t" r="r" b="b"/>
              <a:pathLst>
                <a:path w="3134995" h="1583054">
                  <a:moveTo>
                    <a:pt x="3134868" y="0"/>
                  </a:moveTo>
                  <a:lnTo>
                    <a:pt x="0" y="0"/>
                  </a:lnTo>
                  <a:lnTo>
                    <a:pt x="0" y="1582927"/>
                  </a:lnTo>
                  <a:lnTo>
                    <a:pt x="3134868" y="1582927"/>
                  </a:lnTo>
                  <a:lnTo>
                    <a:pt x="3134868" y="0"/>
                  </a:lnTo>
                  <a:close/>
                </a:path>
              </a:pathLst>
            </a:custGeom>
            <a:solidFill>
              <a:srgbClr val="CAD4E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6261" y="3854322"/>
              <a:ext cx="3134995" cy="1583055"/>
            </a:xfrm>
            <a:custGeom>
              <a:avLst/>
              <a:gdLst/>
              <a:ahLst/>
              <a:cxnLst/>
              <a:rect l="l" t="t" r="r" b="b"/>
              <a:pathLst>
                <a:path w="3134995" h="1583054">
                  <a:moveTo>
                    <a:pt x="0" y="1582927"/>
                  </a:moveTo>
                  <a:lnTo>
                    <a:pt x="3134868" y="1582927"/>
                  </a:lnTo>
                  <a:lnTo>
                    <a:pt x="3134868" y="0"/>
                  </a:lnTo>
                  <a:lnTo>
                    <a:pt x="0" y="0"/>
                  </a:lnTo>
                  <a:lnTo>
                    <a:pt x="0" y="1582927"/>
                  </a:lnTo>
                  <a:close/>
                </a:path>
              </a:pathLst>
            </a:custGeom>
            <a:ln w="12699">
              <a:solidFill>
                <a:srgbClr val="CAD4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4076" y="4069029"/>
              <a:ext cx="2652267" cy="3218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4076" y="4359275"/>
              <a:ext cx="2520568" cy="32156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369942" y="2820797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09" h="1033779">
                  <a:moveTo>
                    <a:pt x="3134867" y="0"/>
                  </a:moveTo>
                  <a:lnTo>
                    <a:pt x="0" y="0"/>
                  </a:lnTo>
                  <a:lnTo>
                    <a:pt x="310134" y="516763"/>
                  </a:lnTo>
                  <a:lnTo>
                    <a:pt x="0" y="1033526"/>
                  </a:lnTo>
                  <a:lnTo>
                    <a:pt x="3134867" y="1033526"/>
                  </a:lnTo>
                  <a:lnTo>
                    <a:pt x="3445002" y="516763"/>
                  </a:lnTo>
                  <a:lnTo>
                    <a:pt x="3134867" y="0"/>
                  </a:lnTo>
                  <a:close/>
                </a:path>
              </a:pathLst>
            </a:custGeom>
            <a:solidFill>
              <a:srgbClr val="13B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69942" y="2820797"/>
              <a:ext cx="3445510" cy="1033780"/>
            </a:xfrm>
            <a:custGeom>
              <a:avLst/>
              <a:gdLst/>
              <a:ahLst/>
              <a:cxnLst/>
              <a:rect l="l" t="t" r="r" b="b"/>
              <a:pathLst>
                <a:path w="3445509" h="1033779">
                  <a:moveTo>
                    <a:pt x="0" y="0"/>
                  </a:moveTo>
                  <a:lnTo>
                    <a:pt x="3134867" y="0"/>
                  </a:lnTo>
                  <a:lnTo>
                    <a:pt x="3445002" y="516763"/>
                  </a:lnTo>
                  <a:lnTo>
                    <a:pt x="3134867" y="1033526"/>
                  </a:lnTo>
                  <a:lnTo>
                    <a:pt x="0" y="1033526"/>
                  </a:lnTo>
                  <a:lnTo>
                    <a:pt x="310134" y="51676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0952" y="3092450"/>
              <a:ext cx="1692021" cy="4480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69942" y="3854322"/>
              <a:ext cx="3134995" cy="1583055"/>
            </a:xfrm>
            <a:custGeom>
              <a:avLst/>
              <a:gdLst/>
              <a:ahLst/>
              <a:cxnLst/>
              <a:rect l="l" t="t" r="r" b="b"/>
              <a:pathLst>
                <a:path w="3134995" h="1583054">
                  <a:moveTo>
                    <a:pt x="3134867" y="0"/>
                  </a:moveTo>
                  <a:lnTo>
                    <a:pt x="0" y="0"/>
                  </a:lnTo>
                  <a:lnTo>
                    <a:pt x="0" y="1582927"/>
                  </a:lnTo>
                  <a:lnTo>
                    <a:pt x="3134867" y="1582927"/>
                  </a:lnTo>
                  <a:lnTo>
                    <a:pt x="3134867" y="0"/>
                  </a:lnTo>
                  <a:close/>
                </a:path>
              </a:pathLst>
            </a:custGeom>
            <a:solidFill>
              <a:srgbClr val="CCE7E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69942" y="3854322"/>
              <a:ext cx="3134995" cy="1583055"/>
            </a:xfrm>
            <a:custGeom>
              <a:avLst/>
              <a:gdLst/>
              <a:ahLst/>
              <a:cxnLst/>
              <a:rect l="l" t="t" r="r" b="b"/>
              <a:pathLst>
                <a:path w="3134995" h="1583054">
                  <a:moveTo>
                    <a:pt x="0" y="1582927"/>
                  </a:moveTo>
                  <a:lnTo>
                    <a:pt x="3134867" y="1582927"/>
                  </a:lnTo>
                  <a:lnTo>
                    <a:pt x="3134867" y="0"/>
                  </a:lnTo>
                  <a:lnTo>
                    <a:pt x="0" y="0"/>
                  </a:lnTo>
                  <a:lnTo>
                    <a:pt x="0" y="1582927"/>
                  </a:lnTo>
                  <a:close/>
                </a:path>
              </a:pathLst>
            </a:custGeom>
            <a:ln w="12700">
              <a:solidFill>
                <a:srgbClr val="CCE7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8354" y="4069029"/>
              <a:ext cx="2410205" cy="3218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8354" y="4359275"/>
              <a:ext cx="2471801" cy="3215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8354" y="4647311"/>
              <a:ext cx="1275079" cy="3215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63763" y="2820797"/>
              <a:ext cx="3444875" cy="1033780"/>
            </a:xfrm>
            <a:custGeom>
              <a:avLst/>
              <a:gdLst/>
              <a:ahLst/>
              <a:cxnLst/>
              <a:rect l="l" t="t" r="r" b="b"/>
              <a:pathLst>
                <a:path w="3444875" h="1033779">
                  <a:moveTo>
                    <a:pt x="3134867" y="0"/>
                  </a:moveTo>
                  <a:lnTo>
                    <a:pt x="0" y="0"/>
                  </a:lnTo>
                  <a:lnTo>
                    <a:pt x="310006" y="516763"/>
                  </a:lnTo>
                  <a:lnTo>
                    <a:pt x="0" y="1033526"/>
                  </a:lnTo>
                  <a:lnTo>
                    <a:pt x="3134867" y="1033526"/>
                  </a:lnTo>
                  <a:lnTo>
                    <a:pt x="3444875" y="516763"/>
                  </a:lnTo>
                  <a:lnTo>
                    <a:pt x="3134867" y="0"/>
                  </a:lnTo>
                  <a:close/>
                </a:path>
              </a:pathLst>
            </a:custGeom>
            <a:solidFill>
              <a:srgbClr val="8AB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3763" y="2820797"/>
              <a:ext cx="3444875" cy="1033780"/>
            </a:xfrm>
            <a:custGeom>
              <a:avLst/>
              <a:gdLst/>
              <a:ahLst/>
              <a:cxnLst/>
              <a:rect l="l" t="t" r="r" b="b"/>
              <a:pathLst>
                <a:path w="3444875" h="1033779">
                  <a:moveTo>
                    <a:pt x="0" y="0"/>
                  </a:moveTo>
                  <a:lnTo>
                    <a:pt x="3134867" y="0"/>
                  </a:lnTo>
                  <a:lnTo>
                    <a:pt x="3444875" y="516763"/>
                  </a:lnTo>
                  <a:lnTo>
                    <a:pt x="3134867" y="1033526"/>
                  </a:lnTo>
                  <a:lnTo>
                    <a:pt x="0" y="1033526"/>
                  </a:lnTo>
                  <a:lnTo>
                    <a:pt x="310006" y="5167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8AB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82125" y="3092450"/>
              <a:ext cx="1411731" cy="4480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763763" y="3854322"/>
              <a:ext cx="3134995" cy="1583055"/>
            </a:xfrm>
            <a:custGeom>
              <a:avLst/>
              <a:gdLst/>
              <a:ahLst/>
              <a:cxnLst/>
              <a:rect l="l" t="t" r="r" b="b"/>
              <a:pathLst>
                <a:path w="3134995" h="1583054">
                  <a:moveTo>
                    <a:pt x="3134868" y="0"/>
                  </a:moveTo>
                  <a:lnTo>
                    <a:pt x="0" y="0"/>
                  </a:lnTo>
                  <a:lnTo>
                    <a:pt x="0" y="1582927"/>
                  </a:lnTo>
                  <a:lnTo>
                    <a:pt x="3134868" y="1582927"/>
                  </a:lnTo>
                  <a:lnTo>
                    <a:pt x="3134868" y="0"/>
                  </a:lnTo>
                  <a:close/>
                </a:path>
              </a:pathLst>
            </a:custGeom>
            <a:solidFill>
              <a:srgbClr val="DAE6C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63763" y="3854322"/>
              <a:ext cx="3134995" cy="1583055"/>
            </a:xfrm>
            <a:custGeom>
              <a:avLst/>
              <a:gdLst/>
              <a:ahLst/>
              <a:cxnLst/>
              <a:rect l="l" t="t" r="r" b="b"/>
              <a:pathLst>
                <a:path w="3134995" h="1583054">
                  <a:moveTo>
                    <a:pt x="0" y="1582927"/>
                  </a:moveTo>
                  <a:lnTo>
                    <a:pt x="3134868" y="1582927"/>
                  </a:lnTo>
                  <a:lnTo>
                    <a:pt x="3134868" y="0"/>
                  </a:lnTo>
                  <a:lnTo>
                    <a:pt x="0" y="0"/>
                  </a:lnTo>
                  <a:lnTo>
                    <a:pt x="0" y="1582927"/>
                  </a:lnTo>
                  <a:close/>
                </a:path>
              </a:pathLst>
            </a:custGeom>
            <a:ln w="12699">
              <a:solidFill>
                <a:srgbClr val="DAE6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2557" y="4069029"/>
              <a:ext cx="2640710" cy="32186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12557" y="4359275"/>
              <a:ext cx="1175169" cy="3215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39" y="2527122"/>
            <a:ext cx="3447415" cy="1859914"/>
            <a:chOff x="656539" y="2527122"/>
            <a:chExt cx="3447415" cy="18599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539" y="2527122"/>
              <a:ext cx="3447287" cy="6403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39" y="3137280"/>
              <a:ext cx="272326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" y="3746576"/>
              <a:ext cx="2328672" cy="64038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224271" y="679958"/>
            <a:ext cx="6316345" cy="389890"/>
            <a:chOff x="5224271" y="679958"/>
            <a:chExt cx="6316345" cy="389890"/>
          </a:xfrm>
        </p:grpSpPr>
        <p:sp>
          <p:nvSpPr>
            <p:cNvPr id="12" name="object 12"/>
            <p:cNvSpPr/>
            <p:nvPr/>
          </p:nvSpPr>
          <p:spPr>
            <a:xfrm>
              <a:off x="5224271" y="686308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47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5043" y="733044"/>
              <a:ext cx="3792474" cy="33680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224271" y="1405127"/>
            <a:ext cx="6316345" cy="389890"/>
            <a:chOff x="5224271" y="1405127"/>
            <a:chExt cx="6316345" cy="389890"/>
          </a:xfrm>
        </p:grpSpPr>
        <p:sp>
          <p:nvSpPr>
            <p:cNvPr id="15" name="object 15"/>
            <p:cNvSpPr/>
            <p:nvPr/>
          </p:nvSpPr>
          <p:spPr>
            <a:xfrm>
              <a:off x="5224271" y="1411477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783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5043" y="1457909"/>
              <a:ext cx="4001642" cy="33710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224271" y="2130170"/>
            <a:ext cx="6316345" cy="390525"/>
            <a:chOff x="5224271" y="2130170"/>
            <a:chExt cx="6316345" cy="390525"/>
          </a:xfrm>
        </p:grpSpPr>
        <p:sp>
          <p:nvSpPr>
            <p:cNvPr id="18" name="object 18"/>
            <p:cNvSpPr/>
            <p:nvPr/>
          </p:nvSpPr>
          <p:spPr>
            <a:xfrm>
              <a:off x="5224271" y="2136520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993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5043" y="2183637"/>
              <a:ext cx="5060569" cy="336803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224271" y="2855341"/>
            <a:ext cx="6316345" cy="390525"/>
            <a:chOff x="5224271" y="2855341"/>
            <a:chExt cx="6316345" cy="390525"/>
          </a:xfrm>
        </p:grpSpPr>
        <p:sp>
          <p:nvSpPr>
            <p:cNvPr id="21" name="object 21"/>
            <p:cNvSpPr/>
            <p:nvPr/>
          </p:nvSpPr>
          <p:spPr>
            <a:xfrm>
              <a:off x="5224271" y="2861691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CA3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5043" y="2909062"/>
              <a:ext cx="3480434" cy="33680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5224271" y="3580510"/>
            <a:ext cx="6316345" cy="390525"/>
            <a:chOff x="5224271" y="3580510"/>
            <a:chExt cx="6316345" cy="390525"/>
          </a:xfrm>
        </p:grpSpPr>
        <p:sp>
          <p:nvSpPr>
            <p:cNvPr id="24" name="object 24"/>
            <p:cNvSpPr/>
            <p:nvPr/>
          </p:nvSpPr>
          <p:spPr>
            <a:xfrm>
              <a:off x="5224271" y="3586860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0EB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5043" y="3634104"/>
              <a:ext cx="5422519" cy="336804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5224271" y="4305553"/>
            <a:ext cx="6316345" cy="391160"/>
            <a:chOff x="5224271" y="4305553"/>
            <a:chExt cx="6316345" cy="391160"/>
          </a:xfrm>
        </p:grpSpPr>
        <p:sp>
          <p:nvSpPr>
            <p:cNvPr id="27" name="object 27"/>
            <p:cNvSpPr/>
            <p:nvPr/>
          </p:nvSpPr>
          <p:spPr>
            <a:xfrm>
              <a:off x="5224271" y="4311903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11B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05043" y="4359528"/>
              <a:ext cx="5995542" cy="33680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5224271" y="5030723"/>
            <a:ext cx="6316345" cy="391160"/>
            <a:chOff x="5224271" y="5030723"/>
            <a:chExt cx="6316345" cy="391160"/>
          </a:xfrm>
        </p:grpSpPr>
        <p:sp>
          <p:nvSpPr>
            <p:cNvPr id="30" name="object 30"/>
            <p:cNvSpPr/>
            <p:nvPr/>
          </p:nvSpPr>
          <p:spPr>
            <a:xfrm>
              <a:off x="5224271" y="5037073"/>
              <a:ext cx="6316345" cy="0"/>
            </a:xfrm>
            <a:custGeom>
              <a:avLst/>
              <a:gdLst/>
              <a:ahLst/>
              <a:cxnLst/>
              <a:rect l="l" t="t" r="r" b="b"/>
              <a:pathLst>
                <a:path w="6316345">
                  <a:moveTo>
                    <a:pt x="0" y="0"/>
                  </a:moveTo>
                  <a:lnTo>
                    <a:pt x="6316218" y="0"/>
                  </a:lnTo>
                </a:path>
              </a:pathLst>
            </a:custGeom>
            <a:ln w="12700">
              <a:solidFill>
                <a:srgbClr val="13B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5043" y="5084394"/>
              <a:ext cx="5238369" cy="3371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83019" y="271399"/>
          <a:ext cx="11562715" cy="6283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2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4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5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B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325" y="331673"/>
            <a:ext cx="1104138" cy="2883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0217" y="331673"/>
            <a:ext cx="1403477" cy="2883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7530" y="331673"/>
            <a:ext cx="1108075" cy="2883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056" y="1037844"/>
            <a:ext cx="1175423" cy="288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89883" y="880236"/>
            <a:ext cx="3952240" cy="603885"/>
            <a:chOff x="3889883" y="880236"/>
            <a:chExt cx="3952240" cy="60388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89883" y="880236"/>
              <a:ext cx="395211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9883" y="1195704"/>
              <a:ext cx="2284730" cy="28803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023606" y="880236"/>
            <a:ext cx="3629025" cy="603885"/>
            <a:chOff x="8023606" y="880236"/>
            <a:chExt cx="3629025" cy="60388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23606" y="880236"/>
              <a:ext cx="3477005" cy="2880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23606" y="1195704"/>
              <a:ext cx="1672336" cy="2880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84436" y="1195704"/>
              <a:ext cx="170688" cy="2880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69780" y="1195704"/>
              <a:ext cx="1982851" cy="288036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2056" y="1903729"/>
            <a:ext cx="1433068" cy="28803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889883" y="1745869"/>
            <a:ext cx="3609340" cy="603885"/>
            <a:chOff x="3889883" y="1745869"/>
            <a:chExt cx="3609340" cy="603885"/>
          </a:xfrm>
        </p:grpSpPr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89883" y="1745869"/>
              <a:ext cx="1074991" cy="2880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5431" y="1745869"/>
              <a:ext cx="170687" cy="2880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30775" y="1745869"/>
              <a:ext cx="2567940" cy="2880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89883" y="2061337"/>
              <a:ext cx="2048129" cy="28803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8023606" y="1745869"/>
            <a:ext cx="3055620" cy="603885"/>
            <a:chOff x="8023606" y="1745869"/>
            <a:chExt cx="3055620" cy="603885"/>
          </a:xfrm>
        </p:grpSpPr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23606" y="1745869"/>
              <a:ext cx="3055366" cy="2880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23606" y="2061337"/>
              <a:ext cx="2078736" cy="288036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2056" y="2769361"/>
            <a:ext cx="2395855" cy="288036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3889883" y="2611196"/>
            <a:ext cx="3345179" cy="604520"/>
            <a:chOff x="3889883" y="2611196"/>
            <a:chExt cx="3345179" cy="604520"/>
          </a:xfrm>
        </p:grpSpPr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89883" y="2611196"/>
              <a:ext cx="3344799" cy="2883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89883" y="2927350"/>
              <a:ext cx="1190409" cy="288036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023606" y="2453894"/>
            <a:ext cx="3601085" cy="919480"/>
            <a:chOff x="8023606" y="2453894"/>
            <a:chExt cx="3601085" cy="919480"/>
          </a:xfrm>
        </p:grpSpPr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23606" y="2453894"/>
              <a:ext cx="3600957" cy="28803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23606" y="2769362"/>
              <a:ext cx="3370326" cy="2880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23606" y="3084830"/>
              <a:ext cx="695198" cy="288036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02056" y="3634689"/>
            <a:ext cx="1258544" cy="28834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89883" y="3634689"/>
            <a:ext cx="3679190" cy="288340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8023606" y="3477514"/>
            <a:ext cx="3126740" cy="603885"/>
            <a:chOff x="8023606" y="3477514"/>
            <a:chExt cx="3126740" cy="603885"/>
          </a:xfrm>
        </p:grpSpPr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23606" y="3477514"/>
              <a:ext cx="3126613" cy="28803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23606" y="3792982"/>
              <a:ext cx="1275715" cy="288036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2056" y="4340986"/>
            <a:ext cx="2644267" cy="288036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3889883" y="4183379"/>
            <a:ext cx="3896360" cy="603885"/>
            <a:chOff x="3889883" y="4183379"/>
            <a:chExt cx="3896360" cy="603885"/>
          </a:xfrm>
        </p:grpSpPr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889883" y="4183379"/>
              <a:ext cx="3895978" cy="28803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89883" y="4498847"/>
              <a:ext cx="1589786" cy="288036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8023606" y="4183379"/>
            <a:ext cx="3830320" cy="603885"/>
            <a:chOff x="8023606" y="4183379"/>
            <a:chExt cx="3830320" cy="603885"/>
          </a:xfrm>
        </p:grpSpPr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023606" y="4183379"/>
              <a:ext cx="3830066" cy="2880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023606" y="4498847"/>
              <a:ext cx="2114677" cy="288036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02056" y="5206872"/>
            <a:ext cx="3064256" cy="288035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3889883" y="5049011"/>
            <a:ext cx="3616960" cy="603885"/>
            <a:chOff x="3889883" y="5049011"/>
            <a:chExt cx="3616960" cy="603885"/>
          </a:xfrm>
        </p:grpSpPr>
        <p:pic>
          <p:nvPicPr>
            <p:cNvPr id="46" name="object 4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89883" y="5049011"/>
              <a:ext cx="3579876" cy="28803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89883" y="5364479"/>
              <a:ext cx="3616451" cy="28803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8023606" y="4890846"/>
            <a:ext cx="3497579" cy="920115"/>
            <a:chOff x="8023606" y="4890846"/>
            <a:chExt cx="3497579" cy="920115"/>
          </a:xfrm>
        </p:grpSpPr>
        <p:pic>
          <p:nvPicPr>
            <p:cNvPr id="49" name="object 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23606" y="4890846"/>
              <a:ext cx="3497453" cy="28834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023606" y="5206872"/>
              <a:ext cx="3193415" cy="28803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023606" y="5522366"/>
              <a:ext cx="1468120" cy="288036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02056" y="6072530"/>
            <a:ext cx="3499358" cy="288036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3889883" y="5914339"/>
            <a:ext cx="7508875" cy="604520"/>
            <a:chOff x="3889883" y="5914339"/>
            <a:chExt cx="7508875" cy="604520"/>
          </a:xfrm>
        </p:grpSpPr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89883" y="5914339"/>
              <a:ext cx="7508875" cy="28834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89883" y="6230416"/>
              <a:ext cx="1102360" cy="28803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023605" y="6230416"/>
              <a:ext cx="1849501" cy="2880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2751" y="2357069"/>
            <a:ext cx="3746500" cy="1859914"/>
            <a:chOff x="682751" y="2357069"/>
            <a:chExt cx="3746500" cy="18599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1" y="2357069"/>
              <a:ext cx="3745991" cy="6403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751" y="2967227"/>
              <a:ext cx="2723261" cy="6400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751" y="3576523"/>
              <a:ext cx="2328672" cy="64038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565150" y="6087109"/>
            <a:ext cx="4133850" cy="0"/>
          </a:xfrm>
          <a:custGeom>
            <a:avLst/>
            <a:gdLst/>
            <a:ahLst/>
            <a:cxnLst/>
            <a:rect l="l" t="t" r="r" b="b"/>
            <a:pathLst>
              <a:path w="4133850">
                <a:moveTo>
                  <a:pt x="0" y="0"/>
                </a:moveTo>
                <a:lnTo>
                  <a:pt x="4133596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16220" y="809751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470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6041" y="867486"/>
            <a:ext cx="5372608" cy="41788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316220" y="1416685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57E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416041" y="1474673"/>
            <a:ext cx="4049395" cy="418465"/>
            <a:chOff x="5416041" y="1474673"/>
            <a:chExt cx="4049395" cy="41846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6041" y="1474673"/>
              <a:ext cx="952500" cy="4178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8041" y="1474673"/>
              <a:ext cx="246887" cy="4178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1485" y="1474673"/>
              <a:ext cx="3163442" cy="417880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5316220" y="2023617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88A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416041" y="2082038"/>
            <a:ext cx="4900930" cy="417830"/>
            <a:chOff x="5416041" y="2082038"/>
            <a:chExt cx="4900930" cy="41783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16041" y="2082038"/>
              <a:ext cx="2764027" cy="4175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4527" y="2082038"/>
              <a:ext cx="246888" cy="4175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57971" y="2082038"/>
              <a:ext cx="2158492" cy="417575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5316220" y="2630677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997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16041" y="2689225"/>
            <a:ext cx="5862320" cy="417575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5316220" y="3237610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CA3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16041" y="3296411"/>
            <a:ext cx="3721481" cy="417575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316220" y="3844671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DAEC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16041" y="3903598"/>
            <a:ext cx="2695575" cy="417575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316220" y="4451603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0FB8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16041" y="4510785"/>
            <a:ext cx="5308981" cy="417575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5316220" y="5058536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12BC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416041" y="5117287"/>
            <a:ext cx="4583938" cy="417880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5316220" y="5665558"/>
            <a:ext cx="6104890" cy="0"/>
          </a:xfrm>
          <a:custGeom>
            <a:avLst/>
            <a:gdLst/>
            <a:ahLst/>
            <a:cxnLst/>
            <a:rect l="l" t="t" r="r" b="b"/>
            <a:pathLst>
              <a:path w="6104890">
                <a:moveTo>
                  <a:pt x="0" y="0"/>
                </a:moveTo>
                <a:lnTo>
                  <a:pt x="6104762" y="0"/>
                </a:lnTo>
              </a:path>
            </a:pathLst>
          </a:custGeom>
          <a:ln w="12700">
            <a:solidFill>
              <a:srgbClr val="13B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16041" y="5724448"/>
            <a:ext cx="5381625" cy="41788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90302" y="0"/>
            <a:ext cx="1130935" cy="565785"/>
          </a:xfrm>
          <a:custGeom>
            <a:avLst/>
            <a:gdLst/>
            <a:ahLst/>
            <a:cxnLst/>
            <a:rect l="l" t="t" r="r" b="b"/>
            <a:pathLst>
              <a:path w="1130934" h="565785">
                <a:moveTo>
                  <a:pt x="1130680" y="0"/>
                </a:moveTo>
                <a:lnTo>
                  <a:pt x="0" y="0"/>
                </a:lnTo>
                <a:lnTo>
                  <a:pt x="2075" y="49024"/>
                </a:lnTo>
                <a:lnTo>
                  <a:pt x="8187" y="96643"/>
                </a:lnTo>
                <a:lnTo>
                  <a:pt x="18167" y="142941"/>
                </a:lnTo>
                <a:lnTo>
                  <a:pt x="31845" y="187748"/>
                </a:lnTo>
                <a:lnTo>
                  <a:pt x="49051" y="230895"/>
                </a:lnTo>
                <a:lnTo>
                  <a:pt x="69615" y="272211"/>
                </a:lnTo>
                <a:lnTo>
                  <a:pt x="93369" y="311528"/>
                </a:lnTo>
                <a:lnTo>
                  <a:pt x="120142" y="348674"/>
                </a:lnTo>
                <a:lnTo>
                  <a:pt x="149765" y="383481"/>
                </a:lnTo>
                <a:lnTo>
                  <a:pt x="182067" y="415779"/>
                </a:lnTo>
                <a:lnTo>
                  <a:pt x="216881" y="445397"/>
                </a:lnTo>
                <a:lnTo>
                  <a:pt x="254034" y="472167"/>
                </a:lnTo>
                <a:lnTo>
                  <a:pt x="293360" y="495919"/>
                </a:lnTo>
                <a:lnTo>
                  <a:pt x="334686" y="516482"/>
                </a:lnTo>
                <a:lnTo>
                  <a:pt x="377844" y="533687"/>
                </a:lnTo>
                <a:lnTo>
                  <a:pt x="422665" y="547364"/>
                </a:lnTo>
                <a:lnTo>
                  <a:pt x="468978" y="557343"/>
                </a:lnTo>
                <a:lnTo>
                  <a:pt x="516614" y="563455"/>
                </a:lnTo>
                <a:lnTo>
                  <a:pt x="565403" y="565530"/>
                </a:lnTo>
                <a:lnTo>
                  <a:pt x="614174" y="563455"/>
                </a:lnTo>
                <a:lnTo>
                  <a:pt x="661793" y="557343"/>
                </a:lnTo>
                <a:lnTo>
                  <a:pt x="708091" y="547364"/>
                </a:lnTo>
                <a:lnTo>
                  <a:pt x="752898" y="533687"/>
                </a:lnTo>
                <a:lnTo>
                  <a:pt x="796045" y="516482"/>
                </a:lnTo>
                <a:lnTo>
                  <a:pt x="837361" y="495919"/>
                </a:lnTo>
                <a:lnTo>
                  <a:pt x="876678" y="472167"/>
                </a:lnTo>
                <a:lnTo>
                  <a:pt x="913824" y="445397"/>
                </a:lnTo>
                <a:lnTo>
                  <a:pt x="948631" y="415779"/>
                </a:lnTo>
                <a:lnTo>
                  <a:pt x="980929" y="383481"/>
                </a:lnTo>
                <a:lnTo>
                  <a:pt x="1010547" y="348674"/>
                </a:lnTo>
                <a:lnTo>
                  <a:pt x="1037317" y="311528"/>
                </a:lnTo>
                <a:lnTo>
                  <a:pt x="1061069" y="272211"/>
                </a:lnTo>
                <a:lnTo>
                  <a:pt x="1081632" y="230895"/>
                </a:lnTo>
                <a:lnTo>
                  <a:pt x="1098837" y="187748"/>
                </a:lnTo>
                <a:lnTo>
                  <a:pt x="1112514" y="142941"/>
                </a:lnTo>
                <a:lnTo>
                  <a:pt x="1122493" y="96643"/>
                </a:lnTo>
                <a:lnTo>
                  <a:pt x="1128605" y="49024"/>
                </a:lnTo>
                <a:lnTo>
                  <a:pt x="113068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53139" y="3552063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4">
                <a:moveTo>
                  <a:pt x="538860" y="0"/>
                </a:moveTo>
                <a:lnTo>
                  <a:pt x="451484" y="8762"/>
                </a:lnTo>
                <a:lnTo>
                  <a:pt x="403949" y="20667"/>
                </a:lnTo>
                <a:lnTo>
                  <a:pt x="358102" y="36488"/>
                </a:lnTo>
                <a:lnTo>
                  <a:pt x="314132" y="56037"/>
                </a:lnTo>
                <a:lnTo>
                  <a:pt x="272230" y="79122"/>
                </a:lnTo>
                <a:lnTo>
                  <a:pt x="232587" y="105554"/>
                </a:lnTo>
                <a:lnTo>
                  <a:pt x="195392" y="135142"/>
                </a:lnTo>
                <a:lnTo>
                  <a:pt x="160837" y="167696"/>
                </a:lnTo>
                <a:lnTo>
                  <a:pt x="129111" y="203025"/>
                </a:lnTo>
                <a:lnTo>
                  <a:pt x="100405" y="240939"/>
                </a:lnTo>
                <a:lnTo>
                  <a:pt x="74908" y="281248"/>
                </a:lnTo>
                <a:lnTo>
                  <a:pt x="52813" y="323762"/>
                </a:lnTo>
                <a:lnTo>
                  <a:pt x="34307" y="368290"/>
                </a:lnTo>
                <a:lnTo>
                  <a:pt x="19583" y="414641"/>
                </a:lnTo>
                <a:lnTo>
                  <a:pt x="8830" y="462627"/>
                </a:lnTo>
                <a:lnTo>
                  <a:pt x="2239" y="512055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347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53139" y="808990"/>
            <a:ext cx="539115" cy="1125855"/>
          </a:xfrm>
          <a:custGeom>
            <a:avLst/>
            <a:gdLst/>
            <a:ahLst/>
            <a:cxnLst/>
            <a:rect l="l" t="t" r="r" b="b"/>
            <a:pathLst>
              <a:path w="539115" h="1125855">
                <a:moveTo>
                  <a:pt x="538860" y="0"/>
                </a:moveTo>
                <a:lnTo>
                  <a:pt x="451484" y="8889"/>
                </a:lnTo>
                <a:lnTo>
                  <a:pt x="403949" y="20794"/>
                </a:lnTo>
                <a:lnTo>
                  <a:pt x="358102" y="36615"/>
                </a:lnTo>
                <a:lnTo>
                  <a:pt x="314132" y="56163"/>
                </a:lnTo>
                <a:lnTo>
                  <a:pt x="272230" y="79248"/>
                </a:lnTo>
                <a:lnTo>
                  <a:pt x="232587" y="105677"/>
                </a:lnTo>
                <a:lnTo>
                  <a:pt x="195392" y="135262"/>
                </a:lnTo>
                <a:lnTo>
                  <a:pt x="160837" y="167812"/>
                </a:lnTo>
                <a:lnTo>
                  <a:pt x="129111" y="203136"/>
                </a:lnTo>
                <a:lnTo>
                  <a:pt x="100405" y="241044"/>
                </a:lnTo>
                <a:lnTo>
                  <a:pt x="74908" y="281344"/>
                </a:lnTo>
                <a:lnTo>
                  <a:pt x="52813" y="323848"/>
                </a:lnTo>
                <a:lnTo>
                  <a:pt x="34307" y="368363"/>
                </a:lnTo>
                <a:lnTo>
                  <a:pt x="19583" y="414700"/>
                </a:lnTo>
                <a:lnTo>
                  <a:pt x="8830" y="462668"/>
                </a:lnTo>
                <a:lnTo>
                  <a:pt x="2239" y="512077"/>
                </a:lnTo>
                <a:lnTo>
                  <a:pt x="0" y="562737"/>
                </a:lnTo>
                <a:lnTo>
                  <a:pt x="2239" y="613396"/>
                </a:lnTo>
                <a:lnTo>
                  <a:pt x="8830" y="662805"/>
                </a:lnTo>
                <a:lnTo>
                  <a:pt x="19583" y="710773"/>
                </a:lnTo>
                <a:lnTo>
                  <a:pt x="34307" y="757110"/>
                </a:lnTo>
                <a:lnTo>
                  <a:pt x="52813" y="801625"/>
                </a:lnTo>
                <a:lnTo>
                  <a:pt x="74908" y="844129"/>
                </a:lnTo>
                <a:lnTo>
                  <a:pt x="100405" y="884429"/>
                </a:lnTo>
                <a:lnTo>
                  <a:pt x="129111" y="922337"/>
                </a:lnTo>
                <a:lnTo>
                  <a:pt x="160837" y="957661"/>
                </a:lnTo>
                <a:lnTo>
                  <a:pt x="195392" y="990211"/>
                </a:lnTo>
                <a:lnTo>
                  <a:pt x="232587" y="1019796"/>
                </a:lnTo>
                <a:lnTo>
                  <a:pt x="272230" y="1046226"/>
                </a:lnTo>
                <a:lnTo>
                  <a:pt x="314132" y="1069310"/>
                </a:lnTo>
                <a:lnTo>
                  <a:pt x="358102" y="1088858"/>
                </a:lnTo>
                <a:lnTo>
                  <a:pt x="403949" y="1104679"/>
                </a:lnTo>
                <a:lnTo>
                  <a:pt x="451484" y="1116584"/>
                </a:lnTo>
                <a:lnTo>
                  <a:pt x="538860" y="1125474"/>
                </a:lnTo>
                <a:lnTo>
                  <a:pt x="538860" y="0"/>
                </a:lnTo>
                <a:close/>
              </a:path>
            </a:pathLst>
          </a:custGeom>
          <a:solidFill>
            <a:srgbClr val="00B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53139" y="0"/>
            <a:ext cx="539115" cy="563245"/>
          </a:xfrm>
          <a:custGeom>
            <a:avLst/>
            <a:gdLst/>
            <a:ahLst/>
            <a:cxnLst/>
            <a:rect l="l" t="t" r="r" b="b"/>
            <a:pathLst>
              <a:path w="539115" h="563245">
                <a:moveTo>
                  <a:pt x="538860" y="0"/>
                </a:moveTo>
                <a:lnTo>
                  <a:pt x="0" y="0"/>
                </a:lnTo>
                <a:lnTo>
                  <a:pt x="2239" y="50913"/>
                </a:lnTo>
                <a:lnTo>
                  <a:pt x="8830" y="100322"/>
                </a:lnTo>
                <a:lnTo>
                  <a:pt x="19583" y="148290"/>
                </a:lnTo>
                <a:lnTo>
                  <a:pt x="34307" y="194627"/>
                </a:lnTo>
                <a:lnTo>
                  <a:pt x="52813" y="239142"/>
                </a:lnTo>
                <a:lnTo>
                  <a:pt x="74908" y="281646"/>
                </a:lnTo>
                <a:lnTo>
                  <a:pt x="100405" y="321946"/>
                </a:lnTo>
                <a:lnTo>
                  <a:pt x="129111" y="359854"/>
                </a:lnTo>
                <a:lnTo>
                  <a:pt x="160837" y="395178"/>
                </a:lnTo>
                <a:lnTo>
                  <a:pt x="195392" y="427728"/>
                </a:lnTo>
                <a:lnTo>
                  <a:pt x="232587" y="457313"/>
                </a:lnTo>
                <a:lnTo>
                  <a:pt x="272230" y="483743"/>
                </a:lnTo>
                <a:lnTo>
                  <a:pt x="314132" y="506827"/>
                </a:lnTo>
                <a:lnTo>
                  <a:pt x="358102" y="526375"/>
                </a:lnTo>
                <a:lnTo>
                  <a:pt x="403949" y="542196"/>
                </a:lnTo>
                <a:lnTo>
                  <a:pt x="451484" y="554101"/>
                </a:lnTo>
                <a:lnTo>
                  <a:pt x="538860" y="562863"/>
                </a:lnTo>
                <a:lnTo>
                  <a:pt x="538860" y="0"/>
                </a:lnTo>
                <a:close/>
              </a:path>
            </a:pathLst>
          </a:custGeom>
          <a:solidFill>
            <a:srgbClr val="EEEF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03646" y="791667"/>
            <a:ext cx="581850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700" dirty="0"/>
              <a:t>Ensuring</a:t>
            </a:r>
            <a:r>
              <a:rPr sz="3700" spc="-180" dirty="0"/>
              <a:t> </a:t>
            </a:r>
            <a:r>
              <a:rPr sz="3700" spc="-10" dirty="0"/>
              <a:t>Trustworthiness </a:t>
            </a:r>
            <a:r>
              <a:rPr sz="3700" dirty="0"/>
              <a:t>in</a:t>
            </a:r>
            <a:r>
              <a:rPr sz="3700" spc="-175" dirty="0"/>
              <a:t> </a:t>
            </a:r>
            <a:r>
              <a:rPr sz="3700" spc="-10" dirty="0"/>
              <a:t>Analysis</a:t>
            </a:r>
            <a:endParaRPr sz="3700"/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har char="•"/>
              <a:tabLst>
                <a:tab pos="240665" algn="l"/>
              </a:tabLst>
            </a:pPr>
            <a:r>
              <a:rPr spc="-10" dirty="0"/>
              <a:t>Transparency</a:t>
            </a:r>
            <a:r>
              <a:rPr spc="-6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coding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theme</a:t>
            </a:r>
            <a:r>
              <a:rPr spc="-40" dirty="0"/>
              <a:t> </a:t>
            </a:r>
            <a:r>
              <a:rPr spc="-10" dirty="0"/>
              <a:t>development</a:t>
            </a: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spc="-10" dirty="0"/>
              <a:t>Reflexivity:</a:t>
            </a:r>
            <a:r>
              <a:rPr spc="-100" dirty="0"/>
              <a:t> </a:t>
            </a:r>
            <a:r>
              <a:rPr dirty="0"/>
              <a:t>Acknowledge</a:t>
            </a:r>
            <a:r>
              <a:rPr spc="-35" dirty="0"/>
              <a:t> </a:t>
            </a:r>
            <a:r>
              <a:rPr dirty="0"/>
              <a:t>researcher</a:t>
            </a:r>
            <a:r>
              <a:rPr spc="-45" dirty="0"/>
              <a:t> </a:t>
            </a:r>
            <a:r>
              <a:rPr spc="-10" dirty="0"/>
              <a:t>influence</a:t>
            </a: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systematic</a:t>
            </a:r>
            <a:r>
              <a:rPr spc="-45" dirty="0"/>
              <a:t> </a:t>
            </a:r>
            <a:r>
              <a:rPr spc="-10" dirty="0"/>
              <a:t>documentation</a:t>
            </a: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dirty="0"/>
              <a:t>Credibility</a:t>
            </a:r>
            <a:r>
              <a:rPr spc="-30" dirty="0"/>
              <a:t> </a:t>
            </a:r>
            <a:r>
              <a:rPr dirty="0"/>
              <a:t>(Truthfulness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10" dirty="0"/>
              <a:t> Accuracy)</a:t>
            </a: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Char char="•"/>
              <a:tabLst>
                <a:tab pos="240665" algn="l"/>
              </a:tabLst>
            </a:pPr>
            <a:r>
              <a:rPr dirty="0"/>
              <a:t>Dependability</a:t>
            </a:r>
            <a:r>
              <a:rPr spc="-65" dirty="0"/>
              <a:t> </a:t>
            </a:r>
            <a:r>
              <a:rPr dirty="0"/>
              <a:t>(Consistency</a:t>
            </a:r>
            <a:r>
              <a:rPr spc="-8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10" dirty="0"/>
              <a:t>Repeatability)</a:t>
            </a: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dirty="0"/>
              <a:t>Transferability</a:t>
            </a:r>
            <a:r>
              <a:rPr spc="-60" dirty="0"/>
              <a:t> </a:t>
            </a:r>
            <a:r>
              <a:rPr dirty="0"/>
              <a:t>(Applicability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Other</a:t>
            </a:r>
            <a:r>
              <a:rPr spc="-55" dirty="0"/>
              <a:t> </a:t>
            </a:r>
            <a:r>
              <a:rPr spc="-10" dirty="0"/>
              <a:t>Contexts)</a:t>
            </a:r>
          </a:p>
          <a:p>
            <a:pPr marL="240665" indent="-227965">
              <a:lnSpc>
                <a:spcPts val="228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dirty="0"/>
              <a:t>Confirmability</a:t>
            </a:r>
            <a:r>
              <a:rPr spc="-60" dirty="0"/>
              <a:t> </a:t>
            </a:r>
            <a:r>
              <a:rPr dirty="0"/>
              <a:t>(Minimizing</a:t>
            </a:r>
            <a:r>
              <a:rPr spc="-45" dirty="0"/>
              <a:t> </a:t>
            </a:r>
            <a:r>
              <a:rPr dirty="0"/>
              <a:t>Bias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Ensuring</a:t>
            </a:r>
          </a:p>
          <a:p>
            <a:pPr marL="241300">
              <a:lnSpc>
                <a:spcPts val="2280"/>
              </a:lnSpc>
            </a:pPr>
            <a:r>
              <a:rPr spc="-10" dirty="0"/>
              <a:t>Objectivity)</a:t>
            </a:r>
          </a:p>
          <a:p>
            <a:pPr marL="240665" indent="-227965">
              <a:lnSpc>
                <a:spcPts val="228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dirty="0"/>
              <a:t>Reflexivity</a:t>
            </a:r>
            <a:r>
              <a:rPr spc="-60" dirty="0"/>
              <a:t> </a:t>
            </a:r>
            <a:r>
              <a:rPr dirty="0"/>
              <a:t>(The</a:t>
            </a:r>
            <a:r>
              <a:rPr spc="-60" dirty="0"/>
              <a:t> </a:t>
            </a:r>
            <a:r>
              <a:rPr dirty="0"/>
              <a:t>Researcher’s</a:t>
            </a:r>
            <a:r>
              <a:rPr spc="-80" dirty="0"/>
              <a:t> </a:t>
            </a:r>
            <a:r>
              <a:rPr dirty="0"/>
              <a:t>Role</a:t>
            </a:r>
            <a:r>
              <a:rPr spc="-50" dirty="0"/>
              <a:t> </a:t>
            </a:r>
            <a:r>
              <a:rPr spc="-25" dirty="0"/>
              <a:t>in</a:t>
            </a:r>
          </a:p>
          <a:p>
            <a:pPr marL="241300">
              <a:lnSpc>
                <a:spcPts val="2280"/>
              </a:lnSpc>
            </a:pPr>
            <a:r>
              <a:rPr spc="-10" dirty="0"/>
              <a:t>Trustworthiness)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-2"/>
            <a:ext cx="4657343" cy="685786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24271" y="6087109"/>
            <a:ext cx="6401435" cy="0"/>
          </a:xfrm>
          <a:custGeom>
            <a:avLst/>
            <a:gdLst/>
            <a:ahLst/>
            <a:cxnLst/>
            <a:rect l="l" t="t" r="r" b="b"/>
            <a:pathLst>
              <a:path w="6401434">
                <a:moveTo>
                  <a:pt x="0" y="0"/>
                </a:moveTo>
                <a:lnTo>
                  <a:pt x="6400927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99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Discussion:</a:t>
            </a:r>
          </a:p>
        </p:txBody>
      </p:sp>
      <p:sp>
        <p:nvSpPr>
          <p:cNvPr id="3" name="object 3"/>
          <p:cNvSpPr/>
          <p:nvPr/>
        </p:nvSpPr>
        <p:spPr>
          <a:xfrm>
            <a:off x="565150" y="6087109"/>
            <a:ext cx="11058525" cy="0"/>
          </a:xfrm>
          <a:custGeom>
            <a:avLst/>
            <a:gdLst/>
            <a:ahLst/>
            <a:cxnLst/>
            <a:rect l="l" t="t" r="r" b="b"/>
            <a:pathLst>
              <a:path w="11058525">
                <a:moveTo>
                  <a:pt x="0" y="0"/>
                </a:moveTo>
                <a:lnTo>
                  <a:pt x="11058398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44956" y="2822320"/>
            <a:ext cx="3482340" cy="2275840"/>
            <a:chOff x="644956" y="2822320"/>
            <a:chExt cx="3482340" cy="2275840"/>
          </a:xfrm>
        </p:grpSpPr>
        <p:sp>
          <p:nvSpPr>
            <p:cNvPr id="5" name="object 5"/>
            <p:cNvSpPr/>
            <p:nvPr/>
          </p:nvSpPr>
          <p:spPr>
            <a:xfrm>
              <a:off x="644956" y="2822320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10" h="1946275">
                  <a:moveTo>
                    <a:pt x="2869641" y="0"/>
                  </a:moveTo>
                  <a:lnTo>
                    <a:pt x="194576" y="0"/>
                  </a:lnTo>
                  <a:lnTo>
                    <a:pt x="149960" y="5139"/>
                  </a:lnTo>
                  <a:lnTo>
                    <a:pt x="109004" y="19777"/>
                  </a:lnTo>
                  <a:lnTo>
                    <a:pt x="72876" y="42747"/>
                  </a:lnTo>
                  <a:lnTo>
                    <a:pt x="42744" y="72879"/>
                  </a:lnTo>
                  <a:lnTo>
                    <a:pt x="19776" y="109005"/>
                  </a:lnTo>
                  <a:lnTo>
                    <a:pt x="5138" y="149956"/>
                  </a:lnTo>
                  <a:lnTo>
                    <a:pt x="0" y="194563"/>
                  </a:lnTo>
                  <a:lnTo>
                    <a:pt x="0" y="1751202"/>
                  </a:lnTo>
                  <a:lnTo>
                    <a:pt x="5138" y="1795810"/>
                  </a:lnTo>
                  <a:lnTo>
                    <a:pt x="19776" y="1836761"/>
                  </a:lnTo>
                  <a:lnTo>
                    <a:pt x="42744" y="1872887"/>
                  </a:lnTo>
                  <a:lnTo>
                    <a:pt x="72876" y="1903019"/>
                  </a:lnTo>
                  <a:lnTo>
                    <a:pt x="109004" y="1925989"/>
                  </a:lnTo>
                  <a:lnTo>
                    <a:pt x="149960" y="1940627"/>
                  </a:lnTo>
                  <a:lnTo>
                    <a:pt x="194576" y="1945766"/>
                  </a:lnTo>
                  <a:lnTo>
                    <a:pt x="2869641" y="1945766"/>
                  </a:lnTo>
                  <a:lnTo>
                    <a:pt x="2914248" y="1940627"/>
                  </a:lnTo>
                  <a:lnTo>
                    <a:pt x="2955199" y="1925989"/>
                  </a:lnTo>
                  <a:lnTo>
                    <a:pt x="2991325" y="1903019"/>
                  </a:lnTo>
                  <a:lnTo>
                    <a:pt x="3021457" y="1872887"/>
                  </a:lnTo>
                  <a:lnTo>
                    <a:pt x="3044427" y="1836761"/>
                  </a:lnTo>
                  <a:lnTo>
                    <a:pt x="3059065" y="1795810"/>
                  </a:lnTo>
                  <a:lnTo>
                    <a:pt x="3064205" y="1751202"/>
                  </a:lnTo>
                  <a:lnTo>
                    <a:pt x="3064205" y="194563"/>
                  </a:lnTo>
                  <a:lnTo>
                    <a:pt x="3059065" y="149956"/>
                  </a:lnTo>
                  <a:lnTo>
                    <a:pt x="3044427" y="109005"/>
                  </a:lnTo>
                  <a:lnTo>
                    <a:pt x="3021457" y="72879"/>
                  </a:lnTo>
                  <a:lnTo>
                    <a:pt x="2991325" y="42747"/>
                  </a:lnTo>
                  <a:lnTo>
                    <a:pt x="2955199" y="19777"/>
                  </a:lnTo>
                  <a:lnTo>
                    <a:pt x="2914248" y="5139"/>
                  </a:lnTo>
                  <a:lnTo>
                    <a:pt x="2869641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5418" y="3145789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10" h="1946275">
                  <a:moveTo>
                    <a:pt x="2869666" y="0"/>
                  </a:moveTo>
                  <a:lnTo>
                    <a:pt x="194576" y="0"/>
                  </a:lnTo>
                  <a:lnTo>
                    <a:pt x="149964" y="5139"/>
                  </a:lnTo>
                  <a:lnTo>
                    <a:pt x="109009" y="19777"/>
                  </a:lnTo>
                  <a:lnTo>
                    <a:pt x="72881" y="42747"/>
                  </a:lnTo>
                  <a:lnTo>
                    <a:pt x="42748" y="72879"/>
                  </a:lnTo>
                  <a:lnTo>
                    <a:pt x="19778" y="109005"/>
                  </a:lnTo>
                  <a:lnTo>
                    <a:pt x="5139" y="149956"/>
                  </a:lnTo>
                  <a:lnTo>
                    <a:pt x="0" y="194563"/>
                  </a:lnTo>
                  <a:lnTo>
                    <a:pt x="0" y="1751203"/>
                  </a:lnTo>
                  <a:lnTo>
                    <a:pt x="5139" y="1795810"/>
                  </a:lnTo>
                  <a:lnTo>
                    <a:pt x="19778" y="1836761"/>
                  </a:lnTo>
                  <a:lnTo>
                    <a:pt x="42748" y="1872887"/>
                  </a:lnTo>
                  <a:lnTo>
                    <a:pt x="72881" y="1903019"/>
                  </a:lnTo>
                  <a:lnTo>
                    <a:pt x="109009" y="1925989"/>
                  </a:lnTo>
                  <a:lnTo>
                    <a:pt x="149964" y="1940627"/>
                  </a:lnTo>
                  <a:lnTo>
                    <a:pt x="194576" y="1945767"/>
                  </a:lnTo>
                  <a:lnTo>
                    <a:pt x="2869666" y="1945767"/>
                  </a:lnTo>
                  <a:lnTo>
                    <a:pt x="2914274" y="1940627"/>
                  </a:lnTo>
                  <a:lnTo>
                    <a:pt x="2955225" y="1925989"/>
                  </a:lnTo>
                  <a:lnTo>
                    <a:pt x="2991351" y="1903019"/>
                  </a:lnTo>
                  <a:lnTo>
                    <a:pt x="3021483" y="1872887"/>
                  </a:lnTo>
                  <a:lnTo>
                    <a:pt x="3044452" y="1836761"/>
                  </a:lnTo>
                  <a:lnTo>
                    <a:pt x="3059091" y="1795810"/>
                  </a:lnTo>
                  <a:lnTo>
                    <a:pt x="3064230" y="1751203"/>
                  </a:lnTo>
                  <a:lnTo>
                    <a:pt x="3064230" y="194563"/>
                  </a:lnTo>
                  <a:lnTo>
                    <a:pt x="3059091" y="149956"/>
                  </a:lnTo>
                  <a:lnTo>
                    <a:pt x="3044452" y="109005"/>
                  </a:lnTo>
                  <a:lnTo>
                    <a:pt x="3021483" y="72879"/>
                  </a:lnTo>
                  <a:lnTo>
                    <a:pt x="2991351" y="42747"/>
                  </a:lnTo>
                  <a:lnTo>
                    <a:pt x="2955225" y="19777"/>
                  </a:lnTo>
                  <a:lnTo>
                    <a:pt x="2914274" y="5139"/>
                  </a:lnTo>
                  <a:lnTo>
                    <a:pt x="286966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5418" y="3145789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10" h="1946275">
                  <a:moveTo>
                    <a:pt x="0" y="194563"/>
                  </a:moveTo>
                  <a:lnTo>
                    <a:pt x="5139" y="149956"/>
                  </a:lnTo>
                  <a:lnTo>
                    <a:pt x="19778" y="109005"/>
                  </a:lnTo>
                  <a:lnTo>
                    <a:pt x="42748" y="72879"/>
                  </a:lnTo>
                  <a:lnTo>
                    <a:pt x="72881" y="42747"/>
                  </a:lnTo>
                  <a:lnTo>
                    <a:pt x="109009" y="19777"/>
                  </a:lnTo>
                  <a:lnTo>
                    <a:pt x="149964" y="5139"/>
                  </a:lnTo>
                  <a:lnTo>
                    <a:pt x="194576" y="0"/>
                  </a:lnTo>
                  <a:lnTo>
                    <a:pt x="2869666" y="0"/>
                  </a:lnTo>
                  <a:lnTo>
                    <a:pt x="2914274" y="5139"/>
                  </a:lnTo>
                  <a:lnTo>
                    <a:pt x="2955225" y="19777"/>
                  </a:lnTo>
                  <a:lnTo>
                    <a:pt x="2991351" y="42747"/>
                  </a:lnTo>
                  <a:lnTo>
                    <a:pt x="3021483" y="72879"/>
                  </a:lnTo>
                  <a:lnTo>
                    <a:pt x="3044452" y="109005"/>
                  </a:lnTo>
                  <a:lnTo>
                    <a:pt x="3059091" y="149956"/>
                  </a:lnTo>
                  <a:lnTo>
                    <a:pt x="3064230" y="194563"/>
                  </a:lnTo>
                  <a:lnTo>
                    <a:pt x="3064230" y="1751203"/>
                  </a:lnTo>
                  <a:lnTo>
                    <a:pt x="3059091" y="1795810"/>
                  </a:lnTo>
                  <a:lnTo>
                    <a:pt x="3044452" y="1836761"/>
                  </a:lnTo>
                  <a:lnTo>
                    <a:pt x="3021483" y="1872887"/>
                  </a:lnTo>
                  <a:lnTo>
                    <a:pt x="2991351" y="1903019"/>
                  </a:lnTo>
                  <a:lnTo>
                    <a:pt x="2955225" y="1925989"/>
                  </a:lnTo>
                  <a:lnTo>
                    <a:pt x="2914274" y="1940627"/>
                  </a:lnTo>
                  <a:lnTo>
                    <a:pt x="2869666" y="1945767"/>
                  </a:lnTo>
                  <a:lnTo>
                    <a:pt x="194576" y="1945767"/>
                  </a:lnTo>
                  <a:lnTo>
                    <a:pt x="149964" y="1940627"/>
                  </a:lnTo>
                  <a:lnTo>
                    <a:pt x="109009" y="1925989"/>
                  </a:lnTo>
                  <a:lnTo>
                    <a:pt x="72881" y="1903019"/>
                  </a:lnTo>
                  <a:lnTo>
                    <a:pt x="42748" y="1872887"/>
                  </a:lnTo>
                  <a:lnTo>
                    <a:pt x="19778" y="1836761"/>
                  </a:lnTo>
                  <a:lnTo>
                    <a:pt x="5139" y="1795810"/>
                  </a:lnTo>
                  <a:lnTo>
                    <a:pt x="0" y="1751203"/>
                  </a:lnTo>
                  <a:lnTo>
                    <a:pt x="0" y="194563"/>
                  </a:lnTo>
                  <a:close/>
                </a:path>
              </a:pathLst>
            </a:custGeom>
            <a:ln w="12699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5284" y="3254374"/>
              <a:ext cx="1961641" cy="3688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246" y="3584778"/>
              <a:ext cx="2993771" cy="3691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8105" y="3917568"/>
              <a:ext cx="2550033" cy="3688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5181" y="4248276"/>
              <a:ext cx="2112645" cy="3688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4281" y="4580508"/>
              <a:ext cx="1195158" cy="36880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390135" y="2822320"/>
            <a:ext cx="3411220" cy="2275840"/>
            <a:chOff x="4390135" y="2822320"/>
            <a:chExt cx="3411220" cy="2275840"/>
          </a:xfrm>
        </p:grpSpPr>
        <p:sp>
          <p:nvSpPr>
            <p:cNvPr id="14" name="object 14"/>
            <p:cNvSpPr/>
            <p:nvPr/>
          </p:nvSpPr>
          <p:spPr>
            <a:xfrm>
              <a:off x="4390135" y="2822320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2869565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3"/>
                  </a:lnTo>
                  <a:lnTo>
                    <a:pt x="0" y="1751202"/>
                  </a:lnTo>
                  <a:lnTo>
                    <a:pt x="5139" y="1795810"/>
                  </a:lnTo>
                  <a:lnTo>
                    <a:pt x="19777" y="1836761"/>
                  </a:lnTo>
                  <a:lnTo>
                    <a:pt x="42747" y="1872887"/>
                  </a:lnTo>
                  <a:lnTo>
                    <a:pt x="72879" y="1903019"/>
                  </a:lnTo>
                  <a:lnTo>
                    <a:pt x="109005" y="1925989"/>
                  </a:lnTo>
                  <a:lnTo>
                    <a:pt x="149956" y="1940627"/>
                  </a:lnTo>
                  <a:lnTo>
                    <a:pt x="194563" y="1945766"/>
                  </a:lnTo>
                  <a:lnTo>
                    <a:pt x="2869565" y="1945766"/>
                  </a:lnTo>
                  <a:lnTo>
                    <a:pt x="2914219" y="1940627"/>
                  </a:lnTo>
                  <a:lnTo>
                    <a:pt x="2955204" y="1925989"/>
                  </a:lnTo>
                  <a:lnTo>
                    <a:pt x="2991352" y="1903019"/>
                  </a:lnTo>
                  <a:lnTo>
                    <a:pt x="3021498" y="1872887"/>
                  </a:lnTo>
                  <a:lnTo>
                    <a:pt x="3044475" y="1836761"/>
                  </a:lnTo>
                  <a:lnTo>
                    <a:pt x="3059116" y="1795810"/>
                  </a:lnTo>
                  <a:lnTo>
                    <a:pt x="3064256" y="1751202"/>
                  </a:lnTo>
                  <a:lnTo>
                    <a:pt x="3064256" y="194563"/>
                  </a:lnTo>
                  <a:lnTo>
                    <a:pt x="3059116" y="149956"/>
                  </a:lnTo>
                  <a:lnTo>
                    <a:pt x="3044475" y="109005"/>
                  </a:lnTo>
                  <a:lnTo>
                    <a:pt x="3021498" y="72879"/>
                  </a:lnTo>
                  <a:lnTo>
                    <a:pt x="2991352" y="42747"/>
                  </a:lnTo>
                  <a:lnTo>
                    <a:pt x="2955204" y="19777"/>
                  </a:lnTo>
                  <a:lnTo>
                    <a:pt x="2914219" y="5139"/>
                  </a:lnTo>
                  <a:lnTo>
                    <a:pt x="2869565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30622" y="3145789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2869565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3"/>
                  </a:lnTo>
                  <a:lnTo>
                    <a:pt x="0" y="1751203"/>
                  </a:lnTo>
                  <a:lnTo>
                    <a:pt x="5139" y="1795810"/>
                  </a:lnTo>
                  <a:lnTo>
                    <a:pt x="19777" y="1836761"/>
                  </a:lnTo>
                  <a:lnTo>
                    <a:pt x="42747" y="1872887"/>
                  </a:lnTo>
                  <a:lnTo>
                    <a:pt x="72879" y="1903019"/>
                  </a:lnTo>
                  <a:lnTo>
                    <a:pt x="109005" y="1925989"/>
                  </a:lnTo>
                  <a:lnTo>
                    <a:pt x="149956" y="1940627"/>
                  </a:lnTo>
                  <a:lnTo>
                    <a:pt x="194563" y="1945767"/>
                  </a:lnTo>
                  <a:lnTo>
                    <a:pt x="2869565" y="1945767"/>
                  </a:lnTo>
                  <a:lnTo>
                    <a:pt x="2914172" y="1940627"/>
                  </a:lnTo>
                  <a:lnTo>
                    <a:pt x="2955123" y="1925989"/>
                  </a:lnTo>
                  <a:lnTo>
                    <a:pt x="2991249" y="1903019"/>
                  </a:lnTo>
                  <a:lnTo>
                    <a:pt x="3021381" y="1872887"/>
                  </a:lnTo>
                  <a:lnTo>
                    <a:pt x="3044351" y="1836761"/>
                  </a:lnTo>
                  <a:lnTo>
                    <a:pt x="3058989" y="1795810"/>
                  </a:lnTo>
                  <a:lnTo>
                    <a:pt x="3064129" y="1751203"/>
                  </a:lnTo>
                  <a:lnTo>
                    <a:pt x="3064129" y="194563"/>
                  </a:lnTo>
                  <a:lnTo>
                    <a:pt x="3058989" y="149956"/>
                  </a:lnTo>
                  <a:lnTo>
                    <a:pt x="3044351" y="109005"/>
                  </a:lnTo>
                  <a:lnTo>
                    <a:pt x="3021381" y="72879"/>
                  </a:lnTo>
                  <a:lnTo>
                    <a:pt x="2991249" y="42747"/>
                  </a:lnTo>
                  <a:lnTo>
                    <a:pt x="2955123" y="19777"/>
                  </a:lnTo>
                  <a:lnTo>
                    <a:pt x="2914172" y="5139"/>
                  </a:lnTo>
                  <a:lnTo>
                    <a:pt x="286956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30622" y="3145789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0" y="194563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2869565" y="0"/>
                  </a:lnTo>
                  <a:lnTo>
                    <a:pt x="2914172" y="5139"/>
                  </a:lnTo>
                  <a:lnTo>
                    <a:pt x="2955123" y="19777"/>
                  </a:lnTo>
                  <a:lnTo>
                    <a:pt x="2991249" y="42747"/>
                  </a:lnTo>
                  <a:lnTo>
                    <a:pt x="3021381" y="72879"/>
                  </a:lnTo>
                  <a:lnTo>
                    <a:pt x="3044351" y="109005"/>
                  </a:lnTo>
                  <a:lnTo>
                    <a:pt x="3058989" y="149956"/>
                  </a:lnTo>
                  <a:lnTo>
                    <a:pt x="3064129" y="194563"/>
                  </a:lnTo>
                  <a:lnTo>
                    <a:pt x="3064129" y="1751203"/>
                  </a:lnTo>
                  <a:lnTo>
                    <a:pt x="3058989" y="1795810"/>
                  </a:lnTo>
                  <a:lnTo>
                    <a:pt x="3044351" y="1836761"/>
                  </a:lnTo>
                  <a:lnTo>
                    <a:pt x="3021381" y="1872887"/>
                  </a:lnTo>
                  <a:lnTo>
                    <a:pt x="2991249" y="1903019"/>
                  </a:lnTo>
                  <a:lnTo>
                    <a:pt x="2955123" y="1925989"/>
                  </a:lnTo>
                  <a:lnTo>
                    <a:pt x="2914172" y="1940627"/>
                  </a:lnTo>
                  <a:lnTo>
                    <a:pt x="2869565" y="1945767"/>
                  </a:lnTo>
                  <a:lnTo>
                    <a:pt x="194563" y="1945767"/>
                  </a:lnTo>
                  <a:lnTo>
                    <a:pt x="149956" y="1940627"/>
                  </a:lnTo>
                  <a:lnTo>
                    <a:pt x="109005" y="1925989"/>
                  </a:lnTo>
                  <a:lnTo>
                    <a:pt x="72879" y="1903019"/>
                  </a:lnTo>
                  <a:lnTo>
                    <a:pt x="42747" y="1872887"/>
                  </a:lnTo>
                  <a:lnTo>
                    <a:pt x="19777" y="1836761"/>
                  </a:lnTo>
                  <a:lnTo>
                    <a:pt x="5139" y="1795810"/>
                  </a:lnTo>
                  <a:lnTo>
                    <a:pt x="0" y="1751203"/>
                  </a:lnTo>
                  <a:lnTo>
                    <a:pt x="0" y="194563"/>
                  </a:lnTo>
                  <a:close/>
                </a:path>
              </a:pathLst>
            </a:custGeom>
            <a:ln w="12700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81522" y="3420109"/>
              <a:ext cx="1600580" cy="368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8142" y="3750817"/>
              <a:ext cx="2323972" cy="3688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9166" y="4082745"/>
              <a:ext cx="2706116" cy="3691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42482" y="4414138"/>
              <a:ext cx="1378712" cy="368807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8128889" y="2815970"/>
            <a:ext cx="3417570" cy="2282190"/>
            <a:chOff x="8128889" y="2815970"/>
            <a:chExt cx="3417570" cy="2282190"/>
          </a:xfrm>
        </p:grpSpPr>
        <p:sp>
          <p:nvSpPr>
            <p:cNvPr id="22" name="object 22"/>
            <p:cNvSpPr/>
            <p:nvPr/>
          </p:nvSpPr>
          <p:spPr>
            <a:xfrm>
              <a:off x="8135239" y="2822320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2869691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3"/>
                  </a:lnTo>
                  <a:lnTo>
                    <a:pt x="0" y="1751202"/>
                  </a:lnTo>
                  <a:lnTo>
                    <a:pt x="5139" y="1795810"/>
                  </a:lnTo>
                  <a:lnTo>
                    <a:pt x="19777" y="1836761"/>
                  </a:lnTo>
                  <a:lnTo>
                    <a:pt x="42747" y="1872887"/>
                  </a:lnTo>
                  <a:lnTo>
                    <a:pt x="72879" y="1903019"/>
                  </a:lnTo>
                  <a:lnTo>
                    <a:pt x="109005" y="1925989"/>
                  </a:lnTo>
                  <a:lnTo>
                    <a:pt x="149956" y="1940627"/>
                  </a:lnTo>
                  <a:lnTo>
                    <a:pt x="194563" y="1945766"/>
                  </a:lnTo>
                  <a:lnTo>
                    <a:pt x="2869691" y="1945766"/>
                  </a:lnTo>
                  <a:lnTo>
                    <a:pt x="2914299" y="1940627"/>
                  </a:lnTo>
                  <a:lnTo>
                    <a:pt x="2955250" y="1925989"/>
                  </a:lnTo>
                  <a:lnTo>
                    <a:pt x="2991376" y="1903019"/>
                  </a:lnTo>
                  <a:lnTo>
                    <a:pt x="3021508" y="1872887"/>
                  </a:lnTo>
                  <a:lnTo>
                    <a:pt x="3044478" y="1836761"/>
                  </a:lnTo>
                  <a:lnTo>
                    <a:pt x="3059116" y="1795810"/>
                  </a:lnTo>
                  <a:lnTo>
                    <a:pt x="3064255" y="1751202"/>
                  </a:lnTo>
                  <a:lnTo>
                    <a:pt x="3064255" y="194563"/>
                  </a:lnTo>
                  <a:lnTo>
                    <a:pt x="3059116" y="149956"/>
                  </a:lnTo>
                  <a:lnTo>
                    <a:pt x="3044478" y="109005"/>
                  </a:lnTo>
                  <a:lnTo>
                    <a:pt x="3021508" y="72879"/>
                  </a:lnTo>
                  <a:lnTo>
                    <a:pt x="2991376" y="42747"/>
                  </a:lnTo>
                  <a:lnTo>
                    <a:pt x="2955250" y="19777"/>
                  </a:lnTo>
                  <a:lnTo>
                    <a:pt x="2914299" y="5139"/>
                  </a:lnTo>
                  <a:lnTo>
                    <a:pt x="2869691" y="0"/>
                  </a:lnTo>
                  <a:close/>
                </a:path>
              </a:pathLst>
            </a:custGeom>
            <a:solidFill>
              <a:srgbClr val="00B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35239" y="2822320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0" y="194563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2869691" y="0"/>
                  </a:lnTo>
                  <a:lnTo>
                    <a:pt x="2914299" y="5139"/>
                  </a:lnTo>
                  <a:lnTo>
                    <a:pt x="2955250" y="19777"/>
                  </a:lnTo>
                  <a:lnTo>
                    <a:pt x="2991376" y="42747"/>
                  </a:lnTo>
                  <a:lnTo>
                    <a:pt x="3021508" y="72879"/>
                  </a:lnTo>
                  <a:lnTo>
                    <a:pt x="3044478" y="109005"/>
                  </a:lnTo>
                  <a:lnTo>
                    <a:pt x="3059116" y="149956"/>
                  </a:lnTo>
                  <a:lnTo>
                    <a:pt x="3064255" y="194563"/>
                  </a:lnTo>
                  <a:lnTo>
                    <a:pt x="3064255" y="1751202"/>
                  </a:lnTo>
                  <a:lnTo>
                    <a:pt x="3059116" y="1795810"/>
                  </a:lnTo>
                  <a:lnTo>
                    <a:pt x="3044478" y="1836761"/>
                  </a:lnTo>
                  <a:lnTo>
                    <a:pt x="3021508" y="1872887"/>
                  </a:lnTo>
                  <a:lnTo>
                    <a:pt x="2991376" y="1903019"/>
                  </a:lnTo>
                  <a:lnTo>
                    <a:pt x="2955250" y="1925989"/>
                  </a:lnTo>
                  <a:lnTo>
                    <a:pt x="2914299" y="1940627"/>
                  </a:lnTo>
                  <a:lnTo>
                    <a:pt x="2869691" y="1945766"/>
                  </a:lnTo>
                  <a:lnTo>
                    <a:pt x="194563" y="1945766"/>
                  </a:lnTo>
                  <a:lnTo>
                    <a:pt x="149956" y="1940627"/>
                  </a:lnTo>
                  <a:lnTo>
                    <a:pt x="109005" y="1925989"/>
                  </a:lnTo>
                  <a:lnTo>
                    <a:pt x="72879" y="1903019"/>
                  </a:lnTo>
                  <a:lnTo>
                    <a:pt x="42747" y="1872887"/>
                  </a:lnTo>
                  <a:lnTo>
                    <a:pt x="19777" y="1836761"/>
                  </a:lnTo>
                  <a:lnTo>
                    <a:pt x="5139" y="1795810"/>
                  </a:lnTo>
                  <a:lnTo>
                    <a:pt x="0" y="1751202"/>
                  </a:lnTo>
                  <a:lnTo>
                    <a:pt x="0" y="19456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75726" y="3145789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2869692" y="0"/>
                  </a:moveTo>
                  <a:lnTo>
                    <a:pt x="194564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3"/>
                  </a:lnTo>
                  <a:lnTo>
                    <a:pt x="0" y="1751203"/>
                  </a:lnTo>
                  <a:lnTo>
                    <a:pt x="5139" y="1795810"/>
                  </a:lnTo>
                  <a:lnTo>
                    <a:pt x="19777" y="1836761"/>
                  </a:lnTo>
                  <a:lnTo>
                    <a:pt x="42747" y="1872887"/>
                  </a:lnTo>
                  <a:lnTo>
                    <a:pt x="72879" y="1903019"/>
                  </a:lnTo>
                  <a:lnTo>
                    <a:pt x="109005" y="1925989"/>
                  </a:lnTo>
                  <a:lnTo>
                    <a:pt x="149956" y="1940627"/>
                  </a:lnTo>
                  <a:lnTo>
                    <a:pt x="194564" y="1945767"/>
                  </a:lnTo>
                  <a:lnTo>
                    <a:pt x="2869692" y="1945767"/>
                  </a:lnTo>
                  <a:lnTo>
                    <a:pt x="2914299" y="1940627"/>
                  </a:lnTo>
                  <a:lnTo>
                    <a:pt x="2955250" y="1925989"/>
                  </a:lnTo>
                  <a:lnTo>
                    <a:pt x="2991376" y="1903019"/>
                  </a:lnTo>
                  <a:lnTo>
                    <a:pt x="3021508" y="1872887"/>
                  </a:lnTo>
                  <a:lnTo>
                    <a:pt x="3044478" y="1836761"/>
                  </a:lnTo>
                  <a:lnTo>
                    <a:pt x="3059116" y="1795810"/>
                  </a:lnTo>
                  <a:lnTo>
                    <a:pt x="3064255" y="1751203"/>
                  </a:lnTo>
                  <a:lnTo>
                    <a:pt x="3064255" y="194563"/>
                  </a:lnTo>
                  <a:lnTo>
                    <a:pt x="3059116" y="149956"/>
                  </a:lnTo>
                  <a:lnTo>
                    <a:pt x="3044478" y="109005"/>
                  </a:lnTo>
                  <a:lnTo>
                    <a:pt x="3021508" y="72879"/>
                  </a:lnTo>
                  <a:lnTo>
                    <a:pt x="2991376" y="42747"/>
                  </a:lnTo>
                  <a:lnTo>
                    <a:pt x="2955250" y="19777"/>
                  </a:lnTo>
                  <a:lnTo>
                    <a:pt x="2914299" y="5139"/>
                  </a:lnTo>
                  <a:lnTo>
                    <a:pt x="286969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75726" y="3145789"/>
              <a:ext cx="3064510" cy="1946275"/>
            </a:xfrm>
            <a:custGeom>
              <a:avLst/>
              <a:gdLst/>
              <a:ahLst/>
              <a:cxnLst/>
              <a:rect l="l" t="t" r="r" b="b"/>
              <a:pathLst>
                <a:path w="3064509" h="1946275">
                  <a:moveTo>
                    <a:pt x="0" y="194563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4" y="0"/>
                  </a:lnTo>
                  <a:lnTo>
                    <a:pt x="2869692" y="0"/>
                  </a:lnTo>
                  <a:lnTo>
                    <a:pt x="2914299" y="5139"/>
                  </a:lnTo>
                  <a:lnTo>
                    <a:pt x="2955250" y="19777"/>
                  </a:lnTo>
                  <a:lnTo>
                    <a:pt x="2991376" y="42747"/>
                  </a:lnTo>
                  <a:lnTo>
                    <a:pt x="3021508" y="72879"/>
                  </a:lnTo>
                  <a:lnTo>
                    <a:pt x="3044478" y="109005"/>
                  </a:lnTo>
                  <a:lnTo>
                    <a:pt x="3059116" y="149956"/>
                  </a:lnTo>
                  <a:lnTo>
                    <a:pt x="3064255" y="194563"/>
                  </a:lnTo>
                  <a:lnTo>
                    <a:pt x="3064255" y="1751203"/>
                  </a:lnTo>
                  <a:lnTo>
                    <a:pt x="3059116" y="1795810"/>
                  </a:lnTo>
                  <a:lnTo>
                    <a:pt x="3044478" y="1836761"/>
                  </a:lnTo>
                  <a:lnTo>
                    <a:pt x="3021508" y="1872887"/>
                  </a:lnTo>
                  <a:lnTo>
                    <a:pt x="2991376" y="1903019"/>
                  </a:lnTo>
                  <a:lnTo>
                    <a:pt x="2955250" y="1925989"/>
                  </a:lnTo>
                  <a:lnTo>
                    <a:pt x="2914299" y="1940627"/>
                  </a:lnTo>
                  <a:lnTo>
                    <a:pt x="2869692" y="1945767"/>
                  </a:lnTo>
                  <a:lnTo>
                    <a:pt x="194564" y="1945767"/>
                  </a:lnTo>
                  <a:lnTo>
                    <a:pt x="149956" y="1940627"/>
                  </a:lnTo>
                  <a:lnTo>
                    <a:pt x="109005" y="1925989"/>
                  </a:lnTo>
                  <a:lnTo>
                    <a:pt x="72879" y="1903019"/>
                  </a:lnTo>
                  <a:lnTo>
                    <a:pt x="42747" y="1872887"/>
                  </a:lnTo>
                  <a:lnTo>
                    <a:pt x="19777" y="1836761"/>
                  </a:lnTo>
                  <a:lnTo>
                    <a:pt x="5139" y="1795810"/>
                  </a:lnTo>
                  <a:lnTo>
                    <a:pt x="0" y="1751203"/>
                  </a:lnTo>
                  <a:lnTo>
                    <a:pt x="0" y="194563"/>
                  </a:lnTo>
                  <a:close/>
                </a:path>
              </a:pathLst>
            </a:custGeom>
            <a:ln w="12700">
              <a:solidFill>
                <a:srgbClr val="00B1F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02294" y="3585971"/>
              <a:ext cx="2838069" cy="3688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81770" y="3916679"/>
              <a:ext cx="2070480" cy="36880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17634" y="4248911"/>
              <a:ext cx="1123403" cy="368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" y="1029919"/>
            <a:ext cx="2518283" cy="5138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3819" y="2201672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9419" y="2040635"/>
            <a:ext cx="9865995" cy="805180"/>
            <a:chOff x="839419" y="2040635"/>
            <a:chExt cx="9865995" cy="8051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419" y="2040635"/>
              <a:ext cx="9865995" cy="3840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419" y="2461259"/>
              <a:ext cx="6330569" cy="3840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9323" y="2461259"/>
              <a:ext cx="228600" cy="3840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3623" y="2461259"/>
              <a:ext cx="636270" cy="38404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3819" y="3145281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9419" y="2984245"/>
            <a:ext cx="10644505" cy="805180"/>
            <a:chOff x="839419" y="2984245"/>
            <a:chExt cx="10644505" cy="80518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9419" y="2984245"/>
              <a:ext cx="10643997" cy="3840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419" y="3404869"/>
              <a:ext cx="1547622" cy="3840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46375" y="3404869"/>
              <a:ext cx="1515872" cy="3840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92906" y="3404869"/>
              <a:ext cx="3021076" cy="3840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6694" y="3404869"/>
              <a:ext cx="228600" cy="3840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0994" y="3404869"/>
              <a:ext cx="708659" cy="38404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83819" y="4087114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9419" y="3926154"/>
            <a:ext cx="9535795" cy="1226185"/>
            <a:chOff x="839419" y="3926154"/>
            <a:chExt cx="9535795" cy="122618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9419" y="3926154"/>
              <a:ext cx="8251571" cy="3843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9419" y="4347082"/>
              <a:ext cx="9535287" cy="3840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9419" y="4767706"/>
              <a:ext cx="1920620" cy="3840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</TotalTime>
  <Words>2345</Words>
  <Application>Microsoft Office PowerPoint</Application>
  <PresentationFormat>Widescreen</PresentationFormat>
  <Paragraphs>350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Arial</vt:lpstr>
      <vt:lpstr>Arial MT</vt:lpstr>
      <vt:lpstr>Calibri</vt:lpstr>
      <vt:lpstr>Calibri Light</vt:lpstr>
      <vt:lpstr>Symbol</vt:lpstr>
      <vt:lpstr>Times New Roman</vt:lpstr>
      <vt:lpstr>Office 2013 - 2022 Theme</vt:lpstr>
      <vt:lpstr>Data Collection, Analysis and Interpreting Qualitative Data</vt:lpstr>
      <vt:lpstr>                Session Two </vt:lpstr>
      <vt:lpstr>PowerPoint Presentation</vt:lpstr>
      <vt:lpstr>PowerPoint Presentation</vt:lpstr>
      <vt:lpstr> Grounded Theory</vt:lpstr>
      <vt:lpstr>PowerPoint Presentation</vt:lpstr>
      <vt:lpstr>PowerPoint Presentation</vt:lpstr>
      <vt:lpstr>PowerPoint Presentation</vt:lpstr>
      <vt:lpstr>Purposive Sampling in Research</vt:lpstr>
      <vt:lpstr>What is so special about it?</vt:lpstr>
      <vt:lpstr>Probability Sampling in Quantitative Research</vt:lpstr>
      <vt:lpstr>PowerPoint Presentation</vt:lpstr>
      <vt:lpstr>Importance of Defining the Study Population</vt:lpstr>
      <vt:lpstr>Research Question Guides Study Population</vt:lpstr>
      <vt:lpstr>Key Factors in Defining Study Population</vt:lpstr>
      <vt:lpstr>Study Population Considerations</vt:lpstr>
      <vt:lpstr>Importance of Inclusion and Exclusion Criteria</vt:lpstr>
      <vt:lpstr>Inclusion Criteria: Characteristics participants must have.</vt:lpstr>
      <vt:lpstr>Problems If Inclusion/Exclusion Criteria Are Not Specific</vt:lpstr>
      <vt:lpstr>Activity – Defining Inclusion and Exclusion Criteria</vt:lpstr>
      <vt:lpstr>Discussion Questions</vt:lpstr>
      <vt:lpstr>Participant Recruitment Strategies</vt:lpstr>
      <vt:lpstr>Gatekeepers &amp; Registers</vt:lpstr>
      <vt:lpstr>PowerPoint Presentation</vt:lpstr>
      <vt:lpstr>Networks &amp; Snowball Sampling</vt:lpstr>
      <vt:lpstr>PowerPoint Presentation</vt:lpstr>
      <vt:lpstr>Advertisements &amp; Mixed-Method Recruitment</vt:lpstr>
      <vt:lpstr>Advertisements &amp; Mixed-Method Recruitment</vt:lpstr>
      <vt:lpstr>Questions to Consider:</vt:lpstr>
      <vt:lpstr>Evaluating Quality in Participant Recruitment</vt:lpstr>
      <vt:lpstr>Appropriateness &amp; Coherence</vt:lpstr>
      <vt:lpstr>Appropriateness &amp; Coherence</vt:lpstr>
      <vt:lpstr>Transparency &amp; Interpretive Sampling</vt:lpstr>
      <vt:lpstr>PowerPoint Presentation</vt:lpstr>
      <vt:lpstr>Reflection &amp; Discussion</vt:lpstr>
      <vt:lpstr>Understanding In- Depth Interviews</vt:lpstr>
      <vt:lpstr>When to Use In- Depth Interviews</vt:lpstr>
      <vt:lpstr>PowerPoint Presentation</vt:lpstr>
      <vt:lpstr>Challenges of In-Depth Interviews</vt:lpstr>
      <vt:lpstr>Structure of an Interview Guide</vt:lpstr>
      <vt:lpstr>Introduction &amp; Opening Questions</vt:lpstr>
      <vt:lpstr>Key Questions (Main Data Collection)</vt:lpstr>
      <vt:lpstr>PowerPoint Presentation</vt:lpstr>
      <vt:lpstr>Using Interview Guide</vt:lpstr>
      <vt:lpstr>Establishing Rapport</vt:lpstr>
      <vt:lpstr>Asking Questions in an Open and Empathic Way</vt:lpstr>
      <vt:lpstr>Probing to Motivate Storytelling</vt:lpstr>
      <vt:lpstr>PowerPoint Presentation</vt:lpstr>
      <vt:lpstr>References</vt:lpstr>
      <vt:lpstr>PowerPoint Presentation</vt:lpstr>
      <vt:lpstr>PowerPoint Presentation</vt:lpstr>
      <vt:lpstr>PowerPoint Presentation</vt:lpstr>
      <vt:lpstr>Introduction to Thematic Analysis</vt:lpstr>
      <vt:lpstr>Types of Thematic Analysis</vt:lpstr>
      <vt:lpstr>When to use inductive or deductive?</vt:lpstr>
      <vt:lpstr>When to use semantic or latent?</vt:lpstr>
      <vt:lpstr>PowerPoint Presentation</vt:lpstr>
      <vt:lpstr>PowerPoint Presentation</vt:lpstr>
      <vt:lpstr>Approaches to Qualitative Data Analysis</vt:lpstr>
      <vt:lpstr>Framework Analysis</vt:lpstr>
      <vt:lpstr>Grounded Theory</vt:lpstr>
      <vt:lpstr>Interpretative Phenomenological Analysis (IPA)</vt:lpstr>
      <vt:lpstr>Narrative Analysis</vt:lpstr>
      <vt:lpstr>Importance of Thematic Analysis</vt:lpstr>
      <vt:lpstr>PowerPoint Presentation</vt:lpstr>
      <vt:lpstr>PowerPoint Presentation</vt:lpstr>
      <vt:lpstr>Step 2: Generating Initial Codes</vt:lpstr>
      <vt:lpstr>Step 3: Searching for Themes</vt:lpstr>
      <vt:lpstr>PowerPoint Presentation</vt:lpstr>
      <vt:lpstr>PowerPoint Presentation</vt:lpstr>
      <vt:lpstr>Step 6: Writing the Report</vt:lpstr>
      <vt:lpstr>PowerPoint Presentation</vt:lpstr>
      <vt:lpstr>PowerPoint Presentation</vt:lpstr>
      <vt:lpstr>PowerPoint Presentation</vt:lpstr>
      <vt:lpstr>Ensuring Trustworthiness in Analysis</vt:lpstr>
      <vt:lpstr>Discussion: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Kiu Sum</dc:creator>
  <cp:lastModifiedBy>Teresa Burdett</cp:lastModifiedBy>
  <cp:revision>3</cp:revision>
  <dcterms:created xsi:type="dcterms:W3CDTF">2026-04-09T13:19:51Z</dcterms:created>
  <dcterms:modified xsi:type="dcterms:W3CDTF">2026-04-09T13:53:23Z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2026-04-09T00:00:00Z</vt:filetime>
  </property>
  <property fmtid="{D5CDD505-2E9C-101B-9397-08002B2CF9AE}" pid="5" name="Producer">
    <vt:lpwstr>Microsoft® PowerPoint® for Microsoft 365</vt:lpwstr>
  </property>
</Properties>
</file>