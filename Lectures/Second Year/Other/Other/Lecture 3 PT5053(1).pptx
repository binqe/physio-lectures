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50"/>
  </p:notesMasterIdLst>
  <p:sldIdLst>
    <p:sldId id="256" r:id="rId2"/>
    <p:sldId id="257" r:id="rId3"/>
    <p:sldId id="261" r:id="rId4"/>
    <p:sldId id="262" r:id="rId5"/>
    <p:sldId id="265" r:id="rId6"/>
    <p:sldId id="258" r:id="rId7"/>
    <p:sldId id="259" r:id="rId8"/>
    <p:sldId id="260" r:id="rId9"/>
    <p:sldId id="263" r:id="rId10"/>
    <p:sldId id="264" r:id="rId11"/>
    <p:sldId id="266" r:id="rId12"/>
    <p:sldId id="268" r:id="rId13"/>
    <p:sldId id="269" r:id="rId14"/>
    <p:sldId id="270" r:id="rId15"/>
    <p:sldId id="275" r:id="rId16"/>
    <p:sldId id="271" r:id="rId17"/>
    <p:sldId id="274" r:id="rId18"/>
    <p:sldId id="276" r:id="rId19"/>
    <p:sldId id="273" r:id="rId20"/>
    <p:sldId id="272" r:id="rId21"/>
    <p:sldId id="277" r:id="rId22"/>
    <p:sldId id="279" r:id="rId23"/>
    <p:sldId id="280" r:id="rId24"/>
    <p:sldId id="278" r:id="rId25"/>
    <p:sldId id="281" r:id="rId26"/>
    <p:sldId id="267" r:id="rId27"/>
    <p:sldId id="282" r:id="rId28"/>
    <p:sldId id="283" r:id="rId29"/>
    <p:sldId id="297" r:id="rId30"/>
    <p:sldId id="298" r:id="rId31"/>
    <p:sldId id="299" r:id="rId32"/>
    <p:sldId id="292" r:id="rId33"/>
    <p:sldId id="293" r:id="rId34"/>
    <p:sldId id="294" r:id="rId35"/>
    <p:sldId id="295" r:id="rId36"/>
    <p:sldId id="300" r:id="rId37"/>
    <p:sldId id="301" r:id="rId38"/>
    <p:sldId id="303" r:id="rId39"/>
    <p:sldId id="302" r:id="rId40"/>
    <p:sldId id="304" r:id="rId41"/>
    <p:sldId id="305" r:id="rId42"/>
    <p:sldId id="284" r:id="rId43"/>
    <p:sldId id="285" r:id="rId44"/>
    <p:sldId id="287" r:id="rId45"/>
    <p:sldId id="288" r:id="rId46"/>
    <p:sldId id="290" r:id="rId47"/>
    <p:sldId id="296" r:id="rId48"/>
    <p:sldId id="291"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191373-E3D3-4D3F-B114-796ED0633474}" v="7" dt="2026-02-16T20:50:02.0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6" d="100"/>
          <a:sy n="96" d="100"/>
        </p:scale>
        <p:origin x="9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y.metcalfe@hcahealthcare.co.uk" userId="S::urn:spo:guest#lucy.metcalfe@hcahealthcare.co.uk::" providerId="AD" clId="Web-{3E918358-B5B6-8EC6-E0C4-CD39D2D867CD}"/>
    <pc:docChg chg="addSld delSld modSld">
      <pc:chgData name="lucy.metcalfe@hcahealthcare.co.uk" userId="S::urn:spo:guest#lucy.metcalfe@hcahealthcare.co.uk::" providerId="AD" clId="Web-{3E918358-B5B6-8EC6-E0C4-CD39D2D867CD}" dt="2026-02-13T15:50:57.063" v="310"/>
      <pc:docMkLst>
        <pc:docMk/>
      </pc:docMkLst>
      <pc:sldChg chg="modSp">
        <pc:chgData name="lucy.metcalfe@hcahealthcare.co.uk" userId="S::urn:spo:guest#lucy.metcalfe@hcahealthcare.co.uk::" providerId="AD" clId="Web-{3E918358-B5B6-8EC6-E0C4-CD39D2D867CD}" dt="2026-02-13T15:50:41.452" v="308" actId="20577"/>
        <pc:sldMkLst>
          <pc:docMk/>
          <pc:sldMk cId="1460789883" sldId="284"/>
        </pc:sldMkLst>
        <pc:spChg chg="mod">
          <ac:chgData name="lucy.metcalfe@hcahealthcare.co.uk" userId="S::urn:spo:guest#lucy.metcalfe@hcahealthcare.co.uk::" providerId="AD" clId="Web-{3E918358-B5B6-8EC6-E0C4-CD39D2D867CD}" dt="2026-02-13T15:50:41.452" v="308" actId="20577"/>
          <ac:spMkLst>
            <pc:docMk/>
            <pc:sldMk cId="1460789883" sldId="284"/>
            <ac:spMk id="3" creationId="{1A6D504C-8AC2-9A54-C142-3D98808819C8}"/>
          </ac:spMkLst>
        </pc:spChg>
      </pc:sldChg>
      <pc:sldChg chg="modSp new">
        <pc:chgData name="lucy.metcalfe@hcahealthcare.co.uk" userId="S::urn:spo:guest#lucy.metcalfe@hcahealthcare.co.uk::" providerId="AD" clId="Web-{3E918358-B5B6-8EC6-E0C4-CD39D2D867CD}" dt="2026-02-13T12:30:53.926" v="186" actId="20577"/>
        <pc:sldMkLst>
          <pc:docMk/>
          <pc:sldMk cId="1441188990" sldId="292"/>
        </pc:sldMkLst>
        <pc:spChg chg="mod">
          <ac:chgData name="lucy.metcalfe@hcahealthcare.co.uk" userId="S::urn:spo:guest#lucy.metcalfe@hcahealthcare.co.uk::" providerId="AD" clId="Web-{3E918358-B5B6-8EC6-E0C4-CD39D2D867CD}" dt="2026-02-13T12:27:46.313" v="8" actId="20577"/>
          <ac:spMkLst>
            <pc:docMk/>
            <pc:sldMk cId="1441188990" sldId="292"/>
            <ac:spMk id="2" creationId="{FFEED413-3EC2-D1D5-1B3D-96234D6CD319}"/>
          </ac:spMkLst>
        </pc:spChg>
        <pc:spChg chg="mod">
          <ac:chgData name="lucy.metcalfe@hcahealthcare.co.uk" userId="S::urn:spo:guest#lucy.metcalfe@hcahealthcare.co.uk::" providerId="AD" clId="Web-{3E918358-B5B6-8EC6-E0C4-CD39D2D867CD}" dt="2026-02-13T12:30:53.926" v="186" actId="20577"/>
          <ac:spMkLst>
            <pc:docMk/>
            <pc:sldMk cId="1441188990" sldId="292"/>
            <ac:spMk id="3" creationId="{49D2B7B2-C8E3-1AEB-0CDF-C4BDE7AD066C}"/>
          </ac:spMkLst>
        </pc:spChg>
      </pc:sldChg>
      <pc:sldChg chg="modSp new">
        <pc:chgData name="lucy.metcalfe@hcahealthcare.co.uk" userId="S::urn:spo:guest#lucy.metcalfe@hcahealthcare.co.uk::" providerId="AD" clId="Web-{3E918358-B5B6-8EC6-E0C4-CD39D2D867CD}" dt="2026-02-13T12:32:39.785" v="281" actId="20577"/>
        <pc:sldMkLst>
          <pc:docMk/>
          <pc:sldMk cId="2486098264" sldId="293"/>
        </pc:sldMkLst>
        <pc:spChg chg="mod">
          <ac:chgData name="lucy.metcalfe@hcahealthcare.co.uk" userId="S::urn:spo:guest#lucy.metcalfe@hcahealthcare.co.uk::" providerId="AD" clId="Web-{3E918358-B5B6-8EC6-E0C4-CD39D2D867CD}" dt="2026-02-13T12:31:22.316" v="192" actId="20577"/>
          <ac:spMkLst>
            <pc:docMk/>
            <pc:sldMk cId="2486098264" sldId="293"/>
            <ac:spMk id="2" creationId="{44D288CC-FD18-87DB-9F88-DACE138FBB52}"/>
          </ac:spMkLst>
        </pc:spChg>
        <pc:spChg chg="mod">
          <ac:chgData name="lucy.metcalfe@hcahealthcare.co.uk" userId="S::urn:spo:guest#lucy.metcalfe@hcahealthcare.co.uk::" providerId="AD" clId="Web-{3E918358-B5B6-8EC6-E0C4-CD39D2D867CD}" dt="2026-02-13T12:32:39.785" v="281" actId="20577"/>
          <ac:spMkLst>
            <pc:docMk/>
            <pc:sldMk cId="2486098264" sldId="293"/>
            <ac:spMk id="3" creationId="{E3520828-7F95-46A5-A18E-9190A7F553D9}"/>
          </ac:spMkLst>
        </pc:spChg>
      </pc:sldChg>
      <pc:sldChg chg="addSp modSp new mod setBg">
        <pc:chgData name="lucy.metcalfe@hcahealthcare.co.uk" userId="S::urn:spo:guest#lucy.metcalfe@hcahealthcare.co.uk::" providerId="AD" clId="Web-{3E918358-B5B6-8EC6-E0C4-CD39D2D867CD}" dt="2026-02-13T15:50:16.888" v="301" actId="1076"/>
        <pc:sldMkLst>
          <pc:docMk/>
          <pc:sldMk cId="1181988387" sldId="294"/>
        </pc:sldMkLst>
        <pc:spChg chg="mod ord">
          <ac:chgData name="lucy.metcalfe@hcahealthcare.co.uk" userId="S::urn:spo:guest#lucy.metcalfe@hcahealthcare.co.uk::" providerId="AD" clId="Web-{3E918358-B5B6-8EC6-E0C4-CD39D2D867CD}" dt="2026-02-13T12:58:21.104" v="300"/>
          <ac:spMkLst>
            <pc:docMk/>
            <pc:sldMk cId="1181988387" sldId="294"/>
            <ac:spMk id="2" creationId="{474B2A8B-4BDA-D014-6AC7-AC0210AE6951}"/>
          </ac:spMkLst>
        </pc:spChg>
        <pc:spChg chg="mod">
          <ac:chgData name="lucy.metcalfe@hcahealthcare.co.uk" userId="S::urn:spo:guest#lucy.metcalfe@hcahealthcare.co.uk::" providerId="AD" clId="Web-{3E918358-B5B6-8EC6-E0C4-CD39D2D867CD}" dt="2026-02-13T12:58:21.104" v="300"/>
          <ac:spMkLst>
            <pc:docMk/>
            <pc:sldMk cId="1181988387" sldId="294"/>
            <ac:spMk id="3" creationId="{35427DEE-0A54-FE14-C919-B3437498B3B3}"/>
          </ac:spMkLst>
        </pc:spChg>
        <pc:spChg chg="add">
          <ac:chgData name="lucy.metcalfe@hcahealthcare.co.uk" userId="S::urn:spo:guest#lucy.metcalfe@hcahealthcare.co.uk::" providerId="AD" clId="Web-{3E918358-B5B6-8EC6-E0C4-CD39D2D867CD}" dt="2026-02-13T12:58:21.104" v="300"/>
          <ac:spMkLst>
            <pc:docMk/>
            <pc:sldMk cId="1181988387" sldId="294"/>
            <ac:spMk id="9" creationId="{987A0FBA-CC04-4256-A8EB-BB3C543E989C}"/>
          </ac:spMkLst>
        </pc:spChg>
        <pc:spChg chg="add">
          <ac:chgData name="lucy.metcalfe@hcahealthcare.co.uk" userId="S::urn:spo:guest#lucy.metcalfe@hcahealthcare.co.uk::" providerId="AD" clId="Web-{3E918358-B5B6-8EC6-E0C4-CD39D2D867CD}" dt="2026-02-13T12:58:21.104" v="300"/>
          <ac:spMkLst>
            <pc:docMk/>
            <pc:sldMk cId="1181988387" sldId="294"/>
            <ac:spMk id="11" creationId="{3D065C6D-EB42-400B-99C4-D0ACE936F6C3}"/>
          </ac:spMkLst>
        </pc:spChg>
        <pc:spChg chg="add">
          <ac:chgData name="lucy.metcalfe@hcahealthcare.co.uk" userId="S::urn:spo:guest#lucy.metcalfe@hcahealthcare.co.uk::" providerId="AD" clId="Web-{3E918358-B5B6-8EC6-E0C4-CD39D2D867CD}" dt="2026-02-13T12:58:21.104" v="300"/>
          <ac:spMkLst>
            <pc:docMk/>
            <pc:sldMk cId="1181988387" sldId="294"/>
            <ac:spMk id="13" creationId="{3362A0EA-3E81-4464-94B8-70BE5870EDC0}"/>
          </ac:spMkLst>
        </pc:spChg>
        <pc:picChg chg="add mod">
          <ac:chgData name="lucy.metcalfe@hcahealthcare.co.uk" userId="S::urn:spo:guest#lucy.metcalfe@hcahealthcare.co.uk::" providerId="AD" clId="Web-{3E918358-B5B6-8EC6-E0C4-CD39D2D867CD}" dt="2026-02-13T15:50:16.888" v="301" actId="1076"/>
          <ac:picMkLst>
            <pc:docMk/>
            <pc:sldMk cId="1181988387" sldId="294"/>
            <ac:picMk id="4" creationId="{EC442E97-E378-B0F3-A97B-A80D44C65220}"/>
          </ac:picMkLst>
        </pc:picChg>
      </pc:sldChg>
      <pc:sldChg chg="modSp new">
        <pc:chgData name="lucy.metcalfe@hcahealthcare.co.uk" userId="S::urn:spo:guest#lucy.metcalfe@hcahealthcare.co.uk::" providerId="AD" clId="Web-{3E918358-B5B6-8EC6-E0C4-CD39D2D867CD}" dt="2026-02-13T15:50:29.639" v="306" actId="20577"/>
        <pc:sldMkLst>
          <pc:docMk/>
          <pc:sldMk cId="81177581" sldId="295"/>
        </pc:sldMkLst>
        <pc:spChg chg="mod">
          <ac:chgData name="lucy.metcalfe@hcahealthcare.co.uk" userId="S::urn:spo:guest#lucy.metcalfe@hcahealthcare.co.uk::" providerId="AD" clId="Web-{3E918358-B5B6-8EC6-E0C4-CD39D2D867CD}" dt="2026-02-13T15:50:29.639" v="306" actId="20577"/>
          <ac:spMkLst>
            <pc:docMk/>
            <pc:sldMk cId="81177581" sldId="295"/>
            <ac:spMk id="2" creationId="{2B521004-E56F-EC3C-B23C-FB76F2CC9824}"/>
          </ac:spMkLst>
        </pc:spChg>
      </pc:sldChg>
    </pc:docChg>
  </pc:docChgLst>
  <pc:docChgLst>
    <pc:chgData name="Lucy Metcalfe" userId="3f57b64c-a3e0-43bb-b464-d2c22f71326d" providerId="ADAL" clId="{D1EB25C5-E13D-41A2-8FB2-3B1664120573}"/>
    <pc:docChg chg="undo custSel addSld modSld">
      <pc:chgData name="Lucy Metcalfe" userId="3f57b64c-a3e0-43bb-b464-d2c22f71326d" providerId="ADAL" clId="{D1EB25C5-E13D-41A2-8FB2-3B1664120573}" dt="2026-02-17T08:56:29.699" v="3194" actId="20577"/>
      <pc:docMkLst>
        <pc:docMk/>
      </pc:docMkLst>
      <pc:sldChg chg="modSp mod">
        <pc:chgData name="Lucy Metcalfe" userId="3f57b64c-a3e0-43bb-b464-d2c22f71326d" providerId="ADAL" clId="{D1EB25C5-E13D-41A2-8FB2-3B1664120573}" dt="2026-02-11T08:27:51.470" v="77" actId="20577"/>
        <pc:sldMkLst>
          <pc:docMk/>
          <pc:sldMk cId="3698425765" sldId="265"/>
        </pc:sldMkLst>
        <pc:spChg chg="mod">
          <ac:chgData name="Lucy Metcalfe" userId="3f57b64c-a3e0-43bb-b464-d2c22f71326d" providerId="ADAL" clId="{D1EB25C5-E13D-41A2-8FB2-3B1664120573}" dt="2026-02-11T08:27:51.470" v="77" actId="20577"/>
          <ac:spMkLst>
            <pc:docMk/>
            <pc:sldMk cId="3698425765" sldId="265"/>
            <ac:spMk id="3" creationId="{8B27668A-AA0C-A6E1-E1C4-377C44516114}"/>
          </ac:spMkLst>
        </pc:spChg>
      </pc:sldChg>
      <pc:sldChg chg="modSp mod">
        <pc:chgData name="Lucy Metcalfe" userId="3f57b64c-a3e0-43bb-b464-d2c22f71326d" providerId="ADAL" clId="{D1EB25C5-E13D-41A2-8FB2-3B1664120573}" dt="2026-02-15T13:16:00.967" v="827" actId="20577"/>
        <pc:sldMkLst>
          <pc:docMk/>
          <pc:sldMk cId="2837755734" sldId="267"/>
        </pc:sldMkLst>
        <pc:spChg chg="mod">
          <ac:chgData name="Lucy Metcalfe" userId="3f57b64c-a3e0-43bb-b464-d2c22f71326d" providerId="ADAL" clId="{D1EB25C5-E13D-41A2-8FB2-3B1664120573}" dt="2026-02-15T13:16:00.967" v="827" actId="20577"/>
          <ac:spMkLst>
            <pc:docMk/>
            <pc:sldMk cId="2837755734" sldId="267"/>
            <ac:spMk id="3" creationId="{45159A57-388F-8584-3911-0739FD955705}"/>
          </ac:spMkLst>
        </pc:spChg>
      </pc:sldChg>
      <pc:sldChg chg="modSp mod">
        <pc:chgData name="Lucy Metcalfe" userId="3f57b64c-a3e0-43bb-b464-d2c22f71326d" providerId="ADAL" clId="{D1EB25C5-E13D-41A2-8FB2-3B1664120573}" dt="2026-02-15T13:02:42.259" v="703" actId="33524"/>
        <pc:sldMkLst>
          <pc:docMk/>
          <pc:sldMk cId="3743081272" sldId="269"/>
        </pc:sldMkLst>
        <pc:spChg chg="mod">
          <ac:chgData name="Lucy Metcalfe" userId="3f57b64c-a3e0-43bb-b464-d2c22f71326d" providerId="ADAL" clId="{D1EB25C5-E13D-41A2-8FB2-3B1664120573}" dt="2026-02-15T13:02:42.259" v="703" actId="33524"/>
          <ac:spMkLst>
            <pc:docMk/>
            <pc:sldMk cId="3743081272" sldId="269"/>
            <ac:spMk id="3" creationId="{EE09AA13-97C9-D7C7-2585-922A631398FC}"/>
          </ac:spMkLst>
        </pc:spChg>
      </pc:sldChg>
      <pc:sldChg chg="modSp mod">
        <pc:chgData name="Lucy Metcalfe" userId="3f57b64c-a3e0-43bb-b464-d2c22f71326d" providerId="ADAL" clId="{D1EB25C5-E13D-41A2-8FB2-3B1664120573}" dt="2026-02-15T13:24:42.521" v="1509" actId="27636"/>
        <pc:sldMkLst>
          <pc:docMk/>
          <pc:sldMk cId="711552746" sldId="272"/>
        </pc:sldMkLst>
        <pc:spChg chg="mod">
          <ac:chgData name="Lucy Metcalfe" userId="3f57b64c-a3e0-43bb-b464-d2c22f71326d" providerId="ADAL" clId="{D1EB25C5-E13D-41A2-8FB2-3B1664120573}" dt="2026-02-15T13:24:42.521" v="1509" actId="27636"/>
          <ac:spMkLst>
            <pc:docMk/>
            <pc:sldMk cId="711552746" sldId="272"/>
            <ac:spMk id="3" creationId="{098AB15A-9A76-9FD8-186F-00A33B1B9C22}"/>
          </ac:spMkLst>
        </pc:spChg>
      </pc:sldChg>
      <pc:sldChg chg="addSp modSp">
        <pc:chgData name="Lucy Metcalfe" userId="3f57b64c-a3e0-43bb-b464-d2c22f71326d" providerId="ADAL" clId="{D1EB25C5-E13D-41A2-8FB2-3B1664120573}" dt="2026-02-10T12:37:58.303" v="2"/>
        <pc:sldMkLst>
          <pc:docMk/>
          <pc:sldMk cId="1460789883" sldId="284"/>
        </pc:sldMkLst>
        <pc:spChg chg="add mod">
          <ac:chgData name="Lucy Metcalfe" userId="3f57b64c-a3e0-43bb-b464-d2c22f71326d" providerId="ADAL" clId="{D1EB25C5-E13D-41A2-8FB2-3B1664120573}" dt="2026-02-10T12:37:58.303" v="2"/>
          <ac:spMkLst>
            <pc:docMk/>
            <pc:sldMk cId="1460789883" sldId="284"/>
            <ac:spMk id="4" creationId="{168EB8CD-D11E-3A95-200C-C6751E0E9B46}"/>
          </ac:spMkLst>
        </pc:spChg>
      </pc:sldChg>
      <pc:sldChg chg="addSp modSp">
        <pc:chgData name="Lucy Metcalfe" userId="3f57b64c-a3e0-43bb-b464-d2c22f71326d" providerId="ADAL" clId="{D1EB25C5-E13D-41A2-8FB2-3B1664120573}" dt="2026-02-10T12:37:59.366" v="3"/>
        <pc:sldMkLst>
          <pc:docMk/>
          <pc:sldMk cId="1695290402" sldId="285"/>
        </pc:sldMkLst>
        <pc:spChg chg="add mod">
          <ac:chgData name="Lucy Metcalfe" userId="3f57b64c-a3e0-43bb-b464-d2c22f71326d" providerId="ADAL" clId="{D1EB25C5-E13D-41A2-8FB2-3B1664120573}" dt="2026-02-10T12:37:59.366" v="3"/>
          <ac:spMkLst>
            <pc:docMk/>
            <pc:sldMk cId="1695290402" sldId="285"/>
            <ac:spMk id="4" creationId="{56145646-ECBD-06D5-8634-6AA337C1834A}"/>
          </ac:spMkLst>
        </pc:spChg>
      </pc:sldChg>
      <pc:sldChg chg="addSp modSp mod">
        <pc:chgData name="Lucy Metcalfe" userId="3f57b64c-a3e0-43bb-b464-d2c22f71326d" providerId="ADAL" clId="{D1EB25C5-E13D-41A2-8FB2-3B1664120573}" dt="2026-02-15T12:57:37.320" v="689" actId="33524"/>
        <pc:sldMkLst>
          <pc:docMk/>
          <pc:sldMk cId="2441984647" sldId="287"/>
        </pc:sldMkLst>
        <pc:spChg chg="mod">
          <ac:chgData name="Lucy Metcalfe" userId="3f57b64c-a3e0-43bb-b464-d2c22f71326d" providerId="ADAL" clId="{D1EB25C5-E13D-41A2-8FB2-3B1664120573}" dt="2026-02-15T12:57:37.320" v="689" actId="33524"/>
          <ac:spMkLst>
            <pc:docMk/>
            <pc:sldMk cId="2441984647" sldId="287"/>
            <ac:spMk id="3" creationId="{8852DC0D-8357-BAED-C8F7-33C0683C624B}"/>
          </ac:spMkLst>
        </pc:spChg>
        <pc:spChg chg="add mod">
          <ac:chgData name="Lucy Metcalfe" userId="3f57b64c-a3e0-43bb-b464-d2c22f71326d" providerId="ADAL" clId="{D1EB25C5-E13D-41A2-8FB2-3B1664120573}" dt="2026-02-10T12:38:01.283" v="5"/>
          <ac:spMkLst>
            <pc:docMk/>
            <pc:sldMk cId="2441984647" sldId="287"/>
            <ac:spMk id="4" creationId="{13F477CB-0DEB-8C16-2F41-DAAFD0A21702}"/>
          </ac:spMkLst>
        </pc:spChg>
      </pc:sldChg>
      <pc:sldChg chg="addSp modSp mod setBg">
        <pc:chgData name="Lucy Metcalfe" userId="3f57b64c-a3e0-43bb-b464-d2c22f71326d" providerId="ADAL" clId="{D1EB25C5-E13D-41A2-8FB2-3B1664120573}" dt="2026-02-10T12:43:04.951" v="68" actId="20577"/>
        <pc:sldMkLst>
          <pc:docMk/>
          <pc:sldMk cId="1573884164" sldId="288"/>
        </pc:sldMkLst>
        <pc:spChg chg="mod">
          <ac:chgData name="Lucy Metcalfe" userId="3f57b64c-a3e0-43bb-b464-d2c22f71326d" providerId="ADAL" clId="{D1EB25C5-E13D-41A2-8FB2-3B1664120573}" dt="2026-02-10T12:43:04.951" v="68" actId="20577"/>
          <ac:spMkLst>
            <pc:docMk/>
            <pc:sldMk cId="1573884164" sldId="288"/>
            <ac:spMk id="2" creationId="{BE34CC1E-E22E-D509-C1B7-51EBA0DD5D39}"/>
          </ac:spMkLst>
        </pc:spChg>
        <pc:spChg chg="add">
          <ac:chgData name="Lucy Metcalfe" userId="3f57b64c-a3e0-43bb-b464-d2c22f71326d" providerId="ADAL" clId="{D1EB25C5-E13D-41A2-8FB2-3B1664120573}" dt="2026-02-10T12:42:55.968" v="42" actId="26606"/>
          <ac:spMkLst>
            <pc:docMk/>
            <pc:sldMk cId="1573884164" sldId="288"/>
            <ac:spMk id="10" creationId="{A6EF5A53-0A64-4CA5-B9C7-1CB97CB5CF1C}"/>
          </ac:spMkLst>
        </pc:spChg>
        <pc:spChg chg="add">
          <ac:chgData name="Lucy Metcalfe" userId="3f57b64c-a3e0-43bb-b464-d2c22f71326d" providerId="ADAL" clId="{D1EB25C5-E13D-41A2-8FB2-3B1664120573}" dt="2026-02-10T12:42:55.968" v="42" actId="26606"/>
          <ac:spMkLst>
            <pc:docMk/>
            <pc:sldMk cId="1573884164" sldId="288"/>
            <ac:spMk id="12" creationId="{34ABFBEA-4EB0-4D02-A2C0-1733CD3D6F12}"/>
          </ac:spMkLst>
        </pc:spChg>
        <pc:spChg chg="add">
          <ac:chgData name="Lucy Metcalfe" userId="3f57b64c-a3e0-43bb-b464-d2c22f71326d" providerId="ADAL" clId="{D1EB25C5-E13D-41A2-8FB2-3B1664120573}" dt="2026-02-10T12:42:55.968" v="42" actId="26606"/>
          <ac:spMkLst>
            <pc:docMk/>
            <pc:sldMk cId="1573884164" sldId="288"/>
            <ac:spMk id="14" creationId="{19E083F6-57F4-487B-A766-EA0462B1EED8}"/>
          </ac:spMkLst>
        </pc:spChg>
        <pc:spChg chg="add">
          <ac:chgData name="Lucy Metcalfe" userId="3f57b64c-a3e0-43bb-b464-d2c22f71326d" providerId="ADAL" clId="{D1EB25C5-E13D-41A2-8FB2-3B1664120573}" dt="2026-02-10T12:42:55.968" v="42" actId="26606"/>
          <ac:spMkLst>
            <pc:docMk/>
            <pc:sldMk cId="1573884164" sldId="288"/>
            <ac:spMk id="16" creationId="{7A18C9FB-EC4C-4DAE-8F7D-C6E5AF607958}"/>
          </ac:spMkLst>
        </pc:spChg>
        <pc:spChg chg="add">
          <ac:chgData name="Lucy Metcalfe" userId="3f57b64c-a3e0-43bb-b464-d2c22f71326d" providerId="ADAL" clId="{D1EB25C5-E13D-41A2-8FB2-3B1664120573}" dt="2026-02-10T12:42:55.968" v="42" actId="26606"/>
          <ac:spMkLst>
            <pc:docMk/>
            <pc:sldMk cId="1573884164" sldId="288"/>
            <ac:spMk id="18" creationId="{BFC5A2D8-56E8-47FB-975D-D777AFEA4F18}"/>
          </ac:spMkLst>
        </pc:spChg>
        <pc:spChg chg="add">
          <ac:chgData name="Lucy Metcalfe" userId="3f57b64c-a3e0-43bb-b464-d2c22f71326d" providerId="ADAL" clId="{D1EB25C5-E13D-41A2-8FB2-3B1664120573}" dt="2026-02-10T12:42:55.968" v="42" actId="26606"/>
          <ac:spMkLst>
            <pc:docMk/>
            <pc:sldMk cId="1573884164" sldId="288"/>
            <ac:spMk id="20" creationId="{A9896C11-F8DF-437A-B349-8AFD602DC0CA}"/>
          </ac:spMkLst>
        </pc:spChg>
        <pc:picChg chg="mod">
          <ac:chgData name="Lucy Metcalfe" userId="3f57b64c-a3e0-43bb-b464-d2c22f71326d" providerId="ADAL" clId="{D1EB25C5-E13D-41A2-8FB2-3B1664120573}" dt="2026-02-10T12:42:55.968" v="42" actId="26606"/>
          <ac:picMkLst>
            <pc:docMk/>
            <pc:sldMk cId="1573884164" sldId="288"/>
            <ac:picMk id="5" creationId="{03EF69FD-F98A-98B7-787B-C4CBE0062139}"/>
          </ac:picMkLst>
        </pc:picChg>
      </pc:sldChg>
      <pc:sldChg chg="addSp delSp modSp new mod">
        <pc:chgData name="Lucy Metcalfe" userId="3f57b64c-a3e0-43bb-b464-d2c22f71326d" providerId="ADAL" clId="{D1EB25C5-E13D-41A2-8FB2-3B1664120573}" dt="2026-02-10T12:40:08.869" v="23"/>
        <pc:sldMkLst>
          <pc:docMk/>
          <pc:sldMk cId="2470001935" sldId="290"/>
        </pc:sldMkLst>
        <pc:spChg chg="mod">
          <ac:chgData name="Lucy Metcalfe" userId="3f57b64c-a3e0-43bb-b464-d2c22f71326d" providerId="ADAL" clId="{D1EB25C5-E13D-41A2-8FB2-3B1664120573}" dt="2026-02-10T12:38:58.645" v="16"/>
          <ac:spMkLst>
            <pc:docMk/>
            <pc:sldMk cId="2470001935" sldId="290"/>
            <ac:spMk id="2" creationId="{C6E2B8BF-DEFB-A147-DBEC-06FCCE3DFB35}"/>
          </ac:spMkLst>
        </pc:spChg>
        <pc:spChg chg="mod">
          <ac:chgData name="Lucy Metcalfe" userId="3f57b64c-a3e0-43bb-b464-d2c22f71326d" providerId="ADAL" clId="{D1EB25C5-E13D-41A2-8FB2-3B1664120573}" dt="2026-02-10T12:39:31.977" v="20" actId="20577"/>
          <ac:spMkLst>
            <pc:docMk/>
            <pc:sldMk cId="2470001935" sldId="290"/>
            <ac:spMk id="3" creationId="{91C39EAD-F96F-6F11-DEE8-16C5391B7B8A}"/>
          </ac:spMkLst>
        </pc:spChg>
        <pc:spChg chg="add mod">
          <ac:chgData name="Lucy Metcalfe" userId="3f57b64c-a3e0-43bb-b464-d2c22f71326d" providerId="ADAL" clId="{D1EB25C5-E13D-41A2-8FB2-3B1664120573}" dt="2026-02-10T12:40:08.869" v="23"/>
          <ac:spMkLst>
            <pc:docMk/>
            <pc:sldMk cId="2470001935" sldId="290"/>
            <ac:spMk id="6" creationId="{47B7AA01-BA5A-3FE8-D7E0-3011A5D785FC}"/>
          </ac:spMkLst>
        </pc:spChg>
      </pc:sldChg>
      <pc:sldChg chg="addSp delSp modSp new mod">
        <pc:chgData name="Lucy Metcalfe" userId="3f57b64c-a3e0-43bb-b464-d2c22f71326d" providerId="ADAL" clId="{D1EB25C5-E13D-41A2-8FB2-3B1664120573}" dt="2026-02-10T12:40:52.319" v="41" actId="14100"/>
        <pc:sldMkLst>
          <pc:docMk/>
          <pc:sldMk cId="4215826548" sldId="291"/>
        </pc:sldMkLst>
        <pc:spChg chg="mod">
          <ac:chgData name="Lucy Metcalfe" userId="3f57b64c-a3e0-43bb-b464-d2c22f71326d" providerId="ADAL" clId="{D1EB25C5-E13D-41A2-8FB2-3B1664120573}" dt="2026-02-10T12:40:14.330" v="34" actId="20577"/>
          <ac:spMkLst>
            <pc:docMk/>
            <pc:sldMk cId="4215826548" sldId="291"/>
            <ac:spMk id="2" creationId="{FD20218E-218A-9E96-E86C-CE8BA1612DC8}"/>
          </ac:spMkLst>
        </pc:spChg>
        <pc:spChg chg="add mod">
          <ac:chgData name="Lucy Metcalfe" userId="3f57b64c-a3e0-43bb-b464-d2c22f71326d" providerId="ADAL" clId="{D1EB25C5-E13D-41A2-8FB2-3B1664120573}" dt="2026-02-10T12:40:52.319" v="41" actId="14100"/>
          <ac:spMkLst>
            <pc:docMk/>
            <pc:sldMk cId="4215826548" sldId="291"/>
            <ac:spMk id="4" creationId="{176BB721-14D7-E9AD-257C-E4530ADC4E37}"/>
          </ac:spMkLst>
        </pc:spChg>
      </pc:sldChg>
      <pc:sldChg chg="modSp mod">
        <pc:chgData name="Lucy Metcalfe" userId="3f57b64c-a3e0-43bb-b464-d2c22f71326d" providerId="ADAL" clId="{D1EB25C5-E13D-41A2-8FB2-3B1664120573}" dt="2026-02-15T12:27:06.876" v="78" actId="113"/>
        <pc:sldMkLst>
          <pc:docMk/>
          <pc:sldMk cId="1441188990" sldId="292"/>
        </pc:sldMkLst>
        <pc:spChg chg="mod">
          <ac:chgData name="Lucy Metcalfe" userId="3f57b64c-a3e0-43bb-b464-d2c22f71326d" providerId="ADAL" clId="{D1EB25C5-E13D-41A2-8FB2-3B1664120573}" dt="2026-02-15T12:27:06.876" v="78" actId="113"/>
          <ac:spMkLst>
            <pc:docMk/>
            <pc:sldMk cId="1441188990" sldId="292"/>
            <ac:spMk id="3" creationId="{49D2B7B2-C8E3-1AEB-0CDF-C4BDE7AD066C}"/>
          </ac:spMkLst>
        </pc:spChg>
      </pc:sldChg>
      <pc:sldChg chg="modSp mod">
        <pc:chgData name="Lucy Metcalfe" userId="3f57b64c-a3e0-43bb-b464-d2c22f71326d" providerId="ADAL" clId="{D1EB25C5-E13D-41A2-8FB2-3B1664120573}" dt="2026-02-15T12:27:15.296" v="79" actId="113"/>
        <pc:sldMkLst>
          <pc:docMk/>
          <pc:sldMk cId="2486098264" sldId="293"/>
        </pc:sldMkLst>
        <pc:spChg chg="mod">
          <ac:chgData name="Lucy Metcalfe" userId="3f57b64c-a3e0-43bb-b464-d2c22f71326d" providerId="ADAL" clId="{D1EB25C5-E13D-41A2-8FB2-3B1664120573}" dt="2026-02-15T12:27:15.296" v="79" actId="113"/>
          <ac:spMkLst>
            <pc:docMk/>
            <pc:sldMk cId="2486098264" sldId="293"/>
            <ac:spMk id="3" creationId="{E3520828-7F95-46A5-A18E-9190A7F553D9}"/>
          </ac:spMkLst>
        </pc:spChg>
      </pc:sldChg>
      <pc:sldChg chg="modSp mod">
        <pc:chgData name="Lucy Metcalfe" userId="3f57b64c-a3e0-43bb-b464-d2c22f71326d" providerId="ADAL" clId="{D1EB25C5-E13D-41A2-8FB2-3B1664120573}" dt="2026-02-15T12:57:25.397" v="688" actId="20577"/>
        <pc:sldMkLst>
          <pc:docMk/>
          <pc:sldMk cId="1181988387" sldId="294"/>
        </pc:sldMkLst>
        <pc:spChg chg="mod">
          <ac:chgData name="Lucy Metcalfe" userId="3f57b64c-a3e0-43bb-b464-d2c22f71326d" providerId="ADAL" clId="{D1EB25C5-E13D-41A2-8FB2-3B1664120573}" dt="2026-02-15T12:57:25.397" v="688" actId="20577"/>
          <ac:spMkLst>
            <pc:docMk/>
            <pc:sldMk cId="1181988387" sldId="294"/>
            <ac:spMk id="3" creationId="{35427DEE-0A54-FE14-C919-B3437498B3B3}"/>
          </ac:spMkLst>
        </pc:spChg>
        <pc:picChg chg="mod">
          <ac:chgData name="Lucy Metcalfe" userId="3f57b64c-a3e0-43bb-b464-d2c22f71326d" providerId="ADAL" clId="{D1EB25C5-E13D-41A2-8FB2-3B1664120573}" dt="2026-02-15T12:53:28.657" v="486" actId="1076"/>
          <ac:picMkLst>
            <pc:docMk/>
            <pc:sldMk cId="1181988387" sldId="294"/>
            <ac:picMk id="4" creationId="{EC442E97-E378-B0F3-A97B-A80D44C65220}"/>
          </ac:picMkLst>
        </pc:picChg>
      </pc:sldChg>
      <pc:sldChg chg="modSp mod">
        <pc:chgData name="Lucy Metcalfe" userId="3f57b64c-a3e0-43bb-b464-d2c22f71326d" providerId="ADAL" clId="{D1EB25C5-E13D-41A2-8FB2-3B1664120573}" dt="2026-02-15T12:54:27.940" v="631" actId="20577"/>
        <pc:sldMkLst>
          <pc:docMk/>
          <pc:sldMk cId="81177581" sldId="295"/>
        </pc:sldMkLst>
        <pc:spChg chg="mod">
          <ac:chgData name="Lucy Metcalfe" userId="3f57b64c-a3e0-43bb-b464-d2c22f71326d" providerId="ADAL" clId="{D1EB25C5-E13D-41A2-8FB2-3B1664120573}" dt="2026-02-15T12:54:27.940" v="631" actId="20577"/>
          <ac:spMkLst>
            <pc:docMk/>
            <pc:sldMk cId="81177581" sldId="295"/>
            <ac:spMk id="3" creationId="{9BDD2323-4399-9D36-CB69-D07FAB5AD24D}"/>
          </ac:spMkLst>
        </pc:spChg>
      </pc:sldChg>
      <pc:sldChg chg="addSp delSp modSp new mod setBg">
        <pc:chgData name="Lucy Metcalfe" userId="3f57b64c-a3e0-43bb-b464-d2c22f71326d" providerId="ADAL" clId="{D1EB25C5-E13D-41A2-8FB2-3B1664120573}" dt="2026-02-15T12:57:55.923" v="702" actId="26606"/>
        <pc:sldMkLst>
          <pc:docMk/>
          <pc:sldMk cId="1429749214" sldId="296"/>
        </pc:sldMkLst>
        <pc:spChg chg="mod">
          <ac:chgData name="Lucy Metcalfe" userId="3f57b64c-a3e0-43bb-b464-d2c22f71326d" providerId="ADAL" clId="{D1EB25C5-E13D-41A2-8FB2-3B1664120573}" dt="2026-02-15T12:57:55.923" v="702" actId="26606"/>
          <ac:spMkLst>
            <pc:docMk/>
            <pc:sldMk cId="1429749214" sldId="296"/>
            <ac:spMk id="2" creationId="{8B2EAF88-F8A0-4A36-B01E-5C2D25F74DF5}"/>
          </ac:spMkLst>
        </pc:spChg>
        <pc:spChg chg="add">
          <ac:chgData name="Lucy Metcalfe" userId="3f57b64c-a3e0-43bb-b464-d2c22f71326d" providerId="ADAL" clId="{D1EB25C5-E13D-41A2-8FB2-3B1664120573}" dt="2026-02-15T12:57:55.923" v="702" actId="26606"/>
          <ac:spMkLst>
            <pc:docMk/>
            <pc:sldMk cId="1429749214" sldId="296"/>
            <ac:spMk id="10" creationId="{A6EF5A53-0A64-4CA5-B9C7-1CB97CB5CF1C}"/>
          </ac:spMkLst>
        </pc:spChg>
        <pc:spChg chg="add">
          <ac:chgData name="Lucy Metcalfe" userId="3f57b64c-a3e0-43bb-b464-d2c22f71326d" providerId="ADAL" clId="{D1EB25C5-E13D-41A2-8FB2-3B1664120573}" dt="2026-02-15T12:57:55.923" v="702" actId="26606"/>
          <ac:spMkLst>
            <pc:docMk/>
            <pc:sldMk cId="1429749214" sldId="296"/>
            <ac:spMk id="12" creationId="{34ABFBEA-4EB0-4D02-A2C0-1733CD3D6F12}"/>
          </ac:spMkLst>
        </pc:spChg>
        <pc:spChg chg="add">
          <ac:chgData name="Lucy Metcalfe" userId="3f57b64c-a3e0-43bb-b464-d2c22f71326d" providerId="ADAL" clId="{D1EB25C5-E13D-41A2-8FB2-3B1664120573}" dt="2026-02-15T12:57:55.923" v="702" actId="26606"/>
          <ac:spMkLst>
            <pc:docMk/>
            <pc:sldMk cId="1429749214" sldId="296"/>
            <ac:spMk id="14" creationId="{19E083F6-57F4-487B-A766-EA0462B1EED8}"/>
          </ac:spMkLst>
        </pc:spChg>
        <pc:spChg chg="add">
          <ac:chgData name="Lucy Metcalfe" userId="3f57b64c-a3e0-43bb-b464-d2c22f71326d" providerId="ADAL" clId="{D1EB25C5-E13D-41A2-8FB2-3B1664120573}" dt="2026-02-15T12:57:55.923" v="702" actId="26606"/>
          <ac:spMkLst>
            <pc:docMk/>
            <pc:sldMk cId="1429749214" sldId="296"/>
            <ac:spMk id="16" creationId="{7A18C9FB-EC4C-4DAE-8F7D-C6E5AF607958}"/>
          </ac:spMkLst>
        </pc:spChg>
        <pc:spChg chg="add">
          <ac:chgData name="Lucy Metcalfe" userId="3f57b64c-a3e0-43bb-b464-d2c22f71326d" providerId="ADAL" clId="{D1EB25C5-E13D-41A2-8FB2-3B1664120573}" dt="2026-02-15T12:57:55.923" v="702" actId="26606"/>
          <ac:spMkLst>
            <pc:docMk/>
            <pc:sldMk cId="1429749214" sldId="296"/>
            <ac:spMk id="18" creationId="{4A8FDA66-67B4-4DBE-8354-C26F91ADB665}"/>
          </ac:spMkLst>
        </pc:spChg>
        <pc:spChg chg="add">
          <ac:chgData name="Lucy Metcalfe" userId="3f57b64c-a3e0-43bb-b464-d2c22f71326d" providerId="ADAL" clId="{D1EB25C5-E13D-41A2-8FB2-3B1664120573}" dt="2026-02-15T12:57:55.923" v="702" actId="26606"/>
          <ac:spMkLst>
            <pc:docMk/>
            <pc:sldMk cId="1429749214" sldId="296"/>
            <ac:spMk id="20" creationId="{3B2B1500-BB55-471C-8A9E-67288297ECE1}"/>
          </ac:spMkLst>
        </pc:spChg>
        <pc:spChg chg="add">
          <ac:chgData name="Lucy Metcalfe" userId="3f57b64c-a3e0-43bb-b464-d2c22f71326d" providerId="ADAL" clId="{D1EB25C5-E13D-41A2-8FB2-3B1664120573}" dt="2026-02-15T12:57:55.923" v="702" actId="26606"/>
          <ac:spMkLst>
            <pc:docMk/>
            <pc:sldMk cId="1429749214" sldId="296"/>
            <ac:spMk id="22" creationId="{3045E22C-A99D-41BB-AF14-EF1B1E745A70}"/>
          </ac:spMkLst>
        </pc:spChg>
        <pc:picChg chg="add">
          <ac:chgData name="Lucy Metcalfe" userId="3f57b64c-a3e0-43bb-b464-d2c22f71326d" providerId="ADAL" clId="{D1EB25C5-E13D-41A2-8FB2-3B1664120573}" dt="2026-02-15T12:57:55.923" v="702" actId="26606"/>
          <ac:picMkLst>
            <pc:docMk/>
            <pc:sldMk cId="1429749214" sldId="296"/>
            <ac:picMk id="7" creationId="{F78DE0C1-617D-86C3-B66C-7A5822586A7A}"/>
          </ac:picMkLst>
        </pc:picChg>
      </pc:sldChg>
      <pc:sldChg chg="modSp new mod">
        <pc:chgData name="Lucy Metcalfe" userId="3f57b64c-a3e0-43bb-b464-d2c22f71326d" providerId="ADAL" clId="{D1EB25C5-E13D-41A2-8FB2-3B1664120573}" dt="2026-02-15T13:18:07.315" v="1177" actId="27636"/>
        <pc:sldMkLst>
          <pc:docMk/>
          <pc:sldMk cId="643772176" sldId="297"/>
        </pc:sldMkLst>
        <pc:spChg chg="mod">
          <ac:chgData name="Lucy Metcalfe" userId="3f57b64c-a3e0-43bb-b464-d2c22f71326d" providerId="ADAL" clId="{D1EB25C5-E13D-41A2-8FB2-3B1664120573}" dt="2026-02-15T13:16:59.728" v="869" actId="20577"/>
          <ac:spMkLst>
            <pc:docMk/>
            <pc:sldMk cId="643772176" sldId="297"/>
            <ac:spMk id="2" creationId="{FBD814F4-C373-09E1-E3D3-1D93770BD525}"/>
          </ac:spMkLst>
        </pc:spChg>
        <pc:spChg chg="mod">
          <ac:chgData name="Lucy Metcalfe" userId="3f57b64c-a3e0-43bb-b464-d2c22f71326d" providerId="ADAL" clId="{D1EB25C5-E13D-41A2-8FB2-3B1664120573}" dt="2026-02-15T13:18:07.315" v="1177" actId="27636"/>
          <ac:spMkLst>
            <pc:docMk/>
            <pc:sldMk cId="643772176" sldId="297"/>
            <ac:spMk id="3" creationId="{899768D3-0973-53D5-FDA7-08A0D6E3480A}"/>
          </ac:spMkLst>
        </pc:spChg>
      </pc:sldChg>
      <pc:sldChg chg="modSp new mod">
        <pc:chgData name="Lucy Metcalfe" userId="3f57b64c-a3e0-43bb-b464-d2c22f71326d" providerId="ADAL" clId="{D1EB25C5-E13D-41A2-8FB2-3B1664120573}" dt="2026-02-15T13:23:42.643" v="1329" actId="20577"/>
        <pc:sldMkLst>
          <pc:docMk/>
          <pc:sldMk cId="3407589001" sldId="298"/>
        </pc:sldMkLst>
        <pc:spChg chg="mod">
          <ac:chgData name="Lucy Metcalfe" userId="3f57b64c-a3e0-43bb-b464-d2c22f71326d" providerId="ADAL" clId="{D1EB25C5-E13D-41A2-8FB2-3B1664120573}" dt="2026-02-15T13:18:25.463" v="1234" actId="20577"/>
          <ac:spMkLst>
            <pc:docMk/>
            <pc:sldMk cId="3407589001" sldId="298"/>
            <ac:spMk id="2" creationId="{32DE2220-52B2-8B10-A293-997756FBCC37}"/>
          </ac:spMkLst>
        </pc:spChg>
        <pc:spChg chg="mod">
          <ac:chgData name="Lucy Metcalfe" userId="3f57b64c-a3e0-43bb-b464-d2c22f71326d" providerId="ADAL" clId="{D1EB25C5-E13D-41A2-8FB2-3B1664120573}" dt="2026-02-15T13:23:42.643" v="1329" actId="20577"/>
          <ac:spMkLst>
            <pc:docMk/>
            <pc:sldMk cId="3407589001" sldId="298"/>
            <ac:spMk id="3" creationId="{2D37B4CD-3989-4417-4796-A284781138DD}"/>
          </ac:spMkLst>
        </pc:spChg>
      </pc:sldChg>
      <pc:sldChg chg="modSp new mod">
        <pc:chgData name="Lucy Metcalfe" userId="3f57b64c-a3e0-43bb-b464-d2c22f71326d" providerId="ADAL" clId="{D1EB25C5-E13D-41A2-8FB2-3B1664120573}" dt="2026-02-15T13:24:27.410" v="1507" actId="313"/>
        <pc:sldMkLst>
          <pc:docMk/>
          <pc:sldMk cId="386062880" sldId="299"/>
        </pc:sldMkLst>
        <pc:spChg chg="mod">
          <ac:chgData name="Lucy Metcalfe" userId="3f57b64c-a3e0-43bb-b464-d2c22f71326d" providerId="ADAL" clId="{D1EB25C5-E13D-41A2-8FB2-3B1664120573}" dt="2026-02-15T13:23:53.471" v="1352" actId="20577"/>
          <ac:spMkLst>
            <pc:docMk/>
            <pc:sldMk cId="386062880" sldId="299"/>
            <ac:spMk id="2" creationId="{978FBE86-9ACF-5BD4-C856-46BDC4417439}"/>
          </ac:spMkLst>
        </pc:spChg>
        <pc:spChg chg="mod">
          <ac:chgData name="Lucy Metcalfe" userId="3f57b64c-a3e0-43bb-b464-d2c22f71326d" providerId="ADAL" clId="{D1EB25C5-E13D-41A2-8FB2-3B1664120573}" dt="2026-02-15T13:24:27.410" v="1507" actId="313"/>
          <ac:spMkLst>
            <pc:docMk/>
            <pc:sldMk cId="386062880" sldId="299"/>
            <ac:spMk id="3" creationId="{56687A04-9B9B-65D8-528A-013C67ED6730}"/>
          </ac:spMkLst>
        </pc:spChg>
      </pc:sldChg>
      <pc:sldChg chg="modSp new mod">
        <pc:chgData name="Lucy Metcalfe" userId="3f57b64c-a3e0-43bb-b464-d2c22f71326d" providerId="ADAL" clId="{D1EB25C5-E13D-41A2-8FB2-3B1664120573}" dt="2026-02-16T20:50:15.891" v="2516" actId="20577"/>
        <pc:sldMkLst>
          <pc:docMk/>
          <pc:sldMk cId="922017804" sldId="300"/>
        </pc:sldMkLst>
        <pc:spChg chg="mod">
          <ac:chgData name="Lucy Metcalfe" userId="3f57b64c-a3e0-43bb-b464-d2c22f71326d" providerId="ADAL" clId="{D1EB25C5-E13D-41A2-8FB2-3B1664120573}" dt="2026-02-16T19:29:51.007" v="1534" actId="313"/>
          <ac:spMkLst>
            <pc:docMk/>
            <pc:sldMk cId="922017804" sldId="300"/>
            <ac:spMk id="2" creationId="{2EA6EE3F-B63C-70AF-70A7-326FA5202A94}"/>
          </ac:spMkLst>
        </pc:spChg>
        <pc:spChg chg="mod">
          <ac:chgData name="Lucy Metcalfe" userId="3f57b64c-a3e0-43bb-b464-d2c22f71326d" providerId="ADAL" clId="{D1EB25C5-E13D-41A2-8FB2-3B1664120573}" dt="2026-02-16T20:50:15.891" v="2516" actId="20577"/>
          <ac:spMkLst>
            <pc:docMk/>
            <pc:sldMk cId="922017804" sldId="300"/>
            <ac:spMk id="3" creationId="{F0717088-01C9-BE9C-D3A0-F111C6ECEA63}"/>
          </ac:spMkLst>
        </pc:spChg>
      </pc:sldChg>
      <pc:sldChg chg="modSp new mod">
        <pc:chgData name="Lucy Metcalfe" userId="3f57b64c-a3e0-43bb-b464-d2c22f71326d" providerId="ADAL" clId="{D1EB25C5-E13D-41A2-8FB2-3B1664120573}" dt="2026-02-16T20:36:49.622" v="1933" actId="20577"/>
        <pc:sldMkLst>
          <pc:docMk/>
          <pc:sldMk cId="1126267489" sldId="301"/>
        </pc:sldMkLst>
        <pc:spChg chg="mod">
          <ac:chgData name="Lucy Metcalfe" userId="3f57b64c-a3e0-43bb-b464-d2c22f71326d" providerId="ADAL" clId="{D1EB25C5-E13D-41A2-8FB2-3B1664120573}" dt="2026-02-16T20:34:59.326" v="1599" actId="20577"/>
          <ac:spMkLst>
            <pc:docMk/>
            <pc:sldMk cId="1126267489" sldId="301"/>
            <ac:spMk id="2" creationId="{87F5DE73-E1AD-0894-1B8C-FC7336BE6C87}"/>
          </ac:spMkLst>
        </pc:spChg>
        <pc:spChg chg="mod">
          <ac:chgData name="Lucy Metcalfe" userId="3f57b64c-a3e0-43bb-b464-d2c22f71326d" providerId="ADAL" clId="{D1EB25C5-E13D-41A2-8FB2-3B1664120573}" dt="2026-02-16T20:36:49.622" v="1933" actId="20577"/>
          <ac:spMkLst>
            <pc:docMk/>
            <pc:sldMk cId="1126267489" sldId="301"/>
            <ac:spMk id="3" creationId="{BE5F2A74-981C-CC50-B18F-DB29C8CCF85D}"/>
          </ac:spMkLst>
        </pc:spChg>
      </pc:sldChg>
      <pc:sldChg chg="modSp new mod">
        <pc:chgData name="Lucy Metcalfe" userId="3f57b64c-a3e0-43bb-b464-d2c22f71326d" providerId="ADAL" clId="{D1EB25C5-E13D-41A2-8FB2-3B1664120573}" dt="2026-02-16T20:45:06.224" v="2105" actId="20577"/>
        <pc:sldMkLst>
          <pc:docMk/>
          <pc:sldMk cId="635441260" sldId="302"/>
        </pc:sldMkLst>
        <pc:spChg chg="mod">
          <ac:chgData name="Lucy Metcalfe" userId="3f57b64c-a3e0-43bb-b464-d2c22f71326d" providerId="ADAL" clId="{D1EB25C5-E13D-41A2-8FB2-3B1664120573}" dt="2026-02-16T20:37:22.728" v="1970" actId="20577"/>
          <ac:spMkLst>
            <pc:docMk/>
            <pc:sldMk cId="635441260" sldId="302"/>
            <ac:spMk id="2" creationId="{57417F1D-A00C-4E73-9FED-8E319E5E8467}"/>
          </ac:spMkLst>
        </pc:spChg>
        <pc:spChg chg="mod">
          <ac:chgData name="Lucy Metcalfe" userId="3f57b64c-a3e0-43bb-b464-d2c22f71326d" providerId="ADAL" clId="{D1EB25C5-E13D-41A2-8FB2-3B1664120573}" dt="2026-02-16T20:45:06.224" v="2105" actId="20577"/>
          <ac:spMkLst>
            <pc:docMk/>
            <pc:sldMk cId="635441260" sldId="302"/>
            <ac:spMk id="3" creationId="{AD42C9AD-A5EC-A1A3-91A3-D987FA2BD509}"/>
          </ac:spMkLst>
        </pc:spChg>
      </pc:sldChg>
      <pc:sldChg chg="modSp new mod">
        <pc:chgData name="Lucy Metcalfe" userId="3f57b64c-a3e0-43bb-b464-d2c22f71326d" providerId="ADAL" clId="{D1EB25C5-E13D-41A2-8FB2-3B1664120573}" dt="2026-02-16T20:52:07.205" v="2517" actId="33524"/>
        <pc:sldMkLst>
          <pc:docMk/>
          <pc:sldMk cId="4179820232" sldId="303"/>
        </pc:sldMkLst>
        <pc:spChg chg="mod">
          <ac:chgData name="Lucy Metcalfe" userId="3f57b64c-a3e0-43bb-b464-d2c22f71326d" providerId="ADAL" clId="{D1EB25C5-E13D-41A2-8FB2-3B1664120573}" dt="2026-02-16T20:47:50.377" v="2278" actId="313"/>
          <ac:spMkLst>
            <pc:docMk/>
            <pc:sldMk cId="4179820232" sldId="303"/>
            <ac:spMk id="2" creationId="{319FF0B3-DC4F-E3D1-A4E0-728D9870FDE7}"/>
          </ac:spMkLst>
        </pc:spChg>
        <pc:spChg chg="mod">
          <ac:chgData name="Lucy Metcalfe" userId="3f57b64c-a3e0-43bb-b464-d2c22f71326d" providerId="ADAL" clId="{D1EB25C5-E13D-41A2-8FB2-3B1664120573}" dt="2026-02-16T20:52:07.205" v="2517" actId="33524"/>
          <ac:spMkLst>
            <pc:docMk/>
            <pc:sldMk cId="4179820232" sldId="303"/>
            <ac:spMk id="3" creationId="{1787DE9C-0480-C04A-51B0-6B313F6B86FD}"/>
          </ac:spMkLst>
        </pc:spChg>
      </pc:sldChg>
      <pc:sldChg chg="modSp new mod">
        <pc:chgData name="Lucy Metcalfe" userId="3f57b64c-a3e0-43bb-b464-d2c22f71326d" providerId="ADAL" clId="{D1EB25C5-E13D-41A2-8FB2-3B1664120573}" dt="2026-02-16T20:58:04.221" v="2961" actId="20577"/>
        <pc:sldMkLst>
          <pc:docMk/>
          <pc:sldMk cId="3557729910" sldId="304"/>
        </pc:sldMkLst>
        <pc:spChg chg="mod">
          <ac:chgData name="Lucy Metcalfe" userId="3f57b64c-a3e0-43bb-b464-d2c22f71326d" providerId="ADAL" clId="{D1EB25C5-E13D-41A2-8FB2-3B1664120573}" dt="2026-02-16T20:56:04.339" v="2529" actId="20577"/>
          <ac:spMkLst>
            <pc:docMk/>
            <pc:sldMk cId="3557729910" sldId="304"/>
            <ac:spMk id="2" creationId="{E946423C-FD80-7A2B-A6A9-7CDA891A9041}"/>
          </ac:spMkLst>
        </pc:spChg>
        <pc:spChg chg="mod">
          <ac:chgData name="Lucy Metcalfe" userId="3f57b64c-a3e0-43bb-b464-d2c22f71326d" providerId="ADAL" clId="{D1EB25C5-E13D-41A2-8FB2-3B1664120573}" dt="2026-02-16T20:58:04.221" v="2961" actId="20577"/>
          <ac:spMkLst>
            <pc:docMk/>
            <pc:sldMk cId="3557729910" sldId="304"/>
            <ac:spMk id="3" creationId="{F2169DCD-4605-2E8E-4C9B-F362F1A9EAC9}"/>
          </ac:spMkLst>
        </pc:spChg>
      </pc:sldChg>
      <pc:sldChg chg="modSp new mod">
        <pc:chgData name="Lucy Metcalfe" userId="3f57b64c-a3e0-43bb-b464-d2c22f71326d" providerId="ADAL" clId="{D1EB25C5-E13D-41A2-8FB2-3B1664120573}" dt="2026-02-17T08:56:29.699" v="3194" actId="20577"/>
        <pc:sldMkLst>
          <pc:docMk/>
          <pc:sldMk cId="7103576" sldId="305"/>
        </pc:sldMkLst>
        <pc:spChg chg="mod">
          <ac:chgData name="Lucy Metcalfe" userId="3f57b64c-a3e0-43bb-b464-d2c22f71326d" providerId="ADAL" clId="{D1EB25C5-E13D-41A2-8FB2-3B1664120573}" dt="2026-02-16T20:57:39.347" v="2890" actId="20577"/>
          <ac:spMkLst>
            <pc:docMk/>
            <pc:sldMk cId="7103576" sldId="305"/>
            <ac:spMk id="2" creationId="{40620E92-44F7-0D1C-942D-5A5B511093BF}"/>
          </ac:spMkLst>
        </pc:spChg>
        <pc:spChg chg="mod">
          <ac:chgData name="Lucy Metcalfe" userId="3f57b64c-a3e0-43bb-b464-d2c22f71326d" providerId="ADAL" clId="{D1EB25C5-E13D-41A2-8FB2-3B1664120573}" dt="2026-02-17T08:56:29.699" v="3194" actId="20577"/>
          <ac:spMkLst>
            <pc:docMk/>
            <pc:sldMk cId="7103576" sldId="305"/>
            <ac:spMk id="3" creationId="{9C93B5FD-404B-A327-CEA9-CFFFD77BE98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6AB69C-0D84-47C0-A514-FC97B0F09872}" type="datetimeFigureOut">
              <a:rPr lang="en-GB" smtClean="0"/>
              <a:t>17/02/2026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783002-8CE4-4527-B0AC-C9FF734922EC}" type="slidenum">
              <a:rPr lang="en-GB" smtClean="0"/>
              <a:t>‹#›</a:t>
            </a:fld>
            <a:endParaRPr lang="en-GB"/>
          </a:p>
        </p:txBody>
      </p:sp>
    </p:spTree>
    <p:extLst>
      <p:ext uri="{BB962C8B-B14F-4D97-AF65-F5344CB8AC3E}">
        <p14:creationId xmlns:p14="http://schemas.microsoft.com/office/powerpoint/2010/main" val="2420848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1783002-8CE4-4527-B0AC-C9FF734922EC}" type="slidenum">
              <a:rPr lang="en-GB" smtClean="0"/>
              <a:t>18</a:t>
            </a:fld>
            <a:endParaRPr lang="en-GB"/>
          </a:p>
        </p:txBody>
      </p:sp>
    </p:spTree>
    <p:extLst>
      <p:ext uri="{BB962C8B-B14F-4D97-AF65-F5344CB8AC3E}">
        <p14:creationId xmlns:p14="http://schemas.microsoft.com/office/powerpoint/2010/main" val="2435074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D129-A8C2-419E-B641-6CC90F50732D}"/>
              </a:ext>
            </a:extLst>
          </p:cNvPr>
          <p:cNvSpPr>
            <a:spLocks noGrp="1"/>
          </p:cNvSpPr>
          <p:nvPr>
            <p:ph type="ctrTitle"/>
          </p:nvPr>
        </p:nvSpPr>
        <p:spPr>
          <a:xfrm>
            <a:off x="762000" y="1524000"/>
            <a:ext cx="10668000" cy="22860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B33C04-8A23-4499-A6EF-1D190F0FB38E}"/>
              </a:ext>
            </a:extLst>
          </p:cNvPr>
          <p:cNvSpPr>
            <a:spLocks noGrp="1"/>
          </p:cNvSpPr>
          <p:nvPr>
            <p:ph type="subTitle" idx="1"/>
          </p:nvPr>
        </p:nvSpPr>
        <p:spPr>
          <a:xfrm>
            <a:off x="762000" y="4571999"/>
            <a:ext cx="10668000" cy="15240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FA99FB-5674-4BC5-949F-8D45EC167511}"/>
              </a:ext>
            </a:extLst>
          </p:cNvPr>
          <p:cNvSpPr>
            <a:spLocks noGrp="1"/>
          </p:cNvSpPr>
          <p:nvPr>
            <p:ph type="dt" sz="half" idx="10"/>
          </p:nvPr>
        </p:nvSpPr>
        <p:spPr/>
        <p:txBody>
          <a:bodyPr/>
          <a:lstStyle/>
          <a:p>
            <a:fld id="{76969C88-B244-455D-A017-012B25B1ACDD}" type="datetimeFigureOut">
              <a:rPr lang="en-US" smtClean="0"/>
              <a:t>2/17/2026</a:t>
            </a:fld>
            <a:endParaRPr lang="en-US"/>
          </a:p>
        </p:txBody>
      </p:sp>
      <p:sp>
        <p:nvSpPr>
          <p:cNvPr id="5" name="Footer Placeholder 4">
            <a:extLst>
              <a:ext uri="{FF2B5EF4-FFF2-40B4-BE49-F238E27FC236}">
                <a16:creationId xmlns:a16="http://schemas.microsoft.com/office/drawing/2014/main" id="{0763CF93-DD67-4FE2-8083-864693FE8E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05E934-32B6-44B1-9622-67F30BDA3F3A}"/>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351087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F011-A499-4054-89BF-A4800A68F60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66FB6E8-D956-45B5-9B4A-9D31DF466B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DB9DB-9E62-4292-915C-1DD4134740DB}"/>
              </a:ext>
            </a:extLst>
          </p:cNvPr>
          <p:cNvSpPr>
            <a:spLocks noGrp="1"/>
          </p:cNvSpPr>
          <p:nvPr>
            <p:ph type="dt" sz="half" idx="10"/>
          </p:nvPr>
        </p:nvSpPr>
        <p:spPr/>
        <p:txBody>
          <a:bodyPr/>
          <a:lstStyle/>
          <a:p>
            <a:fld id="{76969C88-B244-455D-A017-012B25B1ACDD}" type="datetimeFigureOut">
              <a:rPr lang="en-US" smtClean="0"/>
              <a:t>2/17/2026</a:t>
            </a:fld>
            <a:endParaRPr lang="en-US"/>
          </a:p>
        </p:txBody>
      </p:sp>
      <p:sp>
        <p:nvSpPr>
          <p:cNvPr id="5" name="Footer Placeholder 4">
            <a:extLst>
              <a:ext uri="{FF2B5EF4-FFF2-40B4-BE49-F238E27FC236}">
                <a16:creationId xmlns:a16="http://schemas.microsoft.com/office/drawing/2014/main" id="{2BD462F1-BC30-4172-8353-363123A1DB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92EE8A-96DF-4D7D-B434-778324756D04}"/>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403520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8453A-F2B4-4EDB-B8FA-150267BC1A9A}"/>
              </a:ext>
            </a:extLst>
          </p:cNvPr>
          <p:cNvSpPr>
            <a:spLocks noGrp="1"/>
          </p:cNvSpPr>
          <p:nvPr>
            <p:ph type="title"/>
          </p:nvPr>
        </p:nvSpPr>
        <p:spPr>
          <a:xfrm>
            <a:off x="762000" y="1524000"/>
            <a:ext cx="10668000" cy="303847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C46C51-ADF1-48FC-A4D9-38C369E78304}"/>
              </a:ext>
            </a:extLst>
          </p:cNvPr>
          <p:cNvSpPr>
            <a:spLocks noGrp="1"/>
          </p:cNvSpPr>
          <p:nvPr>
            <p:ph type="body" idx="1"/>
          </p:nvPr>
        </p:nvSpPr>
        <p:spPr>
          <a:xfrm>
            <a:off x="762000" y="4589463"/>
            <a:ext cx="10668000" cy="15065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C43B56-4DC7-490B-AEFD-55ED1ECFF82E}"/>
              </a:ext>
            </a:extLst>
          </p:cNvPr>
          <p:cNvSpPr>
            <a:spLocks noGrp="1"/>
          </p:cNvSpPr>
          <p:nvPr>
            <p:ph type="dt" sz="half" idx="10"/>
          </p:nvPr>
        </p:nvSpPr>
        <p:spPr/>
        <p:txBody>
          <a:bodyPr/>
          <a:lstStyle/>
          <a:p>
            <a:fld id="{76969C88-B244-455D-A017-012B25B1ACDD}" type="datetimeFigureOut">
              <a:rPr lang="en-US" smtClean="0"/>
              <a:t>2/17/2026</a:t>
            </a:fld>
            <a:endParaRPr lang="en-US"/>
          </a:p>
        </p:txBody>
      </p:sp>
      <p:sp>
        <p:nvSpPr>
          <p:cNvPr id="5" name="Footer Placeholder 4">
            <a:extLst>
              <a:ext uri="{FF2B5EF4-FFF2-40B4-BE49-F238E27FC236}">
                <a16:creationId xmlns:a16="http://schemas.microsoft.com/office/drawing/2014/main" id="{454738F8-C4B2-41D8-B627-A6DDB24B2D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F43D49-23F8-4C4B-9C30-EDC030EE6F7E}"/>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84229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556D-6916-42E6-8820-8A0D328A50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2747A5-C962-477F-89AA-A32385D57996}"/>
              </a:ext>
            </a:extLst>
          </p:cNvPr>
          <p:cNvSpPr>
            <a:spLocks noGrp="1"/>
          </p:cNvSpPr>
          <p:nvPr>
            <p:ph sz="half" idx="1"/>
          </p:nvPr>
        </p:nvSpPr>
        <p:spPr>
          <a:xfrm>
            <a:off x="762000" y="2285999"/>
            <a:ext cx="5151119"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D08312-30FC-44D8-B2A9-B5CAAD9F066F}"/>
              </a:ext>
            </a:extLst>
          </p:cNvPr>
          <p:cNvSpPr>
            <a:spLocks noGrp="1"/>
          </p:cNvSpPr>
          <p:nvPr>
            <p:ph sz="half" idx="2"/>
          </p:nvPr>
        </p:nvSpPr>
        <p:spPr>
          <a:xfrm>
            <a:off x="6278879" y="2285999"/>
            <a:ext cx="5151121"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ED84EB-AF90-4F19-A376-0FE5E50F9EA5}"/>
              </a:ext>
            </a:extLst>
          </p:cNvPr>
          <p:cNvSpPr>
            <a:spLocks noGrp="1"/>
          </p:cNvSpPr>
          <p:nvPr>
            <p:ph type="dt" sz="half" idx="10"/>
          </p:nvPr>
        </p:nvSpPr>
        <p:spPr/>
        <p:txBody>
          <a:bodyPr/>
          <a:lstStyle/>
          <a:p>
            <a:fld id="{76969C88-B244-455D-A017-012B25B1ACDD}" type="datetimeFigureOut">
              <a:rPr lang="en-US" smtClean="0"/>
              <a:t>2/17/2026</a:t>
            </a:fld>
            <a:endParaRPr lang="en-US"/>
          </a:p>
        </p:txBody>
      </p:sp>
      <p:sp>
        <p:nvSpPr>
          <p:cNvPr id="6" name="Footer Placeholder 5">
            <a:extLst>
              <a:ext uri="{FF2B5EF4-FFF2-40B4-BE49-F238E27FC236}">
                <a16:creationId xmlns:a16="http://schemas.microsoft.com/office/drawing/2014/main" id="{7B838ED0-2789-41E4-A36E-83F92CA2E8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221A83-6D60-45F0-9173-5F6D2438BC36}"/>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461040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FFAE2-03F4-4A94-86C4-9305B237CA89}"/>
              </a:ext>
            </a:extLst>
          </p:cNvPr>
          <p:cNvSpPr>
            <a:spLocks noGrp="1"/>
          </p:cNvSpPr>
          <p:nvPr>
            <p:ph type="title"/>
          </p:nvPr>
        </p:nvSpPr>
        <p:spPr>
          <a:xfrm>
            <a:off x="762000" y="762000"/>
            <a:ext cx="10668000" cy="1524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BAC5A5-E184-46B6-8AB5-C8E132D3624B}"/>
              </a:ext>
            </a:extLst>
          </p:cNvPr>
          <p:cNvSpPr>
            <a:spLocks noGrp="1"/>
          </p:cNvSpPr>
          <p:nvPr>
            <p:ph type="body" idx="1"/>
          </p:nvPr>
        </p:nvSpPr>
        <p:spPr>
          <a:xfrm>
            <a:off x="762000" y="2285999"/>
            <a:ext cx="5151119"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DCFE87-5D80-45CB-9D13-DFC9AFCEC7F9}"/>
              </a:ext>
            </a:extLst>
          </p:cNvPr>
          <p:cNvSpPr>
            <a:spLocks noGrp="1"/>
          </p:cNvSpPr>
          <p:nvPr>
            <p:ph sz="half" idx="2"/>
          </p:nvPr>
        </p:nvSpPr>
        <p:spPr>
          <a:xfrm>
            <a:off x="762000" y="3048000"/>
            <a:ext cx="5151119"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AC1E5A-8423-4749-8EDA-E13425F69658}"/>
              </a:ext>
            </a:extLst>
          </p:cNvPr>
          <p:cNvSpPr>
            <a:spLocks noGrp="1"/>
          </p:cNvSpPr>
          <p:nvPr>
            <p:ph type="body" sz="quarter" idx="3"/>
          </p:nvPr>
        </p:nvSpPr>
        <p:spPr>
          <a:xfrm>
            <a:off x="6278878" y="2286000"/>
            <a:ext cx="5151122"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32AAA-4BB8-4A3D-9C79-516F82F8001D}"/>
              </a:ext>
            </a:extLst>
          </p:cNvPr>
          <p:cNvSpPr>
            <a:spLocks noGrp="1"/>
          </p:cNvSpPr>
          <p:nvPr>
            <p:ph sz="quarter" idx="4"/>
          </p:nvPr>
        </p:nvSpPr>
        <p:spPr>
          <a:xfrm>
            <a:off x="6278878" y="3048000"/>
            <a:ext cx="5151122"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0BEC63-51D3-4C70-B804-BE9EF765AD21}"/>
              </a:ext>
            </a:extLst>
          </p:cNvPr>
          <p:cNvSpPr>
            <a:spLocks noGrp="1"/>
          </p:cNvSpPr>
          <p:nvPr>
            <p:ph type="dt" sz="half" idx="10"/>
          </p:nvPr>
        </p:nvSpPr>
        <p:spPr/>
        <p:txBody>
          <a:bodyPr/>
          <a:lstStyle/>
          <a:p>
            <a:fld id="{76969C88-B244-455D-A017-012B25B1ACDD}" type="datetimeFigureOut">
              <a:rPr lang="en-US" smtClean="0"/>
              <a:t>2/17/2026</a:t>
            </a:fld>
            <a:endParaRPr lang="en-US"/>
          </a:p>
        </p:txBody>
      </p:sp>
      <p:sp>
        <p:nvSpPr>
          <p:cNvPr id="8" name="Footer Placeholder 7">
            <a:extLst>
              <a:ext uri="{FF2B5EF4-FFF2-40B4-BE49-F238E27FC236}">
                <a16:creationId xmlns:a16="http://schemas.microsoft.com/office/drawing/2014/main" id="{735CA295-8563-402F-92C3-1F20C977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FA5918-109D-4342-84C0-9774A52C9E7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64641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2662-CBD1-4498-9B6E-2961F5EF1B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F739AE-8101-4C18-8CF3-911BDF3978A8}"/>
              </a:ext>
            </a:extLst>
          </p:cNvPr>
          <p:cNvSpPr>
            <a:spLocks noGrp="1"/>
          </p:cNvSpPr>
          <p:nvPr>
            <p:ph type="dt" sz="half" idx="10"/>
          </p:nvPr>
        </p:nvSpPr>
        <p:spPr/>
        <p:txBody>
          <a:bodyPr/>
          <a:lstStyle/>
          <a:p>
            <a:fld id="{76969C88-B244-455D-A017-012B25B1ACDD}" type="datetimeFigureOut">
              <a:rPr lang="en-US" smtClean="0"/>
              <a:t>2/17/2026</a:t>
            </a:fld>
            <a:endParaRPr lang="en-US"/>
          </a:p>
        </p:txBody>
      </p:sp>
      <p:sp>
        <p:nvSpPr>
          <p:cNvPr id="4" name="Footer Placeholder 3">
            <a:extLst>
              <a:ext uri="{FF2B5EF4-FFF2-40B4-BE49-F238E27FC236}">
                <a16:creationId xmlns:a16="http://schemas.microsoft.com/office/drawing/2014/main" id="{66EB1C88-D181-449C-9BE1-E85068C188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38A2C9-E93B-4F0A-A021-9E3AEBC3FA8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531000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fld id="{76969C88-B244-455D-A017-012B25B1ACDD}" type="datetimeFigureOut">
              <a:rPr lang="en-US" smtClean="0"/>
              <a:t>2/17/2026</a:t>
            </a:fld>
            <a:endParaRPr lang="en-US"/>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67470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27076-58C8-494C-B6B1-DC86F62DDC24}"/>
              </a:ext>
            </a:extLst>
          </p:cNvPr>
          <p:cNvSpPr>
            <a:spLocks noGrp="1"/>
          </p:cNvSpPr>
          <p:nvPr>
            <p:ph type="title"/>
          </p:nvPr>
        </p:nvSpPr>
        <p:spPr>
          <a:xfrm>
            <a:off x="762000" y="761998"/>
            <a:ext cx="3810000" cy="1524002"/>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F29E36-0340-452F-8D0A-1BC3F3A388CF}"/>
              </a:ext>
            </a:extLst>
          </p:cNvPr>
          <p:cNvSpPr>
            <a:spLocks noGrp="1"/>
          </p:cNvSpPr>
          <p:nvPr>
            <p:ph idx="1"/>
          </p:nvPr>
        </p:nvSpPr>
        <p:spPr>
          <a:xfrm>
            <a:off x="5334000" y="762001"/>
            <a:ext cx="6096000" cy="5334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051C2E-E587-45E8-BDB1-DFF2F2791BF6}"/>
              </a:ext>
            </a:extLst>
          </p:cNvPr>
          <p:cNvSpPr>
            <a:spLocks noGrp="1"/>
          </p:cNvSpPr>
          <p:nvPr>
            <p:ph type="body" sz="half" idx="2"/>
          </p:nvPr>
        </p:nvSpPr>
        <p:spPr>
          <a:xfrm>
            <a:off x="762000" y="2286000"/>
            <a:ext cx="3810000" cy="38100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21D993-DEDD-470E-B48B-CB053A55A119}"/>
              </a:ext>
            </a:extLst>
          </p:cNvPr>
          <p:cNvSpPr>
            <a:spLocks noGrp="1"/>
          </p:cNvSpPr>
          <p:nvPr>
            <p:ph type="dt" sz="half" idx="10"/>
          </p:nvPr>
        </p:nvSpPr>
        <p:spPr/>
        <p:txBody>
          <a:bodyPr/>
          <a:lstStyle/>
          <a:p>
            <a:fld id="{76969C88-B244-455D-A017-012B25B1ACDD}" type="datetimeFigureOut">
              <a:rPr lang="en-US" smtClean="0"/>
              <a:t>2/17/2026</a:t>
            </a:fld>
            <a:endParaRPr lang="en-US"/>
          </a:p>
        </p:txBody>
      </p:sp>
      <p:sp>
        <p:nvSpPr>
          <p:cNvPr id="6" name="Footer Placeholder 5">
            <a:extLst>
              <a:ext uri="{FF2B5EF4-FFF2-40B4-BE49-F238E27FC236}">
                <a16:creationId xmlns:a16="http://schemas.microsoft.com/office/drawing/2014/main" id="{67926C64-7401-4CA4-859F-74472AF869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108F41-F1F6-431C-9B45-8A447F188CB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609051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104FB-422C-4023-9381-EB12F1582D44}"/>
              </a:ext>
            </a:extLst>
          </p:cNvPr>
          <p:cNvSpPr>
            <a:spLocks noGrp="1"/>
          </p:cNvSpPr>
          <p:nvPr>
            <p:ph type="title"/>
          </p:nvPr>
        </p:nvSpPr>
        <p:spPr>
          <a:xfrm>
            <a:off x="762001" y="762000"/>
            <a:ext cx="3809999" cy="1524000"/>
          </a:xfrm>
        </p:spPr>
        <p:txBody>
          <a:bodyPr anchor="t" anchorCtr="0"/>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DBA3AA-DE44-4B1F-91D1-09F67B89B941}"/>
              </a:ext>
            </a:extLst>
          </p:cNvPr>
          <p:cNvSpPr>
            <a:spLocks noGrp="1"/>
          </p:cNvSpPr>
          <p:nvPr>
            <p:ph type="pic" idx="1"/>
          </p:nvPr>
        </p:nvSpPr>
        <p:spPr>
          <a:xfrm>
            <a:off x="5334000" y="762001"/>
            <a:ext cx="6021388" cy="5334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A27B131-5117-4106-80DB-2AB208C4C953}"/>
              </a:ext>
            </a:extLst>
          </p:cNvPr>
          <p:cNvSpPr>
            <a:spLocks noGrp="1"/>
          </p:cNvSpPr>
          <p:nvPr>
            <p:ph type="body" sz="half" idx="2"/>
          </p:nvPr>
        </p:nvSpPr>
        <p:spPr>
          <a:xfrm>
            <a:off x="762001" y="2286000"/>
            <a:ext cx="3809999" cy="3810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13918A-7F23-4C72-8E80-591324A3046C}"/>
              </a:ext>
            </a:extLst>
          </p:cNvPr>
          <p:cNvSpPr>
            <a:spLocks noGrp="1"/>
          </p:cNvSpPr>
          <p:nvPr>
            <p:ph type="dt" sz="half" idx="10"/>
          </p:nvPr>
        </p:nvSpPr>
        <p:spPr/>
        <p:txBody>
          <a:bodyPr/>
          <a:lstStyle/>
          <a:p>
            <a:fld id="{76969C88-B244-455D-A017-012B25B1ACDD}" type="datetimeFigureOut">
              <a:rPr lang="en-US" smtClean="0"/>
              <a:t>2/17/2026</a:t>
            </a:fld>
            <a:endParaRPr lang="en-US"/>
          </a:p>
        </p:txBody>
      </p:sp>
      <p:sp>
        <p:nvSpPr>
          <p:cNvPr id="6" name="Footer Placeholder 5">
            <a:extLst>
              <a:ext uri="{FF2B5EF4-FFF2-40B4-BE49-F238E27FC236}">
                <a16:creationId xmlns:a16="http://schemas.microsoft.com/office/drawing/2014/main" id="{181071C8-76FE-4B83-8317-BD53C7C844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23681A-6F29-48FC-9409-319ED3E96635}"/>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826215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A5B09-FC60-445F-8A12-79869BEC60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A219F7-87F2-409F-BB0B-8FE9270C9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AC2BB8-59E0-4EB2-B3BE-59D8641EE133}"/>
              </a:ext>
            </a:extLst>
          </p:cNvPr>
          <p:cNvSpPr>
            <a:spLocks noGrp="1"/>
          </p:cNvSpPr>
          <p:nvPr>
            <p:ph type="dt" sz="half" idx="10"/>
          </p:nvPr>
        </p:nvSpPr>
        <p:spPr/>
        <p:txBody>
          <a:bodyPr/>
          <a:lstStyle/>
          <a:p>
            <a:fld id="{76969C88-B244-455D-A017-012B25B1ACDD}" type="datetimeFigureOut">
              <a:rPr lang="en-US" smtClean="0"/>
              <a:t>2/17/2026</a:t>
            </a:fld>
            <a:endParaRPr lang="en-US"/>
          </a:p>
        </p:txBody>
      </p:sp>
      <p:sp>
        <p:nvSpPr>
          <p:cNvPr id="5" name="Footer Placeholder 4">
            <a:extLst>
              <a:ext uri="{FF2B5EF4-FFF2-40B4-BE49-F238E27FC236}">
                <a16:creationId xmlns:a16="http://schemas.microsoft.com/office/drawing/2014/main" id="{2D56984E-C0DE-461B-8011-8FC31B0EE9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FE7C03-68D3-445E-A5A2-8A935CFC977E}"/>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137143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21F0D7-112D-48B1-B32B-170B1AA2B51E}"/>
              </a:ext>
            </a:extLst>
          </p:cNvPr>
          <p:cNvSpPr>
            <a:spLocks noGrp="1"/>
          </p:cNvSpPr>
          <p:nvPr>
            <p:ph type="title" orient="vert"/>
          </p:nvPr>
        </p:nvSpPr>
        <p:spPr>
          <a:xfrm>
            <a:off x="9143998" y="761999"/>
            <a:ext cx="2286000" cy="5334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27A7C1-8E5B-41DA-9802-F242D382B66B}"/>
              </a:ext>
            </a:extLst>
          </p:cNvPr>
          <p:cNvSpPr>
            <a:spLocks noGrp="1"/>
          </p:cNvSpPr>
          <p:nvPr>
            <p:ph type="body" orient="vert" idx="1"/>
          </p:nvPr>
        </p:nvSpPr>
        <p:spPr>
          <a:xfrm>
            <a:off x="762001" y="761999"/>
            <a:ext cx="7619999" cy="5334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961CC7-F5B1-464A-8127-60645FB21081}"/>
              </a:ext>
            </a:extLst>
          </p:cNvPr>
          <p:cNvSpPr>
            <a:spLocks noGrp="1"/>
          </p:cNvSpPr>
          <p:nvPr>
            <p:ph type="dt" sz="half" idx="10"/>
          </p:nvPr>
        </p:nvSpPr>
        <p:spPr/>
        <p:txBody>
          <a:bodyPr/>
          <a:lstStyle/>
          <a:p>
            <a:fld id="{76969C88-B244-455D-A017-012B25B1ACDD}" type="datetimeFigureOut">
              <a:rPr lang="en-US" smtClean="0"/>
              <a:t>2/17/2026</a:t>
            </a:fld>
            <a:endParaRPr lang="en-US"/>
          </a:p>
        </p:txBody>
      </p:sp>
      <p:sp>
        <p:nvSpPr>
          <p:cNvPr id="5" name="Footer Placeholder 4">
            <a:extLst>
              <a:ext uri="{FF2B5EF4-FFF2-40B4-BE49-F238E27FC236}">
                <a16:creationId xmlns:a16="http://schemas.microsoft.com/office/drawing/2014/main" id="{53B94302-B381-4F37-A9FF-5CC5519175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707151-541F-4104-B989-83A9DCA6E616}"/>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552664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6EF5A53-0A64-4CA5-B9C7-1CB97CB5CF1C}"/>
              </a:ext>
            </a:extLst>
          </p:cNvPr>
          <p:cNvSpPr/>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1" name="Freeform: Shape 10">
            <a:extLst>
              <a:ext uri="{FF2B5EF4-FFF2-40B4-BE49-F238E27FC236}">
                <a16:creationId xmlns:a16="http://schemas.microsoft.com/office/drawing/2014/main" id="{34ABFBEA-4EB0-4D02-A2C0-1733CD3D6F12}"/>
              </a:ext>
            </a:extLst>
          </p:cNvPr>
          <p:cNvSpPr/>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2" name="Freeform: Shape 11">
            <a:extLst>
              <a:ext uri="{FF2B5EF4-FFF2-40B4-BE49-F238E27FC236}">
                <a16:creationId xmlns:a16="http://schemas.microsoft.com/office/drawing/2014/main" id="{19E083F6-57F4-487B-A766-EA0462B1EED8}"/>
              </a:ext>
            </a:extLst>
          </p:cNvPr>
          <p:cNvSpPr/>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laceholder 1">
            <a:extLst>
              <a:ext uri="{FF2B5EF4-FFF2-40B4-BE49-F238E27FC236}">
                <a16:creationId xmlns:a16="http://schemas.microsoft.com/office/drawing/2014/main" id="{A3A2F988-7148-4375-83D8-12EE5EBC7BE0}"/>
              </a:ext>
            </a:extLst>
          </p:cNvPr>
          <p:cNvSpPr>
            <a:spLocks noGrp="1"/>
          </p:cNvSpPr>
          <p:nvPr>
            <p:ph type="title"/>
          </p:nvPr>
        </p:nvSpPr>
        <p:spPr>
          <a:xfrm>
            <a:off x="762000" y="762000"/>
            <a:ext cx="10668000" cy="1524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896238-C5B3-4F3C-97FA-890E1A51A203}"/>
              </a:ext>
            </a:extLst>
          </p:cNvPr>
          <p:cNvSpPr>
            <a:spLocks noGrp="1"/>
          </p:cNvSpPr>
          <p:nvPr>
            <p:ph type="body" idx="1"/>
          </p:nvPr>
        </p:nvSpPr>
        <p:spPr>
          <a:xfrm>
            <a:off x="762000" y="2286000"/>
            <a:ext cx="10668000" cy="38180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D6E4474-0442-4E4B-9E5B-CA7B3951C1DA}"/>
              </a:ext>
            </a:extLst>
          </p:cNvPr>
          <p:cNvSpPr>
            <a:spLocks noGrp="1"/>
          </p:cNvSpPr>
          <p:nvPr>
            <p:ph type="dt" sz="half" idx="2"/>
          </p:nvPr>
        </p:nvSpPr>
        <p:spPr>
          <a:xfrm>
            <a:off x="9389165" y="194320"/>
            <a:ext cx="2040835"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76969C88-B244-455D-A017-012B25B1ACDD}" type="datetimeFigureOut">
              <a:rPr lang="en-US" smtClean="0"/>
              <a:pPr/>
              <a:t>2/17/2026</a:t>
            </a:fld>
            <a:endParaRPr lang="en-US"/>
          </a:p>
        </p:txBody>
      </p:sp>
      <p:sp>
        <p:nvSpPr>
          <p:cNvPr id="5" name="Footer Placeholder 4">
            <a:extLst>
              <a:ext uri="{FF2B5EF4-FFF2-40B4-BE49-F238E27FC236}">
                <a16:creationId xmlns:a16="http://schemas.microsoft.com/office/drawing/2014/main" id="{E0626A98-F887-40E1-B9BA-9D93DE90E022}"/>
              </a:ext>
            </a:extLst>
          </p:cNvPr>
          <p:cNvSpPr>
            <a:spLocks noGrp="1"/>
          </p:cNvSpPr>
          <p:nvPr>
            <p:ph type="ftr" sz="quarter" idx="3"/>
          </p:nvPr>
        </p:nvSpPr>
        <p:spPr>
          <a:xfrm>
            <a:off x="761999" y="6356350"/>
            <a:ext cx="6612835" cy="365125"/>
          </a:xfrm>
          <a:prstGeom prst="rect">
            <a:avLst/>
          </a:prstGeom>
        </p:spPr>
        <p:txBody>
          <a:bodyPr vert="horz" lIns="91440" tIns="45720" rIns="91440" bIns="45720" rtlCol="0" anchor="ctr"/>
          <a:lstStyle>
            <a:lvl1pPr algn="l">
              <a:defRPr sz="1200">
                <a:solidFill>
                  <a:schemeClr val="tx1">
                    <a:tint val="75000"/>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482C8119-73F6-4713-9AD3-3628DCDFB8F2}"/>
              </a:ext>
            </a:extLst>
          </p:cNvPr>
          <p:cNvSpPr>
            <a:spLocks noGrp="1"/>
          </p:cNvSpPr>
          <p:nvPr>
            <p:ph type="sldNum" sz="quarter" idx="4"/>
          </p:nvPr>
        </p:nvSpPr>
        <p:spPr>
          <a:xfrm>
            <a:off x="9906000" y="6356350"/>
            <a:ext cx="1524000"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07CE569E-9B7C-4CB9-AB80-C0841F922CFF}" type="slidenum">
              <a:rPr lang="en-US" smtClean="0"/>
              <a:pPr/>
              <a:t>‹#›</a:t>
            </a:fld>
            <a:endParaRPr lang="en-US"/>
          </a:p>
        </p:txBody>
      </p:sp>
    </p:spTree>
    <p:extLst>
      <p:ext uri="{BB962C8B-B14F-4D97-AF65-F5344CB8AC3E}">
        <p14:creationId xmlns:p14="http://schemas.microsoft.com/office/powerpoint/2010/main" val="3608646299"/>
      </p:ext>
    </p:extLst>
  </p:cSld>
  <p:clrMap bg1="dk1" tx1="lt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5" r:id="rId6"/>
    <p:sldLayoutId id="2147483701" r:id="rId7"/>
    <p:sldLayoutId id="2147483702" r:id="rId8"/>
    <p:sldLayoutId id="2147483703" r:id="rId9"/>
    <p:sldLayoutId id="2147483704" r:id="rId10"/>
    <p:sldLayoutId id="214748370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25000"/>
        </a:lnSpc>
        <a:spcBef>
          <a:spcPts val="1000"/>
        </a:spcBef>
        <a:buFont typeface="Arial" panose="020B0604020202020204" pitchFamily="34" charset="0"/>
        <a:buChar char="•"/>
        <a:defRPr sz="2800" kern="1200">
          <a:solidFill>
            <a:schemeClr val="tx1">
              <a:alpha val="70000"/>
            </a:schemeClr>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2400" kern="1200">
          <a:solidFill>
            <a:schemeClr val="tx1">
              <a:alpha val="70000"/>
            </a:schemeClr>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2000" kern="1200">
          <a:solidFill>
            <a:schemeClr val="tx1">
              <a:alpha val="70000"/>
            </a:schemeClr>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sralab.org/"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sciencedirect.com/"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doi.org/10.1007/s00423-013-1136-8"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A18C9FB-EC4C-4DAE-8F7D-C6E5AF607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D962507E-D232-C0D4-F3FE-A47D04F45A2F}"/>
              </a:ext>
            </a:extLst>
          </p:cNvPr>
          <p:cNvSpPr>
            <a:spLocks noGrp="1"/>
          </p:cNvSpPr>
          <p:nvPr>
            <p:ph type="ctrTitle"/>
          </p:nvPr>
        </p:nvSpPr>
        <p:spPr>
          <a:xfrm>
            <a:off x="6858000" y="753765"/>
            <a:ext cx="4572000" cy="3056235"/>
          </a:xfrm>
        </p:spPr>
        <p:txBody>
          <a:bodyPr>
            <a:normAutofit/>
          </a:bodyPr>
          <a:lstStyle/>
          <a:p>
            <a:pPr algn="l"/>
            <a:r>
              <a:rPr lang="en-GB" sz="4400" dirty="0"/>
              <a:t>Quantitative Data Collection</a:t>
            </a:r>
            <a:br>
              <a:rPr lang="en-GB" sz="4400" dirty="0"/>
            </a:br>
            <a:br>
              <a:rPr lang="en-GB" sz="4400" dirty="0"/>
            </a:br>
            <a:r>
              <a:rPr lang="en-GB" sz="4400" dirty="0"/>
              <a:t>PT5053</a:t>
            </a:r>
          </a:p>
        </p:txBody>
      </p:sp>
      <p:sp>
        <p:nvSpPr>
          <p:cNvPr id="3" name="Subtitle 2">
            <a:extLst>
              <a:ext uri="{FF2B5EF4-FFF2-40B4-BE49-F238E27FC236}">
                <a16:creationId xmlns:a16="http://schemas.microsoft.com/office/drawing/2014/main" id="{BC4B959E-96F4-C153-A11C-FF1F2B7437D7}"/>
              </a:ext>
            </a:extLst>
          </p:cNvPr>
          <p:cNvSpPr>
            <a:spLocks noGrp="1"/>
          </p:cNvSpPr>
          <p:nvPr>
            <p:ph type="subTitle" idx="1"/>
          </p:nvPr>
        </p:nvSpPr>
        <p:spPr>
          <a:xfrm>
            <a:off x="6857999" y="4571999"/>
            <a:ext cx="4571999" cy="1524000"/>
          </a:xfrm>
        </p:spPr>
        <p:txBody>
          <a:bodyPr>
            <a:normAutofit fontScale="92500" lnSpcReduction="10000"/>
          </a:bodyPr>
          <a:lstStyle/>
          <a:p>
            <a:pPr algn="l"/>
            <a:r>
              <a:rPr lang="en-GB" dirty="0"/>
              <a:t>Lucy Metcalfe</a:t>
            </a:r>
          </a:p>
          <a:p>
            <a:pPr algn="l"/>
            <a:r>
              <a:rPr lang="en-GB" dirty="0"/>
              <a:t>Senior Lecturer</a:t>
            </a:r>
          </a:p>
          <a:p>
            <a:pPr algn="l"/>
            <a:r>
              <a:rPr lang="en-GB" dirty="0"/>
              <a:t>l.metcalfe1@londonmet.ac.uk</a:t>
            </a:r>
          </a:p>
        </p:txBody>
      </p:sp>
      <p:pic>
        <p:nvPicPr>
          <p:cNvPr id="4" name="Picture 3" descr="Coloured pencils inside a pencil holder which is on top of a wood table">
            <a:extLst>
              <a:ext uri="{FF2B5EF4-FFF2-40B4-BE49-F238E27FC236}">
                <a16:creationId xmlns:a16="http://schemas.microsoft.com/office/drawing/2014/main" id="{426FC2AC-A125-D5C8-4082-921D1A56009E}"/>
              </a:ext>
            </a:extLst>
          </p:cNvPr>
          <p:cNvPicPr>
            <a:picLocks noChangeAspect="1"/>
          </p:cNvPicPr>
          <p:nvPr/>
        </p:nvPicPr>
        <p:blipFill>
          <a:blip r:embed="rId2"/>
          <a:srcRect l="38226" r="1" b="1"/>
          <a:stretch>
            <a:fillRect/>
          </a:stretch>
        </p:blipFill>
        <p:spPr>
          <a:xfrm>
            <a:off x="2" y="10"/>
            <a:ext cx="5578823" cy="6028246"/>
          </a:xfrm>
          <a:custGeom>
            <a:avLst/>
            <a:gdLst/>
            <a:ahLst/>
            <a:cxnLst/>
            <a:rect l="l" t="t" r="r" b="b"/>
            <a:pathLst>
              <a:path w="5578823"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8"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p:spPr>
      </p:pic>
      <p:sp>
        <p:nvSpPr>
          <p:cNvPr id="11" name="Freeform: Shape 10">
            <a:extLst>
              <a:ext uri="{FF2B5EF4-FFF2-40B4-BE49-F238E27FC236}">
                <a16:creationId xmlns:a16="http://schemas.microsoft.com/office/drawing/2014/main" id="{B47A9921-6509-49C2-BEBF-924F280660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Tree>
    <p:extLst>
      <p:ext uri="{BB962C8B-B14F-4D97-AF65-F5344CB8AC3E}">
        <p14:creationId xmlns:p14="http://schemas.microsoft.com/office/powerpoint/2010/main" val="1349502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B6D52-4F1E-4585-092F-2C8FE8589611}"/>
              </a:ext>
            </a:extLst>
          </p:cNvPr>
          <p:cNvSpPr>
            <a:spLocks noGrp="1"/>
          </p:cNvSpPr>
          <p:nvPr>
            <p:ph type="title"/>
          </p:nvPr>
        </p:nvSpPr>
        <p:spPr/>
        <p:txBody>
          <a:bodyPr/>
          <a:lstStyle/>
          <a:p>
            <a:r>
              <a:rPr lang="en-GB" dirty="0"/>
              <a:t>Learning Objectives	</a:t>
            </a:r>
          </a:p>
        </p:txBody>
      </p:sp>
      <p:sp>
        <p:nvSpPr>
          <p:cNvPr id="3" name="Content Placeholder 2">
            <a:extLst>
              <a:ext uri="{FF2B5EF4-FFF2-40B4-BE49-F238E27FC236}">
                <a16:creationId xmlns:a16="http://schemas.microsoft.com/office/drawing/2014/main" id="{31B7AF1B-EF67-1FEA-8929-C44BE5B54083}"/>
              </a:ext>
            </a:extLst>
          </p:cNvPr>
          <p:cNvSpPr>
            <a:spLocks noGrp="1"/>
          </p:cNvSpPr>
          <p:nvPr>
            <p:ph idx="1"/>
          </p:nvPr>
        </p:nvSpPr>
        <p:spPr/>
        <p:txBody>
          <a:bodyPr>
            <a:normAutofit fontScale="85000" lnSpcReduction="10000"/>
          </a:bodyPr>
          <a:lstStyle/>
          <a:p>
            <a:r>
              <a:rPr lang="en-GB" dirty="0"/>
              <a:t>By the end of this session, students will be able to:</a:t>
            </a:r>
          </a:p>
          <a:p>
            <a:pPr marL="514350" indent="-514350">
              <a:buAutoNum type="arabicPeriod"/>
            </a:pPr>
            <a:r>
              <a:rPr lang="en-GB" dirty="0"/>
              <a:t>Explain key concepts related to outcome measures in physiotherapy</a:t>
            </a:r>
          </a:p>
          <a:p>
            <a:pPr marL="514350" indent="-514350">
              <a:buAutoNum type="arabicPeriod"/>
            </a:pPr>
            <a:r>
              <a:rPr lang="en-GB" dirty="0"/>
              <a:t>Evaluate the reliability, validity and responsiveness of outcome measures</a:t>
            </a:r>
          </a:p>
          <a:p>
            <a:pPr marL="514350" indent="-514350">
              <a:buAutoNum type="arabicPeriod"/>
            </a:pPr>
            <a:r>
              <a:rPr lang="en-GB" dirty="0"/>
              <a:t>Identify sources of measurement error and bias in quantitative data collection</a:t>
            </a:r>
          </a:p>
          <a:p>
            <a:pPr marL="514350" indent="-514350">
              <a:buAutoNum type="arabicPeriod"/>
            </a:pPr>
            <a:r>
              <a:rPr lang="en-GB" dirty="0"/>
              <a:t>Identify ethical considerations in quantitative data collection </a:t>
            </a:r>
          </a:p>
        </p:txBody>
      </p:sp>
    </p:spTree>
    <p:extLst>
      <p:ext uri="{BB962C8B-B14F-4D97-AF65-F5344CB8AC3E}">
        <p14:creationId xmlns:p14="http://schemas.microsoft.com/office/powerpoint/2010/main" val="971755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FE34-3051-63C7-34E2-D06F12A00B76}"/>
              </a:ext>
            </a:extLst>
          </p:cNvPr>
          <p:cNvSpPr>
            <a:spLocks noGrp="1"/>
          </p:cNvSpPr>
          <p:nvPr>
            <p:ph type="title"/>
          </p:nvPr>
        </p:nvSpPr>
        <p:spPr/>
        <p:txBody>
          <a:bodyPr/>
          <a:lstStyle/>
          <a:p>
            <a:r>
              <a:rPr lang="en-GB" dirty="0"/>
              <a:t>Outcome Measures	</a:t>
            </a:r>
          </a:p>
        </p:txBody>
      </p:sp>
      <p:sp>
        <p:nvSpPr>
          <p:cNvPr id="3" name="Content Placeholder 2">
            <a:extLst>
              <a:ext uri="{FF2B5EF4-FFF2-40B4-BE49-F238E27FC236}">
                <a16:creationId xmlns:a16="http://schemas.microsoft.com/office/drawing/2014/main" id="{6AF84903-E479-616E-2881-549023AB6AFF}"/>
              </a:ext>
            </a:extLst>
          </p:cNvPr>
          <p:cNvSpPr>
            <a:spLocks noGrp="1"/>
          </p:cNvSpPr>
          <p:nvPr>
            <p:ph idx="1"/>
          </p:nvPr>
        </p:nvSpPr>
        <p:spPr>
          <a:xfrm>
            <a:off x="304800" y="2110509"/>
            <a:ext cx="11582400" cy="4197927"/>
          </a:xfrm>
        </p:spPr>
        <p:txBody>
          <a:bodyPr>
            <a:normAutofit fontScale="92500" lnSpcReduction="20000"/>
          </a:bodyPr>
          <a:lstStyle/>
          <a:p>
            <a:r>
              <a:rPr lang="en-GB" dirty="0"/>
              <a:t>Most RCTs preselect a single primary outcome measure</a:t>
            </a:r>
          </a:p>
          <a:p>
            <a:r>
              <a:rPr lang="en-GB" dirty="0"/>
              <a:t>Followed by one or more secondary outcomes</a:t>
            </a:r>
          </a:p>
          <a:p>
            <a:r>
              <a:rPr lang="en-GB" dirty="0"/>
              <a:t>This is to evaluate treatment efficacy. </a:t>
            </a:r>
          </a:p>
          <a:p>
            <a:r>
              <a:rPr lang="en-GB" dirty="0"/>
              <a:t>Statistically significant = P &lt; 0.05</a:t>
            </a:r>
          </a:p>
          <a:p>
            <a:r>
              <a:rPr lang="en-GB" dirty="0"/>
              <a:t>An outcome (or end point) is a direct or indirect measurement of the effect of an intervention on a participant's clinical function or status </a:t>
            </a:r>
          </a:p>
          <a:p>
            <a:r>
              <a:rPr lang="en-GB" dirty="0"/>
              <a:t>Ideally the results of an RCT should be generalised to the whole population</a:t>
            </a:r>
          </a:p>
          <a:p>
            <a:endParaRPr lang="en-GB" dirty="0"/>
          </a:p>
          <a:p>
            <a:endParaRPr lang="en-GB" dirty="0"/>
          </a:p>
        </p:txBody>
      </p:sp>
    </p:spTree>
    <p:extLst>
      <p:ext uri="{BB962C8B-B14F-4D97-AF65-F5344CB8AC3E}">
        <p14:creationId xmlns:p14="http://schemas.microsoft.com/office/powerpoint/2010/main" val="4072953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13C23-A715-AE68-F8F8-8C581DE83FDD}"/>
              </a:ext>
            </a:extLst>
          </p:cNvPr>
          <p:cNvSpPr>
            <a:spLocks noGrp="1"/>
          </p:cNvSpPr>
          <p:nvPr>
            <p:ph type="title"/>
          </p:nvPr>
        </p:nvSpPr>
        <p:spPr/>
        <p:txBody>
          <a:bodyPr/>
          <a:lstStyle/>
          <a:p>
            <a:r>
              <a:rPr lang="en-GB" dirty="0"/>
              <a:t>Patient Reported Outcome Measures (PROM)</a:t>
            </a:r>
          </a:p>
        </p:txBody>
      </p:sp>
      <p:sp>
        <p:nvSpPr>
          <p:cNvPr id="3" name="Content Placeholder 2">
            <a:extLst>
              <a:ext uri="{FF2B5EF4-FFF2-40B4-BE49-F238E27FC236}">
                <a16:creationId xmlns:a16="http://schemas.microsoft.com/office/drawing/2014/main" id="{5F5CB45A-040D-681E-3F11-E8DC369C3712}"/>
              </a:ext>
            </a:extLst>
          </p:cNvPr>
          <p:cNvSpPr>
            <a:spLocks noGrp="1"/>
          </p:cNvSpPr>
          <p:nvPr>
            <p:ph idx="1"/>
          </p:nvPr>
        </p:nvSpPr>
        <p:spPr>
          <a:xfrm>
            <a:off x="762000" y="2286000"/>
            <a:ext cx="10668000" cy="4124036"/>
          </a:xfrm>
        </p:spPr>
        <p:txBody>
          <a:bodyPr>
            <a:normAutofit/>
          </a:bodyPr>
          <a:lstStyle/>
          <a:p>
            <a:r>
              <a:rPr lang="en-GB" dirty="0"/>
              <a:t>PROM are assessments made directly by the patients themselves rather than observers</a:t>
            </a:r>
          </a:p>
          <a:p>
            <a:r>
              <a:rPr lang="en-GB" dirty="0"/>
              <a:t>This includes symptoms of severity, of functional health status, health related quality of life</a:t>
            </a:r>
          </a:p>
          <a:p>
            <a:r>
              <a:rPr lang="en-GB" dirty="0"/>
              <a:t>Most PROMs are recorded in self completed questionnaires with validated scales, that are standardised and scored</a:t>
            </a:r>
          </a:p>
        </p:txBody>
      </p:sp>
    </p:spTree>
    <p:extLst>
      <p:ext uri="{BB962C8B-B14F-4D97-AF65-F5344CB8AC3E}">
        <p14:creationId xmlns:p14="http://schemas.microsoft.com/office/powerpoint/2010/main" val="3517558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B8324-5B10-72C2-21A9-6402C778D4EA}"/>
              </a:ext>
            </a:extLst>
          </p:cNvPr>
          <p:cNvSpPr>
            <a:spLocks noGrp="1"/>
          </p:cNvSpPr>
          <p:nvPr>
            <p:ph type="title"/>
          </p:nvPr>
        </p:nvSpPr>
        <p:spPr/>
        <p:txBody>
          <a:bodyPr/>
          <a:lstStyle/>
          <a:p>
            <a:r>
              <a:rPr lang="en-GB" dirty="0"/>
              <a:t>Patient Reported Outcome Measures (PROM)</a:t>
            </a:r>
          </a:p>
        </p:txBody>
      </p:sp>
      <p:sp>
        <p:nvSpPr>
          <p:cNvPr id="3" name="Content Placeholder 2">
            <a:extLst>
              <a:ext uri="{FF2B5EF4-FFF2-40B4-BE49-F238E27FC236}">
                <a16:creationId xmlns:a16="http://schemas.microsoft.com/office/drawing/2014/main" id="{8B27668A-AA0C-A6E1-E1C4-377C44516114}"/>
              </a:ext>
            </a:extLst>
          </p:cNvPr>
          <p:cNvSpPr>
            <a:spLocks noGrp="1"/>
          </p:cNvSpPr>
          <p:nvPr>
            <p:ph idx="1"/>
          </p:nvPr>
        </p:nvSpPr>
        <p:spPr>
          <a:xfrm>
            <a:off x="762000" y="2286000"/>
            <a:ext cx="10668000" cy="4290291"/>
          </a:xfrm>
        </p:spPr>
        <p:txBody>
          <a:bodyPr>
            <a:normAutofit fontScale="92500" lnSpcReduction="10000"/>
          </a:bodyPr>
          <a:lstStyle/>
          <a:p>
            <a:r>
              <a:rPr lang="en-GB" dirty="0"/>
              <a:t>PROM include collecting information on symptoms, health-related quality of life and functional status.</a:t>
            </a:r>
          </a:p>
          <a:p>
            <a:r>
              <a:rPr lang="en-GB" dirty="0"/>
              <a:t>Symptoms: (pain) – Visual Analog Scale (VAS)</a:t>
            </a:r>
          </a:p>
          <a:p>
            <a:r>
              <a:rPr lang="en-GB" dirty="0"/>
              <a:t>Functional status: The Roland-Morris Disability Questionnaire, Barthel Index</a:t>
            </a:r>
          </a:p>
          <a:p>
            <a:r>
              <a:rPr lang="en-GB" dirty="0" err="1"/>
              <a:t>HRQoL</a:t>
            </a:r>
            <a:r>
              <a:rPr lang="en-GB" dirty="0"/>
              <a:t>: SF-36</a:t>
            </a:r>
          </a:p>
          <a:p>
            <a:r>
              <a:rPr lang="en-GB" dirty="0"/>
              <a:t>Health behaviour: The International Physical Activity Questionnaire (IPAQ)</a:t>
            </a:r>
          </a:p>
        </p:txBody>
      </p:sp>
      <p:sp>
        <p:nvSpPr>
          <p:cNvPr id="4" name="Rectangle 1">
            <a:extLst>
              <a:ext uri="{FF2B5EF4-FFF2-40B4-BE49-F238E27FC236}">
                <a16:creationId xmlns:a16="http://schemas.microsoft.com/office/drawing/2014/main" id="{DE84898A-8278-9728-DE4D-7CCC64AA28CC}"/>
              </a:ext>
            </a:extLst>
          </p:cNvPr>
          <p:cNvSpPr>
            <a:spLocks noChangeArrowheads="1"/>
          </p:cNvSpPr>
          <p:nvPr/>
        </p:nvSpPr>
        <p:spPr bwMode="auto">
          <a:xfrm>
            <a:off x="0" y="664094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(Quel De Oliveira et al.)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98425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6637B-6A26-DAED-5FBC-3218702A505E}"/>
              </a:ext>
            </a:extLst>
          </p:cNvPr>
          <p:cNvSpPr>
            <a:spLocks noGrp="1"/>
          </p:cNvSpPr>
          <p:nvPr>
            <p:ph type="title"/>
          </p:nvPr>
        </p:nvSpPr>
        <p:spPr/>
        <p:txBody>
          <a:bodyPr/>
          <a:lstStyle/>
          <a:p>
            <a:r>
              <a:rPr lang="en-GB" dirty="0"/>
              <a:t>Primary Outcome Measures</a:t>
            </a:r>
          </a:p>
        </p:txBody>
      </p:sp>
      <p:sp>
        <p:nvSpPr>
          <p:cNvPr id="3" name="Content Placeholder 2">
            <a:extLst>
              <a:ext uri="{FF2B5EF4-FFF2-40B4-BE49-F238E27FC236}">
                <a16:creationId xmlns:a16="http://schemas.microsoft.com/office/drawing/2014/main" id="{12851D81-8EC9-2094-F1B6-751A36C2CEE5}"/>
              </a:ext>
            </a:extLst>
          </p:cNvPr>
          <p:cNvSpPr>
            <a:spLocks noGrp="1"/>
          </p:cNvSpPr>
          <p:nvPr>
            <p:ph idx="1"/>
          </p:nvPr>
        </p:nvSpPr>
        <p:spPr/>
        <p:txBody>
          <a:bodyPr/>
          <a:lstStyle/>
          <a:p>
            <a:r>
              <a:rPr lang="en-GB" dirty="0"/>
              <a:t>Primary outcome measures: represent the main reason the trial is being conducted</a:t>
            </a:r>
          </a:p>
          <a:p>
            <a:r>
              <a:rPr lang="en-GB" dirty="0"/>
              <a:t>Normally an RCT has only ONE primary outcome measure</a:t>
            </a:r>
          </a:p>
          <a:p>
            <a:pPr marL="0" indent="0">
              <a:buNone/>
            </a:pPr>
            <a:endParaRPr lang="en-GB" dirty="0"/>
          </a:p>
        </p:txBody>
      </p:sp>
    </p:spTree>
    <p:extLst>
      <p:ext uri="{BB962C8B-B14F-4D97-AF65-F5344CB8AC3E}">
        <p14:creationId xmlns:p14="http://schemas.microsoft.com/office/powerpoint/2010/main" val="1269416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9BDA2-9BF7-6A7B-1A5E-2402ABF62D48}"/>
              </a:ext>
            </a:extLst>
          </p:cNvPr>
          <p:cNvSpPr>
            <a:spLocks noGrp="1"/>
          </p:cNvSpPr>
          <p:nvPr>
            <p:ph type="title"/>
          </p:nvPr>
        </p:nvSpPr>
        <p:spPr/>
        <p:txBody>
          <a:bodyPr/>
          <a:lstStyle/>
          <a:p>
            <a:r>
              <a:rPr lang="en-GB" dirty="0"/>
              <a:t>Secondary Outcome Measures	</a:t>
            </a:r>
          </a:p>
        </p:txBody>
      </p:sp>
      <p:sp>
        <p:nvSpPr>
          <p:cNvPr id="3" name="Content Placeholder 2">
            <a:extLst>
              <a:ext uri="{FF2B5EF4-FFF2-40B4-BE49-F238E27FC236}">
                <a16:creationId xmlns:a16="http://schemas.microsoft.com/office/drawing/2014/main" id="{627EF1EC-EC4B-EBE4-746A-C800DE0CD566}"/>
              </a:ext>
            </a:extLst>
          </p:cNvPr>
          <p:cNvSpPr>
            <a:spLocks noGrp="1"/>
          </p:cNvSpPr>
          <p:nvPr>
            <p:ph idx="1"/>
          </p:nvPr>
        </p:nvSpPr>
        <p:spPr/>
        <p:txBody>
          <a:bodyPr/>
          <a:lstStyle/>
          <a:p>
            <a:r>
              <a:rPr lang="en-GB" dirty="0"/>
              <a:t>RCT often have additional important outcomes</a:t>
            </a:r>
          </a:p>
          <a:p>
            <a:r>
              <a:rPr lang="en-GB" dirty="0"/>
              <a:t>These outcomes may not be statically conclusive</a:t>
            </a:r>
          </a:p>
          <a:p>
            <a:r>
              <a:rPr lang="en-GB" dirty="0"/>
              <a:t>They can be useful to generate further hypotheses and guide future trials and studies </a:t>
            </a:r>
          </a:p>
          <a:p>
            <a:r>
              <a:rPr lang="en-GB" dirty="0"/>
              <a:t>Because of their importance in justifying future studies, these additional outcomes need careful consideration </a:t>
            </a:r>
          </a:p>
        </p:txBody>
      </p:sp>
    </p:spTree>
    <p:extLst>
      <p:ext uri="{BB962C8B-B14F-4D97-AF65-F5344CB8AC3E}">
        <p14:creationId xmlns:p14="http://schemas.microsoft.com/office/powerpoint/2010/main" val="561917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44B27-0FA1-E772-303D-04CDD6486E5A}"/>
              </a:ext>
            </a:extLst>
          </p:cNvPr>
          <p:cNvSpPr>
            <a:spLocks noGrp="1"/>
          </p:cNvSpPr>
          <p:nvPr>
            <p:ph type="title"/>
          </p:nvPr>
        </p:nvSpPr>
        <p:spPr/>
        <p:txBody>
          <a:bodyPr/>
          <a:lstStyle/>
          <a:p>
            <a:r>
              <a:rPr lang="en-GB" dirty="0"/>
              <a:t>Bias in outcome measures</a:t>
            </a:r>
          </a:p>
        </p:txBody>
      </p:sp>
      <p:sp>
        <p:nvSpPr>
          <p:cNvPr id="3" name="Content Placeholder 2">
            <a:extLst>
              <a:ext uri="{FF2B5EF4-FFF2-40B4-BE49-F238E27FC236}">
                <a16:creationId xmlns:a16="http://schemas.microsoft.com/office/drawing/2014/main" id="{F71F2ECC-D50E-BD71-93F9-F4A3030C4324}"/>
              </a:ext>
            </a:extLst>
          </p:cNvPr>
          <p:cNvSpPr>
            <a:spLocks noGrp="1"/>
          </p:cNvSpPr>
          <p:nvPr>
            <p:ph idx="1"/>
          </p:nvPr>
        </p:nvSpPr>
        <p:spPr/>
        <p:txBody>
          <a:bodyPr/>
          <a:lstStyle/>
          <a:p>
            <a:r>
              <a:rPr lang="en-GB" dirty="0"/>
              <a:t>Need to look for: </a:t>
            </a:r>
            <a:r>
              <a:rPr lang="en-GB" b="1" dirty="0"/>
              <a:t>outcome reporting bias</a:t>
            </a:r>
            <a:r>
              <a:rPr lang="en-GB" dirty="0"/>
              <a:t> </a:t>
            </a:r>
          </a:p>
          <a:p>
            <a:r>
              <a:rPr lang="en-GB" dirty="0"/>
              <a:t>This is a particular issue for PROM where multiple health domains are measured within a single questionnaire and not always fully reported on </a:t>
            </a:r>
          </a:p>
          <a:p>
            <a:endParaRPr lang="en-GB" dirty="0"/>
          </a:p>
        </p:txBody>
      </p:sp>
      <p:sp>
        <p:nvSpPr>
          <p:cNvPr id="5" name="TextBox 4">
            <a:extLst>
              <a:ext uri="{FF2B5EF4-FFF2-40B4-BE49-F238E27FC236}">
                <a16:creationId xmlns:a16="http://schemas.microsoft.com/office/drawing/2014/main" id="{38DD8A7B-CE5C-C048-7246-55A9A369877D}"/>
              </a:ext>
            </a:extLst>
          </p:cNvPr>
          <p:cNvSpPr txBox="1"/>
          <p:nvPr/>
        </p:nvSpPr>
        <p:spPr>
          <a:xfrm>
            <a:off x="120072" y="6391624"/>
            <a:ext cx="6096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Macefield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et al.)</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39388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D1140-39E9-7D16-EF28-A5907C1F633E}"/>
              </a:ext>
            </a:extLst>
          </p:cNvPr>
          <p:cNvSpPr>
            <a:spLocks noGrp="1"/>
          </p:cNvSpPr>
          <p:nvPr>
            <p:ph type="title"/>
          </p:nvPr>
        </p:nvSpPr>
        <p:spPr/>
        <p:txBody>
          <a:bodyPr/>
          <a:lstStyle/>
          <a:p>
            <a:r>
              <a:rPr lang="en-GB" dirty="0"/>
              <a:t>Bias in outcome measures</a:t>
            </a:r>
          </a:p>
        </p:txBody>
      </p:sp>
      <p:sp>
        <p:nvSpPr>
          <p:cNvPr id="3" name="Content Placeholder 2">
            <a:extLst>
              <a:ext uri="{FF2B5EF4-FFF2-40B4-BE49-F238E27FC236}">
                <a16:creationId xmlns:a16="http://schemas.microsoft.com/office/drawing/2014/main" id="{3372F73E-DD79-516C-9E09-F24972EC270B}"/>
              </a:ext>
            </a:extLst>
          </p:cNvPr>
          <p:cNvSpPr>
            <a:spLocks noGrp="1"/>
          </p:cNvSpPr>
          <p:nvPr>
            <p:ph idx="1"/>
          </p:nvPr>
        </p:nvSpPr>
        <p:spPr>
          <a:xfrm>
            <a:off x="323273" y="2286000"/>
            <a:ext cx="11106727" cy="4225636"/>
          </a:xfrm>
        </p:spPr>
        <p:txBody>
          <a:bodyPr>
            <a:normAutofit fontScale="92500"/>
          </a:bodyPr>
          <a:lstStyle/>
          <a:p>
            <a:r>
              <a:rPr lang="en-GB" dirty="0"/>
              <a:t>Performance Bias: difference in the way patients in two treatment arms are managed post intervention</a:t>
            </a:r>
          </a:p>
          <a:p>
            <a:r>
              <a:rPr lang="en-GB" dirty="0"/>
              <a:t>Ascertainment Bias: collectively observed bias </a:t>
            </a:r>
          </a:p>
          <a:p>
            <a:r>
              <a:rPr lang="en-GB" dirty="0"/>
              <a:t>Reporting Bias: how the data is reported by assessors </a:t>
            </a:r>
          </a:p>
          <a:p>
            <a:r>
              <a:rPr lang="en-GB" dirty="0"/>
              <a:t>Both performance and observation bias can occur on a conscious or subconscious level and may arise from preexisting expectations about the efficacy of the treatment, knowledge or treatment allocation </a:t>
            </a:r>
          </a:p>
        </p:txBody>
      </p:sp>
      <p:sp>
        <p:nvSpPr>
          <p:cNvPr id="5" name="TextBox 4">
            <a:extLst>
              <a:ext uri="{FF2B5EF4-FFF2-40B4-BE49-F238E27FC236}">
                <a16:creationId xmlns:a16="http://schemas.microsoft.com/office/drawing/2014/main" id="{69DA242D-8F31-306A-CFEE-5FFECA97BCDF}"/>
              </a:ext>
            </a:extLst>
          </p:cNvPr>
          <p:cNvSpPr txBox="1"/>
          <p:nvPr/>
        </p:nvSpPr>
        <p:spPr>
          <a:xfrm>
            <a:off x="240145" y="6326970"/>
            <a:ext cx="6096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Macefield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et al.)</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53493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167D3-BC6D-D080-6B0D-83F0D14E77E9}"/>
              </a:ext>
            </a:extLst>
          </p:cNvPr>
          <p:cNvSpPr>
            <a:spLocks noGrp="1"/>
          </p:cNvSpPr>
          <p:nvPr>
            <p:ph type="title"/>
          </p:nvPr>
        </p:nvSpPr>
        <p:spPr/>
        <p:txBody>
          <a:bodyPr/>
          <a:lstStyle/>
          <a:p>
            <a:r>
              <a:rPr lang="en-GB" dirty="0"/>
              <a:t>Reducing Bias in Outcome Measures</a:t>
            </a:r>
          </a:p>
        </p:txBody>
      </p:sp>
      <p:sp>
        <p:nvSpPr>
          <p:cNvPr id="3" name="Content Placeholder 2">
            <a:extLst>
              <a:ext uri="{FF2B5EF4-FFF2-40B4-BE49-F238E27FC236}">
                <a16:creationId xmlns:a16="http://schemas.microsoft.com/office/drawing/2014/main" id="{0FD5E8C5-2585-567C-598F-99C51531ECA2}"/>
              </a:ext>
            </a:extLst>
          </p:cNvPr>
          <p:cNvSpPr>
            <a:spLocks noGrp="1"/>
          </p:cNvSpPr>
          <p:nvPr>
            <p:ph idx="1"/>
          </p:nvPr>
        </p:nvSpPr>
        <p:spPr/>
        <p:txBody>
          <a:bodyPr/>
          <a:lstStyle/>
          <a:p>
            <a:r>
              <a:rPr lang="en-GB" dirty="0"/>
              <a:t>One method that can be used to minimise the risk is blinding.</a:t>
            </a:r>
          </a:p>
          <a:p>
            <a:r>
              <a:rPr lang="en-GB" dirty="0"/>
              <a:t>Hide treatment allocation from the research team or trial participants</a:t>
            </a:r>
          </a:p>
          <a:p>
            <a:endParaRPr lang="en-GB" dirty="0"/>
          </a:p>
        </p:txBody>
      </p:sp>
      <p:sp>
        <p:nvSpPr>
          <p:cNvPr id="5" name="Rectangle 2">
            <a:extLst>
              <a:ext uri="{FF2B5EF4-FFF2-40B4-BE49-F238E27FC236}">
                <a16:creationId xmlns:a16="http://schemas.microsoft.com/office/drawing/2014/main" id="{C8800C21-A5D9-8D37-D3D9-1E085C31FA54}"/>
              </a:ext>
            </a:extLst>
          </p:cNvPr>
          <p:cNvSpPr>
            <a:spLocks noChangeArrowheads="1"/>
          </p:cNvSpPr>
          <p:nvPr/>
        </p:nvSpPr>
        <p:spPr bwMode="auto">
          <a:xfrm>
            <a:off x="184727" y="651163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Macefield</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et al.)</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93022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47DDD-0B3C-8518-8D86-7614C2F1F15C}"/>
              </a:ext>
            </a:extLst>
          </p:cNvPr>
          <p:cNvSpPr>
            <a:spLocks noGrp="1"/>
          </p:cNvSpPr>
          <p:nvPr>
            <p:ph type="title"/>
          </p:nvPr>
        </p:nvSpPr>
        <p:spPr/>
        <p:txBody>
          <a:bodyPr/>
          <a:lstStyle/>
          <a:p>
            <a:r>
              <a:rPr lang="en-GB" dirty="0"/>
              <a:t>Thoughts when critically appraising?</a:t>
            </a:r>
          </a:p>
        </p:txBody>
      </p:sp>
      <p:sp>
        <p:nvSpPr>
          <p:cNvPr id="3" name="Content Placeholder 2">
            <a:extLst>
              <a:ext uri="{FF2B5EF4-FFF2-40B4-BE49-F238E27FC236}">
                <a16:creationId xmlns:a16="http://schemas.microsoft.com/office/drawing/2014/main" id="{1E2D28DA-536B-5C5D-7E75-929BBE147D3A}"/>
              </a:ext>
            </a:extLst>
          </p:cNvPr>
          <p:cNvSpPr>
            <a:spLocks noGrp="1"/>
          </p:cNvSpPr>
          <p:nvPr>
            <p:ph idx="1"/>
          </p:nvPr>
        </p:nvSpPr>
        <p:spPr/>
        <p:txBody>
          <a:bodyPr/>
          <a:lstStyle/>
          <a:p>
            <a:r>
              <a:rPr lang="en-GB" dirty="0"/>
              <a:t>Do these outcome measures match the population of this research?</a:t>
            </a:r>
          </a:p>
          <a:p>
            <a:r>
              <a:rPr lang="en-GB" dirty="0"/>
              <a:t>Can these outcome measures be replicated?</a:t>
            </a:r>
          </a:p>
          <a:p>
            <a:r>
              <a:rPr lang="en-GB" dirty="0"/>
              <a:t>Do they report on all the findings?</a:t>
            </a:r>
          </a:p>
          <a:p>
            <a:r>
              <a:rPr lang="en-GB" dirty="0"/>
              <a:t>Do the outcome measures link to the condition / intervention?</a:t>
            </a:r>
          </a:p>
        </p:txBody>
      </p:sp>
    </p:spTree>
    <p:extLst>
      <p:ext uri="{BB962C8B-B14F-4D97-AF65-F5344CB8AC3E}">
        <p14:creationId xmlns:p14="http://schemas.microsoft.com/office/powerpoint/2010/main" val="3572180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74F93-2D93-3630-643A-E4FE87E70771}"/>
              </a:ext>
            </a:extLst>
          </p:cNvPr>
          <p:cNvSpPr>
            <a:spLocks noGrp="1"/>
          </p:cNvSpPr>
          <p:nvPr>
            <p:ph type="title"/>
          </p:nvPr>
        </p:nvSpPr>
        <p:spPr/>
        <p:txBody>
          <a:bodyPr/>
          <a:lstStyle/>
          <a:p>
            <a:r>
              <a:rPr lang="en-GB" dirty="0"/>
              <a:t>Psychometric Foundations</a:t>
            </a:r>
          </a:p>
        </p:txBody>
      </p:sp>
      <p:sp>
        <p:nvSpPr>
          <p:cNvPr id="3" name="Content Placeholder 2">
            <a:extLst>
              <a:ext uri="{FF2B5EF4-FFF2-40B4-BE49-F238E27FC236}">
                <a16:creationId xmlns:a16="http://schemas.microsoft.com/office/drawing/2014/main" id="{B942D7DC-B2AE-8B2E-873D-927BEE5642E7}"/>
              </a:ext>
            </a:extLst>
          </p:cNvPr>
          <p:cNvSpPr>
            <a:spLocks noGrp="1"/>
          </p:cNvSpPr>
          <p:nvPr>
            <p:ph idx="1"/>
          </p:nvPr>
        </p:nvSpPr>
        <p:spPr/>
        <p:txBody>
          <a:bodyPr/>
          <a:lstStyle/>
          <a:p>
            <a:r>
              <a:rPr lang="en-GB" dirty="0"/>
              <a:t>To determine confidence in clinical tools</a:t>
            </a:r>
          </a:p>
          <a:p>
            <a:r>
              <a:rPr lang="en-GB" dirty="0"/>
              <a:t>Validity: measure what they intent to measure</a:t>
            </a:r>
          </a:p>
          <a:p>
            <a:r>
              <a:rPr lang="en-GB" dirty="0"/>
              <a:t>Reliability: stable over time</a:t>
            </a:r>
          </a:p>
          <a:p>
            <a:r>
              <a:rPr lang="en-GB" dirty="0"/>
              <a:t>Responsiveness: can detect change in conditions</a:t>
            </a:r>
          </a:p>
          <a:p>
            <a:endParaRPr lang="en-GB" dirty="0"/>
          </a:p>
        </p:txBody>
      </p:sp>
    </p:spTree>
    <p:extLst>
      <p:ext uri="{BB962C8B-B14F-4D97-AF65-F5344CB8AC3E}">
        <p14:creationId xmlns:p14="http://schemas.microsoft.com/office/powerpoint/2010/main" val="751311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AE8F7-F1A2-4402-6604-104F771DC20B}"/>
              </a:ext>
            </a:extLst>
          </p:cNvPr>
          <p:cNvSpPr>
            <a:spLocks noGrp="1"/>
          </p:cNvSpPr>
          <p:nvPr>
            <p:ph type="title"/>
          </p:nvPr>
        </p:nvSpPr>
        <p:spPr/>
        <p:txBody>
          <a:bodyPr/>
          <a:lstStyle/>
          <a:p>
            <a:r>
              <a:rPr lang="en-GB" dirty="0"/>
              <a:t>Validity</a:t>
            </a:r>
          </a:p>
        </p:txBody>
      </p:sp>
      <p:sp>
        <p:nvSpPr>
          <p:cNvPr id="3" name="Content Placeholder 2">
            <a:extLst>
              <a:ext uri="{FF2B5EF4-FFF2-40B4-BE49-F238E27FC236}">
                <a16:creationId xmlns:a16="http://schemas.microsoft.com/office/drawing/2014/main" id="{EE09AA13-97C9-D7C7-2585-922A631398FC}"/>
              </a:ext>
            </a:extLst>
          </p:cNvPr>
          <p:cNvSpPr>
            <a:spLocks noGrp="1"/>
          </p:cNvSpPr>
          <p:nvPr>
            <p:ph idx="1"/>
          </p:nvPr>
        </p:nvSpPr>
        <p:spPr/>
        <p:txBody>
          <a:bodyPr/>
          <a:lstStyle/>
          <a:p>
            <a:r>
              <a:rPr lang="en-GB" dirty="0"/>
              <a:t>The tools' ability to measure what it is supposed to measure</a:t>
            </a:r>
          </a:p>
          <a:p>
            <a:r>
              <a:rPr lang="en-GB" dirty="0"/>
              <a:t>Is the tool measuring the construct it is intent to?</a:t>
            </a:r>
          </a:p>
          <a:p>
            <a:r>
              <a:rPr lang="en-GB" dirty="0"/>
              <a:t>Implies that the tool is relatively free from error?</a:t>
            </a:r>
          </a:p>
          <a:p>
            <a:r>
              <a:rPr lang="en-GB" dirty="0"/>
              <a:t>If research has high validity, that means it produces results that correspond to real properties, and variations</a:t>
            </a:r>
          </a:p>
          <a:p>
            <a:endParaRPr lang="en-GB" dirty="0"/>
          </a:p>
          <a:p>
            <a:pPr marL="0" indent="0">
              <a:buNone/>
            </a:pPr>
            <a:endParaRPr lang="en-GB" dirty="0"/>
          </a:p>
        </p:txBody>
      </p:sp>
    </p:spTree>
    <p:extLst>
      <p:ext uri="{BB962C8B-B14F-4D97-AF65-F5344CB8AC3E}">
        <p14:creationId xmlns:p14="http://schemas.microsoft.com/office/powerpoint/2010/main" val="3743081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B2579-45E9-AD7B-546C-B5F042987C71}"/>
              </a:ext>
            </a:extLst>
          </p:cNvPr>
          <p:cNvSpPr>
            <a:spLocks noGrp="1"/>
          </p:cNvSpPr>
          <p:nvPr>
            <p:ph type="title"/>
          </p:nvPr>
        </p:nvSpPr>
        <p:spPr/>
        <p:txBody>
          <a:bodyPr/>
          <a:lstStyle/>
          <a:p>
            <a:r>
              <a:rPr lang="en-GB" dirty="0"/>
              <a:t>Types of Validity	</a:t>
            </a:r>
          </a:p>
        </p:txBody>
      </p:sp>
      <p:sp>
        <p:nvSpPr>
          <p:cNvPr id="3" name="Content Placeholder 2">
            <a:extLst>
              <a:ext uri="{FF2B5EF4-FFF2-40B4-BE49-F238E27FC236}">
                <a16:creationId xmlns:a16="http://schemas.microsoft.com/office/drawing/2014/main" id="{27950ED3-3FA4-C09C-1B2D-1E70286AD245}"/>
              </a:ext>
            </a:extLst>
          </p:cNvPr>
          <p:cNvSpPr>
            <a:spLocks noGrp="1"/>
          </p:cNvSpPr>
          <p:nvPr>
            <p:ph idx="1"/>
          </p:nvPr>
        </p:nvSpPr>
        <p:spPr/>
        <p:txBody>
          <a:bodyPr>
            <a:normAutofit/>
          </a:bodyPr>
          <a:lstStyle/>
          <a:p>
            <a:r>
              <a:rPr lang="en-GB" b="1" dirty="0"/>
              <a:t>Content Validity: </a:t>
            </a:r>
            <a:r>
              <a:rPr lang="en-GB" dirty="0"/>
              <a:t>Establishes that the multiple items that make up a questionnaire, inventory, or scale adequately sample the universe of content that defines the construct being measured.</a:t>
            </a:r>
          </a:p>
          <a:p>
            <a:r>
              <a:rPr lang="en-GB" b="1" dirty="0"/>
              <a:t>Construct Validity: </a:t>
            </a:r>
            <a:r>
              <a:rPr lang="en-GB" dirty="0"/>
              <a:t>Establishes the ability of an instrument to measure the dimensions and theoretical foundation of an abstract construct</a:t>
            </a:r>
            <a:endParaRPr lang="en-GB" b="1" dirty="0"/>
          </a:p>
        </p:txBody>
      </p:sp>
    </p:spTree>
    <p:extLst>
      <p:ext uri="{BB962C8B-B14F-4D97-AF65-F5344CB8AC3E}">
        <p14:creationId xmlns:p14="http://schemas.microsoft.com/office/powerpoint/2010/main" val="3013990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374231E2-BA92-2FFF-7ABD-39B9E8AB873F}"/>
              </a:ext>
            </a:extLst>
          </p:cNvPr>
          <p:cNvPicPr>
            <a:picLocks noChangeAspect="1"/>
          </p:cNvPicPr>
          <p:nvPr/>
        </p:nvPicPr>
        <p:blipFill>
          <a:blip r:embed="rId2"/>
          <a:stretch>
            <a:fillRect/>
          </a:stretch>
        </p:blipFill>
        <p:spPr>
          <a:xfrm>
            <a:off x="1008383" y="0"/>
            <a:ext cx="10175233" cy="6858000"/>
          </a:xfrm>
          <a:prstGeom prst="rect">
            <a:avLst/>
          </a:prstGeom>
        </p:spPr>
      </p:pic>
    </p:spTree>
    <p:extLst>
      <p:ext uri="{BB962C8B-B14F-4D97-AF65-F5344CB8AC3E}">
        <p14:creationId xmlns:p14="http://schemas.microsoft.com/office/powerpoint/2010/main" val="3003303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101E9-94C5-0B8A-ECFD-BD01C1522019}"/>
              </a:ext>
            </a:extLst>
          </p:cNvPr>
          <p:cNvSpPr>
            <a:spLocks noGrp="1"/>
          </p:cNvSpPr>
          <p:nvPr>
            <p:ph type="title"/>
          </p:nvPr>
        </p:nvSpPr>
        <p:spPr/>
        <p:txBody>
          <a:bodyPr/>
          <a:lstStyle/>
          <a:p>
            <a:r>
              <a:rPr lang="en-GB" dirty="0"/>
              <a:t>Reliability</a:t>
            </a:r>
          </a:p>
        </p:txBody>
      </p:sp>
      <p:sp>
        <p:nvSpPr>
          <p:cNvPr id="3" name="Content Placeholder 2">
            <a:extLst>
              <a:ext uri="{FF2B5EF4-FFF2-40B4-BE49-F238E27FC236}">
                <a16:creationId xmlns:a16="http://schemas.microsoft.com/office/drawing/2014/main" id="{5FC6DF9B-0E34-84D5-16A8-F03455FD7D60}"/>
              </a:ext>
            </a:extLst>
          </p:cNvPr>
          <p:cNvSpPr>
            <a:spLocks noGrp="1"/>
          </p:cNvSpPr>
          <p:nvPr>
            <p:ph idx="1"/>
          </p:nvPr>
        </p:nvSpPr>
        <p:spPr>
          <a:xfrm>
            <a:off x="762000" y="2286000"/>
            <a:ext cx="10668000" cy="4244109"/>
          </a:xfrm>
        </p:spPr>
        <p:txBody>
          <a:bodyPr>
            <a:normAutofit fontScale="92500"/>
          </a:bodyPr>
          <a:lstStyle/>
          <a:p>
            <a:r>
              <a:rPr lang="en-GB" dirty="0"/>
              <a:t>Refers to the extend to which a measurement is consistent and free from error </a:t>
            </a:r>
            <a:r>
              <a:rPr lang="en-GB" dirty="0">
                <a:sym typeface="Wingdings" panose="05000000000000000000" pitchFamily="2" charset="2"/>
              </a:rPr>
              <a:t> how consistently a method measures something</a:t>
            </a:r>
            <a:endParaRPr lang="en-GB" dirty="0"/>
          </a:p>
          <a:p>
            <a:r>
              <a:rPr lang="en-GB" b="1" dirty="0"/>
              <a:t>Test-retest reliability: </a:t>
            </a:r>
            <a:r>
              <a:rPr lang="en-GB" dirty="0"/>
              <a:t>the stability of scores obtained by a patient when they are evaluated on two separate occasions </a:t>
            </a:r>
          </a:p>
          <a:p>
            <a:r>
              <a:rPr lang="en-GB" b="1" dirty="0"/>
              <a:t>Intra-rater: </a:t>
            </a:r>
            <a:r>
              <a:rPr lang="en-GB" dirty="0"/>
              <a:t>the same evaluator over time (same tester over two separate occasions)</a:t>
            </a:r>
          </a:p>
          <a:p>
            <a:r>
              <a:rPr lang="en-GB" b="1" dirty="0"/>
              <a:t>Inter-rater: </a:t>
            </a:r>
            <a:r>
              <a:rPr lang="en-GB" dirty="0"/>
              <a:t>Different evaluators usually within the same time period </a:t>
            </a:r>
            <a:endParaRPr lang="en-GB" b="1" dirty="0"/>
          </a:p>
        </p:txBody>
      </p:sp>
    </p:spTree>
    <p:extLst>
      <p:ext uri="{BB962C8B-B14F-4D97-AF65-F5344CB8AC3E}">
        <p14:creationId xmlns:p14="http://schemas.microsoft.com/office/powerpoint/2010/main" val="1463680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white page with blue text&#10;&#10;AI-generated content may be incorrect.">
            <a:extLst>
              <a:ext uri="{FF2B5EF4-FFF2-40B4-BE49-F238E27FC236}">
                <a16:creationId xmlns:a16="http://schemas.microsoft.com/office/drawing/2014/main" id="{59A3B9A8-360B-C2D9-169D-DEF3F070A492}"/>
              </a:ext>
            </a:extLst>
          </p:cNvPr>
          <p:cNvPicPr>
            <a:picLocks noChangeAspect="1"/>
          </p:cNvPicPr>
          <p:nvPr/>
        </p:nvPicPr>
        <p:blipFill>
          <a:blip r:embed="rId2"/>
          <a:stretch>
            <a:fillRect/>
          </a:stretch>
        </p:blipFill>
        <p:spPr>
          <a:xfrm>
            <a:off x="1684512" y="0"/>
            <a:ext cx="8822976" cy="6858000"/>
          </a:xfrm>
          <a:prstGeom prst="rect">
            <a:avLst/>
          </a:prstGeom>
        </p:spPr>
      </p:pic>
    </p:spTree>
    <p:extLst>
      <p:ext uri="{BB962C8B-B14F-4D97-AF65-F5344CB8AC3E}">
        <p14:creationId xmlns:p14="http://schemas.microsoft.com/office/powerpoint/2010/main" val="4251184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6EF5A53-0A64-4CA5-B9C7-1CB97CB5C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2" name="Freeform: Shape 11">
            <a:extLst>
              <a:ext uri="{FF2B5EF4-FFF2-40B4-BE49-F238E27FC236}">
                <a16:creationId xmlns:a16="http://schemas.microsoft.com/office/drawing/2014/main" id="{34ABFBEA-4EB0-4D02-A2C0-1733CD3D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4" name="Freeform: Shape 13">
            <a:extLst>
              <a:ext uri="{FF2B5EF4-FFF2-40B4-BE49-F238E27FC236}">
                <a16:creationId xmlns:a16="http://schemas.microsoft.com/office/drawing/2014/main" id="{19E083F6-57F4-487B-A766-EA0462B1E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useBgFill="1">
        <p:nvSpPr>
          <p:cNvPr id="16" name="Rectangle 15">
            <a:extLst>
              <a:ext uri="{FF2B5EF4-FFF2-40B4-BE49-F238E27FC236}">
                <a16:creationId xmlns:a16="http://schemas.microsoft.com/office/drawing/2014/main" id="{D3BA2E71-8E5C-44AF-80E2-34A649FA5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C0368F0-DEE4-42C8-A456-3D935D44E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35639"/>
            <a:ext cx="5210175" cy="5022362"/>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prstClr val="white"/>
              </a:solidFill>
              <a:latin typeface="Avenir Next LT Pro" panose="020B0504020202020204" pitchFamily="34" charset="0"/>
            </a:endParaRPr>
          </a:p>
        </p:txBody>
      </p:sp>
      <p:pic>
        <p:nvPicPr>
          <p:cNvPr id="5" name="Content Placeholder 4" descr="A diagram of a diagram of a diagram of a diagram of a diagram of a diagram of a diagram of a diagram of a diagram of a diagram of a diagram of a diagram of a diagram of&#10;&#10;AI-generated content may be incorrect.">
            <a:extLst>
              <a:ext uri="{FF2B5EF4-FFF2-40B4-BE49-F238E27FC236}">
                <a16:creationId xmlns:a16="http://schemas.microsoft.com/office/drawing/2014/main" id="{69FB60E7-E8B4-2982-56B7-995EDC5B72AB}"/>
              </a:ext>
            </a:extLst>
          </p:cNvPr>
          <p:cNvPicPr>
            <a:picLocks noGrp="1" noChangeAspect="1"/>
          </p:cNvPicPr>
          <p:nvPr>
            <p:ph idx="1"/>
          </p:nvPr>
        </p:nvPicPr>
        <p:blipFill>
          <a:blip r:embed="rId3"/>
          <a:srcRect l="15646" r="3853" b="-1"/>
          <a:stretch>
            <a:fillRect/>
          </a:stretch>
        </p:blipFill>
        <p:spPr>
          <a:xfrm>
            <a:off x="762001" y="762000"/>
            <a:ext cx="10667999" cy="5333999"/>
          </a:xfrm>
          <a:prstGeom prst="rect">
            <a:avLst/>
          </a:prstGeom>
        </p:spPr>
      </p:pic>
      <p:sp>
        <p:nvSpPr>
          <p:cNvPr id="20" name="Freeform: Shape 19">
            <a:extLst>
              <a:ext uri="{FF2B5EF4-FFF2-40B4-BE49-F238E27FC236}">
                <a16:creationId xmlns:a16="http://schemas.microsoft.com/office/drawing/2014/main" id="{740291AF-A97E-4C43-A763-5023B143C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0491236" y="-614912"/>
            <a:ext cx="1085853"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prstClr val="white"/>
              </a:solidFill>
              <a:latin typeface="Avenir Next LT Pro" panose="020B0504020202020204" pitchFamily="34" charset="0"/>
            </a:endParaRPr>
          </a:p>
        </p:txBody>
      </p:sp>
      <p:sp>
        <p:nvSpPr>
          <p:cNvPr id="22" name="Freeform: Shape 21">
            <a:extLst>
              <a:ext uri="{FF2B5EF4-FFF2-40B4-BE49-F238E27FC236}">
                <a16:creationId xmlns:a16="http://schemas.microsoft.com/office/drawing/2014/main" id="{EB48800F-1911-4388-AEF0-087CD49D14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419349"/>
            <a:ext cx="1028700" cy="443865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6" name="Rectangle 1">
            <a:extLst>
              <a:ext uri="{FF2B5EF4-FFF2-40B4-BE49-F238E27FC236}">
                <a16:creationId xmlns:a16="http://schemas.microsoft.com/office/drawing/2014/main" id="{E9680E43-ED34-69B3-BBBA-C272562E5EAB}"/>
              </a:ext>
            </a:extLst>
          </p:cNvPr>
          <p:cNvSpPr>
            <a:spLocks noChangeArrowheads="1"/>
          </p:cNvSpPr>
          <p:nvPr/>
        </p:nvSpPr>
        <p:spPr bwMode="auto">
          <a:xfrm>
            <a:off x="424873" y="66317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(Portney)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94006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796AC-6AD5-CD75-3A11-8AC12EA9BA95}"/>
              </a:ext>
            </a:extLst>
          </p:cNvPr>
          <p:cNvSpPr>
            <a:spLocks noGrp="1"/>
          </p:cNvSpPr>
          <p:nvPr>
            <p:ph type="title"/>
          </p:nvPr>
        </p:nvSpPr>
        <p:spPr/>
        <p:txBody>
          <a:bodyPr/>
          <a:lstStyle/>
          <a:p>
            <a:r>
              <a:rPr lang="en-GB" dirty="0"/>
              <a:t>Responsiveness</a:t>
            </a:r>
          </a:p>
        </p:txBody>
      </p:sp>
      <p:sp>
        <p:nvSpPr>
          <p:cNvPr id="3" name="Content Placeholder 2">
            <a:extLst>
              <a:ext uri="{FF2B5EF4-FFF2-40B4-BE49-F238E27FC236}">
                <a16:creationId xmlns:a16="http://schemas.microsoft.com/office/drawing/2014/main" id="{139D595A-5421-2A20-BC58-D9CBDFAC848C}"/>
              </a:ext>
            </a:extLst>
          </p:cNvPr>
          <p:cNvSpPr>
            <a:spLocks noGrp="1"/>
          </p:cNvSpPr>
          <p:nvPr>
            <p:ph idx="1"/>
          </p:nvPr>
        </p:nvSpPr>
        <p:spPr/>
        <p:txBody>
          <a:bodyPr>
            <a:normAutofit fontScale="92500" lnSpcReduction="10000"/>
          </a:bodyPr>
          <a:lstStyle/>
          <a:p>
            <a:r>
              <a:rPr lang="en-GB" dirty="0"/>
              <a:t>Sensitivity to change </a:t>
            </a:r>
          </a:p>
          <a:p>
            <a:r>
              <a:rPr lang="en-GB" dirty="0"/>
              <a:t>The ability of an instrument to measure small changes that are clinically important </a:t>
            </a:r>
          </a:p>
          <a:p>
            <a:r>
              <a:rPr lang="en-GB" dirty="0"/>
              <a:t>Where participants or patients respond to effective therapeutic interventions </a:t>
            </a:r>
          </a:p>
          <a:p>
            <a:r>
              <a:rPr lang="en-GB" dirty="0"/>
              <a:t>The responsiveness of a measuring instrument is its ability to detect change over time </a:t>
            </a:r>
          </a:p>
        </p:txBody>
      </p:sp>
      <p:sp>
        <p:nvSpPr>
          <p:cNvPr id="4" name="Rectangle 1">
            <a:extLst>
              <a:ext uri="{FF2B5EF4-FFF2-40B4-BE49-F238E27FC236}">
                <a16:creationId xmlns:a16="http://schemas.microsoft.com/office/drawing/2014/main" id="{70E6D5F4-A7B6-5137-DE6C-84EC47A01FA3}"/>
              </a:ext>
            </a:extLst>
          </p:cNvPr>
          <p:cNvSpPr>
            <a:spLocks noChangeArrowheads="1"/>
          </p:cNvSpPr>
          <p:nvPr/>
        </p:nvSpPr>
        <p:spPr bwMode="auto">
          <a:xfrm>
            <a:off x="424873" y="66317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(Portney)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51062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637C5-65A7-CA0D-46C7-4B37E2BCA735}"/>
              </a:ext>
            </a:extLst>
          </p:cNvPr>
          <p:cNvSpPr>
            <a:spLocks noGrp="1"/>
          </p:cNvSpPr>
          <p:nvPr>
            <p:ph type="title"/>
          </p:nvPr>
        </p:nvSpPr>
        <p:spPr/>
        <p:txBody>
          <a:bodyPr/>
          <a:lstStyle/>
          <a:p>
            <a:r>
              <a:rPr lang="en-GB" dirty="0"/>
              <a:t>Minimal Detectable Difference / Change</a:t>
            </a:r>
            <a:br>
              <a:rPr lang="en-GB" dirty="0"/>
            </a:br>
            <a:r>
              <a:rPr lang="en-GB" dirty="0"/>
              <a:t>MDD / MDC</a:t>
            </a:r>
          </a:p>
        </p:txBody>
      </p:sp>
      <p:sp>
        <p:nvSpPr>
          <p:cNvPr id="3" name="Content Placeholder 2">
            <a:extLst>
              <a:ext uri="{FF2B5EF4-FFF2-40B4-BE49-F238E27FC236}">
                <a16:creationId xmlns:a16="http://schemas.microsoft.com/office/drawing/2014/main" id="{098AB15A-9A76-9FD8-186F-00A33B1B9C22}"/>
              </a:ext>
            </a:extLst>
          </p:cNvPr>
          <p:cNvSpPr>
            <a:spLocks noGrp="1"/>
          </p:cNvSpPr>
          <p:nvPr>
            <p:ph idx="1"/>
          </p:nvPr>
        </p:nvSpPr>
        <p:spPr>
          <a:xfrm>
            <a:off x="762000" y="2286000"/>
            <a:ext cx="10668000" cy="4179455"/>
          </a:xfrm>
        </p:spPr>
        <p:txBody>
          <a:bodyPr>
            <a:normAutofit fontScale="92500" lnSpcReduction="10000"/>
          </a:bodyPr>
          <a:lstStyle/>
          <a:p>
            <a:r>
              <a:rPr lang="en-GB" dirty="0"/>
              <a:t>The minimum amount of measured change needed before we can rule out measurement error as being </a:t>
            </a:r>
            <a:r>
              <a:rPr lang="en-GB"/>
              <a:t>solely responsible</a:t>
            </a:r>
          </a:p>
          <a:p>
            <a:r>
              <a:rPr lang="en-GB"/>
              <a:t> </a:t>
            </a:r>
            <a:r>
              <a:rPr lang="en-GB" b="1" dirty="0"/>
              <a:t>Minimal Clinically Important Difference MCID: </a:t>
            </a:r>
            <a:r>
              <a:rPr lang="en-GB" dirty="0"/>
              <a:t>is the smallest difference in a measured variable that signifies an important difference in the patient’s condition</a:t>
            </a:r>
          </a:p>
          <a:p>
            <a:r>
              <a:rPr lang="en-GB" dirty="0"/>
              <a:t>The MCID is a reflection of the test’s validity and can be helpful when choosing an instrument, setting goals for treatment, and determining whether treatment is successful.</a:t>
            </a:r>
          </a:p>
        </p:txBody>
      </p:sp>
      <p:sp>
        <p:nvSpPr>
          <p:cNvPr id="4" name="Rectangle 1">
            <a:extLst>
              <a:ext uri="{FF2B5EF4-FFF2-40B4-BE49-F238E27FC236}">
                <a16:creationId xmlns:a16="http://schemas.microsoft.com/office/drawing/2014/main" id="{51ABC745-D3A8-B3A1-DC22-6D3105785E24}"/>
              </a:ext>
            </a:extLst>
          </p:cNvPr>
          <p:cNvSpPr>
            <a:spLocks noChangeArrowheads="1"/>
          </p:cNvSpPr>
          <p:nvPr/>
        </p:nvSpPr>
        <p:spPr bwMode="auto">
          <a:xfrm>
            <a:off x="424873" y="66317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(Portney)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15527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D592D-67B0-CC2F-EE90-0ACA8801913C}"/>
              </a:ext>
            </a:extLst>
          </p:cNvPr>
          <p:cNvSpPr>
            <a:spLocks noGrp="1"/>
          </p:cNvSpPr>
          <p:nvPr>
            <p:ph type="title"/>
          </p:nvPr>
        </p:nvSpPr>
        <p:spPr/>
        <p:txBody>
          <a:bodyPr/>
          <a:lstStyle/>
          <a:p>
            <a:r>
              <a:rPr lang="en-GB" dirty="0"/>
              <a:t>Ethical Considerations in Research</a:t>
            </a:r>
          </a:p>
        </p:txBody>
      </p:sp>
      <p:sp>
        <p:nvSpPr>
          <p:cNvPr id="3" name="Content Placeholder 2">
            <a:extLst>
              <a:ext uri="{FF2B5EF4-FFF2-40B4-BE49-F238E27FC236}">
                <a16:creationId xmlns:a16="http://schemas.microsoft.com/office/drawing/2014/main" id="{7B6C9E8A-08C1-6720-450C-23DF43E9D65E}"/>
              </a:ext>
            </a:extLst>
          </p:cNvPr>
          <p:cNvSpPr>
            <a:spLocks noGrp="1"/>
          </p:cNvSpPr>
          <p:nvPr>
            <p:ph idx="1"/>
          </p:nvPr>
        </p:nvSpPr>
        <p:spPr>
          <a:xfrm>
            <a:off x="406400" y="1884218"/>
            <a:ext cx="11023600" cy="4655127"/>
          </a:xfrm>
        </p:spPr>
        <p:txBody>
          <a:bodyPr>
            <a:normAutofit/>
          </a:bodyPr>
          <a:lstStyle/>
          <a:p>
            <a:r>
              <a:rPr lang="en-GB" dirty="0"/>
              <a:t>Researchers must inform the potential participants when a study is planned that includes a control group (RCT)</a:t>
            </a:r>
          </a:p>
          <a:p>
            <a:r>
              <a:rPr lang="en-GB" dirty="0"/>
              <a:t>When the study involves randomisation, subjects should know that there is a chance they could be assigned into either control or intervention</a:t>
            </a:r>
          </a:p>
          <a:p>
            <a:r>
              <a:rPr lang="en-GB" dirty="0"/>
              <a:t>Confidentiality of all information should be maintained</a:t>
            </a:r>
          </a:p>
          <a:p>
            <a:r>
              <a:rPr lang="en-GB" dirty="0"/>
              <a:t>Subjects must be free to withdraw consent at any time</a:t>
            </a:r>
          </a:p>
          <a:p>
            <a:pPr marL="0" indent="0">
              <a:buNone/>
            </a:pPr>
            <a:endParaRPr lang="en-GB" dirty="0"/>
          </a:p>
          <a:p>
            <a:endParaRPr lang="en-GB" dirty="0"/>
          </a:p>
        </p:txBody>
      </p:sp>
      <p:sp>
        <p:nvSpPr>
          <p:cNvPr id="4" name="Rectangle 1">
            <a:extLst>
              <a:ext uri="{FF2B5EF4-FFF2-40B4-BE49-F238E27FC236}">
                <a16:creationId xmlns:a16="http://schemas.microsoft.com/office/drawing/2014/main" id="{18569B4E-4DDF-8920-8E60-0DEB482CB096}"/>
              </a:ext>
            </a:extLst>
          </p:cNvPr>
          <p:cNvSpPr>
            <a:spLocks noChangeArrowheads="1"/>
          </p:cNvSpPr>
          <p:nvPr/>
        </p:nvSpPr>
        <p:spPr bwMode="auto">
          <a:xfrm>
            <a:off x="424873" y="66317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(Portney)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892256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CDFFB-4E46-042D-FAAC-E57A31453A8A}"/>
              </a:ext>
            </a:extLst>
          </p:cNvPr>
          <p:cNvSpPr>
            <a:spLocks noGrp="1"/>
          </p:cNvSpPr>
          <p:nvPr>
            <p:ph type="title"/>
          </p:nvPr>
        </p:nvSpPr>
        <p:spPr/>
        <p:txBody>
          <a:bodyPr/>
          <a:lstStyle/>
          <a:p>
            <a:r>
              <a:rPr lang="en-GB" dirty="0"/>
              <a:t>Ethical Considerations in Research</a:t>
            </a:r>
          </a:p>
        </p:txBody>
      </p:sp>
      <p:sp>
        <p:nvSpPr>
          <p:cNvPr id="3" name="Content Placeholder 2">
            <a:extLst>
              <a:ext uri="{FF2B5EF4-FFF2-40B4-BE49-F238E27FC236}">
                <a16:creationId xmlns:a16="http://schemas.microsoft.com/office/drawing/2014/main" id="{4797D832-6824-D3B4-BCC2-978B2F2D8D7F}"/>
              </a:ext>
            </a:extLst>
          </p:cNvPr>
          <p:cNvSpPr>
            <a:spLocks noGrp="1"/>
          </p:cNvSpPr>
          <p:nvPr>
            <p:ph idx="1"/>
          </p:nvPr>
        </p:nvSpPr>
        <p:spPr/>
        <p:txBody>
          <a:bodyPr>
            <a:normAutofit lnSpcReduction="10000"/>
          </a:bodyPr>
          <a:lstStyle/>
          <a:p>
            <a:r>
              <a:rPr lang="en-GB" dirty="0"/>
              <a:t>Is the study truly representing the patient group / representation</a:t>
            </a:r>
          </a:p>
          <a:p>
            <a:r>
              <a:rPr lang="en-GB" dirty="0"/>
              <a:t>Informed consent: The informed consent process begins with an invitation to participate. A statement of the purpose of the study permits potential subjects to decide whether they believe in or agree with the worth and importance of the re-search.</a:t>
            </a:r>
          </a:p>
        </p:txBody>
      </p:sp>
      <p:sp>
        <p:nvSpPr>
          <p:cNvPr id="4" name="Rectangle 1">
            <a:extLst>
              <a:ext uri="{FF2B5EF4-FFF2-40B4-BE49-F238E27FC236}">
                <a16:creationId xmlns:a16="http://schemas.microsoft.com/office/drawing/2014/main" id="{2D269CDD-D1DA-BACA-EFCA-7CA781042224}"/>
              </a:ext>
            </a:extLst>
          </p:cNvPr>
          <p:cNvSpPr>
            <a:spLocks noChangeArrowheads="1"/>
          </p:cNvSpPr>
          <p:nvPr/>
        </p:nvSpPr>
        <p:spPr bwMode="auto">
          <a:xfrm>
            <a:off x="424873" y="66317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(Portney)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4344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F0384-5102-8F61-7B35-83D5B3B731FE}"/>
              </a:ext>
            </a:extLst>
          </p:cNvPr>
          <p:cNvSpPr>
            <a:spLocks noGrp="1"/>
          </p:cNvSpPr>
          <p:nvPr>
            <p:ph type="title"/>
          </p:nvPr>
        </p:nvSpPr>
        <p:spPr/>
        <p:txBody>
          <a:bodyPr/>
          <a:lstStyle/>
          <a:p>
            <a:r>
              <a:rPr lang="en-GB" dirty="0"/>
              <a:t>Ethical Considerations in Research</a:t>
            </a:r>
          </a:p>
        </p:txBody>
      </p:sp>
      <p:sp>
        <p:nvSpPr>
          <p:cNvPr id="3" name="Content Placeholder 2">
            <a:extLst>
              <a:ext uri="{FF2B5EF4-FFF2-40B4-BE49-F238E27FC236}">
                <a16:creationId xmlns:a16="http://schemas.microsoft.com/office/drawing/2014/main" id="{8CDFBDCC-3583-63FB-4734-AE0ABF71868B}"/>
              </a:ext>
            </a:extLst>
          </p:cNvPr>
          <p:cNvSpPr>
            <a:spLocks noGrp="1"/>
          </p:cNvSpPr>
          <p:nvPr>
            <p:ph idx="1"/>
          </p:nvPr>
        </p:nvSpPr>
        <p:spPr/>
        <p:txBody>
          <a:bodyPr/>
          <a:lstStyle/>
          <a:p>
            <a:r>
              <a:rPr lang="en-GB" dirty="0"/>
              <a:t>An important aspect of informed consent is the description of all reasonably foreseeable risks or discomforts to which the patient will be subjected, directly or indirectly, as part of the study. The researcher should detail the steps that will be taken to protect against these risks and the treatments that are available for potential side effects</a:t>
            </a:r>
          </a:p>
        </p:txBody>
      </p:sp>
      <p:sp>
        <p:nvSpPr>
          <p:cNvPr id="4" name="Rectangle 1">
            <a:extLst>
              <a:ext uri="{FF2B5EF4-FFF2-40B4-BE49-F238E27FC236}">
                <a16:creationId xmlns:a16="http://schemas.microsoft.com/office/drawing/2014/main" id="{9F488A96-D892-2638-0283-E7607911940B}"/>
              </a:ext>
            </a:extLst>
          </p:cNvPr>
          <p:cNvSpPr>
            <a:spLocks noChangeArrowheads="1"/>
          </p:cNvSpPr>
          <p:nvPr/>
        </p:nvSpPr>
        <p:spPr bwMode="auto">
          <a:xfrm>
            <a:off x="424873" y="66317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(Portney)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449755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1E3EC-5B36-6AA2-D380-C63398F6B506}"/>
              </a:ext>
            </a:extLst>
          </p:cNvPr>
          <p:cNvSpPr>
            <a:spLocks noGrp="1"/>
          </p:cNvSpPr>
          <p:nvPr>
            <p:ph type="title"/>
          </p:nvPr>
        </p:nvSpPr>
        <p:spPr/>
        <p:txBody>
          <a:bodyPr/>
          <a:lstStyle/>
          <a:p>
            <a:r>
              <a:rPr lang="en-GB" dirty="0"/>
              <a:t>Research Misconduct </a:t>
            </a:r>
          </a:p>
        </p:txBody>
      </p:sp>
      <p:sp>
        <p:nvSpPr>
          <p:cNvPr id="3" name="Content Placeholder 2">
            <a:extLst>
              <a:ext uri="{FF2B5EF4-FFF2-40B4-BE49-F238E27FC236}">
                <a16:creationId xmlns:a16="http://schemas.microsoft.com/office/drawing/2014/main" id="{CB97CE00-E138-6922-F355-AE2461A129BF}"/>
              </a:ext>
            </a:extLst>
          </p:cNvPr>
          <p:cNvSpPr>
            <a:spLocks noGrp="1"/>
          </p:cNvSpPr>
          <p:nvPr>
            <p:ph idx="1"/>
          </p:nvPr>
        </p:nvSpPr>
        <p:spPr/>
        <p:txBody>
          <a:bodyPr>
            <a:normAutofit lnSpcReduction="10000"/>
          </a:bodyPr>
          <a:lstStyle/>
          <a:p>
            <a:r>
              <a:rPr lang="en-GB" dirty="0"/>
              <a:t>Fabrication: making up data or results or recording them wrong</a:t>
            </a:r>
          </a:p>
          <a:p>
            <a:r>
              <a:rPr lang="en-GB" dirty="0"/>
              <a:t>Falsification: manipulating research materials, equipment or processes or results so that the data is not accurately represented</a:t>
            </a:r>
          </a:p>
          <a:p>
            <a:r>
              <a:rPr lang="en-GB" dirty="0"/>
              <a:t>Plagiarism: appropriation of another person’s idea, process, results or words without giving credit or representation</a:t>
            </a:r>
          </a:p>
        </p:txBody>
      </p:sp>
      <p:sp>
        <p:nvSpPr>
          <p:cNvPr id="4" name="Rectangle 1">
            <a:extLst>
              <a:ext uri="{FF2B5EF4-FFF2-40B4-BE49-F238E27FC236}">
                <a16:creationId xmlns:a16="http://schemas.microsoft.com/office/drawing/2014/main" id="{2AC81FA0-8661-B38E-4A25-1E2FEABEB03B}"/>
              </a:ext>
            </a:extLst>
          </p:cNvPr>
          <p:cNvSpPr>
            <a:spLocks noChangeArrowheads="1"/>
          </p:cNvSpPr>
          <p:nvPr/>
        </p:nvSpPr>
        <p:spPr bwMode="auto">
          <a:xfrm>
            <a:off x="424873" y="66317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(Portney)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2752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8F4AF-8F6E-B7EF-A2DB-2B58DC58AE59}"/>
              </a:ext>
            </a:extLst>
          </p:cNvPr>
          <p:cNvSpPr>
            <a:spLocks noGrp="1"/>
          </p:cNvSpPr>
          <p:nvPr>
            <p:ph type="title"/>
          </p:nvPr>
        </p:nvSpPr>
        <p:spPr/>
        <p:txBody>
          <a:bodyPr/>
          <a:lstStyle/>
          <a:p>
            <a:r>
              <a:rPr lang="en-GB" dirty="0"/>
              <a:t>Common outcome measures used:</a:t>
            </a:r>
          </a:p>
        </p:txBody>
      </p:sp>
    </p:spTree>
    <p:extLst>
      <p:ext uri="{BB962C8B-B14F-4D97-AF65-F5344CB8AC3E}">
        <p14:creationId xmlns:p14="http://schemas.microsoft.com/office/powerpoint/2010/main" val="35695049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92F0-C722-E3F4-8F29-202721B0D8F8}"/>
              </a:ext>
            </a:extLst>
          </p:cNvPr>
          <p:cNvSpPr>
            <a:spLocks noGrp="1"/>
          </p:cNvSpPr>
          <p:nvPr>
            <p:ph type="title"/>
          </p:nvPr>
        </p:nvSpPr>
        <p:spPr/>
        <p:txBody>
          <a:bodyPr/>
          <a:lstStyle/>
          <a:p>
            <a:r>
              <a:rPr lang="en-GB" dirty="0"/>
              <a:t>Visual Analogue Scale	</a:t>
            </a:r>
          </a:p>
        </p:txBody>
      </p:sp>
      <p:sp>
        <p:nvSpPr>
          <p:cNvPr id="3" name="Content Placeholder 2">
            <a:extLst>
              <a:ext uri="{FF2B5EF4-FFF2-40B4-BE49-F238E27FC236}">
                <a16:creationId xmlns:a16="http://schemas.microsoft.com/office/drawing/2014/main" id="{45159A57-388F-8584-3911-0739FD955705}"/>
              </a:ext>
            </a:extLst>
          </p:cNvPr>
          <p:cNvSpPr>
            <a:spLocks noGrp="1"/>
          </p:cNvSpPr>
          <p:nvPr>
            <p:ph idx="1"/>
          </p:nvPr>
        </p:nvSpPr>
        <p:spPr/>
        <p:txBody>
          <a:bodyPr/>
          <a:lstStyle/>
          <a:p>
            <a:r>
              <a:rPr lang="en-GB" dirty="0"/>
              <a:t>The pain VAS is a unidimensional measure of pain intensity, used to record patients’ pain progression, or compare pain severity between patients with similar conditions</a:t>
            </a:r>
          </a:p>
          <a:p>
            <a:r>
              <a:rPr lang="en-GB" dirty="0"/>
              <a:t>A mean reduction in VAS of 3 points represents a clinically meaningful importance in pain severity. </a:t>
            </a:r>
          </a:p>
          <a:p>
            <a:endParaRPr lang="en-GB" dirty="0"/>
          </a:p>
        </p:txBody>
      </p:sp>
    </p:spTree>
    <p:extLst>
      <p:ext uri="{BB962C8B-B14F-4D97-AF65-F5344CB8AC3E}">
        <p14:creationId xmlns:p14="http://schemas.microsoft.com/office/powerpoint/2010/main" val="28377557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26372-CCDF-12E1-DA3F-A0336A3B85B7}"/>
              </a:ext>
            </a:extLst>
          </p:cNvPr>
          <p:cNvSpPr>
            <a:spLocks noGrp="1"/>
          </p:cNvSpPr>
          <p:nvPr>
            <p:ph type="title"/>
          </p:nvPr>
        </p:nvSpPr>
        <p:spPr/>
        <p:txBody>
          <a:bodyPr/>
          <a:lstStyle/>
          <a:p>
            <a:r>
              <a:rPr lang="en-GB" dirty="0"/>
              <a:t>The Roland-Morris Disability Questionnaire</a:t>
            </a:r>
          </a:p>
        </p:txBody>
      </p:sp>
      <p:sp>
        <p:nvSpPr>
          <p:cNvPr id="3" name="Content Placeholder 2">
            <a:extLst>
              <a:ext uri="{FF2B5EF4-FFF2-40B4-BE49-F238E27FC236}">
                <a16:creationId xmlns:a16="http://schemas.microsoft.com/office/drawing/2014/main" id="{3631A7CE-90E1-2CA7-4E89-AB8439A1B123}"/>
              </a:ext>
            </a:extLst>
          </p:cNvPr>
          <p:cNvSpPr>
            <a:spLocks noGrp="1"/>
          </p:cNvSpPr>
          <p:nvPr>
            <p:ph idx="1"/>
          </p:nvPr>
        </p:nvSpPr>
        <p:spPr/>
        <p:txBody>
          <a:bodyPr/>
          <a:lstStyle/>
          <a:p>
            <a:r>
              <a:rPr lang="en-GB" dirty="0"/>
              <a:t>The Roland-Morris Disability Questionnaire is most sensitive for patients with mild to moderate disability due to acute, sub-acute, or chronic low back pain</a:t>
            </a:r>
          </a:p>
        </p:txBody>
      </p:sp>
    </p:spTree>
    <p:extLst>
      <p:ext uri="{BB962C8B-B14F-4D97-AF65-F5344CB8AC3E}">
        <p14:creationId xmlns:p14="http://schemas.microsoft.com/office/powerpoint/2010/main" val="24123140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632CD-47E6-9F8A-5BC5-CF3B8EA97890}"/>
              </a:ext>
            </a:extLst>
          </p:cNvPr>
          <p:cNvSpPr>
            <a:spLocks noGrp="1"/>
          </p:cNvSpPr>
          <p:nvPr>
            <p:ph type="title"/>
          </p:nvPr>
        </p:nvSpPr>
        <p:spPr>
          <a:xfrm>
            <a:off x="374073" y="0"/>
            <a:ext cx="10668000" cy="1524000"/>
          </a:xfrm>
        </p:spPr>
        <p:txBody>
          <a:bodyPr/>
          <a:lstStyle/>
          <a:p>
            <a:r>
              <a:rPr lang="en-GB" dirty="0"/>
              <a:t>SF-36</a:t>
            </a:r>
          </a:p>
        </p:txBody>
      </p:sp>
      <p:sp>
        <p:nvSpPr>
          <p:cNvPr id="3" name="Content Placeholder 2">
            <a:extLst>
              <a:ext uri="{FF2B5EF4-FFF2-40B4-BE49-F238E27FC236}">
                <a16:creationId xmlns:a16="http://schemas.microsoft.com/office/drawing/2014/main" id="{C5519675-C856-9F1E-8481-017680EC47D7}"/>
              </a:ext>
            </a:extLst>
          </p:cNvPr>
          <p:cNvSpPr>
            <a:spLocks noGrp="1"/>
          </p:cNvSpPr>
          <p:nvPr>
            <p:ph idx="1"/>
          </p:nvPr>
        </p:nvSpPr>
        <p:spPr>
          <a:xfrm>
            <a:off x="374073" y="1339275"/>
            <a:ext cx="11554691" cy="4544290"/>
          </a:xfrm>
        </p:spPr>
        <p:txBody>
          <a:bodyPr>
            <a:noAutofit/>
          </a:bodyPr>
          <a:lstStyle/>
          <a:p>
            <a:r>
              <a:rPr lang="en-GB" sz="1800" dirty="0"/>
              <a:t>An outcome measure that is often used, well-researched, self-reported measure of health. </a:t>
            </a:r>
          </a:p>
          <a:p>
            <a:r>
              <a:rPr lang="en-GB" sz="1800" dirty="0"/>
              <a:t>It comprises 36 questions that cover eight domains of health</a:t>
            </a:r>
          </a:p>
          <a:p>
            <a:r>
              <a:rPr lang="en-GB" sz="1800" dirty="0"/>
              <a:t>1) Limitations in physical activities because of health problems.</a:t>
            </a:r>
          </a:p>
          <a:p>
            <a:r>
              <a:rPr lang="en-GB" sz="1800" dirty="0"/>
              <a:t>2) Limitations in social activities because of physical or emotional problems</a:t>
            </a:r>
          </a:p>
          <a:p>
            <a:r>
              <a:rPr lang="en-GB" sz="1800" dirty="0"/>
              <a:t>3) Limitations in usual role activities because of physical health problems</a:t>
            </a:r>
          </a:p>
          <a:p>
            <a:r>
              <a:rPr lang="en-GB" sz="1800" dirty="0"/>
              <a:t>4) Bodily pain</a:t>
            </a:r>
          </a:p>
          <a:p>
            <a:r>
              <a:rPr lang="en-GB" sz="1800" dirty="0"/>
              <a:t>5) General mental health (psychological distress and well-being)</a:t>
            </a:r>
          </a:p>
          <a:p>
            <a:r>
              <a:rPr lang="en-GB" sz="1800" dirty="0"/>
              <a:t>6) Limitations in usual role activities because of emotional problems</a:t>
            </a:r>
          </a:p>
          <a:p>
            <a:r>
              <a:rPr lang="en-GB" sz="1800" dirty="0"/>
              <a:t>7) Vitality (energy and fatigue)</a:t>
            </a:r>
          </a:p>
          <a:p>
            <a:r>
              <a:rPr lang="en-GB" sz="1800" dirty="0"/>
              <a:t>8) General health perceptions</a:t>
            </a:r>
          </a:p>
          <a:p>
            <a:pPr marL="0" indent="0">
              <a:buNone/>
            </a:pPr>
            <a:r>
              <a:rPr lang="en-GB" sz="1800" dirty="0"/>
              <a:t>The SF-36 is often used as a measure of a person or population’s QoL</a:t>
            </a:r>
          </a:p>
          <a:p>
            <a:pPr marL="0" indent="0">
              <a:buNone/>
            </a:pPr>
            <a:endParaRPr lang="en-GB" sz="1800" dirty="0"/>
          </a:p>
        </p:txBody>
      </p:sp>
    </p:spTree>
    <p:extLst>
      <p:ext uri="{BB962C8B-B14F-4D97-AF65-F5344CB8AC3E}">
        <p14:creationId xmlns:p14="http://schemas.microsoft.com/office/powerpoint/2010/main" val="19081672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814F4-C373-09E1-E3D3-1D93770BD525}"/>
              </a:ext>
            </a:extLst>
          </p:cNvPr>
          <p:cNvSpPr>
            <a:spLocks noGrp="1"/>
          </p:cNvSpPr>
          <p:nvPr>
            <p:ph type="title"/>
          </p:nvPr>
        </p:nvSpPr>
        <p:spPr/>
        <p:txBody>
          <a:bodyPr/>
          <a:lstStyle/>
          <a:p>
            <a:r>
              <a:rPr lang="en-GB" dirty="0"/>
              <a:t>Outcome measures psychometric properties </a:t>
            </a:r>
          </a:p>
        </p:txBody>
      </p:sp>
      <p:sp>
        <p:nvSpPr>
          <p:cNvPr id="3" name="Content Placeholder 2">
            <a:extLst>
              <a:ext uri="{FF2B5EF4-FFF2-40B4-BE49-F238E27FC236}">
                <a16:creationId xmlns:a16="http://schemas.microsoft.com/office/drawing/2014/main" id="{899768D3-0973-53D5-FDA7-08A0D6E3480A}"/>
              </a:ext>
            </a:extLst>
          </p:cNvPr>
          <p:cNvSpPr>
            <a:spLocks noGrp="1"/>
          </p:cNvSpPr>
          <p:nvPr>
            <p:ph idx="1"/>
          </p:nvPr>
        </p:nvSpPr>
        <p:spPr/>
        <p:txBody>
          <a:bodyPr>
            <a:normAutofit lnSpcReduction="10000"/>
          </a:bodyPr>
          <a:lstStyle/>
          <a:p>
            <a:r>
              <a:rPr lang="en-GB" dirty="0"/>
              <a:t>It is important to investigate the psychometric properties of every outcome measure (primary) used</a:t>
            </a:r>
          </a:p>
          <a:p>
            <a:r>
              <a:rPr lang="en-GB" dirty="0"/>
              <a:t>You should consider the validity, reliability, responsiveness, minimal detectable change and minimal clinically important detectable change </a:t>
            </a:r>
          </a:p>
          <a:p>
            <a:r>
              <a:rPr lang="en-GB" dirty="0"/>
              <a:t>Website for patient related outcome measures: https://www.sralab.org/</a:t>
            </a:r>
          </a:p>
        </p:txBody>
      </p:sp>
    </p:spTree>
    <p:extLst>
      <p:ext uri="{BB962C8B-B14F-4D97-AF65-F5344CB8AC3E}">
        <p14:creationId xmlns:p14="http://schemas.microsoft.com/office/powerpoint/2010/main" val="6437721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E2220-52B2-8B10-A293-997756FBCC37}"/>
              </a:ext>
            </a:extLst>
          </p:cNvPr>
          <p:cNvSpPr>
            <a:spLocks noGrp="1"/>
          </p:cNvSpPr>
          <p:nvPr>
            <p:ph type="title"/>
          </p:nvPr>
        </p:nvSpPr>
        <p:spPr/>
        <p:txBody>
          <a:bodyPr/>
          <a:lstStyle/>
          <a:p>
            <a:r>
              <a:rPr lang="en-GB" dirty="0"/>
              <a:t>Website for patient reported outcome measures (PROMS)</a:t>
            </a:r>
          </a:p>
        </p:txBody>
      </p:sp>
      <p:sp>
        <p:nvSpPr>
          <p:cNvPr id="3" name="Content Placeholder 2">
            <a:extLst>
              <a:ext uri="{FF2B5EF4-FFF2-40B4-BE49-F238E27FC236}">
                <a16:creationId xmlns:a16="http://schemas.microsoft.com/office/drawing/2014/main" id="{2D37B4CD-3989-4417-4796-A284781138DD}"/>
              </a:ext>
            </a:extLst>
          </p:cNvPr>
          <p:cNvSpPr>
            <a:spLocks noGrp="1"/>
          </p:cNvSpPr>
          <p:nvPr>
            <p:ph idx="1"/>
          </p:nvPr>
        </p:nvSpPr>
        <p:spPr/>
        <p:txBody>
          <a:bodyPr/>
          <a:lstStyle/>
          <a:p>
            <a:r>
              <a:rPr lang="en-GB" dirty="0">
                <a:hlinkClick r:id="rId2"/>
              </a:rPr>
              <a:t>https://www.sralab.org/</a:t>
            </a:r>
            <a:endParaRPr lang="en-GB" dirty="0"/>
          </a:p>
          <a:p>
            <a:r>
              <a:rPr lang="en-GB" dirty="0"/>
              <a:t>Lets look at:</a:t>
            </a:r>
          </a:p>
          <a:p>
            <a:pPr marL="514350" indent="-514350">
              <a:buAutoNum type="arabicPeriod"/>
            </a:pPr>
            <a:r>
              <a:rPr lang="en-GB" dirty="0"/>
              <a:t>Numerical Pain Rating Scale</a:t>
            </a:r>
          </a:p>
          <a:p>
            <a:pPr marL="514350" indent="-514350">
              <a:buAutoNum type="arabicPeriod"/>
            </a:pPr>
            <a:r>
              <a:rPr lang="en-GB" dirty="0"/>
              <a:t>Roland-Morris Disability Scale</a:t>
            </a:r>
          </a:p>
          <a:p>
            <a:pPr marL="514350" indent="-514350">
              <a:buAutoNum type="arabicPeriod"/>
            </a:pPr>
            <a:r>
              <a:rPr lang="en-GB" dirty="0"/>
              <a:t>iHOTT-33</a:t>
            </a:r>
          </a:p>
          <a:p>
            <a:endParaRPr lang="en-GB" dirty="0"/>
          </a:p>
        </p:txBody>
      </p:sp>
    </p:spTree>
    <p:extLst>
      <p:ext uri="{BB962C8B-B14F-4D97-AF65-F5344CB8AC3E}">
        <p14:creationId xmlns:p14="http://schemas.microsoft.com/office/powerpoint/2010/main" val="3407589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FBE86-9ACF-5BD4-C856-46BDC4417439}"/>
              </a:ext>
            </a:extLst>
          </p:cNvPr>
          <p:cNvSpPr>
            <a:spLocks noGrp="1"/>
          </p:cNvSpPr>
          <p:nvPr>
            <p:ph type="title"/>
          </p:nvPr>
        </p:nvSpPr>
        <p:spPr/>
        <p:txBody>
          <a:bodyPr/>
          <a:lstStyle/>
          <a:p>
            <a:r>
              <a:rPr lang="en-GB" dirty="0"/>
              <a:t>Outcome Measures</a:t>
            </a:r>
          </a:p>
        </p:txBody>
      </p:sp>
      <p:sp>
        <p:nvSpPr>
          <p:cNvPr id="3" name="Content Placeholder 2">
            <a:extLst>
              <a:ext uri="{FF2B5EF4-FFF2-40B4-BE49-F238E27FC236}">
                <a16:creationId xmlns:a16="http://schemas.microsoft.com/office/drawing/2014/main" id="{56687A04-9B9B-65D8-528A-013C67ED6730}"/>
              </a:ext>
            </a:extLst>
          </p:cNvPr>
          <p:cNvSpPr>
            <a:spLocks noGrp="1"/>
          </p:cNvSpPr>
          <p:nvPr>
            <p:ph idx="1"/>
          </p:nvPr>
        </p:nvSpPr>
        <p:spPr/>
        <p:txBody>
          <a:bodyPr/>
          <a:lstStyle/>
          <a:p>
            <a:r>
              <a:rPr lang="en-GB" dirty="0"/>
              <a:t>When critically appraising the outcome measures used in the RCT</a:t>
            </a:r>
          </a:p>
          <a:p>
            <a:r>
              <a:rPr lang="en-GB" dirty="0"/>
              <a:t>Look for MCID or MDC</a:t>
            </a:r>
          </a:p>
          <a:p>
            <a:r>
              <a:rPr lang="en-GB" dirty="0"/>
              <a:t>Reliability</a:t>
            </a:r>
          </a:p>
          <a:p>
            <a:r>
              <a:rPr lang="en-GB" dirty="0"/>
              <a:t>Validity</a:t>
            </a:r>
          </a:p>
          <a:p>
            <a:r>
              <a:rPr lang="en-GB" dirty="0"/>
              <a:t>Responsiveness </a:t>
            </a:r>
          </a:p>
        </p:txBody>
      </p:sp>
    </p:spTree>
    <p:extLst>
      <p:ext uri="{BB962C8B-B14F-4D97-AF65-F5344CB8AC3E}">
        <p14:creationId xmlns:p14="http://schemas.microsoft.com/office/powerpoint/2010/main" val="386062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ED413-3EC2-D1D5-1B3D-96234D6CD319}"/>
              </a:ext>
            </a:extLst>
          </p:cNvPr>
          <p:cNvSpPr>
            <a:spLocks noGrp="1"/>
          </p:cNvSpPr>
          <p:nvPr>
            <p:ph type="title"/>
          </p:nvPr>
        </p:nvSpPr>
        <p:spPr/>
        <p:txBody>
          <a:bodyPr/>
          <a:lstStyle/>
          <a:p>
            <a:r>
              <a:rPr lang="en-GB" dirty="0"/>
              <a:t>Power Calculation</a:t>
            </a:r>
          </a:p>
        </p:txBody>
      </p:sp>
      <p:sp>
        <p:nvSpPr>
          <p:cNvPr id="3" name="Content Placeholder 2">
            <a:extLst>
              <a:ext uri="{FF2B5EF4-FFF2-40B4-BE49-F238E27FC236}">
                <a16:creationId xmlns:a16="http://schemas.microsoft.com/office/drawing/2014/main" id="{49D2B7B2-C8E3-1AEB-0CDF-C4BDE7AD066C}"/>
              </a:ext>
            </a:extLst>
          </p:cNvPr>
          <p:cNvSpPr>
            <a:spLocks noGrp="1"/>
          </p:cNvSpPr>
          <p:nvPr>
            <p:ph idx="1"/>
          </p:nvPr>
        </p:nvSpPr>
        <p:spPr>
          <a:xfrm>
            <a:off x="287548" y="1897812"/>
            <a:ext cx="11688791" cy="4206271"/>
          </a:xfrm>
        </p:spPr>
        <p:txBody>
          <a:bodyPr vert="horz" lIns="91440" tIns="45720" rIns="91440" bIns="45720" rtlCol="0" anchor="t">
            <a:normAutofit fontScale="92500" lnSpcReduction="10000"/>
          </a:bodyPr>
          <a:lstStyle/>
          <a:p>
            <a:r>
              <a:rPr lang="en-GB" dirty="0">
                <a:solidFill>
                  <a:srgbClr val="FFFFFF">
                    <a:alpha val="70000"/>
                  </a:srgbClr>
                </a:solidFill>
              </a:rPr>
              <a:t>A power calculation is made before the study to calculate the sample size necessary to detect a true difference between outcomes in the CONTROL and INTERVENTION groups</a:t>
            </a:r>
          </a:p>
          <a:p>
            <a:r>
              <a:rPr lang="en-GB" dirty="0">
                <a:solidFill>
                  <a:srgbClr val="FFFFFF">
                    <a:alpha val="70000"/>
                  </a:srgbClr>
                </a:solidFill>
              </a:rPr>
              <a:t>You should ALWAYS see a power calculation reported, usually in the methods section </a:t>
            </a:r>
          </a:p>
          <a:p>
            <a:r>
              <a:rPr lang="en-GB" dirty="0">
                <a:solidFill>
                  <a:srgbClr val="FFFFFF">
                    <a:alpha val="70000"/>
                  </a:srgbClr>
                </a:solidFill>
              </a:rPr>
              <a:t>It is based on the </a:t>
            </a:r>
            <a:r>
              <a:rPr lang="en-GB" b="1" dirty="0">
                <a:solidFill>
                  <a:srgbClr val="FFFFFF">
                    <a:alpha val="70000"/>
                  </a:srgbClr>
                </a:solidFill>
              </a:rPr>
              <a:t>primary outcome measure </a:t>
            </a:r>
            <a:r>
              <a:rPr lang="en-GB" dirty="0">
                <a:solidFill>
                  <a:srgbClr val="FFFFFF">
                    <a:alpha val="70000"/>
                  </a:srgbClr>
                </a:solidFill>
              </a:rPr>
              <a:t>– only the outcome for which research has been set up to measure</a:t>
            </a:r>
          </a:p>
          <a:p>
            <a:r>
              <a:rPr lang="en-GB" dirty="0">
                <a:solidFill>
                  <a:srgbClr val="FFFFFF">
                    <a:alpha val="70000"/>
                  </a:srgbClr>
                </a:solidFill>
              </a:rPr>
              <a:t>Secondary outcomes are only there for guidance and future research</a:t>
            </a:r>
          </a:p>
        </p:txBody>
      </p:sp>
    </p:spTree>
    <p:extLst>
      <p:ext uri="{BB962C8B-B14F-4D97-AF65-F5344CB8AC3E}">
        <p14:creationId xmlns:p14="http://schemas.microsoft.com/office/powerpoint/2010/main" val="14411889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288CC-FD18-87DB-9F88-DACE138FBB52}"/>
              </a:ext>
            </a:extLst>
          </p:cNvPr>
          <p:cNvSpPr>
            <a:spLocks noGrp="1"/>
          </p:cNvSpPr>
          <p:nvPr>
            <p:ph type="title"/>
          </p:nvPr>
        </p:nvSpPr>
        <p:spPr/>
        <p:txBody>
          <a:bodyPr/>
          <a:lstStyle/>
          <a:p>
            <a:r>
              <a:rPr lang="en-GB"/>
              <a:t>Power calculation</a:t>
            </a:r>
          </a:p>
        </p:txBody>
      </p:sp>
      <p:sp>
        <p:nvSpPr>
          <p:cNvPr id="3" name="Content Placeholder 2">
            <a:extLst>
              <a:ext uri="{FF2B5EF4-FFF2-40B4-BE49-F238E27FC236}">
                <a16:creationId xmlns:a16="http://schemas.microsoft.com/office/drawing/2014/main" id="{E3520828-7F95-46A5-A18E-9190A7F553D9}"/>
              </a:ext>
            </a:extLst>
          </p:cNvPr>
          <p:cNvSpPr>
            <a:spLocks noGrp="1"/>
          </p:cNvSpPr>
          <p:nvPr>
            <p:ph idx="1"/>
          </p:nvPr>
        </p:nvSpPr>
        <p:spPr/>
        <p:txBody>
          <a:bodyPr vert="horz" lIns="91440" tIns="45720" rIns="91440" bIns="45720" rtlCol="0" anchor="t">
            <a:normAutofit/>
          </a:bodyPr>
          <a:lstStyle/>
          <a:p>
            <a:r>
              <a:rPr lang="en-GB" b="1" dirty="0">
                <a:solidFill>
                  <a:srgbClr val="FFFFFF">
                    <a:alpha val="70000"/>
                  </a:srgbClr>
                </a:solidFill>
              </a:rPr>
              <a:t>Power of 80-90% is standard</a:t>
            </a:r>
          </a:p>
          <a:p>
            <a:r>
              <a:rPr lang="en-GB" dirty="0">
                <a:solidFill>
                  <a:srgbClr val="FFFFFF">
                    <a:alpha val="70000"/>
                  </a:srgbClr>
                </a:solidFill>
              </a:rPr>
              <a:t>If authors do not manage to recruit enough people (or do but have a large drop out) then we say the study is UNDER POWERED</a:t>
            </a:r>
          </a:p>
          <a:p>
            <a:r>
              <a:rPr lang="en-GB" dirty="0">
                <a:solidFill>
                  <a:srgbClr val="FFFFFF">
                    <a:alpha val="70000"/>
                  </a:srgbClr>
                </a:solidFill>
              </a:rPr>
              <a:t>This means it is harder to truly say the findings are significant </a:t>
            </a:r>
          </a:p>
        </p:txBody>
      </p:sp>
    </p:spTree>
    <p:extLst>
      <p:ext uri="{BB962C8B-B14F-4D97-AF65-F5344CB8AC3E}">
        <p14:creationId xmlns:p14="http://schemas.microsoft.com/office/powerpoint/2010/main" val="24860982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3D065C6D-EB42-400B-99C4-D0ACE936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3174" y="0"/>
            <a:ext cx="5578824" cy="6028256"/>
          </a:xfrm>
          <a:custGeom>
            <a:avLst/>
            <a:gdLst>
              <a:gd name="connsiteX0" fmla="*/ 1681218 w 5578824"/>
              <a:gd name="connsiteY0" fmla="*/ 0 h 6028256"/>
              <a:gd name="connsiteX1" fmla="*/ 5578824 w 5578824"/>
              <a:gd name="connsiteY1" fmla="*/ 0 h 6028256"/>
              <a:gd name="connsiteX2" fmla="*/ 5578824 w 5578824"/>
              <a:gd name="connsiteY2" fmla="*/ 5760161 h 6028256"/>
              <a:gd name="connsiteX3" fmla="*/ 5441231 w 5578824"/>
              <a:gd name="connsiteY3" fmla="*/ 5804042 h 6028256"/>
              <a:gd name="connsiteX4" fmla="*/ 4253224 w 5578824"/>
              <a:gd name="connsiteY4" fmla="*/ 5980388 h 6028256"/>
              <a:gd name="connsiteX5" fmla="*/ 837278 w 5578824"/>
              <a:gd name="connsiteY5" fmla="*/ 4877588 h 6028256"/>
              <a:gd name="connsiteX6" fmla="*/ 109626 w 5578824"/>
              <a:gd name="connsiteY6" fmla="*/ 3329255 h 6028256"/>
              <a:gd name="connsiteX7" fmla="*/ 156962 w 5578824"/>
              <a:gd name="connsiteY7" fmla="*/ 1773839 h 6028256"/>
              <a:gd name="connsiteX8" fmla="*/ 904890 w 5578824"/>
              <a:gd name="connsiteY8" fmla="*/ 738354 h 6028256"/>
              <a:gd name="connsiteX9" fmla="*/ 1304592 w 5578824"/>
              <a:gd name="connsiteY9" fmla="*/ 360545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3362A0EA-3E81-4464-94B8-70BE5870E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87883"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Content Placeholder 2">
            <a:extLst>
              <a:ext uri="{FF2B5EF4-FFF2-40B4-BE49-F238E27FC236}">
                <a16:creationId xmlns:a16="http://schemas.microsoft.com/office/drawing/2014/main" id="{35427DEE-0A54-FE14-C919-B3437498B3B3}"/>
              </a:ext>
            </a:extLst>
          </p:cNvPr>
          <p:cNvSpPr>
            <a:spLocks noGrp="1"/>
          </p:cNvSpPr>
          <p:nvPr>
            <p:ph idx="1"/>
          </p:nvPr>
        </p:nvSpPr>
        <p:spPr>
          <a:xfrm>
            <a:off x="762000" y="2286000"/>
            <a:ext cx="5334000" cy="3810001"/>
          </a:xfrm>
        </p:spPr>
        <p:txBody>
          <a:bodyPr vert="horz" lIns="91440" tIns="45720" rIns="91440" bIns="45720" rtlCol="0">
            <a:normAutofit fontScale="92500" lnSpcReduction="20000"/>
          </a:bodyPr>
          <a:lstStyle/>
          <a:p>
            <a:r>
              <a:rPr lang="en-GB" sz="2400" dirty="0"/>
              <a:t>A p-value is calculated to assess whether results are likely to have occurred simply through chance</a:t>
            </a:r>
          </a:p>
          <a:p>
            <a:r>
              <a:rPr lang="en-GB" sz="2400" dirty="0"/>
              <a:t>P-values simply provide a cut off beyond which we assert that the findings  are statistically significant (p&lt;0.05) </a:t>
            </a:r>
          </a:p>
          <a:p>
            <a:r>
              <a:rPr lang="en-GB" sz="2400" dirty="0"/>
              <a:t>0.05 = 5% chance the result is a fluke between groups</a:t>
            </a:r>
          </a:p>
          <a:p>
            <a:endParaRPr lang="en-GB" sz="2400" dirty="0"/>
          </a:p>
        </p:txBody>
      </p:sp>
      <p:sp>
        <p:nvSpPr>
          <p:cNvPr id="2" name="Title 1">
            <a:extLst>
              <a:ext uri="{FF2B5EF4-FFF2-40B4-BE49-F238E27FC236}">
                <a16:creationId xmlns:a16="http://schemas.microsoft.com/office/drawing/2014/main" id="{474B2A8B-4BDA-D014-6AC7-AC0210AE6951}"/>
              </a:ext>
            </a:extLst>
          </p:cNvPr>
          <p:cNvSpPr>
            <a:spLocks noGrp="1"/>
          </p:cNvSpPr>
          <p:nvPr>
            <p:ph type="title"/>
          </p:nvPr>
        </p:nvSpPr>
        <p:spPr>
          <a:xfrm>
            <a:off x="762000" y="762000"/>
            <a:ext cx="5334000" cy="1524000"/>
          </a:xfrm>
        </p:spPr>
        <p:txBody>
          <a:bodyPr>
            <a:normAutofit/>
          </a:bodyPr>
          <a:lstStyle/>
          <a:p>
            <a:r>
              <a:rPr lang="en-GB" sz="3200"/>
              <a:t>P Value</a:t>
            </a:r>
          </a:p>
        </p:txBody>
      </p:sp>
      <p:pic>
        <p:nvPicPr>
          <p:cNvPr id="4" name="Picture 3" descr="P Value, Statistical Significance and Clinical Significance">
            <a:extLst>
              <a:ext uri="{FF2B5EF4-FFF2-40B4-BE49-F238E27FC236}">
                <a16:creationId xmlns:a16="http://schemas.microsoft.com/office/drawing/2014/main" id="{EC442E97-E378-B0F3-A97B-A80D44C65220}"/>
              </a:ext>
            </a:extLst>
          </p:cNvPr>
          <p:cNvPicPr>
            <a:picLocks noChangeAspect="1"/>
          </p:cNvPicPr>
          <p:nvPr/>
        </p:nvPicPr>
        <p:blipFill>
          <a:blip r:embed="rId2"/>
          <a:stretch>
            <a:fillRect/>
          </a:stretch>
        </p:blipFill>
        <p:spPr>
          <a:xfrm>
            <a:off x="6414427" y="1447080"/>
            <a:ext cx="5334000" cy="2493645"/>
          </a:xfrm>
          <a:prstGeom prst="rect">
            <a:avLst/>
          </a:prstGeom>
        </p:spPr>
      </p:pic>
    </p:spTree>
    <p:extLst>
      <p:ext uri="{BB962C8B-B14F-4D97-AF65-F5344CB8AC3E}">
        <p14:creationId xmlns:p14="http://schemas.microsoft.com/office/powerpoint/2010/main" val="11819883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21004-E56F-EC3C-B23C-FB76F2CC9824}"/>
              </a:ext>
            </a:extLst>
          </p:cNvPr>
          <p:cNvSpPr>
            <a:spLocks noGrp="1"/>
          </p:cNvSpPr>
          <p:nvPr>
            <p:ph type="title"/>
          </p:nvPr>
        </p:nvSpPr>
        <p:spPr/>
        <p:txBody>
          <a:bodyPr/>
          <a:lstStyle/>
          <a:p>
            <a:r>
              <a:rPr lang="en-GB"/>
              <a:t>Confidence Intervals </a:t>
            </a:r>
          </a:p>
        </p:txBody>
      </p:sp>
      <p:sp>
        <p:nvSpPr>
          <p:cNvPr id="3" name="Content Placeholder 2">
            <a:extLst>
              <a:ext uri="{FF2B5EF4-FFF2-40B4-BE49-F238E27FC236}">
                <a16:creationId xmlns:a16="http://schemas.microsoft.com/office/drawing/2014/main" id="{9BDD2323-4399-9D36-CB69-D07FAB5AD24D}"/>
              </a:ext>
            </a:extLst>
          </p:cNvPr>
          <p:cNvSpPr>
            <a:spLocks noGrp="1"/>
          </p:cNvSpPr>
          <p:nvPr>
            <p:ph idx="1"/>
          </p:nvPr>
        </p:nvSpPr>
        <p:spPr/>
        <p:txBody>
          <a:bodyPr/>
          <a:lstStyle/>
          <a:p>
            <a:r>
              <a:rPr lang="en-GB" dirty="0"/>
              <a:t>A confidence interval are calculated to measure the treatment effect </a:t>
            </a:r>
          </a:p>
          <a:p>
            <a:r>
              <a:rPr lang="en-GB" dirty="0"/>
              <a:t>It shows the range within the true treatment effect is likely to be</a:t>
            </a:r>
          </a:p>
          <a:p>
            <a:r>
              <a:rPr lang="en-GB" dirty="0"/>
              <a:t>Confidence intervals aid interpretation of clinical trial data by putting upper and lower bounds on the likely size of any treatment effect</a:t>
            </a:r>
          </a:p>
          <a:p>
            <a:endParaRPr lang="en-GB" dirty="0"/>
          </a:p>
        </p:txBody>
      </p:sp>
    </p:spTree>
    <p:extLst>
      <p:ext uri="{BB962C8B-B14F-4D97-AF65-F5344CB8AC3E}">
        <p14:creationId xmlns:p14="http://schemas.microsoft.com/office/powerpoint/2010/main" val="811775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6EE3F-B63C-70AF-70A7-326FA5202A94}"/>
              </a:ext>
            </a:extLst>
          </p:cNvPr>
          <p:cNvSpPr>
            <a:spLocks noGrp="1"/>
          </p:cNvSpPr>
          <p:nvPr>
            <p:ph type="title"/>
          </p:nvPr>
        </p:nvSpPr>
        <p:spPr/>
        <p:txBody>
          <a:bodyPr/>
          <a:lstStyle/>
          <a:p>
            <a:r>
              <a:rPr lang="en-GB" dirty="0"/>
              <a:t>Journal Trustworthiness </a:t>
            </a:r>
          </a:p>
        </p:txBody>
      </p:sp>
      <p:sp>
        <p:nvSpPr>
          <p:cNvPr id="3" name="Content Placeholder 2">
            <a:extLst>
              <a:ext uri="{FF2B5EF4-FFF2-40B4-BE49-F238E27FC236}">
                <a16:creationId xmlns:a16="http://schemas.microsoft.com/office/drawing/2014/main" id="{F0717088-01C9-BE9C-D3A0-F111C6ECEA63}"/>
              </a:ext>
            </a:extLst>
          </p:cNvPr>
          <p:cNvSpPr>
            <a:spLocks noGrp="1"/>
          </p:cNvSpPr>
          <p:nvPr>
            <p:ph idx="1"/>
          </p:nvPr>
        </p:nvSpPr>
        <p:spPr/>
        <p:txBody>
          <a:bodyPr/>
          <a:lstStyle/>
          <a:p>
            <a:r>
              <a:rPr lang="en-GB" dirty="0"/>
              <a:t>Credibility</a:t>
            </a:r>
          </a:p>
          <a:p>
            <a:r>
              <a:rPr lang="en-GB" dirty="0"/>
              <a:t>Impact Factor</a:t>
            </a:r>
          </a:p>
          <a:p>
            <a:r>
              <a:rPr lang="en-GB" dirty="0"/>
              <a:t>Is this a good journal that publishes research? </a:t>
            </a:r>
          </a:p>
          <a:p>
            <a:r>
              <a:rPr lang="en-GB" dirty="0"/>
              <a:t> Does it focus on publishing high-quality research rather than just increasing the volume of items?</a:t>
            </a:r>
          </a:p>
        </p:txBody>
      </p:sp>
    </p:spTree>
    <p:extLst>
      <p:ext uri="{BB962C8B-B14F-4D97-AF65-F5344CB8AC3E}">
        <p14:creationId xmlns:p14="http://schemas.microsoft.com/office/powerpoint/2010/main" val="9220178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5DE73-E1AD-0894-1B8C-FC7336BE6C87}"/>
              </a:ext>
            </a:extLst>
          </p:cNvPr>
          <p:cNvSpPr>
            <a:spLocks noGrp="1"/>
          </p:cNvSpPr>
          <p:nvPr>
            <p:ph type="title"/>
          </p:nvPr>
        </p:nvSpPr>
        <p:spPr/>
        <p:txBody>
          <a:bodyPr/>
          <a:lstStyle/>
          <a:p>
            <a:r>
              <a:rPr lang="en-GB" dirty="0"/>
              <a:t>Journal – Impact Factor	</a:t>
            </a:r>
          </a:p>
        </p:txBody>
      </p:sp>
      <p:sp>
        <p:nvSpPr>
          <p:cNvPr id="3" name="Content Placeholder 2">
            <a:extLst>
              <a:ext uri="{FF2B5EF4-FFF2-40B4-BE49-F238E27FC236}">
                <a16:creationId xmlns:a16="http://schemas.microsoft.com/office/drawing/2014/main" id="{BE5F2A74-981C-CC50-B18F-DB29C8CCF85D}"/>
              </a:ext>
            </a:extLst>
          </p:cNvPr>
          <p:cNvSpPr>
            <a:spLocks noGrp="1"/>
          </p:cNvSpPr>
          <p:nvPr>
            <p:ph idx="1"/>
          </p:nvPr>
        </p:nvSpPr>
        <p:spPr/>
        <p:txBody>
          <a:bodyPr/>
          <a:lstStyle/>
          <a:p>
            <a:r>
              <a:rPr lang="en-GB" dirty="0"/>
              <a:t>Academic journal ranking</a:t>
            </a:r>
          </a:p>
          <a:p>
            <a:r>
              <a:rPr lang="en-GB" dirty="0"/>
              <a:t>Journals with the higher impact factor values are considered more prestigious or important within their field</a:t>
            </a:r>
          </a:p>
          <a:p>
            <a:r>
              <a:rPr lang="en-GB" dirty="0"/>
              <a:t>It is calculated by </a:t>
            </a:r>
            <a:r>
              <a:rPr lang="en-GB" dirty="0" err="1"/>
              <a:t>Clarivates</a:t>
            </a:r>
            <a:r>
              <a:rPr lang="en-GB" dirty="0"/>
              <a:t> Web of Science </a:t>
            </a:r>
          </a:p>
          <a:p>
            <a:r>
              <a:rPr lang="en-GB" dirty="0"/>
              <a:t>The impact factor of a journal reflects the year mean number of citations published in the last two years</a:t>
            </a:r>
          </a:p>
        </p:txBody>
      </p:sp>
    </p:spTree>
    <p:extLst>
      <p:ext uri="{BB962C8B-B14F-4D97-AF65-F5344CB8AC3E}">
        <p14:creationId xmlns:p14="http://schemas.microsoft.com/office/powerpoint/2010/main" val="11262674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FF0B3-DC4F-E3D1-A4E0-728D9870FDE7}"/>
              </a:ext>
            </a:extLst>
          </p:cNvPr>
          <p:cNvSpPr>
            <a:spLocks noGrp="1"/>
          </p:cNvSpPr>
          <p:nvPr>
            <p:ph type="title"/>
          </p:nvPr>
        </p:nvSpPr>
        <p:spPr/>
        <p:txBody>
          <a:bodyPr/>
          <a:lstStyle/>
          <a:p>
            <a:r>
              <a:rPr lang="en-GB" dirty="0"/>
              <a:t>Journal - Credible</a:t>
            </a:r>
          </a:p>
        </p:txBody>
      </p:sp>
      <p:sp>
        <p:nvSpPr>
          <p:cNvPr id="3" name="Content Placeholder 2">
            <a:extLst>
              <a:ext uri="{FF2B5EF4-FFF2-40B4-BE49-F238E27FC236}">
                <a16:creationId xmlns:a16="http://schemas.microsoft.com/office/drawing/2014/main" id="{1787DE9C-0480-C04A-51B0-6B313F6B86FD}"/>
              </a:ext>
            </a:extLst>
          </p:cNvPr>
          <p:cNvSpPr>
            <a:spLocks noGrp="1"/>
          </p:cNvSpPr>
          <p:nvPr>
            <p:ph idx="1"/>
          </p:nvPr>
        </p:nvSpPr>
        <p:spPr/>
        <p:txBody>
          <a:bodyPr/>
          <a:lstStyle/>
          <a:p>
            <a:r>
              <a:rPr lang="en-GB" dirty="0"/>
              <a:t>A trustworthy journal exhibits transparency, rigorous review process and high-quality editorial standards</a:t>
            </a:r>
          </a:p>
          <a:p>
            <a:r>
              <a:rPr lang="en-GB" dirty="0"/>
              <a:t>Do they publish research similar to what you are reading?</a:t>
            </a:r>
          </a:p>
          <a:p>
            <a:r>
              <a:rPr lang="en-GB" dirty="0"/>
              <a:t>E.g. sports medicine, respiratory, musculoskeletal, physiotherapy, medicine? </a:t>
            </a:r>
          </a:p>
        </p:txBody>
      </p:sp>
    </p:spTree>
    <p:extLst>
      <p:ext uri="{BB962C8B-B14F-4D97-AF65-F5344CB8AC3E}">
        <p14:creationId xmlns:p14="http://schemas.microsoft.com/office/powerpoint/2010/main" val="4179820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17F1D-A00C-4E73-9FED-8E319E5E8467}"/>
              </a:ext>
            </a:extLst>
          </p:cNvPr>
          <p:cNvSpPr>
            <a:spLocks noGrp="1"/>
          </p:cNvSpPr>
          <p:nvPr>
            <p:ph type="title"/>
          </p:nvPr>
        </p:nvSpPr>
        <p:spPr/>
        <p:txBody>
          <a:bodyPr/>
          <a:lstStyle/>
          <a:p>
            <a:r>
              <a:rPr lang="en-GB" dirty="0"/>
              <a:t>Where do you find impact factor?</a:t>
            </a:r>
          </a:p>
        </p:txBody>
      </p:sp>
      <p:sp>
        <p:nvSpPr>
          <p:cNvPr id="3" name="Content Placeholder 2">
            <a:extLst>
              <a:ext uri="{FF2B5EF4-FFF2-40B4-BE49-F238E27FC236}">
                <a16:creationId xmlns:a16="http://schemas.microsoft.com/office/drawing/2014/main" id="{AD42C9AD-A5EC-A1A3-91A3-D987FA2BD509}"/>
              </a:ext>
            </a:extLst>
          </p:cNvPr>
          <p:cNvSpPr>
            <a:spLocks noGrp="1"/>
          </p:cNvSpPr>
          <p:nvPr>
            <p:ph idx="1"/>
          </p:nvPr>
        </p:nvSpPr>
        <p:spPr/>
        <p:txBody>
          <a:bodyPr/>
          <a:lstStyle/>
          <a:p>
            <a:r>
              <a:rPr lang="en-GB" dirty="0"/>
              <a:t>Go to the journals homepage</a:t>
            </a:r>
          </a:p>
          <a:p>
            <a:r>
              <a:rPr lang="en-GB" dirty="0"/>
              <a:t>Find it via: </a:t>
            </a:r>
            <a:r>
              <a:rPr lang="en-GB" dirty="0">
                <a:hlinkClick r:id="rId2"/>
              </a:rPr>
              <a:t>https://www.sciencedirect.com/</a:t>
            </a:r>
            <a:endParaRPr lang="en-GB" dirty="0"/>
          </a:p>
          <a:p>
            <a:r>
              <a:rPr lang="en-GB" dirty="0"/>
              <a:t>For example: </a:t>
            </a:r>
          </a:p>
          <a:p>
            <a:pPr>
              <a:buFontTx/>
              <a:buChar char="-"/>
            </a:pPr>
            <a:r>
              <a:rPr lang="en-GB" dirty="0"/>
              <a:t>British Journal Sports Medicine (BJSM) = 16.3</a:t>
            </a:r>
          </a:p>
          <a:p>
            <a:pPr>
              <a:buFontTx/>
              <a:buChar char="-"/>
            </a:pPr>
            <a:r>
              <a:rPr lang="en-GB" dirty="0"/>
              <a:t>Lancet = 88.5</a:t>
            </a:r>
          </a:p>
        </p:txBody>
      </p:sp>
    </p:spTree>
    <p:extLst>
      <p:ext uri="{BB962C8B-B14F-4D97-AF65-F5344CB8AC3E}">
        <p14:creationId xmlns:p14="http://schemas.microsoft.com/office/powerpoint/2010/main" val="6354412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6423C-FD80-7A2B-A6A9-7CDA891A9041}"/>
              </a:ext>
            </a:extLst>
          </p:cNvPr>
          <p:cNvSpPr>
            <a:spLocks noGrp="1"/>
          </p:cNvSpPr>
          <p:nvPr>
            <p:ph type="title"/>
          </p:nvPr>
        </p:nvSpPr>
        <p:spPr/>
        <p:txBody>
          <a:bodyPr/>
          <a:lstStyle/>
          <a:p>
            <a:r>
              <a:rPr lang="en-GB" dirty="0"/>
              <a:t>Limitations</a:t>
            </a:r>
          </a:p>
        </p:txBody>
      </p:sp>
      <p:sp>
        <p:nvSpPr>
          <p:cNvPr id="3" name="Content Placeholder 2">
            <a:extLst>
              <a:ext uri="{FF2B5EF4-FFF2-40B4-BE49-F238E27FC236}">
                <a16:creationId xmlns:a16="http://schemas.microsoft.com/office/drawing/2014/main" id="{F2169DCD-4605-2E8E-4C9B-F362F1A9EAC9}"/>
              </a:ext>
            </a:extLst>
          </p:cNvPr>
          <p:cNvSpPr>
            <a:spLocks noGrp="1"/>
          </p:cNvSpPr>
          <p:nvPr>
            <p:ph idx="1"/>
          </p:nvPr>
        </p:nvSpPr>
        <p:spPr/>
        <p:txBody>
          <a:bodyPr>
            <a:normAutofit fontScale="85000" lnSpcReduction="20000"/>
          </a:bodyPr>
          <a:lstStyle/>
          <a:p>
            <a:r>
              <a:rPr lang="en-GB" dirty="0"/>
              <a:t>All studies have limitations</a:t>
            </a:r>
          </a:p>
          <a:p>
            <a:r>
              <a:rPr lang="en-GB" dirty="0"/>
              <a:t>Limitations represent weaknesses within the study that may influence outcomes and conclusion of research</a:t>
            </a:r>
          </a:p>
          <a:p>
            <a:r>
              <a:rPr lang="en-GB" dirty="0"/>
              <a:t>The goal of presenting limitations is to provide meaningful information to the reader</a:t>
            </a:r>
          </a:p>
          <a:p>
            <a:r>
              <a:rPr lang="en-GB" dirty="0"/>
              <a:t>It is your decision to critically appraise the limitations or other limitations of the study</a:t>
            </a:r>
          </a:p>
          <a:p>
            <a:r>
              <a:rPr lang="en-GB" dirty="0"/>
              <a:t>Do the authors sufficiently report the limitations of their study</a:t>
            </a:r>
          </a:p>
        </p:txBody>
      </p:sp>
    </p:spTree>
    <p:extLst>
      <p:ext uri="{BB962C8B-B14F-4D97-AF65-F5344CB8AC3E}">
        <p14:creationId xmlns:p14="http://schemas.microsoft.com/office/powerpoint/2010/main" val="35577299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20E92-44F7-0D1C-942D-5A5B511093BF}"/>
              </a:ext>
            </a:extLst>
          </p:cNvPr>
          <p:cNvSpPr>
            <a:spLocks noGrp="1"/>
          </p:cNvSpPr>
          <p:nvPr>
            <p:ph type="title"/>
          </p:nvPr>
        </p:nvSpPr>
        <p:spPr/>
        <p:txBody>
          <a:bodyPr/>
          <a:lstStyle/>
          <a:p>
            <a:r>
              <a:rPr lang="en-GB" dirty="0"/>
              <a:t>Strengths </a:t>
            </a:r>
          </a:p>
        </p:txBody>
      </p:sp>
      <p:sp>
        <p:nvSpPr>
          <p:cNvPr id="3" name="Content Placeholder 2">
            <a:extLst>
              <a:ext uri="{FF2B5EF4-FFF2-40B4-BE49-F238E27FC236}">
                <a16:creationId xmlns:a16="http://schemas.microsoft.com/office/drawing/2014/main" id="{9C93B5FD-404B-A327-CEA9-CFFFD77BE98B}"/>
              </a:ext>
            </a:extLst>
          </p:cNvPr>
          <p:cNvSpPr>
            <a:spLocks noGrp="1"/>
          </p:cNvSpPr>
          <p:nvPr>
            <p:ph idx="1"/>
          </p:nvPr>
        </p:nvSpPr>
        <p:spPr/>
        <p:txBody>
          <a:bodyPr/>
          <a:lstStyle/>
          <a:p>
            <a:r>
              <a:rPr lang="en-GB" dirty="0"/>
              <a:t>What was the strength of the study?</a:t>
            </a:r>
          </a:p>
          <a:p>
            <a:r>
              <a:rPr lang="en-GB" dirty="0"/>
              <a:t>Adequacy blinded?</a:t>
            </a:r>
          </a:p>
          <a:p>
            <a:r>
              <a:rPr lang="en-GB" dirty="0"/>
              <a:t>Did not lose many participants? Low drop </a:t>
            </a:r>
            <a:r>
              <a:rPr lang="en-GB"/>
              <a:t>out rate </a:t>
            </a:r>
            <a:endParaRPr lang="en-GB" dirty="0"/>
          </a:p>
          <a:p>
            <a:r>
              <a:rPr lang="en-GB" dirty="0"/>
              <a:t>Reported the findings well / concisely for the reader?</a:t>
            </a:r>
          </a:p>
          <a:p>
            <a:r>
              <a:rPr lang="en-GB" dirty="0"/>
              <a:t>Real world transferable? </a:t>
            </a:r>
          </a:p>
        </p:txBody>
      </p:sp>
    </p:spTree>
    <p:extLst>
      <p:ext uri="{BB962C8B-B14F-4D97-AF65-F5344CB8AC3E}">
        <p14:creationId xmlns:p14="http://schemas.microsoft.com/office/powerpoint/2010/main" val="71035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48CA1-EBC8-0357-7DDB-24A64BCC606F}"/>
              </a:ext>
            </a:extLst>
          </p:cNvPr>
          <p:cNvSpPr>
            <a:spLocks noGrp="1"/>
          </p:cNvSpPr>
          <p:nvPr>
            <p:ph type="title"/>
          </p:nvPr>
        </p:nvSpPr>
        <p:spPr/>
        <p:txBody>
          <a:bodyPr/>
          <a:lstStyle/>
          <a:p>
            <a:r>
              <a:rPr lang="en-GB" dirty="0"/>
              <a:t>Critical Appraisal </a:t>
            </a:r>
          </a:p>
        </p:txBody>
      </p:sp>
      <p:sp>
        <p:nvSpPr>
          <p:cNvPr id="3" name="Content Placeholder 2">
            <a:extLst>
              <a:ext uri="{FF2B5EF4-FFF2-40B4-BE49-F238E27FC236}">
                <a16:creationId xmlns:a16="http://schemas.microsoft.com/office/drawing/2014/main" id="{1A6D504C-8AC2-9A54-C142-3D98808819C8}"/>
              </a:ext>
            </a:extLst>
          </p:cNvPr>
          <p:cNvSpPr>
            <a:spLocks noGrp="1"/>
          </p:cNvSpPr>
          <p:nvPr>
            <p:ph idx="1"/>
          </p:nvPr>
        </p:nvSpPr>
        <p:spPr/>
        <p:txBody>
          <a:bodyPr vert="horz" lIns="91440" tIns="45720" rIns="91440" bIns="45720" rtlCol="0" anchor="t">
            <a:normAutofit/>
          </a:bodyPr>
          <a:lstStyle/>
          <a:p>
            <a:r>
              <a:rPr lang="en-GB" dirty="0"/>
              <a:t>The success of evidence-based practice will depend on how well we incorporate research findings into our clinical judgments and treatment decisions. We have a responsibility to evaluate research reports to determine whether the findings provide sufficient evidence to support the effectiveness of current practices or offer alternatives that will improve patient care</a:t>
            </a:r>
          </a:p>
        </p:txBody>
      </p:sp>
      <p:sp>
        <p:nvSpPr>
          <p:cNvPr id="4" name="Rectangle 1">
            <a:extLst>
              <a:ext uri="{FF2B5EF4-FFF2-40B4-BE49-F238E27FC236}">
                <a16:creationId xmlns:a16="http://schemas.microsoft.com/office/drawing/2014/main" id="{168EB8CD-D11E-3A95-200C-C6751E0E9B46}"/>
              </a:ext>
            </a:extLst>
          </p:cNvPr>
          <p:cNvSpPr>
            <a:spLocks noChangeArrowheads="1"/>
          </p:cNvSpPr>
          <p:nvPr/>
        </p:nvSpPr>
        <p:spPr bwMode="auto">
          <a:xfrm>
            <a:off x="424873" y="66317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(Portney)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07898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A93E1-F4E3-04A4-6E57-0BF0A8DAE3B9}"/>
              </a:ext>
            </a:extLst>
          </p:cNvPr>
          <p:cNvSpPr>
            <a:spLocks noGrp="1"/>
          </p:cNvSpPr>
          <p:nvPr>
            <p:ph type="title"/>
          </p:nvPr>
        </p:nvSpPr>
        <p:spPr/>
        <p:txBody>
          <a:bodyPr/>
          <a:lstStyle/>
          <a:p>
            <a:r>
              <a:rPr lang="en-GB" dirty="0"/>
              <a:t>Critical Appraisal </a:t>
            </a:r>
          </a:p>
        </p:txBody>
      </p:sp>
      <p:sp>
        <p:nvSpPr>
          <p:cNvPr id="3" name="Content Placeholder 2">
            <a:extLst>
              <a:ext uri="{FF2B5EF4-FFF2-40B4-BE49-F238E27FC236}">
                <a16:creationId xmlns:a16="http://schemas.microsoft.com/office/drawing/2014/main" id="{062F25E6-45A0-161C-125A-A94E34530A88}"/>
              </a:ext>
            </a:extLst>
          </p:cNvPr>
          <p:cNvSpPr>
            <a:spLocks noGrp="1"/>
          </p:cNvSpPr>
          <p:nvPr>
            <p:ph idx="1"/>
          </p:nvPr>
        </p:nvSpPr>
        <p:spPr/>
        <p:txBody>
          <a:bodyPr/>
          <a:lstStyle/>
          <a:p>
            <a:r>
              <a:rPr lang="en-GB" dirty="0"/>
              <a:t>To be a critical consumer, those who seek evidence must be able to retrieve and read published studies and make judgments about the validity and relevance of the information.</a:t>
            </a:r>
          </a:p>
        </p:txBody>
      </p:sp>
      <p:sp>
        <p:nvSpPr>
          <p:cNvPr id="4" name="Rectangle 1">
            <a:extLst>
              <a:ext uri="{FF2B5EF4-FFF2-40B4-BE49-F238E27FC236}">
                <a16:creationId xmlns:a16="http://schemas.microsoft.com/office/drawing/2014/main" id="{56145646-ECBD-06D5-8634-6AA337C1834A}"/>
              </a:ext>
            </a:extLst>
          </p:cNvPr>
          <p:cNvSpPr>
            <a:spLocks noChangeArrowheads="1"/>
          </p:cNvSpPr>
          <p:nvPr/>
        </p:nvSpPr>
        <p:spPr bwMode="auto">
          <a:xfrm>
            <a:off x="424873" y="66317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(Portney)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952904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323A4-5135-E57D-95C0-DE5D68E50006}"/>
              </a:ext>
            </a:extLst>
          </p:cNvPr>
          <p:cNvSpPr>
            <a:spLocks noGrp="1"/>
          </p:cNvSpPr>
          <p:nvPr>
            <p:ph type="title"/>
          </p:nvPr>
        </p:nvSpPr>
        <p:spPr/>
        <p:txBody>
          <a:bodyPr/>
          <a:lstStyle/>
          <a:p>
            <a:r>
              <a:rPr lang="en-GB" dirty="0"/>
              <a:t>Are the results meaningful?	</a:t>
            </a:r>
          </a:p>
        </p:txBody>
      </p:sp>
      <p:sp>
        <p:nvSpPr>
          <p:cNvPr id="3" name="Content Placeholder 2">
            <a:extLst>
              <a:ext uri="{FF2B5EF4-FFF2-40B4-BE49-F238E27FC236}">
                <a16:creationId xmlns:a16="http://schemas.microsoft.com/office/drawing/2014/main" id="{8852DC0D-8357-BAED-C8F7-33C0683C624B}"/>
              </a:ext>
            </a:extLst>
          </p:cNvPr>
          <p:cNvSpPr>
            <a:spLocks noGrp="1"/>
          </p:cNvSpPr>
          <p:nvPr>
            <p:ph idx="1"/>
          </p:nvPr>
        </p:nvSpPr>
        <p:spPr/>
        <p:txBody>
          <a:bodyPr>
            <a:normAutofit fontScale="92500" lnSpcReduction="20000"/>
          </a:bodyPr>
          <a:lstStyle/>
          <a:p>
            <a:r>
              <a:rPr lang="en-GB" dirty="0"/>
              <a:t> Are the findings of sufficient strength to inform management of patients?</a:t>
            </a:r>
          </a:p>
          <a:p>
            <a:r>
              <a:rPr lang="en-GB" dirty="0"/>
              <a:t>Were the participants sufficiently similar to my patient to allow generalization of findings?</a:t>
            </a:r>
          </a:p>
          <a:p>
            <a:r>
              <a:rPr lang="en-GB" dirty="0"/>
              <a:t>If the study does provide potentially useful findings, will the patient find the treatment or test acceptable?</a:t>
            </a:r>
          </a:p>
          <a:p>
            <a:r>
              <a:rPr lang="en-GB" dirty="0"/>
              <a:t>Is the treatment or test feasible, given my clinical setting and available resources?</a:t>
            </a:r>
          </a:p>
        </p:txBody>
      </p:sp>
      <p:sp>
        <p:nvSpPr>
          <p:cNvPr id="4" name="Rectangle 1">
            <a:extLst>
              <a:ext uri="{FF2B5EF4-FFF2-40B4-BE49-F238E27FC236}">
                <a16:creationId xmlns:a16="http://schemas.microsoft.com/office/drawing/2014/main" id="{13F477CB-0DEB-8C16-2F41-DAAFD0A21702}"/>
              </a:ext>
            </a:extLst>
          </p:cNvPr>
          <p:cNvSpPr>
            <a:spLocks noChangeArrowheads="1"/>
          </p:cNvSpPr>
          <p:nvPr/>
        </p:nvSpPr>
        <p:spPr bwMode="auto">
          <a:xfrm>
            <a:off x="424873" y="66317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(Portney)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419846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6EF5A53-0A64-4CA5-B9C7-1CB97CB5C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2" name="Freeform: Shape 11">
            <a:extLst>
              <a:ext uri="{FF2B5EF4-FFF2-40B4-BE49-F238E27FC236}">
                <a16:creationId xmlns:a16="http://schemas.microsoft.com/office/drawing/2014/main" id="{34ABFBEA-4EB0-4D02-A2C0-1733CD3D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4" name="Freeform: Shape 13">
            <a:extLst>
              <a:ext uri="{FF2B5EF4-FFF2-40B4-BE49-F238E27FC236}">
                <a16:creationId xmlns:a16="http://schemas.microsoft.com/office/drawing/2014/main" id="{19E083F6-57F4-487B-A766-EA0462B1E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useBgFill="1">
        <p:nvSpPr>
          <p:cNvPr id="16" name="Rectangle 15">
            <a:extLst>
              <a:ext uri="{FF2B5EF4-FFF2-40B4-BE49-F238E27FC236}">
                <a16:creationId xmlns:a16="http://schemas.microsoft.com/office/drawing/2014/main" id="{7A18C9FB-EC4C-4DAE-8F7D-C6E5AF607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8" name="Freeform: Shape 17">
            <a:extLst>
              <a:ext uri="{FF2B5EF4-FFF2-40B4-BE49-F238E27FC236}">
                <a16:creationId xmlns:a16="http://schemas.microsoft.com/office/drawing/2014/main" id="{BFC5A2D8-56E8-47FB-975D-D777AFEA4F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64728" y="3"/>
            <a:ext cx="6927272" cy="5330949"/>
          </a:xfrm>
          <a:custGeom>
            <a:avLst/>
            <a:gdLst>
              <a:gd name="connsiteX0" fmla="*/ 0 w 6927272"/>
              <a:gd name="connsiteY0" fmla="*/ 0 h 5330949"/>
              <a:gd name="connsiteX1" fmla="*/ 6927272 w 6927272"/>
              <a:gd name="connsiteY1" fmla="*/ 0 h 5330949"/>
              <a:gd name="connsiteX2" fmla="*/ 6927272 w 6927272"/>
              <a:gd name="connsiteY2" fmla="*/ 3912793 h 5330949"/>
              <a:gd name="connsiteX3" fmla="*/ 6884989 w 6927272"/>
              <a:gd name="connsiteY3" fmla="*/ 4002742 h 5330949"/>
              <a:gd name="connsiteX4" fmla="*/ 6592028 w 6927272"/>
              <a:gd name="connsiteY4" fmla="*/ 4494163 h 5330949"/>
              <a:gd name="connsiteX5" fmla="*/ 3742808 w 6927272"/>
              <a:gd name="connsiteY5" fmla="*/ 5122218 h 5330949"/>
              <a:gd name="connsiteX6" fmla="*/ 326623 w 6927272"/>
              <a:gd name="connsiteY6" fmla="*/ 2148182 h 5330949"/>
              <a:gd name="connsiteX7" fmla="*/ 13721 w 6927272"/>
              <a:gd name="connsiteY7" fmla="*/ 201231 h 5330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7272" h="5330949">
                <a:moveTo>
                  <a:pt x="0" y="0"/>
                </a:moveTo>
                <a:lnTo>
                  <a:pt x="6927272" y="0"/>
                </a:lnTo>
                <a:lnTo>
                  <a:pt x="6927272" y="3912793"/>
                </a:lnTo>
                <a:lnTo>
                  <a:pt x="6884989" y="4002742"/>
                </a:lnTo>
                <a:cubicBezTo>
                  <a:pt x="6799406" y="4174873"/>
                  <a:pt x="6702812" y="4339578"/>
                  <a:pt x="6592028" y="4494163"/>
                </a:cubicBezTo>
                <a:cubicBezTo>
                  <a:pt x="5802121" y="5596640"/>
                  <a:pt x="4821632" y="5380883"/>
                  <a:pt x="3742808" y="5122218"/>
                </a:cubicBezTo>
                <a:cubicBezTo>
                  <a:pt x="2131653" y="4735722"/>
                  <a:pt x="759367" y="4191689"/>
                  <a:pt x="326623" y="2148182"/>
                </a:cubicBezTo>
                <a:cubicBezTo>
                  <a:pt x="186907" y="1488770"/>
                  <a:pt x="67840" y="834043"/>
                  <a:pt x="13721" y="201231"/>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9896C11-F8DF-437A-B349-8AFD602DC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791199" y="-1219198"/>
            <a:ext cx="5181601" cy="7620000"/>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1">
            <a:extLst>
              <a:ext uri="{FF2B5EF4-FFF2-40B4-BE49-F238E27FC236}">
                <a16:creationId xmlns:a16="http://schemas.microsoft.com/office/drawing/2014/main" id="{BE34CC1E-E22E-D509-C1B7-51EBA0DD5D39}"/>
              </a:ext>
            </a:extLst>
          </p:cNvPr>
          <p:cNvSpPr>
            <a:spLocks noGrp="1"/>
          </p:cNvSpPr>
          <p:nvPr>
            <p:ph type="title"/>
          </p:nvPr>
        </p:nvSpPr>
        <p:spPr>
          <a:xfrm>
            <a:off x="762000" y="1524000"/>
            <a:ext cx="4572000" cy="2286000"/>
          </a:xfrm>
        </p:spPr>
        <p:txBody>
          <a:bodyPr vert="horz" lIns="91440" tIns="45720" rIns="91440" bIns="45720" rtlCol="0" anchor="b">
            <a:normAutofit/>
          </a:bodyPr>
          <a:lstStyle/>
          <a:p>
            <a:r>
              <a:rPr lang="en-US" kern="1200" dirty="0">
                <a:solidFill>
                  <a:schemeClr val="tx1"/>
                </a:solidFill>
                <a:latin typeface="+mj-lt"/>
                <a:ea typeface="+mj-ea"/>
                <a:cs typeface="+mj-cs"/>
              </a:rPr>
              <a:t>Clinical Reasoning Process</a:t>
            </a:r>
          </a:p>
        </p:txBody>
      </p:sp>
      <p:pic>
        <p:nvPicPr>
          <p:cNvPr id="5" name="Content Placeholder 4" descr="Diagram of a diagram of a patient&#10;&#10;AI-generated content may be incorrect.">
            <a:extLst>
              <a:ext uri="{FF2B5EF4-FFF2-40B4-BE49-F238E27FC236}">
                <a16:creationId xmlns:a16="http://schemas.microsoft.com/office/drawing/2014/main" id="{03EF69FD-F98A-98B7-787B-C4CBE0062139}"/>
              </a:ext>
            </a:extLst>
          </p:cNvPr>
          <p:cNvPicPr>
            <a:picLocks noGrp="1" noChangeAspect="1"/>
          </p:cNvPicPr>
          <p:nvPr>
            <p:ph idx="1"/>
          </p:nvPr>
        </p:nvPicPr>
        <p:blipFill>
          <a:blip r:embed="rId2"/>
          <a:stretch>
            <a:fillRect/>
          </a:stretch>
        </p:blipFill>
        <p:spPr>
          <a:xfrm>
            <a:off x="6096000" y="958929"/>
            <a:ext cx="5334000" cy="4920615"/>
          </a:xfrm>
          <a:prstGeom prst="rect">
            <a:avLst/>
          </a:prstGeom>
        </p:spPr>
      </p:pic>
    </p:spTree>
    <p:extLst>
      <p:ext uri="{BB962C8B-B14F-4D97-AF65-F5344CB8AC3E}">
        <p14:creationId xmlns:p14="http://schemas.microsoft.com/office/powerpoint/2010/main" val="15738841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2B8BF-DEFB-A147-DBEC-06FCCE3DFB35}"/>
              </a:ext>
            </a:extLst>
          </p:cNvPr>
          <p:cNvSpPr>
            <a:spLocks noGrp="1"/>
          </p:cNvSpPr>
          <p:nvPr>
            <p:ph type="title"/>
          </p:nvPr>
        </p:nvSpPr>
        <p:spPr/>
        <p:txBody>
          <a:bodyPr/>
          <a:lstStyle/>
          <a:p>
            <a:r>
              <a:rPr lang="en-GB" dirty="0"/>
              <a:t>Are the results meaningful?	</a:t>
            </a:r>
          </a:p>
        </p:txBody>
      </p:sp>
      <p:sp>
        <p:nvSpPr>
          <p:cNvPr id="3" name="Content Placeholder 2">
            <a:extLst>
              <a:ext uri="{FF2B5EF4-FFF2-40B4-BE49-F238E27FC236}">
                <a16:creationId xmlns:a16="http://schemas.microsoft.com/office/drawing/2014/main" id="{91C39EAD-F96F-6F11-DEE8-16C5391B7B8A}"/>
              </a:ext>
            </a:extLst>
          </p:cNvPr>
          <p:cNvSpPr>
            <a:spLocks noGrp="1"/>
          </p:cNvSpPr>
          <p:nvPr>
            <p:ph idx="1"/>
          </p:nvPr>
        </p:nvSpPr>
        <p:spPr/>
        <p:txBody>
          <a:bodyPr/>
          <a:lstStyle/>
          <a:p>
            <a:r>
              <a:rPr lang="en-GB" dirty="0"/>
              <a:t>Authors should be able to discuss how their findings are supported by previous research. Researchers should be able to discuss the clinical context and application of the findings</a:t>
            </a:r>
          </a:p>
          <a:p>
            <a:r>
              <a:rPr lang="en-GB" dirty="0"/>
              <a:t>Results should be considered within the context of the patients to whom they will apply to determine if they will impact patient management decisions.</a:t>
            </a:r>
          </a:p>
        </p:txBody>
      </p:sp>
      <p:sp>
        <p:nvSpPr>
          <p:cNvPr id="6" name="Rectangle 1">
            <a:extLst>
              <a:ext uri="{FF2B5EF4-FFF2-40B4-BE49-F238E27FC236}">
                <a16:creationId xmlns:a16="http://schemas.microsoft.com/office/drawing/2014/main" id="{47B7AA01-BA5A-3FE8-D7E0-3011A5D785FC}"/>
              </a:ext>
            </a:extLst>
          </p:cNvPr>
          <p:cNvSpPr>
            <a:spLocks noChangeArrowheads="1"/>
          </p:cNvSpPr>
          <p:nvPr/>
        </p:nvSpPr>
        <p:spPr bwMode="auto">
          <a:xfrm>
            <a:off x="424873" y="66317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(Portney)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00019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6EF5A53-0A64-4CA5-B9C7-1CB97CB5C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2" name="Freeform: Shape 11">
            <a:extLst>
              <a:ext uri="{FF2B5EF4-FFF2-40B4-BE49-F238E27FC236}">
                <a16:creationId xmlns:a16="http://schemas.microsoft.com/office/drawing/2014/main" id="{34ABFBEA-4EB0-4D02-A2C0-1733CD3D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4" name="Freeform: Shape 13">
            <a:extLst>
              <a:ext uri="{FF2B5EF4-FFF2-40B4-BE49-F238E27FC236}">
                <a16:creationId xmlns:a16="http://schemas.microsoft.com/office/drawing/2014/main" id="{19E083F6-57F4-487B-A766-EA0462B1E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6" name="Rectangle 15">
            <a:extLst>
              <a:ext uri="{FF2B5EF4-FFF2-40B4-BE49-F238E27FC236}">
                <a16:creationId xmlns:a16="http://schemas.microsoft.com/office/drawing/2014/main" id="{7A18C9FB-EC4C-4DAE-8F7D-C6E5AF607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B15E4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8" name="Freeform: Shape 17">
            <a:extLst>
              <a:ext uri="{FF2B5EF4-FFF2-40B4-BE49-F238E27FC236}">
                <a16:creationId xmlns:a16="http://schemas.microsoft.com/office/drawing/2014/main" id="{4A8FDA66-67B4-4DBE-8354-C26F91ADB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1999" cy="6857999"/>
          </a:xfrm>
          <a:custGeom>
            <a:avLst/>
            <a:gdLst>
              <a:gd name="connsiteX0" fmla="*/ 0 w 12191999"/>
              <a:gd name="connsiteY0" fmla="*/ 0 h 6857999"/>
              <a:gd name="connsiteX1" fmla="*/ 12191999 w 12191999"/>
              <a:gd name="connsiteY1" fmla="*/ 0 h 6857999"/>
              <a:gd name="connsiteX2" fmla="*/ 12191999 w 12191999"/>
              <a:gd name="connsiteY2" fmla="*/ 6857999 h 6857999"/>
              <a:gd name="connsiteX3" fmla="*/ 0 w 12191999"/>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12191999" h="6857999">
                <a:moveTo>
                  <a:pt x="0" y="0"/>
                </a:moveTo>
                <a:lnTo>
                  <a:pt x="12191999" y="0"/>
                </a:lnTo>
                <a:lnTo>
                  <a:pt x="12191999" y="6857999"/>
                </a:lnTo>
                <a:lnTo>
                  <a:pt x="0" y="6857999"/>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3B2B1500-BB55-471C-8A9E-67288297EC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9224"/>
            <a:ext cx="6305549" cy="6328777"/>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3045E22C-A99D-41BB-AF14-EF1B1E745A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6525"/>
            <a:ext cx="6130391" cy="672147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Light"/>
            </a:endParaRPr>
          </a:p>
        </p:txBody>
      </p:sp>
      <p:sp>
        <p:nvSpPr>
          <p:cNvPr id="2" name="Title 1">
            <a:extLst>
              <a:ext uri="{FF2B5EF4-FFF2-40B4-BE49-F238E27FC236}">
                <a16:creationId xmlns:a16="http://schemas.microsoft.com/office/drawing/2014/main" id="{8B2EAF88-F8A0-4A36-B01E-5C2D25F74DF5}"/>
              </a:ext>
            </a:extLst>
          </p:cNvPr>
          <p:cNvSpPr>
            <a:spLocks noGrp="1"/>
          </p:cNvSpPr>
          <p:nvPr>
            <p:ph type="title"/>
          </p:nvPr>
        </p:nvSpPr>
        <p:spPr>
          <a:xfrm>
            <a:off x="762000" y="2299787"/>
            <a:ext cx="4572000" cy="2286000"/>
          </a:xfrm>
        </p:spPr>
        <p:txBody>
          <a:bodyPr vert="horz" lIns="91440" tIns="45720" rIns="91440" bIns="45720" rtlCol="0" anchor="b">
            <a:normAutofit/>
          </a:bodyPr>
          <a:lstStyle/>
          <a:p>
            <a:r>
              <a:rPr lang="en-US" kern="1200" dirty="0">
                <a:solidFill>
                  <a:schemeClr val="tx1"/>
                </a:solidFill>
                <a:latin typeface="+mj-lt"/>
                <a:ea typeface="+mj-ea"/>
                <a:cs typeface="+mj-cs"/>
              </a:rPr>
              <a:t>Questions? </a:t>
            </a:r>
          </a:p>
        </p:txBody>
      </p:sp>
      <p:pic>
        <p:nvPicPr>
          <p:cNvPr id="7" name="Graphic 6" descr="Question mark">
            <a:extLst>
              <a:ext uri="{FF2B5EF4-FFF2-40B4-BE49-F238E27FC236}">
                <a16:creationId xmlns:a16="http://schemas.microsoft.com/office/drawing/2014/main" id="{F78DE0C1-617D-86C3-B66C-7A5822586A7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58000" y="1530350"/>
            <a:ext cx="4565650" cy="4565650"/>
          </a:xfrm>
          <a:prstGeom prst="rect">
            <a:avLst/>
          </a:prstGeom>
        </p:spPr>
      </p:pic>
    </p:spTree>
    <p:extLst>
      <p:ext uri="{BB962C8B-B14F-4D97-AF65-F5344CB8AC3E}">
        <p14:creationId xmlns:p14="http://schemas.microsoft.com/office/powerpoint/2010/main" val="14297492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0218E-218A-9E96-E86C-CE8BA1612DC8}"/>
              </a:ext>
            </a:extLst>
          </p:cNvPr>
          <p:cNvSpPr>
            <a:spLocks noGrp="1"/>
          </p:cNvSpPr>
          <p:nvPr>
            <p:ph type="title"/>
          </p:nvPr>
        </p:nvSpPr>
        <p:spPr/>
        <p:txBody>
          <a:bodyPr/>
          <a:lstStyle/>
          <a:p>
            <a:r>
              <a:rPr lang="en-GB" dirty="0"/>
              <a:t>References</a:t>
            </a:r>
          </a:p>
        </p:txBody>
      </p:sp>
      <p:sp>
        <p:nvSpPr>
          <p:cNvPr id="4" name="Rectangle 1">
            <a:extLst>
              <a:ext uri="{FF2B5EF4-FFF2-40B4-BE49-F238E27FC236}">
                <a16:creationId xmlns:a16="http://schemas.microsoft.com/office/drawing/2014/main" id="{176BB721-14D7-E9AD-257C-E4530ADC4E37}"/>
              </a:ext>
            </a:extLst>
          </p:cNvPr>
          <p:cNvSpPr>
            <a:spLocks noGrp="1" noChangeArrowheads="1"/>
          </p:cNvSpPr>
          <p:nvPr>
            <p:ph idx="1"/>
          </p:nvPr>
        </p:nvSpPr>
        <p:spPr bwMode="auto">
          <a:xfrm>
            <a:off x="1196108" y="2228671"/>
            <a:ext cx="1051560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Macefield</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Rhiannon C., et al. “Selecting and Measuring Optimal Outcomes for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Randomised</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Controlled Trials in Surgery.” </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Langenbeck’s Archives of Surgery</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 399, no. 3, 2014, pp. 263–272, www.ncbi.nlm.nih.gov/pmc/articles/PMC3961630/#__ffn_sectitle, </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https://doi.org/10.1007/s00423-013-1136-8</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Portney, Leslie G. </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Foundations of Clinical Research: Applications to Practice.</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4th ed., Philadelphia, F.A. Davis Company, 2020.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Quel De Oliveira, Camila, et al. “Use of Patient-Reported Outcome Measures in Physiotherapy Clinical Trials in Six Major Physiotherapy Journals 2 Decades Apart (2000–2018): A Meta-Research Design.” </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Physical Therapy Reviews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 30, no. 4, 3 July 2025, pp. 318–326, https://doi.org/10.1080/10833196.2025.2524661. Accessed 21 Nov. 2025.</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15826548"/>
      </p:ext>
    </p:extLst>
  </p:cSld>
  <p:clrMapOvr>
    <a:masterClrMapping/>
  </p:clrMapOvr>
</p:sld>
</file>

<file path=ppt/theme/theme1.xml><?xml version="1.0" encoding="utf-8"?>
<a:theme xmlns:a="http://schemas.openxmlformats.org/drawingml/2006/main" name="PebbleVTI">
  <a:themeElements>
    <a:clrScheme name="Blush 3">
      <a:dk1>
        <a:sysClr val="windowText" lastClr="000000"/>
      </a:dk1>
      <a:lt1>
        <a:sysClr val="window" lastClr="FFFFFF"/>
      </a:lt1>
      <a:dk2>
        <a:srgbClr val="B15E4E"/>
      </a:dk2>
      <a:lt2>
        <a:srgbClr val="FFFFFF"/>
      </a:lt2>
      <a:accent1>
        <a:srgbClr val="C5B096"/>
      </a:accent1>
      <a:accent2>
        <a:srgbClr val="ECA855"/>
      </a:accent2>
      <a:accent3>
        <a:srgbClr val="9BBFB0"/>
      </a:accent3>
      <a:accent4>
        <a:srgbClr val="A9AEA7"/>
      </a:accent4>
      <a:accent5>
        <a:srgbClr val="6A787C"/>
      </a:accent5>
      <a:accent6>
        <a:srgbClr val="3B4345"/>
      </a:accent6>
      <a:hlink>
        <a:srgbClr val="ECA855"/>
      </a:hlink>
      <a:folHlink>
        <a:srgbClr val="6A392F"/>
      </a:folHlink>
    </a:clrScheme>
    <a:fontScheme name="Custom 4">
      <a:majorFont>
        <a:latin typeface="Sitka Subheading"/>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ebbleVTI" id="{8B4DB91D-6BB4-4BA3-973A-733D3AF2680E}" vid="{9A19CF0D-2077-4BF4-BAA5-86934C336D5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2267</Words>
  <Application>Microsoft Office PowerPoint</Application>
  <PresentationFormat>Widescreen</PresentationFormat>
  <Paragraphs>211</Paragraphs>
  <Slides>48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Aptos</vt:lpstr>
      <vt:lpstr>Arial</vt:lpstr>
      <vt:lpstr>Avenir Next LT Pro</vt:lpstr>
      <vt:lpstr>Avenir Next LT Pro Light</vt:lpstr>
      <vt:lpstr>Sitka Subheading</vt:lpstr>
      <vt:lpstr>Times New Roman</vt:lpstr>
      <vt:lpstr>Wingdings</vt:lpstr>
      <vt:lpstr>PebbleVTI</vt:lpstr>
      <vt:lpstr>Quantitative Data Collection  PT5053</vt:lpstr>
      <vt:lpstr>Learning Objectives </vt:lpstr>
      <vt:lpstr>Outcome Measures </vt:lpstr>
      <vt:lpstr>Patient Reported Outcome Measures (PROM)</vt:lpstr>
      <vt:lpstr>Patient Reported Outcome Measures (PROM)</vt:lpstr>
      <vt:lpstr>Primary Outcome Measures</vt:lpstr>
      <vt:lpstr>Secondary Outcome Measures </vt:lpstr>
      <vt:lpstr>Bias in outcome measures</vt:lpstr>
      <vt:lpstr>Bias in outcome measures</vt:lpstr>
      <vt:lpstr>Reducing Bias in Outcome Measures</vt:lpstr>
      <vt:lpstr>Thoughts when critically appraising?</vt:lpstr>
      <vt:lpstr>Psychometric Foundations</vt:lpstr>
      <vt:lpstr>Validity</vt:lpstr>
      <vt:lpstr>Types of Validity </vt:lpstr>
      <vt:lpstr>PowerPoint Presentation</vt:lpstr>
      <vt:lpstr>Reliability</vt:lpstr>
      <vt:lpstr>PowerPoint Presentation</vt:lpstr>
      <vt:lpstr>PowerPoint Presentation</vt:lpstr>
      <vt:lpstr>Responsiveness</vt:lpstr>
      <vt:lpstr>Minimal Detectable Difference / Change MDD / MDC</vt:lpstr>
      <vt:lpstr>Ethical Considerations in Research</vt:lpstr>
      <vt:lpstr>Ethical Considerations in Research</vt:lpstr>
      <vt:lpstr>Ethical Considerations in Research</vt:lpstr>
      <vt:lpstr>Research Misconduct </vt:lpstr>
      <vt:lpstr>Common outcome measures used:</vt:lpstr>
      <vt:lpstr>Visual Analogue Scale </vt:lpstr>
      <vt:lpstr>The Roland-Morris Disability Questionnaire</vt:lpstr>
      <vt:lpstr>SF-36</vt:lpstr>
      <vt:lpstr>Outcome measures psychometric properties </vt:lpstr>
      <vt:lpstr>Website for patient reported outcome measures (PROMS)</vt:lpstr>
      <vt:lpstr>Outcome Measures</vt:lpstr>
      <vt:lpstr>Power Calculation</vt:lpstr>
      <vt:lpstr>Power calculation</vt:lpstr>
      <vt:lpstr>P Value</vt:lpstr>
      <vt:lpstr>Confidence Intervals </vt:lpstr>
      <vt:lpstr>Journal Trustworthiness </vt:lpstr>
      <vt:lpstr>Journal – Impact Factor </vt:lpstr>
      <vt:lpstr>Journal - Credible</vt:lpstr>
      <vt:lpstr>Where do you find impact factor?</vt:lpstr>
      <vt:lpstr>Limitations</vt:lpstr>
      <vt:lpstr>Strengths </vt:lpstr>
      <vt:lpstr>Critical Appraisal </vt:lpstr>
      <vt:lpstr>Critical Appraisal </vt:lpstr>
      <vt:lpstr>Are the results meaningful? </vt:lpstr>
      <vt:lpstr>Clinical Reasoning Process</vt:lpstr>
      <vt:lpstr>Are the results meaningful? </vt:lpstr>
      <vt:lpstr>Questions?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Lucy Metcalfe</dc:creator>
  <cp:lastModifiedBy>Lucy Metcalfe</cp:lastModifiedBy>
  <cp:revision>47</cp:revision>
  <dcterms:created xsi:type="dcterms:W3CDTF">2026-02-10T08:45:31Z</dcterms:created>
  <dcterms:modified xsi:type="dcterms:W3CDTF">2026-02-17T08:56:30Z</dcterms:modified>
</cp:coreProperties>
</file>