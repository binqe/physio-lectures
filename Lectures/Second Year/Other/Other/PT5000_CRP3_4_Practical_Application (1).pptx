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2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London Metropolitan University brand colour palette (black #231f20) and logo rules: https://www.londonmet.ac.uk/brand/guidelines/colour/
- London Metropolitan University logo rules: https://www.londonmet.ac.uk/brand/guidelines/logos/
- Logo image (PNG derived from SVG): https://upload.wikimedia.org/wikipedia/de/thumb/8/88/London_Metropolitan_University_logo.svg/1280px-London_Metropolitan_University_logo.svg.png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 6MWT statement (monitoring and safety): https://www.thoracic.org/statements/resources/pfet/sixminute.pdf
- BTS bronchiectasis guideline (ACT principles): https://thorax.bmj.com/content/thoraxjnl/74/suppl_1/1.full.pdf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 6MWT guideline (safety and monitoring considerations): https://www.thoracic.org/statements/resources/pfet/sixminute.pdf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 6MWT guideline: https://www.thoracic.org/statements/resources/pfet/sixminute.pdf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BTS bronchiectasis guideline (ACT section incl. ACBT): https://thorax.bmj.com/content/thoraxjnl/74/suppl_1/1.full.pdf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 6MWT statement PDF: https://www.thoracic.org/statements/resources/pfet/sixminute.pdf
- BTS bronchiectasis guideline PDF: https://thorax.bmj.com/content/thoraxjnl/74/suppl_1/1.full.pdf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 6MWT statement PDF: https://www.thoracic.org/statements/resources/pfet/sixminute.pdf
- BTS bronchiectasis guideline PDF: https://thorax.bmj.com/content/thoraxjnl/74/suppl_1/1.full.pdf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0"/>
            <a:ext cx="164592" cy="6858000"/>
          </a:xfrm>
          <a:prstGeom prst="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pic>
        <p:nvPicPr>
          <p:cNvPr id="5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5" y="502920"/>
            <a:ext cx="187133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051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 Metropolitan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3533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PT5000 · Cardiorespiratory Practice 3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1764792"/>
            <a:ext cx="7178040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2011680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Application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Assessment &amp; Treatment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709160" y="3867374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stations + peer practice</a:t>
            </a: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Kola </a:t>
            </a:r>
            <a:r>
              <a:rPr lang="en-US" sz="16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Akinlabi,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BSc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(Hons), MSc Adv.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cardiorespi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(UCL),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Pgcet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NMP, MPhil, PhD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Clinical Lead Respiratory,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Pulm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Rehab and Long COVID 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CLCH NHS Trust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92243" y="5454127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5212080"/>
            <a:ext cx="3063240" cy="1051560"/>
          </a:xfrm>
          <a:prstGeom prst="round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3218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BSc Year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Pack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051560"/>
            <a:ext cx="11091672" cy="5120640"/>
          </a:xfrm>
          <a:prstGeom prst="rect">
            <a:avLst/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this session, you should be able to: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 a structured bedside respiratory assessment (subjective + objective).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safe monitoring during mobilisation/exercise (SpO2/HR/RR + symptoms).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 and coach basic airway clearance techniques (ACBT + huff) and breathing strategies.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findings and plan using a concise SOAP format.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plan (2 hours)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5840" y="1463040"/>
            <a:ext cx="10332720" cy="868680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16642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0–10 min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514600" y="168249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briefing + group allocation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05840" y="2560320"/>
            <a:ext cx="10332720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27614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10–80 min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514600" y="277977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Rotating skills stations (4 × 15–18 min)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05840" y="3657600"/>
            <a:ext cx="10332720" cy="8686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858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80–105 min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514600" y="387705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Mini-scenario: integrate assessment → plan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05840" y="4754880"/>
            <a:ext cx="10332720" cy="86868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B8B8B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4956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105–120 min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514600" y="497433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 + checklist sign-off +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briefing (everyone, every station)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you start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infection control status (droplet/airborne/contact) and wear appropriate PPE.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monitoring plan: baseline obs + triggers for stopping/escalation.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lines/tubes (O2, IV, drains) and mobility aids; ensure safe environment.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communication: “stop” signal, and who will document.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 / escalate if…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SpO2 drops and does not recover with rest/positioning per local policy.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chest pain, syncope/presyncope, severe breathlessness, or new confusion.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Haemodynamic instability (hypotension, significant arrhythmia) or rapidly rising RR/HR.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clinician concern—use escalation pathways early.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Station 1: Subjective assessment role-play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A (therapist): ask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Presenting symptoms, onset, and current functional limitations.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respiratory history, exposures, aspiration risks, meds, comorbidities.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flags: haemoptysis, chest pain, confusion, syncope.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goals for the session and consent to assess/mobilise.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B (patient): prepare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prompt card (provided) and answer consistently.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symptom changes with movement and how far you can walk.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Mention any equipment: oxygen, inhalers, sputum pot, walking aid.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feedback on clarity and empathy of questioning.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Station 2: Objective exam (bedside)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measures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Vitals: RR, HR, BP, temperature; SpO2 (rest + activity).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Breathing pattern: accessory muscles, paradoxical breathing, speech test.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Chest movement: expansion (tape measure) and thoracic mobility.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Auscultation: location + description (fine/coarse crackles, wheeze, bronchial).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findings to likely mechanisms (e.g., crackles + dry cough → consider ILD).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what additional test you would request (e.g., ABG, CXR, PFT).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if ACTs are indicated (productive cough + ineffective clearance).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immediate priorities: oxygenation, mobilisation, education, escalation.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Station 3: Functional test set-up (6MWT or STS)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6MWT (if space) – essentials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a flat 30 m (or local standard) track; place cones and lap counter.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Standardised instructions; encouragement at set intervals only.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Record: distance, SpO2, HR, Borg dyspnoea, symptoms; note rest stops.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Safety: stop if severe symptoms; document reason for termination.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Alternative: sit-to-stand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1-minute or 30-second STS; record reps, SpO2/HR response, symptoms.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chair height and instructions; arms position standardised.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 quick inpatient screen and to set initial exercise dose.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to baseline over time rather than single “norm”.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Station 4: ACT coaching (ACBT + huff)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 sequence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Breathing control (relaxed diaphragmatic breathing).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Thoracic expansion exercises (3–4 deep breaths with inspiratory hold).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Forced expiration technique (huffs) – medium then low volume as needed.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cycles; finish with cough if secretions are mobilised.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Coaching tips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for comfort and ventilation; hydrate; time around bronchodilators where applicable.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 for changes: more audible secretions, easier expectoration, reduced crackles.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precautions: haemoptysis, significant bronchospasm, fatigue, dizziness.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a home “minimum dose” and how to progress during exacerbation.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Station 5: Mobilisation + exercise prescription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Acute infective (ward)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simple: sit out of bed, short walks, stair practice as tolerated.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Dose with symptoms and SpO2 response; use interval walking if needed.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Incorporate pacing, breathing control, and safe use of oxygen devices.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short-term SMART goals linked to discharge needs.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Restrictive (ILD) – rehab mindset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Aerobic + resistance training; interval approach if symptom-limited.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desaturation; teach pacing and recovery strategies.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functional outcomes (6MWT/ISWT) to guide progression.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education: energy conservation + symptom self-monitoring.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Documentation: SOAP example (template)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1417320"/>
            <a:ext cx="102412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S: “Breathless on minimal exertion; productive cough; pain 4/10 on deep breath.”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O: RR 26, HR 110, SpO2 91% on 2 L; coarse crackles R base; walked 20 m with desat to 88% (recovered in 1 min).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Likely infective consolidation with exertional desaturation; secretion retention present; mobility below baseline.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Mobilise 3×/day (interval walking), teach breathing pacing + ACBT, liaise re: analgesia/oxygen plan, review tomorrow.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(selected)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71600"/>
            <a:ext cx="104241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Committee on Proficiency Standards. ATS statement: guidelines for the six-minute walk test. 2002.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AT, et al. BTS guideline for bronchiectasis in adults. Thorax. 2019;74(Suppl 1):1–69.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 JB, Luks AM. West's Respiratory Physiology: The Essentials. 11th ed. Wolters Kluwer; 2021.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Broaddus VC, et al. Murray &amp; Nadel's Textbook of Respiratory Medicine. 7th ed. Elsevier; 2022.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Pryor JA, Prasad SA. Cardiorespiratory Physiotherapy: Adults and Paediatrics. 5th ed. Elsevier; 2016.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Hillegass E. Essentials of Cardiopulmonary Physical Therapy. 5th ed. Elsevier; 2022.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resources &amp; practice tasks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14:00–16:00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25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self-study (60–90 min)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1737360"/>
            <a:ext cx="104241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next session: completed skills checklist and a SOAP note from one mock scenario.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practice ACBT teaching with a family member or peer (5–10 minutes) and reflect on what was difficult.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ATS 6MWT safety checklist and your local escalation policy.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2228</Words>
  <Application>Microsoft Macintosh PowerPoint</Application>
  <PresentationFormat>Widescreen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CRP 3: Practical Application of Assessment &amp; Treatment</dc:title>
  <dc:subject>PT5000 CRP3 Practical</dc:subject>
  <dc:creator>London Metropolitan University (generated)</dc:creator>
  <cp:lastModifiedBy>Kola akinlabi</cp:lastModifiedBy>
  <cp:revision>2</cp:revision>
  <dcterms:created xsi:type="dcterms:W3CDTF">2026-01-26T00:51:18Z</dcterms:created>
  <dcterms:modified xsi:type="dcterms:W3CDTF">2026-01-27T15:23:24Z</dcterms:modified>
</cp:coreProperties>
</file>