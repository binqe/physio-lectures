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4"/>
  </p:notesMasterIdLst>
  <p:sldIdLst>
    <p:sldId id="256" r:id="rId5"/>
    <p:sldId id="257" r:id="rId6"/>
    <p:sldId id="298" r:id="rId7"/>
    <p:sldId id="259" r:id="rId8"/>
    <p:sldId id="260" r:id="rId9"/>
    <p:sldId id="289" r:id="rId10"/>
    <p:sldId id="273" r:id="rId11"/>
    <p:sldId id="290" r:id="rId12"/>
    <p:sldId id="291" r:id="rId13"/>
    <p:sldId id="263" r:id="rId14"/>
    <p:sldId id="264" r:id="rId15"/>
    <p:sldId id="265" r:id="rId16"/>
    <p:sldId id="276" r:id="rId17"/>
    <p:sldId id="301" r:id="rId18"/>
    <p:sldId id="277" r:id="rId19"/>
    <p:sldId id="302" r:id="rId20"/>
    <p:sldId id="280" r:id="rId21"/>
    <p:sldId id="281" r:id="rId22"/>
    <p:sldId id="299" r:id="rId23"/>
    <p:sldId id="282" r:id="rId24"/>
    <p:sldId id="283" r:id="rId25"/>
    <p:sldId id="284" r:id="rId26"/>
    <p:sldId id="285" r:id="rId27"/>
    <p:sldId id="286" r:id="rId28"/>
    <p:sldId id="300" r:id="rId29"/>
    <p:sldId id="288" r:id="rId30"/>
    <p:sldId id="287" r:id="rId31"/>
    <p:sldId id="278" r:id="rId32"/>
    <p:sldId id="279" r:id="rId33"/>
    <p:sldId id="292" r:id="rId34"/>
    <p:sldId id="293" r:id="rId35"/>
    <p:sldId id="294" r:id="rId36"/>
    <p:sldId id="295" r:id="rId37"/>
    <p:sldId id="296" r:id="rId38"/>
    <p:sldId id="267" r:id="rId39"/>
    <p:sldId id="268" r:id="rId40"/>
    <p:sldId id="270" r:id="rId41"/>
    <p:sldId id="303" r:id="rId42"/>
    <p:sldId id="27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2" autoAdjust="0"/>
  </p:normalViewPr>
  <p:slideViewPr>
    <p:cSldViewPr snapToGrid="0">
      <p:cViewPr varScale="1">
        <p:scale>
          <a:sx n="104" d="100"/>
          <a:sy n="104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hyperlink" Target="mailto:n.onuegbu@londonmet.ac.uk" TargetMode="External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1.xml.rels><?xml version="1.0" encoding="UTF-8" standalone="yes"?>
<Relationships xmlns="http://schemas.openxmlformats.org/package/2006/relationships"><Relationship Id="rId1" Type="http://schemas.openxmlformats.org/officeDocument/2006/relationships/hyperlink" Target="mailto:n.onuegbu@londonmet.ac.uk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#6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#7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78E655-3AEB-4B97-B2AC-2DFD08664C55}" type="doc">
      <dgm:prSet loTypeId="urn:microsoft.com/office/officeart/2005/8/layout/vList2#2" loCatId="list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E63EE5F0-6776-4B1C-8D77-E6E55DAEB19A}">
      <dgm:prSet/>
      <dgm:spPr/>
      <dgm:t>
        <a:bodyPr/>
        <a:lstStyle/>
        <a:p>
          <a:r>
            <a:rPr lang="en-US" dirty="0"/>
            <a:t>Explain</a:t>
          </a:r>
        </a:p>
      </dgm:t>
    </dgm:pt>
    <dgm:pt modelId="{827110F0-472C-4159-8F16-9452A9B2A191}" type="parTrans" cxnId="{07E48241-1D50-4BF7-8890-DCA9E98A2609}">
      <dgm:prSet/>
      <dgm:spPr/>
      <dgm:t>
        <a:bodyPr/>
        <a:lstStyle/>
        <a:p>
          <a:endParaRPr lang="en-US"/>
        </a:p>
      </dgm:t>
    </dgm:pt>
    <dgm:pt modelId="{D4D52466-D4C2-4451-A316-4A3512E768CC}" type="sibTrans" cxnId="{07E48241-1D50-4BF7-8890-DCA9E98A2609}">
      <dgm:prSet/>
      <dgm:spPr/>
      <dgm:t>
        <a:bodyPr/>
        <a:lstStyle/>
        <a:p>
          <a:endParaRPr lang="en-US"/>
        </a:p>
      </dgm:t>
    </dgm:pt>
    <dgm:pt modelId="{ED421A89-979F-40A5-A582-755613D81DAC}">
      <dgm:prSet/>
      <dgm:spPr/>
      <dgm:t>
        <a:bodyPr/>
        <a:lstStyle/>
        <a:p>
          <a:r>
            <a:rPr lang="en-US" dirty="0"/>
            <a:t>Explain the aims and objective of the module</a:t>
          </a:r>
        </a:p>
      </dgm:t>
    </dgm:pt>
    <dgm:pt modelId="{B3658C5E-D84D-4375-B120-BFA799B71A70}" type="parTrans" cxnId="{1BBE781D-6C80-4DFF-BA74-9F2516754048}">
      <dgm:prSet/>
      <dgm:spPr/>
      <dgm:t>
        <a:bodyPr/>
        <a:lstStyle/>
        <a:p>
          <a:endParaRPr lang="en-US"/>
        </a:p>
      </dgm:t>
    </dgm:pt>
    <dgm:pt modelId="{1924EA23-A32D-4E0E-BFBA-07A9EF14FE0F}" type="sibTrans" cxnId="{1BBE781D-6C80-4DFF-BA74-9F2516754048}">
      <dgm:prSet/>
      <dgm:spPr/>
      <dgm:t>
        <a:bodyPr/>
        <a:lstStyle/>
        <a:p>
          <a:endParaRPr lang="en-US"/>
        </a:p>
      </dgm:t>
    </dgm:pt>
    <dgm:pt modelId="{3E500E99-3142-4048-8E72-2888E4D344E3}">
      <dgm:prSet/>
      <dgm:spPr/>
      <dgm:t>
        <a:bodyPr/>
        <a:lstStyle/>
        <a:p>
          <a:r>
            <a:rPr lang="en-US" dirty="0"/>
            <a:t>Highlight</a:t>
          </a:r>
        </a:p>
      </dgm:t>
    </dgm:pt>
    <dgm:pt modelId="{97F20F44-21C3-42AD-A0FF-B71999E1B0CE}" type="parTrans" cxnId="{FE653B70-E1B9-4049-AD4A-05629411D41E}">
      <dgm:prSet/>
      <dgm:spPr/>
      <dgm:t>
        <a:bodyPr/>
        <a:lstStyle/>
        <a:p>
          <a:endParaRPr lang="en-US"/>
        </a:p>
      </dgm:t>
    </dgm:pt>
    <dgm:pt modelId="{16BF1C68-443D-402C-879E-6C08F7BBE356}" type="sibTrans" cxnId="{FE653B70-E1B9-4049-AD4A-05629411D41E}">
      <dgm:prSet/>
      <dgm:spPr/>
      <dgm:t>
        <a:bodyPr/>
        <a:lstStyle/>
        <a:p>
          <a:endParaRPr lang="en-US"/>
        </a:p>
      </dgm:t>
    </dgm:pt>
    <dgm:pt modelId="{4EBBBF4C-EAF9-453A-A6ED-55A94A0C3756}">
      <dgm:prSet/>
      <dgm:spPr/>
      <dgm:t>
        <a:bodyPr/>
        <a:lstStyle/>
        <a:p>
          <a:r>
            <a:rPr lang="en-US" dirty="0"/>
            <a:t>Highlight the learning approaches utilised in the module</a:t>
          </a:r>
        </a:p>
      </dgm:t>
    </dgm:pt>
    <dgm:pt modelId="{F55F5C3C-BF8F-4ECB-A9EC-BCBC1F58C2E2}" type="parTrans" cxnId="{8C698CC7-1D98-4F24-887C-902B399B8D48}">
      <dgm:prSet/>
      <dgm:spPr/>
      <dgm:t>
        <a:bodyPr/>
        <a:lstStyle/>
        <a:p>
          <a:endParaRPr lang="en-US"/>
        </a:p>
      </dgm:t>
    </dgm:pt>
    <dgm:pt modelId="{5B6EF733-1889-4908-AE39-6E38A014289E}" type="sibTrans" cxnId="{8C698CC7-1D98-4F24-887C-902B399B8D48}">
      <dgm:prSet/>
      <dgm:spPr/>
      <dgm:t>
        <a:bodyPr/>
        <a:lstStyle/>
        <a:p>
          <a:endParaRPr lang="en-US"/>
        </a:p>
      </dgm:t>
    </dgm:pt>
    <dgm:pt modelId="{CBFF2FA1-C00D-46B1-A0E9-2F719EE263BE}">
      <dgm:prSet/>
      <dgm:spPr/>
      <dgm:t>
        <a:bodyPr/>
        <a:lstStyle/>
        <a:p>
          <a:r>
            <a:rPr lang="en-US"/>
            <a:t>Identify</a:t>
          </a:r>
        </a:p>
      </dgm:t>
    </dgm:pt>
    <dgm:pt modelId="{2A783933-F715-4892-8C33-A344650E8B20}" type="parTrans" cxnId="{92D297F8-6A54-4CD8-A6E6-330DAA34CC42}">
      <dgm:prSet/>
      <dgm:spPr/>
      <dgm:t>
        <a:bodyPr/>
        <a:lstStyle/>
        <a:p>
          <a:endParaRPr lang="en-US"/>
        </a:p>
      </dgm:t>
    </dgm:pt>
    <dgm:pt modelId="{79649B22-458F-4006-90DD-8CA76B0C81C8}" type="sibTrans" cxnId="{92D297F8-6A54-4CD8-A6E6-330DAA34CC42}">
      <dgm:prSet/>
      <dgm:spPr/>
      <dgm:t>
        <a:bodyPr/>
        <a:lstStyle/>
        <a:p>
          <a:endParaRPr lang="en-US"/>
        </a:p>
      </dgm:t>
    </dgm:pt>
    <dgm:pt modelId="{45AFCC0B-076A-468B-87A9-1B63B06A033E}">
      <dgm:prSet/>
      <dgm:spPr/>
      <dgm:t>
        <a:bodyPr/>
        <a:lstStyle/>
        <a:p>
          <a:r>
            <a:rPr lang="en-US" dirty="0"/>
            <a:t>Identify key learning resources to support the module</a:t>
          </a:r>
        </a:p>
      </dgm:t>
    </dgm:pt>
    <dgm:pt modelId="{84C580E7-C87E-4BBE-A0E0-8A8ED015E6FC}" type="parTrans" cxnId="{9DDBD619-5193-487B-9D2B-EF6C7B4A3399}">
      <dgm:prSet/>
      <dgm:spPr/>
      <dgm:t>
        <a:bodyPr/>
        <a:lstStyle/>
        <a:p>
          <a:endParaRPr lang="en-US"/>
        </a:p>
      </dgm:t>
    </dgm:pt>
    <dgm:pt modelId="{E1348345-99D3-4BE3-A6BF-BB614B551DA8}" type="sibTrans" cxnId="{9DDBD619-5193-487B-9D2B-EF6C7B4A3399}">
      <dgm:prSet/>
      <dgm:spPr/>
      <dgm:t>
        <a:bodyPr/>
        <a:lstStyle/>
        <a:p>
          <a:endParaRPr lang="en-US"/>
        </a:p>
      </dgm:t>
    </dgm:pt>
    <dgm:pt modelId="{80318CF8-F9BC-4E08-A4D7-BA7549252342}">
      <dgm:prSet/>
      <dgm:spPr/>
      <dgm:t>
        <a:bodyPr/>
        <a:lstStyle/>
        <a:p>
          <a:r>
            <a:rPr lang="en-US" dirty="0"/>
            <a:t>Demonstrate</a:t>
          </a:r>
        </a:p>
      </dgm:t>
    </dgm:pt>
    <dgm:pt modelId="{BF25F73F-EDA1-4209-B8AC-D6E4E726A48E}" type="parTrans" cxnId="{F7689129-3B6B-467F-B6A5-601FB4CA03CA}">
      <dgm:prSet/>
      <dgm:spPr/>
      <dgm:t>
        <a:bodyPr/>
        <a:lstStyle/>
        <a:p>
          <a:endParaRPr lang="en-US"/>
        </a:p>
      </dgm:t>
    </dgm:pt>
    <dgm:pt modelId="{3642E191-2E1B-4CE1-8D16-2E3B81C19F92}" type="sibTrans" cxnId="{F7689129-3B6B-467F-B6A5-601FB4CA03CA}">
      <dgm:prSet/>
      <dgm:spPr/>
      <dgm:t>
        <a:bodyPr/>
        <a:lstStyle/>
        <a:p>
          <a:endParaRPr lang="en-US"/>
        </a:p>
      </dgm:t>
    </dgm:pt>
    <dgm:pt modelId="{1FF7A334-4C76-4DE4-9223-12850A946307}">
      <dgm:prSet/>
      <dgm:spPr/>
      <dgm:t>
        <a:bodyPr/>
        <a:lstStyle/>
        <a:p>
          <a:r>
            <a:rPr lang="en-US" dirty="0"/>
            <a:t>Demonstrate understanding of the module assessments and timelines</a:t>
          </a:r>
        </a:p>
      </dgm:t>
    </dgm:pt>
    <dgm:pt modelId="{80CC79B9-B2D6-4805-9CBA-FE996C69E630}" type="parTrans" cxnId="{19F0ADC6-1485-4DB7-8A67-4CF904EEDDE5}">
      <dgm:prSet/>
      <dgm:spPr/>
      <dgm:t>
        <a:bodyPr/>
        <a:lstStyle/>
        <a:p>
          <a:endParaRPr lang="en-US"/>
        </a:p>
      </dgm:t>
    </dgm:pt>
    <dgm:pt modelId="{B4BBC264-1FCB-4181-9DE3-7813E7B005EE}" type="sibTrans" cxnId="{19F0ADC6-1485-4DB7-8A67-4CF904EEDDE5}">
      <dgm:prSet/>
      <dgm:spPr/>
      <dgm:t>
        <a:bodyPr/>
        <a:lstStyle/>
        <a:p>
          <a:endParaRPr lang="en-US"/>
        </a:p>
      </dgm:t>
    </dgm:pt>
    <dgm:pt modelId="{3D381977-0DA2-4555-B9B2-8EC3E4B31ADE}" type="pres">
      <dgm:prSet presAssocID="{D778E655-3AEB-4B97-B2AC-2DFD08664C55}" presName="linear" presStyleCnt="0">
        <dgm:presLayoutVars>
          <dgm:animLvl val="lvl"/>
          <dgm:resizeHandles val="exact"/>
        </dgm:presLayoutVars>
      </dgm:prSet>
      <dgm:spPr/>
    </dgm:pt>
    <dgm:pt modelId="{EB104BDE-D732-40D5-A42B-EA2AE068ECFA}" type="pres">
      <dgm:prSet presAssocID="{E63EE5F0-6776-4B1C-8D77-E6E55DAEB19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B17BD6-2BFD-4FD8-81A4-6ABD76270334}" type="pres">
      <dgm:prSet presAssocID="{E63EE5F0-6776-4B1C-8D77-E6E55DAEB19A}" presName="childText" presStyleLbl="revTx" presStyleIdx="0" presStyleCnt="4">
        <dgm:presLayoutVars>
          <dgm:bulletEnabled val="1"/>
        </dgm:presLayoutVars>
      </dgm:prSet>
      <dgm:spPr/>
    </dgm:pt>
    <dgm:pt modelId="{5413A9BF-1B8B-4F83-9F5E-A6767C76ADBC}" type="pres">
      <dgm:prSet presAssocID="{3E500E99-3142-4048-8E72-2888E4D344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05C39C-F8D1-45E5-B1A7-15F1AF2F47DD}" type="pres">
      <dgm:prSet presAssocID="{3E500E99-3142-4048-8E72-2888E4D344E3}" presName="childText" presStyleLbl="revTx" presStyleIdx="1" presStyleCnt="4">
        <dgm:presLayoutVars>
          <dgm:bulletEnabled val="1"/>
        </dgm:presLayoutVars>
      </dgm:prSet>
      <dgm:spPr/>
    </dgm:pt>
    <dgm:pt modelId="{00500DC8-7A85-4662-8FC5-1321B0D9B534}" type="pres">
      <dgm:prSet presAssocID="{CBFF2FA1-C00D-46B1-A0E9-2F719EE263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59C2F7-0379-46A2-A206-B53D0EC4914C}" type="pres">
      <dgm:prSet presAssocID="{CBFF2FA1-C00D-46B1-A0E9-2F719EE263BE}" presName="childText" presStyleLbl="revTx" presStyleIdx="2" presStyleCnt="4">
        <dgm:presLayoutVars>
          <dgm:bulletEnabled val="1"/>
        </dgm:presLayoutVars>
      </dgm:prSet>
      <dgm:spPr/>
    </dgm:pt>
    <dgm:pt modelId="{1E627D29-F3FE-442D-BB33-E0607C14499B}" type="pres">
      <dgm:prSet presAssocID="{80318CF8-F9BC-4E08-A4D7-BA754925234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0641D90-59DD-458A-819B-C34E400A3E25}" type="pres">
      <dgm:prSet presAssocID="{80318CF8-F9BC-4E08-A4D7-BA7549252342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86FFD15-4B6B-460B-8D13-07B0DC73C611}" type="presOf" srcId="{4EBBBF4C-EAF9-453A-A6ED-55A94A0C3756}" destId="{E005C39C-F8D1-45E5-B1A7-15F1AF2F47DD}" srcOrd="0" destOrd="0" presId="urn:microsoft.com/office/officeart/2005/8/layout/vList2#2"/>
    <dgm:cxn modelId="{9DDBD619-5193-487B-9D2B-EF6C7B4A3399}" srcId="{CBFF2FA1-C00D-46B1-A0E9-2F719EE263BE}" destId="{45AFCC0B-076A-468B-87A9-1B63B06A033E}" srcOrd="0" destOrd="0" parTransId="{84C580E7-C87E-4BBE-A0E0-8A8ED015E6FC}" sibTransId="{E1348345-99D3-4BE3-A6BF-BB614B551DA8}"/>
    <dgm:cxn modelId="{1BBE781D-6C80-4DFF-BA74-9F2516754048}" srcId="{E63EE5F0-6776-4B1C-8D77-E6E55DAEB19A}" destId="{ED421A89-979F-40A5-A582-755613D81DAC}" srcOrd="0" destOrd="0" parTransId="{B3658C5E-D84D-4375-B120-BFA799B71A70}" sibTransId="{1924EA23-A32D-4E0E-BFBA-07A9EF14FE0F}"/>
    <dgm:cxn modelId="{F7689129-3B6B-467F-B6A5-601FB4CA03CA}" srcId="{D778E655-3AEB-4B97-B2AC-2DFD08664C55}" destId="{80318CF8-F9BC-4E08-A4D7-BA7549252342}" srcOrd="3" destOrd="0" parTransId="{BF25F73F-EDA1-4209-B8AC-D6E4E726A48E}" sibTransId="{3642E191-2E1B-4CE1-8D16-2E3B81C19F92}"/>
    <dgm:cxn modelId="{C0611036-7184-4194-88AF-9067183B2AAF}" type="presOf" srcId="{D778E655-3AEB-4B97-B2AC-2DFD08664C55}" destId="{3D381977-0DA2-4555-B9B2-8EC3E4B31ADE}" srcOrd="0" destOrd="0" presId="urn:microsoft.com/office/officeart/2005/8/layout/vList2#2"/>
    <dgm:cxn modelId="{48D9F05F-A168-424B-8B98-427413832D02}" type="presOf" srcId="{ED421A89-979F-40A5-A582-755613D81DAC}" destId="{AFB17BD6-2BFD-4FD8-81A4-6ABD76270334}" srcOrd="0" destOrd="0" presId="urn:microsoft.com/office/officeart/2005/8/layout/vList2#2"/>
    <dgm:cxn modelId="{07E48241-1D50-4BF7-8890-DCA9E98A2609}" srcId="{D778E655-3AEB-4B97-B2AC-2DFD08664C55}" destId="{E63EE5F0-6776-4B1C-8D77-E6E55DAEB19A}" srcOrd="0" destOrd="0" parTransId="{827110F0-472C-4159-8F16-9452A9B2A191}" sibTransId="{D4D52466-D4C2-4451-A316-4A3512E768CC}"/>
    <dgm:cxn modelId="{0F3BBA44-7FC4-4546-B113-6512BBD6AFCA}" type="presOf" srcId="{3E500E99-3142-4048-8E72-2888E4D344E3}" destId="{5413A9BF-1B8B-4F83-9F5E-A6767C76ADBC}" srcOrd="0" destOrd="0" presId="urn:microsoft.com/office/officeart/2005/8/layout/vList2#2"/>
    <dgm:cxn modelId="{D3B8364D-516A-4DD4-BDEC-86DEEA0526D6}" type="presOf" srcId="{80318CF8-F9BC-4E08-A4D7-BA7549252342}" destId="{1E627D29-F3FE-442D-BB33-E0607C14499B}" srcOrd="0" destOrd="0" presId="urn:microsoft.com/office/officeart/2005/8/layout/vList2#2"/>
    <dgm:cxn modelId="{FE653B70-E1B9-4049-AD4A-05629411D41E}" srcId="{D778E655-3AEB-4B97-B2AC-2DFD08664C55}" destId="{3E500E99-3142-4048-8E72-2888E4D344E3}" srcOrd="1" destOrd="0" parTransId="{97F20F44-21C3-42AD-A0FF-B71999E1B0CE}" sibTransId="{16BF1C68-443D-402C-879E-6C08F7BBE356}"/>
    <dgm:cxn modelId="{43203351-BEB8-41C5-9CBA-DFE9ED464EB6}" type="presOf" srcId="{45AFCC0B-076A-468B-87A9-1B63B06A033E}" destId="{9E59C2F7-0379-46A2-A206-B53D0EC4914C}" srcOrd="0" destOrd="0" presId="urn:microsoft.com/office/officeart/2005/8/layout/vList2#2"/>
    <dgm:cxn modelId="{68A61756-0C3A-4BCF-8E34-270A56FF1453}" type="presOf" srcId="{CBFF2FA1-C00D-46B1-A0E9-2F719EE263BE}" destId="{00500DC8-7A85-4662-8FC5-1321B0D9B534}" srcOrd="0" destOrd="0" presId="urn:microsoft.com/office/officeart/2005/8/layout/vList2#2"/>
    <dgm:cxn modelId="{FE83317C-F84F-4C87-89A6-FC58117650C6}" type="presOf" srcId="{1FF7A334-4C76-4DE4-9223-12850A946307}" destId="{10641D90-59DD-458A-819B-C34E400A3E25}" srcOrd="0" destOrd="0" presId="urn:microsoft.com/office/officeart/2005/8/layout/vList2#2"/>
    <dgm:cxn modelId="{19F0ADC6-1485-4DB7-8A67-4CF904EEDDE5}" srcId="{80318CF8-F9BC-4E08-A4D7-BA7549252342}" destId="{1FF7A334-4C76-4DE4-9223-12850A946307}" srcOrd="0" destOrd="0" parTransId="{80CC79B9-B2D6-4805-9CBA-FE996C69E630}" sibTransId="{B4BBC264-1FCB-4181-9DE3-7813E7B005EE}"/>
    <dgm:cxn modelId="{8C698CC7-1D98-4F24-887C-902B399B8D48}" srcId="{3E500E99-3142-4048-8E72-2888E4D344E3}" destId="{4EBBBF4C-EAF9-453A-A6ED-55A94A0C3756}" srcOrd="0" destOrd="0" parTransId="{F55F5C3C-BF8F-4ECB-A9EC-BCBC1F58C2E2}" sibTransId="{5B6EF733-1889-4908-AE39-6E38A014289E}"/>
    <dgm:cxn modelId="{3E4846D7-4881-4A94-888D-DAFDCAF59CF2}" type="presOf" srcId="{E63EE5F0-6776-4B1C-8D77-E6E55DAEB19A}" destId="{EB104BDE-D732-40D5-A42B-EA2AE068ECFA}" srcOrd="0" destOrd="0" presId="urn:microsoft.com/office/officeart/2005/8/layout/vList2#2"/>
    <dgm:cxn modelId="{92D297F8-6A54-4CD8-A6E6-330DAA34CC42}" srcId="{D778E655-3AEB-4B97-B2AC-2DFD08664C55}" destId="{CBFF2FA1-C00D-46B1-A0E9-2F719EE263BE}" srcOrd="2" destOrd="0" parTransId="{2A783933-F715-4892-8C33-A344650E8B20}" sibTransId="{79649B22-458F-4006-90DD-8CA76B0C81C8}"/>
    <dgm:cxn modelId="{807F3239-CA09-4EAD-A29A-C26ECE790C30}" type="presParOf" srcId="{3D381977-0DA2-4555-B9B2-8EC3E4B31ADE}" destId="{EB104BDE-D732-40D5-A42B-EA2AE068ECFA}" srcOrd="0" destOrd="0" presId="urn:microsoft.com/office/officeart/2005/8/layout/vList2#2"/>
    <dgm:cxn modelId="{EE524B0D-CFF1-43C9-905D-9EFF4D9B89F2}" type="presParOf" srcId="{3D381977-0DA2-4555-B9B2-8EC3E4B31ADE}" destId="{AFB17BD6-2BFD-4FD8-81A4-6ABD76270334}" srcOrd="1" destOrd="0" presId="urn:microsoft.com/office/officeart/2005/8/layout/vList2#2"/>
    <dgm:cxn modelId="{31BFE669-33DC-4A8D-81A8-E680B0EE9653}" type="presParOf" srcId="{3D381977-0DA2-4555-B9B2-8EC3E4B31ADE}" destId="{5413A9BF-1B8B-4F83-9F5E-A6767C76ADBC}" srcOrd="2" destOrd="0" presId="urn:microsoft.com/office/officeart/2005/8/layout/vList2#2"/>
    <dgm:cxn modelId="{6B696320-112B-4AB5-AF5A-CA480DFA7AD2}" type="presParOf" srcId="{3D381977-0DA2-4555-B9B2-8EC3E4B31ADE}" destId="{E005C39C-F8D1-45E5-B1A7-15F1AF2F47DD}" srcOrd="3" destOrd="0" presId="urn:microsoft.com/office/officeart/2005/8/layout/vList2#2"/>
    <dgm:cxn modelId="{852A4A77-9685-4590-A0DA-E95131DBEE5D}" type="presParOf" srcId="{3D381977-0DA2-4555-B9B2-8EC3E4B31ADE}" destId="{00500DC8-7A85-4662-8FC5-1321B0D9B534}" srcOrd="4" destOrd="0" presId="urn:microsoft.com/office/officeart/2005/8/layout/vList2#2"/>
    <dgm:cxn modelId="{FC4E7A74-8848-4F26-A0CF-CB60B7F77A91}" type="presParOf" srcId="{3D381977-0DA2-4555-B9B2-8EC3E4B31ADE}" destId="{9E59C2F7-0379-46A2-A206-B53D0EC4914C}" srcOrd="5" destOrd="0" presId="urn:microsoft.com/office/officeart/2005/8/layout/vList2#2"/>
    <dgm:cxn modelId="{601745D9-743E-4E38-99E1-6089DE8B48B9}" type="presParOf" srcId="{3D381977-0DA2-4555-B9B2-8EC3E4B31ADE}" destId="{1E627D29-F3FE-442D-BB33-E0607C14499B}" srcOrd="6" destOrd="0" presId="urn:microsoft.com/office/officeart/2005/8/layout/vList2#2"/>
    <dgm:cxn modelId="{45C30251-8BC8-4B80-8395-1C466A7562FF}" type="presParOf" srcId="{3D381977-0DA2-4555-B9B2-8EC3E4B31ADE}" destId="{10641D90-59DD-458A-819B-C34E400A3E25}" srcOrd="7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C44D67-9AF3-4087-842F-2EF0BA611A95}" type="doc">
      <dgm:prSet loTypeId="urn:microsoft.com/office/officeart/2005/8/layout/vList5" loCatId="list" qsTypeId="urn:microsoft.com/office/officeart/2005/8/quickstyle/simple1#3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8EBB6C13-D09B-4A49-8C5C-9C74B6E37987}">
      <dgm:prSet/>
      <dgm:spPr/>
      <dgm:t>
        <a:bodyPr/>
        <a:lstStyle/>
        <a:p>
          <a:r>
            <a:rPr lang="en-GB"/>
            <a:t>Module Lead</a:t>
          </a:r>
          <a:endParaRPr lang="en-US"/>
        </a:p>
      </dgm:t>
    </dgm:pt>
    <dgm:pt modelId="{F8BA0A55-F3DA-4941-A966-04B19A612632}" type="parTrans" cxnId="{784AB217-C326-4308-AB97-BBB1F2018A23}">
      <dgm:prSet/>
      <dgm:spPr/>
      <dgm:t>
        <a:bodyPr/>
        <a:lstStyle/>
        <a:p>
          <a:endParaRPr lang="en-US"/>
        </a:p>
      </dgm:t>
    </dgm:pt>
    <dgm:pt modelId="{2F1674C6-3E9C-49A3-A4A5-5E2137E61164}" type="sibTrans" cxnId="{784AB217-C326-4308-AB97-BBB1F2018A23}">
      <dgm:prSet/>
      <dgm:spPr/>
      <dgm:t>
        <a:bodyPr/>
        <a:lstStyle/>
        <a:p>
          <a:endParaRPr lang="en-US"/>
        </a:p>
      </dgm:t>
    </dgm:pt>
    <dgm:pt modelId="{0F4DB6A3-10BA-4DED-8524-98961A0AC196}">
      <dgm:prSet/>
      <dgm:spPr/>
      <dgm:t>
        <a:bodyPr/>
        <a:lstStyle/>
        <a:p>
          <a:r>
            <a:rPr lang="en-GB"/>
            <a:t>Team</a:t>
          </a:r>
          <a:endParaRPr lang="en-US"/>
        </a:p>
      </dgm:t>
    </dgm:pt>
    <dgm:pt modelId="{D641FE52-14B9-4BDF-AA5A-8A490AF7FFE1}" type="parTrans" cxnId="{A8902EDC-688C-4FAA-A12D-A8AAB8B1CBF6}">
      <dgm:prSet/>
      <dgm:spPr/>
      <dgm:t>
        <a:bodyPr/>
        <a:lstStyle/>
        <a:p>
          <a:endParaRPr lang="en-US"/>
        </a:p>
      </dgm:t>
    </dgm:pt>
    <dgm:pt modelId="{92FA9BCB-7893-4A2D-AA24-A0ABF628F4CB}" type="sibTrans" cxnId="{A8902EDC-688C-4FAA-A12D-A8AAB8B1CBF6}">
      <dgm:prSet/>
      <dgm:spPr/>
      <dgm:t>
        <a:bodyPr/>
        <a:lstStyle/>
        <a:p>
          <a:endParaRPr lang="en-US"/>
        </a:p>
      </dgm:t>
    </dgm:pt>
    <dgm:pt modelId="{D89152FB-09C4-4916-87C8-5E131B8CD7CA}">
      <dgm:prSet/>
      <dgm:spPr/>
      <dgm:t>
        <a:bodyPr/>
        <a:lstStyle/>
        <a:p>
          <a:r>
            <a:rPr lang="en-GB"/>
            <a:t>Students</a:t>
          </a:r>
          <a:endParaRPr lang="en-US"/>
        </a:p>
      </dgm:t>
    </dgm:pt>
    <dgm:pt modelId="{A782BD22-9E05-4390-A629-DDC690A544BC}" type="parTrans" cxnId="{355F6319-E80B-4837-A482-84E0D5B174A1}">
      <dgm:prSet/>
      <dgm:spPr/>
      <dgm:t>
        <a:bodyPr/>
        <a:lstStyle/>
        <a:p>
          <a:endParaRPr lang="en-US"/>
        </a:p>
      </dgm:t>
    </dgm:pt>
    <dgm:pt modelId="{F4A2EBDD-5949-4402-83D5-1CB0A3B921EF}" type="sibTrans" cxnId="{355F6319-E80B-4837-A482-84E0D5B174A1}">
      <dgm:prSet/>
      <dgm:spPr/>
      <dgm:t>
        <a:bodyPr/>
        <a:lstStyle/>
        <a:p>
          <a:endParaRPr lang="en-US"/>
        </a:p>
      </dgm:t>
    </dgm:pt>
    <dgm:pt modelId="{E646B46F-20DA-4799-A928-8590E8FB4B32}" type="pres">
      <dgm:prSet presAssocID="{82C44D67-9AF3-4087-842F-2EF0BA611A95}" presName="Name0" presStyleCnt="0">
        <dgm:presLayoutVars>
          <dgm:dir/>
          <dgm:animLvl val="lvl"/>
          <dgm:resizeHandles val="exact"/>
        </dgm:presLayoutVars>
      </dgm:prSet>
      <dgm:spPr/>
    </dgm:pt>
    <dgm:pt modelId="{7586A4E8-E50E-4FE9-A97C-8A31D177376F}" type="pres">
      <dgm:prSet presAssocID="{8EBB6C13-D09B-4A49-8C5C-9C74B6E37987}" presName="linNode" presStyleCnt="0"/>
      <dgm:spPr/>
    </dgm:pt>
    <dgm:pt modelId="{DC0B1AC7-8919-4A23-B079-838462E8D5C6}" type="pres">
      <dgm:prSet presAssocID="{8EBB6C13-D09B-4A49-8C5C-9C74B6E3798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FA34738-FF80-4139-9103-95C502A5A6CE}" type="pres">
      <dgm:prSet presAssocID="{2F1674C6-3E9C-49A3-A4A5-5E2137E61164}" presName="sp" presStyleCnt="0"/>
      <dgm:spPr/>
    </dgm:pt>
    <dgm:pt modelId="{C3D96245-C82C-448F-A2BC-C580D34CB2FC}" type="pres">
      <dgm:prSet presAssocID="{0F4DB6A3-10BA-4DED-8524-98961A0AC196}" presName="linNode" presStyleCnt="0"/>
      <dgm:spPr/>
    </dgm:pt>
    <dgm:pt modelId="{4B458ECE-0C76-4FAF-A3D2-D93534381D68}" type="pres">
      <dgm:prSet presAssocID="{0F4DB6A3-10BA-4DED-8524-98961A0AC19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BCEDB32-4CB8-4CE8-A953-66CB6C2B9768}" type="pres">
      <dgm:prSet presAssocID="{92FA9BCB-7893-4A2D-AA24-A0ABF628F4CB}" presName="sp" presStyleCnt="0"/>
      <dgm:spPr/>
    </dgm:pt>
    <dgm:pt modelId="{EE43A0C2-996B-473C-BB2D-0F376EAB1B2D}" type="pres">
      <dgm:prSet presAssocID="{D89152FB-09C4-4916-87C8-5E131B8CD7CA}" presName="linNode" presStyleCnt="0"/>
      <dgm:spPr/>
    </dgm:pt>
    <dgm:pt modelId="{3790BC6F-5E76-481E-9488-2862F496A5A0}" type="pres">
      <dgm:prSet presAssocID="{D89152FB-09C4-4916-87C8-5E131B8CD7CA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784AB217-C326-4308-AB97-BBB1F2018A23}" srcId="{82C44D67-9AF3-4087-842F-2EF0BA611A95}" destId="{8EBB6C13-D09B-4A49-8C5C-9C74B6E37987}" srcOrd="0" destOrd="0" parTransId="{F8BA0A55-F3DA-4941-A966-04B19A612632}" sibTransId="{2F1674C6-3E9C-49A3-A4A5-5E2137E61164}"/>
    <dgm:cxn modelId="{355F6319-E80B-4837-A482-84E0D5B174A1}" srcId="{82C44D67-9AF3-4087-842F-2EF0BA611A95}" destId="{D89152FB-09C4-4916-87C8-5E131B8CD7CA}" srcOrd="2" destOrd="0" parTransId="{A782BD22-9E05-4390-A629-DDC690A544BC}" sibTransId="{F4A2EBDD-5949-4402-83D5-1CB0A3B921EF}"/>
    <dgm:cxn modelId="{A678C636-F587-46E4-B13F-F10944820572}" type="presOf" srcId="{D89152FB-09C4-4916-87C8-5E131B8CD7CA}" destId="{3790BC6F-5E76-481E-9488-2862F496A5A0}" srcOrd="0" destOrd="0" presId="urn:microsoft.com/office/officeart/2005/8/layout/vList5"/>
    <dgm:cxn modelId="{266BF389-C0A3-43F6-BAC3-8D9B0BAC866E}" type="presOf" srcId="{0F4DB6A3-10BA-4DED-8524-98961A0AC196}" destId="{4B458ECE-0C76-4FAF-A3D2-D93534381D68}" srcOrd="0" destOrd="0" presId="urn:microsoft.com/office/officeart/2005/8/layout/vList5"/>
    <dgm:cxn modelId="{B56E928B-F0B9-4FEA-83CD-03B507AB273A}" type="presOf" srcId="{8EBB6C13-D09B-4A49-8C5C-9C74B6E37987}" destId="{DC0B1AC7-8919-4A23-B079-838462E8D5C6}" srcOrd="0" destOrd="0" presId="urn:microsoft.com/office/officeart/2005/8/layout/vList5"/>
    <dgm:cxn modelId="{A8902EDC-688C-4FAA-A12D-A8AAB8B1CBF6}" srcId="{82C44D67-9AF3-4087-842F-2EF0BA611A95}" destId="{0F4DB6A3-10BA-4DED-8524-98961A0AC196}" srcOrd="1" destOrd="0" parTransId="{D641FE52-14B9-4BDF-AA5A-8A490AF7FFE1}" sibTransId="{92FA9BCB-7893-4A2D-AA24-A0ABF628F4CB}"/>
    <dgm:cxn modelId="{1D479DEF-18D4-47B8-9193-96E4872D02C4}" type="presOf" srcId="{82C44D67-9AF3-4087-842F-2EF0BA611A95}" destId="{E646B46F-20DA-4799-A928-8590E8FB4B32}" srcOrd="0" destOrd="0" presId="urn:microsoft.com/office/officeart/2005/8/layout/vList5"/>
    <dgm:cxn modelId="{1A143949-ED45-4CE2-B79F-06E7CD1BADCD}" type="presParOf" srcId="{E646B46F-20DA-4799-A928-8590E8FB4B32}" destId="{7586A4E8-E50E-4FE9-A97C-8A31D177376F}" srcOrd="0" destOrd="0" presId="urn:microsoft.com/office/officeart/2005/8/layout/vList5"/>
    <dgm:cxn modelId="{9AF4800D-EF06-431F-A390-DDDC2345C1F7}" type="presParOf" srcId="{7586A4E8-E50E-4FE9-A97C-8A31D177376F}" destId="{DC0B1AC7-8919-4A23-B079-838462E8D5C6}" srcOrd="0" destOrd="0" presId="urn:microsoft.com/office/officeart/2005/8/layout/vList5"/>
    <dgm:cxn modelId="{B3A95F24-7EC0-47DB-99A1-C185E2E2F733}" type="presParOf" srcId="{E646B46F-20DA-4799-A928-8590E8FB4B32}" destId="{BFA34738-FF80-4139-9103-95C502A5A6CE}" srcOrd="1" destOrd="0" presId="urn:microsoft.com/office/officeart/2005/8/layout/vList5"/>
    <dgm:cxn modelId="{2F225C40-6BD8-4B90-8969-AC3B2F576CCA}" type="presParOf" srcId="{E646B46F-20DA-4799-A928-8590E8FB4B32}" destId="{C3D96245-C82C-448F-A2BC-C580D34CB2FC}" srcOrd="2" destOrd="0" presId="urn:microsoft.com/office/officeart/2005/8/layout/vList5"/>
    <dgm:cxn modelId="{23BA53EF-9FA7-49E9-8531-740FFC55910E}" type="presParOf" srcId="{C3D96245-C82C-448F-A2BC-C580D34CB2FC}" destId="{4B458ECE-0C76-4FAF-A3D2-D93534381D68}" srcOrd="0" destOrd="0" presId="urn:microsoft.com/office/officeart/2005/8/layout/vList5"/>
    <dgm:cxn modelId="{DBBAB26C-4159-4621-BEC9-2C7E3984DA59}" type="presParOf" srcId="{E646B46F-20DA-4799-A928-8590E8FB4B32}" destId="{3BCEDB32-4CB8-4CE8-A953-66CB6C2B9768}" srcOrd="3" destOrd="0" presId="urn:microsoft.com/office/officeart/2005/8/layout/vList5"/>
    <dgm:cxn modelId="{99FE8A52-A609-4957-AAB0-481AEB97FAC5}" type="presParOf" srcId="{E646B46F-20DA-4799-A928-8590E8FB4B32}" destId="{EE43A0C2-996B-473C-BB2D-0F376EAB1B2D}" srcOrd="4" destOrd="0" presId="urn:microsoft.com/office/officeart/2005/8/layout/vList5"/>
    <dgm:cxn modelId="{D720D647-8A67-4710-AE46-701E5DEB5632}" type="presParOf" srcId="{EE43A0C2-996B-473C-BB2D-0F376EAB1B2D}" destId="{3790BC6F-5E76-481E-9488-2862F496A5A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AD8D5A-1289-4F3D-B490-12B6A76CCB29}" type="doc">
      <dgm:prSet loTypeId="urn:microsoft.com/office/officeart/2016/7/layout/VerticalSolidActionList" loCatId="List" qsTypeId="urn:microsoft.com/office/officeart/2005/8/quickstyle/simple1#4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A959C362-C00D-45D3-A44A-FFF7F5ACFCC6}">
      <dgm:prSet/>
      <dgm:spPr/>
      <dgm:t>
        <a:bodyPr/>
        <a:lstStyle/>
        <a:p>
          <a:r>
            <a:rPr lang="en-US"/>
            <a:t>Provide</a:t>
          </a:r>
        </a:p>
      </dgm:t>
    </dgm:pt>
    <dgm:pt modelId="{E56666F9-9777-42E7-9F82-542EC74A3642}" type="parTrans" cxnId="{4472C303-47E2-4A4A-AE3F-7F7CD2A6F98E}">
      <dgm:prSet/>
      <dgm:spPr/>
      <dgm:t>
        <a:bodyPr/>
        <a:lstStyle/>
        <a:p>
          <a:endParaRPr lang="en-US"/>
        </a:p>
      </dgm:t>
    </dgm:pt>
    <dgm:pt modelId="{37677978-C026-47FD-8181-6CED3C660CDA}" type="sibTrans" cxnId="{4472C303-47E2-4A4A-AE3F-7F7CD2A6F98E}">
      <dgm:prSet/>
      <dgm:spPr/>
      <dgm:t>
        <a:bodyPr/>
        <a:lstStyle/>
        <a:p>
          <a:endParaRPr lang="en-US"/>
        </a:p>
      </dgm:t>
    </dgm:pt>
    <dgm:pt modelId="{80BDA275-1A10-4F18-89EC-8557BA7DE71F}">
      <dgm:prSet/>
      <dgm:spPr/>
      <dgm:t>
        <a:bodyPr/>
        <a:lstStyle/>
        <a:p>
          <a:r>
            <a:rPr lang="en-US"/>
            <a:t>Provide opportunities for you to:</a:t>
          </a:r>
        </a:p>
      </dgm:t>
    </dgm:pt>
    <dgm:pt modelId="{26335712-02D3-4E89-83FF-1F1873A6F6C0}" type="parTrans" cxnId="{A216125E-9414-4E4F-8298-C9EA734FD92D}">
      <dgm:prSet/>
      <dgm:spPr/>
      <dgm:t>
        <a:bodyPr/>
        <a:lstStyle/>
        <a:p>
          <a:endParaRPr lang="en-US"/>
        </a:p>
      </dgm:t>
    </dgm:pt>
    <dgm:pt modelId="{0A3F11C5-D461-4E64-884E-CF33A827B16F}" type="sibTrans" cxnId="{A216125E-9414-4E4F-8298-C9EA734FD92D}">
      <dgm:prSet/>
      <dgm:spPr/>
      <dgm:t>
        <a:bodyPr/>
        <a:lstStyle/>
        <a:p>
          <a:endParaRPr lang="en-US"/>
        </a:p>
      </dgm:t>
    </dgm:pt>
    <dgm:pt modelId="{2329C9F6-C115-4BFD-8FBE-A276E2C62DA1}">
      <dgm:prSet/>
      <dgm:spPr/>
      <dgm:t>
        <a:bodyPr/>
        <a:lstStyle/>
        <a:p>
          <a:r>
            <a:rPr lang="en-US"/>
            <a:t>Complete</a:t>
          </a:r>
        </a:p>
      </dgm:t>
    </dgm:pt>
    <dgm:pt modelId="{D1236134-CADB-4E80-B27C-558979446F9D}" type="parTrans" cxnId="{408377F1-15B3-408D-82ED-4C3C1D3CB502}">
      <dgm:prSet/>
      <dgm:spPr/>
      <dgm:t>
        <a:bodyPr/>
        <a:lstStyle/>
        <a:p>
          <a:endParaRPr lang="en-US"/>
        </a:p>
      </dgm:t>
    </dgm:pt>
    <dgm:pt modelId="{2E751E9C-E4AC-41D5-9A96-883C17E9D7A9}" type="sibTrans" cxnId="{408377F1-15B3-408D-82ED-4C3C1D3CB502}">
      <dgm:prSet/>
      <dgm:spPr/>
      <dgm:t>
        <a:bodyPr/>
        <a:lstStyle/>
        <a:p>
          <a:endParaRPr lang="en-US"/>
        </a:p>
      </dgm:t>
    </dgm:pt>
    <dgm:pt modelId="{13E6AC1B-AAB9-44E3-8468-3B3A9796D1A9}">
      <dgm:prSet/>
      <dgm:spPr/>
      <dgm:t>
        <a:bodyPr/>
        <a:lstStyle/>
        <a:p>
          <a:r>
            <a:rPr lang="en-US" dirty="0"/>
            <a:t>Complete </a:t>
          </a:r>
          <a:r>
            <a:rPr lang="en-US" b="1" u="sng" dirty="0"/>
            <a:t>mandatory practice-based learning elements </a:t>
          </a:r>
          <a:r>
            <a:rPr lang="en-US" dirty="0"/>
            <a:t>required to graduate with eligibility to register as a Physiotherapist. </a:t>
          </a:r>
        </a:p>
      </dgm:t>
    </dgm:pt>
    <dgm:pt modelId="{CA1AB6F3-E919-4C45-95CB-CE7E6D8FEA38}" type="parTrans" cxnId="{13E9CA87-7919-49FE-AD1C-119832D88D93}">
      <dgm:prSet/>
      <dgm:spPr/>
      <dgm:t>
        <a:bodyPr/>
        <a:lstStyle/>
        <a:p>
          <a:endParaRPr lang="en-US"/>
        </a:p>
      </dgm:t>
    </dgm:pt>
    <dgm:pt modelId="{790FAC4F-B6D6-4676-BC3D-47381AA1132B}" type="sibTrans" cxnId="{13E9CA87-7919-49FE-AD1C-119832D88D93}">
      <dgm:prSet/>
      <dgm:spPr/>
      <dgm:t>
        <a:bodyPr/>
        <a:lstStyle/>
        <a:p>
          <a:endParaRPr lang="en-US"/>
        </a:p>
      </dgm:t>
    </dgm:pt>
    <dgm:pt modelId="{DEB3B02E-1BF5-40EA-90A7-5B745239377C}">
      <dgm:prSet/>
      <dgm:spPr/>
      <dgm:t>
        <a:bodyPr/>
        <a:lstStyle/>
        <a:p>
          <a:r>
            <a:rPr lang="en-US"/>
            <a:t>Practice and consolidate</a:t>
          </a:r>
        </a:p>
      </dgm:t>
    </dgm:pt>
    <dgm:pt modelId="{7F444240-10BE-4F2D-9FB3-53718E0F91A2}" type="parTrans" cxnId="{410D9B54-D83C-46A8-9055-A577A0B2E26C}">
      <dgm:prSet/>
      <dgm:spPr/>
      <dgm:t>
        <a:bodyPr/>
        <a:lstStyle/>
        <a:p>
          <a:endParaRPr lang="en-US"/>
        </a:p>
      </dgm:t>
    </dgm:pt>
    <dgm:pt modelId="{238A246E-9B07-4774-B658-541621D160BC}" type="sibTrans" cxnId="{410D9B54-D83C-46A8-9055-A577A0B2E26C}">
      <dgm:prSet/>
      <dgm:spPr/>
      <dgm:t>
        <a:bodyPr/>
        <a:lstStyle/>
        <a:p>
          <a:endParaRPr lang="en-US"/>
        </a:p>
      </dgm:t>
    </dgm:pt>
    <dgm:pt modelId="{46611733-4BBC-4120-A1F3-D4BBA759A645}">
      <dgm:prSet/>
      <dgm:spPr/>
      <dgm:t>
        <a:bodyPr/>
        <a:lstStyle/>
        <a:p>
          <a:r>
            <a:rPr lang="en-US" dirty="0"/>
            <a:t>Practice and consolidate </a:t>
          </a:r>
          <a:r>
            <a:rPr lang="en-US" b="1" u="sng" dirty="0"/>
            <a:t>clinical and non-clinical skills</a:t>
          </a:r>
          <a:r>
            <a:rPr lang="en-US" dirty="0"/>
            <a:t> learnt in first year academic modules under the supervision and guidance of clinical educators within healthcare environments</a:t>
          </a:r>
        </a:p>
      </dgm:t>
    </dgm:pt>
    <dgm:pt modelId="{C336D5F9-7894-451B-9866-0F7867A1A6A5}" type="parTrans" cxnId="{08C3C291-6257-4D75-9780-D98071480B3E}">
      <dgm:prSet/>
      <dgm:spPr/>
      <dgm:t>
        <a:bodyPr/>
        <a:lstStyle/>
        <a:p>
          <a:endParaRPr lang="en-US"/>
        </a:p>
      </dgm:t>
    </dgm:pt>
    <dgm:pt modelId="{9FDC6E1D-EDDC-4258-8135-04CD9D79838C}" type="sibTrans" cxnId="{08C3C291-6257-4D75-9780-D98071480B3E}">
      <dgm:prSet/>
      <dgm:spPr/>
      <dgm:t>
        <a:bodyPr/>
        <a:lstStyle/>
        <a:p>
          <a:endParaRPr lang="en-US"/>
        </a:p>
      </dgm:t>
    </dgm:pt>
    <dgm:pt modelId="{760AD599-F4FC-4B8E-A4BA-B7AD1F4EB38E}">
      <dgm:prSet/>
      <dgm:spPr/>
      <dgm:t>
        <a:bodyPr/>
        <a:lstStyle/>
        <a:p>
          <a:r>
            <a:rPr lang="en-US"/>
            <a:t>Embed</a:t>
          </a:r>
        </a:p>
      </dgm:t>
    </dgm:pt>
    <dgm:pt modelId="{71DF80C7-755D-4482-842A-F7DDC0F71FF5}" type="parTrans" cxnId="{9EC3CDFE-7A22-4532-A669-5F9D76D3F6BB}">
      <dgm:prSet/>
      <dgm:spPr/>
      <dgm:t>
        <a:bodyPr/>
        <a:lstStyle/>
        <a:p>
          <a:endParaRPr lang="en-US"/>
        </a:p>
      </dgm:t>
    </dgm:pt>
    <dgm:pt modelId="{BA541B09-CD43-4DDB-8212-EAB505AEA2BC}" type="sibTrans" cxnId="{9EC3CDFE-7A22-4532-A669-5F9D76D3F6BB}">
      <dgm:prSet/>
      <dgm:spPr/>
      <dgm:t>
        <a:bodyPr/>
        <a:lstStyle/>
        <a:p>
          <a:endParaRPr lang="en-US"/>
        </a:p>
      </dgm:t>
    </dgm:pt>
    <dgm:pt modelId="{C7839901-9A7D-4C47-B6B0-5C34C60C2DAA}">
      <dgm:prSet/>
      <dgm:spPr/>
      <dgm:t>
        <a:bodyPr/>
        <a:lstStyle/>
        <a:p>
          <a:r>
            <a:rPr lang="en-US" dirty="0"/>
            <a:t>Embed </a:t>
          </a:r>
          <a:r>
            <a:rPr lang="en-US" b="1" u="sng" dirty="0"/>
            <a:t>professionalism, conduct, ethics and performance behaviours </a:t>
          </a:r>
          <a:r>
            <a:rPr lang="en-US" dirty="0"/>
            <a:t>required for contemporary Physiotherapy practice</a:t>
          </a:r>
        </a:p>
      </dgm:t>
    </dgm:pt>
    <dgm:pt modelId="{CE3FD755-B96F-40C3-9A3C-4D6BC8799C33}" type="parTrans" cxnId="{11B346DC-6D9F-48C0-AD59-B231FC1F9CEA}">
      <dgm:prSet/>
      <dgm:spPr/>
      <dgm:t>
        <a:bodyPr/>
        <a:lstStyle/>
        <a:p>
          <a:endParaRPr lang="en-US"/>
        </a:p>
      </dgm:t>
    </dgm:pt>
    <dgm:pt modelId="{20B510B7-C386-4D04-BA9B-6A5E81EAC746}" type="sibTrans" cxnId="{11B346DC-6D9F-48C0-AD59-B231FC1F9CEA}">
      <dgm:prSet/>
      <dgm:spPr/>
      <dgm:t>
        <a:bodyPr/>
        <a:lstStyle/>
        <a:p>
          <a:endParaRPr lang="en-US"/>
        </a:p>
      </dgm:t>
    </dgm:pt>
    <dgm:pt modelId="{EAC1D051-4488-43D6-B5EC-4CBA647B9173}">
      <dgm:prSet/>
      <dgm:spPr/>
      <dgm:t>
        <a:bodyPr/>
        <a:lstStyle/>
        <a:p>
          <a:r>
            <a:rPr lang="en-US"/>
            <a:t>Develop</a:t>
          </a:r>
        </a:p>
      </dgm:t>
    </dgm:pt>
    <dgm:pt modelId="{5AD65B3F-4C3E-498A-BD65-6476A02E54BD}" type="parTrans" cxnId="{C9631188-1888-4AD2-AA64-ADA95804E1A3}">
      <dgm:prSet/>
      <dgm:spPr/>
      <dgm:t>
        <a:bodyPr/>
        <a:lstStyle/>
        <a:p>
          <a:endParaRPr lang="en-US"/>
        </a:p>
      </dgm:t>
    </dgm:pt>
    <dgm:pt modelId="{01843FC3-1700-4E19-AE1A-759F363008CB}" type="sibTrans" cxnId="{C9631188-1888-4AD2-AA64-ADA95804E1A3}">
      <dgm:prSet/>
      <dgm:spPr/>
      <dgm:t>
        <a:bodyPr/>
        <a:lstStyle/>
        <a:p>
          <a:endParaRPr lang="en-US"/>
        </a:p>
      </dgm:t>
    </dgm:pt>
    <dgm:pt modelId="{0EA2E228-E37B-4BAD-98D0-A8CFCF2C4CEA}">
      <dgm:prSet/>
      <dgm:spPr/>
      <dgm:t>
        <a:bodyPr/>
        <a:lstStyle/>
        <a:p>
          <a:r>
            <a:rPr lang="en-US" dirty="0"/>
            <a:t>Develop </a:t>
          </a:r>
          <a:r>
            <a:rPr lang="en-US" b="1" u="sng" dirty="0"/>
            <a:t>transferable skills </a:t>
          </a:r>
          <a:r>
            <a:rPr lang="en-US" dirty="0"/>
            <a:t>learnt in academic modules such as critical appraisal and evaluation; clinical-reasoning and problem-solving; self and caseload management; communication and teamwork.</a:t>
          </a:r>
        </a:p>
      </dgm:t>
    </dgm:pt>
    <dgm:pt modelId="{E1DAEC40-F27C-4629-85B9-1DB4F904CA15}" type="parTrans" cxnId="{E9D582FD-B9BE-4B21-B183-C2E8E061FFDF}">
      <dgm:prSet/>
      <dgm:spPr/>
      <dgm:t>
        <a:bodyPr/>
        <a:lstStyle/>
        <a:p>
          <a:endParaRPr lang="en-US"/>
        </a:p>
      </dgm:t>
    </dgm:pt>
    <dgm:pt modelId="{0F9E1313-8DBE-486B-99C1-4C9BE14AF348}" type="sibTrans" cxnId="{E9D582FD-B9BE-4B21-B183-C2E8E061FFDF}">
      <dgm:prSet/>
      <dgm:spPr/>
      <dgm:t>
        <a:bodyPr/>
        <a:lstStyle/>
        <a:p>
          <a:endParaRPr lang="en-US"/>
        </a:p>
      </dgm:t>
    </dgm:pt>
    <dgm:pt modelId="{CE3A22D1-E7EB-441D-8CCA-945DD42ADBE6}" type="pres">
      <dgm:prSet presAssocID="{9FAD8D5A-1289-4F3D-B490-12B6A76CCB29}" presName="Name0" presStyleCnt="0">
        <dgm:presLayoutVars>
          <dgm:dir/>
          <dgm:animLvl val="lvl"/>
          <dgm:resizeHandles val="exact"/>
        </dgm:presLayoutVars>
      </dgm:prSet>
      <dgm:spPr/>
    </dgm:pt>
    <dgm:pt modelId="{25C0C41B-D358-418A-89A8-6014DA3E54F5}" type="pres">
      <dgm:prSet presAssocID="{A959C362-C00D-45D3-A44A-FFF7F5ACFCC6}" presName="linNode" presStyleCnt="0"/>
      <dgm:spPr/>
    </dgm:pt>
    <dgm:pt modelId="{1FDF0540-0EB0-48E8-BA09-17123E3CCC9F}" type="pres">
      <dgm:prSet presAssocID="{A959C362-C00D-45D3-A44A-FFF7F5ACFCC6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8F7CC043-6445-45DE-8077-5D5D1246CA24}" type="pres">
      <dgm:prSet presAssocID="{A959C362-C00D-45D3-A44A-FFF7F5ACFCC6}" presName="descendantText" presStyleLbl="alignAccFollowNode1" presStyleIdx="0" presStyleCnt="5">
        <dgm:presLayoutVars>
          <dgm:bulletEnabled/>
        </dgm:presLayoutVars>
      </dgm:prSet>
      <dgm:spPr/>
    </dgm:pt>
    <dgm:pt modelId="{D0BFCC0E-05BA-45DF-BC28-9642ABCB9549}" type="pres">
      <dgm:prSet presAssocID="{37677978-C026-47FD-8181-6CED3C660CDA}" presName="sp" presStyleCnt="0"/>
      <dgm:spPr/>
    </dgm:pt>
    <dgm:pt modelId="{625C3797-E481-412A-8AE2-0A5116DEEEF4}" type="pres">
      <dgm:prSet presAssocID="{2329C9F6-C115-4BFD-8FBE-A276E2C62DA1}" presName="linNode" presStyleCnt="0"/>
      <dgm:spPr/>
    </dgm:pt>
    <dgm:pt modelId="{9EBB5DBE-FF94-40E6-8FA4-454A764EF99F}" type="pres">
      <dgm:prSet presAssocID="{2329C9F6-C115-4BFD-8FBE-A276E2C62DA1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D5A5E6BE-0538-4A01-83F9-2AAF37559210}" type="pres">
      <dgm:prSet presAssocID="{2329C9F6-C115-4BFD-8FBE-A276E2C62DA1}" presName="descendantText" presStyleLbl="alignAccFollowNode1" presStyleIdx="1" presStyleCnt="5">
        <dgm:presLayoutVars>
          <dgm:bulletEnabled/>
        </dgm:presLayoutVars>
      </dgm:prSet>
      <dgm:spPr/>
    </dgm:pt>
    <dgm:pt modelId="{29297BDC-97F2-4473-A3CD-D6665AAF87C7}" type="pres">
      <dgm:prSet presAssocID="{2E751E9C-E4AC-41D5-9A96-883C17E9D7A9}" presName="sp" presStyleCnt="0"/>
      <dgm:spPr/>
    </dgm:pt>
    <dgm:pt modelId="{F6207D90-7B20-4547-83B0-E80C3661FF0B}" type="pres">
      <dgm:prSet presAssocID="{DEB3B02E-1BF5-40EA-90A7-5B745239377C}" presName="linNode" presStyleCnt="0"/>
      <dgm:spPr/>
    </dgm:pt>
    <dgm:pt modelId="{91B4D3B8-C7C8-45E3-83B2-5790350B670E}" type="pres">
      <dgm:prSet presAssocID="{DEB3B02E-1BF5-40EA-90A7-5B745239377C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0C4FAFF2-96DB-43C0-A5CF-4C8A0E1F1FAF}" type="pres">
      <dgm:prSet presAssocID="{DEB3B02E-1BF5-40EA-90A7-5B745239377C}" presName="descendantText" presStyleLbl="alignAccFollowNode1" presStyleIdx="2" presStyleCnt="5">
        <dgm:presLayoutVars>
          <dgm:bulletEnabled/>
        </dgm:presLayoutVars>
      </dgm:prSet>
      <dgm:spPr/>
    </dgm:pt>
    <dgm:pt modelId="{8CB20DD7-F3CF-47A4-B558-74155EE37C00}" type="pres">
      <dgm:prSet presAssocID="{238A246E-9B07-4774-B658-541621D160BC}" presName="sp" presStyleCnt="0"/>
      <dgm:spPr/>
    </dgm:pt>
    <dgm:pt modelId="{EA93D21E-86CE-4DD9-A6B2-3AE7887B29FB}" type="pres">
      <dgm:prSet presAssocID="{760AD599-F4FC-4B8E-A4BA-B7AD1F4EB38E}" presName="linNode" presStyleCnt="0"/>
      <dgm:spPr/>
    </dgm:pt>
    <dgm:pt modelId="{77D6CD33-49B2-4384-A299-782A47E1AAFA}" type="pres">
      <dgm:prSet presAssocID="{760AD599-F4FC-4B8E-A4BA-B7AD1F4EB38E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489A998A-D12F-428D-BF72-19A85C55C74C}" type="pres">
      <dgm:prSet presAssocID="{760AD599-F4FC-4B8E-A4BA-B7AD1F4EB38E}" presName="descendantText" presStyleLbl="alignAccFollowNode1" presStyleIdx="3" presStyleCnt="5">
        <dgm:presLayoutVars>
          <dgm:bulletEnabled/>
        </dgm:presLayoutVars>
      </dgm:prSet>
      <dgm:spPr/>
    </dgm:pt>
    <dgm:pt modelId="{14F04840-7698-4EB8-A213-3DCCB55C14F2}" type="pres">
      <dgm:prSet presAssocID="{BA541B09-CD43-4DDB-8212-EAB505AEA2BC}" presName="sp" presStyleCnt="0"/>
      <dgm:spPr/>
    </dgm:pt>
    <dgm:pt modelId="{6D3142BD-BA02-45D5-ADEE-ECC4C546EF6B}" type="pres">
      <dgm:prSet presAssocID="{EAC1D051-4488-43D6-B5EC-4CBA647B9173}" presName="linNode" presStyleCnt="0"/>
      <dgm:spPr/>
    </dgm:pt>
    <dgm:pt modelId="{D969D054-7047-45AF-8222-119EBA589A27}" type="pres">
      <dgm:prSet presAssocID="{EAC1D051-4488-43D6-B5EC-4CBA647B9173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02D58D6C-DDB4-4398-9B81-12249A29C723}" type="pres">
      <dgm:prSet presAssocID="{EAC1D051-4488-43D6-B5EC-4CBA647B9173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4472C303-47E2-4A4A-AE3F-7F7CD2A6F98E}" srcId="{9FAD8D5A-1289-4F3D-B490-12B6A76CCB29}" destId="{A959C362-C00D-45D3-A44A-FFF7F5ACFCC6}" srcOrd="0" destOrd="0" parTransId="{E56666F9-9777-42E7-9F82-542EC74A3642}" sibTransId="{37677978-C026-47FD-8181-6CED3C660CDA}"/>
    <dgm:cxn modelId="{9917000D-0EAA-4A37-9889-561A406C3E93}" type="presOf" srcId="{80BDA275-1A10-4F18-89EC-8557BA7DE71F}" destId="{8F7CC043-6445-45DE-8077-5D5D1246CA24}" srcOrd="0" destOrd="0" presId="urn:microsoft.com/office/officeart/2016/7/layout/VerticalSolidActionList"/>
    <dgm:cxn modelId="{5636AD2E-8512-42EE-914F-1B9368AAF33D}" type="presOf" srcId="{46611733-4BBC-4120-A1F3-D4BBA759A645}" destId="{0C4FAFF2-96DB-43C0-A5CF-4C8A0E1F1FAF}" srcOrd="0" destOrd="0" presId="urn:microsoft.com/office/officeart/2016/7/layout/VerticalSolidActionList"/>
    <dgm:cxn modelId="{A216125E-9414-4E4F-8298-C9EA734FD92D}" srcId="{A959C362-C00D-45D3-A44A-FFF7F5ACFCC6}" destId="{80BDA275-1A10-4F18-89EC-8557BA7DE71F}" srcOrd="0" destOrd="0" parTransId="{26335712-02D3-4E89-83FF-1F1873A6F6C0}" sibTransId="{0A3F11C5-D461-4E64-884E-CF33A827B16F}"/>
    <dgm:cxn modelId="{8431C24A-DE5A-470D-98C8-F92D8F22752C}" type="presOf" srcId="{EAC1D051-4488-43D6-B5EC-4CBA647B9173}" destId="{D969D054-7047-45AF-8222-119EBA589A27}" srcOrd="0" destOrd="0" presId="urn:microsoft.com/office/officeart/2016/7/layout/VerticalSolidActionList"/>
    <dgm:cxn modelId="{410D9B54-D83C-46A8-9055-A577A0B2E26C}" srcId="{9FAD8D5A-1289-4F3D-B490-12B6A76CCB29}" destId="{DEB3B02E-1BF5-40EA-90A7-5B745239377C}" srcOrd="2" destOrd="0" parTransId="{7F444240-10BE-4F2D-9FB3-53718E0F91A2}" sibTransId="{238A246E-9B07-4774-B658-541621D160BC}"/>
    <dgm:cxn modelId="{13E9CA87-7919-49FE-AD1C-119832D88D93}" srcId="{2329C9F6-C115-4BFD-8FBE-A276E2C62DA1}" destId="{13E6AC1B-AAB9-44E3-8468-3B3A9796D1A9}" srcOrd="0" destOrd="0" parTransId="{CA1AB6F3-E919-4C45-95CB-CE7E6D8FEA38}" sibTransId="{790FAC4F-B6D6-4676-BC3D-47381AA1132B}"/>
    <dgm:cxn modelId="{C9631188-1888-4AD2-AA64-ADA95804E1A3}" srcId="{9FAD8D5A-1289-4F3D-B490-12B6A76CCB29}" destId="{EAC1D051-4488-43D6-B5EC-4CBA647B9173}" srcOrd="4" destOrd="0" parTransId="{5AD65B3F-4C3E-498A-BD65-6476A02E54BD}" sibTransId="{01843FC3-1700-4E19-AE1A-759F363008CB}"/>
    <dgm:cxn modelId="{08C3C291-6257-4D75-9780-D98071480B3E}" srcId="{DEB3B02E-1BF5-40EA-90A7-5B745239377C}" destId="{46611733-4BBC-4120-A1F3-D4BBA759A645}" srcOrd="0" destOrd="0" parTransId="{C336D5F9-7894-451B-9866-0F7867A1A6A5}" sibTransId="{9FDC6E1D-EDDC-4258-8135-04CD9D79838C}"/>
    <dgm:cxn modelId="{AFAC0EA3-F8C3-4982-A748-8D59E1F9E2E5}" type="presOf" srcId="{0EA2E228-E37B-4BAD-98D0-A8CFCF2C4CEA}" destId="{02D58D6C-DDB4-4398-9B81-12249A29C723}" srcOrd="0" destOrd="0" presId="urn:microsoft.com/office/officeart/2016/7/layout/VerticalSolidActionList"/>
    <dgm:cxn modelId="{7EEFBAA9-5829-4E18-AA89-E9DBF2BD8C70}" type="presOf" srcId="{760AD599-F4FC-4B8E-A4BA-B7AD1F4EB38E}" destId="{77D6CD33-49B2-4384-A299-782A47E1AAFA}" srcOrd="0" destOrd="0" presId="urn:microsoft.com/office/officeart/2016/7/layout/VerticalSolidActionList"/>
    <dgm:cxn modelId="{1EE357BF-4989-4F1A-BEFB-4E4A7103446E}" type="presOf" srcId="{DEB3B02E-1BF5-40EA-90A7-5B745239377C}" destId="{91B4D3B8-C7C8-45E3-83B2-5790350B670E}" srcOrd="0" destOrd="0" presId="urn:microsoft.com/office/officeart/2016/7/layout/VerticalSolidActionList"/>
    <dgm:cxn modelId="{AEAF6CC8-9697-4747-8E41-AE4D211EBF90}" type="presOf" srcId="{13E6AC1B-AAB9-44E3-8468-3B3A9796D1A9}" destId="{D5A5E6BE-0538-4A01-83F9-2AAF37559210}" srcOrd="0" destOrd="0" presId="urn:microsoft.com/office/officeart/2016/7/layout/VerticalSolidActionList"/>
    <dgm:cxn modelId="{11B346DC-6D9F-48C0-AD59-B231FC1F9CEA}" srcId="{760AD599-F4FC-4B8E-A4BA-B7AD1F4EB38E}" destId="{C7839901-9A7D-4C47-B6B0-5C34C60C2DAA}" srcOrd="0" destOrd="0" parTransId="{CE3FD755-B96F-40C3-9A3C-4D6BC8799C33}" sibTransId="{20B510B7-C386-4D04-BA9B-6A5E81EAC746}"/>
    <dgm:cxn modelId="{DC5448E3-59A6-481F-A556-FF3A1B4D000C}" type="presOf" srcId="{2329C9F6-C115-4BFD-8FBE-A276E2C62DA1}" destId="{9EBB5DBE-FF94-40E6-8FA4-454A764EF99F}" srcOrd="0" destOrd="0" presId="urn:microsoft.com/office/officeart/2016/7/layout/VerticalSolidActionList"/>
    <dgm:cxn modelId="{685E3FEE-9458-4EE3-BB15-8598B568344D}" type="presOf" srcId="{9FAD8D5A-1289-4F3D-B490-12B6A76CCB29}" destId="{CE3A22D1-E7EB-441D-8CCA-945DD42ADBE6}" srcOrd="0" destOrd="0" presId="urn:microsoft.com/office/officeart/2016/7/layout/VerticalSolidActionList"/>
    <dgm:cxn modelId="{A58F54F1-EC4E-4303-B482-7A4BACAC3769}" type="presOf" srcId="{A959C362-C00D-45D3-A44A-FFF7F5ACFCC6}" destId="{1FDF0540-0EB0-48E8-BA09-17123E3CCC9F}" srcOrd="0" destOrd="0" presId="urn:microsoft.com/office/officeart/2016/7/layout/VerticalSolidActionList"/>
    <dgm:cxn modelId="{408377F1-15B3-408D-82ED-4C3C1D3CB502}" srcId="{9FAD8D5A-1289-4F3D-B490-12B6A76CCB29}" destId="{2329C9F6-C115-4BFD-8FBE-A276E2C62DA1}" srcOrd="1" destOrd="0" parTransId="{D1236134-CADB-4E80-B27C-558979446F9D}" sibTransId="{2E751E9C-E4AC-41D5-9A96-883C17E9D7A9}"/>
    <dgm:cxn modelId="{45085FF6-524D-4B2F-942F-E3F400D5453F}" type="presOf" srcId="{C7839901-9A7D-4C47-B6B0-5C34C60C2DAA}" destId="{489A998A-D12F-428D-BF72-19A85C55C74C}" srcOrd="0" destOrd="0" presId="urn:microsoft.com/office/officeart/2016/7/layout/VerticalSolidActionList"/>
    <dgm:cxn modelId="{E9D582FD-B9BE-4B21-B183-C2E8E061FFDF}" srcId="{EAC1D051-4488-43D6-B5EC-4CBA647B9173}" destId="{0EA2E228-E37B-4BAD-98D0-A8CFCF2C4CEA}" srcOrd="0" destOrd="0" parTransId="{E1DAEC40-F27C-4629-85B9-1DB4F904CA15}" sibTransId="{0F9E1313-8DBE-486B-99C1-4C9BE14AF348}"/>
    <dgm:cxn modelId="{9EC3CDFE-7A22-4532-A669-5F9D76D3F6BB}" srcId="{9FAD8D5A-1289-4F3D-B490-12B6A76CCB29}" destId="{760AD599-F4FC-4B8E-A4BA-B7AD1F4EB38E}" srcOrd="3" destOrd="0" parTransId="{71DF80C7-755D-4482-842A-F7DDC0F71FF5}" sibTransId="{BA541B09-CD43-4DDB-8212-EAB505AEA2BC}"/>
    <dgm:cxn modelId="{BC0E51C4-39B8-4B9A-80CB-EE7900F1113E}" type="presParOf" srcId="{CE3A22D1-E7EB-441D-8CCA-945DD42ADBE6}" destId="{25C0C41B-D358-418A-89A8-6014DA3E54F5}" srcOrd="0" destOrd="0" presId="urn:microsoft.com/office/officeart/2016/7/layout/VerticalSolidActionList"/>
    <dgm:cxn modelId="{5DFC9804-F1E4-4676-B19F-637C19ECA448}" type="presParOf" srcId="{25C0C41B-D358-418A-89A8-6014DA3E54F5}" destId="{1FDF0540-0EB0-48E8-BA09-17123E3CCC9F}" srcOrd="0" destOrd="0" presId="urn:microsoft.com/office/officeart/2016/7/layout/VerticalSolidActionList"/>
    <dgm:cxn modelId="{0C84BF70-C56B-466B-A13C-127AC5B89F6B}" type="presParOf" srcId="{25C0C41B-D358-418A-89A8-6014DA3E54F5}" destId="{8F7CC043-6445-45DE-8077-5D5D1246CA24}" srcOrd="1" destOrd="0" presId="urn:microsoft.com/office/officeart/2016/7/layout/VerticalSolidActionList"/>
    <dgm:cxn modelId="{6DFE6EEE-615E-4528-90D8-40CBD093512E}" type="presParOf" srcId="{CE3A22D1-E7EB-441D-8CCA-945DD42ADBE6}" destId="{D0BFCC0E-05BA-45DF-BC28-9642ABCB9549}" srcOrd="1" destOrd="0" presId="urn:microsoft.com/office/officeart/2016/7/layout/VerticalSolidActionList"/>
    <dgm:cxn modelId="{4DF7A082-29E3-4486-AA1D-A48034395A9E}" type="presParOf" srcId="{CE3A22D1-E7EB-441D-8CCA-945DD42ADBE6}" destId="{625C3797-E481-412A-8AE2-0A5116DEEEF4}" srcOrd="2" destOrd="0" presId="urn:microsoft.com/office/officeart/2016/7/layout/VerticalSolidActionList"/>
    <dgm:cxn modelId="{DF61FAE0-3F95-4DF4-844A-299D07B90A12}" type="presParOf" srcId="{625C3797-E481-412A-8AE2-0A5116DEEEF4}" destId="{9EBB5DBE-FF94-40E6-8FA4-454A764EF99F}" srcOrd="0" destOrd="0" presId="urn:microsoft.com/office/officeart/2016/7/layout/VerticalSolidActionList"/>
    <dgm:cxn modelId="{75A67D15-05D0-4B19-AC12-C1D11B6ADD7A}" type="presParOf" srcId="{625C3797-E481-412A-8AE2-0A5116DEEEF4}" destId="{D5A5E6BE-0538-4A01-83F9-2AAF37559210}" srcOrd="1" destOrd="0" presId="urn:microsoft.com/office/officeart/2016/7/layout/VerticalSolidActionList"/>
    <dgm:cxn modelId="{416AC38B-9B29-499A-9E16-B89D20EA95D0}" type="presParOf" srcId="{CE3A22D1-E7EB-441D-8CCA-945DD42ADBE6}" destId="{29297BDC-97F2-4473-A3CD-D6665AAF87C7}" srcOrd="3" destOrd="0" presId="urn:microsoft.com/office/officeart/2016/7/layout/VerticalSolidActionList"/>
    <dgm:cxn modelId="{CA840EE1-9CE9-4561-BBCE-DE52554895BD}" type="presParOf" srcId="{CE3A22D1-E7EB-441D-8CCA-945DD42ADBE6}" destId="{F6207D90-7B20-4547-83B0-E80C3661FF0B}" srcOrd="4" destOrd="0" presId="urn:microsoft.com/office/officeart/2016/7/layout/VerticalSolidActionList"/>
    <dgm:cxn modelId="{9355CD89-45A7-4A34-AB07-ED39B4FA8AEE}" type="presParOf" srcId="{F6207D90-7B20-4547-83B0-E80C3661FF0B}" destId="{91B4D3B8-C7C8-45E3-83B2-5790350B670E}" srcOrd="0" destOrd="0" presId="urn:microsoft.com/office/officeart/2016/7/layout/VerticalSolidActionList"/>
    <dgm:cxn modelId="{C4B881FB-CB23-45DF-B8BC-F110A9993B03}" type="presParOf" srcId="{F6207D90-7B20-4547-83B0-E80C3661FF0B}" destId="{0C4FAFF2-96DB-43C0-A5CF-4C8A0E1F1FAF}" srcOrd="1" destOrd="0" presId="urn:microsoft.com/office/officeart/2016/7/layout/VerticalSolidActionList"/>
    <dgm:cxn modelId="{CDF1B5BD-8C62-4EA3-A215-2C14DA9BCF23}" type="presParOf" srcId="{CE3A22D1-E7EB-441D-8CCA-945DD42ADBE6}" destId="{8CB20DD7-F3CF-47A4-B558-74155EE37C00}" srcOrd="5" destOrd="0" presId="urn:microsoft.com/office/officeart/2016/7/layout/VerticalSolidActionList"/>
    <dgm:cxn modelId="{6CBF5E35-8E89-445F-9E59-328BFC794A92}" type="presParOf" srcId="{CE3A22D1-E7EB-441D-8CCA-945DD42ADBE6}" destId="{EA93D21E-86CE-4DD9-A6B2-3AE7887B29FB}" srcOrd="6" destOrd="0" presId="urn:microsoft.com/office/officeart/2016/7/layout/VerticalSolidActionList"/>
    <dgm:cxn modelId="{0EF3E45D-5ADA-4E07-8147-5ADB234065AE}" type="presParOf" srcId="{EA93D21E-86CE-4DD9-A6B2-3AE7887B29FB}" destId="{77D6CD33-49B2-4384-A299-782A47E1AAFA}" srcOrd="0" destOrd="0" presId="urn:microsoft.com/office/officeart/2016/7/layout/VerticalSolidActionList"/>
    <dgm:cxn modelId="{57F217A0-211A-4A90-9EEF-B1321F27909D}" type="presParOf" srcId="{EA93D21E-86CE-4DD9-A6B2-3AE7887B29FB}" destId="{489A998A-D12F-428D-BF72-19A85C55C74C}" srcOrd="1" destOrd="0" presId="urn:microsoft.com/office/officeart/2016/7/layout/VerticalSolidActionList"/>
    <dgm:cxn modelId="{D970A7D0-ECD1-4E91-A52C-820EC5AEEF90}" type="presParOf" srcId="{CE3A22D1-E7EB-441D-8CCA-945DD42ADBE6}" destId="{14F04840-7698-4EB8-A213-3DCCB55C14F2}" srcOrd="7" destOrd="0" presId="urn:microsoft.com/office/officeart/2016/7/layout/VerticalSolidActionList"/>
    <dgm:cxn modelId="{BF68D3C3-2BDC-4B04-87C8-98700E4C46F1}" type="presParOf" srcId="{CE3A22D1-E7EB-441D-8CCA-945DD42ADBE6}" destId="{6D3142BD-BA02-45D5-ADEE-ECC4C546EF6B}" srcOrd="8" destOrd="0" presId="urn:microsoft.com/office/officeart/2016/7/layout/VerticalSolidActionList"/>
    <dgm:cxn modelId="{C0332AA0-E239-4EFB-BB9D-DC6F66E47ADB}" type="presParOf" srcId="{6D3142BD-BA02-45D5-ADEE-ECC4C546EF6B}" destId="{D969D054-7047-45AF-8222-119EBA589A27}" srcOrd="0" destOrd="0" presId="urn:microsoft.com/office/officeart/2016/7/layout/VerticalSolidActionList"/>
    <dgm:cxn modelId="{922F11C3-DEFA-47C4-82B1-C5D1EF34E746}" type="presParOf" srcId="{6D3142BD-BA02-45D5-ADEE-ECC4C546EF6B}" destId="{02D58D6C-DDB4-4398-9B81-12249A29C723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E8AFAD-82F9-459C-A8E0-9D1AA617B226}" type="doc">
      <dgm:prSet loTypeId="urn:microsoft.com/office/officeart/2018/2/layout/IconCircleList#1" loCatId="icon" qsTypeId="urn:microsoft.com/office/officeart/2005/8/quickstyle/simple1#5" qsCatId="simple" csTypeId="urn:microsoft.com/office/officeart/2018/5/colors/Iconchunking_neutralicon_colorful1#1" csCatId="colorful" phldr="1"/>
      <dgm:spPr/>
      <dgm:t>
        <a:bodyPr/>
        <a:lstStyle/>
        <a:p>
          <a:endParaRPr lang="en-US"/>
        </a:p>
      </dgm:t>
    </dgm:pt>
    <dgm:pt modelId="{55251C98-E61F-4B7A-9950-3C638218BEA0}">
      <dgm:prSet/>
      <dgm:spPr/>
      <dgm:t>
        <a:bodyPr/>
        <a:lstStyle/>
        <a:p>
          <a:r>
            <a:rPr lang="en-GB"/>
            <a:t>Clinical Simulation</a:t>
          </a:r>
          <a:endParaRPr lang="en-US"/>
        </a:p>
      </dgm:t>
    </dgm:pt>
    <dgm:pt modelId="{2F595C30-392A-4119-B94D-5874AD78DED5}" type="parTrans" cxnId="{897E1FDB-E680-487E-86CB-E7413086F1F1}">
      <dgm:prSet/>
      <dgm:spPr/>
      <dgm:t>
        <a:bodyPr/>
        <a:lstStyle/>
        <a:p>
          <a:endParaRPr lang="en-US"/>
        </a:p>
      </dgm:t>
    </dgm:pt>
    <dgm:pt modelId="{1F02BBD2-2133-458B-AB21-6C0D669B5731}" type="sibTrans" cxnId="{897E1FDB-E680-487E-86CB-E7413086F1F1}">
      <dgm:prSet/>
      <dgm:spPr/>
      <dgm:t>
        <a:bodyPr/>
        <a:lstStyle/>
        <a:p>
          <a:endParaRPr lang="en-US"/>
        </a:p>
      </dgm:t>
    </dgm:pt>
    <dgm:pt modelId="{91BAF3B4-3092-40F5-8AA5-1FCDFE07C21C}">
      <dgm:prSet/>
      <dgm:spPr/>
      <dgm:t>
        <a:bodyPr/>
        <a:lstStyle/>
        <a:p>
          <a:r>
            <a:rPr lang="en-GB"/>
            <a:t>Reflective practice</a:t>
          </a:r>
          <a:endParaRPr lang="en-US"/>
        </a:p>
      </dgm:t>
    </dgm:pt>
    <dgm:pt modelId="{ADD2AB4D-32D3-4A88-A333-A985B8B56606}" type="parTrans" cxnId="{B970A604-787B-4AB2-A9A0-D02DBFD36C24}">
      <dgm:prSet/>
      <dgm:spPr/>
      <dgm:t>
        <a:bodyPr/>
        <a:lstStyle/>
        <a:p>
          <a:endParaRPr lang="en-US"/>
        </a:p>
      </dgm:t>
    </dgm:pt>
    <dgm:pt modelId="{36821FB8-40C6-4A2E-8A25-A91A38CABF24}" type="sibTrans" cxnId="{B970A604-787B-4AB2-A9A0-D02DBFD36C24}">
      <dgm:prSet/>
      <dgm:spPr/>
      <dgm:t>
        <a:bodyPr/>
        <a:lstStyle/>
        <a:p>
          <a:endParaRPr lang="en-US"/>
        </a:p>
      </dgm:t>
    </dgm:pt>
    <dgm:pt modelId="{919C3E43-F046-44D8-8F2A-5AD361E447FE}">
      <dgm:prSet/>
      <dgm:spPr/>
      <dgm:t>
        <a:bodyPr/>
        <a:lstStyle/>
        <a:p>
          <a:r>
            <a:rPr lang="en-GB"/>
            <a:t>Practice placements</a:t>
          </a:r>
          <a:endParaRPr lang="en-US"/>
        </a:p>
      </dgm:t>
    </dgm:pt>
    <dgm:pt modelId="{8542CEA0-BE10-44D0-A432-1868B3372D54}" type="parTrans" cxnId="{4FE9E5D3-E2AD-416E-9A0E-187A61F1BABA}">
      <dgm:prSet/>
      <dgm:spPr/>
      <dgm:t>
        <a:bodyPr/>
        <a:lstStyle/>
        <a:p>
          <a:endParaRPr lang="en-US"/>
        </a:p>
      </dgm:t>
    </dgm:pt>
    <dgm:pt modelId="{1E8F3AAE-4E5C-4487-A505-3BF8B34EB1E7}" type="sibTrans" cxnId="{4FE9E5D3-E2AD-416E-9A0E-187A61F1BABA}">
      <dgm:prSet/>
      <dgm:spPr/>
      <dgm:t>
        <a:bodyPr/>
        <a:lstStyle/>
        <a:p>
          <a:endParaRPr lang="en-US"/>
        </a:p>
      </dgm:t>
    </dgm:pt>
    <dgm:pt modelId="{A2DD7B8B-309B-4828-BB35-332824F27EC4}">
      <dgm:prSet/>
      <dgm:spPr/>
      <dgm:t>
        <a:bodyPr/>
        <a:lstStyle/>
        <a:p>
          <a:r>
            <a:rPr lang="en-GB"/>
            <a:t>Portfolio development</a:t>
          </a:r>
          <a:endParaRPr lang="en-US"/>
        </a:p>
      </dgm:t>
    </dgm:pt>
    <dgm:pt modelId="{E78B4FE0-3F8D-462D-BDEB-3EA97284C989}" type="parTrans" cxnId="{0D65987F-B556-4F04-B406-3CAFEC5B1A83}">
      <dgm:prSet/>
      <dgm:spPr/>
      <dgm:t>
        <a:bodyPr/>
        <a:lstStyle/>
        <a:p>
          <a:endParaRPr lang="en-US"/>
        </a:p>
      </dgm:t>
    </dgm:pt>
    <dgm:pt modelId="{4AAA2948-7521-4334-9C90-184EDD581CCC}" type="sibTrans" cxnId="{0D65987F-B556-4F04-B406-3CAFEC5B1A83}">
      <dgm:prSet/>
      <dgm:spPr/>
      <dgm:t>
        <a:bodyPr/>
        <a:lstStyle/>
        <a:p>
          <a:endParaRPr lang="en-US"/>
        </a:p>
      </dgm:t>
    </dgm:pt>
    <dgm:pt modelId="{DDC00D4E-F465-4816-A7CA-D07FB89CCA29}" type="pres">
      <dgm:prSet presAssocID="{D7E8AFAD-82F9-459C-A8E0-9D1AA617B226}" presName="root" presStyleCnt="0">
        <dgm:presLayoutVars>
          <dgm:dir/>
          <dgm:resizeHandles val="exact"/>
        </dgm:presLayoutVars>
      </dgm:prSet>
      <dgm:spPr/>
    </dgm:pt>
    <dgm:pt modelId="{1DDEF1F5-B610-462F-9104-C8754DD752F4}" type="pres">
      <dgm:prSet presAssocID="{D7E8AFAD-82F9-459C-A8E0-9D1AA617B226}" presName="container" presStyleCnt="0">
        <dgm:presLayoutVars>
          <dgm:dir/>
          <dgm:resizeHandles val="exact"/>
        </dgm:presLayoutVars>
      </dgm:prSet>
      <dgm:spPr/>
    </dgm:pt>
    <dgm:pt modelId="{21EF2A70-1842-41ED-91A9-481496C39B59}" type="pres">
      <dgm:prSet presAssocID="{55251C98-E61F-4B7A-9950-3C638218BEA0}" presName="compNode" presStyleCnt="0"/>
      <dgm:spPr/>
    </dgm:pt>
    <dgm:pt modelId="{6B895C71-A98D-46AD-9EAC-D60FB4E72E56}" type="pres">
      <dgm:prSet presAssocID="{55251C98-E61F-4B7A-9950-3C638218BEA0}" presName="iconBgRect" presStyleLbl="bgShp" presStyleIdx="0" presStyleCnt="4"/>
      <dgm:spPr/>
    </dgm:pt>
    <dgm:pt modelId="{095B800C-961E-4758-B320-020B7F7BE5A2}" type="pres">
      <dgm:prSet presAssocID="{55251C98-E61F-4B7A-9950-3C638218BE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5BEB37B9-99F6-4D3C-A74B-F78913F69204}" type="pres">
      <dgm:prSet presAssocID="{55251C98-E61F-4B7A-9950-3C638218BEA0}" presName="spaceRect" presStyleCnt="0"/>
      <dgm:spPr/>
    </dgm:pt>
    <dgm:pt modelId="{B2C00A85-D5C7-430B-B334-2DC95E70B8A2}" type="pres">
      <dgm:prSet presAssocID="{55251C98-E61F-4B7A-9950-3C638218BEA0}" presName="textRect" presStyleLbl="revTx" presStyleIdx="0" presStyleCnt="4">
        <dgm:presLayoutVars>
          <dgm:chMax val="1"/>
          <dgm:chPref val="1"/>
        </dgm:presLayoutVars>
      </dgm:prSet>
      <dgm:spPr/>
    </dgm:pt>
    <dgm:pt modelId="{F884A018-ADCF-43A2-B394-288B934BCEA5}" type="pres">
      <dgm:prSet presAssocID="{1F02BBD2-2133-458B-AB21-6C0D669B5731}" presName="sibTrans" presStyleLbl="sibTrans2D1" presStyleIdx="0" presStyleCnt="0"/>
      <dgm:spPr/>
    </dgm:pt>
    <dgm:pt modelId="{66A79FD4-6884-4091-8DF8-2C01187D1B62}" type="pres">
      <dgm:prSet presAssocID="{91BAF3B4-3092-40F5-8AA5-1FCDFE07C21C}" presName="compNode" presStyleCnt="0"/>
      <dgm:spPr/>
    </dgm:pt>
    <dgm:pt modelId="{44C58EF4-0C48-4A98-9521-80033566282F}" type="pres">
      <dgm:prSet presAssocID="{91BAF3B4-3092-40F5-8AA5-1FCDFE07C21C}" presName="iconBgRect" presStyleLbl="bgShp" presStyleIdx="1" presStyleCnt="4"/>
      <dgm:spPr/>
    </dgm:pt>
    <dgm:pt modelId="{3CAB8791-5AA8-4B69-8D1C-2BDC2336B4AE}" type="pres">
      <dgm:prSet presAssocID="{91BAF3B4-3092-40F5-8AA5-1FCDFE07C2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A3C0996D-6338-40F5-9B14-D2D72C2B9D18}" type="pres">
      <dgm:prSet presAssocID="{91BAF3B4-3092-40F5-8AA5-1FCDFE07C21C}" presName="spaceRect" presStyleCnt="0"/>
      <dgm:spPr/>
    </dgm:pt>
    <dgm:pt modelId="{55CCD1C8-72AD-4D66-B33D-9009D38A9AB3}" type="pres">
      <dgm:prSet presAssocID="{91BAF3B4-3092-40F5-8AA5-1FCDFE07C21C}" presName="textRect" presStyleLbl="revTx" presStyleIdx="1" presStyleCnt="4">
        <dgm:presLayoutVars>
          <dgm:chMax val="1"/>
          <dgm:chPref val="1"/>
        </dgm:presLayoutVars>
      </dgm:prSet>
      <dgm:spPr/>
    </dgm:pt>
    <dgm:pt modelId="{054FAC7D-8FC3-4E91-8A84-107A29679FD9}" type="pres">
      <dgm:prSet presAssocID="{36821FB8-40C6-4A2E-8A25-A91A38CABF24}" presName="sibTrans" presStyleLbl="sibTrans2D1" presStyleIdx="0" presStyleCnt="0"/>
      <dgm:spPr/>
    </dgm:pt>
    <dgm:pt modelId="{8A802B3E-1035-464F-B5F8-38843F02E7B9}" type="pres">
      <dgm:prSet presAssocID="{919C3E43-F046-44D8-8F2A-5AD361E447FE}" presName="compNode" presStyleCnt="0"/>
      <dgm:spPr/>
    </dgm:pt>
    <dgm:pt modelId="{034C1BCF-F7C2-4A55-8EFF-8108ED10CE69}" type="pres">
      <dgm:prSet presAssocID="{919C3E43-F046-44D8-8F2A-5AD361E447FE}" presName="iconBgRect" presStyleLbl="bgShp" presStyleIdx="2" presStyleCnt="4"/>
      <dgm:spPr/>
    </dgm:pt>
    <dgm:pt modelId="{F4908CA1-AAC6-4F87-B041-75890E634E58}" type="pres">
      <dgm:prSet presAssocID="{919C3E43-F046-44D8-8F2A-5AD361E447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8EDC3070-2A62-46FC-AC48-399964191022}" type="pres">
      <dgm:prSet presAssocID="{919C3E43-F046-44D8-8F2A-5AD361E447FE}" presName="spaceRect" presStyleCnt="0"/>
      <dgm:spPr/>
    </dgm:pt>
    <dgm:pt modelId="{953AAE2F-DF9C-48F7-8548-445CAB20EFEE}" type="pres">
      <dgm:prSet presAssocID="{919C3E43-F046-44D8-8F2A-5AD361E447FE}" presName="textRect" presStyleLbl="revTx" presStyleIdx="2" presStyleCnt="4">
        <dgm:presLayoutVars>
          <dgm:chMax val="1"/>
          <dgm:chPref val="1"/>
        </dgm:presLayoutVars>
      </dgm:prSet>
      <dgm:spPr/>
    </dgm:pt>
    <dgm:pt modelId="{B9C37228-8417-43A4-8815-F046DC5DF4F0}" type="pres">
      <dgm:prSet presAssocID="{1E8F3AAE-4E5C-4487-A505-3BF8B34EB1E7}" presName="sibTrans" presStyleLbl="sibTrans2D1" presStyleIdx="0" presStyleCnt="0"/>
      <dgm:spPr/>
    </dgm:pt>
    <dgm:pt modelId="{3E9FC37E-4D94-487A-B5AD-B4C7828C3D8B}" type="pres">
      <dgm:prSet presAssocID="{A2DD7B8B-309B-4828-BB35-332824F27EC4}" presName="compNode" presStyleCnt="0"/>
      <dgm:spPr/>
    </dgm:pt>
    <dgm:pt modelId="{C3985205-FF43-4510-928C-487C7CC8009F}" type="pres">
      <dgm:prSet presAssocID="{A2DD7B8B-309B-4828-BB35-332824F27EC4}" presName="iconBgRect" presStyleLbl="bgShp" presStyleIdx="3" presStyleCnt="4"/>
      <dgm:spPr/>
    </dgm:pt>
    <dgm:pt modelId="{8C3B1754-4196-4CC6-8559-263ACC2E8592}" type="pres">
      <dgm:prSet presAssocID="{A2DD7B8B-309B-4828-BB35-332824F27E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</dgm:pt>
    <dgm:pt modelId="{F3D97233-6EEE-4A26-9E47-E303F5B75B05}" type="pres">
      <dgm:prSet presAssocID="{A2DD7B8B-309B-4828-BB35-332824F27EC4}" presName="spaceRect" presStyleCnt="0"/>
      <dgm:spPr/>
    </dgm:pt>
    <dgm:pt modelId="{2292E262-B87A-42CD-85C0-99301FBCFEAA}" type="pres">
      <dgm:prSet presAssocID="{A2DD7B8B-309B-4828-BB35-332824F27E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970A604-787B-4AB2-A9A0-D02DBFD36C24}" srcId="{D7E8AFAD-82F9-459C-A8E0-9D1AA617B226}" destId="{91BAF3B4-3092-40F5-8AA5-1FCDFE07C21C}" srcOrd="1" destOrd="0" parTransId="{ADD2AB4D-32D3-4A88-A333-A985B8B56606}" sibTransId="{36821FB8-40C6-4A2E-8A25-A91A38CABF24}"/>
    <dgm:cxn modelId="{14330D19-A4CC-43B5-93F1-4018E2C85042}" type="presOf" srcId="{D7E8AFAD-82F9-459C-A8E0-9D1AA617B226}" destId="{DDC00D4E-F465-4816-A7CA-D07FB89CCA29}" srcOrd="0" destOrd="0" presId="urn:microsoft.com/office/officeart/2018/2/layout/IconCircleList#1"/>
    <dgm:cxn modelId="{EB549833-37AF-4438-896B-D87DB17F2E21}" type="presOf" srcId="{36821FB8-40C6-4A2E-8A25-A91A38CABF24}" destId="{054FAC7D-8FC3-4E91-8A84-107A29679FD9}" srcOrd="0" destOrd="0" presId="urn:microsoft.com/office/officeart/2018/2/layout/IconCircleList#1"/>
    <dgm:cxn modelId="{D4B48D36-AFCB-4F54-AB7F-AA7B102C55E7}" type="presOf" srcId="{91BAF3B4-3092-40F5-8AA5-1FCDFE07C21C}" destId="{55CCD1C8-72AD-4D66-B33D-9009D38A9AB3}" srcOrd="0" destOrd="0" presId="urn:microsoft.com/office/officeart/2018/2/layout/IconCircleList#1"/>
    <dgm:cxn modelId="{A2C4E577-C3A1-4687-9F35-A5450E2587ED}" type="presOf" srcId="{1F02BBD2-2133-458B-AB21-6C0D669B5731}" destId="{F884A018-ADCF-43A2-B394-288B934BCEA5}" srcOrd="0" destOrd="0" presId="urn:microsoft.com/office/officeart/2018/2/layout/IconCircleList#1"/>
    <dgm:cxn modelId="{D14FAF78-EFFE-4B2E-8BA7-C064A60A1295}" type="presOf" srcId="{A2DD7B8B-309B-4828-BB35-332824F27EC4}" destId="{2292E262-B87A-42CD-85C0-99301FBCFEAA}" srcOrd="0" destOrd="0" presId="urn:microsoft.com/office/officeart/2018/2/layout/IconCircleList#1"/>
    <dgm:cxn modelId="{502C687A-A140-4E01-AC1B-357F69B1A079}" type="presOf" srcId="{55251C98-E61F-4B7A-9950-3C638218BEA0}" destId="{B2C00A85-D5C7-430B-B334-2DC95E70B8A2}" srcOrd="0" destOrd="0" presId="urn:microsoft.com/office/officeart/2018/2/layout/IconCircleList#1"/>
    <dgm:cxn modelId="{0D65987F-B556-4F04-B406-3CAFEC5B1A83}" srcId="{D7E8AFAD-82F9-459C-A8E0-9D1AA617B226}" destId="{A2DD7B8B-309B-4828-BB35-332824F27EC4}" srcOrd="3" destOrd="0" parTransId="{E78B4FE0-3F8D-462D-BDEB-3EA97284C989}" sibTransId="{4AAA2948-7521-4334-9C90-184EDD581CCC}"/>
    <dgm:cxn modelId="{A5624EC9-CB3B-4367-A486-A494E5303A0C}" type="presOf" srcId="{919C3E43-F046-44D8-8F2A-5AD361E447FE}" destId="{953AAE2F-DF9C-48F7-8548-445CAB20EFEE}" srcOrd="0" destOrd="0" presId="urn:microsoft.com/office/officeart/2018/2/layout/IconCircleList#1"/>
    <dgm:cxn modelId="{D281B0CC-44EE-4834-86B7-236BFC6C622C}" type="presOf" srcId="{1E8F3AAE-4E5C-4487-A505-3BF8B34EB1E7}" destId="{B9C37228-8417-43A4-8815-F046DC5DF4F0}" srcOrd="0" destOrd="0" presId="urn:microsoft.com/office/officeart/2018/2/layout/IconCircleList#1"/>
    <dgm:cxn modelId="{4FE9E5D3-E2AD-416E-9A0E-187A61F1BABA}" srcId="{D7E8AFAD-82F9-459C-A8E0-9D1AA617B226}" destId="{919C3E43-F046-44D8-8F2A-5AD361E447FE}" srcOrd="2" destOrd="0" parTransId="{8542CEA0-BE10-44D0-A432-1868B3372D54}" sibTransId="{1E8F3AAE-4E5C-4487-A505-3BF8B34EB1E7}"/>
    <dgm:cxn modelId="{897E1FDB-E680-487E-86CB-E7413086F1F1}" srcId="{D7E8AFAD-82F9-459C-A8E0-9D1AA617B226}" destId="{55251C98-E61F-4B7A-9950-3C638218BEA0}" srcOrd="0" destOrd="0" parTransId="{2F595C30-392A-4119-B94D-5874AD78DED5}" sibTransId="{1F02BBD2-2133-458B-AB21-6C0D669B5731}"/>
    <dgm:cxn modelId="{BDEE008B-B88F-4045-8EDF-4D7FE9D8B6B8}" type="presParOf" srcId="{DDC00D4E-F465-4816-A7CA-D07FB89CCA29}" destId="{1DDEF1F5-B610-462F-9104-C8754DD752F4}" srcOrd="0" destOrd="0" presId="urn:microsoft.com/office/officeart/2018/2/layout/IconCircleList#1"/>
    <dgm:cxn modelId="{CB55B4A4-F23A-47FC-8B27-A5BB21A7DC53}" type="presParOf" srcId="{1DDEF1F5-B610-462F-9104-C8754DD752F4}" destId="{21EF2A70-1842-41ED-91A9-481496C39B59}" srcOrd="0" destOrd="0" presId="urn:microsoft.com/office/officeart/2018/2/layout/IconCircleList#1"/>
    <dgm:cxn modelId="{D5A6465C-0D09-49BB-8595-D70DC4761ACB}" type="presParOf" srcId="{21EF2A70-1842-41ED-91A9-481496C39B59}" destId="{6B895C71-A98D-46AD-9EAC-D60FB4E72E56}" srcOrd="0" destOrd="0" presId="urn:microsoft.com/office/officeart/2018/2/layout/IconCircleList#1"/>
    <dgm:cxn modelId="{0EBC4204-26BB-41DA-B351-07FC0652A037}" type="presParOf" srcId="{21EF2A70-1842-41ED-91A9-481496C39B59}" destId="{095B800C-961E-4758-B320-020B7F7BE5A2}" srcOrd="1" destOrd="0" presId="urn:microsoft.com/office/officeart/2018/2/layout/IconCircleList#1"/>
    <dgm:cxn modelId="{F5275B17-2ABE-442E-B4EB-2FA2256B4079}" type="presParOf" srcId="{21EF2A70-1842-41ED-91A9-481496C39B59}" destId="{5BEB37B9-99F6-4D3C-A74B-F78913F69204}" srcOrd="2" destOrd="0" presId="urn:microsoft.com/office/officeart/2018/2/layout/IconCircleList#1"/>
    <dgm:cxn modelId="{14F991F2-4F68-4D7D-8345-4A00E210B232}" type="presParOf" srcId="{21EF2A70-1842-41ED-91A9-481496C39B59}" destId="{B2C00A85-D5C7-430B-B334-2DC95E70B8A2}" srcOrd="3" destOrd="0" presId="urn:microsoft.com/office/officeart/2018/2/layout/IconCircleList#1"/>
    <dgm:cxn modelId="{3A236B62-63BF-4887-9632-ED637797344A}" type="presParOf" srcId="{1DDEF1F5-B610-462F-9104-C8754DD752F4}" destId="{F884A018-ADCF-43A2-B394-288B934BCEA5}" srcOrd="1" destOrd="0" presId="urn:microsoft.com/office/officeart/2018/2/layout/IconCircleList#1"/>
    <dgm:cxn modelId="{4561477F-16FA-42AF-A55E-D8A79EC3DB0D}" type="presParOf" srcId="{1DDEF1F5-B610-462F-9104-C8754DD752F4}" destId="{66A79FD4-6884-4091-8DF8-2C01187D1B62}" srcOrd="2" destOrd="0" presId="urn:microsoft.com/office/officeart/2018/2/layout/IconCircleList#1"/>
    <dgm:cxn modelId="{F6BD8FB9-8DEC-4DBC-8115-7899812CE047}" type="presParOf" srcId="{66A79FD4-6884-4091-8DF8-2C01187D1B62}" destId="{44C58EF4-0C48-4A98-9521-80033566282F}" srcOrd="0" destOrd="0" presId="urn:microsoft.com/office/officeart/2018/2/layout/IconCircleList#1"/>
    <dgm:cxn modelId="{7CE31C18-35CC-48D8-9218-E0AB2F23B2D0}" type="presParOf" srcId="{66A79FD4-6884-4091-8DF8-2C01187D1B62}" destId="{3CAB8791-5AA8-4B69-8D1C-2BDC2336B4AE}" srcOrd="1" destOrd="0" presId="urn:microsoft.com/office/officeart/2018/2/layout/IconCircleList#1"/>
    <dgm:cxn modelId="{B76ADDAD-77A4-4471-AB2A-D2344EE2C7D5}" type="presParOf" srcId="{66A79FD4-6884-4091-8DF8-2C01187D1B62}" destId="{A3C0996D-6338-40F5-9B14-D2D72C2B9D18}" srcOrd="2" destOrd="0" presId="urn:microsoft.com/office/officeart/2018/2/layout/IconCircleList#1"/>
    <dgm:cxn modelId="{F91A2F67-776D-4ED1-8DEE-D52E4F5FC8E3}" type="presParOf" srcId="{66A79FD4-6884-4091-8DF8-2C01187D1B62}" destId="{55CCD1C8-72AD-4D66-B33D-9009D38A9AB3}" srcOrd="3" destOrd="0" presId="urn:microsoft.com/office/officeart/2018/2/layout/IconCircleList#1"/>
    <dgm:cxn modelId="{6363C030-8338-4C05-8F7F-6EE329B71903}" type="presParOf" srcId="{1DDEF1F5-B610-462F-9104-C8754DD752F4}" destId="{054FAC7D-8FC3-4E91-8A84-107A29679FD9}" srcOrd="3" destOrd="0" presId="urn:microsoft.com/office/officeart/2018/2/layout/IconCircleList#1"/>
    <dgm:cxn modelId="{3919CFA9-0394-4EE1-9700-3DE8E37C4F18}" type="presParOf" srcId="{1DDEF1F5-B610-462F-9104-C8754DD752F4}" destId="{8A802B3E-1035-464F-B5F8-38843F02E7B9}" srcOrd="4" destOrd="0" presId="urn:microsoft.com/office/officeart/2018/2/layout/IconCircleList#1"/>
    <dgm:cxn modelId="{37044C2F-D397-4F2B-9A1E-E75F5AE187F0}" type="presParOf" srcId="{8A802B3E-1035-464F-B5F8-38843F02E7B9}" destId="{034C1BCF-F7C2-4A55-8EFF-8108ED10CE69}" srcOrd="0" destOrd="0" presId="urn:microsoft.com/office/officeart/2018/2/layout/IconCircleList#1"/>
    <dgm:cxn modelId="{56DAC124-2610-432E-BF4A-D28FCD408ADD}" type="presParOf" srcId="{8A802B3E-1035-464F-B5F8-38843F02E7B9}" destId="{F4908CA1-AAC6-4F87-B041-75890E634E58}" srcOrd="1" destOrd="0" presId="urn:microsoft.com/office/officeart/2018/2/layout/IconCircleList#1"/>
    <dgm:cxn modelId="{2D751395-49A7-4770-BB47-2FD641BC30D4}" type="presParOf" srcId="{8A802B3E-1035-464F-B5F8-38843F02E7B9}" destId="{8EDC3070-2A62-46FC-AC48-399964191022}" srcOrd="2" destOrd="0" presId="urn:microsoft.com/office/officeart/2018/2/layout/IconCircleList#1"/>
    <dgm:cxn modelId="{628EB184-0C8B-4758-B1A3-EA7C81DFC1BD}" type="presParOf" srcId="{8A802B3E-1035-464F-B5F8-38843F02E7B9}" destId="{953AAE2F-DF9C-48F7-8548-445CAB20EFEE}" srcOrd="3" destOrd="0" presId="urn:microsoft.com/office/officeart/2018/2/layout/IconCircleList#1"/>
    <dgm:cxn modelId="{AC6A36E9-1F06-40D6-B24F-C550E261FFF0}" type="presParOf" srcId="{1DDEF1F5-B610-462F-9104-C8754DD752F4}" destId="{B9C37228-8417-43A4-8815-F046DC5DF4F0}" srcOrd="5" destOrd="0" presId="urn:microsoft.com/office/officeart/2018/2/layout/IconCircleList#1"/>
    <dgm:cxn modelId="{2FDA398F-6697-47A5-A46C-B494D8029F1A}" type="presParOf" srcId="{1DDEF1F5-B610-462F-9104-C8754DD752F4}" destId="{3E9FC37E-4D94-487A-B5AD-B4C7828C3D8B}" srcOrd="6" destOrd="0" presId="urn:microsoft.com/office/officeart/2018/2/layout/IconCircleList#1"/>
    <dgm:cxn modelId="{81464A3B-105D-4310-A6E7-413B5B22C813}" type="presParOf" srcId="{3E9FC37E-4D94-487A-B5AD-B4C7828C3D8B}" destId="{C3985205-FF43-4510-928C-487C7CC8009F}" srcOrd="0" destOrd="0" presId="urn:microsoft.com/office/officeart/2018/2/layout/IconCircleList#1"/>
    <dgm:cxn modelId="{174A44FB-881E-4E23-A08E-99B4BF6A8E6F}" type="presParOf" srcId="{3E9FC37E-4D94-487A-B5AD-B4C7828C3D8B}" destId="{8C3B1754-4196-4CC6-8559-263ACC2E8592}" srcOrd="1" destOrd="0" presId="urn:microsoft.com/office/officeart/2018/2/layout/IconCircleList#1"/>
    <dgm:cxn modelId="{98D7E905-D6B9-4298-BA0A-CDC335929A94}" type="presParOf" srcId="{3E9FC37E-4D94-487A-B5AD-B4C7828C3D8B}" destId="{F3D97233-6EEE-4A26-9E47-E303F5B75B05}" srcOrd="2" destOrd="0" presId="urn:microsoft.com/office/officeart/2018/2/layout/IconCircleList#1"/>
    <dgm:cxn modelId="{502976B9-CB9A-40FB-BFF7-6A7FAC347727}" type="presParOf" srcId="{3E9FC37E-4D94-487A-B5AD-B4C7828C3D8B}" destId="{2292E262-B87A-42CD-85C0-99301FBCFEAA}" srcOrd="3" destOrd="0" presId="urn:microsoft.com/office/officeart/2018/2/layout/IconCircle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E2749D-00B4-4240-97AE-D512B16F456E}" type="doc">
      <dgm:prSet loTypeId="urn:microsoft.com/office/officeart/2018/2/layout/IconVerticalSolidList#1" loCatId="icon" qsTypeId="urn:microsoft.com/office/officeart/2005/8/quickstyle/simple1#6" qsCatId="simple" csTypeId="urn:microsoft.com/office/officeart/2018/5/colors/Iconchunking_neutralicontext_colorful1#1" csCatId="colorful" phldr="1"/>
      <dgm:spPr/>
      <dgm:t>
        <a:bodyPr/>
        <a:lstStyle/>
        <a:p>
          <a:endParaRPr lang="en-US"/>
        </a:p>
      </dgm:t>
    </dgm:pt>
    <dgm:pt modelId="{0364D3D0-4198-45F5-882C-BBDFFDB0A8BC}">
      <dgm:prSet/>
      <dgm:spPr/>
      <dgm:t>
        <a:bodyPr/>
        <a:lstStyle/>
        <a:p>
          <a:r>
            <a:rPr lang="en-GB"/>
            <a:t>The name of a physiotherapist to contact in an emergency </a:t>
          </a:r>
          <a:endParaRPr lang="en-US"/>
        </a:p>
      </dgm:t>
    </dgm:pt>
    <dgm:pt modelId="{64BBB97E-959E-4129-A4E6-BA9320D79FF0}" type="parTrans" cxnId="{4BB45C87-2103-45B8-8810-F1D8781D36C2}">
      <dgm:prSet/>
      <dgm:spPr/>
      <dgm:t>
        <a:bodyPr/>
        <a:lstStyle/>
        <a:p>
          <a:endParaRPr lang="en-US"/>
        </a:p>
      </dgm:t>
    </dgm:pt>
    <dgm:pt modelId="{2E3009DD-DE9E-4147-95DA-8080F97011C1}" type="sibTrans" cxnId="{4BB45C87-2103-45B8-8810-F1D8781D36C2}">
      <dgm:prSet/>
      <dgm:spPr/>
      <dgm:t>
        <a:bodyPr/>
        <a:lstStyle/>
        <a:p>
          <a:endParaRPr lang="en-US"/>
        </a:p>
      </dgm:t>
    </dgm:pt>
    <dgm:pt modelId="{8C2CBB4F-2257-4E7B-9F9C-1A2CBFB59362}">
      <dgm:prSet/>
      <dgm:spPr/>
      <dgm:t>
        <a:bodyPr/>
        <a:lstStyle/>
        <a:p>
          <a:r>
            <a:rPr lang="en-GB"/>
            <a:t>Information about the communication system; bleeps, telephones etc. </a:t>
          </a:r>
          <a:endParaRPr lang="en-US"/>
        </a:p>
      </dgm:t>
    </dgm:pt>
    <dgm:pt modelId="{4747F2B4-D054-4C94-837C-E6071B412DC2}" type="parTrans" cxnId="{1235C007-462D-4FCD-8741-60ED38060A6E}">
      <dgm:prSet/>
      <dgm:spPr/>
      <dgm:t>
        <a:bodyPr/>
        <a:lstStyle/>
        <a:p>
          <a:endParaRPr lang="en-US"/>
        </a:p>
      </dgm:t>
    </dgm:pt>
    <dgm:pt modelId="{98ECB79D-2086-4A4A-A480-B3BDA6D79905}" type="sibTrans" cxnId="{1235C007-462D-4FCD-8741-60ED38060A6E}">
      <dgm:prSet/>
      <dgm:spPr/>
      <dgm:t>
        <a:bodyPr/>
        <a:lstStyle/>
        <a:p>
          <a:endParaRPr lang="en-US"/>
        </a:p>
      </dgm:t>
    </dgm:pt>
    <dgm:pt modelId="{47B88C52-5796-43C4-8172-0639ECF25D8D}">
      <dgm:prSet/>
      <dgm:spPr/>
      <dgm:t>
        <a:bodyPr/>
        <a:lstStyle/>
        <a:p>
          <a:r>
            <a:rPr lang="en-GB"/>
            <a:t>Department information: changing facilities, staff room, lunch time, start and finish times etc </a:t>
          </a:r>
          <a:endParaRPr lang="en-US"/>
        </a:p>
      </dgm:t>
    </dgm:pt>
    <dgm:pt modelId="{E70FE4D1-0C4B-455C-B059-BBE5EB2003B0}" type="parTrans" cxnId="{F54695A8-BF6E-481B-9C99-AFF3D91EF6F7}">
      <dgm:prSet/>
      <dgm:spPr/>
      <dgm:t>
        <a:bodyPr/>
        <a:lstStyle/>
        <a:p>
          <a:endParaRPr lang="en-US"/>
        </a:p>
      </dgm:t>
    </dgm:pt>
    <dgm:pt modelId="{E5403E3F-5C8D-4005-9AA1-D654908D30BB}" type="sibTrans" cxnId="{F54695A8-BF6E-481B-9C99-AFF3D91EF6F7}">
      <dgm:prSet/>
      <dgm:spPr/>
      <dgm:t>
        <a:bodyPr/>
        <a:lstStyle/>
        <a:p>
          <a:endParaRPr lang="en-US"/>
        </a:p>
      </dgm:t>
    </dgm:pt>
    <dgm:pt modelId="{2610D01E-712C-4A5E-9B5B-28241013A422}">
      <dgm:prSet/>
      <dgm:spPr/>
      <dgm:t>
        <a:bodyPr/>
        <a:lstStyle/>
        <a:p>
          <a:r>
            <a:rPr lang="en-GB"/>
            <a:t>Departmental policies and procedures; Health and Safety and Manual Handling policies, bullying and harassment, complaint procedures etc.  </a:t>
          </a:r>
          <a:endParaRPr lang="en-US"/>
        </a:p>
      </dgm:t>
    </dgm:pt>
    <dgm:pt modelId="{FD00D537-CE40-4B27-AF21-F69AB74C3B13}" type="parTrans" cxnId="{430B11AA-0537-406D-ABF8-5C50A763E95C}">
      <dgm:prSet/>
      <dgm:spPr/>
      <dgm:t>
        <a:bodyPr/>
        <a:lstStyle/>
        <a:p>
          <a:endParaRPr lang="en-US"/>
        </a:p>
      </dgm:t>
    </dgm:pt>
    <dgm:pt modelId="{0E9A8968-360C-49EB-96BC-A921462D38CD}" type="sibTrans" cxnId="{430B11AA-0537-406D-ABF8-5C50A763E95C}">
      <dgm:prSet/>
      <dgm:spPr/>
      <dgm:t>
        <a:bodyPr/>
        <a:lstStyle/>
        <a:p>
          <a:endParaRPr lang="en-US"/>
        </a:p>
      </dgm:t>
    </dgm:pt>
    <dgm:pt modelId="{C6C0970C-525F-499C-81BC-38D0172EAC1B}">
      <dgm:prSet/>
      <dgm:spPr/>
      <dgm:t>
        <a:bodyPr/>
        <a:lstStyle/>
        <a:p>
          <a:r>
            <a:rPr lang="en-GB"/>
            <a:t>General information about the site; banks, shops, canteens  </a:t>
          </a:r>
          <a:endParaRPr lang="en-US"/>
        </a:p>
      </dgm:t>
    </dgm:pt>
    <dgm:pt modelId="{9D1D8732-AAE9-4790-B2FB-B25D8DF1A1A2}" type="parTrans" cxnId="{B3CA5D4C-8A9C-4CF7-A696-885888EA3273}">
      <dgm:prSet/>
      <dgm:spPr/>
      <dgm:t>
        <a:bodyPr/>
        <a:lstStyle/>
        <a:p>
          <a:endParaRPr lang="en-US"/>
        </a:p>
      </dgm:t>
    </dgm:pt>
    <dgm:pt modelId="{75C24591-F2A6-43DA-B2C1-7A1D0C93C9E0}" type="sibTrans" cxnId="{B3CA5D4C-8A9C-4CF7-A696-885888EA3273}">
      <dgm:prSet/>
      <dgm:spPr/>
      <dgm:t>
        <a:bodyPr/>
        <a:lstStyle/>
        <a:p>
          <a:endParaRPr lang="en-US"/>
        </a:p>
      </dgm:t>
    </dgm:pt>
    <dgm:pt modelId="{2A3ABAA4-339E-43E7-9B56-A3E5E9277AB7}">
      <dgm:prSet/>
      <dgm:spPr/>
      <dgm:t>
        <a:bodyPr/>
        <a:lstStyle/>
        <a:p>
          <a:r>
            <a:rPr lang="en-GB"/>
            <a:t>Departmental staffing structure</a:t>
          </a:r>
          <a:endParaRPr lang="en-US"/>
        </a:p>
      </dgm:t>
    </dgm:pt>
    <dgm:pt modelId="{5CFF74CF-0E75-4FD3-A835-E5B73E7449C5}" type="parTrans" cxnId="{3ADC5138-61A8-47C1-BCEC-F77B3F95FD02}">
      <dgm:prSet/>
      <dgm:spPr/>
      <dgm:t>
        <a:bodyPr/>
        <a:lstStyle/>
        <a:p>
          <a:endParaRPr lang="en-US"/>
        </a:p>
      </dgm:t>
    </dgm:pt>
    <dgm:pt modelId="{EA6EE9EE-5BEC-48BF-A9E1-B99D4B02F7E4}" type="sibTrans" cxnId="{3ADC5138-61A8-47C1-BCEC-F77B3F95FD02}">
      <dgm:prSet/>
      <dgm:spPr/>
      <dgm:t>
        <a:bodyPr/>
        <a:lstStyle/>
        <a:p>
          <a:endParaRPr lang="en-US"/>
        </a:p>
      </dgm:t>
    </dgm:pt>
    <dgm:pt modelId="{5F6C5BC8-7E9E-41C1-ADE3-04FE7D2B8353}" type="pres">
      <dgm:prSet presAssocID="{10E2749D-00B4-4240-97AE-D512B16F456E}" presName="root" presStyleCnt="0">
        <dgm:presLayoutVars>
          <dgm:dir/>
          <dgm:resizeHandles val="exact"/>
        </dgm:presLayoutVars>
      </dgm:prSet>
      <dgm:spPr/>
    </dgm:pt>
    <dgm:pt modelId="{D52F26C0-5364-48C3-BD8B-E8A52AC0D4F9}" type="pres">
      <dgm:prSet presAssocID="{0364D3D0-4198-45F5-882C-BBDFFDB0A8BC}" presName="compNode" presStyleCnt="0"/>
      <dgm:spPr/>
    </dgm:pt>
    <dgm:pt modelId="{9A9DA295-0FD3-4304-B3AD-1BADDF0BE53B}" type="pres">
      <dgm:prSet presAssocID="{0364D3D0-4198-45F5-882C-BBDFFDB0A8BC}" presName="bgRect" presStyleLbl="bgShp" presStyleIdx="0" presStyleCnt="6"/>
      <dgm:spPr/>
    </dgm:pt>
    <dgm:pt modelId="{5B5BA434-9AE2-43A8-9D61-1DEDDAAC2E71}" type="pres">
      <dgm:prSet presAssocID="{0364D3D0-4198-45F5-882C-BBDFFDB0A8B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0772CDF5-7892-474F-90BF-913B5B78DA52}" type="pres">
      <dgm:prSet presAssocID="{0364D3D0-4198-45F5-882C-BBDFFDB0A8BC}" presName="spaceRect" presStyleCnt="0"/>
      <dgm:spPr/>
    </dgm:pt>
    <dgm:pt modelId="{8448827F-7334-431C-B543-4028467C3A68}" type="pres">
      <dgm:prSet presAssocID="{0364D3D0-4198-45F5-882C-BBDFFDB0A8BC}" presName="parTx" presStyleLbl="revTx" presStyleIdx="0" presStyleCnt="6">
        <dgm:presLayoutVars>
          <dgm:chMax val="0"/>
          <dgm:chPref val="0"/>
        </dgm:presLayoutVars>
      </dgm:prSet>
      <dgm:spPr/>
    </dgm:pt>
    <dgm:pt modelId="{052A06FB-88B8-4351-ADA3-A6F5310C130B}" type="pres">
      <dgm:prSet presAssocID="{2E3009DD-DE9E-4147-95DA-8080F97011C1}" presName="sibTrans" presStyleCnt="0"/>
      <dgm:spPr/>
    </dgm:pt>
    <dgm:pt modelId="{F37E028D-F714-4809-9338-E2AF34930394}" type="pres">
      <dgm:prSet presAssocID="{8C2CBB4F-2257-4E7B-9F9C-1A2CBFB59362}" presName="compNode" presStyleCnt="0"/>
      <dgm:spPr/>
    </dgm:pt>
    <dgm:pt modelId="{CE6E4D00-5D30-4765-9777-796563B3B6DD}" type="pres">
      <dgm:prSet presAssocID="{8C2CBB4F-2257-4E7B-9F9C-1A2CBFB59362}" presName="bgRect" presStyleLbl="bgShp" presStyleIdx="1" presStyleCnt="6"/>
      <dgm:spPr/>
    </dgm:pt>
    <dgm:pt modelId="{0DF9C691-02C9-4503-9D73-5BB3C35CD4ED}" type="pres">
      <dgm:prSet presAssocID="{8C2CBB4F-2257-4E7B-9F9C-1A2CBFB5936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8F20533E-446F-45D8-8515-89D69C7399AD}" type="pres">
      <dgm:prSet presAssocID="{8C2CBB4F-2257-4E7B-9F9C-1A2CBFB59362}" presName="spaceRect" presStyleCnt="0"/>
      <dgm:spPr/>
    </dgm:pt>
    <dgm:pt modelId="{1DFE9C89-5260-420D-ACDE-A2C1A9903149}" type="pres">
      <dgm:prSet presAssocID="{8C2CBB4F-2257-4E7B-9F9C-1A2CBFB59362}" presName="parTx" presStyleLbl="revTx" presStyleIdx="1" presStyleCnt="6">
        <dgm:presLayoutVars>
          <dgm:chMax val="0"/>
          <dgm:chPref val="0"/>
        </dgm:presLayoutVars>
      </dgm:prSet>
      <dgm:spPr/>
    </dgm:pt>
    <dgm:pt modelId="{7D6C18DB-521B-4BB0-834A-4878D10B20EA}" type="pres">
      <dgm:prSet presAssocID="{98ECB79D-2086-4A4A-A480-B3BDA6D79905}" presName="sibTrans" presStyleCnt="0"/>
      <dgm:spPr/>
    </dgm:pt>
    <dgm:pt modelId="{A7FDD6E9-FABF-449E-8D2B-259E84AF743F}" type="pres">
      <dgm:prSet presAssocID="{47B88C52-5796-43C4-8172-0639ECF25D8D}" presName="compNode" presStyleCnt="0"/>
      <dgm:spPr/>
    </dgm:pt>
    <dgm:pt modelId="{E0C94576-5EDE-4326-9357-295B00791638}" type="pres">
      <dgm:prSet presAssocID="{47B88C52-5796-43C4-8172-0639ECF25D8D}" presName="bgRect" presStyleLbl="bgShp" presStyleIdx="2" presStyleCnt="6"/>
      <dgm:spPr/>
    </dgm:pt>
    <dgm:pt modelId="{00814461-ECAA-46FB-9545-CDDE80FB8264}" type="pres">
      <dgm:prSet presAssocID="{47B88C52-5796-43C4-8172-0639ECF25D8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7BCA3358-6D02-4DA3-953B-2E3D71A27A73}" type="pres">
      <dgm:prSet presAssocID="{47B88C52-5796-43C4-8172-0639ECF25D8D}" presName="spaceRect" presStyleCnt="0"/>
      <dgm:spPr/>
    </dgm:pt>
    <dgm:pt modelId="{B38FD92D-6E7A-4215-BC40-E3DB62372E69}" type="pres">
      <dgm:prSet presAssocID="{47B88C52-5796-43C4-8172-0639ECF25D8D}" presName="parTx" presStyleLbl="revTx" presStyleIdx="2" presStyleCnt="6">
        <dgm:presLayoutVars>
          <dgm:chMax val="0"/>
          <dgm:chPref val="0"/>
        </dgm:presLayoutVars>
      </dgm:prSet>
      <dgm:spPr/>
    </dgm:pt>
    <dgm:pt modelId="{053C2E3C-41B9-4C18-B8F0-B864FE2EF937}" type="pres">
      <dgm:prSet presAssocID="{E5403E3F-5C8D-4005-9AA1-D654908D30BB}" presName="sibTrans" presStyleCnt="0"/>
      <dgm:spPr/>
    </dgm:pt>
    <dgm:pt modelId="{D9A07772-A944-4F47-9558-0120BD64530F}" type="pres">
      <dgm:prSet presAssocID="{2610D01E-712C-4A5E-9B5B-28241013A422}" presName="compNode" presStyleCnt="0"/>
      <dgm:spPr/>
    </dgm:pt>
    <dgm:pt modelId="{940B0942-F49F-4094-9BE3-FE2FA8D8AF7B}" type="pres">
      <dgm:prSet presAssocID="{2610D01E-712C-4A5E-9B5B-28241013A422}" presName="bgRect" presStyleLbl="bgShp" presStyleIdx="3" presStyleCnt="6"/>
      <dgm:spPr/>
    </dgm:pt>
    <dgm:pt modelId="{35F58D16-CA5D-4825-9865-109E1343D61F}" type="pres">
      <dgm:prSet presAssocID="{2610D01E-712C-4A5E-9B5B-28241013A42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</dgm:pt>
    <dgm:pt modelId="{AE7E0B70-924E-45B1-8B97-0DD76C56CD72}" type="pres">
      <dgm:prSet presAssocID="{2610D01E-712C-4A5E-9B5B-28241013A422}" presName="spaceRect" presStyleCnt="0"/>
      <dgm:spPr/>
    </dgm:pt>
    <dgm:pt modelId="{870F79EB-2FEA-4C04-ADF7-FCB9758E75C4}" type="pres">
      <dgm:prSet presAssocID="{2610D01E-712C-4A5E-9B5B-28241013A422}" presName="parTx" presStyleLbl="revTx" presStyleIdx="3" presStyleCnt="6">
        <dgm:presLayoutVars>
          <dgm:chMax val="0"/>
          <dgm:chPref val="0"/>
        </dgm:presLayoutVars>
      </dgm:prSet>
      <dgm:spPr/>
    </dgm:pt>
    <dgm:pt modelId="{6EF3E7AA-C23A-4A8B-B6A3-ED6709B1B6B1}" type="pres">
      <dgm:prSet presAssocID="{0E9A8968-360C-49EB-96BC-A921462D38CD}" presName="sibTrans" presStyleCnt="0"/>
      <dgm:spPr/>
    </dgm:pt>
    <dgm:pt modelId="{BB970C22-73F3-4763-A392-C8CC0CFCF559}" type="pres">
      <dgm:prSet presAssocID="{C6C0970C-525F-499C-81BC-38D0172EAC1B}" presName="compNode" presStyleCnt="0"/>
      <dgm:spPr/>
    </dgm:pt>
    <dgm:pt modelId="{D8C1E04F-2D84-4B1D-90F7-49BD37B44F6F}" type="pres">
      <dgm:prSet presAssocID="{C6C0970C-525F-499C-81BC-38D0172EAC1B}" presName="bgRect" presStyleLbl="bgShp" presStyleIdx="4" presStyleCnt="6"/>
      <dgm:spPr/>
    </dgm:pt>
    <dgm:pt modelId="{6A98C2F9-E1DA-4615-85C5-FCF6536D349D}" type="pres">
      <dgm:prSet presAssocID="{C6C0970C-525F-499C-81BC-38D0172EAC1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</dgm:pt>
    <dgm:pt modelId="{8CB72F42-02F3-4412-847C-8B3657AD2958}" type="pres">
      <dgm:prSet presAssocID="{C6C0970C-525F-499C-81BC-38D0172EAC1B}" presName="spaceRect" presStyleCnt="0"/>
      <dgm:spPr/>
    </dgm:pt>
    <dgm:pt modelId="{B15630BF-1D8D-4FAB-9C93-B0B5DF8A98F1}" type="pres">
      <dgm:prSet presAssocID="{C6C0970C-525F-499C-81BC-38D0172EAC1B}" presName="parTx" presStyleLbl="revTx" presStyleIdx="4" presStyleCnt="6">
        <dgm:presLayoutVars>
          <dgm:chMax val="0"/>
          <dgm:chPref val="0"/>
        </dgm:presLayoutVars>
      </dgm:prSet>
      <dgm:spPr/>
    </dgm:pt>
    <dgm:pt modelId="{E5812E06-D93A-47D1-87A8-AC686EB06FF0}" type="pres">
      <dgm:prSet presAssocID="{75C24591-F2A6-43DA-B2C1-7A1D0C93C9E0}" presName="sibTrans" presStyleCnt="0"/>
      <dgm:spPr/>
    </dgm:pt>
    <dgm:pt modelId="{BFA4A7A6-125F-48E1-A31D-F49D8C80AB69}" type="pres">
      <dgm:prSet presAssocID="{2A3ABAA4-339E-43E7-9B56-A3E5E9277AB7}" presName="compNode" presStyleCnt="0"/>
      <dgm:spPr/>
    </dgm:pt>
    <dgm:pt modelId="{BF703F7D-2ED0-4A92-8DED-D2414159E6C1}" type="pres">
      <dgm:prSet presAssocID="{2A3ABAA4-339E-43E7-9B56-A3E5E9277AB7}" presName="bgRect" presStyleLbl="bgShp" presStyleIdx="5" presStyleCnt="6"/>
      <dgm:spPr/>
    </dgm:pt>
    <dgm:pt modelId="{618E3DF9-F905-46B1-8A6C-4A22A241A7FF}" type="pres">
      <dgm:prSet presAssocID="{2A3ABAA4-339E-43E7-9B56-A3E5E9277AB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</dgm:pt>
    <dgm:pt modelId="{8CD67342-4499-4DCB-B40F-7B2A0736F799}" type="pres">
      <dgm:prSet presAssocID="{2A3ABAA4-339E-43E7-9B56-A3E5E9277AB7}" presName="spaceRect" presStyleCnt="0"/>
      <dgm:spPr/>
    </dgm:pt>
    <dgm:pt modelId="{9606477C-E828-4AD3-A9F3-3B0FDEFFE780}" type="pres">
      <dgm:prSet presAssocID="{2A3ABAA4-339E-43E7-9B56-A3E5E9277AB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235C007-462D-4FCD-8741-60ED38060A6E}" srcId="{10E2749D-00B4-4240-97AE-D512B16F456E}" destId="{8C2CBB4F-2257-4E7B-9F9C-1A2CBFB59362}" srcOrd="1" destOrd="0" parTransId="{4747F2B4-D054-4C94-837C-E6071B412DC2}" sibTransId="{98ECB79D-2086-4A4A-A480-B3BDA6D79905}"/>
    <dgm:cxn modelId="{D99AE615-927D-45C8-A0F2-DF5BBA2FC7AD}" type="presOf" srcId="{0364D3D0-4198-45F5-882C-BBDFFDB0A8BC}" destId="{8448827F-7334-431C-B543-4028467C3A68}" srcOrd="0" destOrd="0" presId="urn:microsoft.com/office/officeart/2018/2/layout/IconVerticalSolidList#1"/>
    <dgm:cxn modelId="{1D260C22-FE84-4AA9-A57B-A706027CB268}" type="presOf" srcId="{2A3ABAA4-339E-43E7-9B56-A3E5E9277AB7}" destId="{9606477C-E828-4AD3-A9F3-3B0FDEFFE780}" srcOrd="0" destOrd="0" presId="urn:microsoft.com/office/officeart/2018/2/layout/IconVerticalSolidList#1"/>
    <dgm:cxn modelId="{3ADC5138-61A8-47C1-BCEC-F77B3F95FD02}" srcId="{10E2749D-00B4-4240-97AE-D512B16F456E}" destId="{2A3ABAA4-339E-43E7-9B56-A3E5E9277AB7}" srcOrd="5" destOrd="0" parTransId="{5CFF74CF-0E75-4FD3-A835-E5B73E7449C5}" sibTransId="{EA6EE9EE-5BEC-48BF-A9E1-B99D4B02F7E4}"/>
    <dgm:cxn modelId="{973DCF66-10B4-4355-9410-EB7CE8D67301}" type="presOf" srcId="{10E2749D-00B4-4240-97AE-D512B16F456E}" destId="{5F6C5BC8-7E9E-41C1-ADE3-04FE7D2B8353}" srcOrd="0" destOrd="0" presId="urn:microsoft.com/office/officeart/2018/2/layout/IconVerticalSolidList#1"/>
    <dgm:cxn modelId="{9691254C-F4D0-4250-B8B2-3697920755C9}" type="presOf" srcId="{47B88C52-5796-43C4-8172-0639ECF25D8D}" destId="{B38FD92D-6E7A-4215-BC40-E3DB62372E69}" srcOrd="0" destOrd="0" presId="urn:microsoft.com/office/officeart/2018/2/layout/IconVerticalSolidList#1"/>
    <dgm:cxn modelId="{B3CA5D4C-8A9C-4CF7-A696-885888EA3273}" srcId="{10E2749D-00B4-4240-97AE-D512B16F456E}" destId="{C6C0970C-525F-499C-81BC-38D0172EAC1B}" srcOrd="4" destOrd="0" parTransId="{9D1D8732-AAE9-4790-B2FB-B25D8DF1A1A2}" sibTransId="{75C24591-F2A6-43DA-B2C1-7A1D0C93C9E0}"/>
    <dgm:cxn modelId="{D62EFC76-0C89-4C50-81DA-C314083353A8}" type="presOf" srcId="{8C2CBB4F-2257-4E7B-9F9C-1A2CBFB59362}" destId="{1DFE9C89-5260-420D-ACDE-A2C1A9903149}" srcOrd="0" destOrd="0" presId="urn:microsoft.com/office/officeart/2018/2/layout/IconVerticalSolidList#1"/>
    <dgm:cxn modelId="{4BB45C87-2103-45B8-8810-F1D8781D36C2}" srcId="{10E2749D-00B4-4240-97AE-D512B16F456E}" destId="{0364D3D0-4198-45F5-882C-BBDFFDB0A8BC}" srcOrd="0" destOrd="0" parTransId="{64BBB97E-959E-4129-A4E6-BA9320D79FF0}" sibTransId="{2E3009DD-DE9E-4147-95DA-8080F97011C1}"/>
    <dgm:cxn modelId="{F54695A8-BF6E-481B-9C99-AFF3D91EF6F7}" srcId="{10E2749D-00B4-4240-97AE-D512B16F456E}" destId="{47B88C52-5796-43C4-8172-0639ECF25D8D}" srcOrd="2" destOrd="0" parTransId="{E70FE4D1-0C4B-455C-B059-BBE5EB2003B0}" sibTransId="{E5403E3F-5C8D-4005-9AA1-D654908D30BB}"/>
    <dgm:cxn modelId="{430B11AA-0537-406D-ABF8-5C50A763E95C}" srcId="{10E2749D-00B4-4240-97AE-D512B16F456E}" destId="{2610D01E-712C-4A5E-9B5B-28241013A422}" srcOrd="3" destOrd="0" parTransId="{FD00D537-CE40-4B27-AF21-F69AB74C3B13}" sibTransId="{0E9A8968-360C-49EB-96BC-A921462D38CD}"/>
    <dgm:cxn modelId="{CB5F77DB-4A5B-404F-9872-8048E7D89ECB}" type="presOf" srcId="{2610D01E-712C-4A5E-9B5B-28241013A422}" destId="{870F79EB-2FEA-4C04-ADF7-FCB9758E75C4}" srcOrd="0" destOrd="0" presId="urn:microsoft.com/office/officeart/2018/2/layout/IconVerticalSolidList#1"/>
    <dgm:cxn modelId="{E865EADF-0DDB-4FCB-AFB4-5DD94F39D576}" type="presOf" srcId="{C6C0970C-525F-499C-81BC-38D0172EAC1B}" destId="{B15630BF-1D8D-4FAB-9C93-B0B5DF8A98F1}" srcOrd="0" destOrd="0" presId="urn:microsoft.com/office/officeart/2018/2/layout/IconVerticalSolidList#1"/>
    <dgm:cxn modelId="{7C173E7B-DBCB-4E44-A52F-77ACF7609C12}" type="presParOf" srcId="{5F6C5BC8-7E9E-41C1-ADE3-04FE7D2B8353}" destId="{D52F26C0-5364-48C3-BD8B-E8A52AC0D4F9}" srcOrd="0" destOrd="0" presId="urn:microsoft.com/office/officeart/2018/2/layout/IconVerticalSolidList#1"/>
    <dgm:cxn modelId="{9A42ACD4-AAAA-422B-8E90-C1F564266804}" type="presParOf" srcId="{D52F26C0-5364-48C3-BD8B-E8A52AC0D4F9}" destId="{9A9DA295-0FD3-4304-B3AD-1BADDF0BE53B}" srcOrd="0" destOrd="0" presId="urn:microsoft.com/office/officeart/2018/2/layout/IconVerticalSolidList#1"/>
    <dgm:cxn modelId="{85CC5AC5-24A9-4A75-8A3B-3EA36C97BFB1}" type="presParOf" srcId="{D52F26C0-5364-48C3-BD8B-E8A52AC0D4F9}" destId="{5B5BA434-9AE2-43A8-9D61-1DEDDAAC2E71}" srcOrd="1" destOrd="0" presId="urn:microsoft.com/office/officeart/2018/2/layout/IconVerticalSolidList#1"/>
    <dgm:cxn modelId="{30305D18-D7A7-4530-BE23-A44234C60017}" type="presParOf" srcId="{D52F26C0-5364-48C3-BD8B-E8A52AC0D4F9}" destId="{0772CDF5-7892-474F-90BF-913B5B78DA52}" srcOrd="2" destOrd="0" presId="urn:microsoft.com/office/officeart/2018/2/layout/IconVerticalSolidList#1"/>
    <dgm:cxn modelId="{B5014BCE-2895-4498-A0B4-AB3AE23CCF0D}" type="presParOf" srcId="{D52F26C0-5364-48C3-BD8B-E8A52AC0D4F9}" destId="{8448827F-7334-431C-B543-4028467C3A68}" srcOrd="3" destOrd="0" presId="urn:microsoft.com/office/officeart/2018/2/layout/IconVerticalSolidList#1"/>
    <dgm:cxn modelId="{FFB1550E-8B36-4D9D-83C3-BF554CA51424}" type="presParOf" srcId="{5F6C5BC8-7E9E-41C1-ADE3-04FE7D2B8353}" destId="{052A06FB-88B8-4351-ADA3-A6F5310C130B}" srcOrd="1" destOrd="0" presId="urn:microsoft.com/office/officeart/2018/2/layout/IconVerticalSolidList#1"/>
    <dgm:cxn modelId="{C1410515-9FEF-4D03-B188-951A5AE756F5}" type="presParOf" srcId="{5F6C5BC8-7E9E-41C1-ADE3-04FE7D2B8353}" destId="{F37E028D-F714-4809-9338-E2AF34930394}" srcOrd="2" destOrd="0" presId="urn:microsoft.com/office/officeart/2018/2/layout/IconVerticalSolidList#1"/>
    <dgm:cxn modelId="{7DA4968F-DB50-484D-8702-70EC4562F75C}" type="presParOf" srcId="{F37E028D-F714-4809-9338-E2AF34930394}" destId="{CE6E4D00-5D30-4765-9777-796563B3B6DD}" srcOrd="0" destOrd="0" presId="urn:microsoft.com/office/officeart/2018/2/layout/IconVerticalSolidList#1"/>
    <dgm:cxn modelId="{A364E8BA-F4A5-4CB4-93B8-B9E87C767C8A}" type="presParOf" srcId="{F37E028D-F714-4809-9338-E2AF34930394}" destId="{0DF9C691-02C9-4503-9D73-5BB3C35CD4ED}" srcOrd="1" destOrd="0" presId="urn:microsoft.com/office/officeart/2018/2/layout/IconVerticalSolidList#1"/>
    <dgm:cxn modelId="{B7F74BBA-5946-4FB1-9115-A804D70A7F5F}" type="presParOf" srcId="{F37E028D-F714-4809-9338-E2AF34930394}" destId="{8F20533E-446F-45D8-8515-89D69C7399AD}" srcOrd="2" destOrd="0" presId="urn:microsoft.com/office/officeart/2018/2/layout/IconVerticalSolidList#1"/>
    <dgm:cxn modelId="{BC6CA71B-7459-4019-8CC7-386CDCD52F9E}" type="presParOf" srcId="{F37E028D-F714-4809-9338-E2AF34930394}" destId="{1DFE9C89-5260-420D-ACDE-A2C1A9903149}" srcOrd="3" destOrd="0" presId="urn:microsoft.com/office/officeart/2018/2/layout/IconVerticalSolidList#1"/>
    <dgm:cxn modelId="{2045215E-E474-4CA5-BE32-7329D98F4DC7}" type="presParOf" srcId="{5F6C5BC8-7E9E-41C1-ADE3-04FE7D2B8353}" destId="{7D6C18DB-521B-4BB0-834A-4878D10B20EA}" srcOrd="3" destOrd="0" presId="urn:microsoft.com/office/officeart/2018/2/layout/IconVerticalSolidList#1"/>
    <dgm:cxn modelId="{E8A07F36-5998-4F6A-AB5C-78EF837B82B0}" type="presParOf" srcId="{5F6C5BC8-7E9E-41C1-ADE3-04FE7D2B8353}" destId="{A7FDD6E9-FABF-449E-8D2B-259E84AF743F}" srcOrd="4" destOrd="0" presId="urn:microsoft.com/office/officeart/2018/2/layout/IconVerticalSolidList#1"/>
    <dgm:cxn modelId="{CB54C371-A2EA-4C8F-A96A-F1236F1993EF}" type="presParOf" srcId="{A7FDD6E9-FABF-449E-8D2B-259E84AF743F}" destId="{E0C94576-5EDE-4326-9357-295B00791638}" srcOrd="0" destOrd="0" presId="urn:microsoft.com/office/officeart/2018/2/layout/IconVerticalSolidList#1"/>
    <dgm:cxn modelId="{6C06CE9A-E28A-4E60-B203-04F77A2FDA7E}" type="presParOf" srcId="{A7FDD6E9-FABF-449E-8D2B-259E84AF743F}" destId="{00814461-ECAA-46FB-9545-CDDE80FB8264}" srcOrd="1" destOrd="0" presId="urn:microsoft.com/office/officeart/2018/2/layout/IconVerticalSolidList#1"/>
    <dgm:cxn modelId="{76040B7A-0AD4-4DB6-8A0A-10CFBEF3912B}" type="presParOf" srcId="{A7FDD6E9-FABF-449E-8D2B-259E84AF743F}" destId="{7BCA3358-6D02-4DA3-953B-2E3D71A27A73}" srcOrd="2" destOrd="0" presId="urn:microsoft.com/office/officeart/2018/2/layout/IconVerticalSolidList#1"/>
    <dgm:cxn modelId="{A032C692-9538-4672-A7C2-09BBDCC2050F}" type="presParOf" srcId="{A7FDD6E9-FABF-449E-8D2B-259E84AF743F}" destId="{B38FD92D-6E7A-4215-BC40-E3DB62372E69}" srcOrd="3" destOrd="0" presId="urn:microsoft.com/office/officeart/2018/2/layout/IconVerticalSolidList#1"/>
    <dgm:cxn modelId="{90B19E3B-3D30-4D54-9557-309EAEF68C8A}" type="presParOf" srcId="{5F6C5BC8-7E9E-41C1-ADE3-04FE7D2B8353}" destId="{053C2E3C-41B9-4C18-B8F0-B864FE2EF937}" srcOrd="5" destOrd="0" presId="urn:microsoft.com/office/officeart/2018/2/layout/IconVerticalSolidList#1"/>
    <dgm:cxn modelId="{E9E43055-ABEF-4E08-874F-2EDBBEB785E1}" type="presParOf" srcId="{5F6C5BC8-7E9E-41C1-ADE3-04FE7D2B8353}" destId="{D9A07772-A944-4F47-9558-0120BD64530F}" srcOrd="6" destOrd="0" presId="urn:microsoft.com/office/officeart/2018/2/layout/IconVerticalSolidList#1"/>
    <dgm:cxn modelId="{3ADBAD0A-BB87-42FC-A286-60413D5E153C}" type="presParOf" srcId="{D9A07772-A944-4F47-9558-0120BD64530F}" destId="{940B0942-F49F-4094-9BE3-FE2FA8D8AF7B}" srcOrd="0" destOrd="0" presId="urn:microsoft.com/office/officeart/2018/2/layout/IconVerticalSolidList#1"/>
    <dgm:cxn modelId="{FA0CF4B7-75EA-44C7-A242-36FE06C6CAE9}" type="presParOf" srcId="{D9A07772-A944-4F47-9558-0120BD64530F}" destId="{35F58D16-CA5D-4825-9865-109E1343D61F}" srcOrd="1" destOrd="0" presId="urn:microsoft.com/office/officeart/2018/2/layout/IconVerticalSolidList#1"/>
    <dgm:cxn modelId="{3FD23D83-C54D-4D3A-AB68-DC4F67CA6CCA}" type="presParOf" srcId="{D9A07772-A944-4F47-9558-0120BD64530F}" destId="{AE7E0B70-924E-45B1-8B97-0DD76C56CD72}" srcOrd="2" destOrd="0" presId="urn:microsoft.com/office/officeart/2018/2/layout/IconVerticalSolidList#1"/>
    <dgm:cxn modelId="{B304B04F-6C83-447C-9B67-026559B7707A}" type="presParOf" srcId="{D9A07772-A944-4F47-9558-0120BD64530F}" destId="{870F79EB-2FEA-4C04-ADF7-FCB9758E75C4}" srcOrd="3" destOrd="0" presId="urn:microsoft.com/office/officeart/2018/2/layout/IconVerticalSolidList#1"/>
    <dgm:cxn modelId="{FC9B1C56-0E7B-4636-8066-D177728F51AF}" type="presParOf" srcId="{5F6C5BC8-7E9E-41C1-ADE3-04FE7D2B8353}" destId="{6EF3E7AA-C23A-4A8B-B6A3-ED6709B1B6B1}" srcOrd="7" destOrd="0" presId="urn:microsoft.com/office/officeart/2018/2/layout/IconVerticalSolidList#1"/>
    <dgm:cxn modelId="{72B67B61-55D1-4F5E-A2EF-47F2D3A1480B}" type="presParOf" srcId="{5F6C5BC8-7E9E-41C1-ADE3-04FE7D2B8353}" destId="{BB970C22-73F3-4763-A392-C8CC0CFCF559}" srcOrd="8" destOrd="0" presId="urn:microsoft.com/office/officeart/2018/2/layout/IconVerticalSolidList#1"/>
    <dgm:cxn modelId="{330E3FEC-CAD2-460B-A951-2D2A8D20C74A}" type="presParOf" srcId="{BB970C22-73F3-4763-A392-C8CC0CFCF559}" destId="{D8C1E04F-2D84-4B1D-90F7-49BD37B44F6F}" srcOrd="0" destOrd="0" presId="urn:microsoft.com/office/officeart/2018/2/layout/IconVerticalSolidList#1"/>
    <dgm:cxn modelId="{840BD8CB-EA59-45E3-B89C-AF24B20C0785}" type="presParOf" srcId="{BB970C22-73F3-4763-A392-C8CC0CFCF559}" destId="{6A98C2F9-E1DA-4615-85C5-FCF6536D349D}" srcOrd="1" destOrd="0" presId="urn:microsoft.com/office/officeart/2018/2/layout/IconVerticalSolidList#1"/>
    <dgm:cxn modelId="{FFE2D563-790A-4564-B698-26A86F22ACB9}" type="presParOf" srcId="{BB970C22-73F3-4763-A392-C8CC0CFCF559}" destId="{8CB72F42-02F3-4412-847C-8B3657AD2958}" srcOrd="2" destOrd="0" presId="urn:microsoft.com/office/officeart/2018/2/layout/IconVerticalSolidList#1"/>
    <dgm:cxn modelId="{AB46CA92-7D93-40AC-9478-D473FE655ACC}" type="presParOf" srcId="{BB970C22-73F3-4763-A392-C8CC0CFCF559}" destId="{B15630BF-1D8D-4FAB-9C93-B0B5DF8A98F1}" srcOrd="3" destOrd="0" presId="urn:microsoft.com/office/officeart/2018/2/layout/IconVerticalSolidList#1"/>
    <dgm:cxn modelId="{F3208410-A5A0-4058-9864-5DA00B7CB8D1}" type="presParOf" srcId="{5F6C5BC8-7E9E-41C1-ADE3-04FE7D2B8353}" destId="{E5812E06-D93A-47D1-87A8-AC686EB06FF0}" srcOrd="9" destOrd="0" presId="urn:microsoft.com/office/officeart/2018/2/layout/IconVerticalSolidList#1"/>
    <dgm:cxn modelId="{3A6DC061-20AD-46AF-AB44-E32106D292D4}" type="presParOf" srcId="{5F6C5BC8-7E9E-41C1-ADE3-04FE7D2B8353}" destId="{BFA4A7A6-125F-48E1-A31D-F49D8C80AB69}" srcOrd="10" destOrd="0" presId="urn:microsoft.com/office/officeart/2018/2/layout/IconVerticalSolidList#1"/>
    <dgm:cxn modelId="{286773A6-98DF-446B-9C4D-1C9238913133}" type="presParOf" srcId="{BFA4A7A6-125F-48E1-A31D-F49D8C80AB69}" destId="{BF703F7D-2ED0-4A92-8DED-D2414159E6C1}" srcOrd="0" destOrd="0" presId="urn:microsoft.com/office/officeart/2018/2/layout/IconVerticalSolidList#1"/>
    <dgm:cxn modelId="{BDF702C4-3474-4BEC-86C8-75031612F730}" type="presParOf" srcId="{BFA4A7A6-125F-48E1-A31D-F49D8C80AB69}" destId="{618E3DF9-F905-46B1-8A6C-4A22A241A7FF}" srcOrd="1" destOrd="0" presId="urn:microsoft.com/office/officeart/2018/2/layout/IconVerticalSolidList#1"/>
    <dgm:cxn modelId="{458DBCCF-DDA9-4393-862D-865B3F9F5B8D}" type="presParOf" srcId="{BFA4A7A6-125F-48E1-A31D-F49D8C80AB69}" destId="{8CD67342-4499-4DCB-B40F-7B2A0736F799}" srcOrd="2" destOrd="0" presId="urn:microsoft.com/office/officeart/2018/2/layout/IconVerticalSolidList#1"/>
    <dgm:cxn modelId="{BD59B72F-5763-4E43-B3A4-D54F321FB147}" type="presParOf" srcId="{BFA4A7A6-125F-48E1-A31D-F49D8C80AB69}" destId="{9606477C-E828-4AD3-A9F3-3B0FDEFFE780}" srcOrd="3" destOrd="0" presId="urn:microsoft.com/office/officeart/2018/2/layout/IconVerticalSoli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FC6C58-E988-4DB8-BE0D-4EC0695566EF}" type="doc">
      <dgm:prSet loTypeId="urn:microsoft.com/office/officeart/2005/8/layout/vList5" loCatId="list" qsTypeId="urn:microsoft.com/office/officeart/2005/8/quickstyle/simple1#7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62B8CFF1-C91D-4CC0-9E5E-EE075AD0D9A2}">
      <dgm:prSet/>
      <dgm:spPr/>
      <dgm:t>
        <a:bodyPr/>
        <a:lstStyle/>
        <a:p>
          <a:r>
            <a:rPr lang="en-US"/>
            <a:t>Attend</a:t>
          </a:r>
        </a:p>
      </dgm:t>
    </dgm:pt>
    <dgm:pt modelId="{3CD2C66C-A841-4E17-B103-777AF963F331}" type="parTrans" cxnId="{E746BDF1-C98D-4301-99FA-6D9DAA3CAE02}">
      <dgm:prSet/>
      <dgm:spPr/>
      <dgm:t>
        <a:bodyPr/>
        <a:lstStyle/>
        <a:p>
          <a:endParaRPr lang="en-US"/>
        </a:p>
      </dgm:t>
    </dgm:pt>
    <dgm:pt modelId="{00B68F79-EDFB-459E-97D0-CFFA18E5E56D}" type="sibTrans" cxnId="{E746BDF1-C98D-4301-99FA-6D9DAA3CAE02}">
      <dgm:prSet/>
      <dgm:spPr/>
      <dgm:t>
        <a:bodyPr/>
        <a:lstStyle/>
        <a:p>
          <a:endParaRPr lang="en-US"/>
        </a:p>
      </dgm:t>
    </dgm:pt>
    <dgm:pt modelId="{6AD8FE52-51C3-4DA5-B857-31759AA783CD}">
      <dgm:prSet/>
      <dgm:spPr/>
      <dgm:t>
        <a:bodyPr/>
        <a:lstStyle/>
        <a:p>
          <a:r>
            <a:rPr lang="en-US"/>
            <a:t>Attend placement promptly and punctually</a:t>
          </a:r>
          <a:endParaRPr lang="en-US" dirty="0"/>
        </a:p>
      </dgm:t>
    </dgm:pt>
    <dgm:pt modelId="{4F51DDFB-9135-48CE-B48C-22BD33AF88BA}" type="parTrans" cxnId="{ECCD65B0-4434-45B2-832E-A538A69A2A48}">
      <dgm:prSet/>
      <dgm:spPr/>
      <dgm:t>
        <a:bodyPr/>
        <a:lstStyle/>
        <a:p>
          <a:endParaRPr lang="en-US"/>
        </a:p>
      </dgm:t>
    </dgm:pt>
    <dgm:pt modelId="{A879172A-7EC1-48C2-A827-86BE2C6BDDC1}" type="sibTrans" cxnId="{ECCD65B0-4434-45B2-832E-A538A69A2A48}">
      <dgm:prSet/>
      <dgm:spPr/>
      <dgm:t>
        <a:bodyPr/>
        <a:lstStyle/>
        <a:p>
          <a:endParaRPr lang="en-US"/>
        </a:p>
      </dgm:t>
    </dgm:pt>
    <dgm:pt modelId="{36ECE7C1-8B58-4EFF-9F23-A1F3802DC587}" type="pres">
      <dgm:prSet presAssocID="{BCFC6C58-E988-4DB8-BE0D-4EC0695566EF}" presName="Name0" presStyleCnt="0">
        <dgm:presLayoutVars>
          <dgm:dir/>
          <dgm:animLvl val="lvl"/>
          <dgm:resizeHandles val="exact"/>
        </dgm:presLayoutVars>
      </dgm:prSet>
      <dgm:spPr/>
    </dgm:pt>
    <dgm:pt modelId="{CEE432AC-C149-42FE-9CFA-FB2C8FB10321}" type="pres">
      <dgm:prSet presAssocID="{62B8CFF1-C91D-4CC0-9E5E-EE075AD0D9A2}" presName="linNode" presStyleCnt="0"/>
      <dgm:spPr/>
    </dgm:pt>
    <dgm:pt modelId="{9CD14E0B-FFD6-4405-9F39-0095DE96F80F}" type="pres">
      <dgm:prSet presAssocID="{62B8CFF1-C91D-4CC0-9E5E-EE075AD0D9A2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1A73FF94-A6B3-467C-B7F9-E9C0748D86AD}" type="pres">
      <dgm:prSet presAssocID="{62B8CFF1-C91D-4CC0-9E5E-EE075AD0D9A2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489E1F01-A4B2-4694-A48A-43436FE49E05}" type="presOf" srcId="{BCFC6C58-E988-4DB8-BE0D-4EC0695566EF}" destId="{36ECE7C1-8B58-4EFF-9F23-A1F3802DC587}" srcOrd="0" destOrd="0" presId="urn:microsoft.com/office/officeart/2005/8/layout/vList5"/>
    <dgm:cxn modelId="{CF0EF722-A2AF-45D8-ADCA-D378A2B403EE}" type="presOf" srcId="{62B8CFF1-C91D-4CC0-9E5E-EE075AD0D9A2}" destId="{9CD14E0B-FFD6-4405-9F39-0095DE96F80F}" srcOrd="0" destOrd="0" presId="urn:microsoft.com/office/officeart/2005/8/layout/vList5"/>
    <dgm:cxn modelId="{BFA484A6-7B38-48AB-B20F-8A92B07A06BD}" type="presOf" srcId="{6AD8FE52-51C3-4DA5-B857-31759AA783CD}" destId="{1A73FF94-A6B3-467C-B7F9-E9C0748D86AD}" srcOrd="0" destOrd="0" presId="urn:microsoft.com/office/officeart/2005/8/layout/vList5"/>
    <dgm:cxn modelId="{ECCD65B0-4434-45B2-832E-A538A69A2A48}" srcId="{62B8CFF1-C91D-4CC0-9E5E-EE075AD0D9A2}" destId="{6AD8FE52-51C3-4DA5-B857-31759AA783CD}" srcOrd="0" destOrd="0" parTransId="{4F51DDFB-9135-48CE-B48C-22BD33AF88BA}" sibTransId="{A879172A-7EC1-48C2-A827-86BE2C6BDDC1}"/>
    <dgm:cxn modelId="{E746BDF1-C98D-4301-99FA-6D9DAA3CAE02}" srcId="{BCFC6C58-E988-4DB8-BE0D-4EC0695566EF}" destId="{62B8CFF1-C91D-4CC0-9E5E-EE075AD0D9A2}" srcOrd="0" destOrd="0" parTransId="{3CD2C66C-A841-4E17-B103-777AF963F331}" sibTransId="{00B68F79-EDFB-459E-97D0-CFFA18E5E56D}"/>
    <dgm:cxn modelId="{0A09B7FC-B519-4946-9386-84E65ADB8C07}" type="presParOf" srcId="{36ECE7C1-8B58-4EFF-9F23-A1F3802DC587}" destId="{CEE432AC-C149-42FE-9CFA-FB2C8FB10321}" srcOrd="0" destOrd="0" presId="urn:microsoft.com/office/officeart/2005/8/layout/vList5"/>
    <dgm:cxn modelId="{37E8C58E-CA46-4CAD-B6FD-7AD772BA5FD4}" type="presParOf" srcId="{CEE432AC-C149-42FE-9CFA-FB2C8FB10321}" destId="{9CD14E0B-FFD6-4405-9F39-0095DE96F80F}" srcOrd="0" destOrd="0" presId="urn:microsoft.com/office/officeart/2005/8/layout/vList5"/>
    <dgm:cxn modelId="{0A3F41F5-AC0C-4782-B332-04DE08DB9B8A}" type="presParOf" srcId="{CEE432AC-C149-42FE-9CFA-FB2C8FB10321}" destId="{1A73FF94-A6B3-467C-B7F9-E9C0748D86A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FC6C58-E988-4DB8-BE0D-4EC0695566EF}" type="doc">
      <dgm:prSet loTypeId="urn:microsoft.com/office/officeart/2005/8/layout/vList5" loCatId="list" qsTypeId="urn:microsoft.com/office/officeart/2005/8/quickstyle/simple1#8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62B8CFF1-C91D-4CC0-9E5E-EE075AD0D9A2}">
      <dgm:prSet/>
      <dgm:spPr/>
      <dgm:t>
        <a:bodyPr/>
        <a:lstStyle/>
        <a:p>
          <a:r>
            <a:rPr lang="en-US"/>
            <a:t>Attend</a:t>
          </a:r>
        </a:p>
      </dgm:t>
    </dgm:pt>
    <dgm:pt modelId="{3CD2C66C-A841-4E17-B103-777AF963F331}" type="parTrans" cxnId="{E746BDF1-C98D-4301-99FA-6D9DAA3CAE02}">
      <dgm:prSet/>
      <dgm:spPr/>
      <dgm:t>
        <a:bodyPr/>
        <a:lstStyle/>
        <a:p>
          <a:endParaRPr lang="en-US"/>
        </a:p>
      </dgm:t>
    </dgm:pt>
    <dgm:pt modelId="{00B68F79-EDFB-459E-97D0-CFFA18E5E56D}" type="sibTrans" cxnId="{E746BDF1-C98D-4301-99FA-6D9DAA3CAE02}">
      <dgm:prSet/>
      <dgm:spPr/>
      <dgm:t>
        <a:bodyPr/>
        <a:lstStyle/>
        <a:p>
          <a:endParaRPr lang="en-US"/>
        </a:p>
      </dgm:t>
    </dgm:pt>
    <dgm:pt modelId="{6AD8FE52-51C3-4DA5-B857-31759AA783CD}">
      <dgm:prSet/>
      <dgm:spPr/>
      <dgm:t>
        <a:bodyPr/>
        <a:lstStyle/>
        <a:p>
          <a:r>
            <a:rPr lang="en-US"/>
            <a:t>Attend placement promptly and punctually</a:t>
          </a:r>
          <a:endParaRPr lang="en-US" dirty="0"/>
        </a:p>
      </dgm:t>
    </dgm:pt>
    <dgm:pt modelId="{4F51DDFB-9135-48CE-B48C-22BD33AF88BA}" type="parTrans" cxnId="{ECCD65B0-4434-45B2-832E-A538A69A2A48}">
      <dgm:prSet/>
      <dgm:spPr/>
      <dgm:t>
        <a:bodyPr/>
        <a:lstStyle/>
        <a:p>
          <a:endParaRPr lang="en-US"/>
        </a:p>
      </dgm:t>
    </dgm:pt>
    <dgm:pt modelId="{A879172A-7EC1-48C2-A827-86BE2C6BDDC1}" type="sibTrans" cxnId="{ECCD65B0-4434-45B2-832E-A538A69A2A48}">
      <dgm:prSet/>
      <dgm:spPr/>
      <dgm:t>
        <a:bodyPr/>
        <a:lstStyle/>
        <a:p>
          <a:endParaRPr lang="en-US"/>
        </a:p>
      </dgm:t>
    </dgm:pt>
    <dgm:pt modelId="{D5B6C4B6-66D5-47B1-AF95-06000BE32BD7}">
      <dgm:prSet/>
      <dgm:spPr/>
      <dgm:t>
        <a:bodyPr/>
        <a:lstStyle/>
        <a:p>
          <a:r>
            <a:rPr lang="en-US"/>
            <a:t>Engage</a:t>
          </a:r>
          <a:endParaRPr lang="en-US" dirty="0"/>
        </a:p>
      </dgm:t>
    </dgm:pt>
    <dgm:pt modelId="{44507379-FA0D-4D30-9228-C65D10B7FA51}" type="sibTrans" cxnId="{566AE7F7-F01A-4BA8-BE1D-2C4798258750}">
      <dgm:prSet/>
      <dgm:spPr/>
      <dgm:t>
        <a:bodyPr/>
        <a:lstStyle/>
        <a:p>
          <a:endParaRPr lang="en-US"/>
        </a:p>
      </dgm:t>
    </dgm:pt>
    <dgm:pt modelId="{BE48BFAB-F168-4CC6-9546-736C45CBA4A8}" type="parTrans" cxnId="{566AE7F7-F01A-4BA8-BE1D-2C4798258750}">
      <dgm:prSet/>
      <dgm:spPr/>
      <dgm:t>
        <a:bodyPr/>
        <a:lstStyle/>
        <a:p>
          <a:endParaRPr lang="en-US"/>
        </a:p>
      </dgm:t>
    </dgm:pt>
    <dgm:pt modelId="{CBCE286A-23CA-4EB5-A911-F84FE037F3A7}">
      <dgm:prSet/>
      <dgm:spPr/>
      <dgm:t>
        <a:bodyPr/>
        <a:lstStyle/>
        <a:p>
          <a:r>
            <a:rPr lang="en-US"/>
            <a:t>Engage and work within the scope of your knowledge</a:t>
          </a:r>
          <a:endParaRPr lang="en-US" dirty="0"/>
        </a:p>
      </dgm:t>
    </dgm:pt>
    <dgm:pt modelId="{D5211114-83AF-4E40-9A91-692E669BD803}" type="sibTrans" cxnId="{8D71B462-BEC3-4A3E-BF75-6C962FAB4716}">
      <dgm:prSet/>
      <dgm:spPr/>
      <dgm:t>
        <a:bodyPr/>
        <a:lstStyle/>
        <a:p>
          <a:endParaRPr lang="en-US"/>
        </a:p>
      </dgm:t>
    </dgm:pt>
    <dgm:pt modelId="{22D203ED-9FE0-4DBD-AA31-1285FE253C13}" type="parTrans" cxnId="{8D71B462-BEC3-4A3E-BF75-6C962FAB4716}">
      <dgm:prSet/>
      <dgm:spPr/>
      <dgm:t>
        <a:bodyPr/>
        <a:lstStyle/>
        <a:p>
          <a:endParaRPr lang="en-US"/>
        </a:p>
      </dgm:t>
    </dgm:pt>
    <dgm:pt modelId="{D750F891-208D-4093-A9B3-1B63E5126284}" type="pres">
      <dgm:prSet presAssocID="{BCFC6C58-E988-4DB8-BE0D-4EC0695566EF}" presName="Name0" presStyleCnt="0">
        <dgm:presLayoutVars>
          <dgm:dir/>
          <dgm:animLvl val="lvl"/>
          <dgm:resizeHandles val="exact"/>
        </dgm:presLayoutVars>
      </dgm:prSet>
      <dgm:spPr/>
    </dgm:pt>
    <dgm:pt modelId="{B47AC1D8-73C7-4CA0-858E-A8276DF96BB4}" type="pres">
      <dgm:prSet presAssocID="{62B8CFF1-C91D-4CC0-9E5E-EE075AD0D9A2}" presName="linNode" presStyleCnt="0"/>
      <dgm:spPr/>
    </dgm:pt>
    <dgm:pt modelId="{D702DC09-BAE9-4E48-966D-E424475BC3D2}" type="pres">
      <dgm:prSet presAssocID="{62B8CFF1-C91D-4CC0-9E5E-EE075AD0D9A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D6DFA74-57D0-46C2-9F31-B3E29C30099D}" type="pres">
      <dgm:prSet presAssocID="{62B8CFF1-C91D-4CC0-9E5E-EE075AD0D9A2}" presName="descendantText" presStyleLbl="alignAccFollowNode1" presStyleIdx="0" presStyleCnt="2">
        <dgm:presLayoutVars>
          <dgm:bulletEnabled val="1"/>
        </dgm:presLayoutVars>
      </dgm:prSet>
      <dgm:spPr/>
    </dgm:pt>
    <dgm:pt modelId="{8A2EFF9B-79BC-4135-9E87-5E3AE6624AF6}" type="pres">
      <dgm:prSet presAssocID="{00B68F79-EDFB-459E-97D0-CFFA18E5E56D}" presName="sp" presStyleCnt="0"/>
      <dgm:spPr/>
    </dgm:pt>
    <dgm:pt modelId="{749DEB51-21DB-4D41-9D4B-9B3713FDBE64}" type="pres">
      <dgm:prSet presAssocID="{D5B6C4B6-66D5-47B1-AF95-06000BE32BD7}" presName="linNode" presStyleCnt="0"/>
      <dgm:spPr/>
    </dgm:pt>
    <dgm:pt modelId="{FE710409-B879-4A2B-A461-DBAE9F0E8288}" type="pres">
      <dgm:prSet presAssocID="{D5B6C4B6-66D5-47B1-AF95-06000BE32BD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4E04138-DC50-4CC3-8661-B0F5D1B69519}" type="pres">
      <dgm:prSet presAssocID="{D5B6C4B6-66D5-47B1-AF95-06000BE32BD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6CD6534-C4D7-4066-BC8C-4AE0868275A9}" type="presOf" srcId="{D5B6C4B6-66D5-47B1-AF95-06000BE32BD7}" destId="{FE710409-B879-4A2B-A461-DBAE9F0E8288}" srcOrd="0" destOrd="0" presId="urn:microsoft.com/office/officeart/2005/8/layout/vList5"/>
    <dgm:cxn modelId="{8D71B462-BEC3-4A3E-BF75-6C962FAB4716}" srcId="{D5B6C4B6-66D5-47B1-AF95-06000BE32BD7}" destId="{CBCE286A-23CA-4EB5-A911-F84FE037F3A7}" srcOrd="0" destOrd="0" parTransId="{22D203ED-9FE0-4DBD-AA31-1285FE253C13}" sibTransId="{D5211114-83AF-4E40-9A91-692E669BD803}"/>
    <dgm:cxn modelId="{16B9377B-7F1D-4519-B0F9-0E80E7EB1B30}" type="presOf" srcId="{62B8CFF1-C91D-4CC0-9E5E-EE075AD0D9A2}" destId="{D702DC09-BAE9-4E48-966D-E424475BC3D2}" srcOrd="0" destOrd="0" presId="urn:microsoft.com/office/officeart/2005/8/layout/vList5"/>
    <dgm:cxn modelId="{88260C7F-13D7-4F4C-BB30-12D944D48121}" type="presOf" srcId="{6AD8FE52-51C3-4DA5-B857-31759AA783CD}" destId="{BD6DFA74-57D0-46C2-9F31-B3E29C30099D}" srcOrd="0" destOrd="0" presId="urn:microsoft.com/office/officeart/2005/8/layout/vList5"/>
    <dgm:cxn modelId="{96121CA3-B7C5-4819-B5BC-DAEAD05276C4}" type="presOf" srcId="{CBCE286A-23CA-4EB5-A911-F84FE037F3A7}" destId="{24E04138-DC50-4CC3-8661-B0F5D1B69519}" srcOrd="0" destOrd="0" presId="urn:microsoft.com/office/officeart/2005/8/layout/vList5"/>
    <dgm:cxn modelId="{ECCD65B0-4434-45B2-832E-A538A69A2A48}" srcId="{62B8CFF1-C91D-4CC0-9E5E-EE075AD0D9A2}" destId="{6AD8FE52-51C3-4DA5-B857-31759AA783CD}" srcOrd="0" destOrd="0" parTransId="{4F51DDFB-9135-48CE-B48C-22BD33AF88BA}" sibTransId="{A879172A-7EC1-48C2-A827-86BE2C6BDDC1}"/>
    <dgm:cxn modelId="{EEBE11DF-7693-4855-A8BE-25F49DE60BFA}" type="presOf" srcId="{BCFC6C58-E988-4DB8-BE0D-4EC0695566EF}" destId="{D750F891-208D-4093-A9B3-1B63E5126284}" srcOrd="0" destOrd="0" presId="urn:microsoft.com/office/officeart/2005/8/layout/vList5"/>
    <dgm:cxn modelId="{E746BDF1-C98D-4301-99FA-6D9DAA3CAE02}" srcId="{BCFC6C58-E988-4DB8-BE0D-4EC0695566EF}" destId="{62B8CFF1-C91D-4CC0-9E5E-EE075AD0D9A2}" srcOrd="0" destOrd="0" parTransId="{3CD2C66C-A841-4E17-B103-777AF963F331}" sibTransId="{00B68F79-EDFB-459E-97D0-CFFA18E5E56D}"/>
    <dgm:cxn modelId="{566AE7F7-F01A-4BA8-BE1D-2C4798258750}" srcId="{BCFC6C58-E988-4DB8-BE0D-4EC0695566EF}" destId="{D5B6C4B6-66D5-47B1-AF95-06000BE32BD7}" srcOrd="1" destOrd="0" parTransId="{BE48BFAB-F168-4CC6-9546-736C45CBA4A8}" sibTransId="{44507379-FA0D-4D30-9228-C65D10B7FA51}"/>
    <dgm:cxn modelId="{CC1EC62E-F153-4665-A718-84353A77803C}" type="presParOf" srcId="{D750F891-208D-4093-A9B3-1B63E5126284}" destId="{B47AC1D8-73C7-4CA0-858E-A8276DF96BB4}" srcOrd="0" destOrd="0" presId="urn:microsoft.com/office/officeart/2005/8/layout/vList5"/>
    <dgm:cxn modelId="{AFBBAE25-3748-4EB7-8C4A-06CEB2E1D198}" type="presParOf" srcId="{B47AC1D8-73C7-4CA0-858E-A8276DF96BB4}" destId="{D702DC09-BAE9-4E48-966D-E424475BC3D2}" srcOrd="0" destOrd="0" presId="urn:microsoft.com/office/officeart/2005/8/layout/vList5"/>
    <dgm:cxn modelId="{04DCE0C4-E79D-4EE9-ABD9-BBDCEE72325F}" type="presParOf" srcId="{B47AC1D8-73C7-4CA0-858E-A8276DF96BB4}" destId="{BD6DFA74-57D0-46C2-9F31-B3E29C30099D}" srcOrd="1" destOrd="0" presId="urn:microsoft.com/office/officeart/2005/8/layout/vList5"/>
    <dgm:cxn modelId="{2474AA86-D672-43CB-A2FD-98777FA55013}" type="presParOf" srcId="{D750F891-208D-4093-A9B3-1B63E5126284}" destId="{8A2EFF9B-79BC-4135-9E87-5E3AE6624AF6}" srcOrd="1" destOrd="0" presId="urn:microsoft.com/office/officeart/2005/8/layout/vList5"/>
    <dgm:cxn modelId="{17E5329A-FF60-49AC-B5A2-1621D99EDE34}" type="presParOf" srcId="{D750F891-208D-4093-A9B3-1B63E5126284}" destId="{749DEB51-21DB-4D41-9D4B-9B3713FDBE64}" srcOrd="2" destOrd="0" presId="urn:microsoft.com/office/officeart/2005/8/layout/vList5"/>
    <dgm:cxn modelId="{01151632-28EA-499C-A3B4-F322FDEAD249}" type="presParOf" srcId="{749DEB51-21DB-4D41-9D4B-9B3713FDBE64}" destId="{FE710409-B879-4A2B-A461-DBAE9F0E8288}" srcOrd="0" destOrd="0" presId="urn:microsoft.com/office/officeart/2005/8/layout/vList5"/>
    <dgm:cxn modelId="{EE54600B-E6DE-4068-847D-96F4707908A9}" type="presParOf" srcId="{749DEB51-21DB-4D41-9D4B-9B3713FDBE64}" destId="{24E04138-DC50-4CC3-8661-B0F5D1B6951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FC6C58-E988-4DB8-BE0D-4EC0695566EF}" type="doc">
      <dgm:prSet loTypeId="urn:microsoft.com/office/officeart/2005/8/layout/vList5" loCatId="list" qsTypeId="urn:microsoft.com/office/officeart/2005/8/quickstyle/simple1#9" qsCatId="simple" csTypeId="urn:microsoft.com/office/officeart/2005/8/colors/colorful2#4" csCatId="colorful" phldr="1"/>
      <dgm:spPr/>
      <dgm:t>
        <a:bodyPr/>
        <a:lstStyle/>
        <a:p>
          <a:endParaRPr lang="en-US"/>
        </a:p>
      </dgm:t>
    </dgm:pt>
    <dgm:pt modelId="{62B8CFF1-C91D-4CC0-9E5E-EE075AD0D9A2}">
      <dgm:prSet/>
      <dgm:spPr/>
      <dgm:t>
        <a:bodyPr/>
        <a:lstStyle/>
        <a:p>
          <a:r>
            <a:rPr lang="en-US"/>
            <a:t>Attend</a:t>
          </a:r>
        </a:p>
      </dgm:t>
    </dgm:pt>
    <dgm:pt modelId="{3CD2C66C-A841-4E17-B103-777AF963F331}" type="parTrans" cxnId="{E746BDF1-C98D-4301-99FA-6D9DAA3CAE02}">
      <dgm:prSet/>
      <dgm:spPr/>
      <dgm:t>
        <a:bodyPr/>
        <a:lstStyle/>
        <a:p>
          <a:endParaRPr lang="en-US"/>
        </a:p>
      </dgm:t>
    </dgm:pt>
    <dgm:pt modelId="{00B68F79-EDFB-459E-97D0-CFFA18E5E56D}" type="sibTrans" cxnId="{E746BDF1-C98D-4301-99FA-6D9DAA3CAE02}">
      <dgm:prSet/>
      <dgm:spPr/>
      <dgm:t>
        <a:bodyPr/>
        <a:lstStyle/>
        <a:p>
          <a:endParaRPr lang="en-US"/>
        </a:p>
      </dgm:t>
    </dgm:pt>
    <dgm:pt modelId="{6AD8FE52-51C3-4DA5-B857-31759AA783CD}">
      <dgm:prSet/>
      <dgm:spPr/>
      <dgm:t>
        <a:bodyPr/>
        <a:lstStyle/>
        <a:p>
          <a:r>
            <a:rPr lang="en-US"/>
            <a:t>Attend placement promptly and punctually</a:t>
          </a:r>
          <a:endParaRPr lang="en-US" dirty="0"/>
        </a:p>
      </dgm:t>
    </dgm:pt>
    <dgm:pt modelId="{4F51DDFB-9135-48CE-B48C-22BD33AF88BA}" type="parTrans" cxnId="{ECCD65B0-4434-45B2-832E-A538A69A2A48}">
      <dgm:prSet/>
      <dgm:spPr/>
      <dgm:t>
        <a:bodyPr/>
        <a:lstStyle/>
        <a:p>
          <a:endParaRPr lang="en-US"/>
        </a:p>
      </dgm:t>
    </dgm:pt>
    <dgm:pt modelId="{A879172A-7EC1-48C2-A827-86BE2C6BDDC1}" type="sibTrans" cxnId="{ECCD65B0-4434-45B2-832E-A538A69A2A48}">
      <dgm:prSet/>
      <dgm:spPr/>
      <dgm:t>
        <a:bodyPr/>
        <a:lstStyle/>
        <a:p>
          <a:endParaRPr lang="en-US"/>
        </a:p>
      </dgm:t>
    </dgm:pt>
    <dgm:pt modelId="{D5B6C4B6-66D5-47B1-AF95-06000BE32BD7}">
      <dgm:prSet/>
      <dgm:spPr/>
      <dgm:t>
        <a:bodyPr/>
        <a:lstStyle/>
        <a:p>
          <a:r>
            <a:rPr lang="en-US"/>
            <a:t>Engage</a:t>
          </a:r>
          <a:endParaRPr lang="en-US" dirty="0"/>
        </a:p>
      </dgm:t>
    </dgm:pt>
    <dgm:pt modelId="{BE48BFAB-F168-4CC6-9546-736C45CBA4A8}" type="parTrans" cxnId="{566AE7F7-F01A-4BA8-BE1D-2C4798258750}">
      <dgm:prSet/>
      <dgm:spPr/>
      <dgm:t>
        <a:bodyPr/>
        <a:lstStyle/>
        <a:p>
          <a:endParaRPr lang="en-US"/>
        </a:p>
      </dgm:t>
    </dgm:pt>
    <dgm:pt modelId="{44507379-FA0D-4D30-9228-C65D10B7FA51}" type="sibTrans" cxnId="{566AE7F7-F01A-4BA8-BE1D-2C4798258750}">
      <dgm:prSet/>
      <dgm:spPr/>
      <dgm:t>
        <a:bodyPr/>
        <a:lstStyle/>
        <a:p>
          <a:endParaRPr lang="en-US"/>
        </a:p>
      </dgm:t>
    </dgm:pt>
    <dgm:pt modelId="{CBCE286A-23CA-4EB5-A911-F84FE037F3A7}">
      <dgm:prSet/>
      <dgm:spPr/>
      <dgm:t>
        <a:bodyPr/>
        <a:lstStyle/>
        <a:p>
          <a:r>
            <a:rPr lang="en-US"/>
            <a:t>Engage and work within the scope of your knowledge</a:t>
          </a:r>
          <a:endParaRPr lang="en-US" dirty="0"/>
        </a:p>
      </dgm:t>
    </dgm:pt>
    <dgm:pt modelId="{22D203ED-9FE0-4DBD-AA31-1285FE253C13}" type="parTrans" cxnId="{8D71B462-BEC3-4A3E-BF75-6C962FAB4716}">
      <dgm:prSet/>
      <dgm:spPr/>
      <dgm:t>
        <a:bodyPr/>
        <a:lstStyle/>
        <a:p>
          <a:endParaRPr lang="en-US"/>
        </a:p>
      </dgm:t>
    </dgm:pt>
    <dgm:pt modelId="{D5211114-83AF-4E40-9A91-692E669BD803}" type="sibTrans" cxnId="{8D71B462-BEC3-4A3E-BF75-6C962FAB4716}">
      <dgm:prSet/>
      <dgm:spPr/>
      <dgm:t>
        <a:bodyPr/>
        <a:lstStyle/>
        <a:p>
          <a:endParaRPr lang="en-US"/>
        </a:p>
      </dgm:t>
    </dgm:pt>
    <dgm:pt modelId="{A43737F2-8F27-4BCC-B946-238F7316D889}">
      <dgm:prSet/>
      <dgm:spPr/>
      <dgm:t>
        <a:bodyPr/>
        <a:lstStyle/>
        <a:p>
          <a:r>
            <a:rPr lang="en-US"/>
            <a:t>Be professional, safe and be an ambassador for the University</a:t>
          </a:r>
          <a:endParaRPr lang="en-US" dirty="0"/>
        </a:p>
      </dgm:t>
    </dgm:pt>
    <dgm:pt modelId="{D3CC6092-9DBB-4AB8-9C91-13BBA80D82D6}" type="parTrans" cxnId="{B6152592-273B-40D1-8E58-CBA5C5C96463}">
      <dgm:prSet/>
      <dgm:spPr/>
      <dgm:t>
        <a:bodyPr/>
        <a:lstStyle/>
        <a:p>
          <a:endParaRPr lang="en-US"/>
        </a:p>
      </dgm:t>
    </dgm:pt>
    <dgm:pt modelId="{1C3D9A12-8845-46A9-A03B-26B803EA0542}" type="sibTrans" cxnId="{B6152592-273B-40D1-8E58-CBA5C5C96463}">
      <dgm:prSet/>
      <dgm:spPr/>
      <dgm:t>
        <a:bodyPr/>
        <a:lstStyle/>
        <a:p>
          <a:endParaRPr lang="en-US"/>
        </a:p>
      </dgm:t>
    </dgm:pt>
    <dgm:pt modelId="{B8E82966-26F7-4B02-83A6-52AB277FA14D}">
      <dgm:prSet/>
      <dgm:spPr/>
      <dgm:t>
        <a:bodyPr/>
        <a:lstStyle/>
        <a:p>
          <a:r>
            <a:rPr lang="en-US"/>
            <a:t>Professional</a:t>
          </a:r>
          <a:endParaRPr lang="en-US" dirty="0"/>
        </a:p>
      </dgm:t>
    </dgm:pt>
    <dgm:pt modelId="{FE94FDA9-6C9A-4F17-83B7-81C101EDC6D9}" type="sibTrans" cxnId="{787833B6-321A-4FF7-8D54-847C90CCB44E}">
      <dgm:prSet/>
      <dgm:spPr/>
      <dgm:t>
        <a:bodyPr/>
        <a:lstStyle/>
        <a:p>
          <a:endParaRPr lang="en-US"/>
        </a:p>
      </dgm:t>
    </dgm:pt>
    <dgm:pt modelId="{AC846D53-774F-4AE3-BA79-811ACCF50DAA}" type="parTrans" cxnId="{787833B6-321A-4FF7-8D54-847C90CCB44E}">
      <dgm:prSet/>
      <dgm:spPr/>
      <dgm:t>
        <a:bodyPr/>
        <a:lstStyle/>
        <a:p>
          <a:endParaRPr lang="en-US"/>
        </a:p>
      </dgm:t>
    </dgm:pt>
    <dgm:pt modelId="{C66D6E2F-F288-4D04-A56C-0DF98D9042A8}" type="pres">
      <dgm:prSet presAssocID="{BCFC6C58-E988-4DB8-BE0D-4EC0695566EF}" presName="Name0" presStyleCnt="0">
        <dgm:presLayoutVars>
          <dgm:dir/>
          <dgm:animLvl val="lvl"/>
          <dgm:resizeHandles val="exact"/>
        </dgm:presLayoutVars>
      </dgm:prSet>
      <dgm:spPr/>
    </dgm:pt>
    <dgm:pt modelId="{D26742E3-5A1C-42EF-934F-0B2685CE6183}" type="pres">
      <dgm:prSet presAssocID="{62B8CFF1-C91D-4CC0-9E5E-EE075AD0D9A2}" presName="linNode" presStyleCnt="0"/>
      <dgm:spPr/>
    </dgm:pt>
    <dgm:pt modelId="{2CE100D5-F476-4954-B424-335FFE1FED82}" type="pres">
      <dgm:prSet presAssocID="{62B8CFF1-C91D-4CC0-9E5E-EE075AD0D9A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851D41D-8548-4A58-B59C-F2534C420413}" type="pres">
      <dgm:prSet presAssocID="{62B8CFF1-C91D-4CC0-9E5E-EE075AD0D9A2}" presName="descendantText" presStyleLbl="alignAccFollowNode1" presStyleIdx="0" presStyleCnt="3">
        <dgm:presLayoutVars>
          <dgm:bulletEnabled val="1"/>
        </dgm:presLayoutVars>
      </dgm:prSet>
      <dgm:spPr/>
    </dgm:pt>
    <dgm:pt modelId="{EEA07E0E-CAD2-4A6B-9475-80B5D44D7E96}" type="pres">
      <dgm:prSet presAssocID="{00B68F79-EDFB-459E-97D0-CFFA18E5E56D}" presName="sp" presStyleCnt="0"/>
      <dgm:spPr/>
    </dgm:pt>
    <dgm:pt modelId="{FB73164A-4D84-4E38-A5D0-474E4F88B68C}" type="pres">
      <dgm:prSet presAssocID="{D5B6C4B6-66D5-47B1-AF95-06000BE32BD7}" presName="linNode" presStyleCnt="0"/>
      <dgm:spPr/>
    </dgm:pt>
    <dgm:pt modelId="{B198BB89-0A5F-4B71-AE41-6AFD651C9860}" type="pres">
      <dgm:prSet presAssocID="{D5B6C4B6-66D5-47B1-AF95-06000BE32BD7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B437A41-B999-489E-9D8F-B64EEC964578}" type="pres">
      <dgm:prSet presAssocID="{D5B6C4B6-66D5-47B1-AF95-06000BE32BD7}" presName="descendantText" presStyleLbl="alignAccFollowNode1" presStyleIdx="1" presStyleCnt="3">
        <dgm:presLayoutVars>
          <dgm:bulletEnabled val="1"/>
        </dgm:presLayoutVars>
      </dgm:prSet>
      <dgm:spPr/>
    </dgm:pt>
    <dgm:pt modelId="{2AA46196-1376-4BAE-9961-98AB3103EAF1}" type="pres">
      <dgm:prSet presAssocID="{44507379-FA0D-4D30-9228-C65D10B7FA51}" presName="sp" presStyleCnt="0"/>
      <dgm:spPr/>
    </dgm:pt>
    <dgm:pt modelId="{62F75594-27DA-4E5B-B006-F353D043570C}" type="pres">
      <dgm:prSet presAssocID="{B8E82966-26F7-4B02-83A6-52AB277FA14D}" presName="linNode" presStyleCnt="0"/>
      <dgm:spPr/>
    </dgm:pt>
    <dgm:pt modelId="{CA7CF571-0972-43D2-868E-44DF55CBC4DA}" type="pres">
      <dgm:prSet presAssocID="{B8E82966-26F7-4B02-83A6-52AB277FA14D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CDD28AD-E176-466E-B0C7-368ED79C066A}" type="pres">
      <dgm:prSet presAssocID="{B8E82966-26F7-4B02-83A6-52AB277FA14D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5CB4702-7073-4D89-A7DD-2275C04DF30D}" type="presOf" srcId="{6AD8FE52-51C3-4DA5-B857-31759AA783CD}" destId="{7851D41D-8548-4A58-B59C-F2534C420413}" srcOrd="0" destOrd="0" presId="urn:microsoft.com/office/officeart/2005/8/layout/vList5"/>
    <dgm:cxn modelId="{4F0CCF3F-9E1E-460C-A23A-6965201DE593}" type="presOf" srcId="{A43737F2-8F27-4BCC-B946-238F7316D889}" destId="{FCDD28AD-E176-466E-B0C7-368ED79C066A}" srcOrd="0" destOrd="0" presId="urn:microsoft.com/office/officeart/2005/8/layout/vList5"/>
    <dgm:cxn modelId="{8D71B462-BEC3-4A3E-BF75-6C962FAB4716}" srcId="{D5B6C4B6-66D5-47B1-AF95-06000BE32BD7}" destId="{CBCE286A-23CA-4EB5-A911-F84FE037F3A7}" srcOrd="0" destOrd="0" parTransId="{22D203ED-9FE0-4DBD-AA31-1285FE253C13}" sibTransId="{D5211114-83AF-4E40-9A91-692E669BD803}"/>
    <dgm:cxn modelId="{ACB57387-4B2E-4EF6-A7DA-E95C410A1340}" type="presOf" srcId="{BCFC6C58-E988-4DB8-BE0D-4EC0695566EF}" destId="{C66D6E2F-F288-4D04-A56C-0DF98D9042A8}" srcOrd="0" destOrd="0" presId="urn:microsoft.com/office/officeart/2005/8/layout/vList5"/>
    <dgm:cxn modelId="{B6152592-273B-40D1-8E58-CBA5C5C96463}" srcId="{B8E82966-26F7-4B02-83A6-52AB277FA14D}" destId="{A43737F2-8F27-4BCC-B946-238F7316D889}" srcOrd="0" destOrd="0" parTransId="{D3CC6092-9DBB-4AB8-9C91-13BBA80D82D6}" sibTransId="{1C3D9A12-8845-46A9-A03B-26B803EA0542}"/>
    <dgm:cxn modelId="{18A46294-D3DB-45C9-8CFE-49357FA3D7A1}" type="presOf" srcId="{B8E82966-26F7-4B02-83A6-52AB277FA14D}" destId="{CA7CF571-0972-43D2-868E-44DF55CBC4DA}" srcOrd="0" destOrd="0" presId="urn:microsoft.com/office/officeart/2005/8/layout/vList5"/>
    <dgm:cxn modelId="{ECCD65B0-4434-45B2-832E-A538A69A2A48}" srcId="{62B8CFF1-C91D-4CC0-9E5E-EE075AD0D9A2}" destId="{6AD8FE52-51C3-4DA5-B857-31759AA783CD}" srcOrd="0" destOrd="0" parTransId="{4F51DDFB-9135-48CE-B48C-22BD33AF88BA}" sibTransId="{A879172A-7EC1-48C2-A827-86BE2C6BDDC1}"/>
    <dgm:cxn modelId="{787833B6-321A-4FF7-8D54-847C90CCB44E}" srcId="{BCFC6C58-E988-4DB8-BE0D-4EC0695566EF}" destId="{B8E82966-26F7-4B02-83A6-52AB277FA14D}" srcOrd="2" destOrd="0" parTransId="{AC846D53-774F-4AE3-BA79-811ACCF50DAA}" sibTransId="{FE94FDA9-6C9A-4F17-83B7-81C101EDC6D9}"/>
    <dgm:cxn modelId="{974BDFC7-58E2-4A99-9707-CA543A506845}" type="presOf" srcId="{62B8CFF1-C91D-4CC0-9E5E-EE075AD0D9A2}" destId="{2CE100D5-F476-4954-B424-335FFE1FED82}" srcOrd="0" destOrd="0" presId="urn:microsoft.com/office/officeart/2005/8/layout/vList5"/>
    <dgm:cxn modelId="{943455D9-C0AB-4D14-8DD9-B949A5A64829}" type="presOf" srcId="{CBCE286A-23CA-4EB5-A911-F84FE037F3A7}" destId="{CB437A41-B999-489E-9D8F-B64EEC964578}" srcOrd="0" destOrd="0" presId="urn:microsoft.com/office/officeart/2005/8/layout/vList5"/>
    <dgm:cxn modelId="{E746BDF1-C98D-4301-99FA-6D9DAA3CAE02}" srcId="{BCFC6C58-E988-4DB8-BE0D-4EC0695566EF}" destId="{62B8CFF1-C91D-4CC0-9E5E-EE075AD0D9A2}" srcOrd="0" destOrd="0" parTransId="{3CD2C66C-A841-4E17-B103-777AF963F331}" sibTransId="{00B68F79-EDFB-459E-97D0-CFFA18E5E56D}"/>
    <dgm:cxn modelId="{566AE7F7-F01A-4BA8-BE1D-2C4798258750}" srcId="{BCFC6C58-E988-4DB8-BE0D-4EC0695566EF}" destId="{D5B6C4B6-66D5-47B1-AF95-06000BE32BD7}" srcOrd="1" destOrd="0" parTransId="{BE48BFAB-F168-4CC6-9546-736C45CBA4A8}" sibTransId="{44507379-FA0D-4D30-9228-C65D10B7FA51}"/>
    <dgm:cxn modelId="{DEBF88FD-1B34-4009-9951-53E55FD3E4BE}" type="presOf" srcId="{D5B6C4B6-66D5-47B1-AF95-06000BE32BD7}" destId="{B198BB89-0A5F-4B71-AE41-6AFD651C9860}" srcOrd="0" destOrd="0" presId="urn:microsoft.com/office/officeart/2005/8/layout/vList5"/>
    <dgm:cxn modelId="{65B62723-820B-433F-B8F1-BD99741BB1B5}" type="presParOf" srcId="{C66D6E2F-F288-4D04-A56C-0DF98D9042A8}" destId="{D26742E3-5A1C-42EF-934F-0B2685CE6183}" srcOrd="0" destOrd="0" presId="urn:microsoft.com/office/officeart/2005/8/layout/vList5"/>
    <dgm:cxn modelId="{C11286C3-2B75-4494-98C2-B91A7C4EE834}" type="presParOf" srcId="{D26742E3-5A1C-42EF-934F-0B2685CE6183}" destId="{2CE100D5-F476-4954-B424-335FFE1FED82}" srcOrd="0" destOrd="0" presId="urn:microsoft.com/office/officeart/2005/8/layout/vList5"/>
    <dgm:cxn modelId="{28F3192F-F424-4A4E-B5D5-9ED56BF699EA}" type="presParOf" srcId="{D26742E3-5A1C-42EF-934F-0B2685CE6183}" destId="{7851D41D-8548-4A58-B59C-F2534C420413}" srcOrd="1" destOrd="0" presId="urn:microsoft.com/office/officeart/2005/8/layout/vList5"/>
    <dgm:cxn modelId="{BBEC4822-8E73-405A-B31E-5C5506910A18}" type="presParOf" srcId="{C66D6E2F-F288-4D04-A56C-0DF98D9042A8}" destId="{EEA07E0E-CAD2-4A6B-9475-80B5D44D7E96}" srcOrd="1" destOrd="0" presId="urn:microsoft.com/office/officeart/2005/8/layout/vList5"/>
    <dgm:cxn modelId="{4D4E5B7A-85CB-4EF1-AAA3-F691647D9AA6}" type="presParOf" srcId="{C66D6E2F-F288-4D04-A56C-0DF98D9042A8}" destId="{FB73164A-4D84-4E38-A5D0-474E4F88B68C}" srcOrd="2" destOrd="0" presId="urn:microsoft.com/office/officeart/2005/8/layout/vList5"/>
    <dgm:cxn modelId="{E648613C-5F18-43E0-B338-9511FF197202}" type="presParOf" srcId="{FB73164A-4D84-4E38-A5D0-474E4F88B68C}" destId="{B198BB89-0A5F-4B71-AE41-6AFD651C9860}" srcOrd="0" destOrd="0" presId="urn:microsoft.com/office/officeart/2005/8/layout/vList5"/>
    <dgm:cxn modelId="{1CDE1057-2884-4490-A0A7-7EA043D649C0}" type="presParOf" srcId="{FB73164A-4D84-4E38-A5D0-474E4F88B68C}" destId="{CB437A41-B999-489E-9D8F-B64EEC964578}" srcOrd="1" destOrd="0" presId="urn:microsoft.com/office/officeart/2005/8/layout/vList5"/>
    <dgm:cxn modelId="{33D81FAC-E0C9-47E7-BBA2-BFD257C84560}" type="presParOf" srcId="{C66D6E2F-F288-4D04-A56C-0DF98D9042A8}" destId="{2AA46196-1376-4BAE-9961-98AB3103EAF1}" srcOrd="3" destOrd="0" presId="urn:microsoft.com/office/officeart/2005/8/layout/vList5"/>
    <dgm:cxn modelId="{CCC4255A-307A-4185-83DC-80EC5E64E80B}" type="presParOf" srcId="{C66D6E2F-F288-4D04-A56C-0DF98D9042A8}" destId="{62F75594-27DA-4E5B-B006-F353D043570C}" srcOrd="4" destOrd="0" presId="urn:microsoft.com/office/officeart/2005/8/layout/vList5"/>
    <dgm:cxn modelId="{3C5587C5-672D-4A39-B816-F3434DB0782E}" type="presParOf" srcId="{62F75594-27DA-4E5B-B006-F353D043570C}" destId="{CA7CF571-0972-43D2-868E-44DF55CBC4DA}" srcOrd="0" destOrd="0" presId="urn:microsoft.com/office/officeart/2005/8/layout/vList5"/>
    <dgm:cxn modelId="{EB0071AC-60B5-4450-B724-B3490422C1C5}" type="presParOf" srcId="{62F75594-27DA-4E5B-B006-F353D043570C}" destId="{FCDD28AD-E176-466E-B0C7-368ED79C066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FC6C58-E988-4DB8-BE0D-4EC0695566EF}" type="doc">
      <dgm:prSet loTypeId="urn:microsoft.com/office/officeart/2005/8/layout/vList5" loCatId="list" qsTypeId="urn:microsoft.com/office/officeart/2005/8/quickstyle/simple1#10" qsCatId="simple" csTypeId="urn:microsoft.com/office/officeart/2005/8/colors/colorful2#5" csCatId="colorful" phldr="1"/>
      <dgm:spPr/>
      <dgm:t>
        <a:bodyPr/>
        <a:lstStyle/>
        <a:p>
          <a:endParaRPr lang="en-US"/>
        </a:p>
      </dgm:t>
    </dgm:pt>
    <dgm:pt modelId="{62B8CFF1-C91D-4CC0-9E5E-EE075AD0D9A2}">
      <dgm:prSet/>
      <dgm:spPr/>
      <dgm:t>
        <a:bodyPr/>
        <a:lstStyle/>
        <a:p>
          <a:r>
            <a:rPr lang="en-US"/>
            <a:t>Attend</a:t>
          </a:r>
        </a:p>
      </dgm:t>
    </dgm:pt>
    <dgm:pt modelId="{3CD2C66C-A841-4E17-B103-777AF963F331}" type="parTrans" cxnId="{E746BDF1-C98D-4301-99FA-6D9DAA3CAE02}">
      <dgm:prSet/>
      <dgm:spPr/>
      <dgm:t>
        <a:bodyPr/>
        <a:lstStyle/>
        <a:p>
          <a:endParaRPr lang="en-US"/>
        </a:p>
      </dgm:t>
    </dgm:pt>
    <dgm:pt modelId="{00B68F79-EDFB-459E-97D0-CFFA18E5E56D}" type="sibTrans" cxnId="{E746BDF1-C98D-4301-99FA-6D9DAA3CAE02}">
      <dgm:prSet/>
      <dgm:spPr/>
      <dgm:t>
        <a:bodyPr/>
        <a:lstStyle/>
        <a:p>
          <a:endParaRPr lang="en-US"/>
        </a:p>
      </dgm:t>
    </dgm:pt>
    <dgm:pt modelId="{6AD8FE52-51C3-4DA5-B857-31759AA783CD}">
      <dgm:prSet/>
      <dgm:spPr/>
      <dgm:t>
        <a:bodyPr/>
        <a:lstStyle/>
        <a:p>
          <a:r>
            <a:rPr lang="en-US"/>
            <a:t>Attend placement promptly and punctually</a:t>
          </a:r>
          <a:endParaRPr lang="en-US" dirty="0"/>
        </a:p>
      </dgm:t>
    </dgm:pt>
    <dgm:pt modelId="{4F51DDFB-9135-48CE-B48C-22BD33AF88BA}" type="parTrans" cxnId="{ECCD65B0-4434-45B2-832E-A538A69A2A48}">
      <dgm:prSet/>
      <dgm:spPr/>
      <dgm:t>
        <a:bodyPr/>
        <a:lstStyle/>
        <a:p>
          <a:endParaRPr lang="en-US"/>
        </a:p>
      </dgm:t>
    </dgm:pt>
    <dgm:pt modelId="{A879172A-7EC1-48C2-A827-86BE2C6BDDC1}" type="sibTrans" cxnId="{ECCD65B0-4434-45B2-832E-A538A69A2A48}">
      <dgm:prSet/>
      <dgm:spPr/>
      <dgm:t>
        <a:bodyPr/>
        <a:lstStyle/>
        <a:p>
          <a:endParaRPr lang="en-US"/>
        </a:p>
      </dgm:t>
    </dgm:pt>
    <dgm:pt modelId="{D5B6C4B6-66D5-47B1-AF95-06000BE32BD7}">
      <dgm:prSet/>
      <dgm:spPr/>
      <dgm:t>
        <a:bodyPr/>
        <a:lstStyle/>
        <a:p>
          <a:r>
            <a:rPr lang="en-US"/>
            <a:t>Engage</a:t>
          </a:r>
          <a:endParaRPr lang="en-US" dirty="0"/>
        </a:p>
      </dgm:t>
    </dgm:pt>
    <dgm:pt modelId="{BE48BFAB-F168-4CC6-9546-736C45CBA4A8}" type="parTrans" cxnId="{566AE7F7-F01A-4BA8-BE1D-2C4798258750}">
      <dgm:prSet/>
      <dgm:spPr/>
      <dgm:t>
        <a:bodyPr/>
        <a:lstStyle/>
        <a:p>
          <a:endParaRPr lang="en-US"/>
        </a:p>
      </dgm:t>
    </dgm:pt>
    <dgm:pt modelId="{44507379-FA0D-4D30-9228-C65D10B7FA51}" type="sibTrans" cxnId="{566AE7F7-F01A-4BA8-BE1D-2C4798258750}">
      <dgm:prSet/>
      <dgm:spPr/>
      <dgm:t>
        <a:bodyPr/>
        <a:lstStyle/>
        <a:p>
          <a:endParaRPr lang="en-US"/>
        </a:p>
      </dgm:t>
    </dgm:pt>
    <dgm:pt modelId="{CBCE286A-23CA-4EB5-A911-F84FE037F3A7}">
      <dgm:prSet/>
      <dgm:spPr/>
      <dgm:t>
        <a:bodyPr/>
        <a:lstStyle/>
        <a:p>
          <a:r>
            <a:rPr lang="en-US"/>
            <a:t>Engage and work within the scope of your knowledge</a:t>
          </a:r>
          <a:endParaRPr lang="en-US" dirty="0"/>
        </a:p>
      </dgm:t>
    </dgm:pt>
    <dgm:pt modelId="{22D203ED-9FE0-4DBD-AA31-1285FE253C13}" type="parTrans" cxnId="{8D71B462-BEC3-4A3E-BF75-6C962FAB4716}">
      <dgm:prSet/>
      <dgm:spPr/>
      <dgm:t>
        <a:bodyPr/>
        <a:lstStyle/>
        <a:p>
          <a:endParaRPr lang="en-US"/>
        </a:p>
      </dgm:t>
    </dgm:pt>
    <dgm:pt modelId="{D5211114-83AF-4E40-9A91-692E669BD803}" type="sibTrans" cxnId="{8D71B462-BEC3-4A3E-BF75-6C962FAB4716}">
      <dgm:prSet/>
      <dgm:spPr/>
      <dgm:t>
        <a:bodyPr/>
        <a:lstStyle/>
        <a:p>
          <a:endParaRPr lang="en-US"/>
        </a:p>
      </dgm:t>
    </dgm:pt>
    <dgm:pt modelId="{B8E82966-26F7-4B02-83A6-52AB277FA14D}">
      <dgm:prSet/>
      <dgm:spPr/>
      <dgm:t>
        <a:bodyPr/>
        <a:lstStyle/>
        <a:p>
          <a:r>
            <a:rPr lang="en-US"/>
            <a:t>Professional</a:t>
          </a:r>
          <a:endParaRPr lang="en-US" dirty="0"/>
        </a:p>
      </dgm:t>
    </dgm:pt>
    <dgm:pt modelId="{AC846D53-774F-4AE3-BA79-811ACCF50DAA}" type="parTrans" cxnId="{787833B6-321A-4FF7-8D54-847C90CCB44E}">
      <dgm:prSet/>
      <dgm:spPr/>
      <dgm:t>
        <a:bodyPr/>
        <a:lstStyle/>
        <a:p>
          <a:endParaRPr lang="en-US"/>
        </a:p>
      </dgm:t>
    </dgm:pt>
    <dgm:pt modelId="{FE94FDA9-6C9A-4F17-83B7-81C101EDC6D9}" type="sibTrans" cxnId="{787833B6-321A-4FF7-8D54-847C90CCB44E}">
      <dgm:prSet/>
      <dgm:spPr/>
      <dgm:t>
        <a:bodyPr/>
        <a:lstStyle/>
        <a:p>
          <a:endParaRPr lang="en-US"/>
        </a:p>
      </dgm:t>
    </dgm:pt>
    <dgm:pt modelId="{A43737F2-8F27-4BCC-B946-238F7316D889}">
      <dgm:prSet/>
      <dgm:spPr/>
      <dgm:t>
        <a:bodyPr/>
        <a:lstStyle/>
        <a:p>
          <a:r>
            <a:rPr lang="en-US"/>
            <a:t>Be professional, safe and be an ambassador for the University</a:t>
          </a:r>
          <a:endParaRPr lang="en-US" dirty="0"/>
        </a:p>
      </dgm:t>
    </dgm:pt>
    <dgm:pt modelId="{D3CC6092-9DBB-4AB8-9C91-13BBA80D82D6}" type="parTrans" cxnId="{B6152592-273B-40D1-8E58-CBA5C5C96463}">
      <dgm:prSet/>
      <dgm:spPr/>
      <dgm:t>
        <a:bodyPr/>
        <a:lstStyle/>
        <a:p>
          <a:endParaRPr lang="en-US"/>
        </a:p>
      </dgm:t>
    </dgm:pt>
    <dgm:pt modelId="{1C3D9A12-8845-46A9-A03B-26B803EA0542}" type="sibTrans" cxnId="{B6152592-273B-40D1-8E58-CBA5C5C96463}">
      <dgm:prSet/>
      <dgm:spPr/>
      <dgm:t>
        <a:bodyPr/>
        <a:lstStyle/>
        <a:p>
          <a:endParaRPr lang="en-US"/>
        </a:p>
      </dgm:t>
    </dgm:pt>
    <dgm:pt modelId="{497F8004-C3DF-4417-A7FB-86B86BEB0CC3}">
      <dgm:prSet/>
      <dgm:spPr/>
      <dgm:t>
        <a:bodyPr/>
        <a:lstStyle/>
        <a:p>
          <a:r>
            <a:rPr lang="en-US"/>
            <a:t>Provide</a:t>
          </a:r>
        </a:p>
      </dgm:t>
    </dgm:pt>
    <dgm:pt modelId="{0B3ABEFB-9231-444A-ACCC-727AD5996818}" type="parTrans" cxnId="{5002766F-BE93-44F1-98E2-4072A22F1957}">
      <dgm:prSet/>
      <dgm:spPr/>
      <dgm:t>
        <a:bodyPr/>
        <a:lstStyle/>
        <a:p>
          <a:endParaRPr lang="en-US"/>
        </a:p>
      </dgm:t>
    </dgm:pt>
    <dgm:pt modelId="{0140239C-3A5C-472C-B95D-305BB4BB4C4C}" type="sibTrans" cxnId="{5002766F-BE93-44F1-98E2-4072A22F1957}">
      <dgm:prSet/>
      <dgm:spPr/>
      <dgm:t>
        <a:bodyPr/>
        <a:lstStyle/>
        <a:p>
          <a:endParaRPr lang="en-US"/>
        </a:p>
      </dgm:t>
    </dgm:pt>
    <dgm:pt modelId="{6C090A78-9563-46E6-986F-CF5198BA95F4}">
      <dgm:prSet/>
      <dgm:spPr/>
      <dgm:t>
        <a:bodyPr/>
        <a:lstStyle/>
        <a:p>
          <a:r>
            <a:rPr lang="en-US"/>
            <a:t>Provide feedback to Practice Educator and the University</a:t>
          </a:r>
          <a:endParaRPr lang="en-US" dirty="0"/>
        </a:p>
      </dgm:t>
    </dgm:pt>
    <dgm:pt modelId="{4F1DE926-900E-4905-8633-1EC4B3F627DB}" type="parTrans" cxnId="{CBA92680-7AF9-44F9-9F45-D5AACCB170B1}">
      <dgm:prSet/>
      <dgm:spPr/>
      <dgm:t>
        <a:bodyPr/>
        <a:lstStyle/>
        <a:p>
          <a:endParaRPr lang="en-US"/>
        </a:p>
      </dgm:t>
    </dgm:pt>
    <dgm:pt modelId="{4734F4ED-7C27-4F4D-9DF9-6760A40734B1}" type="sibTrans" cxnId="{CBA92680-7AF9-44F9-9F45-D5AACCB170B1}">
      <dgm:prSet/>
      <dgm:spPr/>
      <dgm:t>
        <a:bodyPr/>
        <a:lstStyle/>
        <a:p>
          <a:endParaRPr lang="en-US"/>
        </a:p>
      </dgm:t>
    </dgm:pt>
    <dgm:pt modelId="{EAA727F7-C00D-4479-989C-1DE6848CFC41}" type="pres">
      <dgm:prSet presAssocID="{BCFC6C58-E988-4DB8-BE0D-4EC0695566EF}" presName="Name0" presStyleCnt="0">
        <dgm:presLayoutVars>
          <dgm:dir/>
          <dgm:animLvl val="lvl"/>
          <dgm:resizeHandles val="exact"/>
        </dgm:presLayoutVars>
      </dgm:prSet>
      <dgm:spPr/>
    </dgm:pt>
    <dgm:pt modelId="{C91A8375-5BC8-4A6E-9990-FA37AE53F454}" type="pres">
      <dgm:prSet presAssocID="{62B8CFF1-C91D-4CC0-9E5E-EE075AD0D9A2}" presName="linNode" presStyleCnt="0"/>
      <dgm:spPr/>
    </dgm:pt>
    <dgm:pt modelId="{485B60FB-B1E5-45BA-843B-EE95E3E4EFB3}" type="pres">
      <dgm:prSet presAssocID="{62B8CFF1-C91D-4CC0-9E5E-EE075AD0D9A2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A40398D-426C-475E-AC5A-9E9C93476F55}" type="pres">
      <dgm:prSet presAssocID="{62B8CFF1-C91D-4CC0-9E5E-EE075AD0D9A2}" presName="descendantText" presStyleLbl="alignAccFollowNode1" presStyleIdx="0" presStyleCnt="4">
        <dgm:presLayoutVars>
          <dgm:bulletEnabled val="1"/>
        </dgm:presLayoutVars>
      </dgm:prSet>
      <dgm:spPr/>
    </dgm:pt>
    <dgm:pt modelId="{EFE1C6AC-9557-44E3-ABC0-179BEE2B37CB}" type="pres">
      <dgm:prSet presAssocID="{00B68F79-EDFB-459E-97D0-CFFA18E5E56D}" presName="sp" presStyleCnt="0"/>
      <dgm:spPr/>
    </dgm:pt>
    <dgm:pt modelId="{A2AAADF4-7D6E-4CEC-9C29-AB6FEB388E40}" type="pres">
      <dgm:prSet presAssocID="{D5B6C4B6-66D5-47B1-AF95-06000BE32BD7}" presName="linNode" presStyleCnt="0"/>
      <dgm:spPr/>
    </dgm:pt>
    <dgm:pt modelId="{52917796-02B2-44D5-A3BC-FBC46A1C26B5}" type="pres">
      <dgm:prSet presAssocID="{D5B6C4B6-66D5-47B1-AF95-06000BE32BD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B1FF624-DEEF-45F3-99BB-7E1C16A090F3}" type="pres">
      <dgm:prSet presAssocID="{D5B6C4B6-66D5-47B1-AF95-06000BE32BD7}" presName="descendantText" presStyleLbl="alignAccFollowNode1" presStyleIdx="1" presStyleCnt="4">
        <dgm:presLayoutVars>
          <dgm:bulletEnabled val="1"/>
        </dgm:presLayoutVars>
      </dgm:prSet>
      <dgm:spPr/>
    </dgm:pt>
    <dgm:pt modelId="{70A58FFC-BB0C-4071-A57D-6483E40A9D20}" type="pres">
      <dgm:prSet presAssocID="{44507379-FA0D-4D30-9228-C65D10B7FA51}" presName="sp" presStyleCnt="0"/>
      <dgm:spPr/>
    </dgm:pt>
    <dgm:pt modelId="{83A8E769-655F-470F-8AE6-5988CCD0E80F}" type="pres">
      <dgm:prSet presAssocID="{B8E82966-26F7-4B02-83A6-52AB277FA14D}" presName="linNode" presStyleCnt="0"/>
      <dgm:spPr/>
    </dgm:pt>
    <dgm:pt modelId="{764ACAEC-503F-4F7C-9523-23DDAEA60D16}" type="pres">
      <dgm:prSet presAssocID="{B8E82966-26F7-4B02-83A6-52AB277FA14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5F030B1-F58E-4817-AE04-3A56AA3ECE74}" type="pres">
      <dgm:prSet presAssocID="{B8E82966-26F7-4B02-83A6-52AB277FA14D}" presName="descendantText" presStyleLbl="alignAccFollowNode1" presStyleIdx="2" presStyleCnt="4">
        <dgm:presLayoutVars>
          <dgm:bulletEnabled val="1"/>
        </dgm:presLayoutVars>
      </dgm:prSet>
      <dgm:spPr/>
    </dgm:pt>
    <dgm:pt modelId="{7D2A0B10-7971-43B4-A84D-CBA5DECA77AD}" type="pres">
      <dgm:prSet presAssocID="{FE94FDA9-6C9A-4F17-83B7-81C101EDC6D9}" presName="sp" presStyleCnt="0"/>
      <dgm:spPr/>
    </dgm:pt>
    <dgm:pt modelId="{344879E6-35CF-46DD-8725-300D9392C2AE}" type="pres">
      <dgm:prSet presAssocID="{497F8004-C3DF-4417-A7FB-86B86BEB0CC3}" presName="linNode" presStyleCnt="0"/>
      <dgm:spPr/>
    </dgm:pt>
    <dgm:pt modelId="{43F3E361-08A8-4929-B9DC-E6539551CAFC}" type="pres">
      <dgm:prSet presAssocID="{497F8004-C3DF-4417-A7FB-86B86BEB0CC3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0D107343-1FE0-4FEE-B4F2-0BDE7104E427}" type="pres">
      <dgm:prSet presAssocID="{497F8004-C3DF-4417-A7FB-86B86BEB0CC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A714C45B-BDA3-4DCB-938A-4F105DA61076}" type="presOf" srcId="{6C090A78-9563-46E6-986F-CF5198BA95F4}" destId="{0D107343-1FE0-4FEE-B4F2-0BDE7104E427}" srcOrd="0" destOrd="0" presId="urn:microsoft.com/office/officeart/2005/8/layout/vList5"/>
    <dgm:cxn modelId="{09BEB042-C98C-473B-830A-4EA49749A833}" type="presOf" srcId="{62B8CFF1-C91D-4CC0-9E5E-EE075AD0D9A2}" destId="{485B60FB-B1E5-45BA-843B-EE95E3E4EFB3}" srcOrd="0" destOrd="0" presId="urn:microsoft.com/office/officeart/2005/8/layout/vList5"/>
    <dgm:cxn modelId="{8D71B462-BEC3-4A3E-BF75-6C962FAB4716}" srcId="{D5B6C4B6-66D5-47B1-AF95-06000BE32BD7}" destId="{CBCE286A-23CA-4EB5-A911-F84FE037F3A7}" srcOrd="0" destOrd="0" parTransId="{22D203ED-9FE0-4DBD-AA31-1285FE253C13}" sibTransId="{D5211114-83AF-4E40-9A91-692E669BD803}"/>
    <dgm:cxn modelId="{5002766F-BE93-44F1-98E2-4072A22F1957}" srcId="{BCFC6C58-E988-4DB8-BE0D-4EC0695566EF}" destId="{497F8004-C3DF-4417-A7FB-86B86BEB0CC3}" srcOrd="3" destOrd="0" parTransId="{0B3ABEFB-9231-444A-ACCC-727AD5996818}" sibTransId="{0140239C-3A5C-472C-B95D-305BB4BB4C4C}"/>
    <dgm:cxn modelId="{280B1873-498D-4DE7-8D6C-E70C7DC5DEE6}" type="presOf" srcId="{BCFC6C58-E988-4DB8-BE0D-4EC0695566EF}" destId="{EAA727F7-C00D-4479-989C-1DE6848CFC41}" srcOrd="0" destOrd="0" presId="urn:microsoft.com/office/officeart/2005/8/layout/vList5"/>
    <dgm:cxn modelId="{425A705A-E1AC-48E5-A954-AD3C0C4ECE7C}" type="presOf" srcId="{D5B6C4B6-66D5-47B1-AF95-06000BE32BD7}" destId="{52917796-02B2-44D5-A3BC-FBC46A1C26B5}" srcOrd="0" destOrd="0" presId="urn:microsoft.com/office/officeart/2005/8/layout/vList5"/>
    <dgm:cxn modelId="{CBA92680-7AF9-44F9-9F45-D5AACCB170B1}" srcId="{497F8004-C3DF-4417-A7FB-86B86BEB0CC3}" destId="{6C090A78-9563-46E6-986F-CF5198BA95F4}" srcOrd="0" destOrd="0" parTransId="{4F1DE926-900E-4905-8633-1EC4B3F627DB}" sibTransId="{4734F4ED-7C27-4F4D-9DF9-6760A40734B1}"/>
    <dgm:cxn modelId="{94D99682-8777-4C6C-9997-BF66B3C3E71A}" type="presOf" srcId="{A43737F2-8F27-4BCC-B946-238F7316D889}" destId="{95F030B1-F58E-4817-AE04-3A56AA3ECE74}" srcOrd="0" destOrd="0" presId="urn:microsoft.com/office/officeart/2005/8/layout/vList5"/>
    <dgm:cxn modelId="{B6152592-273B-40D1-8E58-CBA5C5C96463}" srcId="{B8E82966-26F7-4B02-83A6-52AB277FA14D}" destId="{A43737F2-8F27-4BCC-B946-238F7316D889}" srcOrd="0" destOrd="0" parTransId="{D3CC6092-9DBB-4AB8-9C91-13BBA80D82D6}" sibTransId="{1C3D9A12-8845-46A9-A03B-26B803EA0542}"/>
    <dgm:cxn modelId="{4254B797-B94D-4AAB-9F8C-10543202ED12}" type="presOf" srcId="{6AD8FE52-51C3-4DA5-B857-31759AA783CD}" destId="{CA40398D-426C-475E-AC5A-9E9C93476F55}" srcOrd="0" destOrd="0" presId="urn:microsoft.com/office/officeart/2005/8/layout/vList5"/>
    <dgm:cxn modelId="{ECCD65B0-4434-45B2-832E-A538A69A2A48}" srcId="{62B8CFF1-C91D-4CC0-9E5E-EE075AD0D9A2}" destId="{6AD8FE52-51C3-4DA5-B857-31759AA783CD}" srcOrd="0" destOrd="0" parTransId="{4F51DDFB-9135-48CE-B48C-22BD33AF88BA}" sibTransId="{A879172A-7EC1-48C2-A827-86BE2C6BDDC1}"/>
    <dgm:cxn modelId="{83219DB2-1658-44C1-B1C4-87E518761E12}" type="presOf" srcId="{B8E82966-26F7-4B02-83A6-52AB277FA14D}" destId="{764ACAEC-503F-4F7C-9523-23DDAEA60D16}" srcOrd="0" destOrd="0" presId="urn:microsoft.com/office/officeart/2005/8/layout/vList5"/>
    <dgm:cxn modelId="{787833B6-321A-4FF7-8D54-847C90CCB44E}" srcId="{BCFC6C58-E988-4DB8-BE0D-4EC0695566EF}" destId="{B8E82966-26F7-4B02-83A6-52AB277FA14D}" srcOrd="2" destOrd="0" parTransId="{AC846D53-774F-4AE3-BA79-811ACCF50DAA}" sibTransId="{FE94FDA9-6C9A-4F17-83B7-81C101EDC6D9}"/>
    <dgm:cxn modelId="{C89447DA-5715-4599-B69A-BCF58DE30E39}" type="presOf" srcId="{CBCE286A-23CA-4EB5-A911-F84FE037F3A7}" destId="{AB1FF624-DEEF-45F3-99BB-7E1C16A090F3}" srcOrd="0" destOrd="0" presId="urn:microsoft.com/office/officeart/2005/8/layout/vList5"/>
    <dgm:cxn modelId="{E746BDF1-C98D-4301-99FA-6D9DAA3CAE02}" srcId="{BCFC6C58-E988-4DB8-BE0D-4EC0695566EF}" destId="{62B8CFF1-C91D-4CC0-9E5E-EE075AD0D9A2}" srcOrd="0" destOrd="0" parTransId="{3CD2C66C-A841-4E17-B103-777AF963F331}" sibTransId="{00B68F79-EDFB-459E-97D0-CFFA18E5E56D}"/>
    <dgm:cxn modelId="{324B28F5-EDD9-4BA2-A7E9-ED8F30D32CF7}" type="presOf" srcId="{497F8004-C3DF-4417-A7FB-86B86BEB0CC3}" destId="{43F3E361-08A8-4929-B9DC-E6539551CAFC}" srcOrd="0" destOrd="0" presId="urn:microsoft.com/office/officeart/2005/8/layout/vList5"/>
    <dgm:cxn modelId="{566AE7F7-F01A-4BA8-BE1D-2C4798258750}" srcId="{BCFC6C58-E988-4DB8-BE0D-4EC0695566EF}" destId="{D5B6C4B6-66D5-47B1-AF95-06000BE32BD7}" srcOrd="1" destOrd="0" parTransId="{BE48BFAB-F168-4CC6-9546-736C45CBA4A8}" sibTransId="{44507379-FA0D-4D30-9228-C65D10B7FA51}"/>
    <dgm:cxn modelId="{ADD227C3-EE06-45CB-AD20-26E547C0E3C3}" type="presParOf" srcId="{EAA727F7-C00D-4479-989C-1DE6848CFC41}" destId="{C91A8375-5BC8-4A6E-9990-FA37AE53F454}" srcOrd="0" destOrd="0" presId="urn:microsoft.com/office/officeart/2005/8/layout/vList5"/>
    <dgm:cxn modelId="{8703B514-19D3-4AA2-AF0B-40E03058407B}" type="presParOf" srcId="{C91A8375-5BC8-4A6E-9990-FA37AE53F454}" destId="{485B60FB-B1E5-45BA-843B-EE95E3E4EFB3}" srcOrd="0" destOrd="0" presId="urn:microsoft.com/office/officeart/2005/8/layout/vList5"/>
    <dgm:cxn modelId="{F3DE08BB-B6C1-418A-A3D4-28FA25E8F17B}" type="presParOf" srcId="{C91A8375-5BC8-4A6E-9990-FA37AE53F454}" destId="{CA40398D-426C-475E-AC5A-9E9C93476F55}" srcOrd="1" destOrd="0" presId="urn:microsoft.com/office/officeart/2005/8/layout/vList5"/>
    <dgm:cxn modelId="{C7996B08-5FBC-4BD9-BC96-610A2ED057D2}" type="presParOf" srcId="{EAA727F7-C00D-4479-989C-1DE6848CFC41}" destId="{EFE1C6AC-9557-44E3-ABC0-179BEE2B37CB}" srcOrd="1" destOrd="0" presId="urn:microsoft.com/office/officeart/2005/8/layout/vList5"/>
    <dgm:cxn modelId="{A4BCFEAB-C5D6-49AB-9B21-8ABC211AA2B6}" type="presParOf" srcId="{EAA727F7-C00D-4479-989C-1DE6848CFC41}" destId="{A2AAADF4-7D6E-4CEC-9C29-AB6FEB388E40}" srcOrd="2" destOrd="0" presId="urn:microsoft.com/office/officeart/2005/8/layout/vList5"/>
    <dgm:cxn modelId="{2238B1B0-05E4-4FDF-BB99-5B15B27D3DA8}" type="presParOf" srcId="{A2AAADF4-7D6E-4CEC-9C29-AB6FEB388E40}" destId="{52917796-02B2-44D5-A3BC-FBC46A1C26B5}" srcOrd="0" destOrd="0" presId="urn:microsoft.com/office/officeart/2005/8/layout/vList5"/>
    <dgm:cxn modelId="{C41F26F9-90CF-4B3B-8C29-219A53AA6847}" type="presParOf" srcId="{A2AAADF4-7D6E-4CEC-9C29-AB6FEB388E40}" destId="{AB1FF624-DEEF-45F3-99BB-7E1C16A090F3}" srcOrd="1" destOrd="0" presId="urn:microsoft.com/office/officeart/2005/8/layout/vList5"/>
    <dgm:cxn modelId="{F6BA0E9E-FC06-4A20-9D45-442044E7464E}" type="presParOf" srcId="{EAA727F7-C00D-4479-989C-1DE6848CFC41}" destId="{70A58FFC-BB0C-4071-A57D-6483E40A9D20}" srcOrd="3" destOrd="0" presId="urn:microsoft.com/office/officeart/2005/8/layout/vList5"/>
    <dgm:cxn modelId="{878E4D17-355D-465D-AC8F-04A831CAF26F}" type="presParOf" srcId="{EAA727F7-C00D-4479-989C-1DE6848CFC41}" destId="{83A8E769-655F-470F-8AE6-5988CCD0E80F}" srcOrd="4" destOrd="0" presId="urn:microsoft.com/office/officeart/2005/8/layout/vList5"/>
    <dgm:cxn modelId="{4FA0FA21-E6F8-4BA2-8760-984105B1E65F}" type="presParOf" srcId="{83A8E769-655F-470F-8AE6-5988CCD0E80F}" destId="{764ACAEC-503F-4F7C-9523-23DDAEA60D16}" srcOrd="0" destOrd="0" presId="urn:microsoft.com/office/officeart/2005/8/layout/vList5"/>
    <dgm:cxn modelId="{2B1D6346-0D80-441E-B1FB-AE57D09AC02B}" type="presParOf" srcId="{83A8E769-655F-470F-8AE6-5988CCD0E80F}" destId="{95F030B1-F58E-4817-AE04-3A56AA3ECE74}" srcOrd="1" destOrd="0" presId="urn:microsoft.com/office/officeart/2005/8/layout/vList5"/>
    <dgm:cxn modelId="{97E28B85-FAA4-4EC6-83B1-B6E12CBD9495}" type="presParOf" srcId="{EAA727F7-C00D-4479-989C-1DE6848CFC41}" destId="{7D2A0B10-7971-43B4-A84D-CBA5DECA77AD}" srcOrd="5" destOrd="0" presId="urn:microsoft.com/office/officeart/2005/8/layout/vList5"/>
    <dgm:cxn modelId="{4227C9C7-6ECA-470D-9755-7B417C48DCA7}" type="presParOf" srcId="{EAA727F7-C00D-4479-989C-1DE6848CFC41}" destId="{344879E6-35CF-46DD-8725-300D9392C2AE}" srcOrd="6" destOrd="0" presId="urn:microsoft.com/office/officeart/2005/8/layout/vList5"/>
    <dgm:cxn modelId="{F71A92B9-53F0-42F1-A082-82024566A90C}" type="presParOf" srcId="{344879E6-35CF-46DD-8725-300D9392C2AE}" destId="{43F3E361-08A8-4929-B9DC-E6539551CAFC}" srcOrd="0" destOrd="0" presId="urn:microsoft.com/office/officeart/2005/8/layout/vList5"/>
    <dgm:cxn modelId="{8E1F5F00-4297-446A-A191-7AFA32365A73}" type="presParOf" srcId="{344879E6-35CF-46DD-8725-300D9392C2AE}" destId="{0D107343-1FE0-4FEE-B4F2-0BDE7104E42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CFC6C58-E988-4DB8-BE0D-4EC0695566EF}" type="doc">
      <dgm:prSet loTypeId="urn:microsoft.com/office/officeart/2005/8/layout/vList5" loCatId="list" qsTypeId="urn:microsoft.com/office/officeart/2005/8/quickstyle/simple1#11" qsCatId="simple" csTypeId="urn:microsoft.com/office/officeart/2005/8/colors/colorful2#6" csCatId="colorful" phldr="1"/>
      <dgm:spPr/>
      <dgm:t>
        <a:bodyPr/>
        <a:lstStyle/>
        <a:p>
          <a:endParaRPr lang="en-US"/>
        </a:p>
      </dgm:t>
    </dgm:pt>
    <dgm:pt modelId="{62B8CFF1-C91D-4CC0-9E5E-EE075AD0D9A2}">
      <dgm:prSet/>
      <dgm:spPr/>
      <dgm:t>
        <a:bodyPr/>
        <a:lstStyle/>
        <a:p>
          <a:r>
            <a:rPr lang="en-US"/>
            <a:t>Attend</a:t>
          </a:r>
        </a:p>
      </dgm:t>
    </dgm:pt>
    <dgm:pt modelId="{3CD2C66C-A841-4E17-B103-777AF963F331}" type="parTrans" cxnId="{E746BDF1-C98D-4301-99FA-6D9DAA3CAE02}">
      <dgm:prSet/>
      <dgm:spPr/>
      <dgm:t>
        <a:bodyPr/>
        <a:lstStyle/>
        <a:p>
          <a:endParaRPr lang="en-US"/>
        </a:p>
      </dgm:t>
    </dgm:pt>
    <dgm:pt modelId="{00B68F79-EDFB-459E-97D0-CFFA18E5E56D}" type="sibTrans" cxnId="{E746BDF1-C98D-4301-99FA-6D9DAA3CAE02}">
      <dgm:prSet/>
      <dgm:spPr/>
      <dgm:t>
        <a:bodyPr/>
        <a:lstStyle/>
        <a:p>
          <a:endParaRPr lang="en-US"/>
        </a:p>
      </dgm:t>
    </dgm:pt>
    <dgm:pt modelId="{6AD8FE52-51C3-4DA5-B857-31759AA783CD}">
      <dgm:prSet/>
      <dgm:spPr/>
      <dgm:t>
        <a:bodyPr/>
        <a:lstStyle/>
        <a:p>
          <a:r>
            <a:rPr lang="en-US"/>
            <a:t>Attend placement promptly and punctually</a:t>
          </a:r>
          <a:endParaRPr lang="en-US" dirty="0"/>
        </a:p>
      </dgm:t>
    </dgm:pt>
    <dgm:pt modelId="{4F51DDFB-9135-48CE-B48C-22BD33AF88BA}" type="parTrans" cxnId="{ECCD65B0-4434-45B2-832E-A538A69A2A48}">
      <dgm:prSet/>
      <dgm:spPr/>
      <dgm:t>
        <a:bodyPr/>
        <a:lstStyle/>
        <a:p>
          <a:endParaRPr lang="en-US"/>
        </a:p>
      </dgm:t>
    </dgm:pt>
    <dgm:pt modelId="{A879172A-7EC1-48C2-A827-86BE2C6BDDC1}" type="sibTrans" cxnId="{ECCD65B0-4434-45B2-832E-A538A69A2A48}">
      <dgm:prSet/>
      <dgm:spPr/>
      <dgm:t>
        <a:bodyPr/>
        <a:lstStyle/>
        <a:p>
          <a:endParaRPr lang="en-US"/>
        </a:p>
      </dgm:t>
    </dgm:pt>
    <dgm:pt modelId="{D5B6C4B6-66D5-47B1-AF95-06000BE32BD7}">
      <dgm:prSet/>
      <dgm:spPr/>
      <dgm:t>
        <a:bodyPr/>
        <a:lstStyle/>
        <a:p>
          <a:r>
            <a:rPr lang="en-US"/>
            <a:t>Engage</a:t>
          </a:r>
          <a:endParaRPr lang="en-US" dirty="0"/>
        </a:p>
      </dgm:t>
    </dgm:pt>
    <dgm:pt modelId="{BE48BFAB-F168-4CC6-9546-736C45CBA4A8}" type="parTrans" cxnId="{566AE7F7-F01A-4BA8-BE1D-2C4798258750}">
      <dgm:prSet/>
      <dgm:spPr/>
      <dgm:t>
        <a:bodyPr/>
        <a:lstStyle/>
        <a:p>
          <a:endParaRPr lang="en-US"/>
        </a:p>
      </dgm:t>
    </dgm:pt>
    <dgm:pt modelId="{44507379-FA0D-4D30-9228-C65D10B7FA51}" type="sibTrans" cxnId="{566AE7F7-F01A-4BA8-BE1D-2C4798258750}">
      <dgm:prSet/>
      <dgm:spPr/>
      <dgm:t>
        <a:bodyPr/>
        <a:lstStyle/>
        <a:p>
          <a:endParaRPr lang="en-US"/>
        </a:p>
      </dgm:t>
    </dgm:pt>
    <dgm:pt modelId="{CBCE286A-23CA-4EB5-A911-F84FE037F3A7}">
      <dgm:prSet/>
      <dgm:spPr/>
      <dgm:t>
        <a:bodyPr/>
        <a:lstStyle/>
        <a:p>
          <a:r>
            <a:rPr lang="en-US"/>
            <a:t>Engage and work within the scope of your knowledge</a:t>
          </a:r>
          <a:endParaRPr lang="en-US" dirty="0"/>
        </a:p>
      </dgm:t>
    </dgm:pt>
    <dgm:pt modelId="{22D203ED-9FE0-4DBD-AA31-1285FE253C13}" type="parTrans" cxnId="{8D71B462-BEC3-4A3E-BF75-6C962FAB4716}">
      <dgm:prSet/>
      <dgm:spPr/>
      <dgm:t>
        <a:bodyPr/>
        <a:lstStyle/>
        <a:p>
          <a:endParaRPr lang="en-US"/>
        </a:p>
      </dgm:t>
    </dgm:pt>
    <dgm:pt modelId="{D5211114-83AF-4E40-9A91-692E669BD803}" type="sibTrans" cxnId="{8D71B462-BEC3-4A3E-BF75-6C962FAB4716}">
      <dgm:prSet/>
      <dgm:spPr/>
      <dgm:t>
        <a:bodyPr/>
        <a:lstStyle/>
        <a:p>
          <a:endParaRPr lang="en-US"/>
        </a:p>
      </dgm:t>
    </dgm:pt>
    <dgm:pt modelId="{B8E82966-26F7-4B02-83A6-52AB277FA14D}">
      <dgm:prSet/>
      <dgm:spPr/>
      <dgm:t>
        <a:bodyPr/>
        <a:lstStyle/>
        <a:p>
          <a:r>
            <a:rPr lang="en-US"/>
            <a:t>Professional</a:t>
          </a:r>
          <a:endParaRPr lang="en-US" dirty="0"/>
        </a:p>
      </dgm:t>
    </dgm:pt>
    <dgm:pt modelId="{AC846D53-774F-4AE3-BA79-811ACCF50DAA}" type="parTrans" cxnId="{787833B6-321A-4FF7-8D54-847C90CCB44E}">
      <dgm:prSet/>
      <dgm:spPr/>
      <dgm:t>
        <a:bodyPr/>
        <a:lstStyle/>
        <a:p>
          <a:endParaRPr lang="en-US"/>
        </a:p>
      </dgm:t>
    </dgm:pt>
    <dgm:pt modelId="{FE94FDA9-6C9A-4F17-83B7-81C101EDC6D9}" type="sibTrans" cxnId="{787833B6-321A-4FF7-8D54-847C90CCB44E}">
      <dgm:prSet/>
      <dgm:spPr/>
      <dgm:t>
        <a:bodyPr/>
        <a:lstStyle/>
        <a:p>
          <a:endParaRPr lang="en-US"/>
        </a:p>
      </dgm:t>
    </dgm:pt>
    <dgm:pt modelId="{A43737F2-8F27-4BCC-B946-238F7316D889}">
      <dgm:prSet/>
      <dgm:spPr/>
      <dgm:t>
        <a:bodyPr/>
        <a:lstStyle/>
        <a:p>
          <a:r>
            <a:rPr lang="en-US"/>
            <a:t>Be professional, safe and be an ambassador for the University</a:t>
          </a:r>
          <a:endParaRPr lang="en-US" dirty="0"/>
        </a:p>
      </dgm:t>
    </dgm:pt>
    <dgm:pt modelId="{D3CC6092-9DBB-4AB8-9C91-13BBA80D82D6}" type="parTrans" cxnId="{B6152592-273B-40D1-8E58-CBA5C5C96463}">
      <dgm:prSet/>
      <dgm:spPr/>
      <dgm:t>
        <a:bodyPr/>
        <a:lstStyle/>
        <a:p>
          <a:endParaRPr lang="en-US"/>
        </a:p>
      </dgm:t>
    </dgm:pt>
    <dgm:pt modelId="{1C3D9A12-8845-46A9-A03B-26B803EA0542}" type="sibTrans" cxnId="{B6152592-273B-40D1-8E58-CBA5C5C96463}">
      <dgm:prSet/>
      <dgm:spPr/>
      <dgm:t>
        <a:bodyPr/>
        <a:lstStyle/>
        <a:p>
          <a:endParaRPr lang="en-US"/>
        </a:p>
      </dgm:t>
    </dgm:pt>
    <dgm:pt modelId="{497F8004-C3DF-4417-A7FB-86B86BEB0CC3}">
      <dgm:prSet/>
      <dgm:spPr/>
      <dgm:t>
        <a:bodyPr/>
        <a:lstStyle/>
        <a:p>
          <a:r>
            <a:rPr lang="en-US"/>
            <a:t>Provide</a:t>
          </a:r>
        </a:p>
      </dgm:t>
    </dgm:pt>
    <dgm:pt modelId="{0B3ABEFB-9231-444A-ACCC-727AD5996818}" type="parTrans" cxnId="{5002766F-BE93-44F1-98E2-4072A22F1957}">
      <dgm:prSet/>
      <dgm:spPr/>
      <dgm:t>
        <a:bodyPr/>
        <a:lstStyle/>
        <a:p>
          <a:endParaRPr lang="en-US"/>
        </a:p>
      </dgm:t>
    </dgm:pt>
    <dgm:pt modelId="{0140239C-3A5C-472C-B95D-305BB4BB4C4C}" type="sibTrans" cxnId="{5002766F-BE93-44F1-98E2-4072A22F1957}">
      <dgm:prSet/>
      <dgm:spPr/>
      <dgm:t>
        <a:bodyPr/>
        <a:lstStyle/>
        <a:p>
          <a:endParaRPr lang="en-US"/>
        </a:p>
      </dgm:t>
    </dgm:pt>
    <dgm:pt modelId="{6C090A78-9563-46E6-986F-CF5198BA95F4}">
      <dgm:prSet/>
      <dgm:spPr/>
      <dgm:t>
        <a:bodyPr/>
        <a:lstStyle/>
        <a:p>
          <a:r>
            <a:rPr lang="en-US"/>
            <a:t>Provide feedback to Practice Educator and the University</a:t>
          </a:r>
          <a:endParaRPr lang="en-US" dirty="0"/>
        </a:p>
      </dgm:t>
    </dgm:pt>
    <dgm:pt modelId="{4F1DE926-900E-4905-8633-1EC4B3F627DB}" type="parTrans" cxnId="{CBA92680-7AF9-44F9-9F45-D5AACCB170B1}">
      <dgm:prSet/>
      <dgm:spPr/>
      <dgm:t>
        <a:bodyPr/>
        <a:lstStyle/>
        <a:p>
          <a:endParaRPr lang="en-US"/>
        </a:p>
      </dgm:t>
    </dgm:pt>
    <dgm:pt modelId="{4734F4ED-7C27-4F4D-9DF9-6760A40734B1}" type="sibTrans" cxnId="{CBA92680-7AF9-44F9-9F45-D5AACCB170B1}">
      <dgm:prSet/>
      <dgm:spPr/>
      <dgm:t>
        <a:bodyPr/>
        <a:lstStyle/>
        <a:p>
          <a:endParaRPr lang="en-US"/>
        </a:p>
      </dgm:t>
    </dgm:pt>
    <dgm:pt modelId="{CB7F3DA9-A555-406E-A8B6-C11BDFCD5E7A}">
      <dgm:prSet/>
      <dgm:spPr/>
      <dgm:t>
        <a:bodyPr/>
        <a:lstStyle/>
        <a:p>
          <a:r>
            <a:rPr lang="en-US"/>
            <a:t>Reflect</a:t>
          </a:r>
          <a:endParaRPr lang="en-US" dirty="0"/>
        </a:p>
      </dgm:t>
    </dgm:pt>
    <dgm:pt modelId="{A037D7FD-0603-4FB7-A33E-3D32DF8C0736}" type="parTrans" cxnId="{3BE57399-82D0-4493-B0A9-F3B45854AE60}">
      <dgm:prSet/>
      <dgm:spPr/>
      <dgm:t>
        <a:bodyPr/>
        <a:lstStyle/>
        <a:p>
          <a:endParaRPr lang="en-US"/>
        </a:p>
      </dgm:t>
    </dgm:pt>
    <dgm:pt modelId="{559B6444-D5A3-4486-85ED-FCAF0D72DDD1}" type="sibTrans" cxnId="{3BE57399-82D0-4493-B0A9-F3B45854AE60}">
      <dgm:prSet/>
      <dgm:spPr/>
      <dgm:t>
        <a:bodyPr/>
        <a:lstStyle/>
        <a:p>
          <a:endParaRPr lang="en-US"/>
        </a:p>
      </dgm:t>
    </dgm:pt>
    <dgm:pt modelId="{BDD59379-8917-477E-9375-C1B2E6F5B02B}">
      <dgm:prSet/>
      <dgm:spPr/>
      <dgm:t>
        <a:bodyPr/>
        <a:lstStyle/>
        <a:p>
          <a:r>
            <a:rPr lang="en-US"/>
            <a:t>Reflect on your practice, </a:t>
          </a:r>
          <a:endParaRPr lang="en-US" dirty="0"/>
        </a:p>
      </dgm:t>
    </dgm:pt>
    <dgm:pt modelId="{E936C552-4D97-42A4-8FD0-DE7FD72CAE8C}" type="parTrans" cxnId="{DE062614-D079-4DC1-9F9B-B95647E49C00}">
      <dgm:prSet/>
      <dgm:spPr/>
      <dgm:t>
        <a:bodyPr/>
        <a:lstStyle/>
        <a:p>
          <a:endParaRPr lang="en-US"/>
        </a:p>
      </dgm:t>
    </dgm:pt>
    <dgm:pt modelId="{9E0BB2E7-0D30-4412-9D9D-70792F439860}" type="sibTrans" cxnId="{DE062614-D079-4DC1-9F9B-B95647E49C00}">
      <dgm:prSet/>
      <dgm:spPr/>
      <dgm:t>
        <a:bodyPr/>
        <a:lstStyle/>
        <a:p>
          <a:endParaRPr lang="en-US"/>
        </a:p>
      </dgm:t>
    </dgm:pt>
    <dgm:pt modelId="{BFDF2DC6-3005-4012-8402-A5E0CBF70942}" type="pres">
      <dgm:prSet presAssocID="{BCFC6C58-E988-4DB8-BE0D-4EC0695566EF}" presName="Name0" presStyleCnt="0">
        <dgm:presLayoutVars>
          <dgm:dir/>
          <dgm:animLvl val="lvl"/>
          <dgm:resizeHandles val="exact"/>
        </dgm:presLayoutVars>
      </dgm:prSet>
      <dgm:spPr/>
    </dgm:pt>
    <dgm:pt modelId="{1E68BF36-2725-4B88-9D35-17BC2DB2E944}" type="pres">
      <dgm:prSet presAssocID="{62B8CFF1-C91D-4CC0-9E5E-EE075AD0D9A2}" presName="linNode" presStyleCnt="0"/>
      <dgm:spPr/>
    </dgm:pt>
    <dgm:pt modelId="{8D2A078E-6A21-4B68-AC4C-53A8EB84289C}" type="pres">
      <dgm:prSet presAssocID="{62B8CFF1-C91D-4CC0-9E5E-EE075AD0D9A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5EF5600-E0D9-40A7-831D-2B4253643CB4}" type="pres">
      <dgm:prSet presAssocID="{62B8CFF1-C91D-4CC0-9E5E-EE075AD0D9A2}" presName="descendantText" presStyleLbl="alignAccFollowNode1" presStyleIdx="0" presStyleCnt="5">
        <dgm:presLayoutVars>
          <dgm:bulletEnabled val="1"/>
        </dgm:presLayoutVars>
      </dgm:prSet>
      <dgm:spPr/>
    </dgm:pt>
    <dgm:pt modelId="{C0FB7F23-8272-40C4-B8EB-A359C90BEC6E}" type="pres">
      <dgm:prSet presAssocID="{00B68F79-EDFB-459E-97D0-CFFA18E5E56D}" presName="sp" presStyleCnt="0"/>
      <dgm:spPr/>
    </dgm:pt>
    <dgm:pt modelId="{2A63569A-EC99-4F40-AD93-F0A99B195D5D}" type="pres">
      <dgm:prSet presAssocID="{D5B6C4B6-66D5-47B1-AF95-06000BE32BD7}" presName="linNode" presStyleCnt="0"/>
      <dgm:spPr/>
    </dgm:pt>
    <dgm:pt modelId="{0CCDCAF3-2D3C-4D54-BAB7-096DD82332AC}" type="pres">
      <dgm:prSet presAssocID="{D5B6C4B6-66D5-47B1-AF95-06000BE32BD7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AA412F15-45C3-436D-BFF2-626F9F09F0E0}" type="pres">
      <dgm:prSet presAssocID="{D5B6C4B6-66D5-47B1-AF95-06000BE32BD7}" presName="descendantText" presStyleLbl="alignAccFollowNode1" presStyleIdx="1" presStyleCnt="5">
        <dgm:presLayoutVars>
          <dgm:bulletEnabled val="1"/>
        </dgm:presLayoutVars>
      </dgm:prSet>
      <dgm:spPr/>
    </dgm:pt>
    <dgm:pt modelId="{2FB3636E-2EF9-4998-B9BB-8BD953A3CAE7}" type="pres">
      <dgm:prSet presAssocID="{44507379-FA0D-4D30-9228-C65D10B7FA51}" presName="sp" presStyleCnt="0"/>
      <dgm:spPr/>
    </dgm:pt>
    <dgm:pt modelId="{A80BC953-7828-4D5C-9103-D269FBC69A78}" type="pres">
      <dgm:prSet presAssocID="{B8E82966-26F7-4B02-83A6-52AB277FA14D}" presName="linNode" presStyleCnt="0"/>
      <dgm:spPr/>
    </dgm:pt>
    <dgm:pt modelId="{325B9428-4E10-462E-AAB9-B12E210E962C}" type="pres">
      <dgm:prSet presAssocID="{B8E82966-26F7-4B02-83A6-52AB277FA14D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4BCF23C8-9FC7-442F-A8CB-839582B96550}" type="pres">
      <dgm:prSet presAssocID="{B8E82966-26F7-4B02-83A6-52AB277FA14D}" presName="descendantText" presStyleLbl="alignAccFollowNode1" presStyleIdx="2" presStyleCnt="5">
        <dgm:presLayoutVars>
          <dgm:bulletEnabled val="1"/>
        </dgm:presLayoutVars>
      </dgm:prSet>
      <dgm:spPr/>
    </dgm:pt>
    <dgm:pt modelId="{7A4BC3D8-5AEE-44DD-BC76-157A39C3F675}" type="pres">
      <dgm:prSet presAssocID="{FE94FDA9-6C9A-4F17-83B7-81C101EDC6D9}" presName="sp" presStyleCnt="0"/>
      <dgm:spPr/>
    </dgm:pt>
    <dgm:pt modelId="{56C6A8AA-44E3-481C-9EEE-631F39BD5538}" type="pres">
      <dgm:prSet presAssocID="{497F8004-C3DF-4417-A7FB-86B86BEB0CC3}" presName="linNode" presStyleCnt="0"/>
      <dgm:spPr/>
    </dgm:pt>
    <dgm:pt modelId="{51E50EAA-3996-489C-A82B-AA65477FD833}" type="pres">
      <dgm:prSet presAssocID="{497F8004-C3DF-4417-A7FB-86B86BEB0CC3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C0A06229-1A30-4B90-9335-F9A61E0ECEBA}" type="pres">
      <dgm:prSet presAssocID="{497F8004-C3DF-4417-A7FB-86B86BEB0CC3}" presName="descendantText" presStyleLbl="alignAccFollowNode1" presStyleIdx="3" presStyleCnt="5">
        <dgm:presLayoutVars>
          <dgm:bulletEnabled val="1"/>
        </dgm:presLayoutVars>
      </dgm:prSet>
      <dgm:spPr/>
    </dgm:pt>
    <dgm:pt modelId="{62ED2074-2E7E-42AD-AA7C-784013076C1E}" type="pres">
      <dgm:prSet presAssocID="{0140239C-3A5C-472C-B95D-305BB4BB4C4C}" presName="sp" presStyleCnt="0"/>
      <dgm:spPr/>
    </dgm:pt>
    <dgm:pt modelId="{5512A18E-2CF9-4BA4-B936-B1D8E719713C}" type="pres">
      <dgm:prSet presAssocID="{CB7F3DA9-A555-406E-A8B6-C11BDFCD5E7A}" presName="linNode" presStyleCnt="0"/>
      <dgm:spPr/>
    </dgm:pt>
    <dgm:pt modelId="{7B2A871A-039B-4149-9366-6CBEA4F5233B}" type="pres">
      <dgm:prSet presAssocID="{CB7F3DA9-A555-406E-A8B6-C11BDFCD5E7A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285AF524-E0FF-4956-B1BA-CB6F1895A8A9}" type="pres">
      <dgm:prSet presAssocID="{CB7F3DA9-A555-406E-A8B6-C11BDFCD5E7A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DE062614-D079-4DC1-9F9B-B95647E49C00}" srcId="{CB7F3DA9-A555-406E-A8B6-C11BDFCD5E7A}" destId="{BDD59379-8917-477E-9375-C1B2E6F5B02B}" srcOrd="0" destOrd="0" parTransId="{E936C552-4D97-42A4-8FD0-DE7FD72CAE8C}" sibTransId="{9E0BB2E7-0D30-4412-9D9D-70792F439860}"/>
    <dgm:cxn modelId="{55BFF21B-62E6-41F7-9535-7F11E87043AD}" type="presOf" srcId="{D5B6C4B6-66D5-47B1-AF95-06000BE32BD7}" destId="{0CCDCAF3-2D3C-4D54-BAB7-096DD82332AC}" srcOrd="0" destOrd="0" presId="urn:microsoft.com/office/officeart/2005/8/layout/vList5"/>
    <dgm:cxn modelId="{30451A27-3F47-493E-BF5A-4D37F63BA340}" type="presOf" srcId="{6C090A78-9563-46E6-986F-CF5198BA95F4}" destId="{C0A06229-1A30-4B90-9335-F9A61E0ECEBA}" srcOrd="0" destOrd="0" presId="urn:microsoft.com/office/officeart/2005/8/layout/vList5"/>
    <dgm:cxn modelId="{3E37712A-7808-48C0-9FA3-3E9F4C16DA8D}" type="presOf" srcId="{62B8CFF1-C91D-4CC0-9E5E-EE075AD0D9A2}" destId="{8D2A078E-6A21-4B68-AC4C-53A8EB84289C}" srcOrd="0" destOrd="0" presId="urn:microsoft.com/office/officeart/2005/8/layout/vList5"/>
    <dgm:cxn modelId="{8A88312E-A28A-4C5F-9D47-D011ABD99CC4}" type="presOf" srcId="{6AD8FE52-51C3-4DA5-B857-31759AA783CD}" destId="{E5EF5600-E0D9-40A7-831D-2B4253643CB4}" srcOrd="0" destOrd="0" presId="urn:microsoft.com/office/officeart/2005/8/layout/vList5"/>
    <dgm:cxn modelId="{8D71B462-BEC3-4A3E-BF75-6C962FAB4716}" srcId="{D5B6C4B6-66D5-47B1-AF95-06000BE32BD7}" destId="{CBCE286A-23CA-4EB5-A911-F84FE037F3A7}" srcOrd="0" destOrd="0" parTransId="{22D203ED-9FE0-4DBD-AA31-1285FE253C13}" sibTransId="{D5211114-83AF-4E40-9A91-692E669BD803}"/>
    <dgm:cxn modelId="{5002766F-BE93-44F1-98E2-4072A22F1957}" srcId="{BCFC6C58-E988-4DB8-BE0D-4EC0695566EF}" destId="{497F8004-C3DF-4417-A7FB-86B86BEB0CC3}" srcOrd="3" destOrd="0" parTransId="{0B3ABEFB-9231-444A-ACCC-727AD5996818}" sibTransId="{0140239C-3A5C-472C-B95D-305BB4BB4C4C}"/>
    <dgm:cxn modelId="{21220B53-E826-40F1-9294-31AC6605A99A}" type="presOf" srcId="{CB7F3DA9-A555-406E-A8B6-C11BDFCD5E7A}" destId="{7B2A871A-039B-4149-9366-6CBEA4F5233B}" srcOrd="0" destOrd="0" presId="urn:microsoft.com/office/officeart/2005/8/layout/vList5"/>
    <dgm:cxn modelId="{CBA92680-7AF9-44F9-9F45-D5AACCB170B1}" srcId="{497F8004-C3DF-4417-A7FB-86B86BEB0CC3}" destId="{6C090A78-9563-46E6-986F-CF5198BA95F4}" srcOrd="0" destOrd="0" parTransId="{4F1DE926-900E-4905-8633-1EC4B3F627DB}" sibTransId="{4734F4ED-7C27-4F4D-9DF9-6760A40734B1}"/>
    <dgm:cxn modelId="{B6152592-273B-40D1-8E58-CBA5C5C96463}" srcId="{B8E82966-26F7-4B02-83A6-52AB277FA14D}" destId="{A43737F2-8F27-4BCC-B946-238F7316D889}" srcOrd="0" destOrd="0" parTransId="{D3CC6092-9DBB-4AB8-9C91-13BBA80D82D6}" sibTransId="{1C3D9A12-8845-46A9-A03B-26B803EA0542}"/>
    <dgm:cxn modelId="{3BE57399-82D0-4493-B0A9-F3B45854AE60}" srcId="{BCFC6C58-E988-4DB8-BE0D-4EC0695566EF}" destId="{CB7F3DA9-A555-406E-A8B6-C11BDFCD5E7A}" srcOrd="4" destOrd="0" parTransId="{A037D7FD-0603-4FB7-A33E-3D32DF8C0736}" sibTransId="{559B6444-D5A3-4486-85ED-FCAF0D72DDD1}"/>
    <dgm:cxn modelId="{ECCD65B0-4434-45B2-832E-A538A69A2A48}" srcId="{62B8CFF1-C91D-4CC0-9E5E-EE075AD0D9A2}" destId="{6AD8FE52-51C3-4DA5-B857-31759AA783CD}" srcOrd="0" destOrd="0" parTransId="{4F51DDFB-9135-48CE-B48C-22BD33AF88BA}" sibTransId="{A879172A-7EC1-48C2-A827-86BE2C6BDDC1}"/>
    <dgm:cxn modelId="{80AFA8B0-7393-4540-9ABF-51DA341F0A64}" type="presOf" srcId="{CBCE286A-23CA-4EB5-A911-F84FE037F3A7}" destId="{AA412F15-45C3-436D-BFF2-626F9F09F0E0}" srcOrd="0" destOrd="0" presId="urn:microsoft.com/office/officeart/2005/8/layout/vList5"/>
    <dgm:cxn modelId="{787833B6-321A-4FF7-8D54-847C90CCB44E}" srcId="{BCFC6C58-E988-4DB8-BE0D-4EC0695566EF}" destId="{B8E82966-26F7-4B02-83A6-52AB277FA14D}" srcOrd="2" destOrd="0" parTransId="{AC846D53-774F-4AE3-BA79-811ACCF50DAA}" sibTransId="{FE94FDA9-6C9A-4F17-83B7-81C101EDC6D9}"/>
    <dgm:cxn modelId="{7F41C4C1-3305-47A4-91F0-57141876F5E4}" type="presOf" srcId="{BDD59379-8917-477E-9375-C1B2E6F5B02B}" destId="{285AF524-E0FF-4956-B1BA-CB6F1895A8A9}" srcOrd="0" destOrd="0" presId="urn:microsoft.com/office/officeart/2005/8/layout/vList5"/>
    <dgm:cxn modelId="{DB6DBEEA-3948-4A44-BF52-D637D7BF8ECE}" type="presOf" srcId="{A43737F2-8F27-4BCC-B946-238F7316D889}" destId="{4BCF23C8-9FC7-442F-A8CB-839582B96550}" srcOrd="0" destOrd="0" presId="urn:microsoft.com/office/officeart/2005/8/layout/vList5"/>
    <dgm:cxn modelId="{1F3BDBED-0925-45EA-911E-4997E6C1C963}" type="presOf" srcId="{B8E82966-26F7-4B02-83A6-52AB277FA14D}" destId="{325B9428-4E10-462E-AAB9-B12E210E962C}" srcOrd="0" destOrd="0" presId="urn:microsoft.com/office/officeart/2005/8/layout/vList5"/>
    <dgm:cxn modelId="{E746BDF1-C98D-4301-99FA-6D9DAA3CAE02}" srcId="{BCFC6C58-E988-4DB8-BE0D-4EC0695566EF}" destId="{62B8CFF1-C91D-4CC0-9E5E-EE075AD0D9A2}" srcOrd="0" destOrd="0" parTransId="{3CD2C66C-A841-4E17-B103-777AF963F331}" sibTransId="{00B68F79-EDFB-459E-97D0-CFFA18E5E56D}"/>
    <dgm:cxn modelId="{234D6FF4-571F-4014-BCAB-254E542B2CC2}" type="presOf" srcId="{497F8004-C3DF-4417-A7FB-86B86BEB0CC3}" destId="{51E50EAA-3996-489C-A82B-AA65477FD833}" srcOrd="0" destOrd="0" presId="urn:microsoft.com/office/officeart/2005/8/layout/vList5"/>
    <dgm:cxn modelId="{566AE7F7-F01A-4BA8-BE1D-2C4798258750}" srcId="{BCFC6C58-E988-4DB8-BE0D-4EC0695566EF}" destId="{D5B6C4B6-66D5-47B1-AF95-06000BE32BD7}" srcOrd="1" destOrd="0" parTransId="{BE48BFAB-F168-4CC6-9546-736C45CBA4A8}" sibTransId="{44507379-FA0D-4D30-9228-C65D10B7FA51}"/>
    <dgm:cxn modelId="{5E3268FC-5F13-44B9-8F61-43DE86AC40F2}" type="presOf" srcId="{BCFC6C58-E988-4DB8-BE0D-4EC0695566EF}" destId="{BFDF2DC6-3005-4012-8402-A5E0CBF70942}" srcOrd="0" destOrd="0" presId="urn:microsoft.com/office/officeart/2005/8/layout/vList5"/>
    <dgm:cxn modelId="{153FB9B2-6D23-4A62-BEA3-A05D34360DD6}" type="presParOf" srcId="{BFDF2DC6-3005-4012-8402-A5E0CBF70942}" destId="{1E68BF36-2725-4B88-9D35-17BC2DB2E944}" srcOrd="0" destOrd="0" presId="urn:microsoft.com/office/officeart/2005/8/layout/vList5"/>
    <dgm:cxn modelId="{754C86DB-4D13-4050-AEB3-96AF93DCD58B}" type="presParOf" srcId="{1E68BF36-2725-4B88-9D35-17BC2DB2E944}" destId="{8D2A078E-6A21-4B68-AC4C-53A8EB84289C}" srcOrd="0" destOrd="0" presId="urn:microsoft.com/office/officeart/2005/8/layout/vList5"/>
    <dgm:cxn modelId="{B7FEB8A3-4BA3-4F27-9FB7-87EC26B4B52C}" type="presParOf" srcId="{1E68BF36-2725-4B88-9D35-17BC2DB2E944}" destId="{E5EF5600-E0D9-40A7-831D-2B4253643CB4}" srcOrd="1" destOrd="0" presId="urn:microsoft.com/office/officeart/2005/8/layout/vList5"/>
    <dgm:cxn modelId="{ED9E8C77-95D4-45D7-9454-5C98EE50CFC0}" type="presParOf" srcId="{BFDF2DC6-3005-4012-8402-A5E0CBF70942}" destId="{C0FB7F23-8272-40C4-B8EB-A359C90BEC6E}" srcOrd="1" destOrd="0" presId="urn:microsoft.com/office/officeart/2005/8/layout/vList5"/>
    <dgm:cxn modelId="{6317B163-2D8F-4C47-8313-2AC050899A28}" type="presParOf" srcId="{BFDF2DC6-3005-4012-8402-A5E0CBF70942}" destId="{2A63569A-EC99-4F40-AD93-F0A99B195D5D}" srcOrd="2" destOrd="0" presId="urn:microsoft.com/office/officeart/2005/8/layout/vList5"/>
    <dgm:cxn modelId="{8D87A224-5FE2-43DB-B9FD-AC553C903574}" type="presParOf" srcId="{2A63569A-EC99-4F40-AD93-F0A99B195D5D}" destId="{0CCDCAF3-2D3C-4D54-BAB7-096DD82332AC}" srcOrd="0" destOrd="0" presId="urn:microsoft.com/office/officeart/2005/8/layout/vList5"/>
    <dgm:cxn modelId="{486E04E6-E43E-48B4-A388-36D40FA7A799}" type="presParOf" srcId="{2A63569A-EC99-4F40-AD93-F0A99B195D5D}" destId="{AA412F15-45C3-436D-BFF2-626F9F09F0E0}" srcOrd="1" destOrd="0" presId="urn:microsoft.com/office/officeart/2005/8/layout/vList5"/>
    <dgm:cxn modelId="{0014428C-7D67-4B8A-BDCF-0DEA1E9F0E41}" type="presParOf" srcId="{BFDF2DC6-3005-4012-8402-A5E0CBF70942}" destId="{2FB3636E-2EF9-4998-B9BB-8BD953A3CAE7}" srcOrd="3" destOrd="0" presId="urn:microsoft.com/office/officeart/2005/8/layout/vList5"/>
    <dgm:cxn modelId="{0D3DE380-0B2D-46C1-A016-6995C80E0BE1}" type="presParOf" srcId="{BFDF2DC6-3005-4012-8402-A5E0CBF70942}" destId="{A80BC953-7828-4D5C-9103-D269FBC69A78}" srcOrd="4" destOrd="0" presId="urn:microsoft.com/office/officeart/2005/8/layout/vList5"/>
    <dgm:cxn modelId="{BC598371-4CB0-4A66-BBC8-EB388779FA53}" type="presParOf" srcId="{A80BC953-7828-4D5C-9103-D269FBC69A78}" destId="{325B9428-4E10-462E-AAB9-B12E210E962C}" srcOrd="0" destOrd="0" presId="urn:microsoft.com/office/officeart/2005/8/layout/vList5"/>
    <dgm:cxn modelId="{B506DEE8-B8BA-44C4-BF36-43E6049142C3}" type="presParOf" srcId="{A80BC953-7828-4D5C-9103-D269FBC69A78}" destId="{4BCF23C8-9FC7-442F-A8CB-839582B96550}" srcOrd="1" destOrd="0" presId="urn:microsoft.com/office/officeart/2005/8/layout/vList5"/>
    <dgm:cxn modelId="{01CB2412-E87F-44AC-B6FF-7FAF5F61171B}" type="presParOf" srcId="{BFDF2DC6-3005-4012-8402-A5E0CBF70942}" destId="{7A4BC3D8-5AEE-44DD-BC76-157A39C3F675}" srcOrd="5" destOrd="0" presId="urn:microsoft.com/office/officeart/2005/8/layout/vList5"/>
    <dgm:cxn modelId="{EA007634-64AC-427E-834B-4E862FC756EC}" type="presParOf" srcId="{BFDF2DC6-3005-4012-8402-A5E0CBF70942}" destId="{56C6A8AA-44E3-481C-9EEE-631F39BD5538}" srcOrd="6" destOrd="0" presId="urn:microsoft.com/office/officeart/2005/8/layout/vList5"/>
    <dgm:cxn modelId="{6130B2A3-DF6E-4D40-B843-D09945AF4361}" type="presParOf" srcId="{56C6A8AA-44E3-481C-9EEE-631F39BD5538}" destId="{51E50EAA-3996-489C-A82B-AA65477FD833}" srcOrd="0" destOrd="0" presId="urn:microsoft.com/office/officeart/2005/8/layout/vList5"/>
    <dgm:cxn modelId="{C02EA3AC-A179-4FF4-9067-88D04647372A}" type="presParOf" srcId="{56C6A8AA-44E3-481C-9EEE-631F39BD5538}" destId="{C0A06229-1A30-4B90-9335-F9A61E0ECEBA}" srcOrd="1" destOrd="0" presId="urn:microsoft.com/office/officeart/2005/8/layout/vList5"/>
    <dgm:cxn modelId="{A4DE5B08-BC64-4770-B49E-919ECFC1DF44}" type="presParOf" srcId="{BFDF2DC6-3005-4012-8402-A5E0CBF70942}" destId="{62ED2074-2E7E-42AD-AA7C-784013076C1E}" srcOrd="7" destOrd="0" presId="urn:microsoft.com/office/officeart/2005/8/layout/vList5"/>
    <dgm:cxn modelId="{96B003A6-24F5-45FF-86FF-8B02E7D85F96}" type="presParOf" srcId="{BFDF2DC6-3005-4012-8402-A5E0CBF70942}" destId="{5512A18E-2CF9-4BA4-B936-B1D8E719713C}" srcOrd="8" destOrd="0" presId="urn:microsoft.com/office/officeart/2005/8/layout/vList5"/>
    <dgm:cxn modelId="{82D179EC-CDA5-407A-BFB9-D1B5738EF9B8}" type="presParOf" srcId="{5512A18E-2CF9-4BA4-B936-B1D8E719713C}" destId="{7B2A871A-039B-4149-9366-6CBEA4F5233B}" srcOrd="0" destOrd="0" presId="urn:microsoft.com/office/officeart/2005/8/layout/vList5"/>
    <dgm:cxn modelId="{D9D11A44-A0D0-4496-83DB-C087C7D715F9}" type="presParOf" srcId="{5512A18E-2CF9-4BA4-B936-B1D8E719713C}" destId="{285AF524-E0FF-4956-B1BA-CB6F1895A8A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B19F8B4-A5C6-4D42-85B4-FA78633A0850}" type="doc">
      <dgm:prSet loTypeId="urn:microsoft.com/office/officeart/2005/8/layout/hierarchy1#1" loCatId="hierarchy" qsTypeId="urn:microsoft.com/office/officeart/2005/8/quickstyle/simple1#12" qsCatId="simple" csTypeId="urn:microsoft.com/office/officeart/2005/8/colors/colorful2#7" csCatId="colorful" phldr="1"/>
      <dgm:spPr/>
      <dgm:t>
        <a:bodyPr/>
        <a:lstStyle/>
        <a:p>
          <a:endParaRPr lang="en-US"/>
        </a:p>
      </dgm:t>
    </dgm:pt>
    <dgm:pt modelId="{5439FAA2-12D1-4486-B6E0-0ECA799F8815}">
      <dgm:prSet/>
      <dgm:spPr/>
      <dgm:t>
        <a:bodyPr/>
        <a:lstStyle/>
        <a:p>
          <a:r>
            <a:rPr lang="en-GB" dirty="0"/>
            <a:t>Module Lead: Ngozi Onuegbu PhD</a:t>
          </a:r>
          <a:endParaRPr lang="en-US" dirty="0"/>
        </a:p>
      </dgm:t>
    </dgm:pt>
    <dgm:pt modelId="{5DDA6066-0D4D-4A69-B31C-6FFBFCB08246}" type="parTrans" cxnId="{380691AD-8058-46EB-A98D-988F7CED70A2}">
      <dgm:prSet/>
      <dgm:spPr/>
      <dgm:t>
        <a:bodyPr/>
        <a:lstStyle/>
        <a:p>
          <a:endParaRPr lang="en-US"/>
        </a:p>
      </dgm:t>
    </dgm:pt>
    <dgm:pt modelId="{5F13F1E9-E944-4823-B467-FBB82508A25A}" type="sibTrans" cxnId="{380691AD-8058-46EB-A98D-988F7CED70A2}">
      <dgm:prSet/>
      <dgm:spPr/>
      <dgm:t>
        <a:bodyPr/>
        <a:lstStyle/>
        <a:p>
          <a:endParaRPr lang="en-US"/>
        </a:p>
      </dgm:t>
    </dgm:pt>
    <dgm:pt modelId="{1C408DBB-836D-43E6-ADA8-57F736A294CC}">
      <dgm:prSet/>
      <dgm:spPr/>
      <dgm:t>
        <a:bodyPr/>
        <a:lstStyle/>
        <a:p>
          <a:r>
            <a:rPr lang="en-GB" dirty="0"/>
            <a:t>Email</a:t>
          </a:r>
          <a:r>
            <a:rPr lang="en-GB"/>
            <a:t>: </a:t>
          </a:r>
          <a:r>
            <a:rPr lang="en-GB">
              <a:hlinkClick xmlns:r="http://schemas.openxmlformats.org/officeDocument/2006/relationships" r:id="rId1"/>
            </a:rPr>
            <a:t>n.onuegbu@londonmet.ac.uk</a:t>
          </a:r>
          <a:endParaRPr lang="en-US" dirty="0"/>
        </a:p>
      </dgm:t>
    </dgm:pt>
    <dgm:pt modelId="{18D34BC6-2AF9-4D25-8F4B-3BD38EF99BCB}" type="parTrans" cxnId="{BCC6AA4E-BE67-43DB-BEE6-1B0209433BFD}">
      <dgm:prSet/>
      <dgm:spPr/>
      <dgm:t>
        <a:bodyPr/>
        <a:lstStyle/>
        <a:p>
          <a:endParaRPr lang="en-US"/>
        </a:p>
      </dgm:t>
    </dgm:pt>
    <dgm:pt modelId="{A948967D-08EB-4554-A2F8-28803DE64357}" type="sibTrans" cxnId="{BCC6AA4E-BE67-43DB-BEE6-1B0209433BFD}">
      <dgm:prSet/>
      <dgm:spPr/>
      <dgm:t>
        <a:bodyPr/>
        <a:lstStyle/>
        <a:p>
          <a:endParaRPr lang="en-US"/>
        </a:p>
      </dgm:t>
    </dgm:pt>
    <dgm:pt modelId="{4DBC8A32-9E05-4AFF-896F-F9C0E447A275}">
      <dgm:prSet/>
      <dgm:spPr/>
      <dgm:t>
        <a:bodyPr/>
        <a:lstStyle/>
        <a:p>
          <a:r>
            <a:rPr lang="en-GB" dirty="0"/>
            <a:t>Tel: Microsoft Teams</a:t>
          </a:r>
          <a:endParaRPr lang="en-US" dirty="0"/>
        </a:p>
      </dgm:t>
    </dgm:pt>
    <dgm:pt modelId="{EB4A7266-A835-48FF-874A-F9DA805C5B14}" type="parTrans" cxnId="{0034B595-BCE0-4C0F-904D-D1B245EB4820}">
      <dgm:prSet/>
      <dgm:spPr/>
      <dgm:t>
        <a:bodyPr/>
        <a:lstStyle/>
        <a:p>
          <a:endParaRPr lang="en-US"/>
        </a:p>
      </dgm:t>
    </dgm:pt>
    <dgm:pt modelId="{13D957D6-9ADB-4793-926D-878C86081F40}" type="sibTrans" cxnId="{0034B595-BCE0-4C0F-904D-D1B245EB4820}">
      <dgm:prSet/>
      <dgm:spPr/>
      <dgm:t>
        <a:bodyPr/>
        <a:lstStyle/>
        <a:p>
          <a:endParaRPr lang="en-US"/>
        </a:p>
      </dgm:t>
    </dgm:pt>
    <dgm:pt modelId="{2236D6A1-1A96-4282-BAF7-14113C46985C}" type="pres">
      <dgm:prSet presAssocID="{DB19F8B4-A5C6-4D42-85B4-FA78633A085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354923-D499-4380-A244-16F083F1A1E6}" type="pres">
      <dgm:prSet presAssocID="{5439FAA2-12D1-4486-B6E0-0ECA799F8815}" presName="hierRoot1" presStyleCnt="0"/>
      <dgm:spPr/>
    </dgm:pt>
    <dgm:pt modelId="{B27759D4-09CB-4510-B75C-74E1925DAB32}" type="pres">
      <dgm:prSet presAssocID="{5439FAA2-12D1-4486-B6E0-0ECA799F8815}" presName="composite" presStyleCnt="0"/>
      <dgm:spPr/>
    </dgm:pt>
    <dgm:pt modelId="{A0865EC8-4E70-4D9E-BAC3-7BA4B8447ACD}" type="pres">
      <dgm:prSet presAssocID="{5439FAA2-12D1-4486-B6E0-0ECA799F8815}" presName="background" presStyleLbl="node0" presStyleIdx="0" presStyleCnt="3"/>
      <dgm:spPr/>
    </dgm:pt>
    <dgm:pt modelId="{88E5B885-20A6-4D9D-9546-501061FABC5F}" type="pres">
      <dgm:prSet presAssocID="{5439FAA2-12D1-4486-B6E0-0ECA799F8815}" presName="text" presStyleLbl="fgAcc0" presStyleIdx="0" presStyleCnt="3">
        <dgm:presLayoutVars>
          <dgm:chPref val="3"/>
        </dgm:presLayoutVars>
      </dgm:prSet>
      <dgm:spPr/>
    </dgm:pt>
    <dgm:pt modelId="{3B08FAFA-BB83-4AFF-AAAE-CFC68A11D2CC}" type="pres">
      <dgm:prSet presAssocID="{5439FAA2-12D1-4486-B6E0-0ECA799F8815}" presName="hierChild2" presStyleCnt="0"/>
      <dgm:spPr/>
    </dgm:pt>
    <dgm:pt modelId="{89542D95-EB3A-4CAF-AC65-057326D0CB4D}" type="pres">
      <dgm:prSet presAssocID="{1C408DBB-836D-43E6-ADA8-57F736A294CC}" presName="hierRoot1" presStyleCnt="0"/>
      <dgm:spPr/>
    </dgm:pt>
    <dgm:pt modelId="{BC8E2F10-2CF8-433B-9C27-8B90F2F3D5F7}" type="pres">
      <dgm:prSet presAssocID="{1C408DBB-836D-43E6-ADA8-57F736A294CC}" presName="composite" presStyleCnt="0"/>
      <dgm:spPr/>
    </dgm:pt>
    <dgm:pt modelId="{020802CF-3A67-4A52-A997-00CA2235F929}" type="pres">
      <dgm:prSet presAssocID="{1C408DBB-836D-43E6-ADA8-57F736A294CC}" presName="background" presStyleLbl="node0" presStyleIdx="1" presStyleCnt="3"/>
      <dgm:spPr/>
    </dgm:pt>
    <dgm:pt modelId="{E4A4272A-5DA1-4A6E-AE43-65ADEC8A857B}" type="pres">
      <dgm:prSet presAssocID="{1C408DBB-836D-43E6-ADA8-57F736A294CC}" presName="text" presStyleLbl="fgAcc0" presStyleIdx="1" presStyleCnt="3">
        <dgm:presLayoutVars>
          <dgm:chPref val="3"/>
        </dgm:presLayoutVars>
      </dgm:prSet>
      <dgm:spPr/>
    </dgm:pt>
    <dgm:pt modelId="{319A4ADB-94E0-47D1-B739-AFBD50477764}" type="pres">
      <dgm:prSet presAssocID="{1C408DBB-836D-43E6-ADA8-57F736A294CC}" presName="hierChild2" presStyleCnt="0"/>
      <dgm:spPr/>
    </dgm:pt>
    <dgm:pt modelId="{69FB2FF6-BE79-4D0C-84BC-73867348F64F}" type="pres">
      <dgm:prSet presAssocID="{4DBC8A32-9E05-4AFF-896F-F9C0E447A275}" presName="hierRoot1" presStyleCnt="0"/>
      <dgm:spPr/>
    </dgm:pt>
    <dgm:pt modelId="{A4DD3228-B871-4434-B133-D7FCBE8A6728}" type="pres">
      <dgm:prSet presAssocID="{4DBC8A32-9E05-4AFF-896F-F9C0E447A275}" presName="composite" presStyleCnt="0"/>
      <dgm:spPr/>
    </dgm:pt>
    <dgm:pt modelId="{39C831CF-9E0E-4411-BD52-E1B31FEF7CB3}" type="pres">
      <dgm:prSet presAssocID="{4DBC8A32-9E05-4AFF-896F-F9C0E447A275}" presName="background" presStyleLbl="node0" presStyleIdx="2" presStyleCnt="3"/>
      <dgm:spPr/>
    </dgm:pt>
    <dgm:pt modelId="{85526876-5FE9-4783-8185-FF318CA381EB}" type="pres">
      <dgm:prSet presAssocID="{4DBC8A32-9E05-4AFF-896F-F9C0E447A275}" presName="text" presStyleLbl="fgAcc0" presStyleIdx="2" presStyleCnt="3">
        <dgm:presLayoutVars>
          <dgm:chPref val="3"/>
        </dgm:presLayoutVars>
      </dgm:prSet>
      <dgm:spPr/>
    </dgm:pt>
    <dgm:pt modelId="{5FE2994D-1D44-4D99-B134-4936A429E209}" type="pres">
      <dgm:prSet presAssocID="{4DBC8A32-9E05-4AFF-896F-F9C0E447A275}" presName="hierChild2" presStyleCnt="0"/>
      <dgm:spPr/>
    </dgm:pt>
  </dgm:ptLst>
  <dgm:cxnLst>
    <dgm:cxn modelId="{9461753F-1529-4493-AD44-B3C783EC7658}" type="presOf" srcId="{4DBC8A32-9E05-4AFF-896F-F9C0E447A275}" destId="{85526876-5FE9-4783-8185-FF318CA381EB}" srcOrd="0" destOrd="0" presId="urn:microsoft.com/office/officeart/2005/8/layout/hierarchy1#1"/>
    <dgm:cxn modelId="{BCC6AA4E-BE67-43DB-BEE6-1B0209433BFD}" srcId="{DB19F8B4-A5C6-4D42-85B4-FA78633A0850}" destId="{1C408DBB-836D-43E6-ADA8-57F736A294CC}" srcOrd="1" destOrd="0" parTransId="{18D34BC6-2AF9-4D25-8F4B-3BD38EF99BCB}" sibTransId="{A948967D-08EB-4554-A2F8-28803DE64357}"/>
    <dgm:cxn modelId="{0034B595-BCE0-4C0F-904D-D1B245EB4820}" srcId="{DB19F8B4-A5C6-4D42-85B4-FA78633A0850}" destId="{4DBC8A32-9E05-4AFF-896F-F9C0E447A275}" srcOrd="2" destOrd="0" parTransId="{EB4A7266-A835-48FF-874A-F9DA805C5B14}" sibTransId="{13D957D6-9ADB-4793-926D-878C86081F40}"/>
    <dgm:cxn modelId="{380691AD-8058-46EB-A98D-988F7CED70A2}" srcId="{DB19F8B4-A5C6-4D42-85B4-FA78633A0850}" destId="{5439FAA2-12D1-4486-B6E0-0ECA799F8815}" srcOrd="0" destOrd="0" parTransId="{5DDA6066-0D4D-4A69-B31C-6FFBFCB08246}" sibTransId="{5F13F1E9-E944-4823-B467-FBB82508A25A}"/>
    <dgm:cxn modelId="{622680DC-7650-4F64-934F-AD457EC97085}" type="presOf" srcId="{5439FAA2-12D1-4486-B6E0-0ECA799F8815}" destId="{88E5B885-20A6-4D9D-9546-501061FABC5F}" srcOrd="0" destOrd="0" presId="urn:microsoft.com/office/officeart/2005/8/layout/hierarchy1#1"/>
    <dgm:cxn modelId="{0511B4EB-CB1D-4931-98D7-F793A53A7FDD}" type="presOf" srcId="{1C408DBB-836D-43E6-ADA8-57F736A294CC}" destId="{E4A4272A-5DA1-4A6E-AE43-65ADEC8A857B}" srcOrd="0" destOrd="0" presId="urn:microsoft.com/office/officeart/2005/8/layout/hierarchy1#1"/>
    <dgm:cxn modelId="{B0D0ACF1-1445-416D-9E2A-413C1F715A6A}" type="presOf" srcId="{DB19F8B4-A5C6-4D42-85B4-FA78633A0850}" destId="{2236D6A1-1A96-4282-BAF7-14113C46985C}" srcOrd="0" destOrd="0" presId="urn:microsoft.com/office/officeart/2005/8/layout/hierarchy1#1"/>
    <dgm:cxn modelId="{A89E8646-AE1F-40CC-A183-45D7ED7811A8}" type="presParOf" srcId="{2236D6A1-1A96-4282-BAF7-14113C46985C}" destId="{BF354923-D499-4380-A244-16F083F1A1E6}" srcOrd="0" destOrd="0" presId="urn:microsoft.com/office/officeart/2005/8/layout/hierarchy1#1"/>
    <dgm:cxn modelId="{BFB727B5-4C8E-4C04-9FFE-9374AF334919}" type="presParOf" srcId="{BF354923-D499-4380-A244-16F083F1A1E6}" destId="{B27759D4-09CB-4510-B75C-74E1925DAB32}" srcOrd="0" destOrd="0" presId="urn:microsoft.com/office/officeart/2005/8/layout/hierarchy1#1"/>
    <dgm:cxn modelId="{50B9AE4E-ABEB-4143-8658-AA02CB311D5A}" type="presParOf" srcId="{B27759D4-09CB-4510-B75C-74E1925DAB32}" destId="{A0865EC8-4E70-4D9E-BAC3-7BA4B8447ACD}" srcOrd="0" destOrd="0" presId="urn:microsoft.com/office/officeart/2005/8/layout/hierarchy1#1"/>
    <dgm:cxn modelId="{C5382F87-B9D8-47E9-B059-DB4070D564F8}" type="presParOf" srcId="{B27759D4-09CB-4510-B75C-74E1925DAB32}" destId="{88E5B885-20A6-4D9D-9546-501061FABC5F}" srcOrd="1" destOrd="0" presId="urn:microsoft.com/office/officeart/2005/8/layout/hierarchy1#1"/>
    <dgm:cxn modelId="{7C1113A0-0A6D-4729-8D75-B7CE6D87F70D}" type="presParOf" srcId="{BF354923-D499-4380-A244-16F083F1A1E6}" destId="{3B08FAFA-BB83-4AFF-AAAE-CFC68A11D2CC}" srcOrd="1" destOrd="0" presId="urn:microsoft.com/office/officeart/2005/8/layout/hierarchy1#1"/>
    <dgm:cxn modelId="{61FF9E96-32CE-462C-80FA-2ECB3AF1DD61}" type="presParOf" srcId="{2236D6A1-1A96-4282-BAF7-14113C46985C}" destId="{89542D95-EB3A-4CAF-AC65-057326D0CB4D}" srcOrd="1" destOrd="0" presId="urn:microsoft.com/office/officeart/2005/8/layout/hierarchy1#1"/>
    <dgm:cxn modelId="{6DAEDB04-0F07-40E3-A886-23F530EC7949}" type="presParOf" srcId="{89542D95-EB3A-4CAF-AC65-057326D0CB4D}" destId="{BC8E2F10-2CF8-433B-9C27-8B90F2F3D5F7}" srcOrd="0" destOrd="0" presId="urn:microsoft.com/office/officeart/2005/8/layout/hierarchy1#1"/>
    <dgm:cxn modelId="{B061ACB7-F022-4309-BF8F-52AD8D3D61DB}" type="presParOf" srcId="{BC8E2F10-2CF8-433B-9C27-8B90F2F3D5F7}" destId="{020802CF-3A67-4A52-A997-00CA2235F929}" srcOrd="0" destOrd="0" presId="urn:microsoft.com/office/officeart/2005/8/layout/hierarchy1#1"/>
    <dgm:cxn modelId="{9F151149-53B8-4298-8163-3DFE96C4395D}" type="presParOf" srcId="{BC8E2F10-2CF8-433B-9C27-8B90F2F3D5F7}" destId="{E4A4272A-5DA1-4A6E-AE43-65ADEC8A857B}" srcOrd="1" destOrd="0" presId="urn:microsoft.com/office/officeart/2005/8/layout/hierarchy1#1"/>
    <dgm:cxn modelId="{FE2ABD98-1B41-4EB6-B064-C538A464875B}" type="presParOf" srcId="{89542D95-EB3A-4CAF-AC65-057326D0CB4D}" destId="{319A4ADB-94E0-47D1-B739-AFBD50477764}" srcOrd="1" destOrd="0" presId="urn:microsoft.com/office/officeart/2005/8/layout/hierarchy1#1"/>
    <dgm:cxn modelId="{60B8C0A5-4B9E-4410-86E6-187DEC9F7D6A}" type="presParOf" srcId="{2236D6A1-1A96-4282-BAF7-14113C46985C}" destId="{69FB2FF6-BE79-4D0C-84BC-73867348F64F}" srcOrd="2" destOrd="0" presId="urn:microsoft.com/office/officeart/2005/8/layout/hierarchy1#1"/>
    <dgm:cxn modelId="{8FBDDAC4-D34A-4597-828B-7EA8164990DB}" type="presParOf" srcId="{69FB2FF6-BE79-4D0C-84BC-73867348F64F}" destId="{A4DD3228-B871-4434-B133-D7FCBE8A6728}" srcOrd="0" destOrd="0" presId="urn:microsoft.com/office/officeart/2005/8/layout/hierarchy1#1"/>
    <dgm:cxn modelId="{4768FE21-2D3A-4A3A-B681-C803C219E66F}" type="presParOf" srcId="{A4DD3228-B871-4434-B133-D7FCBE8A6728}" destId="{39C831CF-9E0E-4411-BD52-E1B31FEF7CB3}" srcOrd="0" destOrd="0" presId="urn:microsoft.com/office/officeart/2005/8/layout/hierarchy1#1"/>
    <dgm:cxn modelId="{E83FD2EC-13DE-4565-852F-43594ED075F7}" type="presParOf" srcId="{A4DD3228-B871-4434-B133-D7FCBE8A6728}" destId="{85526876-5FE9-4783-8185-FF318CA381EB}" srcOrd="1" destOrd="0" presId="urn:microsoft.com/office/officeart/2005/8/layout/hierarchy1#1"/>
    <dgm:cxn modelId="{13649A13-EE5B-42B1-9833-5971AC553F8A}" type="presParOf" srcId="{69FB2FF6-BE79-4D0C-84BC-73867348F64F}" destId="{5FE2994D-1D44-4D99-B134-4936A429E209}" srcOrd="1" destOrd="0" presId="urn:microsoft.com/office/officeart/2005/8/layout/hierarchy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04BDE-D732-40D5-A42B-EA2AE068ECFA}">
      <dsp:nvSpPr>
        <dsp:cNvPr id="0" name=""/>
        <dsp:cNvSpPr/>
      </dsp:nvSpPr>
      <dsp:spPr bwMode="white">
        <a:xfrm>
          <a:off x="0" y="40553"/>
          <a:ext cx="6263640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Explain</a:t>
          </a:r>
        </a:p>
      </dsp:txBody>
      <dsp:txXfrm>
        <a:off x="33955" y="74508"/>
        <a:ext cx="6195730" cy="627655"/>
      </dsp:txXfrm>
    </dsp:sp>
    <dsp:sp modelId="{AFB17BD6-2BFD-4FD8-81A4-6ABD76270334}">
      <dsp:nvSpPr>
        <dsp:cNvPr id="0" name=""/>
        <dsp:cNvSpPr/>
      </dsp:nvSpPr>
      <dsp:spPr bwMode="white">
        <a:xfrm>
          <a:off x="0" y="736118"/>
          <a:ext cx="626364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Explain the aims and objective of the module</a:t>
          </a:r>
        </a:p>
      </dsp:txBody>
      <dsp:txXfrm>
        <a:off x="0" y="736118"/>
        <a:ext cx="6263640" cy="480240"/>
      </dsp:txXfrm>
    </dsp:sp>
    <dsp:sp modelId="{5413A9BF-1B8B-4F83-9F5E-A6767C76ADBC}">
      <dsp:nvSpPr>
        <dsp:cNvPr id="0" name=""/>
        <dsp:cNvSpPr/>
      </dsp:nvSpPr>
      <dsp:spPr bwMode="white">
        <a:xfrm>
          <a:off x="0" y="1216358"/>
          <a:ext cx="6263640" cy="695565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Highlight</a:t>
          </a:r>
        </a:p>
      </dsp:txBody>
      <dsp:txXfrm>
        <a:off x="33955" y="1250313"/>
        <a:ext cx="6195730" cy="627655"/>
      </dsp:txXfrm>
    </dsp:sp>
    <dsp:sp modelId="{E005C39C-F8D1-45E5-B1A7-15F1AF2F47DD}">
      <dsp:nvSpPr>
        <dsp:cNvPr id="0" name=""/>
        <dsp:cNvSpPr/>
      </dsp:nvSpPr>
      <dsp:spPr bwMode="white">
        <a:xfrm>
          <a:off x="0" y="1911923"/>
          <a:ext cx="6263640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Highlight the learning approaches utilised in the module</a:t>
          </a:r>
        </a:p>
      </dsp:txBody>
      <dsp:txXfrm>
        <a:off x="0" y="1911923"/>
        <a:ext cx="6263640" cy="720359"/>
      </dsp:txXfrm>
    </dsp:sp>
    <dsp:sp modelId="{00500DC8-7A85-4662-8FC5-1321B0D9B534}">
      <dsp:nvSpPr>
        <dsp:cNvPr id="0" name=""/>
        <dsp:cNvSpPr/>
      </dsp:nvSpPr>
      <dsp:spPr bwMode="white">
        <a:xfrm>
          <a:off x="0" y="2632284"/>
          <a:ext cx="6263640" cy="695565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Identify</a:t>
          </a:r>
        </a:p>
      </dsp:txBody>
      <dsp:txXfrm>
        <a:off x="33955" y="2666239"/>
        <a:ext cx="6195730" cy="627655"/>
      </dsp:txXfrm>
    </dsp:sp>
    <dsp:sp modelId="{9E59C2F7-0379-46A2-A206-B53D0EC4914C}">
      <dsp:nvSpPr>
        <dsp:cNvPr id="0" name=""/>
        <dsp:cNvSpPr/>
      </dsp:nvSpPr>
      <dsp:spPr bwMode="white">
        <a:xfrm>
          <a:off x="0" y="3327849"/>
          <a:ext cx="6263640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Identify key learning resources to support the module</a:t>
          </a:r>
        </a:p>
      </dsp:txBody>
      <dsp:txXfrm>
        <a:off x="0" y="3327849"/>
        <a:ext cx="6263640" cy="720359"/>
      </dsp:txXfrm>
    </dsp:sp>
    <dsp:sp modelId="{1E627D29-F3FE-442D-BB33-E0607C14499B}">
      <dsp:nvSpPr>
        <dsp:cNvPr id="0" name=""/>
        <dsp:cNvSpPr/>
      </dsp:nvSpPr>
      <dsp:spPr bwMode="white">
        <a:xfrm>
          <a:off x="0" y="4048209"/>
          <a:ext cx="6263640" cy="69556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Demonstrate</a:t>
          </a:r>
        </a:p>
      </dsp:txBody>
      <dsp:txXfrm>
        <a:off x="33955" y="4082164"/>
        <a:ext cx="6195730" cy="627655"/>
      </dsp:txXfrm>
    </dsp:sp>
    <dsp:sp modelId="{10641D90-59DD-458A-819B-C34E400A3E25}">
      <dsp:nvSpPr>
        <dsp:cNvPr id="0" name=""/>
        <dsp:cNvSpPr/>
      </dsp:nvSpPr>
      <dsp:spPr bwMode="white">
        <a:xfrm>
          <a:off x="0" y="4743774"/>
          <a:ext cx="6263640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Demonstrate understanding of the module assessments and timelines</a:t>
          </a:r>
        </a:p>
      </dsp:txBody>
      <dsp:txXfrm>
        <a:off x="0" y="4743774"/>
        <a:ext cx="6263640" cy="7203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B1AC7-8919-4A23-B079-838462E8D5C6}">
      <dsp:nvSpPr>
        <dsp:cNvPr id="0" name=""/>
        <dsp:cNvSpPr/>
      </dsp:nvSpPr>
      <dsp:spPr bwMode="white">
        <a:xfrm>
          <a:off x="2037732" y="3127"/>
          <a:ext cx="2292448" cy="206430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Module Lead</a:t>
          </a:r>
          <a:endParaRPr lang="en-US" sz="3800" kern="1200"/>
        </a:p>
      </dsp:txBody>
      <dsp:txXfrm>
        <a:off x="2138503" y="103898"/>
        <a:ext cx="2090906" cy="1862766"/>
      </dsp:txXfrm>
    </dsp:sp>
    <dsp:sp modelId="{4B458ECE-0C76-4FAF-A3D2-D93534381D68}">
      <dsp:nvSpPr>
        <dsp:cNvPr id="0" name=""/>
        <dsp:cNvSpPr/>
      </dsp:nvSpPr>
      <dsp:spPr bwMode="white">
        <a:xfrm>
          <a:off x="2037732" y="2170652"/>
          <a:ext cx="2292448" cy="2064308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Team</a:t>
          </a:r>
          <a:endParaRPr lang="en-US" sz="3800" kern="1200"/>
        </a:p>
      </dsp:txBody>
      <dsp:txXfrm>
        <a:off x="2138503" y="2271423"/>
        <a:ext cx="2090906" cy="1862766"/>
      </dsp:txXfrm>
    </dsp:sp>
    <dsp:sp modelId="{3790BC6F-5E76-481E-9488-2862F496A5A0}">
      <dsp:nvSpPr>
        <dsp:cNvPr id="0" name=""/>
        <dsp:cNvSpPr/>
      </dsp:nvSpPr>
      <dsp:spPr bwMode="white">
        <a:xfrm>
          <a:off x="2037732" y="4338176"/>
          <a:ext cx="2292448" cy="2064308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Students</a:t>
          </a:r>
          <a:endParaRPr lang="en-US" sz="3800" kern="1200"/>
        </a:p>
      </dsp:txBody>
      <dsp:txXfrm>
        <a:off x="2138503" y="4438947"/>
        <a:ext cx="2090906" cy="18627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7CC043-6445-45DE-8077-5D5D1246CA24}">
      <dsp:nvSpPr>
        <dsp:cNvPr id="0" name=""/>
        <dsp:cNvSpPr/>
      </dsp:nvSpPr>
      <dsp:spPr bwMode="white">
        <a:xfrm>
          <a:off x="2103120" y="1847"/>
          <a:ext cx="8412480" cy="8107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05927" rIns="163225" bIns="2059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Provide opportunities for you to:</a:t>
          </a:r>
        </a:p>
      </dsp:txBody>
      <dsp:txXfrm>
        <a:off x="2103120" y="1847"/>
        <a:ext cx="8412480" cy="810737"/>
      </dsp:txXfrm>
    </dsp:sp>
    <dsp:sp modelId="{1FDF0540-0EB0-48E8-BA09-17123E3CCC9F}">
      <dsp:nvSpPr>
        <dsp:cNvPr id="0" name=""/>
        <dsp:cNvSpPr/>
      </dsp:nvSpPr>
      <dsp:spPr bwMode="white">
        <a:xfrm>
          <a:off x="0" y="1847"/>
          <a:ext cx="2103120" cy="810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0083" rIns="111290" bIns="800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Provide</a:t>
          </a:r>
        </a:p>
      </dsp:txBody>
      <dsp:txXfrm>
        <a:off x="0" y="1847"/>
        <a:ext cx="2103120" cy="810737"/>
      </dsp:txXfrm>
    </dsp:sp>
    <dsp:sp modelId="{D5A5E6BE-0538-4A01-83F9-2AAF37559210}">
      <dsp:nvSpPr>
        <dsp:cNvPr id="0" name=""/>
        <dsp:cNvSpPr/>
      </dsp:nvSpPr>
      <dsp:spPr bwMode="white">
        <a:xfrm>
          <a:off x="2103120" y="861229"/>
          <a:ext cx="8412480" cy="8107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05927" rIns="163225" bIns="2059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Complete </a:t>
          </a:r>
          <a:r>
            <a:rPr lang="en-US" sz="1400" b="1" u="sng" kern="1200" dirty="0"/>
            <a:t>mandatory practice-based learning elements </a:t>
          </a:r>
          <a:r>
            <a:rPr lang="en-US" sz="1400" kern="1200" dirty="0"/>
            <a:t>required to graduate with eligibility to register as a Physiotherapist. </a:t>
          </a:r>
        </a:p>
      </dsp:txBody>
      <dsp:txXfrm>
        <a:off x="2103120" y="861229"/>
        <a:ext cx="8412480" cy="810737"/>
      </dsp:txXfrm>
    </dsp:sp>
    <dsp:sp modelId="{9EBB5DBE-FF94-40E6-8FA4-454A764EF99F}">
      <dsp:nvSpPr>
        <dsp:cNvPr id="0" name=""/>
        <dsp:cNvSpPr/>
      </dsp:nvSpPr>
      <dsp:spPr bwMode="white">
        <a:xfrm>
          <a:off x="0" y="861229"/>
          <a:ext cx="2103120" cy="810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0083" rIns="111290" bIns="800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Complete</a:t>
          </a:r>
        </a:p>
      </dsp:txBody>
      <dsp:txXfrm>
        <a:off x="0" y="861229"/>
        <a:ext cx="2103120" cy="810737"/>
      </dsp:txXfrm>
    </dsp:sp>
    <dsp:sp modelId="{0C4FAFF2-96DB-43C0-A5CF-4C8A0E1F1FAF}">
      <dsp:nvSpPr>
        <dsp:cNvPr id="0" name=""/>
        <dsp:cNvSpPr/>
      </dsp:nvSpPr>
      <dsp:spPr bwMode="white">
        <a:xfrm>
          <a:off x="2103120" y="1720611"/>
          <a:ext cx="8412480" cy="8107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05927" rIns="163225" bIns="2059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Practice and consolidate </a:t>
          </a:r>
          <a:r>
            <a:rPr lang="en-US" sz="1400" b="1" u="sng" kern="1200" dirty="0"/>
            <a:t>clinical and non-clinical skills</a:t>
          </a:r>
          <a:r>
            <a:rPr lang="en-US" sz="1400" kern="1200" dirty="0"/>
            <a:t> learnt in first year academic modules under the supervision and guidance of clinical educators within healthcare environments</a:t>
          </a:r>
        </a:p>
      </dsp:txBody>
      <dsp:txXfrm>
        <a:off x="2103120" y="1720611"/>
        <a:ext cx="8412480" cy="810737"/>
      </dsp:txXfrm>
    </dsp:sp>
    <dsp:sp modelId="{91B4D3B8-C7C8-45E3-83B2-5790350B670E}">
      <dsp:nvSpPr>
        <dsp:cNvPr id="0" name=""/>
        <dsp:cNvSpPr/>
      </dsp:nvSpPr>
      <dsp:spPr bwMode="white">
        <a:xfrm>
          <a:off x="0" y="1720611"/>
          <a:ext cx="2103120" cy="810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0083" rIns="111290" bIns="800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Practice and consolidate</a:t>
          </a:r>
        </a:p>
      </dsp:txBody>
      <dsp:txXfrm>
        <a:off x="0" y="1720611"/>
        <a:ext cx="2103120" cy="810737"/>
      </dsp:txXfrm>
    </dsp:sp>
    <dsp:sp modelId="{489A998A-D12F-428D-BF72-19A85C55C74C}">
      <dsp:nvSpPr>
        <dsp:cNvPr id="0" name=""/>
        <dsp:cNvSpPr/>
      </dsp:nvSpPr>
      <dsp:spPr bwMode="white">
        <a:xfrm>
          <a:off x="2103120" y="2579992"/>
          <a:ext cx="8412480" cy="8107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05927" rIns="163225" bIns="2059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Embed </a:t>
          </a:r>
          <a:r>
            <a:rPr lang="en-US" sz="1400" b="1" u="sng" kern="1200" dirty="0"/>
            <a:t>professionalism, conduct, ethics and performance behaviours </a:t>
          </a:r>
          <a:r>
            <a:rPr lang="en-US" sz="1400" kern="1200" dirty="0"/>
            <a:t>required for contemporary Physiotherapy practice</a:t>
          </a:r>
        </a:p>
      </dsp:txBody>
      <dsp:txXfrm>
        <a:off x="2103120" y="2579992"/>
        <a:ext cx="8412480" cy="810737"/>
      </dsp:txXfrm>
    </dsp:sp>
    <dsp:sp modelId="{77D6CD33-49B2-4384-A299-782A47E1AAFA}">
      <dsp:nvSpPr>
        <dsp:cNvPr id="0" name=""/>
        <dsp:cNvSpPr/>
      </dsp:nvSpPr>
      <dsp:spPr bwMode="white">
        <a:xfrm>
          <a:off x="0" y="2579992"/>
          <a:ext cx="2103120" cy="810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0083" rIns="111290" bIns="800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Embed</a:t>
          </a:r>
        </a:p>
      </dsp:txBody>
      <dsp:txXfrm>
        <a:off x="0" y="2579992"/>
        <a:ext cx="2103120" cy="810737"/>
      </dsp:txXfrm>
    </dsp:sp>
    <dsp:sp modelId="{02D58D6C-DDB4-4398-9B81-12249A29C723}">
      <dsp:nvSpPr>
        <dsp:cNvPr id="0" name=""/>
        <dsp:cNvSpPr/>
      </dsp:nvSpPr>
      <dsp:spPr bwMode="white">
        <a:xfrm>
          <a:off x="2103120" y="3439374"/>
          <a:ext cx="8412480" cy="8107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05927" rIns="163225" bIns="2059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Develop </a:t>
          </a:r>
          <a:r>
            <a:rPr lang="en-US" sz="1400" b="1" u="sng" kern="1200" dirty="0"/>
            <a:t>transferable skills </a:t>
          </a:r>
          <a:r>
            <a:rPr lang="en-US" sz="1400" kern="1200" dirty="0"/>
            <a:t>learnt in academic modules such as critical appraisal and evaluation; clinical-reasoning and problem-solving; self and caseload management; communication and teamwork.</a:t>
          </a:r>
        </a:p>
      </dsp:txBody>
      <dsp:txXfrm>
        <a:off x="2103120" y="3439374"/>
        <a:ext cx="8412480" cy="810737"/>
      </dsp:txXfrm>
    </dsp:sp>
    <dsp:sp modelId="{D969D054-7047-45AF-8222-119EBA589A27}">
      <dsp:nvSpPr>
        <dsp:cNvPr id="0" name=""/>
        <dsp:cNvSpPr/>
      </dsp:nvSpPr>
      <dsp:spPr bwMode="white">
        <a:xfrm>
          <a:off x="0" y="3439374"/>
          <a:ext cx="2103120" cy="810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0083" rIns="111290" bIns="800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</a:t>
          </a:r>
        </a:p>
      </dsp:txBody>
      <dsp:txXfrm>
        <a:off x="0" y="3439374"/>
        <a:ext cx="2103120" cy="810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895C71-A98D-46AD-9EAC-D60FB4E72E56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B800C-961E-4758-B320-020B7F7BE5A2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00A85-D5C7-430B-B334-2DC95E70B8A2}">
      <dsp:nvSpPr>
        <dsp:cNvPr id="0" name=""/>
        <dsp:cNvSpPr/>
      </dsp:nvSpPr>
      <dsp:spPr bwMode="white"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Clinical Simulation</a:t>
          </a:r>
          <a:endParaRPr lang="en-US" sz="2400" kern="1200"/>
        </a:p>
      </dsp:txBody>
      <dsp:txXfrm>
        <a:off x="1834517" y="469890"/>
        <a:ext cx="3148942" cy="1335915"/>
      </dsp:txXfrm>
    </dsp:sp>
    <dsp:sp modelId="{44C58EF4-0C48-4A98-9521-80033566282F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B8791-5AA8-4B69-8D1C-2BDC2336B4AE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CD1C8-72AD-4D66-B33D-9009D38A9AB3}">
      <dsp:nvSpPr>
        <dsp:cNvPr id="0" name=""/>
        <dsp:cNvSpPr/>
      </dsp:nvSpPr>
      <dsp:spPr bwMode="white"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Reflective practice</a:t>
          </a:r>
          <a:endParaRPr lang="en-US" sz="2400" kern="1200"/>
        </a:p>
      </dsp:txBody>
      <dsp:txXfrm>
        <a:off x="7154322" y="469890"/>
        <a:ext cx="3148942" cy="1335915"/>
      </dsp:txXfrm>
    </dsp:sp>
    <dsp:sp modelId="{034C1BCF-F7C2-4A55-8EFF-8108ED10CE69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08CA1-AAC6-4F87-B041-75890E634E58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AAE2F-DF9C-48F7-8548-445CAB20EFEE}">
      <dsp:nvSpPr>
        <dsp:cNvPr id="0" name=""/>
        <dsp:cNvSpPr/>
      </dsp:nvSpPr>
      <dsp:spPr bwMode="white"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Practice placements</a:t>
          </a:r>
          <a:endParaRPr lang="en-US" sz="2400" kern="1200"/>
        </a:p>
      </dsp:txBody>
      <dsp:txXfrm>
        <a:off x="1834517" y="2545532"/>
        <a:ext cx="3148942" cy="1335915"/>
      </dsp:txXfrm>
    </dsp:sp>
    <dsp:sp modelId="{C3985205-FF43-4510-928C-487C7CC8009F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B1754-4196-4CC6-8559-263ACC2E8592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2E262-B87A-42CD-85C0-99301FBCFEAA}">
      <dsp:nvSpPr>
        <dsp:cNvPr id="0" name=""/>
        <dsp:cNvSpPr/>
      </dsp:nvSpPr>
      <dsp:spPr bwMode="white"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Portfolio development</a:t>
          </a:r>
          <a:endParaRPr lang="en-US" sz="2400" kern="1200"/>
        </a:p>
      </dsp:txBody>
      <dsp:txXfrm>
        <a:off x="7154322" y="2545532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DA295-0FD3-4304-B3AD-1BADDF0BE53B}">
      <dsp:nvSpPr>
        <dsp:cNvPr id="0" name=""/>
        <dsp:cNvSpPr/>
      </dsp:nvSpPr>
      <dsp:spPr>
        <a:xfrm>
          <a:off x="0" y="1842"/>
          <a:ext cx="6117335" cy="785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5BA434-9AE2-43A8-9D61-1DEDDAAC2E71}">
      <dsp:nvSpPr>
        <dsp:cNvPr id="0" name=""/>
        <dsp:cNvSpPr/>
      </dsp:nvSpPr>
      <dsp:spPr>
        <a:xfrm>
          <a:off x="237536" y="178522"/>
          <a:ext cx="431884" cy="4318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8827F-7334-431C-B543-4028467C3A68}">
      <dsp:nvSpPr>
        <dsp:cNvPr id="0" name=""/>
        <dsp:cNvSpPr/>
      </dsp:nvSpPr>
      <dsp:spPr>
        <a:xfrm>
          <a:off x="906957" y="1842"/>
          <a:ext cx="5210378" cy="785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05" tIns="83105" rIns="83105" bIns="83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The name of a physiotherapist to contact in an emergency </a:t>
          </a:r>
          <a:endParaRPr lang="en-US" sz="1400" kern="1200"/>
        </a:p>
      </dsp:txBody>
      <dsp:txXfrm>
        <a:off x="906957" y="1842"/>
        <a:ext cx="5210378" cy="785245"/>
      </dsp:txXfrm>
    </dsp:sp>
    <dsp:sp modelId="{CE6E4D00-5D30-4765-9777-796563B3B6DD}">
      <dsp:nvSpPr>
        <dsp:cNvPr id="0" name=""/>
        <dsp:cNvSpPr/>
      </dsp:nvSpPr>
      <dsp:spPr>
        <a:xfrm>
          <a:off x="0" y="983399"/>
          <a:ext cx="6117335" cy="7852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9C691-02C9-4503-9D73-5BB3C35CD4ED}">
      <dsp:nvSpPr>
        <dsp:cNvPr id="0" name=""/>
        <dsp:cNvSpPr/>
      </dsp:nvSpPr>
      <dsp:spPr>
        <a:xfrm>
          <a:off x="237536" y="1160079"/>
          <a:ext cx="431884" cy="4318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E9C89-5260-420D-ACDE-A2C1A9903149}">
      <dsp:nvSpPr>
        <dsp:cNvPr id="0" name=""/>
        <dsp:cNvSpPr/>
      </dsp:nvSpPr>
      <dsp:spPr>
        <a:xfrm>
          <a:off x="906957" y="983399"/>
          <a:ext cx="5210378" cy="785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05" tIns="83105" rIns="83105" bIns="83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Information about the communication system; bleeps, telephones etc. </a:t>
          </a:r>
          <a:endParaRPr lang="en-US" sz="1400" kern="1200"/>
        </a:p>
      </dsp:txBody>
      <dsp:txXfrm>
        <a:off x="906957" y="983399"/>
        <a:ext cx="5210378" cy="785245"/>
      </dsp:txXfrm>
    </dsp:sp>
    <dsp:sp modelId="{E0C94576-5EDE-4326-9357-295B00791638}">
      <dsp:nvSpPr>
        <dsp:cNvPr id="0" name=""/>
        <dsp:cNvSpPr/>
      </dsp:nvSpPr>
      <dsp:spPr>
        <a:xfrm>
          <a:off x="0" y="1964955"/>
          <a:ext cx="6117335" cy="7852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14461-ECAA-46FB-9545-CDDE80FB8264}">
      <dsp:nvSpPr>
        <dsp:cNvPr id="0" name=""/>
        <dsp:cNvSpPr/>
      </dsp:nvSpPr>
      <dsp:spPr>
        <a:xfrm>
          <a:off x="237536" y="2141635"/>
          <a:ext cx="431884" cy="4318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FD92D-6E7A-4215-BC40-E3DB62372E69}">
      <dsp:nvSpPr>
        <dsp:cNvPr id="0" name=""/>
        <dsp:cNvSpPr/>
      </dsp:nvSpPr>
      <dsp:spPr>
        <a:xfrm>
          <a:off x="906957" y="1964955"/>
          <a:ext cx="5210378" cy="785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05" tIns="83105" rIns="83105" bIns="83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Department information: changing facilities, staff room, lunch time, start and finish times etc </a:t>
          </a:r>
          <a:endParaRPr lang="en-US" sz="1400" kern="1200"/>
        </a:p>
      </dsp:txBody>
      <dsp:txXfrm>
        <a:off x="906957" y="1964955"/>
        <a:ext cx="5210378" cy="785245"/>
      </dsp:txXfrm>
    </dsp:sp>
    <dsp:sp modelId="{940B0942-F49F-4094-9BE3-FE2FA8D8AF7B}">
      <dsp:nvSpPr>
        <dsp:cNvPr id="0" name=""/>
        <dsp:cNvSpPr/>
      </dsp:nvSpPr>
      <dsp:spPr>
        <a:xfrm>
          <a:off x="0" y="2946511"/>
          <a:ext cx="6117335" cy="7852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58D16-CA5D-4825-9865-109E1343D61F}">
      <dsp:nvSpPr>
        <dsp:cNvPr id="0" name=""/>
        <dsp:cNvSpPr/>
      </dsp:nvSpPr>
      <dsp:spPr>
        <a:xfrm>
          <a:off x="237536" y="3123191"/>
          <a:ext cx="431884" cy="4318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F79EB-2FEA-4C04-ADF7-FCB9758E75C4}">
      <dsp:nvSpPr>
        <dsp:cNvPr id="0" name=""/>
        <dsp:cNvSpPr/>
      </dsp:nvSpPr>
      <dsp:spPr>
        <a:xfrm>
          <a:off x="906957" y="2946511"/>
          <a:ext cx="5210378" cy="785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05" tIns="83105" rIns="83105" bIns="83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Departmental policies and procedures; Health and Safety and Manual Handling policies, bullying and harassment, complaint procedures etc.  </a:t>
          </a:r>
          <a:endParaRPr lang="en-US" sz="1400" kern="1200"/>
        </a:p>
      </dsp:txBody>
      <dsp:txXfrm>
        <a:off x="906957" y="2946511"/>
        <a:ext cx="5210378" cy="785245"/>
      </dsp:txXfrm>
    </dsp:sp>
    <dsp:sp modelId="{D8C1E04F-2D84-4B1D-90F7-49BD37B44F6F}">
      <dsp:nvSpPr>
        <dsp:cNvPr id="0" name=""/>
        <dsp:cNvSpPr/>
      </dsp:nvSpPr>
      <dsp:spPr>
        <a:xfrm>
          <a:off x="0" y="3928067"/>
          <a:ext cx="6117335" cy="7852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8C2F9-E1DA-4615-85C5-FCF6536D349D}">
      <dsp:nvSpPr>
        <dsp:cNvPr id="0" name=""/>
        <dsp:cNvSpPr/>
      </dsp:nvSpPr>
      <dsp:spPr>
        <a:xfrm>
          <a:off x="237536" y="4104748"/>
          <a:ext cx="431884" cy="43188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5630BF-1D8D-4FAB-9C93-B0B5DF8A98F1}">
      <dsp:nvSpPr>
        <dsp:cNvPr id="0" name=""/>
        <dsp:cNvSpPr/>
      </dsp:nvSpPr>
      <dsp:spPr>
        <a:xfrm>
          <a:off x="906957" y="3928067"/>
          <a:ext cx="5210378" cy="785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05" tIns="83105" rIns="83105" bIns="83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General information about the site; banks, shops, canteens  </a:t>
          </a:r>
          <a:endParaRPr lang="en-US" sz="1400" kern="1200"/>
        </a:p>
      </dsp:txBody>
      <dsp:txXfrm>
        <a:off x="906957" y="3928067"/>
        <a:ext cx="5210378" cy="785245"/>
      </dsp:txXfrm>
    </dsp:sp>
    <dsp:sp modelId="{BF703F7D-2ED0-4A92-8DED-D2414159E6C1}">
      <dsp:nvSpPr>
        <dsp:cNvPr id="0" name=""/>
        <dsp:cNvSpPr/>
      </dsp:nvSpPr>
      <dsp:spPr>
        <a:xfrm>
          <a:off x="0" y="4909624"/>
          <a:ext cx="6117335" cy="785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8E3DF9-F905-46B1-8A6C-4A22A241A7FF}">
      <dsp:nvSpPr>
        <dsp:cNvPr id="0" name=""/>
        <dsp:cNvSpPr/>
      </dsp:nvSpPr>
      <dsp:spPr>
        <a:xfrm>
          <a:off x="237536" y="5086304"/>
          <a:ext cx="431884" cy="43188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6477C-E828-4AD3-A9F3-3B0FDEFFE780}">
      <dsp:nvSpPr>
        <dsp:cNvPr id="0" name=""/>
        <dsp:cNvSpPr/>
      </dsp:nvSpPr>
      <dsp:spPr>
        <a:xfrm>
          <a:off x="906957" y="4909624"/>
          <a:ext cx="5210378" cy="785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05" tIns="83105" rIns="83105" bIns="83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Departmental staffing structure</a:t>
          </a:r>
          <a:endParaRPr lang="en-US" sz="1400" kern="1200"/>
        </a:p>
      </dsp:txBody>
      <dsp:txXfrm>
        <a:off x="906957" y="4909624"/>
        <a:ext cx="5210378" cy="7852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3FF94-A6B3-467C-B7F9-E9C0748D86AD}">
      <dsp:nvSpPr>
        <dsp:cNvPr id="0" name=""/>
        <dsp:cNvSpPr/>
      </dsp:nvSpPr>
      <dsp:spPr>
        <a:xfrm rot="5400000">
          <a:off x="1767935" y="1165074"/>
          <a:ext cx="5124490" cy="407546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285750" lvl="1" indent="-285750" algn="l" defTabSz="2533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700" kern="1200"/>
            <a:t>Attend placement promptly and punctually</a:t>
          </a:r>
          <a:endParaRPr lang="en-US" sz="5700" kern="1200" dirty="0"/>
        </a:p>
      </dsp:txBody>
      <dsp:txXfrm rot="-5400000">
        <a:off x="2292448" y="839509"/>
        <a:ext cx="3876516" cy="4726594"/>
      </dsp:txXfrm>
    </dsp:sp>
    <dsp:sp modelId="{9CD14E0B-FFD6-4405-9F39-0095DE96F80F}">
      <dsp:nvSpPr>
        <dsp:cNvPr id="0" name=""/>
        <dsp:cNvSpPr/>
      </dsp:nvSpPr>
      <dsp:spPr>
        <a:xfrm>
          <a:off x="0" y="0"/>
          <a:ext cx="2292448" cy="640561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Attend</a:t>
          </a:r>
        </a:p>
      </dsp:txBody>
      <dsp:txXfrm>
        <a:off x="111908" y="111908"/>
        <a:ext cx="2068632" cy="61817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6DFA74-57D0-46C2-9F31-B3E29C30099D}">
      <dsp:nvSpPr>
        <dsp:cNvPr id="0" name=""/>
        <dsp:cNvSpPr/>
      </dsp:nvSpPr>
      <dsp:spPr>
        <a:xfrm rot="5400000">
          <a:off x="3080335" y="-475347"/>
          <a:ext cx="2499690" cy="407546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Attend placement promptly and punctually</a:t>
          </a:r>
          <a:endParaRPr lang="en-US" sz="3700" kern="1200" dirty="0"/>
        </a:p>
      </dsp:txBody>
      <dsp:txXfrm rot="-5400000">
        <a:off x="2292449" y="434564"/>
        <a:ext cx="3953439" cy="2255640"/>
      </dsp:txXfrm>
    </dsp:sp>
    <dsp:sp modelId="{D702DC09-BAE9-4E48-966D-E424475BC3D2}">
      <dsp:nvSpPr>
        <dsp:cNvPr id="0" name=""/>
        <dsp:cNvSpPr/>
      </dsp:nvSpPr>
      <dsp:spPr>
        <a:xfrm>
          <a:off x="0" y="78"/>
          <a:ext cx="2292448" cy="31246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Attend</a:t>
          </a:r>
        </a:p>
      </dsp:txBody>
      <dsp:txXfrm>
        <a:off x="111908" y="111986"/>
        <a:ext cx="2068632" cy="2900796"/>
      </dsp:txXfrm>
    </dsp:sp>
    <dsp:sp modelId="{24E04138-DC50-4CC3-8661-B0F5D1B69519}">
      <dsp:nvSpPr>
        <dsp:cNvPr id="0" name=""/>
        <dsp:cNvSpPr/>
      </dsp:nvSpPr>
      <dsp:spPr>
        <a:xfrm rot="5400000">
          <a:off x="3080335" y="2805496"/>
          <a:ext cx="2499690" cy="4075464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Engage and work within the scope of your knowledge</a:t>
          </a:r>
          <a:endParaRPr lang="en-US" sz="3700" kern="1200" dirty="0"/>
        </a:p>
      </dsp:txBody>
      <dsp:txXfrm rot="-5400000">
        <a:off x="2292449" y="3715408"/>
        <a:ext cx="3953439" cy="2255640"/>
      </dsp:txXfrm>
    </dsp:sp>
    <dsp:sp modelId="{FE710409-B879-4A2B-A461-DBAE9F0E8288}">
      <dsp:nvSpPr>
        <dsp:cNvPr id="0" name=""/>
        <dsp:cNvSpPr/>
      </dsp:nvSpPr>
      <dsp:spPr>
        <a:xfrm>
          <a:off x="0" y="3280921"/>
          <a:ext cx="2292448" cy="312461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Engage</a:t>
          </a:r>
          <a:endParaRPr lang="en-US" sz="4600" kern="1200" dirty="0"/>
        </a:p>
      </dsp:txBody>
      <dsp:txXfrm>
        <a:off x="111908" y="3392829"/>
        <a:ext cx="2068632" cy="29007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1D41D-8548-4A58-B59C-F2534C420413}">
      <dsp:nvSpPr>
        <dsp:cNvPr id="0" name=""/>
        <dsp:cNvSpPr/>
      </dsp:nvSpPr>
      <dsp:spPr>
        <a:xfrm rot="5400000">
          <a:off x="3504457" y="-1002449"/>
          <a:ext cx="1651447" cy="407546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Attend placement promptly and punctually</a:t>
          </a:r>
          <a:endParaRPr lang="en-US" sz="2900" kern="1200" dirty="0"/>
        </a:p>
      </dsp:txBody>
      <dsp:txXfrm rot="-5400000">
        <a:off x="2292449" y="290176"/>
        <a:ext cx="3994847" cy="1490213"/>
      </dsp:txXfrm>
    </dsp:sp>
    <dsp:sp modelId="{2CE100D5-F476-4954-B424-335FFE1FED82}">
      <dsp:nvSpPr>
        <dsp:cNvPr id="0" name=""/>
        <dsp:cNvSpPr/>
      </dsp:nvSpPr>
      <dsp:spPr>
        <a:xfrm>
          <a:off x="0" y="3127"/>
          <a:ext cx="2292448" cy="20643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Attend</a:t>
          </a:r>
        </a:p>
      </dsp:txBody>
      <dsp:txXfrm>
        <a:off x="100771" y="103898"/>
        <a:ext cx="2090906" cy="1862766"/>
      </dsp:txXfrm>
    </dsp:sp>
    <dsp:sp modelId="{CB437A41-B999-489E-9D8F-B64EEC964578}">
      <dsp:nvSpPr>
        <dsp:cNvPr id="0" name=""/>
        <dsp:cNvSpPr/>
      </dsp:nvSpPr>
      <dsp:spPr>
        <a:xfrm rot="5400000">
          <a:off x="3504457" y="1165074"/>
          <a:ext cx="1651447" cy="4075464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Engage and work within the scope of your knowledge</a:t>
          </a:r>
          <a:endParaRPr lang="en-US" sz="2900" kern="1200" dirty="0"/>
        </a:p>
      </dsp:txBody>
      <dsp:txXfrm rot="-5400000">
        <a:off x="2292449" y="2457700"/>
        <a:ext cx="3994847" cy="1490213"/>
      </dsp:txXfrm>
    </dsp:sp>
    <dsp:sp modelId="{B198BB89-0A5F-4B71-AE41-6AFD651C9860}">
      <dsp:nvSpPr>
        <dsp:cNvPr id="0" name=""/>
        <dsp:cNvSpPr/>
      </dsp:nvSpPr>
      <dsp:spPr>
        <a:xfrm>
          <a:off x="0" y="2170652"/>
          <a:ext cx="2292448" cy="2064308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Engage</a:t>
          </a:r>
          <a:endParaRPr lang="en-US" sz="2900" kern="1200" dirty="0"/>
        </a:p>
      </dsp:txBody>
      <dsp:txXfrm>
        <a:off x="100771" y="2271423"/>
        <a:ext cx="2090906" cy="1862766"/>
      </dsp:txXfrm>
    </dsp:sp>
    <dsp:sp modelId="{FCDD28AD-E176-466E-B0C7-368ED79C066A}">
      <dsp:nvSpPr>
        <dsp:cNvPr id="0" name=""/>
        <dsp:cNvSpPr/>
      </dsp:nvSpPr>
      <dsp:spPr>
        <a:xfrm rot="5400000">
          <a:off x="3504457" y="3332598"/>
          <a:ext cx="1651447" cy="4075464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Be professional, safe and be an ambassador for the University</a:t>
          </a:r>
          <a:endParaRPr lang="en-US" sz="2900" kern="1200" dirty="0"/>
        </a:p>
      </dsp:txBody>
      <dsp:txXfrm rot="-5400000">
        <a:off x="2292449" y="4625224"/>
        <a:ext cx="3994847" cy="1490213"/>
      </dsp:txXfrm>
    </dsp:sp>
    <dsp:sp modelId="{CA7CF571-0972-43D2-868E-44DF55CBC4DA}">
      <dsp:nvSpPr>
        <dsp:cNvPr id="0" name=""/>
        <dsp:cNvSpPr/>
      </dsp:nvSpPr>
      <dsp:spPr>
        <a:xfrm>
          <a:off x="0" y="4338176"/>
          <a:ext cx="2292448" cy="2064308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Professional</a:t>
          </a:r>
          <a:endParaRPr lang="en-US" sz="2900" kern="1200" dirty="0"/>
        </a:p>
      </dsp:txBody>
      <dsp:txXfrm>
        <a:off x="100771" y="4438947"/>
        <a:ext cx="2090906" cy="18627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0398D-426C-475E-AC5A-9E9C93476F55}">
      <dsp:nvSpPr>
        <dsp:cNvPr id="0" name=""/>
        <dsp:cNvSpPr/>
      </dsp:nvSpPr>
      <dsp:spPr>
        <a:xfrm rot="5400000">
          <a:off x="3713390" y="-1263538"/>
          <a:ext cx="1233580" cy="407546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Attend placement promptly and punctually</a:t>
          </a:r>
          <a:endParaRPr lang="en-US" sz="2400" kern="1200" dirty="0"/>
        </a:p>
      </dsp:txBody>
      <dsp:txXfrm rot="-5400000">
        <a:off x="2292448" y="217622"/>
        <a:ext cx="4015246" cy="1113144"/>
      </dsp:txXfrm>
    </dsp:sp>
    <dsp:sp modelId="{485B60FB-B1E5-45BA-843B-EE95E3E4EFB3}">
      <dsp:nvSpPr>
        <dsp:cNvPr id="0" name=""/>
        <dsp:cNvSpPr/>
      </dsp:nvSpPr>
      <dsp:spPr>
        <a:xfrm>
          <a:off x="0" y="3205"/>
          <a:ext cx="2292448" cy="15419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Attend</a:t>
          </a:r>
        </a:p>
      </dsp:txBody>
      <dsp:txXfrm>
        <a:off x="75273" y="78478"/>
        <a:ext cx="2141902" cy="1391430"/>
      </dsp:txXfrm>
    </dsp:sp>
    <dsp:sp modelId="{AB1FF624-DEEF-45F3-99BB-7E1C16A090F3}">
      <dsp:nvSpPr>
        <dsp:cNvPr id="0" name=""/>
        <dsp:cNvSpPr/>
      </dsp:nvSpPr>
      <dsp:spPr>
        <a:xfrm rot="5400000">
          <a:off x="3713390" y="355536"/>
          <a:ext cx="1233580" cy="4075464"/>
        </a:xfrm>
        <a:prstGeom prst="round2Same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Engage and work within the scope of your knowledge</a:t>
          </a:r>
          <a:endParaRPr lang="en-US" sz="2400" kern="1200" dirty="0"/>
        </a:p>
      </dsp:txBody>
      <dsp:txXfrm rot="-5400000">
        <a:off x="2292448" y="1836696"/>
        <a:ext cx="4015246" cy="1113144"/>
      </dsp:txXfrm>
    </dsp:sp>
    <dsp:sp modelId="{52917796-02B2-44D5-A3BC-FBC46A1C26B5}">
      <dsp:nvSpPr>
        <dsp:cNvPr id="0" name=""/>
        <dsp:cNvSpPr/>
      </dsp:nvSpPr>
      <dsp:spPr>
        <a:xfrm>
          <a:off x="0" y="1622280"/>
          <a:ext cx="2292448" cy="1541976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Engage</a:t>
          </a:r>
          <a:endParaRPr lang="en-US" sz="2900" kern="1200" dirty="0"/>
        </a:p>
      </dsp:txBody>
      <dsp:txXfrm>
        <a:off x="75273" y="1697553"/>
        <a:ext cx="2141902" cy="1391430"/>
      </dsp:txXfrm>
    </dsp:sp>
    <dsp:sp modelId="{95F030B1-F58E-4817-AE04-3A56AA3ECE74}">
      <dsp:nvSpPr>
        <dsp:cNvPr id="0" name=""/>
        <dsp:cNvSpPr/>
      </dsp:nvSpPr>
      <dsp:spPr>
        <a:xfrm rot="5400000">
          <a:off x="3713390" y="1974611"/>
          <a:ext cx="1233580" cy="4075464"/>
        </a:xfrm>
        <a:prstGeom prst="round2Same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Be professional, safe and be an ambassador for the University</a:t>
          </a:r>
          <a:endParaRPr lang="en-US" sz="2400" kern="1200" dirty="0"/>
        </a:p>
      </dsp:txBody>
      <dsp:txXfrm rot="-5400000">
        <a:off x="2292448" y="3455771"/>
        <a:ext cx="4015246" cy="1113144"/>
      </dsp:txXfrm>
    </dsp:sp>
    <dsp:sp modelId="{764ACAEC-503F-4F7C-9523-23DDAEA60D16}">
      <dsp:nvSpPr>
        <dsp:cNvPr id="0" name=""/>
        <dsp:cNvSpPr/>
      </dsp:nvSpPr>
      <dsp:spPr>
        <a:xfrm>
          <a:off x="0" y="3241355"/>
          <a:ext cx="2292448" cy="1541976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Professional</a:t>
          </a:r>
          <a:endParaRPr lang="en-US" sz="2900" kern="1200" dirty="0"/>
        </a:p>
      </dsp:txBody>
      <dsp:txXfrm>
        <a:off x="75273" y="3316628"/>
        <a:ext cx="2141902" cy="1391430"/>
      </dsp:txXfrm>
    </dsp:sp>
    <dsp:sp modelId="{0D107343-1FE0-4FEE-B4F2-0BDE7104E427}">
      <dsp:nvSpPr>
        <dsp:cNvPr id="0" name=""/>
        <dsp:cNvSpPr/>
      </dsp:nvSpPr>
      <dsp:spPr>
        <a:xfrm rot="5400000">
          <a:off x="3713390" y="3593686"/>
          <a:ext cx="1233580" cy="4075464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Provide feedback to Practice Educator and the University</a:t>
          </a:r>
          <a:endParaRPr lang="en-US" sz="2400" kern="1200" dirty="0"/>
        </a:p>
      </dsp:txBody>
      <dsp:txXfrm rot="-5400000">
        <a:off x="2292448" y="5074846"/>
        <a:ext cx="4015246" cy="1113144"/>
      </dsp:txXfrm>
    </dsp:sp>
    <dsp:sp modelId="{43F3E361-08A8-4929-B9DC-E6539551CAFC}">
      <dsp:nvSpPr>
        <dsp:cNvPr id="0" name=""/>
        <dsp:cNvSpPr/>
      </dsp:nvSpPr>
      <dsp:spPr>
        <a:xfrm>
          <a:off x="0" y="4860430"/>
          <a:ext cx="2292448" cy="1541976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Provide</a:t>
          </a:r>
        </a:p>
      </dsp:txBody>
      <dsp:txXfrm>
        <a:off x="75273" y="4935703"/>
        <a:ext cx="2141902" cy="139143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F5600-E0D9-40A7-831D-2B4253643CB4}">
      <dsp:nvSpPr>
        <dsp:cNvPr id="0" name=""/>
        <dsp:cNvSpPr/>
      </dsp:nvSpPr>
      <dsp:spPr>
        <a:xfrm rot="5400000">
          <a:off x="3837874" y="-1419534"/>
          <a:ext cx="984612" cy="407546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Attend placement promptly and punctually</a:t>
          </a:r>
          <a:endParaRPr lang="en-US" sz="2200" kern="1200" dirty="0"/>
        </a:p>
      </dsp:txBody>
      <dsp:txXfrm rot="-5400000">
        <a:off x="2292449" y="173956"/>
        <a:ext cx="4027399" cy="888482"/>
      </dsp:txXfrm>
    </dsp:sp>
    <dsp:sp modelId="{8D2A078E-6A21-4B68-AC4C-53A8EB84289C}">
      <dsp:nvSpPr>
        <dsp:cNvPr id="0" name=""/>
        <dsp:cNvSpPr/>
      </dsp:nvSpPr>
      <dsp:spPr>
        <a:xfrm>
          <a:off x="0" y="2814"/>
          <a:ext cx="2292448" cy="12307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Attend</a:t>
          </a:r>
        </a:p>
      </dsp:txBody>
      <dsp:txXfrm>
        <a:off x="60081" y="62895"/>
        <a:ext cx="2172286" cy="1110603"/>
      </dsp:txXfrm>
    </dsp:sp>
    <dsp:sp modelId="{AA412F15-45C3-436D-BFF2-626F9F09F0E0}">
      <dsp:nvSpPr>
        <dsp:cNvPr id="0" name=""/>
        <dsp:cNvSpPr/>
      </dsp:nvSpPr>
      <dsp:spPr>
        <a:xfrm rot="5400000">
          <a:off x="3837874" y="-127229"/>
          <a:ext cx="984612" cy="4075464"/>
        </a:xfrm>
        <a:prstGeom prst="round2Same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Engage and work within the scope of your knowledge</a:t>
          </a:r>
          <a:endParaRPr lang="en-US" sz="2200" kern="1200" dirty="0"/>
        </a:p>
      </dsp:txBody>
      <dsp:txXfrm rot="-5400000">
        <a:off x="2292449" y="1466261"/>
        <a:ext cx="4027399" cy="888482"/>
      </dsp:txXfrm>
    </dsp:sp>
    <dsp:sp modelId="{0CCDCAF3-2D3C-4D54-BAB7-096DD82332AC}">
      <dsp:nvSpPr>
        <dsp:cNvPr id="0" name=""/>
        <dsp:cNvSpPr/>
      </dsp:nvSpPr>
      <dsp:spPr>
        <a:xfrm>
          <a:off x="0" y="1295119"/>
          <a:ext cx="2292448" cy="123076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Engage</a:t>
          </a:r>
          <a:endParaRPr lang="en-US" sz="2900" kern="1200" dirty="0"/>
        </a:p>
      </dsp:txBody>
      <dsp:txXfrm>
        <a:off x="60081" y="1355200"/>
        <a:ext cx="2172286" cy="1110603"/>
      </dsp:txXfrm>
    </dsp:sp>
    <dsp:sp modelId="{4BCF23C8-9FC7-442F-A8CB-839582B96550}">
      <dsp:nvSpPr>
        <dsp:cNvPr id="0" name=""/>
        <dsp:cNvSpPr/>
      </dsp:nvSpPr>
      <dsp:spPr>
        <a:xfrm rot="5400000">
          <a:off x="3837874" y="1165074"/>
          <a:ext cx="984612" cy="4075464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Be professional, safe and be an ambassador for the University</a:t>
          </a:r>
          <a:endParaRPr lang="en-US" sz="2200" kern="1200" dirty="0"/>
        </a:p>
      </dsp:txBody>
      <dsp:txXfrm rot="-5400000">
        <a:off x="2292449" y="2758565"/>
        <a:ext cx="4027399" cy="888482"/>
      </dsp:txXfrm>
    </dsp:sp>
    <dsp:sp modelId="{325B9428-4E10-462E-AAB9-B12E210E962C}">
      <dsp:nvSpPr>
        <dsp:cNvPr id="0" name=""/>
        <dsp:cNvSpPr/>
      </dsp:nvSpPr>
      <dsp:spPr>
        <a:xfrm>
          <a:off x="0" y="2587423"/>
          <a:ext cx="2292448" cy="123076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Professional</a:t>
          </a:r>
          <a:endParaRPr lang="en-US" sz="2900" kern="1200" dirty="0"/>
        </a:p>
      </dsp:txBody>
      <dsp:txXfrm>
        <a:off x="60081" y="2647504"/>
        <a:ext cx="2172286" cy="1110603"/>
      </dsp:txXfrm>
    </dsp:sp>
    <dsp:sp modelId="{C0A06229-1A30-4B90-9335-F9A61E0ECEBA}">
      <dsp:nvSpPr>
        <dsp:cNvPr id="0" name=""/>
        <dsp:cNvSpPr/>
      </dsp:nvSpPr>
      <dsp:spPr>
        <a:xfrm rot="5400000">
          <a:off x="3837874" y="2457378"/>
          <a:ext cx="984612" cy="4075464"/>
        </a:xfrm>
        <a:prstGeom prst="round2Same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Provide feedback to Practice Educator and the University</a:t>
          </a:r>
          <a:endParaRPr lang="en-US" sz="2200" kern="1200" dirty="0"/>
        </a:p>
      </dsp:txBody>
      <dsp:txXfrm rot="-5400000">
        <a:off x="2292449" y="4050869"/>
        <a:ext cx="4027399" cy="888482"/>
      </dsp:txXfrm>
    </dsp:sp>
    <dsp:sp modelId="{51E50EAA-3996-489C-A82B-AA65477FD833}">
      <dsp:nvSpPr>
        <dsp:cNvPr id="0" name=""/>
        <dsp:cNvSpPr/>
      </dsp:nvSpPr>
      <dsp:spPr>
        <a:xfrm>
          <a:off x="0" y="3879727"/>
          <a:ext cx="2292448" cy="123076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Provide</a:t>
          </a:r>
        </a:p>
      </dsp:txBody>
      <dsp:txXfrm>
        <a:off x="60081" y="3939808"/>
        <a:ext cx="2172286" cy="1110603"/>
      </dsp:txXfrm>
    </dsp:sp>
    <dsp:sp modelId="{285AF524-E0FF-4956-B1BA-CB6F1895A8A9}">
      <dsp:nvSpPr>
        <dsp:cNvPr id="0" name=""/>
        <dsp:cNvSpPr/>
      </dsp:nvSpPr>
      <dsp:spPr>
        <a:xfrm rot="5400000">
          <a:off x="3837874" y="3749682"/>
          <a:ext cx="984612" cy="4075464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Reflect on your practice, </a:t>
          </a:r>
          <a:endParaRPr lang="en-US" sz="2200" kern="1200" dirty="0"/>
        </a:p>
      </dsp:txBody>
      <dsp:txXfrm rot="-5400000">
        <a:off x="2292449" y="5343173"/>
        <a:ext cx="4027399" cy="888482"/>
      </dsp:txXfrm>
    </dsp:sp>
    <dsp:sp modelId="{7B2A871A-039B-4149-9366-6CBEA4F5233B}">
      <dsp:nvSpPr>
        <dsp:cNvPr id="0" name=""/>
        <dsp:cNvSpPr/>
      </dsp:nvSpPr>
      <dsp:spPr>
        <a:xfrm>
          <a:off x="0" y="5172032"/>
          <a:ext cx="2292448" cy="123076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Reflect</a:t>
          </a:r>
          <a:endParaRPr lang="en-US" sz="2900" kern="1200" dirty="0"/>
        </a:p>
      </dsp:txBody>
      <dsp:txXfrm>
        <a:off x="60081" y="5232113"/>
        <a:ext cx="2172286" cy="111060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65EC8-4E70-4D9E-BAC3-7BA4B8447ACD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5B885-20A6-4D9D-9546-501061FABC5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Module Lead: Ngozi Onuegbu PhD</a:t>
          </a:r>
          <a:endParaRPr lang="en-US" sz="1800" kern="1200" dirty="0"/>
        </a:p>
      </dsp:txBody>
      <dsp:txXfrm>
        <a:off x="398656" y="1088253"/>
        <a:ext cx="2959127" cy="1837317"/>
      </dsp:txXfrm>
    </dsp:sp>
    <dsp:sp modelId="{020802CF-3A67-4A52-A997-00CA2235F929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4272A-5DA1-4A6E-AE43-65ADEC8A857B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Email</a:t>
          </a:r>
          <a:r>
            <a:rPr lang="en-GB" sz="1800" kern="1200"/>
            <a:t>: </a:t>
          </a:r>
          <a:r>
            <a:rPr lang="en-GB" sz="1800" kern="1200">
              <a:hlinkClick xmlns:r="http://schemas.openxmlformats.org/officeDocument/2006/relationships" r:id="rId1"/>
            </a:rPr>
            <a:t>n.onuegbu@londonmet.ac.uk</a:t>
          </a:r>
          <a:endParaRPr lang="en-US" sz="1800" kern="1200" dirty="0"/>
        </a:p>
      </dsp:txBody>
      <dsp:txXfrm>
        <a:off x="4155097" y="1088253"/>
        <a:ext cx="2959127" cy="1837317"/>
      </dsp:txXfrm>
    </dsp:sp>
    <dsp:sp modelId="{39C831CF-9E0E-4411-BD52-E1B31FEF7CB3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26876-5FE9-4783-8185-FF318CA381EB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Tel: Microsoft Teams</a:t>
          </a:r>
          <a:endParaRPr lang="en-US" sz="1800" kern="1200" dirty="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stBulletLvl" val="0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#1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contDir" val="sameDir"/>
            <dgm:param type="grDir" val="tL"/>
            <dgm:param type="flowDir" val="row"/>
          </dgm:alg>
        </dgm:if>
        <dgm:else name="Name5">
          <dgm:alg type="snake">
            <dgm:param type="contDir" val="sameDir"/>
            <dgm:param type="grDir" val="tR"/>
            <dgm:param type="flowDir" val="row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parTxLTRAlign" val="l"/>
                  <dgm:param type="parTxRTLAlign" val="l"/>
                  <dgm:param type="shpTxLTRAlignCh" val="l"/>
                  <dgm:param type="shpTxRTLAlignCh" val="l"/>
                  <dgm:param type="txAnchorVert" val="mid"/>
                </dgm:alg>
              </dgm:if>
              <dgm:else name="Name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  <dgm:param type="txAnchorVert" val="mid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#1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#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9745A-D0DD-4DE9-9CC6-164EEF0B460E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CFD6B-C482-4E3C-8793-4764C980E23B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HCPC expects practice-based learning to be integral to the </a:t>
            </a:r>
            <a:r>
              <a:rPr lang="en-US" dirty="0" err="1"/>
              <a:t>programme</a:t>
            </a:r>
            <a:endParaRPr lang="en-US" dirty="0"/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Must support the achievement of the standards of proficiency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Supported by staff who are qualified and experienced in practice-based learning, knowledgeable and skilled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The CSP extends this further by expecting that students should be provided a balanced sequence of practice placements which represents a diverse range of settings in contemporary practice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Progressive in terms of demands on competencies to prepare for autonomous practice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1000 clinical hours which may include clinical simulation</a:t>
            </a:r>
          </a:p>
          <a:p>
            <a:pPr marL="241935" indent="-241935" defTabSz="966470">
              <a:buFontTx/>
              <a:buAutoNum type="arabicPeriod"/>
              <a:defRPr/>
            </a:pP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HCPC expects practice-based learning to be integral to the </a:t>
            </a:r>
            <a:r>
              <a:rPr lang="en-US" dirty="0" err="1"/>
              <a:t>programme</a:t>
            </a:r>
            <a:endParaRPr lang="en-US" dirty="0"/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Must support the achievement of the standards of proficiency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Supported by staff who are qualified and experienced in practice-based learning, knowledgeable and skilled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The CSP extends this further by expecting that students should be provided a balanced sequence of practice placements which represents a diverse range of settings in contemporary practice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Progressive in terms of demands on competencies to prepare for autonomous practice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1000 clinical hours which may include clinical simulation</a:t>
            </a:r>
          </a:p>
          <a:p>
            <a:pPr marL="241935" indent="-241935" defTabSz="966470">
              <a:buFontTx/>
              <a:buAutoNum type="arabicPeriod"/>
              <a:defRPr/>
            </a:pP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HCPC expects practice-based learning to be integral to the </a:t>
            </a:r>
            <a:r>
              <a:rPr lang="en-US" dirty="0" err="1"/>
              <a:t>programme</a:t>
            </a:r>
            <a:endParaRPr lang="en-US" dirty="0"/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Must support the achievement of the standards of proficiency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Supported by staff who are qualified and experienced in practice-based learning, knowledgeable and skilled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The CSP extends this further by expecting that students should be provided a balanced sequence of practice placements which represents a diverse range of settings in contemporary practice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Progressive in terms of demands on competencies to prepare for autonomous practice</a:t>
            </a:r>
          </a:p>
          <a:p>
            <a:pPr marL="241935" indent="-241935" defTabSz="966470">
              <a:buFontTx/>
              <a:buAutoNum type="arabicPeriod"/>
              <a:defRPr/>
            </a:pPr>
            <a:r>
              <a:rPr lang="en-US" dirty="0"/>
              <a:t>1000 clinical hours which may include clinical simulation</a:t>
            </a:r>
          </a:p>
          <a:p>
            <a:pPr marL="241935" indent="-241935" defTabSz="966470">
              <a:buFontTx/>
              <a:buAutoNum type="arabicPeriod"/>
              <a:defRPr/>
            </a:pP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CFD6B-C482-4E3C-8793-4764C980E23B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Two Columns-Bullets-Image Right">
    <p:bg>
      <p:bgPr>
        <a:solidFill>
          <a:srgbClr val="E5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 columns – bullets &amp; image [Click to edit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A2D50"/>
              </a:buClr>
              <a:buFont typeface="Arial" panose="020B0604020202020204"/>
              <a:buNone/>
              <a:defRPr lang="en-GB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  <a:defRPr sz="1990"/>
            </a:lvl3pPr>
            <a:lvl4pPr marL="537210" indent="-268605">
              <a:lnSpc>
                <a:spcPct val="100000"/>
              </a:lnSpc>
              <a:defRPr sz="2000"/>
            </a:lvl4pPr>
            <a:lvl5pPr marL="806450" indent="-268605">
              <a:lnSpc>
                <a:spcPct val="100000"/>
              </a:lnSpc>
              <a:defRPr sz="2000"/>
            </a:lvl5pPr>
            <a:lvl6pPr>
              <a:defRPr sz="1790"/>
            </a:lvl6pPr>
            <a:lvl7pPr>
              <a:defRPr sz="1790"/>
            </a:lvl7pPr>
            <a:lvl8pPr>
              <a:defRPr sz="1790"/>
            </a:lvl8pPr>
            <a:lvl9pPr>
              <a:defRPr sz="1790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3"/>
            <a:r>
              <a:rPr lang="en-US" dirty="0"/>
              <a:t>Third level bullet point (indent x2)</a:t>
            </a:r>
          </a:p>
          <a:p>
            <a:pPr lvl="4"/>
            <a:r>
              <a:rPr lang="en-US" dirty="0"/>
              <a:t>Fourth level bullet point (indent x3)</a:t>
            </a:r>
          </a:p>
          <a:p>
            <a:pPr lvl="0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25200" y="6567160"/>
            <a:ext cx="637125" cy="29084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lnSpc>
                <a:spcPct val="100000"/>
              </a:lnSpc>
              <a:defRPr sz="1200" kern="1200">
                <a:solidFill>
                  <a:srgbClr val="0A2E4F"/>
                </a:solidFill>
                <a:latin typeface="Georgia" panose="02040502050405020303"/>
                <a:ea typeface="+mn-ea"/>
                <a:cs typeface="Georgia" panose="02040502050405020303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fld id="{8A04D54F-FA85-F344-8424-FB00D2AE8D01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99BE5-AC44-4349-B464-042BE825699C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PT7005: Research Methods for EBP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B6ADE-35C6-41C1-9E6C-796C48DF0448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978" t="2450" r="22665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dirty="0"/>
              <a:t>Practice Education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/>
              <a:t>Ngozi Onuegbu PhD</a:t>
            </a:r>
          </a:p>
          <a:p>
            <a:pPr algn="l"/>
            <a:r>
              <a:rPr lang="en-US" sz="2000" dirty="0"/>
              <a:t>PT5W50/PT4W50</a:t>
            </a:r>
            <a:endParaRPr lang="en-US" dirty="0"/>
          </a:p>
        </p:txBody>
      </p:sp>
      <p:sp>
        <p:nvSpPr>
          <p:cNvPr id="64" name="Rectangle 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1849" y="4326497"/>
            <a:ext cx="44676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4000" dirty="0"/>
              <a:t>Introduction to Module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GB" sz="6000">
                <a:solidFill>
                  <a:schemeClr val="bg1"/>
                </a:solidFill>
              </a:rPr>
              <a:t>Session Learning Outcomes</a:t>
            </a:r>
          </a:p>
        </p:txBody>
      </p:sp>
      <p:graphicFrame>
        <p:nvGraphicFramePr>
          <p:cNvPr id="14" name="Content Placeholder 2"/>
          <p:cNvGraphicFramePr>
            <a:graphicFrameLocks noGrp="1"/>
          </p:cNvGraphicFramePr>
          <p:nvPr>
            <p:ph idx="1"/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6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/>
          <p:cNvGrpSpPr>
            <a:grpSpLocks noGrp="1" noUngrp="1" noRot="1" noChangeAspect="1" noMove="1" noResize="1"/>
          </p:cNvGrpSpPr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7" name="Freeform: Shape 1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841248"/>
            <a:ext cx="4450079" cy="5340097"/>
          </a:xfrm>
        </p:spPr>
        <p:txBody>
          <a:bodyPr anchor="ctr">
            <a:normAutofit/>
          </a:bodyPr>
          <a:lstStyle/>
          <a:p>
            <a:r>
              <a:rPr lang="en-GB" sz="6000" b="1">
                <a:solidFill>
                  <a:schemeClr val="bg1"/>
                </a:solidFill>
              </a:rPr>
              <a:t>Introductions:</a:t>
            </a:r>
            <a:endParaRPr lang="en-GB" sz="6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600" dirty="0"/>
              <a:t>Module Aims (What we want to do achieve)</a:t>
            </a:r>
          </a:p>
        </p:txBody>
      </p:sp>
      <p:sp>
        <p:nvSpPr>
          <p:cNvPr id="3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Content Placeholder 13"/>
          <p:cNvGraphicFramePr>
            <a:graphicFrameLocks noGrp="1"/>
          </p:cNvGraphicFramePr>
          <p:nvPr>
            <p:ph idx="1"/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Module learning Outcomes (what you will achieve)</a:t>
            </a:r>
          </a:p>
        </p:txBody>
      </p:sp>
      <p:sp>
        <p:nvSpPr>
          <p:cNvPr id="31" name="Arc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ntent Placeholder 4"/>
          <p:cNvSpPr>
            <a:spLocks noGrp="1"/>
          </p:cNvSpPr>
          <p:nvPr>
            <p:ph idx="1"/>
          </p:nvPr>
        </p:nvSpPr>
        <p:spPr>
          <a:xfrm>
            <a:off x="4132983" y="524669"/>
            <a:ext cx="7573241" cy="5595144"/>
          </a:xfrm>
        </p:spPr>
        <p:txBody>
          <a:bodyPr anchor="ctr">
            <a:noAutofit/>
          </a:bodyPr>
          <a:lstStyle/>
          <a:p>
            <a:pPr marL="0" indent="0"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At the end of the module, students should be able to: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Work safely and in a non-discriminatory manner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within the parameters of local/national policies &amp; protocols when in health and social care settings.</a:t>
            </a:r>
          </a:p>
          <a:p>
            <a:pPr indent="0"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Demonstrate safe and effective professional practice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within </a:t>
            </a: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own scope of practice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during placement including </a:t>
            </a: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maintenance of own fitness to practice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professionalism, interpersonal skills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clinical reasoning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assessmen</a:t>
            </a:r>
            <a:r>
              <a:rPr lang="en-GB" sz="18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treatment/management, monitoring, evaluation, record keeping and quality assurance.</a:t>
            </a:r>
          </a:p>
          <a:p>
            <a:pPr indent="0">
              <a:buNone/>
            </a:pP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Communicate effectively and respectfully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service users, carers, clinical educators, and appropriate members of the multidisciplinary team, (</a:t>
            </a: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using a wide range of appropriate communication skills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including verbal, non-verbal, written and listening) to both share and receive information. </a:t>
            </a:r>
          </a:p>
          <a:p>
            <a:pPr marL="0" indent="0"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GB" sz="18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Module learning Outcomes (what you will achieve)</a:t>
            </a:r>
          </a:p>
        </p:txBody>
      </p:sp>
      <p:sp>
        <p:nvSpPr>
          <p:cNvPr id="26" name="Arc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ntent Placeholder 4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2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At the end of the module, students should be able to:</a:t>
            </a:r>
          </a:p>
          <a:p>
            <a:pPr marL="0" indent="0"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GB" sz="20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20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Apply key theoretical perspectives and evidence </a:t>
            </a:r>
            <a:r>
              <a:rPr lang="en-GB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under-pinning effective physiotherapy assessment, clinical reasoning, and management.</a:t>
            </a:r>
          </a:p>
          <a:p>
            <a:pPr indent="0"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GB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20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Demonstrate initiative in the organisation</a:t>
            </a:r>
            <a:r>
              <a:rPr lang="en-GB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prioritisation of own workload and delegate tasks safely and appropriately.</a:t>
            </a:r>
          </a:p>
          <a:p>
            <a:pPr indent="0">
              <a:buNone/>
            </a:pPr>
            <a:endParaRPr lang="en-GB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GB" sz="20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Reflect on own practice skills</a:t>
            </a:r>
            <a:r>
              <a:rPr lang="en-GB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GB" sz="20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seek, and respond appropriately to feedback </a:t>
            </a:r>
            <a:r>
              <a:rPr lang="en-GB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during practice placements for continuing professional development.</a:t>
            </a: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16498" y="655128"/>
            <a:ext cx="10282225" cy="8558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dirty="0"/>
              <a:t>HCPC SOET &amp; CSL Learning, and Development Principles related to Practice based learning </a:t>
            </a:r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>
            <a:grpSpLocks noGrp="1" noUngrp="1" noRot="1" noChangeAspect="1" noMove="1" noResize="1"/>
          </p:cNvGrpSpPr>
          <p:nvPr/>
        </p:nvGrpSpPr>
        <p:grpSpPr>
          <a:xfrm>
            <a:off x="1188720" y="73152"/>
            <a:ext cx="1178966" cy="232963"/>
            <a:chOff x="7763256" y="73152"/>
            <a:chExt cx="1178966" cy="232963"/>
          </a:xfrm>
        </p:grpSpPr>
        <p:sp>
          <p:nvSpPr>
            <p:cNvPr id="25" name="Rectangle 64"/>
            <p:cNvSpPr/>
            <p:nvPr/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/>
            <p:cNvSpPr/>
            <p:nvPr/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/>
            <p:cNvSpPr/>
            <p:nvPr/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/>
            <p:cNvSpPr/>
            <p:nvPr/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/>
            <p:cNvSpPr/>
            <p:nvPr/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/>
            <p:cNvSpPr/>
            <p:nvPr/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/>
            <p:cNvSpPr/>
            <p:nvPr/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/>
            <p:cNvSpPr/>
            <p:nvPr/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/>
            <p:cNvSpPr/>
            <p:nvPr/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/>
            <p:cNvSpPr/>
            <p:nvPr/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/>
            <p:cNvSpPr/>
            <p:nvPr/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/>
            <p:cNvSpPr/>
            <p:nvPr/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/>
            <p:cNvSpPr/>
            <p:nvPr/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/>
            <p:cNvSpPr/>
            <p:nvPr/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4"/>
            <p:cNvSpPr/>
            <p:nvPr/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6"/>
            <p:cNvSpPr/>
            <p:nvPr/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4"/>
            <p:cNvSpPr/>
            <p:nvPr/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66"/>
            <p:cNvSpPr/>
            <p:nvPr/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64"/>
            <p:cNvSpPr/>
            <p:nvPr/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66"/>
            <p:cNvSpPr/>
            <p:nvPr/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152" y="3383280"/>
            <a:ext cx="457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 </a:t>
            </a:r>
            <a:fld id="{8A04D54F-FA85-F344-8424-FB00D2AE8D01}" type="slidenum">
              <a:rPr lang="en-US">
                <a:solidFill>
                  <a:srgbClr val="FFFFFF"/>
                </a:solidFill>
              </a:rPr>
              <a:t>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6886" r="-313" b="653"/>
          <a:stretch>
            <a:fillRect/>
          </a:stretch>
        </p:blipFill>
        <p:spPr>
          <a:xfrm>
            <a:off x="610730" y="1875531"/>
            <a:ext cx="8350390" cy="4242148"/>
          </a:xfrm>
          <a:prstGeom prst="rect">
            <a:avLst/>
          </a:prstGeom>
        </p:spPr>
      </p:pic>
    </p:spTree>
  </p:cSld>
  <p:clrMapOvr>
    <a:masterClrMapping/>
  </p:clrMapOvr>
  <p:transition advTm="28405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16498" y="655128"/>
            <a:ext cx="10282225" cy="8558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/>
              <a:t>HCPC SOET &amp; CSL Learning, and Development Principles related to Practice based learning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152" y="3383280"/>
            <a:ext cx="457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 </a:t>
            </a:r>
            <a:fld id="{8A04D54F-FA85-F344-8424-FB00D2AE8D01}" type="slidenum">
              <a:rPr lang="en-US" smtClean="0">
                <a:solidFill>
                  <a:srgbClr val="FFFFFF"/>
                </a:solidFill>
              </a:rPr>
              <a:t>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30" y="1989830"/>
            <a:ext cx="10969345" cy="262714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416570" y="2548328"/>
            <a:ext cx="9256427" cy="55463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advTm="28405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/>
              <a:t>HCPC SOET &amp; CSL Learning, and Development Principles related to Practice based learning </a:t>
            </a:r>
          </a:p>
        </p:txBody>
      </p:sp>
      <p:grpSp>
        <p:nvGrpSpPr>
          <p:cNvPr id="18" name="Group 21"/>
          <p:cNvGrpSpPr>
            <a:grpSpLocks noGrp="1" noUngrp="1" noRot="1" noChangeAspect="1" noMove="1" noResize="1"/>
          </p:cNvGrpSpPr>
          <p:nvPr/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3" name="Rectangle 22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23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90719" y="2585803"/>
            <a:ext cx="5762144" cy="3724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consensus from the student body, academics, managers and educators is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1000 hours </a:t>
            </a:r>
            <a:r>
              <a:rPr lang="en-US" sz="2400" b="1" dirty="0">
                <a:sym typeface="Wingdings" panose="05000000000000000000" pitchFamily="2" charset="2"/>
              </a:rPr>
              <a:t> One Academic year worth of full-time study</a:t>
            </a:r>
            <a:endParaRPr lang="en-US" sz="2400" dirty="0"/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1396030"/>
            <a:ext cx="4397433" cy="890480"/>
          </a:xfrm>
          <a:prstGeom prst="rect">
            <a:avLst/>
          </a:prstGeom>
        </p:spPr>
      </p:pic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6886" r="-313" b="653"/>
          <a:stretch>
            <a:fillRect/>
          </a:stretch>
        </p:blipFill>
        <p:spPr>
          <a:xfrm>
            <a:off x="7083423" y="3845490"/>
            <a:ext cx="4395569" cy="224356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 </a:t>
            </a:r>
            <a:fld id="{8A04D54F-FA85-F344-8424-FB00D2AE8D01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  <p:transition advTm="28405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Indicative Syllabus</a:t>
            </a:r>
          </a:p>
        </p:txBody>
      </p:sp>
      <p:sp>
        <p:nvSpPr>
          <p:cNvPr id="43" name="Arc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pPr marL="34290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/>
                <a:ea typeface="MS Mincho"/>
                <a:cs typeface="Arial" panose="020B0604020202020204"/>
              </a:rPr>
              <a:t>Mandatory training: Safeguarding Children</a:t>
            </a:r>
            <a:r>
              <a:rPr lang="en-GB" sz="2200" dirty="0">
                <a:latin typeface="Arial" panose="020B0604020202020204"/>
                <a:ea typeface="MS Mincho"/>
                <a:cs typeface="Arial" panose="020B0604020202020204"/>
              </a:rPr>
              <a:t> and Adults</a:t>
            </a:r>
            <a:r>
              <a:rPr lang="en-GB" sz="2200" dirty="0">
                <a:effectLst/>
                <a:latin typeface="Arial" panose="020B0604020202020204"/>
                <a:ea typeface="MS Mincho"/>
                <a:cs typeface="Arial" panose="020B0604020202020204"/>
              </a:rPr>
              <a:t>, Infection Control and Risk Assessment training, information governance, Digital professionalism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/>
                <a:ea typeface="MS Mincho"/>
                <a:cs typeface="Arial" panose="020B0604020202020204"/>
              </a:rPr>
              <a:t>Cardiopulmonary Resuscitation (CPR) and Manual Handling (MH), Data safety Awareness,</a:t>
            </a:r>
            <a:r>
              <a:rPr lang="en-GB" sz="2200" dirty="0">
                <a:latin typeface="Arial" panose="020B0604020202020204"/>
                <a:ea typeface="MS Mincho"/>
                <a:cs typeface="Arial" panose="020B0604020202020204"/>
              </a:rPr>
              <a:t> </a:t>
            </a:r>
            <a:endParaRPr lang="en-GB" sz="22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/>
                <a:ea typeface="MS Mincho"/>
                <a:cs typeface="Arial" panose="020B0604020202020204"/>
              </a:rPr>
              <a:t>Fitness to Practice, own scope of practice, relevant and appropriate sources of support, advice, and guidance and how to access them whilst on placement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/>
                <a:ea typeface="MS Mincho"/>
                <a:cs typeface="Arial" panose="020B0604020202020204"/>
              </a:rPr>
              <a:t>Multi-professional practice including knowledge and understanding of common clinical problems, differences between impairment and disability, health and safety factors, recent research, and clinical developments.</a:t>
            </a:r>
            <a:endParaRPr lang="en-GB" sz="2200" dirty="0">
              <a:effectLst/>
              <a:latin typeface="Arial" panose="020B0604020202020204"/>
              <a:ea typeface="MS Mincho"/>
              <a:cs typeface="Times New Roman" panose="02020603050405020304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/>
                <a:ea typeface="MS Mincho"/>
                <a:cs typeface="Arial" panose="020B0604020202020204"/>
              </a:rPr>
              <a:t>Physiotherapy framework to map personal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Core skills developed</a:t>
            </a:r>
          </a:p>
        </p:txBody>
      </p:sp>
      <p:sp>
        <p:nvSpPr>
          <p:cNvPr id="70" name="Arc 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Content Placeholder 3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Manual Handling, cardiopulmonary resuscitation</a:t>
            </a:r>
            <a:endParaRPr lang="en-GB" sz="22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Appropriate clinical focussed and multi-disciplinary communication</a:t>
            </a:r>
            <a:endParaRPr lang="en-GB" sz="22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Clinical Information interpretation, accurate record keeping in relevant patient documentation</a:t>
            </a:r>
            <a:endParaRPr lang="en-GB" sz="22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Estimating impact of common problems on individual patients’ lifestyles and social functioning</a:t>
            </a:r>
            <a:endParaRPr lang="en-GB" sz="22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Clinical management skills including assessment, problem identification, treatment/ interventions planning, setting SMART goals for management of disability and progressing them.</a:t>
            </a:r>
            <a:endParaRPr lang="en-GB" sz="22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Effective delivery of safe clinical and appropriate handling skills </a:t>
            </a:r>
            <a:endParaRPr lang="en-GB" sz="22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GB" sz="22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Self-awareness for maintaining personal health and well-being</a:t>
            </a:r>
          </a:p>
          <a:p>
            <a:pPr marL="0" indent="0"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Teaching Approach</a:t>
            </a:r>
          </a:p>
        </p:txBody>
      </p:sp>
      <p:sp>
        <p:nvSpPr>
          <p:cNvPr id="23" name="Rectangle: Rounded Corners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GB" sz="4000" dirty="0"/>
              <a:t>Placement dates for MSc 2024/25 Cohort</a:t>
            </a:r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009790"/>
              </p:ext>
            </p:extLst>
          </p:nvPr>
        </p:nvGraphicFramePr>
        <p:xfrm>
          <a:off x="1733313" y="1737360"/>
          <a:ext cx="8716233" cy="4535426"/>
        </p:xfrm>
        <a:graphic>
          <a:graphicData uri="http://schemas.openxmlformats.org/drawingml/2006/table">
            <a:tbl>
              <a:tblPr firstRow="1" firstCol="1" bandRow="1"/>
              <a:tblGrid>
                <a:gridCol w="145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2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9808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Dates for MSc 2024/25 academic year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922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Placement Number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Duration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Hours per week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Placement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Level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Start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Finish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456">
                <a:tc rowSpan="2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Placement 1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(One day a week in practice: Thursdays)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5 weeks (inclusive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of 1 week of clinical simulation)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7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Clinical Simulation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26/09/2024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24/10/2024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9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5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31/10/2024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03/04/2025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946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Placement 2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6 weeks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37.5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5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21/07/2025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30/08/2025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946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Placement 3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6 weeks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37.5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6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TBA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TBA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946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Placement 4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6 weeks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37.5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6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TBA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TBA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433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Placement 5 (elective)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6 weeks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37.5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6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TBA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TBA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GB" sz="4000" dirty="0"/>
              <a:t>Placement dates for BSc 2024/25 Cohort</a:t>
            </a:r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219463"/>
              </p:ext>
            </p:extLst>
          </p:nvPr>
        </p:nvGraphicFramePr>
        <p:xfrm>
          <a:off x="1733313" y="1737360"/>
          <a:ext cx="8716233" cy="2953155"/>
        </p:xfrm>
        <a:graphic>
          <a:graphicData uri="http://schemas.openxmlformats.org/drawingml/2006/table">
            <a:tbl>
              <a:tblPr firstRow="1" firstCol="1" bandRow="1"/>
              <a:tblGrid>
                <a:gridCol w="145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2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9808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Dates for </a:t>
                      </a:r>
                      <a:r>
                        <a:rPr lang="en-GB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Bsc</a:t>
                      </a: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 2024/25 academic year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922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Placement Number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Duration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Hours per week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Placement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Level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Start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Finish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456">
                <a:tc rowSpan="2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Placement 1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  <a:ea typeface="Times New Roman" panose="02020603050405020304" pitchFamily="18" charset="0"/>
                          <a:cs typeface="Calibri" panose="020F0502020204030204"/>
                        </a:rPr>
                        <a:t>(One day a week in practice: Thursdays)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5 weeks (inclusive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of 1 week of clinical simulation)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7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33799" marR="133799" marT="66900" marB="669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/>
                        </a:rPr>
                        <a:t>Clinical Simulation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26/09/2024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23/01/2025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9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Calibri" panose="020F0502020204030204"/>
                          <a:cs typeface="Times New Roman" panose="02020603050405020304"/>
                        </a:rPr>
                        <a:t>4</a:t>
                      </a:r>
                      <a:endParaRPr lang="en-GB" sz="2600" b="0" i="0" u="none" strike="noStrike" dirty="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30/01/2025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0" i="0" u="none" strike="noStrike" dirty="0">
                          <a:effectLst/>
                          <a:latin typeface="Arial" panose="020B0604020202020204" pitchFamily="34" charset="0"/>
                        </a:rPr>
                        <a:t>03/04/2025</a:t>
                      </a:r>
                    </a:p>
                  </a:txBody>
                  <a:tcPr marL="100349" marR="100349" marT="1393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280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Placement 1 MSc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35578"/>
              </p:ext>
            </p:extLst>
          </p:nvPr>
        </p:nvGraphicFramePr>
        <p:xfrm>
          <a:off x="556532" y="1773349"/>
          <a:ext cx="10992005" cy="419795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3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7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4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97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7024">
                <a:tc>
                  <a:txBody>
                    <a:bodyPr/>
                    <a:lstStyle/>
                    <a:p>
                      <a:endParaRPr lang="en-GB" sz="19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When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Content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Level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Duration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Total Hours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603">
                <a:tc rowSpan="3">
                  <a:txBody>
                    <a:bodyPr/>
                    <a:lstStyle/>
                    <a:p>
                      <a:r>
                        <a:rPr lang="en-GB" sz="2000" cap="none" spc="0" dirty="0">
                          <a:solidFill>
                            <a:schemeClr val="tx1"/>
                          </a:solidFill>
                        </a:rPr>
                        <a:t>Placement 1</a:t>
                      </a:r>
                    </a:p>
                  </a:txBody>
                  <a:tcPr marL="84894" marR="60638" marT="54492" marB="121277" vert="vert2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Clinical Simulation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Every Thursdays (10am – 5:00pm)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Group based learning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Clinical debriefing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Self-directed Learning of mandatory skills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4894" marR="60638" marT="54492" marB="121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  5 weeks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35 hours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44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Longitudinal Placement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Every Thursday (7.5 hours)  </a:t>
                      </a:r>
                    </a:p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31/10/2024 – 03/04/25 MSc</a:t>
                      </a:r>
                    </a:p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(three weeks break over Christmas and New Year)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Clinical observation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Clinical practice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4894" marR="60638" marT="54492" marB="121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20 weeks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150 hours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8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25 weeks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185hours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Placement 1 BSc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392046"/>
              </p:ext>
            </p:extLst>
          </p:nvPr>
        </p:nvGraphicFramePr>
        <p:xfrm>
          <a:off x="556532" y="1773349"/>
          <a:ext cx="10992005" cy="439843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3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7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4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97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7024">
                <a:tc>
                  <a:txBody>
                    <a:bodyPr/>
                    <a:lstStyle/>
                    <a:p>
                      <a:endParaRPr lang="en-GB" sz="19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When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Content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Level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Duration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bg1"/>
                          </a:solidFill>
                        </a:rPr>
                        <a:t>Total Hours</a:t>
                      </a:r>
                    </a:p>
                  </a:txBody>
                  <a:tcPr marL="84894" marR="60638" marT="121277" marB="1212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603">
                <a:tc rowSpan="3">
                  <a:txBody>
                    <a:bodyPr/>
                    <a:lstStyle/>
                    <a:p>
                      <a:r>
                        <a:rPr lang="en-GB" sz="2000" cap="none" spc="0" dirty="0">
                          <a:solidFill>
                            <a:schemeClr val="tx1"/>
                          </a:solidFill>
                        </a:rPr>
                        <a:t>Placement 1</a:t>
                      </a:r>
                    </a:p>
                  </a:txBody>
                  <a:tcPr marL="84894" marR="60638" marT="54492" marB="121277" vert="vert2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Clinical Simulation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Every Thursdays (9 am – 5:00pm)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Group based learning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Clinical debriefing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Self-directed Learning of mandatory skills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4 </a:t>
                      </a:r>
                    </a:p>
                  </a:txBody>
                  <a:tcPr marL="84894" marR="60638" marT="54492" marB="121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10 weeks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70 hours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44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Longitudinal Placement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Every Thursday (7.5 hours)  </a:t>
                      </a:r>
                    </a:p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31/10/2024 – 03/04/25 MSc</a:t>
                      </a:r>
                    </a:p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30/01/2025 - 03/04/25 BSc</a:t>
                      </a:r>
                    </a:p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(three weeks break over Christmas and New Year)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Clinical observation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Clinical practice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84894" marR="60638" marT="54492" marB="121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10 weeks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75 hours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8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25 weeks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145hours</a:t>
                      </a:r>
                    </a:p>
                  </a:txBody>
                  <a:tcPr marL="84894" marR="60638" marT="54492" marB="1212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476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Clinical Simulation</a:t>
            </a:r>
          </a:p>
        </p:txBody>
      </p:sp>
      <p:sp>
        <p:nvSpPr>
          <p:cNvPr id="12" name="Ar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Aims: </a:t>
            </a:r>
          </a:p>
          <a:p>
            <a:r>
              <a:rPr lang="en-US" dirty="0"/>
              <a:t>Introduce you to the clinical education aspect of the course and support development of core skills in preparation for placements. </a:t>
            </a:r>
          </a:p>
          <a:p>
            <a:endParaRPr lang="en-US" dirty="0"/>
          </a:p>
          <a:p>
            <a:r>
              <a:rPr lang="en-US" dirty="0"/>
              <a:t>5 weeks (MSc); 10 weeks (BSc)  (Thursdays):</a:t>
            </a:r>
          </a:p>
          <a:p>
            <a:endParaRPr lang="en-US" dirty="0"/>
          </a:p>
          <a:p>
            <a:r>
              <a:rPr lang="en-US" dirty="0"/>
              <a:t>Group tasks, self directed learning, manual handling training, basic life support, mandatory learning for working in healthcare.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Learning Outcomes are detailed in the Module specifications on Weblearn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Longitudinal placement</a:t>
            </a:r>
          </a:p>
        </p:txBody>
      </p:sp>
      <p:sp>
        <p:nvSpPr>
          <p:cNvPr id="12" name="Ar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200" dirty="0"/>
              <a:t>See module specifications and placement handbooks on weblearn to identify the learning outcomes for level 4/5 placements</a:t>
            </a:r>
          </a:p>
          <a:p>
            <a:endParaRPr lang="en-GB" sz="2200" dirty="0"/>
          </a:p>
          <a:p>
            <a:r>
              <a:rPr lang="en-GB" sz="2200" dirty="0"/>
              <a:t>Will be allocated to a clinical service – you will receive an email from PMP about your allocation.</a:t>
            </a:r>
          </a:p>
          <a:p>
            <a:endParaRPr lang="en-GB" sz="2200" dirty="0"/>
          </a:p>
          <a:p>
            <a:r>
              <a:rPr lang="en-GB" sz="2200" dirty="0"/>
              <a:t>Allocation is based on a reasonable commute of 90 minutes from London Metropolitan University</a:t>
            </a:r>
          </a:p>
          <a:p>
            <a:endParaRPr lang="en-GB" sz="2200" dirty="0"/>
          </a:p>
          <a:p>
            <a:r>
              <a:rPr lang="en-GB" sz="2200" dirty="0"/>
              <a:t>You will have a Practice Educator (PE) who will supervise, guide and support your learning</a:t>
            </a:r>
          </a:p>
          <a:p>
            <a:endParaRPr lang="en-GB" sz="2200" dirty="0"/>
          </a:p>
          <a:p>
            <a:r>
              <a:rPr lang="en-GB" sz="2200" dirty="0"/>
              <a:t>PE will also be assessing your learning.</a:t>
            </a:r>
          </a:p>
          <a:p>
            <a:endParaRPr lang="en-GB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067A-3DAF-DDA2-7596-EDE5B9C4F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80783-98F8-7BA4-D0FC-CF958BC4F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Completion of DDS Questionnaire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Signing of Allocations policy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Update to HCPC Standards of Proficiency, Conduct and Ethics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Occupational Health processes</a:t>
            </a:r>
          </a:p>
        </p:txBody>
      </p:sp>
    </p:spTree>
    <p:extLst>
      <p:ext uri="{BB962C8B-B14F-4D97-AF65-F5344CB8AC3E}">
        <p14:creationId xmlns:p14="http://schemas.microsoft.com/office/powerpoint/2010/main" val="2909015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GB" dirty="0"/>
              <a:t>After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GB" sz="1900"/>
              <a:t>You must contact your PE using the details on your allocation</a:t>
            </a:r>
          </a:p>
          <a:p>
            <a:endParaRPr lang="en-GB" sz="1900"/>
          </a:p>
          <a:p>
            <a:r>
              <a:rPr lang="en-GB" sz="1900"/>
              <a:t>This MUST be done within TWO weeks of your first day on placement.</a:t>
            </a:r>
          </a:p>
          <a:p>
            <a:endParaRPr lang="en-GB" sz="1900"/>
          </a:p>
          <a:p>
            <a:r>
              <a:rPr lang="en-GB" sz="1900"/>
              <a:t>You will also be provided a LINK Tutor who will be an academic member of staff.</a:t>
            </a:r>
          </a:p>
          <a:p>
            <a:endParaRPr lang="en-GB" sz="1900"/>
          </a:p>
          <a:p>
            <a:r>
              <a:rPr lang="en-GB" sz="1900"/>
              <a:t>Details of your LINK tutor and the appropriate assessment form for your placement will be sent to you by the placement co-ordinator.</a:t>
            </a:r>
          </a:p>
        </p:txBody>
      </p:sp>
      <p:pic>
        <p:nvPicPr>
          <p:cNvPr id="5" name="Picture 4" descr="Pen placed on top of a signature line"/>
          <p:cNvPicPr>
            <a:picLocks noChangeAspect="1"/>
          </p:cNvPicPr>
          <p:nvPr/>
        </p:nvPicPr>
        <p:blipFill rotWithShape="1">
          <a:blip r:embed="rId2"/>
          <a:srcRect l="52388" r="2493" b="-1"/>
          <a:stretch>
            <a:fillRect/>
          </a:stretch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2A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GB" dirty="0"/>
              <a:t>Before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342900" lvl="0" indent="-342900">
              <a:buFont typeface="Calibri" panose="020F050202020403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contact number and reporting arrangements.</a:t>
            </a:r>
          </a:p>
          <a:p>
            <a:pPr marL="342900" lvl="0" indent="-342900">
              <a:buFont typeface="Calibri" panose="020F050202020403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Pre-placement reading (available on the PMP website)</a:t>
            </a:r>
          </a:p>
          <a:p>
            <a:pPr marL="342900" lvl="0" indent="-342900">
              <a:buFont typeface="Calibri" panose="020F050202020403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 location information including maps, car parking, accommodation etc </a:t>
            </a:r>
          </a:p>
          <a:p>
            <a:pPr marL="342900" lvl="0" indent="-342900">
              <a:buFont typeface="Calibri" panose="020F050202020403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resource facilities including library, study areas, reference literature and computer access </a:t>
            </a:r>
          </a:p>
          <a:p>
            <a:pPr marL="342900" lvl="0" indent="-342900">
              <a:buFont typeface="Calibri" panose="020F050202020403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University’s process for raising concern on the safety and wellbeing of Children, Young People and Vulnerable Adults (Appendix 2). </a:t>
            </a:r>
          </a:p>
        </p:txBody>
      </p:sp>
      <p:pic>
        <p:nvPicPr>
          <p:cNvPr id="5" name="Picture 4" descr="Sticky notes on a wall"/>
          <p:cNvPicPr>
            <a:picLocks noChangeAspect="1"/>
          </p:cNvPicPr>
          <p:nvPr/>
        </p:nvPicPr>
        <p:blipFill rotWithShape="1">
          <a:blip r:embed="rId2"/>
          <a:srcRect l="26295" r="26559" b="2"/>
          <a:stretch>
            <a:fillRect/>
          </a:stretch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E3A2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5020887" cy="6491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209086"/>
            <a:ext cx="3876848" cy="4064925"/>
          </a:xfrm>
        </p:spPr>
        <p:txBody>
          <a:bodyPr anchor="ctr">
            <a:normAutofit/>
          </a:bodyPr>
          <a:lstStyle/>
          <a:p>
            <a:r>
              <a:rPr lang="en-GB" sz="3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first day of the placement, students will should be given a range of information including: </a:t>
            </a:r>
            <a:endParaRPr lang="en-GB" sz="3900" dirty="0"/>
          </a:p>
        </p:txBody>
      </p:sp>
      <p:grpSp>
        <p:nvGrpSpPr>
          <p:cNvPr id="13" name="Group 12"/>
          <p:cNvGrpSpPr>
            <a:grpSpLocks noGrp="1" noUngrp="1" noRot="1" noChangeAspect="1" noMove="1" noResize="1"/>
          </p:cNvGrpSpPr>
          <p:nvPr/>
        </p:nvGrpSpPr>
        <p:grpSpPr>
          <a:xfrm>
            <a:off x="56167" y="2569464"/>
            <a:ext cx="242107" cy="1340860"/>
            <a:chOff x="56167" y="2761488"/>
            <a:chExt cx="242107" cy="1340860"/>
          </a:xfrm>
        </p:grpSpPr>
        <p:sp>
          <p:nvSpPr>
            <p:cNvPr id="14" name="Rectangle 2"/>
            <p:cNvSpPr/>
            <p:nvPr/>
          </p:nvSpPr>
          <p:spPr>
            <a:xfrm rot="5400000">
              <a:off x="23774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59"/>
            <p:cNvSpPr/>
            <p:nvPr/>
          </p:nvSpPr>
          <p:spPr>
            <a:xfrm rot="5400000">
              <a:off x="5486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2"/>
            <p:cNvSpPr/>
            <p:nvPr/>
          </p:nvSpPr>
          <p:spPr>
            <a:xfrm rot="5400000">
              <a:off x="23774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59"/>
            <p:cNvSpPr/>
            <p:nvPr/>
          </p:nvSpPr>
          <p:spPr>
            <a:xfrm rot="5400000">
              <a:off x="5486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"/>
            <p:cNvSpPr/>
            <p:nvPr/>
          </p:nvSpPr>
          <p:spPr>
            <a:xfrm rot="5400000">
              <a:off x="23774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59"/>
            <p:cNvSpPr/>
            <p:nvPr/>
          </p:nvSpPr>
          <p:spPr>
            <a:xfrm rot="5400000">
              <a:off x="5486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2"/>
            <p:cNvSpPr/>
            <p:nvPr/>
          </p:nvSpPr>
          <p:spPr>
            <a:xfrm rot="5400000">
              <a:off x="23774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59"/>
            <p:cNvSpPr/>
            <p:nvPr/>
          </p:nvSpPr>
          <p:spPr>
            <a:xfrm rot="5400000">
              <a:off x="5486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"/>
            <p:cNvSpPr/>
            <p:nvPr/>
          </p:nvSpPr>
          <p:spPr>
            <a:xfrm rot="5400000">
              <a:off x="23774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59"/>
            <p:cNvSpPr/>
            <p:nvPr/>
          </p:nvSpPr>
          <p:spPr>
            <a:xfrm rot="5400000">
              <a:off x="5486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"/>
            <p:cNvSpPr/>
            <p:nvPr/>
          </p:nvSpPr>
          <p:spPr>
            <a:xfrm rot="5400000">
              <a:off x="23774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59"/>
            <p:cNvSpPr/>
            <p:nvPr/>
          </p:nvSpPr>
          <p:spPr>
            <a:xfrm rot="5400000">
              <a:off x="5486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"/>
            <p:cNvSpPr/>
            <p:nvPr/>
          </p:nvSpPr>
          <p:spPr>
            <a:xfrm rot="5400000">
              <a:off x="23774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59"/>
            <p:cNvSpPr/>
            <p:nvPr/>
          </p:nvSpPr>
          <p:spPr>
            <a:xfrm rot="5400000">
              <a:off x="5486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"/>
            <p:cNvSpPr/>
            <p:nvPr/>
          </p:nvSpPr>
          <p:spPr>
            <a:xfrm rot="5400000">
              <a:off x="23774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59"/>
            <p:cNvSpPr/>
            <p:nvPr/>
          </p:nvSpPr>
          <p:spPr>
            <a:xfrm rot="5400000">
              <a:off x="5486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"/>
            <p:cNvSpPr/>
            <p:nvPr/>
          </p:nvSpPr>
          <p:spPr>
            <a:xfrm rot="5400000">
              <a:off x="23774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59"/>
            <p:cNvSpPr/>
            <p:nvPr/>
          </p:nvSpPr>
          <p:spPr>
            <a:xfrm rot="5400000">
              <a:off x="5486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2"/>
            <p:cNvSpPr/>
            <p:nvPr/>
          </p:nvSpPr>
          <p:spPr>
            <a:xfrm rot="5400000">
              <a:off x="23774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59"/>
            <p:cNvSpPr/>
            <p:nvPr/>
          </p:nvSpPr>
          <p:spPr>
            <a:xfrm rot="5400000">
              <a:off x="5486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5614416" y="457200"/>
          <a:ext cx="6117336" cy="5696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able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0412" y="643467"/>
            <a:ext cx="8346166" cy="557106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28210" y="951875"/>
            <a:ext cx="554636" cy="4969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520614"/>
            <a:ext cx="10905066" cy="381677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28997" y="1611443"/>
            <a:ext cx="749508" cy="34702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5C96-5518-CDE7-BF27-D67573CA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PT4W50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A5B9-BFC8-412D-683F-B01BD89A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10 Weeks of Clinical Simulation</a:t>
            </a:r>
          </a:p>
          <a:p>
            <a:r>
              <a:rPr lang="en-GB" dirty="0"/>
              <a:t>10 Weeks of Practice Placement</a:t>
            </a:r>
          </a:p>
          <a:p>
            <a:pPr lvl="1"/>
            <a:r>
              <a:rPr lang="en-GB" dirty="0"/>
              <a:t>5 Weeks observation</a:t>
            </a:r>
          </a:p>
          <a:p>
            <a:pPr lvl="1"/>
            <a:r>
              <a:rPr lang="en-GB" dirty="0"/>
              <a:t>5 Weeks gradual hands-on</a:t>
            </a:r>
          </a:p>
          <a:p>
            <a:pPr lvl="1"/>
            <a:r>
              <a:rPr lang="en-GB" dirty="0"/>
              <a:t>Work with Practice Educator</a:t>
            </a:r>
          </a:p>
          <a:p>
            <a:r>
              <a:rPr lang="en-GB" dirty="0"/>
              <a:t>Weekly debriefs a day before placement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958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Requirement to attend practice education</a:t>
            </a:r>
          </a:p>
        </p:txBody>
      </p:sp>
      <p:sp>
        <p:nvSpPr>
          <p:cNvPr id="12" name="Ar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GB" dirty="0"/>
              <a:t>100% attendance of clinical simulation</a:t>
            </a:r>
          </a:p>
          <a:p>
            <a:endParaRPr lang="en-GB" dirty="0"/>
          </a:p>
          <a:p>
            <a:r>
              <a:rPr lang="en-GB" dirty="0"/>
              <a:t>Completion of all mandatory training</a:t>
            </a:r>
          </a:p>
          <a:p>
            <a:endParaRPr lang="en-GB" dirty="0"/>
          </a:p>
          <a:p>
            <a:r>
              <a:rPr lang="en-GB" dirty="0"/>
              <a:t>Evidence of Occupation health clearance</a:t>
            </a:r>
          </a:p>
          <a:p>
            <a:endParaRPr lang="en-GB" dirty="0"/>
          </a:p>
          <a:p>
            <a:r>
              <a:rPr lang="en-GB" dirty="0"/>
              <a:t>Evidence of DBS clearance</a:t>
            </a:r>
          </a:p>
          <a:p>
            <a:endParaRPr lang="en-GB" dirty="0"/>
          </a:p>
          <a:p>
            <a:r>
              <a:rPr lang="en-GB" dirty="0"/>
              <a:t>Evidence of mandatory vaccination</a:t>
            </a:r>
          </a:p>
          <a:p>
            <a:endParaRPr lang="en-GB" dirty="0"/>
          </a:p>
          <a:p>
            <a:r>
              <a:rPr lang="en-GB" dirty="0"/>
              <a:t>Signed Allocations policy and DBS questionnaire (where applicable)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5056" r="1" b="5840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GB" sz="2800" dirty="0"/>
              <a:t>Dress code</a:t>
            </a: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93" y="2718054"/>
            <a:ext cx="5317673" cy="3296412"/>
          </a:xfrm>
        </p:spPr>
        <p:txBody>
          <a:bodyPr anchor="t">
            <a:normAutofit fontScale="92500" lnSpcReduction="20000"/>
          </a:bodyPr>
          <a:lstStyle/>
          <a:p>
            <a:r>
              <a:rPr lang="en-GB" dirty="0"/>
              <a:t>Clinical Uniform</a:t>
            </a:r>
          </a:p>
          <a:p>
            <a:r>
              <a:rPr lang="en-GB" dirty="0"/>
              <a:t>Each Student will be given two sets of uniform</a:t>
            </a:r>
          </a:p>
          <a:p>
            <a:r>
              <a:rPr lang="en-GB" dirty="0"/>
              <a:t>Tunic and Polo Shirt</a:t>
            </a:r>
          </a:p>
          <a:p>
            <a:r>
              <a:rPr lang="en-GB" dirty="0"/>
              <a:t>Two Trousers</a:t>
            </a:r>
          </a:p>
          <a:p>
            <a:r>
              <a:rPr lang="en-GB" dirty="0"/>
              <a:t>You will shortly be contacted to submit your order for your uniforms.</a:t>
            </a:r>
          </a:p>
          <a:p>
            <a:r>
              <a:rPr lang="en-GB" dirty="0"/>
              <a:t>A badge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own Arrow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Vote on badges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93549"/>
            <a:ext cx="6780700" cy="50685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Placement 2 for MSc Students</a:t>
            </a: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ph idx="1"/>
          </p:nvPr>
        </p:nvGraphicFramePr>
        <p:xfrm>
          <a:off x="643467" y="2001858"/>
          <a:ext cx="10905070" cy="374093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4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2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5807">
                <a:tc>
                  <a:txBody>
                    <a:bodyPr/>
                    <a:lstStyle/>
                    <a:p>
                      <a:endParaRPr lang="en-GB" sz="19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59276" marR="134608" marT="122520" marB="12252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0" cap="none" spc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159276" marR="134608" marT="122520" marB="12252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0" cap="none" spc="0">
                          <a:solidFill>
                            <a:schemeClr val="bg1"/>
                          </a:solidFill>
                        </a:rPr>
                        <a:t>When</a:t>
                      </a:r>
                    </a:p>
                  </a:txBody>
                  <a:tcPr marL="159276" marR="134608" marT="122520" marB="12252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0" cap="none" spc="0">
                          <a:solidFill>
                            <a:schemeClr val="bg1"/>
                          </a:solidFill>
                        </a:rPr>
                        <a:t>Content</a:t>
                      </a:r>
                    </a:p>
                  </a:txBody>
                  <a:tcPr marL="159276" marR="134608" marT="122520" marB="12252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0" cap="none" spc="0">
                          <a:solidFill>
                            <a:schemeClr val="bg1"/>
                          </a:solidFill>
                        </a:rPr>
                        <a:t>Level</a:t>
                      </a:r>
                    </a:p>
                  </a:txBody>
                  <a:tcPr marL="159276" marR="134608" marT="122520" marB="12252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0" cap="none" spc="0">
                          <a:solidFill>
                            <a:schemeClr val="bg1"/>
                          </a:solidFill>
                        </a:rPr>
                        <a:t>Duration</a:t>
                      </a:r>
                    </a:p>
                  </a:txBody>
                  <a:tcPr marL="159276" marR="134608" marT="122520" marB="12252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0" cap="none" spc="0">
                          <a:solidFill>
                            <a:schemeClr val="bg1"/>
                          </a:solidFill>
                        </a:rPr>
                        <a:t>Total Hours</a:t>
                      </a:r>
                    </a:p>
                  </a:txBody>
                  <a:tcPr marL="159276" marR="134608" marT="122520" marB="12252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5204">
                <a:tc rowSpan="2"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Placement 2</a:t>
                      </a:r>
                    </a:p>
                  </a:txBody>
                  <a:tcPr marL="159276" marR="149789" marT="122520" marB="122520" vert="vert27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Daily (Monday to Friday)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37.5 hours weekly </a:t>
                      </a:r>
                      <a:r>
                        <a:rPr lang="en-GB" sz="190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22/07/2024 to 30/08/2024)</a:t>
                      </a:r>
                      <a:endParaRPr lang="en-GB" sz="19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endParaRPr lang="en-GB" sz="1900" cap="none" spc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900" cap="none" spc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Clinical practice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6 weeks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tx1"/>
                          </a:solidFill>
                        </a:rPr>
                        <a:t>225hours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9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9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>
                          <a:solidFill>
                            <a:schemeClr val="tx1"/>
                          </a:solidFill>
                        </a:rPr>
                        <a:t>6 weeks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b="1" cap="none" spc="0" dirty="0">
                          <a:solidFill>
                            <a:schemeClr val="tx1"/>
                          </a:solidFill>
                        </a:rPr>
                        <a:t>225hours</a:t>
                      </a:r>
                    </a:p>
                  </a:txBody>
                  <a:tcPr marL="159276" marR="134608" marT="122520" marB="12252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 fill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olor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37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/>
          <p:cNvGrpSpPr>
            <a:grpSpLocks noGrp="1" noUngrp="1" noRot="1" noChangeAspect="1" noMove="1" noResize="1"/>
          </p:cNvGrpSpPr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1" name="Freeform: Shape 40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Expectations</a:t>
            </a:r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5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7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9"/>
          <p:cNvGrpSpPr>
            <a:grpSpLocks noGrp="1" noUngrp="1" noRot="1" noChangeAspect="1" noMove="1" noResize="1"/>
          </p:cNvGrpSpPr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" name="Freeform: Shape 20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Expectations</a:t>
            </a:r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5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7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9"/>
          <p:cNvGrpSpPr>
            <a:grpSpLocks noGrp="1" noUngrp="1" noRot="1" noChangeAspect="1" noMove="1" noResize="1"/>
          </p:cNvGrpSpPr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" name="Freeform: Shape 20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Expectations</a:t>
            </a:r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5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7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9"/>
          <p:cNvGrpSpPr>
            <a:grpSpLocks noGrp="1" noUngrp="1" noRot="1" noChangeAspect="1" noMove="1" noResize="1"/>
          </p:cNvGrpSpPr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" name="Freeform: Shape 20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Expectations</a:t>
            </a:r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5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7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9"/>
          <p:cNvGrpSpPr>
            <a:grpSpLocks noGrp="1" noUngrp="1" noRot="1" noChangeAspect="1" noMove="1" noResize="1"/>
          </p:cNvGrpSpPr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" name="Freeform: Shape 20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Expectations</a:t>
            </a:r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 of Assessments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443036"/>
              </p:ext>
            </p:extLst>
          </p:nvPr>
        </p:nvGraphicFramePr>
        <p:xfrm>
          <a:off x="644056" y="2204529"/>
          <a:ext cx="10927832" cy="2863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4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2701">
                <a:tc>
                  <a:txBody>
                    <a:bodyPr/>
                    <a:lstStyle/>
                    <a:p>
                      <a:endParaRPr lang="en-GB" sz="1500"/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Assessment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Mapping to Learning Outcomes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Date of submission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Pass Mark</a:t>
                      </a:r>
                    </a:p>
                  </a:txBody>
                  <a:tcPr marL="77860" marR="77860" marT="38930" marB="389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701">
                <a:tc>
                  <a:txBody>
                    <a:bodyPr/>
                    <a:lstStyle/>
                    <a:p>
                      <a:r>
                        <a:rPr lang="en-GB" sz="1500"/>
                        <a:t>1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Placement Assessment 1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500"/>
                        <a:t>LO 1, 2, 3, 4, 5 &amp; 6</a:t>
                      </a:r>
                    </a:p>
                    <a:p>
                      <a:endParaRPr lang="en-GB" sz="1500"/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End of placement 1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40% (pass all domains)</a:t>
                      </a:r>
                    </a:p>
                  </a:txBody>
                  <a:tcPr marL="77860" marR="77860" marT="38930" marB="389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01">
                <a:tc>
                  <a:txBody>
                    <a:bodyPr/>
                    <a:lstStyle/>
                    <a:p>
                      <a:r>
                        <a:rPr lang="en-GB" sz="1500"/>
                        <a:t>3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Reflective CPD portfolio (500 words)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LO 6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End of placement 1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500" dirty="0"/>
                        <a:t>40% (pass all domains)</a:t>
                      </a:r>
                    </a:p>
                    <a:p>
                      <a:endParaRPr lang="en-GB" sz="1500" dirty="0"/>
                    </a:p>
                  </a:txBody>
                  <a:tcPr marL="77860" marR="77860" marT="38930" marB="389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701">
                <a:tc>
                  <a:txBody>
                    <a:bodyPr/>
                    <a:lstStyle/>
                    <a:p>
                      <a:r>
                        <a:rPr lang="en-GB" sz="1500"/>
                        <a:t>4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Clinical Simulation attendance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500"/>
                        <a:t>LO 1, 2, 3, 4, 5 &amp; 6</a:t>
                      </a:r>
                    </a:p>
                    <a:p>
                      <a:endParaRPr lang="en-GB" sz="1500"/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24</a:t>
                      </a:r>
                      <a:r>
                        <a:rPr lang="en-GB" sz="1500" baseline="30000" dirty="0"/>
                        <a:t>th</a:t>
                      </a:r>
                      <a:r>
                        <a:rPr lang="en-GB" sz="1500" dirty="0"/>
                        <a:t> October 2024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100% attendance</a:t>
                      </a:r>
                    </a:p>
                  </a:txBody>
                  <a:tcPr marL="77860" marR="77860" marT="38930" marB="389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701">
                <a:tc>
                  <a:txBody>
                    <a:bodyPr/>
                    <a:lstStyle/>
                    <a:p>
                      <a:r>
                        <a:rPr lang="en-GB" sz="1500"/>
                        <a:t>5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Placement 1 attendance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500"/>
                        <a:t>LO 1, 2, 3, 4, 5 &amp; 6</a:t>
                      </a:r>
                    </a:p>
                    <a:p>
                      <a:endParaRPr lang="en-GB" sz="1500"/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End of placement 1</a:t>
                      </a:r>
                    </a:p>
                  </a:txBody>
                  <a:tcPr marL="77860" marR="77860" marT="38930" marB="38930"/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At least 4 weeks of placement</a:t>
                      </a:r>
                    </a:p>
                  </a:txBody>
                  <a:tcPr marL="77860" marR="77860" marT="38930" marB="389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/>
          <p:cNvGrpSpPr>
            <a:grpSpLocks noGrp="1" noUngrp="1" noRot="1" noChangeAspect="1" noMove="1" noResize="1"/>
          </p:cNvGrpSpPr>
          <p:nvPr/>
        </p:nvGrpSpPr>
        <p:grpSpPr>
          <a:xfrm flipH="1">
            <a:off x="534368" y="563918"/>
            <a:ext cx="4119932" cy="5978614"/>
            <a:chOff x="7513372" y="803186"/>
            <a:chExt cx="4163968" cy="5978614"/>
          </a:xfrm>
        </p:grpSpPr>
        <p:sp>
          <p:nvSpPr>
            <p:cNvPr id="11" name="Freeform 6"/>
            <p:cNvSpPr/>
            <p:nvPr/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7"/>
            <p:cNvSpPr/>
            <p:nvPr/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468" y="885651"/>
            <a:ext cx="3229803" cy="462460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Reflective CPD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8708" y="885651"/>
            <a:ext cx="6525220" cy="4616849"/>
          </a:xfrm>
        </p:spPr>
        <p:txBody>
          <a:bodyPr anchor="ctr">
            <a:normAutofit/>
          </a:bodyPr>
          <a:lstStyle/>
          <a:p>
            <a:pPr lvl="0"/>
            <a:r>
              <a:rPr lang="en-GB" dirty="0"/>
              <a:t>A 500-word reflective CPD portfolio on your placement experiences including a personal development plan for the next placement.</a:t>
            </a:r>
          </a:p>
          <a:p>
            <a:pPr marL="0" lvl="0" indent="0">
              <a:buNone/>
            </a:pPr>
            <a:endParaRPr lang="en-GB" dirty="0"/>
          </a:p>
          <a:p>
            <a:endParaRPr lang="en-GB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ibbles on a notebook"/>
          <p:cNvPicPr>
            <a:picLocks noChangeAspect="1"/>
          </p:cNvPicPr>
          <p:nvPr/>
        </p:nvPicPr>
        <p:blipFill rotWithShape="1">
          <a:blip r:embed="rId2"/>
          <a:srcRect r="3416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Module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 fontScale="92500" lnSpcReduction="10000"/>
          </a:bodyPr>
          <a:lstStyle/>
          <a:p>
            <a:r>
              <a:rPr lang="en-GB" sz="2400" dirty="0"/>
              <a:t>Placement handbook</a:t>
            </a:r>
          </a:p>
          <a:p>
            <a:pPr lvl="1"/>
            <a:r>
              <a:rPr lang="en-GB" sz="2000" dirty="0"/>
              <a:t>Longitudinal placements</a:t>
            </a:r>
          </a:p>
          <a:p>
            <a:pPr lvl="1"/>
            <a:r>
              <a:rPr lang="en-GB" sz="2000" dirty="0"/>
              <a:t>Clinical Simulation</a:t>
            </a:r>
          </a:p>
          <a:p>
            <a:pPr lvl="1"/>
            <a:r>
              <a:rPr lang="en-GB" sz="2000" dirty="0"/>
              <a:t>Sessions</a:t>
            </a:r>
          </a:p>
          <a:p>
            <a:pPr lvl="1"/>
            <a:r>
              <a:rPr lang="en-GB" sz="2000" dirty="0"/>
              <a:t>Learning Outcomes</a:t>
            </a:r>
          </a:p>
          <a:p>
            <a:pPr marL="457200" lvl="1" indent="0">
              <a:buNone/>
            </a:pPr>
            <a:endParaRPr lang="en-GB" sz="2000" dirty="0"/>
          </a:p>
          <a:p>
            <a:r>
              <a:rPr lang="en-GB" sz="2000" dirty="0"/>
              <a:t>Weblearn</a:t>
            </a:r>
          </a:p>
          <a:p>
            <a:pPr lvl="1"/>
            <a:r>
              <a:rPr lang="en-GB" sz="2000" dirty="0"/>
              <a:t>Handouts</a:t>
            </a:r>
          </a:p>
          <a:p>
            <a:pPr lvl="1"/>
            <a:r>
              <a:rPr lang="en-GB" sz="2000" dirty="0"/>
              <a:t>Group task</a:t>
            </a:r>
          </a:p>
          <a:p>
            <a:pPr lvl="1"/>
            <a:r>
              <a:rPr lang="en-GB" sz="2000" dirty="0"/>
              <a:t>Self-directed learning</a:t>
            </a:r>
          </a:p>
          <a:p>
            <a:pPr lvl="1"/>
            <a:r>
              <a:rPr lang="en-GB" sz="2000" dirty="0"/>
              <a:t>Reading list</a:t>
            </a:r>
          </a:p>
          <a:p>
            <a:pPr lvl="1"/>
            <a:r>
              <a:rPr lang="en-GB" sz="2000" dirty="0"/>
              <a:t>Assessment</a:t>
            </a:r>
          </a:p>
          <a:p>
            <a:pPr lvl="1"/>
            <a:endParaRPr lang="en-GB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76925710-10F8-7D22-78B9-01CC3F65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7C3B6-10F4-4A57-6366-8A90EEDF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95531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Contact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628DB09FCE764290E46A1B6C359115" ma:contentTypeVersion="12" ma:contentTypeDescription="Create a new document." ma:contentTypeScope="" ma:versionID="383353980222205a2fac558f28c73938">
  <xsd:schema xmlns:xsd="http://www.w3.org/2001/XMLSchema" xmlns:xs="http://www.w3.org/2001/XMLSchema" xmlns:p="http://schemas.microsoft.com/office/2006/metadata/properties" xmlns:ns2="d2b5dd86-b93b-4885-be60-5ed0673707fa" xmlns:ns3="65debe70-4daa-4d6a-8ecc-9fc8c263d183" targetNamespace="http://schemas.microsoft.com/office/2006/metadata/properties" ma:root="true" ma:fieldsID="d495dd85fcbd7b3baebb2936ef855c30" ns2:_="" ns3:_="">
    <xsd:import namespace="d2b5dd86-b93b-4885-be60-5ed0673707fa"/>
    <xsd:import namespace="65debe70-4daa-4d6a-8ecc-9fc8c263d18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5dd86-b93b-4885-be60-5ed0673707f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157f23b-4936-4da1-b1a0-d7d41e84ed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debe70-4daa-4d6a-8ecc-9fc8c263d18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7455907-50fd-47e0-a232-8d490f849a9b}" ma:internalName="TaxCatchAll" ma:showField="CatchAllData" ma:web="65debe70-4daa-4d6a-8ecc-9fc8c263d1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b5dd86-b93b-4885-be60-5ed0673707fa">
      <Terms xmlns="http://schemas.microsoft.com/office/infopath/2007/PartnerControls"/>
    </lcf76f155ced4ddcb4097134ff3c332f>
    <TaxCatchAll xmlns="65debe70-4daa-4d6a-8ecc-9fc8c263d183" xsi:nil="true"/>
    <SharedWithUsers xmlns="65debe70-4daa-4d6a-8ecc-9fc8c263d183">
      <UserInfo>
        <DisplayName/>
        <AccountId xsi:nil="true"/>
        <AccountType/>
      </UserInfo>
    </SharedWithUsers>
    <MediaLengthInSeconds xmlns="d2b5dd86-b93b-4885-be60-5ed0673707fa" xsi:nil="true"/>
  </documentManagement>
</p:properties>
</file>

<file path=customXml/itemProps1.xml><?xml version="1.0" encoding="utf-8"?>
<ds:datastoreItem xmlns:ds="http://schemas.openxmlformats.org/officeDocument/2006/customXml" ds:itemID="{C8794B91-C8EB-427A-9A00-5F5CD6028E6A}">
  <ds:schemaRefs/>
</ds:datastoreItem>
</file>

<file path=customXml/itemProps2.xml><?xml version="1.0" encoding="utf-8"?>
<ds:datastoreItem xmlns:ds="http://schemas.openxmlformats.org/officeDocument/2006/customXml" ds:itemID="{0FEDF3AD-AA33-4A7F-985A-88BD87EAE472}">
  <ds:schemaRefs/>
</ds:datastoreItem>
</file>

<file path=customXml/itemProps3.xml><?xml version="1.0" encoding="utf-8"?>
<ds:datastoreItem xmlns:ds="http://schemas.openxmlformats.org/officeDocument/2006/customXml" ds:itemID="{C43750AA-17F6-40A5-94E0-2C2FAB4C13F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Microsoft Office PowerPoint</Application>
  <PresentationFormat>Widescreen</PresentationFormat>
  <Paragraphs>384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Courier New</vt:lpstr>
      <vt:lpstr>Georgia</vt:lpstr>
      <vt:lpstr>Symbol</vt:lpstr>
      <vt:lpstr>Wingdings</vt:lpstr>
      <vt:lpstr>Office Theme</vt:lpstr>
      <vt:lpstr>Practice Education 1</vt:lpstr>
      <vt:lpstr>Session Learning Outcomes</vt:lpstr>
      <vt:lpstr>Introductions:</vt:lpstr>
      <vt:lpstr>Module Aims (What we want to do achieve)</vt:lpstr>
      <vt:lpstr>Module learning Outcomes (what you will achieve)</vt:lpstr>
      <vt:lpstr>Module learning Outcomes (what you will achieve)</vt:lpstr>
      <vt:lpstr>HCPC SOET &amp; CSL Learning, and Development Principles related to Practice based learning </vt:lpstr>
      <vt:lpstr>HCPC SOET &amp; CSL Learning, and Development Principles related to Practice based learning </vt:lpstr>
      <vt:lpstr>HCPC SOET &amp; CSL Learning, and Development Principles related to Practice based learning </vt:lpstr>
      <vt:lpstr>Indicative Syllabus</vt:lpstr>
      <vt:lpstr>Core skills developed</vt:lpstr>
      <vt:lpstr>Teaching Approach</vt:lpstr>
      <vt:lpstr>Placement dates for MSc 2024/25 Cohort</vt:lpstr>
      <vt:lpstr>Placement dates for BSc 2024/25 Cohort</vt:lpstr>
      <vt:lpstr>Placement 1 MSc</vt:lpstr>
      <vt:lpstr>Placement 1 BSc</vt:lpstr>
      <vt:lpstr>Clinical Simulation</vt:lpstr>
      <vt:lpstr>Longitudinal placement</vt:lpstr>
      <vt:lpstr>Before Allocation</vt:lpstr>
      <vt:lpstr>After Allocation</vt:lpstr>
      <vt:lpstr>Before placement</vt:lpstr>
      <vt:lpstr>On the first day of the placement, students will should be given a range of information including: </vt:lpstr>
      <vt:lpstr>PowerPoint Presentation</vt:lpstr>
      <vt:lpstr>PowerPoint Presentation</vt:lpstr>
      <vt:lpstr>PT4W50</vt:lpstr>
      <vt:lpstr>Requirement to attend practice education</vt:lpstr>
      <vt:lpstr>Dress code</vt:lpstr>
      <vt:lpstr>Vote on badges</vt:lpstr>
      <vt:lpstr>Placement 2 for MSc Students</vt:lpstr>
      <vt:lpstr>Expectations</vt:lpstr>
      <vt:lpstr>Expectations</vt:lpstr>
      <vt:lpstr>Expectations</vt:lpstr>
      <vt:lpstr>Expectations</vt:lpstr>
      <vt:lpstr>Expectations</vt:lpstr>
      <vt:lpstr>Overview of Assessments</vt:lpstr>
      <vt:lpstr>Reflective CPD Portfolio</vt:lpstr>
      <vt:lpstr>Module Information</vt:lpstr>
      <vt:lpstr>Questions?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Education 1 (PT5W50)</dc:title>
  <dc:creator>Sorinola, Isaac</dc:creator>
  <cp:lastModifiedBy>Ngozi Onuegbu</cp:lastModifiedBy>
  <cp:revision>57</cp:revision>
  <dcterms:created xsi:type="dcterms:W3CDTF">2022-09-21T11:53:00Z</dcterms:created>
  <dcterms:modified xsi:type="dcterms:W3CDTF">2024-09-13T10:18:06Z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0x01010065628DB09FCE764290E46A1B6C359115</vt:lpwstr>
  </property>
  <property fmtid="{D5CDD505-2E9C-101B-9397-08002B2CF9AE}" pid="3" name="Order">
    <vt:r8>401700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  <property fmtid="{D5CDD505-2E9C-101B-9397-08002B2CF9AE}" pid="7" name="MediaServiceImageTags">
    <vt:lpwstr/>
  </property>
  <property fmtid="{D5CDD505-2E9C-101B-9397-08002B2CF9AE}" pid="8" name="ICV">
    <vt:lpwstr>BA2AF63D5D724AE186225A07833922F2_12</vt:lpwstr>
  </property>
  <property fmtid="{D5CDD505-2E9C-101B-9397-08002B2CF9AE}" pid="9" name="KSOProductBuildVer">
    <vt:lpwstr>2057-12.2.0.13410</vt:lpwstr>
  </property>
</Properties>
</file>