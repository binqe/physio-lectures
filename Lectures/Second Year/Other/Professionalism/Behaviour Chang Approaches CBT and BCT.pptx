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 id="2147483768" r:id="rId2"/>
  </p:sldMasterIdLst>
  <p:sldIdLst>
    <p:sldId id="256" r:id="rId3"/>
    <p:sldId id="257" r:id="rId4"/>
    <p:sldId id="259" r:id="rId5"/>
    <p:sldId id="258" r:id="rId6"/>
    <p:sldId id="338" r:id="rId7"/>
    <p:sldId id="292" r:id="rId8"/>
    <p:sldId id="295" r:id="rId9"/>
    <p:sldId id="299" r:id="rId10"/>
    <p:sldId id="301" r:id="rId11"/>
    <p:sldId id="315" r:id="rId12"/>
    <p:sldId id="342" r:id="rId13"/>
    <p:sldId id="339" r:id="rId14"/>
    <p:sldId id="340" r:id="rId15"/>
    <p:sldId id="344" r:id="rId16"/>
    <p:sldId id="341" r:id="rId17"/>
    <p:sldId id="343" r:id="rId18"/>
    <p:sldId id="348" r:id="rId19"/>
    <p:sldId id="347" r:id="rId20"/>
    <p:sldId id="346" r:id="rId21"/>
    <p:sldId id="261" r:id="rId22"/>
    <p:sldId id="321" r:id="rId23"/>
    <p:sldId id="322" r:id="rId24"/>
    <p:sldId id="323" r:id="rId25"/>
    <p:sldId id="324" r:id="rId26"/>
    <p:sldId id="325" r:id="rId27"/>
    <p:sldId id="326" r:id="rId28"/>
    <p:sldId id="327" r:id="rId29"/>
    <p:sldId id="328" r:id="rId30"/>
    <p:sldId id="329" r:id="rId31"/>
    <p:sldId id="330" r:id="rId32"/>
    <p:sldId id="332" r:id="rId33"/>
    <p:sldId id="333" r:id="rId34"/>
    <p:sldId id="337" r:id="rId35"/>
    <p:sldId id="349" r:id="rId36"/>
    <p:sldId id="351" r:id="rId37"/>
    <p:sldId id="352" r:id="rId38"/>
    <p:sldId id="350" r:id="rId39"/>
    <p:sldId id="354" r:id="rId40"/>
    <p:sldId id="355" r:id="rId41"/>
    <p:sldId id="353" r:id="rId42"/>
    <p:sldId id="336"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0" d="100"/>
          <a:sy n="50" d="100"/>
        </p:scale>
        <p:origin x="1284"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s>
</file>

<file path=ppt/diagrams/_rels/data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ata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rawing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002092A-0374-4FA5-9755-91182FBC67C1}" type="doc">
      <dgm:prSet loTypeId="urn:microsoft.com/office/officeart/2016/7/layout/VerticalSolidActionList" loCatId="List" qsTypeId="urn:microsoft.com/office/officeart/2005/8/quickstyle/simple5" qsCatId="simple" csTypeId="urn:microsoft.com/office/officeart/2005/8/colors/colorful2" csCatId="colorful"/>
      <dgm:spPr/>
      <dgm:t>
        <a:bodyPr/>
        <a:lstStyle/>
        <a:p>
          <a:endParaRPr lang="en-US"/>
        </a:p>
      </dgm:t>
    </dgm:pt>
    <dgm:pt modelId="{C8570BE4-8C8B-489D-A92B-EB889E7F957A}">
      <dgm:prSet custT="1"/>
      <dgm:spPr/>
      <dgm:t>
        <a:bodyPr/>
        <a:lstStyle/>
        <a:p>
          <a:r>
            <a:rPr lang="en-US" sz="2000" dirty="0">
              <a:latin typeface="Aptos" panose="020B0004020202020204" pitchFamily="34" charset="0"/>
            </a:rPr>
            <a:t>Define</a:t>
          </a:r>
        </a:p>
      </dgm:t>
    </dgm:pt>
    <dgm:pt modelId="{860C9DAC-21B8-4068-A2B1-60C566372E96}" type="parTrans" cxnId="{78C79951-BE15-4520-9E0A-EFA9C00A9BBA}">
      <dgm:prSet/>
      <dgm:spPr/>
      <dgm:t>
        <a:bodyPr/>
        <a:lstStyle/>
        <a:p>
          <a:endParaRPr lang="en-US" sz="2000">
            <a:latin typeface="Aptos" panose="020B0004020202020204" pitchFamily="34" charset="0"/>
          </a:endParaRPr>
        </a:p>
      </dgm:t>
    </dgm:pt>
    <dgm:pt modelId="{17893DAF-6E8F-4911-927A-B346B5D05C00}" type="sibTrans" cxnId="{78C79951-BE15-4520-9E0A-EFA9C00A9BBA}">
      <dgm:prSet/>
      <dgm:spPr/>
      <dgm:t>
        <a:bodyPr/>
        <a:lstStyle/>
        <a:p>
          <a:endParaRPr lang="en-US" sz="2000">
            <a:latin typeface="Aptos" panose="020B0004020202020204" pitchFamily="34" charset="0"/>
          </a:endParaRPr>
        </a:p>
      </dgm:t>
    </dgm:pt>
    <dgm:pt modelId="{FEC1D197-5398-469B-8448-76EF2E89FAA7}">
      <dgm:prSet custT="1"/>
      <dgm:spPr/>
      <dgm:t>
        <a:bodyPr/>
        <a:lstStyle/>
        <a:p>
          <a:r>
            <a:rPr lang="en-US" sz="2000" dirty="0">
              <a:latin typeface="Aptos" panose="020B0004020202020204" pitchFamily="34" charset="0"/>
            </a:rPr>
            <a:t>Define what </a:t>
          </a:r>
          <a:r>
            <a:rPr lang="en-US" sz="2000" dirty="0" err="1">
              <a:latin typeface="Aptos" panose="020B0004020202020204" pitchFamily="34" charset="0"/>
            </a:rPr>
            <a:t>Behaviour</a:t>
          </a:r>
          <a:r>
            <a:rPr lang="en-US" sz="2000" dirty="0">
              <a:latin typeface="Aptos" panose="020B0004020202020204" pitchFamily="34" charset="0"/>
            </a:rPr>
            <a:t> Change Approaches (BCAs) are.</a:t>
          </a:r>
        </a:p>
      </dgm:t>
    </dgm:pt>
    <dgm:pt modelId="{1FEFAB4B-7762-48EB-81B9-BB5B4471CF00}" type="parTrans" cxnId="{675E3420-0F06-48DC-A7AC-A3B7F824CDCF}">
      <dgm:prSet/>
      <dgm:spPr/>
      <dgm:t>
        <a:bodyPr/>
        <a:lstStyle/>
        <a:p>
          <a:endParaRPr lang="en-US" sz="2000">
            <a:latin typeface="Aptos" panose="020B0004020202020204" pitchFamily="34" charset="0"/>
          </a:endParaRPr>
        </a:p>
      </dgm:t>
    </dgm:pt>
    <dgm:pt modelId="{91E975D6-9477-4E1C-B443-E3B7B3766670}" type="sibTrans" cxnId="{675E3420-0F06-48DC-A7AC-A3B7F824CDCF}">
      <dgm:prSet/>
      <dgm:spPr/>
      <dgm:t>
        <a:bodyPr/>
        <a:lstStyle/>
        <a:p>
          <a:endParaRPr lang="en-US" sz="2000">
            <a:latin typeface="Aptos" panose="020B0004020202020204" pitchFamily="34" charset="0"/>
          </a:endParaRPr>
        </a:p>
      </dgm:t>
    </dgm:pt>
    <dgm:pt modelId="{F4153F26-EF97-4DFF-87C9-EDA5DEA747AE}">
      <dgm:prSet custT="1"/>
      <dgm:spPr/>
      <dgm:t>
        <a:bodyPr/>
        <a:lstStyle/>
        <a:p>
          <a:r>
            <a:rPr lang="en-US" sz="2000">
              <a:latin typeface="Aptos" panose="020B0004020202020204" pitchFamily="34" charset="0"/>
            </a:rPr>
            <a:t>Explain</a:t>
          </a:r>
        </a:p>
      </dgm:t>
    </dgm:pt>
    <dgm:pt modelId="{72096A6F-55FC-48DB-B3C8-9B3DBAEF310F}" type="parTrans" cxnId="{70F58B8F-50AE-4867-A747-042AF76E91B5}">
      <dgm:prSet/>
      <dgm:spPr/>
      <dgm:t>
        <a:bodyPr/>
        <a:lstStyle/>
        <a:p>
          <a:endParaRPr lang="en-US" sz="2000">
            <a:latin typeface="Aptos" panose="020B0004020202020204" pitchFamily="34" charset="0"/>
          </a:endParaRPr>
        </a:p>
      </dgm:t>
    </dgm:pt>
    <dgm:pt modelId="{CBC3BC6D-5B64-4F48-9DD3-E18976AFA4A3}" type="sibTrans" cxnId="{70F58B8F-50AE-4867-A747-042AF76E91B5}">
      <dgm:prSet/>
      <dgm:spPr/>
      <dgm:t>
        <a:bodyPr/>
        <a:lstStyle/>
        <a:p>
          <a:endParaRPr lang="en-US" sz="2000">
            <a:latin typeface="Aptos" panose="020B0004020202020204" pitchFamily="34" charset="0"/>
          </a:endParaRPr>
        </a:p>
      </dgm:t>
    </dgm:pt>
    <dgm:pt modelId="{E7338093-F326-4A93-95CE-9927262C892F}">
      <dgm:prSet custT="1"/>
      <dgm:spPr/>
      <dgm:t>
        <a:bodyPr/>
        <a:lstStyle/>
        <a:p>
          <a:r>
            <a:rPr lang="en-US" sz="2000">
              <a:latin typeface="Aptos" panose="020B0004020202020204" pitchFamily="34" charset="0"/>
            </a:rPr>
            <a:t>Explain why behaviour change is important in physiotherapy practice.</a:t>
          </a:r>
        </a:p>
      </dgm:t>
    </dgm:pt>
    <dgm:pt modelId="{208338AC-1D8E-44BD-8F17-72859DFBEE89}" type="parTrans" cxnId="{D38FBEE5-CB01-4EC0-8CF1-F0E77D194D51}">
      <dgm:prSet/>
      <dgm:spPr/>
      <dgm:t>
        <a:bodyPr/>
        <a:lstStyle/>
        <a:p>
          <a:endParaRPr lang="en-US" sz="2000">
            <a:latin typeface="Aptos" panose="020B0004020202020204" pitchFamily="34" charset="0"/>
          </a:endParaRPr>
        </a:p>
      </dgm:t>
    </dgm:pt>
    <dgm:pt modelId="{D669170A-C47A-42A8-9BF0-54F0F4CD3925}" type="sibTrans" cxnId="{D38FBEE5-CB01-4EC0-8CF1-F0E77D194D51}">
      <dgm:prSet/>
      <dgm:spPr/>
      <dgm:t>
        <a:bodyPr/>
        <a:lstStyle/>
        <a:p>
          <a:endParaRPr lang="en-US" sz="2000">
            <a:latin typeface="Aptos" panose="020B0004020202020204" pitchFamily="34" charset="0"/>
          </a:endParaRPr>
        </a:p>
      </dgm:t>
    </dgm:pt>
    <dgm:pt modelId="{0B3BC62B-2169-415D-9146-30B1800272FA}">
      <dgm:prSet custT="1"/>
      <dgm:spPr/>
      <dgm:t>
        <a:bodyPr/>
        <a:lstStyle/>
        <a:p>
          <a:r>
            <a:rPr lang="en-US" sz="2000">
              <a:latin typeface="Aptos" panose="020B0004020202020204" pitchFamily="34" charset="0"/>
            </a:rPr>
            <a:t>Describe</a:t>
          </a:r>
        </a:p>
      </dgm:t>
    </dgm:pt>
    <dgm:pt modelId="{B9981B82-35A3-4A34-B3DE-F31EBC52493E}" type="parTrans" cxnId="{1BC1FB91-D13E-4488-A92D-2E1A05FD1999}">
      <dgm:prSet/>
      <dgm:spPr/>
      <dgm:t>
        <a:bodyPr/>
        <a:lstStyle/>
        <a:p>
          <a:endParaRPr lang="en-US" sz="2000">
            <a:latin typeface="Aptos" panose="020B0004020202020204" pitchFamily="34" charset="0"/>
          </a:endParaRPr>
        </a:p>
      </dgm:t>
    </dgm:pt>
    <dgm:pt modelId="{09D20D5A-EBF3-41AC-9D29-16ECEA392E6E}" type="sibTrans" cxnId="{1BC1FB91-D13E-4488-A92D-2E1A05FD1999}">
      <dgm:prSet/>
      <dgm:spPr/>
      <dgm:t>
        <a:bodyPr/>
        <a:lstStyle/>
        <a:p>
          <a:endParaRPr lang="en-US" sz="2000">
            <a:latin typeface="Aptos" panose="020B0004020202020204" pitchFamily="34" charset="0"/>
          </a:endParaRPr>
        </a:p>
      </dgm:t>
    </dgm:pt>
    <dgm:pt modelId="{77AC64A9-2ADE-455F-A9BE-7467EDFDA8FF}">
      <dgm:prSet custT="1"/>
      <dgm:spPr/>
      <dgm:t>
        <a:bodyPr/>
        <a:lstStyle/>
        <a:p>
          <a:r>
            <a:rPr lang="en-US" sz="2000">
              <a:latin typeface="Aptos" panose="020B0004020202020204" pitchFamily="34" charset="0"/>
            </a:rPr>
            <a:t>Describe key Behaviour Change Theories and the Behaviour Change Wheel.</a:t>
          </a:r>
        </a:p>
      </dgm:t>
    </dgm:pt>
    <dgm:pt modelId="{C481BD90-0AC4-4B4E-8CAD-FC5620ABCAF4}" type="parTrans" cxnId="{ACE21DAA-FA96-421A-9084-7D484A8D1C4A}">
      <dgm:prSet/>
      <dgm:spPr/>
      <dgm:t>
        <a:bodyPr/>
        <a:lstStyle/>
        <a:p>
          <a:endParaRPr lang="en-US" sz="2000">
            <a:latin typeface="Aptos" panose="020B0004020202020204" pitchFamily="34" charset="0"/>
          </a:endParaRPr>
        </a:p>
      </dgm:t>
    </dgm:pt>
    <dgm:pt modelId="{1FB78F1B-6C32-4187-BE54-352F1A1CDAFA}" type="sibTrans" cxnId="{ACE21DAA-FA96-421A-9084-7D484A8D1C4A}">
      <dgm:prSet/>
      <dgm:spPr/>
      <dgm:t>
        <a:bodyPr/>
        <a:lstStyle/>
        <a:p>
          <a:endParaRPr lang="en-US" sz="2000">
            <a:latin typeface="Aptos" panose="020B0004020202020204" pitchFamily="34" charset="0"/>
          </a:endParaRPr>
        </a:p>
      </dgm:t>
    </dgm:pt>
    <dgm:pt modelId="{961A4B38-D985-41D6-BDE9-84D2CBF10194}">
      <dgm:prSet custT="1"/>
      <dgm:spPr/>
      <dgm:t>
        <a:bodyPr/>
        <a:lstStyle/>
        <a:p>
          <a:r>
            <a:rPr lang="en-US" sz="2000">
              <a:latin typeface="Aptos" panose="020B0004020202020204" pitchFamily="34" charset="0"/>
            </a:rPr>
            <a:t>Identify</a:t>
          </a:r>
        </a:p>
      </dgm:t>
    </dgm:pt>
    <dgm:pt modelId="{C80C597E-27A5-4365-9C5B-CF831C07650E}" type="parTrans" cxnId="{AF798119-4893-4C9B-80F9-3ED39D5883F8}">
      <dgm:prSet/>
      <dgm:spPr/>
      <dgm:t>
        <a:bodyPr/>
        <a:lstStyle/>
        <a:p>
          <a:endParaRPr lang="en-US" sz="2000">
            <a:latin typeface="Aptos" panose="020B0004020202020204" pitchFamily="34" charset="0"/>
          </a:endParaRPr>
        </a:p>
      </dgm:t>
    </dgm:pt>
    <dgm:pt modelId="{9EFB9D1B-C14A-44EC-B32E-04C105BDC65C}" type="sibTrans" cxnId="{AF798119-4893-4C9B-80F9-3ED39D5883F8}">
      <dgm:prSet/>
      <dgm:spPr/>
      <dgm:t>
        <a:bodyPr/>
        <a:lstStyle/>
        <a:p>
          <a:endParaRPr lang="en-US" sz="2000">
            <a:latin typeface="Aptos" panose="020B0004020202020204" pitchFamily="34" charset="0"/>
          </a:endParaRPr>
        </a:p>
      </dgm:t>
    </dgm:pt>
    <dgm:pt modelId="{E462B828-E2F5-4241-8A85-D9D859842315}">
      <dgm:prSet custT="1"/>
      <dgm:spPr/>
      <dgm:t>
        <a:bodyPr/>
        <a:lstStyle/>
        <a:p>
          <a:r>
            <a:rPr lang="en-US" sz="2000">
              <a:latin typeface="Aptos" panose="020B0004020202020204" pitchFamily="34" charset="0"/>
            </a:rPr>
            <a:t>Identify Behaviour Change Techniques (BCTs) and their categories.</a:t>
          </a:r>
        </a:p>
      </dgm:t>
    </dgm:pt>
    <dgm:pt modelId="{C2BC29BF-0785-4DDE-BC65-39E5772E199F}" type="parTrans" cxnId="{547F7344-63AF-45B1-B3FA-FC1EBC81858D}">
      <dgm:prSet/>
      <dgm:spPr/>
      <dgm:t>
        <a:bodyPr/>
        <a:lstStyle/>
        <a:p>
          <a:endParaRPr lang="en-US" sz="2000">
            <a:latin typeface="Aptos" panose="020B0004020202020204" pitchFamily="34" charset="0"/>
          </a:endParaRPr>
        </a:p>
      </dgm:t>
    </dgm:pt>
    <dgm:pt modelId="{E315383A-FA37-49AA-AB75-A3B63FBD3E0A}" type="sibTrans" cxnId="{547F7344-63AF-45B1-B3FA-FC1EBC81858D}">
      <dgm:prSet/>
      <dgm:spPr/>
      <dgm:t>
        <a:bodyPr/>
        <a:lstStyle/>
        <a:p>
          <a:endParaRPr lang="en-US" sz="2000">
            <a:latin typeface="Aptos" panose="020B0004020202020204" pitchFamily="34" charset="0"/>
          </a:endParaRPr>
        </a:p>
      </dgm:t>
    </dgm:pt>
    <dgm:pt modelId="{C4EF7E4F-7E0F-44FD-A1D1-647527D0C57A}">
      <dgm:prSet custT="1"/>
      <dgm:spPr/>
      <dgm:t>
        <a:bodyPr/>
        <a:lstStyle/>
        <a:p>
          <a:r>
            <a:rPr lang="en-US" sz="2000">
              <a:latin typeface="Aptos" panose="020B0004020202020204" pitchFamily="34" charset="0"/>
            </a:rPr>
            <a:t>Apply</a:t>
          </a:r>
        </a:p>
      </dgm:t>
    </dgm:pt>
    <dgm:pt modelId="{5184DD3F-5671-466A-80F3-C056020E9C66}" type="parTrans" cxnId="{B2321AD2-D204-477E-9A76-DA72171B36A5}">
      <dgm:prSet/>
      <dgm:spPr/>
      <dgm:t>
        <a:bodyPr/>
        <a:lstStyle/>
        <a:p>
          <a:endParaRPr lang="en-US" sz="2000">
            <a:latin typeface="Aptos" panose="020B0004020202020204" pitchFamily="34" charset="0"/>
          </a:endParaRPr>
        </a:p>
      </dgm:t>
    </dgm:pt>
    <dgm:pt modelId="{40FD9D87-6446-4201-B6FA-068C28B48F20}" type="sibTrans" cxnId="{B2321AD2-D204-477E-9A76-DA72171B36A5}">
      <dgm:prSet/>
      <dgm:spPr/>
      <dgm:t>
        <a:bodyPr/>
        <a:lstStyle/>
        <a:p>
          <a:endParaRPr lang="en-US" sz="2000">
            <a:latin typeface="Aptos" panose="020B0004020202020204" pitchFamily="34" charset="0"/>
          </a:endParaRPr>
        </a:p>
      </dgm:t>
    </dgm:pt>
    <dgm:pt modelId="{E512C61C-A0B0-4A4A-8718-DB92E363F2F8}">
      <dgm:prSet custT="1"/>
      <dgm:spPr/>
      <dgm:t>
        <a:bodyPr/>
        <a:lstStyle/>
        <a:p>
          <a:r>
            <a:rPr lang="en-US" sz="2000">
              <a:latin typeface="Aptos" panose="020B0004020202020204" pitchFamily="34" charset="0"/>
            </a:rPr>
            <a:t>Apply BCTs to clinical scenarios to enhance patient motivation and adherence.</a:t>
          </a:r>
        </a:p>
      </dgm:t>
    </dgm:pt>
    <dgm:pt modelId="{BD92C3E2-0E81-490C-BF5E-D34B6C481DF1}" type="parTrans" cxnId="{55A217A2-440A-4185-BB7A-8E1A10153249}">
      <dgm:prSet/>
      <dgm:spPr/>
      <dgm:t>
        <a:bodyPr/>
        <a:lstStyle/>
        <a:p>
          <a:endParaRPr lang="en-US" sz="2000">
            <a:latin typeface="Aptos" panose="020B0004020202020204" pitchFamily="34" charset="0"/>
          </a:endParaRPr>
        </a:p>
      </dgm:t>
    </dgm:pt>
    <dgm:pt modelId="{E2ECA7A4-1737-4BB9-AFA1-F64C52D6AA3F}" type="sibTrans" cxnId="{55A217A2-440A-4185-BB7A-8E1A10153249}">
      <dgm:prSet/>
      <dgm:spPr/>
      <dgm:t>
        <a:bodyPr/>
        <a:lstStyle/>
        <a:p>
          <a:endParaRPr lang="en-US" sz="2000">
            <a:latin typeface="Aptos" panose="020B0004020202020204" pitchFamily="34" charset="0"/>
          </a:endParaRPr>
        </a:p>
      </dgm:t>
    </dgm:pt>
    <dgm:pt modelId="{C727ED4A-B1D7-47BF-8613-C56FFE9270FE}" type="pres">
      <dgm:prSet presAssocID="{3002092A-0374-4FA5-9755-91182FBC67C1}" presName="Name0" presStyleCnt="0">
        <dgm:presLayoutVars>
          <dgm:dir/>
          <dgm:animLvl val="lvl"/>
          <dgm:resizeHandles val="exact"/>
        </dgm:presLayoutVars>
      </dgm:prSet>
      <dgm:spPr/>
    </dgm:pt>
    <dgm:pt modelId="{73A037A1-9D32-4078-A745-BF7AD84E0A7F}" type="pres">
      <dgm:prSet presAssocID="{C8570BE4-8C8B-489D-A92B-EB889E7F957A}" presName="linNode" presStyleCnt="0"/>
      <dgm:spPr/>
    </dgm:pt>
    <dgm:pt modelId="{C2D5D4BA-0DE9-4C98-80EB-2BACE2395F8A}" type="pres">
      <dgm:prSet presAssocID="{C8570BE4-8C8B-489D-A92B-EB889E7F957A}" presName="parentText" presStyleLbl="alignNode1" presStyleIdx="0" presStyleCnt="5">
        <dgm:presLayoutVars>
          <dgm:chMax val="1"/>
          <dgm:bulletEnabled/>
        </dgm:presLayoutVars>
      </dgm:prSet>
      <dgm:spPr/>
    </dgm:pt>
    <dgm:pt modelId="{79CA9D0A-E40B-4E4E-9F8E-4CBCF87929F1}" type="pres">
      <dgm:prSet presAssocID="{C8570BE4-8C8B-489D-A92B-EB889E7F957A}" presName="descendantText" presStyleLbl="alignAccFollowNode1" presStyleIdx="0" presStyleCnt="5">
        <dgm:presLayoutVars>
          <dgm:bulletEnabled/>
        </dgm:presLayoutVars>
      </dgm:prSet>
      <dgm:spPr/>
    </dgm:pt>
    <dgm:pt modelId="{CEA9C1C3-263F-442F-95E3-8FA287625420}" type="pres">
      <dgm:prSet presAssocID="{17893DAF-6E8F-4911-927A-B346B5D05C00}" presName="sp" presStyleCnt="0"/>
      <dgm:spPr/>
    </dgm:pt>
    <dgm:pt modelId="{1B81C5E7-ADF2-4D79-A0B1-B6FBF72BFC1B}" type="pres">
      <dgm:prSet presAssocID="{F4153F26-EF97-4DFF-87C9-EDA5DEA747AE}" presName="linNode" presStyleCnt="0"/>
      <dgm:spPr/>
    </dgm:pt>
    <dgm:pt modelId="{C727642F-304C-4581-BC51-C0310E3C73A5}" type="pres">
      <dgm:prSet presAssocID="{F4153F26-EF97-4DFF-87C9-EDA5DEA747AE}" presName="parentText" presStyleLbl="alignNode1" presStyleIdx="1" presStyleCnt="5">
        <dgm:presLayoutVars>
          <dgm:chMax val="1"/>
          <dgm:bulletEnabled/>
        </dgm:presLayoutVars>
      </dgm:prSet>
      <dgm:spPr/>
    </dgm:pt>
    <dgm:pt modelId="{B70E7703-2DAA-4ED7-9900-CD25F032F4AC}" type="pres">
      <dgm:prSet presAssocID="{F4153F26-EF97-4DFF-87C9-EDA5DEA747AE}" presName="descendantText" presStyleLbl="alignAccFollowNode1" presStyleIdx="1" presStyleCnt="5">
        <dgm:presLayoutVars>
          <dgm:bulletEnabled/>
        </dgm:presLayoutVars>
      </dgm:prSet>
      <dgm:spPr/>
    </dgm:pt>
    <dgm:pt modelId="{FF2ABDAA-B834-4160-B71F-DD96FBED2852}" type="pres">
      <dgm:prSet presAssocID="{CBC3BC6D-5B64-4F48-9DD3-E18976AFA4A3}" presName="sp" presStyleCnt="0"/>
      <dgm:spPr/>
    </dgm:pt>
    <dgm:pt modelId="{132A838D-9F91-4A24-A927-15C580A761C1}" type="pres">
      <dgm:prSet presAssocID="{0B3BC62B-2169-415D-9146-30B1800272FA}" presName="linNode" presStyleCnt="0"/>
      <dgm:spPr/>
    </dgm:pt>
    <dgm:pt modelId="{FC258D7D-7975-48BA-BBF8-D4253245C71E}" type="pres">
      <dgm:prSet presAssocID="{0B3BC62B-2169-415D-9146-30B1800272FA}" presName="parentText" presStyleLbl="alignNode1" presStyleIdx="2" presStyleCnt="5">
        <dgm:presLayoutVars>
          <dgm:chMax val="1"/>
          <dgm:bulletEnabled/>
        </dgm:presLayoutVars>
      </dgm:prSet>
      <dgm:spPr/>
    </dgm:pt>
    <dgm:pt modelId="{2DE8017C-AD7E-49C4-8FF9-1430F2873B0F}" type="pres">
      <dgm:prSet presAssocID="{0B3BC62B-2169-415D-9146-30B1800272FA}" presName="descendantText" presStyleLbl="alignAccFollowNode1" presStyleIdx="2" presStyleCnt="5">
        <dgm:presLayoutVars>
          <dgm:bulletEnabled/>
        </dgm:presLayoutVars>
      </dgm:prSet>
      <dgm:spPr/>
    </dgm:pt>
    <dgm:pt modelId="{67AC0BEE-BA3A-4390-8C4D-C4DF7434089B}" type="pres">
      <dgm:prSet presAssocID="{09D20D5A-EBF3-41AC-9D29-16ECEA392E6E}" presName="sp" presStyleCnt="0"/>
      <dgm:spPr/>
    </dgm:pt>
    <dgm:pt modelId="{68BF5244-E1C2-4076-945C-FD409FB81F44}" type="pres">
      <dgm:prSet presAssocID="{961A4B38-D985-41D6-BDE9-84D2CBF10194}" presName="linNode" presStyleCnt="0"/>
      <dgm:spPr/>
    </dgm:pt>
    <dgm:pt modelId="{5F5E1CD2-77CB-41BA-9992-30AE43124EC9}" type="pres">
      <dgm:prSet presAssocID="{961A4B38-D985-41D6-BDE9-84D2CBF10194}" presName="parentText" presStyleLbl="alignNode1" presStyleIdx="3" presStyleCnt="5">
        <dgm:presLayoutVars>
          <dgm:chMax val="1"/>
          <dgm:bulletEnabled/>
        </dgm:presLayoutVars>
      </dgm:prSet>
      <dgm:spPr/>
    </dgm:pt>
    <dgm:pt modelId="{854C300E-19DA-4943-9261-0CD820441345}" type="pres">
      <dgm:prSet presAssocID="{961A4B38-D985-41D6-BDE9-84D2CBF10194}" presName="descendantText" presStyleLbl="alignAccFollowNode1" presStyleIdx="3" presStyleCnt="5">
        <dgm:presLayoutVars>
          <dgm:bulletEnabled/>
        </dgm:presLayoutVars>
      </dgm:prSet>
      <dgm:spPr/>
    </dgm:pt>
    <dgm:pt modelId="{F6C9122D-362B-4563-AA0D-0F1268AAFC7D}" type="pres">
      <dgm:prSet presAssocID="{9EFB9D1B-C14A-44EC-B32E-04C105BDC65C}" presName="sp" presStyleCnt="0"/>
      <dgm:spPr/>
    </dgm:pt>
    <dgm:pt modelId="{FC8C1F76-B69F-4987-92ED-BA352795EDB0}" type="pres">
      <dgm:prSet presAssocID="{C4EF7E4F-7E0F-44FD-A1D1-647527D0C57A}" presName="linNode" presStyleCnt="0"/>
      <dgm:spPr/>
    </dgm:pt>
    <dgm:pt modelId="{EB74BE7C-33E9-45D8-ADB3-510A9F860CE3}" type="pres">
      <dgm:prSet presAssocID="{C4EF7E4F-7E0F-44FD-A1D1-647527D0C57A}" presName="parentText" presStyleLbl="alignNode1" presStyleIdx="4" presStyleCnt="5">
        <dgm:presLayoutVars>
          <dgm:chMax val="1"/>
          <dgm:bulletEnabled/>
        </dgm:presLayoutVars>
      </dgm:prSet>
      <dgm:spPr/>
    </dgm:pt>
    <dgm:pt modelId="{D79BE9FE-CEB7-4000-B0BF-CFF689FC2504}" type="pres">
      <dgm:prSet presAssocID="{C4EF7E4F-7E0F-44FD-A1D1-647527D0C57A}" presName="descendantText" presStyleLbl="alignAccFollowNode1" presStyleIdx="4" presStyleCnt="5">
        <dgm:presLayoutVars>
          <dgm:bulletEnabled/>
        </dgm:presLayoutVars>
      </dgm:prSet>
      <dgm:spPr/>
    </dgm:pt>
  </dgm:ptLst>
  <dgm:cxnLst>
    <dgm:cxn modelId="{AF798119-4893-4C9B-80F9-3ED39D5883F8}" srcId="{3002092A-0374-4FA5-9755-91182FBC67C1}" destId="{961A4B38-D985-41D6-BDE9-84D2CBF10194}" srcOrd="3" destOrd="0" parTransId="{C80C597E-27A5-4365-9C5B-CF831C07650E}" sibTransId="{9EFB9D1B-C14A-44EC-B32E-04C105BDC65C}"/>
    <dgm:cxn modelId="{675E3420-0F06-48DC-A7AC-A3B7F824CDCF}" srcId="{C8570BE4-8C8B-489D-A92B-EB889E7F957A}" destId="{FEC1D197-5398-469B-8448-76EF2E89FAA7}" srcOrd="0" destOrd="0" parTransId="{1FEFAB4B-7762-48EB-81B9-BB5B4471CF00}" sibTransId="{91E975D6-9477-4E1C-B443-E3B7B3766670}"/>
    <dgm:cxn modelId="{B68F8A2A-816C-420F-9F26-F39BD05ECC89}" type="presOf" srcId="{961A4B38-D985-41D6-BDE9-84D2CBF10194}" destId="{5F5E1CD2-77CB-41BA-9992-30AE43124EC9}" srcOrd="0" destOrd="0" presId="urn:microsoft.com/office/officeart/2016/7/layout/VerticalSolidActionList"/>
    <dgm:cxn modelId="{DBFF815D-6484-49B5-A870-DA3B09ABFE69}" type="presOf" srcId="{E462B828-E2F5-4241-8A85-D9D859842315}" destId="{854C300E-19DA-4943-9261-0CD820441345}" srcOrd="0" destOrd="0" presId="urn:microsoft.com/office/officeart/2016/7/layout/VerticalSolidActionList"/>
    <dgm:cxn modelId="{547F7344-63AF-45B1-B3FA-FC1EBC81858D}" srcId="{961A4B38-D985-41D6-BDE9-84D2CBF10194}" destId="{E462B828-E2F5-4241-8A85-D9D859842315}" srcOrd="0" destOrd="0" parTransId="{C2BC29BF-0785-4DDE-BC65-39E5772E199F}" sibTransId="{E315383A-FA37-49AA-AB75-A3B63FBD3E0A}"/>
    <dgm:cxn modelId="{B360C944-4CB8-4B9C-BD17-EB3ABEC035C1}" type="presOf" srcId="{E512C61C-A0B0-4A4A-8718-DB92E363F2F8}" destId="{D79BE9FE-CEB7-4000-B0BF-CFF689FC2504}" srcOrd="0" destOrd="0" presId="urn:microsoft.com/office/officeart/2016/7/layout/VerticalSolidActionList"/>
    <dgm:cxn modelId="{77BD486A-A0A7-4C18-A3B1-21C1183760E3}" type="presOf" srcId="{E7338093-F326-4A93-95CE-9927262C892F}" destId="{B70E7703-2DAA-4ED7-9900-CD25F032F4AC}" srcOrd="0" destOrd="0" presId="urn:microsoft.com/office/officeart/2016/7/layout/VerticalSolidActionList"/>
    <dgm:cxn modelId="{78C79951-BE15-4520-9E0A-EFA9C00A9BBA}" srcId="{3002092A-0374-4FA5-9755-91182FBC67C1}" destId="{C8570BE4-8C8B-489D-A92B-EB889E7F957A}" srcOrd="0" destOrd="0" parTransId="{860C9DAC-21B8-4068-A2B1-60C566372E96}" sibTransId="{17893DAF-6E8F-4911-927A-B346B5D05C00}"/>
    <dgm:cxn modelId="{27CB177B-FB32-497F-90BB-28A9778BD5A1}" type="presOf" srcId="{77AC64A9-2ADE-455F-A9BE-7467EDFDA8FF}" destId="{2DE8017C-AD7E-49C4-8FF9-1430F2873B0F}" srcOrd="0" destOrd="0" presId="urn:microsoft.com/office/officeart/2016/7/layout/VerticalSolidActionList"/>
    <dgm:cxn modelId="{4358C77E-AD07-4BBD-A2BB-4D2CE48680D7}" type="presOf" srcId="{FEC1D197-5398-469B-8448-76EF2E89FAA7}" destId="{79CA9D0A-E40B-4E4E-9F8E-4CBCF87929F1}" srcOrd="0" destOrd="0" presId="urn:microsoft.com/office/officeart/2016/7/layout/VerticalSolidActionList"/>
    <dgm:cxn modelId="{E779F58C-DB60-409D-B281-03F588C62307}" type="presOf" srcId="{0B3BC62B-2169-415D-9146-30B1800272FA}" destId="{FC258D7D-7975-48BA-BBF8-D4253245C71E}" srcOrd="0" destOrd="0" presId="urn:microsoft.com/office/officeart/2016/7/layout/VerticalSolidActionList"/>
    <dgm:cxn modelId="{70F58B8F-50AE-4867-A747-042AF76E91B5}" srcId="{3002092A-0374-4FA5-9755-91182FBC67C1}" destId="{F4153F26-EF97-4DFF-87C9-EDA5DEA747AE}" srcOrd="1" destOrd="0" parTransId="{72096A6F-55FC-48DB-B3C8-9B3DBAEF310F}" sibTransId="{CBC3BC6D-5B64-4F48-9DD3-E18976AFA4A3}"/>
    <dgm:cxn modelId="{1BC1FB91-D13E-4488-A92D-2E1A05FD1999}" srcId="{3002092A-0374-4FA5-9755-91182FBC67C1}" destId="{0B3BC62B-2169-415D-9146-30B1800272FA}" srcOrd="2" destOrd="0" parTransId="{B9981B82-35A3-4A34-B3DE-F31EBC52493E}" sibTransId="{09D20D5A-EBF3-41AC-9D29-16ECEA392E6E}"/>
    <dgm:cxn modelId="{45FF5899-7E4F-4988-BE4C-8E70B25B4D38}" type="presOf" srcId="{C4EF7E4F-7E0F-44FD-A1D1-647527D0C57A}" destId="{EB74BE7C-33E9-45D8-ADB3-510A9F860CE3}" srcOrd="0" destOrd="0" presId="urn:microsoft.com/office/officeart/2016/7/layout/VerticalSolidActionList"/>
    <dgm:cxn modelId="{55A217A2-440A-4185-BB7A-8E1A10153249}" srcId="{C4EF7E4F-7E0F-44FD-A1D1-647527D0C57A}" destId="{E512C61C-A0B0-4A4A-8718-DB92E363F2F8}" srcOrd="0" destOrd="0" parTransId="{BD92C3E2-0E81-490C-BF5E-D34B6C481DF1}" sibTransId="{E2ECA7A4-1737-4BB9-AFA1-F64C52D6AA3F}"/>
    <dgm:cxn modelId="{ACE21DAA-FA96-421A-9084-7D484A8D1C4A}" srcId="{0B3BC62B-2169-415D-9146-30B1800272FA}" destId="{77AC64A9-2ADE-455F-A9BE-7467EDFDA8FF}" srcOrd="0" destOrd="0" parTransId="{C481BD90-0AC4-4B4E-8CAD-FC5620ABCAF4}" sibTransId="{1FB78F1B-6C32-4187-BE54-352F1A1CDAFA}"/>
    <dgm:cxn modelId="{E23B6FAA-0AA3-47FE-96F9-1228A2F5C3A2}" type="presOf" srcId="{F4153F26-EF97-4DFF-87C9-EDA5DEA747AE}" destId="{C727642F-304C-4581-BC51-C0310E3C73A5}" srcOrd="0" destOrd="0" presId="urn:microsoft.com/office/officeart/2016/7/layout/VerticalSolidActionList"/>
    <dgm:cxn modelId="{F70DACC7-57F5-4973-92DF-C3FCFDF1FC1A}" type="presOf" srcId="{C8570BE4-8C8B-489D-A92B-EB889E7F957A}" destId="{C2D5D4BA-0DE9-4C98-80EB-2BACE2395F8A}" srcOrd="0" destOrd="0" presId="urn:microsoft.com/office/officeart/2016/7/layout/VerticalSolidActionList"/>
    <dgm:cxn modelId="{B2321AD2-D204-477E-9A76-DA72171B36A5}" srcId="{3002092A-0374-4FA5-9755-91182FBC67C1}" destId="{C4EF7E4F-7E0F-44FD-A1D1-647527D0C57A}" srcOrd="4" destOrd="0" parTransId="{5184DD3F-5671-466A-80F3-C056020E9C66}" sibTransId="{40FD9D87-6446-4201-B6FA-068C28B48F20}"/>
    <dgm:cxn modelId="{C0FEB9E3-4CB2-4566-94CB-51AF4F249D89}" type="presOf" srcId="{3002092A-0374-4FA5-9755-91182FBC67C1}" destId="{C727ED4A-B1D7-47BF-8613-C56FFE9270FE}" srcOrd="0" destOrd="0" presId="urn:microsoft.com/office/officeart/2016/7/layout/VerticalSolidActionList"/>
    <dgm:cxn modelId="{D38FBEE5-CB01-4EC0-8CF1-F0E77D194D51}" srcId="{F4153F26-EF97-4DFF-87C9-EDA5DEA747AE}" destId="{E7338093-F326-4A93-95CE-9927262C892F}" srcOrd="0" destOrd="0" parTransId="{208338AC-1D8E-44BD-8F17-72859DFBEE89}" sibTransId="{D669170A-C47A-42A8-9BF0-54F0F4CD3925}"/>
    <dgm:cxn modelId="{62742E42-C0F3-4BD3-91C4-8893D662F654}" type="presParOf" srcId="{C727ED4A-B1D7-47BF-8613-C56FFE9270FE}" destId="{73A037A1-9D32-4078-A745-BF7AD84E0A7F}" srcOrd="0" destOrd="0" presId="urn:microsoft.com/office/officeart/2016/7/layout/VerticalSolidActionList"/>
    <dgm:cxn modelId="{BACD2A8B-EDE0-49A3-BC59-8231D9009B61}" type="presParOf" srcId="{73A037A1-9D32-4078-A745-BF7AD84E0A7F}" destId="{C2D5D4BA-0DE9-4C98-80EB-2BACE2395F8A}" srcOrd="0" destOrd="0" presId="urn:microsoft.com/office/officeart/2016/7/layout/VerticalSolidActionList"/>
    <dgm:cxn modelId="{35ABF64D-4EF6-4580-B3AA-707D805E64DC}" type="presParOf" srcId="{73A037A1-9D32-4078-A745-BF7AD84E0A7F}" destId="{79CA9D0A-E40B-4E4E-9F8E-4CBCF87929F1}" srcOrd="1" destOrd="0" presId="urn:microsoft.com/office/officeart/2016/7/layout/VerticalSolidActionList"/>
    <dgm:cxn modelId="{F3B1611F-301E-4EC1-9E51-FCFF945F1248}" type="presParOf" srcId="{C727ED4A-B1D7-47BF-8613-C56FFE9270FE}" destId="{CEA9C1C3-263F-442F-95E3-8FA287625420}" srcOrd="1" destOrd="0" presId="urn:microsoft.com/office/officeart/2016/7/layout/VerticalSolidActionList"/>
    <dgm:cxn modelId="{C0C2F39B-E8C6-4356-A710-E8725E0655A9}" type="presParOf" srcId="{C727ED4A-B1D7-47BF-8613-C56FFE9270FE}" destId="{1B81C5E7-ADF2-4D79-A0B1-B6FBF72BFC1B}" srcOrd="2" destOrd="0" presId="urn:microsoft.com/office/officeart/2016/7/layout/VerticalSolidActionList"/>
    <dgm:cxn modelId="{A39C5004-DFD9-4CA5-B08A-F5A1C00F2C9D}" type="presParOf" srcId="{1B81C5E7-ADF2-4D79-A0B1-B6FBF72BFC1B}" destId="{C727642F-304C-4581-BC51-C0310E3C73A5}" srcOrd="0" destOrd="0" presId="urn:microsoft.com/office/officeart/2016/7/layout/VerticalSolidActionList"/>
    <dgm:cxn modelId="{6EF5021A-55E3-40B8-A9B3-D55DCEAF9773}" type="presParOf" srcId="{1B81C5E7-ADF2-4D79-A0B1-B6FBF72BFC1B}" destId="{B70E7703-2DAA-4ED7-9900-CD25F032F4AC}" srcOrd="1" destOrd="0" presId="urn:microsoft.com/office/officeart/2016/7/layout/VerticalSolidActionList"/>
    <dgm:cxn modelId="{39BB2DA9-3ED9-4C23-AE5C-9E763A240339}" type="presParOf" srcId="{C727ED4A-B1D7-47BF-8613-C56FFE9270FE}" destId="{FF2ABDAA-B834-4160-B71F-DD96FBED2852}" srcOrd="3" destOrd="0" presId="urn:microsoft.com/office/officeart/2016/7/layout/VerticalSolidActionList"/>
    <dgm:cxn modelId="{F24DFADC-ABC6-4919-87AA-F06F6B8004F5}" type="presParOf" srcId="{C727ED4A-B1D7-47BF-8613-C56FFE9270FE}" destId="{132A838D-9F91-4A24-A927-15C580A761C1}" srcOrd="4" destOrd="0" presId="urn:microsoft.com/office/officeart/2016/7/layout/VerticalSolidActionList"/>
    <dgm:cxn modelId="{CF081AE1-B85B-4634-AD4A-573C6C4BF732}" type="presParOf" srcId="{132A838D-9F91-4A24-A927-15C580A761C1}" destId="{FC258D7D-7975-48BA-BBF8-D4253245C71E}" srcOrd="0" destOrd="0" presId="urn:microsoft.com/office/officeart/2016/7/layout/VerticalSolidActionList"/>
    <dgm:cxn modelId="{A832C2C0-26CC-482C-9663-2795AD144663}" type="presParOf" srcId="{132A838D-9F91-4A24-A927-15C580A761C1}" destId="{2DE8017C-AD7E-49C4-8FF9-1430F2873B0F}" srcOrd="1" destOrd="0" presId="urn:microsoft.com/office/officeart/2016/7/layout/VerticalSolidActionList"/>
    <dgm:cxn modelId="{93FECEDC-9386-4808-B1A3-12C169F97D05}" type="presParOf" srcId="{C727ED4A-B1D7-47BF-8613-C56FFE9270FE}" destId="{67AC0BEE-BA3A-4390-8C4D-C4DF7434089B}" srcOrd="5" destOrd="0" presId="urn:microsoft.com/office/officeart/2016/7/layout/VerticalSolidActionList"/>
    <dgm:cxn modelId="{8754CCBB-D49E-4F2D-8F7A-499020528811}" type="presParOf" srcId="{C727ED4A-B1D7-47BF-8613-C56FFE9270FE}" destId="{68BF5244-E1C2-4076-945C-FD409FB81F44}" srcOrd="6" destOrd="0" presId="urn:microsoft.com/office/officeart/2016/7/layout/VerticalSolidActionList"/>
    <dgm:cxn modelId="{9D631589-4FEA-4E36-99CF-16EC175415EE}" type="presParOf" srcId="{68BF5244-E1C2-4076-945C-FD409FB81F44}" destId="{5F5E1CD2-77CB-41BA-9992-30AE43124EC9}" srcOrd="0" destOrd="0" presId="urn:microsoft.com/office/officeart/2016/7/layout/VerticalSolidActionList"/>
    <dgm:cxn modelId="{BBFC842A-61C1-40BB-A0ED-67201E1885C1}" type="presParOf" srcId="{68BF5244-E1C2-4076-945C-FD409FB81F44}" destId="{854C300E-19DA-4943-9261-0CD820441345}" srcOrd="1" destOrd="0" presId="urn:microsoft.com/office/officeart/2016/7/layout/VerticalSolidActionList"/>
    <dgm:cxn modelId="{6859FBB1-25C4-4266-947E-01A66FAF0A78}" type="presParOf" srcId="{C727ED4A-B1D7-47BF-8613-C56FFE9270FE}" destId="{F6C9122D-362B-4563-AA0D-0F1268AAFC7D}" srcOrd="7" destOrd="0" presId="urn:microsoft.com/office/officeart/2016/7/layout/VerticalSolidActionList"/>
    <dgm:cxn modelId="{160A60DE-F2C2-45E8-A2F5-61F35291C6FB}" type="presParOf" srcId="{C727ED4A-B1D7-47BF-8613-C56FFE9270FE}" destId="{FC8C1F76-B69F-4987-92ED-BA352795EDB0}" srcOrd="8" destOrd="0" presId="urn:microsoft.com/office/officeart/2016/7/layout/VerticalSolidActionList"/>
    <dgm:cxn modelId="{C75127E8-A9BC-4DDC-B0BD-FAC86D5B9FF7}" type="presParOf" srcId="{FC8C1F76-B69F-4987-92ED-BA352795EDB0}" destId="{EB74BE7C-33E9-45D8-ADB3-510A9F860CE3}" srcOrd="0" destOrd="0" presId="urn:microsoft.com/office/officeart/2016/7/layout/VerticalSolidActionList"/>
    <dgm:cxn modelId="{FD92D457-6849-40B4-A11E-C7C041693E35}" type="presParOf" srcId="{FC8C1F76-B69F-4987-92ED-BA352795EDB0}" destId="{D79BE9FE-CEB7-4000-B0BF-CFF689FC2504}" srcOrd="1" destOrd="0" presId="urn:microsoft.com/office/officeart/2016/7/layout/VerticalSolidAction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992EA59-ED32-4EF1-8E5D-0C8C52932B7D}" type="doc">
      <dgm:prSet loTypeId="urn:microsoft.com/office/officeart/2005/8/layout/vProcess5" loCatId="process" qsTypeId="urn:microsoft.com/office/officeart/2005/8/quickstyle/simple1" qsCatId="simple" csTypeId="urn:microsoft.com/office/officeart/2005/8/colors/colorful1" csCatId="colorful" phldr="1"/>
      <dgm:spPr/>
      <dgm:t>
        <a:bodyPr/>
        <a:lstStyle/>
        <a:p>
          <a:endParaRPr lang="en-US"/>
        </a:p>
      </dgm:t>
    </dgm:pt>
    <dgm:pt modelId="{9E98BC6F-D85A-4EDA-A6D1-3AB08D4D93D3}">
      <dgm:prSet custT="1"/>
      <dgm:spPr/>
      <dgm:t>
        <a:bodyPr/>
        <a:lstStyle/>
        <a:p>
          <a:r>
            <a:rPr lang="en-GB" sz="2400" dirty="0">
              <a:latin typeface="Aptos" panose="020B0004020202020204" pitchFamily="34" charset="0"/>
            </a:rPr>
            <a:t>Systematic methods for influencing how people think, feel, and act to promote healthier behaviours.</a:t>
          </a:r>
          <a:endParaRPr lang="en-US" sz="2400" dirty="0">
            <a:latin typeface="Aptos" panose="020B0004020202020204" pitchFamily="34" charset="0"/>
          </a:endParaRPr>
        </a:p>
      </dgm:t>
    </dgm:pt>
    <dgm:pt modelId="{40A876AC-6D5F-471C-BCE5-A1F4782F5F50}" type="parTrans" cxnId="{09A7B335-6CFE-4399-AF5D-C74AA5BB54F9}">
      <dgm:prSet/>
      <dgm:spPr/>
      <dgm:t>
        <a:bodyPr/>
        <a:lstStyle/>
        <a:p>
          <a:endParaRPr lang="en-US" sz="2400">
            <a:latin typeface="Aptos" panose="020B0004020202020204" pitchFamily="34" charset="0"/>
          </a:endParaRPr>
        </a:p>
      </dgm:t>
    </dgm:pt>
    <dgm:pt modelId="{D168CEBF-48E7-4640-9856-047B9567E6AC}" type="sibTrans" cxnId="{09A7B335-6CFE-4399-AF5D-C74AA5BB54F9}">
      <dgm:prSet custT="1"/>
      <dgm:spPr/>
      <dgm:t>
        <a:bodyPr/>
        <a:lstStyle/>
        <a:p>
          <a:endParaRPr lang="en-US" sz="2400">
            <a:latin typeface="Aptos" panose="020B0004020202020204" pitchFamily="34" charset="0"/>
          </a:endParaRPr>
        </a:p>
      </dgm:t>
    </dgm:pt>
    <dgm:pt modelId="{21B553F1-25A0-4EE4-B360-9C0F59462B86}">
      <dgm:prSet custT="1"/>
      <dgm:spPr/>
      <dgm:t>
        <a:bodyPr/>
        <a:lstStyle/>
        <a:p>
          <a:r>
            <a:rPr lang="en-GB" sz="2400">
              <a:latin typeface="Aptos" panose="020B0004020202020204" pitchFamily="34" charset="0"/>
            </a:rPr>
            <a:t>Drawn from psychology, behavioural science, and health promotion.</a:t>
          </a:r>
          <a:endParaRPr lang="en-US" sz="2400">
            <a:latin typeface="Aptos" panose="020B0004020202020204" pitchFamily="34" charset="0"/>
          </a:endParaRPr>
        </a:p>
      </dgm:t>
    </dgm:pt>
    <dgm:pt modelId="{44BF01AE-0937-4249-A02E-C880ACDEF1AB}" type="parTrans" cxnId="{7D7351E3-8A07-4394-B3AA-F7C7F5AE4C5D}">
      <dgm:prSet/>
      <dgm:spPr/>
      <dgm:t>
        <a:bodyPr/>
        <a:lstStyle/>
        <a:p>
          <a:endParaRPr lang="en-US" sz="2400">
            <a:latin typeface="Aptos" panose="020B0004020202020204" pitchFamily="34" charset="0"/>
          </a:endParaRPr>
        </a:p>
      </dgm:t>
    </dgm:pt>
    <dgm:pt modelId="{1F75D387-0EBB-4C70-9BAA-01AC7981CBA0}" type="sibTrans" cxnId="{7D7351E3-8A07-4394-B3AA-F7C7F5AE4C5D}">
      <dgm:prSet custT="1"/>
      <dgm:spPr/>
      <dgm:t>
        <a:bodyPr/>
        <a:lstStyle/>
        <a:p>
          <a:endParaRPr lang="en-US" sz="2400">
            <a:latin typeface="Aptos" panose="020B0004020202020204" pitchFamily="34" charset="0"/>
          </a:endParaRPr>
        </a:p>
      </dgm:t>
    </dgm:pt>
    <dgm:pt modelId="{561DCF96-A857-421A-A500-86ECDD7C2E6B}">
      <dgm:prSet custT="1"/>
      <dgm:spPr/>
      <dgm:t>
        <a:bodyPr/>
        <a:lstStyle/>
        <a:p>
          <a:r>
            <a:rPr lang="en-GB" sz="2400">
              <a:latin typeface="Aptos" panose="020B0004020202020204" pitchFamily="34" charset="0"/>
            </a:rPr>
            <a:t>Include education, motivation, and skill-building interventions.</a:t>
          </a:r>
          <a:endParaRPr lang="en-US" sz="2400">
            <a:latin typeface="Aptos" panose="020B0004020202020204" pitchFamily="34" charset="0"/>
          </a:endParaRPr>
        </a:p>
      </dgm:t>
    </dgm:pt>
    <dgm:pt modelId="{A7DFBD61-D5E0-4A72-A8E1-DD84AF1EF062}" type="parTrans" cxnId="{28CE3C1D-4FD0-4FD5-A856-C7E8FD908440}">
      <dgm:prSet/>
      <dgm:spPr/>
      <dgm:t>
        <a:bodyPr/>
        <a:lstStyle/>
        <a:p>
          <a:endParaRPr lang="en-US" sz="2400">
            <a:latin typeface="Aptos" panose="020B0004020202020204" pitchFamily="34" charset="0"/>
          </a:endParaRPr>
        </a:p>
      </dgm:t>
    </dgm:pt>
    <dgm:pt modelId="{54D15035-C261-4C0D-BFC2-E7583B9284ED}" type="sibTrans" cxnId="{28CE3C1D-4FD0-4FD5-A856-C7E8FD908440}">
      <dgm:prSet/>
      <dgm:spPr/>
      <dgm:t>
        <a:bodyPr/>
        <a:lstStyle/>
        <a:p>
          <a:endParaRPr lang="en-US" sz="2400">
            <a:latin typeface="Aptos" panose="020B0004020202020204" pitchFamily="34" charset="0"/>
          </a:endParaRPr>
        </a:p>
      </dgm:t>
    </dgm:pt>
    <dgm:pt modelId="{6EE91F72-C894-4642-A276-AB0A59506F19}" type="pres">
      <dgm:prSet presAssocID="{D992EA59-ED32-4EF1-8E5D-0C8C52932B7D}" presName="outerComposite" presStyleCnt="0">
        <dgm:presLayoutVars>
          <dgm:chMax val="5"/>
          <dgm:dir/>
          <dgm:resizeHandles val="exact"/>
        </dgm:presLayoutVars>
      </dgm:prSet>
      <dgm:spPr/>
    </dgm:pt>
    <dgm:pt modelId="{9BF986D5-E463-4531-A59E-C238536DDA93}" type="pres">
      <dgm:prSet presAssocID="{D992EA59-ED32-4EF1-8E5D-0C8C52932B7D}" presName="dummyMaxCanvas" presStyleCnt="0">
        <dgm:presLayoutVars/>
      </dgm:prSet>
      <dgm:spPr/>
    </dgm:pt>
    <dgm:pt modelId="{A07E5408-4D5E-475C-A5FE-0C438B23961D}" type="pres">
      <dgm:prSet presAssocID="{D992EA59-ED32-4EF1-8E5D-0C8C52932B7D}" presName="ThreeNodes_1" presStyleLbl="node1" presStyleIdx="0" presStyleCnt="3">
        <dgm:presLayoutVars>
          <dgm:bulletEnabled val="1"/>
        </dgm:presLayoutVars>
      </dgm:prSet>
      <dgm:spPr/>
    </dgm:pt>
    <dgm:pt modelId="{3B3BD261-7819-4000-BE23-D9AEAC775128}" type="pres">
      <dgm:prSet presAssocID="{D992EA59-ED32-4EF1-8E5D-0C8C52932B7D}" presName="ThreeNodes_2" presStyleLbl="node1" presStyleIdx="1" presStyleCnt="3">
        <dgm:presLayoutVars>
          <dgm:bulletEnabled val="1"/>
        </dgm:presLayoutVars>
      </dgm:prSet>
      <dgm:spPr/>
    </dgm:pt>
    <dgm:pt modelId="{CA3660DD-A429-4CCE-A8E5-D107DE39F296}" type="pres">
      <dgm:prSet presAssocID="{D992EA59-ED32-4EF1-8E5D-0C8C52932B7D}" presName="ThreeNodes_3" presStyleLbl="node1" presStyleIdx="2" presStyleCnt="3">
        <dgm:presLayoutVars>
          <dgm:bulletEnabled val="1"/>
        </dgm:presLayoutVars>
      </dgm:prSet>
      <dgm:spPr/>
    </dgm:pt>
    <dgm:pt modelId="{07D4AEE8-1C58-4EF1-B242-DB51302EFCAE}" type="pres">
      <dgm:prSet presAssocID="{D992EA59-ED32-4EF1-8E5D-0C8C52932B7D}" presName="ThreeConn_1-2" presStyleLbl="fgAccFollowNode1" presStyleIdx="0" presStyleCnt="2">
        <dgm:presLayoutVars>
          <dgm:bulletEnabled val="1"/>
        </dgm:presLayoutVars>
      </dgm:prSet>
      <dgm:spPr/>
    </dgm:pt>
    <dgm:pt modelId="{150A3096-B052-47AE-BEE5-7767816D0382}" type="pres">
      <dgm:prSet presAssocID="{D992EA59-ED32-4EF1-8E5D-0C8C52932B7D}" presName="ThreeConn_2-3" presStyleLbl="fgAccFollowNode1" presStyleIdx="1" presStyleCnt="2">
        <dgm:presLayoutVars>
          <dgm:bulletEnabled val="1"/>
        </dgm:presLayoutVars>
      </dgm:prSet>
      <dgm:spPr/>
    </dgm:pt>
    <dgm:pt modelId="{D7E16FC9-29F7-46AA-97E3-5180361673E1}" type="pres">
      <dgm:prSet presAssocID="{D992EA59-ED32-4EF1-8E5D-0C8C52932B7D}" presName="ThreeNodes_1_text" presStyleLbl="node1" presStyleIdx="2" presStyleCnt="3">
        <dgm:presLayoutVars>
          <dgm:bulletEnabled val="1"/>
        </dgm:presLayoutVars>
      </dgm:prSet>
      <dgm:spPr/>
    </dgm:pt>
    <dgm:pt modelId="{2304A0A1-B6EF-40DA-886D-51E3396A6BEE}" type="pres">
      <dgm:prSet presAssocID="{D992EA59-ED32-4EF1-8E5D-0C8C52932B7D}" presName="ThreeNodes_2_text" presStyleLbl="node1" presStyleIdx="2" presStyleCnt="3">
        <dgm:presLayoutVars>
          <dgm:bulletEnabled val="1"/>
        </dgm:presLayoutVars>
      </dgm:prSet>
      <dgm:spPr/>
    </dgm:pt>
    <dgm:pt modelId="{BEB442CB-BB2E-45DF-B867-44CDB4E9D4A7}" type="pres">
      <dgm:prSet presAssocID="{D992EA59-ED32-4EF1-8E5D-0C8C52932B7D}" presName="ThreeNodes_3_text" presStyleLbl="node1" presStyleIdx="2" presStyleCnt="3">
        <dgm:presLayoutVars>
          <dgm:bulletEnabled val="1"/>
        </dgm:presLayoutVars>
      </dgm:prSet>
      <dgm:spPr/>
    </dgm:pt>
  </dgm:ptLst>
  <dgm:cxnLst>
    <dgm:cxn modelId="{28CE3C1D-4FD0-4FD5-A856-C7E8FD908440}" srcId="{D992EA59-ED32-4EF1-8E5D-0C8C52932B7D}" destId="{561DCF96-A857-421A-A500-86ECDD7C2E6B}" srcOrd="2" destOrd="0" parTransId="{A7DFBD61-D5E0-4A72-A8E1-DD84AF1EF062}" sibTransId="{54D15035-C261-4C0D-BFC2-E7583B9284ED}"/>
    <dgm:cxn modelId="{09A7B335-6CFE-4399-AF5D-C74AA5BB54F9}" srcId="{D992EA59-ED32-4EF1-8E5D-0C8C52932B7D}" destId="{9E98BC6F-D85A-4EDA-A6D1-3AB08D4D93D3}" srcOrd="0" destOrd="0" parTransId="{40A876AC-6D5F-471C-BCE5-A1F4782F5F50}" sibTransId="{D168CEBF-48E7-4640-9856-047B9567E6AC}"/>
    <dgm:cxn modelId="{E977123C-D7B0-4930-B695-3C2F1B374DE9}" type="presOf" srcId="{561DCF96-A857-421A-A500-86ECDD7C2E6B}" destId="{BEB442CB-BB2E-45DF-B867-44CDB4E9D4A7}" srcOrd="1" destOrd="0" presId="urn:microsoft.com/office/officeart/2005/8/layout/vProcess5"/>
    <dgm:cxn modelId="{32310B66-6FC1-4125-8231-03444D88BFD2}" type="presOf" srcId="{21B553F1-25A0-4EE4-B360-9C0F59462B86}" destId="{3B3BD261-7819-4000-BE23-D9AEAC775128}" srcOrd="0" destOrd="0" presId="urn:microsoft.com/office/officeart/2005/8/layout/vProcess5"/>
    <dgm:cxn modelId="{A20DA94F-D4FA-4675-8239-3548CD51632B}" type="presOf" srcId="{561DCF96-A857-421A-A500-86ECDD7C2E6B}" destId="{CA3660DD-A429-4CCE-A8E5-D107DE39F296}" srcOrd="0" destOrd="0" presId="urn:microsoft.com/office/officeart/2005/8/layout/vProcess5"/>
    <dgm:cxn modelId="{C7BCC277-28B6-45F6-94BA-F70EF831322A}" type="presOf" srcId="{9E98BC6F-D85A-4EDA-A6D1-3AB08D4D93D3}" destId="{D7E16FC9-29F7-46AA-97E3-5180361673E1}" srcOrd="1" destOrd="0" presId="urn:microsoft.com/office/officeart/2005/8/layout/vProcess5"/>
    <dgm:cxn modelId="{C81A488C-DF32-471F-943A-199D5260EEB7}" type="presOf" srcId="{9E98BC6F-D85A-4EDA-A6D1-3AB08D4D93D3}" destId="{A07E5408-4D5E-475C-A5FE-0C438B23961D}" srcOrd="0" destOrd="0" presId="urn:microsoft.com/office/officeart/2005/8/layout/vProcess5"/>
    <dgm:cxn modelId="{4A5EA38C-C0B8-4DD2-8FCB-47DB80EB6CB0}" type="presOf" srcId="{21B553F1-25A0-4EE4-B360-9C0F59462B86}" destId="{2304A0A1-B6EF-40DA-886D-51E3396A6BEE}" srcOrd="1" destOrd="0" presId="urn:microsoft.com/office/officeart/2005/8/layout/vProcess5"/>
    <dgm:cxn modelId="{AAF117D3-DF9E-4F5F-9B43-756F5FCC5817}" type="presOf" srcId="{D168CEBF-48E7-4640-9856-047B9567E6AC}" destId="{07D4AEE8-1C58-4EF1-B242-DB51302EFCAE}" srcOrd="0" destOrd="0" presId="urn:microsoft.com/office/officeart/2005/8/layout/vProcess5"/>
    <dgm:cxn modelId="{7D7351E3-8A07-4394-B3AA-F7C7F5AE4C5D}" srcId="{D992EA59-ED32-4EF1-8E5D-0C8C52932B7D}" destId="{21B553F1-25A0-4EE4-B360-9C0F59462B86}" srcOrd="1" destOrd="0" parTransId="{44BF01AE-0937-4249-A02E-C880ACDEF1AB}" sibTransId="{1F75D387-0EBB-4C70-9BAA-01AC7981CBA0}"/>
    <dgm:cxn modelId="{741198EC-CFC5-4EC9-8B6B-CC1B09998971}" type="presOf" srcId="{D992EA59-ED32-4EF1-8E5D-0C8C52932B7D}" destId="{6EE91F72-C894-4642-A276-AB0A59506F19}" srcOrd="0" destOrd="0" presId="urn:microsoft.com/office/officeart/2005/8/layout/vProcess5"/>
    <dgm:cxn modelId="{F4AD5DF1-5942-4C47-987D-E646DF29E10D}" type="presOf" srcId="{1F75D387-0EBB-4C70-9BAA-01AC7981CBA0}" destId="{150A3096-B052-47AE-BEE5-7767816D0382}" srcOrd="0" destOrd="0" presId="urn:microsoft.com/office/officeart/2005/8/layout/vProcess5"/>
    <dgm:cxn modelId="{567F0248-F0FB-486F-97AD-F4ECC8B71221}" type="presParOf" srcId="{6EE91F72-C894-4642-A276-AB0A59506F19}" destId="{9BF986D5-E463-4531-A59E-C238536DDA93}" srcOrd="0" destOrd="0" presId="urn:microsoft.com/office/officeart/2005/8/layout/vProcess5"/>
    <dgm:cxn modelId="{3C2A0EDB-810C-4501-B4CD-8F0FA23E95BD}" type="presParOf" srcId="{6EE91F72-C894-4642-A276-AB0A59506F19}" destId="{A07E5408-4D5E-475C-A5FE-0C438B23961D}" srcOrd="1" destOrd="0" presId="urn:microsoft.com/office/officeart/2005/8/layout/vProcess5"/>
    <dgm:cxn modelId="{235019F5-3FFE-4A3A-8B9F-525A67B10DC9}" type="presParOf" srcId="{6EE91F72-C894-4642-A276-AB0A59506F19}" destId="{3B3BD261-7819-4000-BE23-D9AEAC775128}" srcOrd="2" destOrd="0" presId="urn:microsoft.com/office/officeart/2005/8/layout/vProcess5"/>
    <dgm:cxn modelId="{8561DB3D-C0BF-4FC7-B407-3A0EECD5F240}" type="presParOf" srcId="{6EE91F72-C894-4642-A276-AB0A59506F19}" destId="{CA3660DD-A429-4CCE-A8E5-D107DE39F296}" srcOrd="3" destOrd="0" presId="urn:microsoft.com/office/officeart/2005/8/layout/vProcess5"/>
    <dgm:cxn modelId="{F33FDC4A-3AF2-45AA-9E1A-349EED4DBEF6}" type="presParOf" srcId="{6EE91F72-C894-4642-A276-AB0A59506F19}" destId="{07D4AEE8-1C58-4EF1-B242-DB51302EFCAE}" srcOrd="4" destOrd="0" presId="urn:microsoft.com/office/officeart/2005/8/layout/vProcess5"/>
    <dgm:cxn modelId="{64A0BF65-E7A7-4973-8589-CB76072410A1}" type="presParOf" srcId="{6EE91F72-C894-4642-A276-AB0A59506F19}" destId="{150A3096-B052-47AE-BEE5-7767816D0382}" srcOrd="5" destOrd="0" presId="urn:microsoft.com/office/officeart/2005/8/layout/vProcess5"/>
    <dgm:cxn modelId="{0D1FE309-DED3-40F0-AE44-3D3871557580}" type="presParOf" srcId="{6EE91F72-C894-4642-A276-AB0A59506F19}" destId="{D7E16FC9-29F7-46AA-97E3-5180361673E1}" srcOrd="6" destOrd="0" presId="urn:microsoft.com/office/officeart/2005/8/layout/vProcess5"/>
    <dgm:cxn modelId="{942BF5A1-9541-4B6C-8B71-FDF059E84493}" type="presParOf" srcId="{6EE91F72-C894-4642-A276-AB0A59506F19}" destId="{2304A0A1-B6EF-40DA-886D-51E3396A6BEE}" srcOrd="7" destOrd="0" presId="urn:microsoft.com/office/officeart/2005/8/layout/vProcess5"/>
    <dgm:cxn modelId="{D1A83EE7-0F41-457B-9FA8-D316670CF5F1}" type="presParOf" srcId="{6EE91F72-C894-4642-A276-AB0A59506F19}" destId="{BEB442CB-BB2E-45DF-B867-44CDB4E9D4A7}" srcOrd="8"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5A277A1-C5EE-49CE-8125-57EF9C62ABBD}"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B93B810D-4316-46DB-85FD-01174FD7EB52}">
      <dgm:prSet/>
      <dgm:spPr/>
      <dgm:t>
        <a:bodyPr/>
        <a:lstStyle/>
        <a:p>
          <a:r>
            <a:rPr lang="en-GB"/>
            <a:t>Definition of CBT</a:t>
          </a:r>
          <a:endParaRPr lang="en-US"/>
        </a:p>
      </dgm:t>
    </dgm:pt>
    <dgm:pt modelId="{ED0B677F-053B-4168-BBC1-762246633931}" type="parTrans" cxnId="{17B5EF3B-7074-4F61-B776-D524F951E561}">
      <dgm:prSet/>
      <dgm:spPr/>
      <dgm:t>
        <a:bodyPr/>
        <a:lstStyle/>
        <a:p>
          <a:endParaRPr lang="en-US"/>
        </a:p>
      </dgm:t>
    </dgm:pt>
    <dgm:pt modelId="{11820FDC-9A69-426C-816C-FAD56951CABD}" type="sibTrans" cxnId="{17B5EF3B-7074-4F61-B776-D524F951E561}">
      <dgm:prSet/>
      <dgm:spPr/>
      <dgm:t>
        <a:bodyPr/>
        <a:lstStyle/>
        <a:p>
          <a:endParaRPr lang="en-US"/>
        </a:p>
      </dgm:t>
    </dgm:pt>
    <dgm:pt modelId="{8C4BDF95-31AA-4D1E-863C-64370E4F3124}">
      <dgm:prSet/>
      <dgm:spPr/>
      <dgm:t>
        <a:bodyPr/>
        <a:lstStyle/>
        <a:p>
          <a:r>
            <a:rPr lang="en-GB"/>
            <a:t>Developed by Aaron Beck and Albert Ellis</a:t>
          </a:r>
          <a:endParaRPr lang="en-US"/>
        </a:p>
      </dgm:t>
    </dgm:pt>
    <dgm:pt modelId="{00701F90-7B45-4DAD-8FCE-3060C27C5FF3}" type="parTrans" cxnId="{D0360B2B-A16A-4540-ADFC-1F57BE028922}">
      <dgm:prSet/>
      <dgm:spPr/>
      <dgm:t>
        <a:bodyPr/>
        <a:lstStyle/>
        <a:p>
          <a:endParaRPr lang="en-US"/>
        </a:p>
      </dgm:t>
    </dgm:pt>
    <dgm:pt modelId="{47AC8B6C-1641-4711-A3F8-825BCFD4E5E9}" type="sibTrans" cxnId="{D0360B2B-A16A-4540-ADFC-1F57BE028922}">
      <dgm:prSet/>
      <dgm:spPr/>
      <dgm:t>
        <a:bodyPr/>
        <a:lstStyle/>
        <a:p>
          <a:endParaRPr lang="en-US"/>
        </a:p>
      </dgm:t>
    </dgm:pt>
    <dgm:pt modelId="{43C1DDD3-EB9C-4094-8496-1D52F880D21A}">
      <dgm:prSet/>
      <dgm:spPr/>
      <dgm:t>
        <a:bodyPr/>
        <a:lstStyle/>
        <a:p>
          <a:r>
            <a:rPr lang="en-GB"/>
            <a:t>Core idea: our thoughts influence feelings and behaviour</a:t>
          </a:r>
          <a:endParaRPr lang="en-US"/>
        </a:p>
      </dgm:t>
    </dgm:pt>
    <dgm:pt modelId="{F51181D9-A3E4-439C-939D-762489D581A2}" type="parTrans" cxnId="{A37A3025-0BAF-4630-BFDA-A79EA8C5725A}">
      <dgm:prSet/>
      <dgm:spPr/>
      <dgm:t>
        <a:bodyPr/>
        <a:lstStyle/>
        <a:p>
          <a:endParaRPr lang="en-US"/>
        </a:p>
      </dgm:t>
    </dgm:pt>
    <dgm:pt modelId="{819D5572-D702-4221-8852-2D0F02C865B3}" type="sibTrans" cxnId="{A37A3025-0BAF-4630-BFDA-A79EA8C5725A}">
      <dgm:prSet/>
      <dgm:spPr/>
      <dgm:t>
        <a:bodyPr/>
        <a:lstStyle/>
        <a:p>
          <a:endParaRPr lang="en-US"/>
        </a:p>
      </dgm:t>
    </dgm:pt>
    <dgm:pt modelId="{C675DB0C-5E94-47F3-8AA5-F4D5F6A8FD5B}" type="pres">
      <dgm:prSet presAssocID="{D5A277A1-C5EE-49CE-8125-57EF9C62ABBD}" presName="root" presStyleCnt="0">
        <dgm:presLayoutVars>
          <dgm:dir/>
          <dgm:resizeHandles val="exact"/>
        </dgm:presLayoutVars>
      </dgm:prSet>
      <dgm:spPr/>
    </dgm:pt>
    <dgm:pt modelId="{7DDAE72E-A9E0-40C9-AB11-B7E1F043C784}" type="pres">
      <dgm:prSet presAssocID="{B93B810D-4316-46DB-85FD-01174FD7EB52}" presName="compNode" presStyleCnt="0"/>
      <dgm:spPr/>
    </dgm:pt>
    <dgm:pt modelId="{A960ECA5-71FE-42B7-8998-1157F67AC0A3}" type="pres">
      <dgm:prSet presAssocID="{B93B810D-4316-46DB-85FD-01174FD7EB52}"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List"/>
        </a:ext>
      </dgm:extLst>
    </dgm:pt>
    <dgm:pt modelId="{B9388F58-F0D3-4E80-92FE-9AD36BD55F30}" type="pres">
      <dgm:prSet presAssocID="{B93B810D-4316-46DB-85FD-01174FD7EB52}" presName="spaceRect" presStyleCnt="0"/>
      <dgm:spPr/>
    </dgm:pt>
    <dgm:pt modelId="{9BBDFE06-9BC8-4EE8-A945-2F1EFCCDD664}" type="pres">
      <dgm:prSet presAssocID="{B93B810D-4316-46DB-85FD-01174FD7EB52}" presName="textRect" presStyleLbl="revTx" presStyleIdx="0" presStyleCnt="3">
        <dgm:presLayoutVars>
          <dgm:chMax val="1"/>
          <dgm:chPref val="1"/>
        </dgm:presLayoutVars>
      </dgm:prSet>
      <dgm:spPr/>
    </dgm:pt>
    <dgm:pt modelId="{CB020986-AF1A-4528-B456-A2CA143E4B30}" type="pres">
      <dgm:prSet presAssocID="{11820FDC-9A69-426C-816C-FAD56951CABD}" presName="sibTrans" presStyleCnt="0"/>
      <dgm:spPr/>
    </dgm:pt>
    <dgm:pt modelId="{6A2B4A29-7C4D-487C-9DCD-848C818E13E2}" type="pres">
      <dgm:prSet presAssocID="{8C4BDF95-31AA-4D1E-863C-64370E4F3124}" presName="compNode" presStyleCnt="0"/>
      <dgm:spPr/>
    </dgm:pt>
    <dgm:pt modelId="{CC4C7BB7-CC63-4CA9-848B-A0DCB837EA64}" type="pres">
      <dgm:prSet presAssocID="{8C4BDF95-31AA-4D1E-863C-64370E4F312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ooter"/>
        </a:ext>
      </dgm:extLst>
    </dgm:pt>
    <dgm:pt modelId="{49BF5E8A-8ACD-4418-842F-68A10CD6310C}" type="pres">
      <dgm:prSet presAssocID="{8C4BDF95-31AA-4D1E-863C-64370E4F3124}" presName="spaceRect" presStyleCnt="0"/>
      <dgm:spPr/>
    </dgm:pt>
    <dgm:pt modelId="{9BCB0873-92A3-438E-BDF0-21D5E5B72A0F}" type="pres">
      <dgm:prSet presAssocID="{8C4BDF95-31AA-4D1E-863C-64370E4F3124}" presName="textRect" presStyleLbl="revTx" presStyleIdx="1" presStyleCnt="3">
        <dgm:presLayoutVars>
          <dgm:chMax val="1"/>
          <dgm:chPref val="1"/>
        </dgm:presLayoutVars>
      </dgm:prSet>
      <dgm:spPr/>
    </dgm:pt>
    <dgm:pt modelId="{09AC70B7-8871-41D6-8252-3E6BF5BCA27F}" type="pres">
      <dgm:prSet presAssocID="{47AC8B6C-1641-4711-A3F8-825BCFD4E5E9}" presName="sibTrans" presStyleCnt="0"/>
      <dgm:spPr/>
    </dgm:pt>
    <dgm:pt modelId="{B3FA86A8-56BA-4025-939F-7A04EAE959C9}" type="pres">
      <dgm:prSet presAssocID="{43C1DDD3-EB9C-4094-8496-1D52F880D21A}" presName="compNode" presStyleCnt="0"/>
      <dgm:spPr/>
    </dgm:pt>
    <dgm:pt modelId="{44BEE48A-DDAF-49A3-8330-74DAB061B207}" type="pres">
      <dgm:prSet presAssocID="{43C1DDD3-EB9C-4094-8496-1D52F880D21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ightbulb"/>
        </a:ext>
      </dgm:extLst>
    </dgm:pt>
    <dgm:pt modelId="{B7C656F4-043C-4933-A2DE-BCF7971646E2}" type="pres">
      <dgm:prSet presAssocID="{43C1DDD3-EB9C-4094-8496-1D52F880D21A}" presName="spaceRect" presStyleCnt="0"/>
      <dgm:spPr/>
    </dgm:pt>
    <dgm:pt modelId="{706FCA85-B9F7-4E61-BAB5-AC7D56B2E9B8}" type="pres">
      <dgm:prSet presAssocID="{43C1DDD3-EB9C-4094-8496-1D52F880D21A}" presName="textRect" presStyleLbl="revTx" presStyleIdx="2" presStyleCnt="3">
        <dgm:presLayoutVars>
          <dgm:chMax val="1"/>
          <dgm:chPref val="1"/>
        </dgm:presLayoutVars>
      </dgm:prSet>
      <dgm:spPr/>
    </dgm:pt>
  </dgm:ptLst>
  <dgm:cxnLst>
    <dgm:cxn modelId="{BEC6710F-BDAA-4579-B0A0-948822A3F5B0}" type="presOf" srcId="{8C4BDF95-31AA-4D1E-863C-64370E4F3124}" destId="{9BCB0873-92A3-438E-BDF0-21D5E5B72A0F}" srcOrd="0" destOrd="0" presId="urn:microsoft.com/office/officeart/2018/2/layout/IconLabelList"/>
    <dgm:cxn modelId="{A37A3025-0BAF-4630-BFDA-A79EA8C5725A}" srcId="{D5A277A1-C5EE-49CE-8125-57EF9C62ABBD}" destId="{43C1DDD3-EB9C-4094-8496-1D52F880D21A}" srcOrd="2" destOrd="0" parTransId="{F51181D9-A3E4-439C-939D-762489D581A2}" sibTransId="{819D5572-D702-4221-8852-2D0F02C865B3}"/>
    <dgm:cxn modelId="{D0360B2B-A16A-4540-ADFC-1F57BE028922}" srcId="{D5A277A1-C5EE-49CE-8125-57EF9C62ABBD}" destId="{8C4BDF95-31AA-4D1E-863C-64370E4F3124}" srcOrd="1" destOrd="0" parTransId="{00701F90-7B45-4DAD-8FCE-3060C27C5FF3}" sibTransId="{47AC8B6C-1641-4711-A3F8-825BCFD4E5E9}"/>
    <dgm:cxn modelId="{17B5EF3B-7074-4F61-B776-D524F951E561}" srcId="{D5A277A1-C5EE-49CE-8125-57EF9C62ABBD}" destId="{B93B810D-4316-46DB-85FD-01174FD7EB52}" srcOrd="0" destOrd="0" parTransId="{ED0B677F-053B-4168-BBC1-762246633931}" sibTransId="{11820FDC-9A69-426C-816C-FAD56951CABD}"/>
    <dgm:cxn modelId="{7E9AB3B8-CB6B-438A-B59E-058B90E6673D}" type="presOf" srcId="{43C1DDD3-EB9C-4094-8496-1D52F880D21A}" destId="{706FCA85-B9F7-4E61-BAB5-AC7D56B2E9B8}" srcOrd="0" destOrd="0" presId="urn:microsoft.com/office/officeart/2018/2/layout/IconLabelList"/>
    <dgm:cxn modelId="{0F8D78E8-A526-4885-865D-39823CD1D0FD}" type="presOf" srcId="{D5A277A1-C5EE-49CE-8125-57EF9C62ABBD}" destId="{C675DB0C-5E94-47F3-8AA5-F4D5F6A8FD5B}" srcOrd="0" destOrd="0" presId="urn:microsoft.com/office/officeart/2018/2/layout/IconLabelList"/>
    <dgm:cxn modelId="{F44B80FA-8CCF-4243-828E-EE0B77BEB920}" type="presOf" srcId="{B93B810D-4316-46DB-85FD-01174FD7EB52}" destId="{9BBDFE06-9BC8-4EE8-A945-2F1EFCCDD664}" srcOrd="0" destOrd="0" presId="urn:microsoft.com/office/officeart/2018/2/layout/IconLabelList"/>
    <dgm:cxn modelId="{04B8C6AA-1DAE-4722-95A5-D51E069E6807}" type="presParOf" srcId="{C675DB0C-5E94-47F3-8AA5-F4D5F6A8FD5B}" destId="{7DDAE72E-A9E0-40C9-AB11-B7E1F043C784}" srcOrd="0" destOrd="0" presId="urn:microsoft.com/office/officeart/2018/2/layout/IconLabelList"/>
    <dgm:cxn modelId="{BDDCC37C-32DD-42A9-900F-82C1B1536DCC}" type="presParOf" srcId="{7DDAE72E-A9E0-40C9-AB11-B7E1F043C784}" destId="{A960ECA5-71FE-42B7-8998-1157F67AC0A3}" srcOrd="0" destOrd="0" presId="urn:microsoft.com/office/officeart/2018/2/layout/IconLabelList"/>
    <dgm:cxn modelId="{C3B5A0DB-C001-42A6-8295-93BB071B9F49}" type="presParOf" srcId="{7DDAE72E-A9E0-40C9-AB11-B7E1F043C784}" destId="{B9388F58-F0D3-4E80-92FE-9AD36BD55F30}" srcOrd="1" destOrd="0" presId="urn:microsoft.com/office/officeart/2018/2/layout/IconLabelList"/>
    <dgm:cxn modelId="{71143224-5531-4679-8B0E-060AAD7C7EC5}" type="presParOf" srcId="{7DDAE72E-A9E0-40C9-AB11-B7E1F043C784}" destId="{9BBDFE06-9BC8-4EE8-A945-2F1EFCCDD664}" srcOrd="2" destOrd="0" presId="urn:microsoft.com/office/officeart/2018/2/layout/IconLabelList"/>
    <dgm:cxn modelId="{3B117CE9-131C-46F3-A4A3-C745E7AAF0BE}" type="presParOf" srcId="{C675DB0C-5E94-47F3-8AA5-F4D5F6A8FD5B}" destId="{CB020986-AF1A-4528-B456-A2CA143E4B30}" srcOrd="1" destOrd="0" presId="urn:microsoft.com/office/officeart/2018/2/layout/IconLabelList"/>
    <dgm:cxn modelId="{C4931ECF-211B-4776-AB06-2773C0D93A95}" type="presParOf" srcId="{C675DB0C-5E94-47F3-8AA5-F4D5F6A8FD5B}" destId="{6A2B4A29-7C4D-487C-9DCD-848C818E13E2}" srcOrd="2" destOrd="0" presId="urn:microsoft.com/office/officeart/2018/2/layout/IconLabelList"/>
    <dgm:cxn modelId="{79BC6D50-C53C-4D92-8345-90AE00D6CE7E}" type="presParOf" srcId="{6A2B4A29-7C4D-487C-9DCD-848C818E13E2}" destId="{CC4C7BB7-CC63-4CA9-848B-A0DCB837EA64}" srcOrd="0" destOrd="0" presId="urn:microsoft.com/office/officeart/2018/2/layout/IconLabelList"/>
    <dgm:cxn modelId="{3AA6728E-BC97-4721-A212-D648A5D8E120}" type="presParOf" srcId="{6A2B4A29-7C4D-487C-9DCD-848C818E13E2}" destId="{49BF5E8A-8ACD-4418-842F-68A10CD6310C}" srcOrd="1" destOrd="0" presId="urn:microsoft.com/office/officeart/2018/2/layout/IconLabelList"/>
    <dgm:cxn modelId="{FF7F373D-4863-46F0-9A7E-01EC78C0C848}" type="presParOf" srcId="{6A2B4A29-7C4D-487C-9DCD-848C818E13E2}" destId="{9BCB0873-92A3-438E-BDF0-21D5E5B72A0F}" srcOrd="2" destOrd="0" presId="urn:microsoft.com/office/officeart/2018/2/layout/IconLabelList"/>
    <dgm:cxn modelId="{8C8385A3-900C-4A70-9B14-BD8035D8B52E}" type="presParOf" srcId="{C675DB0C-5E94-47F3-8AA5-F4D5F6A8FD5B}" destId="{09AC70B7-8871-41D6-8252-3E6BF5BCA27F}" srcOrd="3" destOrd="0" presId="urn:microsoft.com/office/officeart/2018/2/layout/IconLabelList"/>
    <dgm:cxn modelId="{4C4C6285-E657-423A-B80F-D82034113629}" type="presParOf" srcId="{C675DB0C-5E94-47F3-8AA5-F4D5F6A8FD5B}" destId="{B3FA86A8-56BA-4025-939F-7A04EAE959C9}" srcOrd="4" destOrd="0" presId="urn:microsoft.com/office/officeart/2018/2/layout/IconLabelList"/>
    <dgm:cxn modelId="{7F48B577-C1B5-45D0-B795-8225AFC9CE76}" type="presParOf" srcId="{B3FA86A8-56BA-4025-939F-7A04EAE959C9}" destId="{44BEE48A-DDAF-49A3-8330-74DAB061B207}" srcOrd="0" destOrd="0" presId="urn:microsoft.com/office/officeart/2018/2/layout/IconLabelList"/>
    <dgm:cxn modelId="{769DF7DF-ABA6-42C1-826B-113D506E8134}" type="presParOf" srcId="{B3FA86A8-56BA-4025-939F-7A04EAE959C9}" destId="{B7C656F4-043C-4933-A2DE-BCF7971646E2}" srcOrd="1" destOrd="0" presId="urn:microsoft.com/office/officeart/2018/2/layout/IconLabelList"/>
    <dgm:cxn modelId="{F09434FF-9D3B-4443-97E7-7A312CF6D676}" type="presParOf" srcId="{B3FA86A8-56BA-4025-939F-7A04EAE959C9}" destId="{706FCA85-B9F7-4E61-BAB5-AC7D56B2E9B8}" srcOrd="2" destOrd="0" presId="urn:microsoft.com/office/officeart/2018/2/layout/IconLabelList"/>
  </dgm:cxnLst>
  <dgm:bg>
    <a:noFill/>
  </dgm:bg>
  <dgm:whole/>
  <dgm:extLst>
    <a:ext uri="http://schemas.microsoft.com/office/drawing/2008/diagram">
      <dsp:dataModelExt xmlns:dsp="http://schemas.microsoft.com/office/drawing/2008/diagram" relId="rId10"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B4D0E39-B02D-4A00-8613-9427A71FA03A}"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36A8A9C9-AB9F-498F-9657-F35C609A9322}">
      <dgm:prSet/>
      <dgm:spPr/>
      <dgm:t>
        <a:bodyPr/>
        <a:lstStyle/>
        <a:p>
          <a:r>
            <a:rPr lang="en-GB"/>
            <a:t>Collaborative, structured, goal-oriented</a:t>
          </a:r>
          <a:endParaRPr lang="en-US"/>
        </a:p>
      </dgm:t>
    </dgm:pt>
    <dgm:pt modelId="{E848DC5E-296F-42C8-9B5E-04350FBCA268}" type="parTrans" cxnId="{BFC75D99-C4A2-4B8B-B0E5-22F96ABEDFEF}">
      <dgm:prSet/>
      <dgm:spPr/>
      <dgm:t>
        <a:bodyPr/>
        <a:lstStyle/>
        <a:p>
          <a:endParaRPr lang="en-US"/>
        </a:p>
      </dgm:t>
    </dgm:pt>
    <dgm:pt modelId="{260064AB-124C-403A-A0A5-D666334E3169}" type="sibTrans" cxnId="{BFC75D99-C4A2-4B8B-B0E5-22F96ABEDFEF}">
      <dgm:prSet/>
      <dgm:spPr/>
      <dgm:t>
        <a:bodyPr/>
        <a:lstStyle/>
        <a:p>
          <a:endParaRPr lang="en-US"/>
        </a:p>
      </dgm:t>
    </dgm:pt>
    <dgm:pt modelId="{A9651C97-C629-40F8-9840-A7ACE52E8CD7}">
      <dgm:prSet/>
      <dgm:spPr/>
      <dgm:t>
        <a:bodyPr/>
        <a:lstStyle/>
        <a:p>
          <a:r>
            <a:rPr lang="en-GB"/>
            <a:t>Present-focused and time-limited</a:t>
          </a:r>
          <a:endParaRPr lang="en-US"/>
        </a:p>
      </dgm:t>
    </dgm:pt>
    <dgm:pt modelId="{C3A92959-6FFB-430E-9B9E-BCF38D0E164F}" type="parTrans" cxnId="{D4C086EA-E06E-4C30-937C-A1EBC1CC5723}">
      <dgm:prSet/>
      <dgm:spPr/>
      <dgm:t>
        <a:bodyPr/>
        <a:lstStyle/>
        <a:p>
          <a:endParaRPr lang="en-US"/>
        </a:p>
      </dgm:t>
    </dgm:pt>
    <dgm:pt modelId="{E0BD7F62-1C2B-4234-93EC-E4D58C399728}" type="sibTrans" cxnId="{D4C086EA-E06E-4C30-937C-A1EBC1CC5723}">
      <dgm:prSet/>
      <dgm:spPr/>
      <dgm:t>
        <a:bodyPr/>
        <a:lstStyle/>
        <a:p>
          <a:endParaRPr lang="en-US"/>
        </a:p>
      </dgm:t>
    </dgm:pt>
    <dgm:pt modelId="{6A115B89-00FB-4415-BA04-D2328F66F632}">
      <dgm:prSet/>
      <dgm:spPr/>
      <dgm:t>
        <a:bodyPr/>
        <a:lstStyle/>
        <a:p>
          <a:r>
            <a:rPr lang="en-GB"/>
            <a:t>Emphasis on identifying and restructuring unhelpful thoughts</a:t>
          </a:r>
          <a:endParaRPr lang="en-US"/>
        </a:p>
      </dgm:t>
    </dgm:pt>
    <dgm:pt modelId="{F35C8DDA-DECD-47CC-8F83-802AAAB2B03A}" type="parTrans" cxnId="{2F16BAA4-9031-4C7B-B121-57C0AA6D9DE9}">
      <dgm:prSet/>
      <dgm:spPr/>
      <dgm:t>
        <a:bodyPr/>
        <a:lstStyle/>
        <a:p>
          <a:endParaRPr lang="en-US"/>
        </a:p>
      </dgm:t>
    </dgm:pt>
    <dgm:pt modelId="{9D6F3622-C025-4C78-98F5-B06BECC4A11F}" type="sibTrans" cxnId="{2F16BAA4-9031-4C7B-B121-57C0AA6D9DE9}">
      <dgm:prSet/>
      <dgm:spPr/>
      <dgm:t>
        <a:bodyPr/>
        <a:lstStyle/>
        <a:p>
          <a:endParaRPr lang="en-US"/>
        </a:p>
      </dgm:t>
    </dgm:pt>
    <dgm:pt modelId="{13A7A4AF-9D96-4E72-B1BA-61961FD0D27A}" type="pres">
      <dgm:prSet presAssocID="{CB4D0E39-B02D-4A00-8613-9427A71FA03A}" presName="hierChild1" presStyleCnt="0">
        <dgm:presLayoutVars>
          <dgm:chPref val="1"/>
          <dgm:dir/>
          <dgm:animOne val="branch"/>
          <dgm:animLvl val="lvl"/>
          <dgm:resizeHandles/>
        </dgm:presLayoutVars>
      </dgm:prSet>
      <dgm:spPr/>
    </dgm:pt>
    <dgm:pt modelId="{F6CD147A-ED79-4279-BC5F-9BC2F5DD80CE}" type="pres">
      <dgm:prSet presAssocID="{36A8A9C9-AB9F-498F-9657-F35C609A9322}" presName="hierRoot1" presStyleCnt="0"/>
      <dgm:spPr/>
    </dgm:pt>
    <dgm:pt modelId="{BC16BCA3-C726-4802-AED6-B3092800418D}" type="pres">
      <dgm:prSet presAssocID="{36A8A9C9-AB9F-498F-9657-F35C609A9322}" presName="composite" presStyleCnt="0"/>
      <dgm:spPr/>
    </dgm:pt>
    <dgm:pt modelId="{E8F0C375-477B-4606-9CAF-54F4C6E5053D}" type="pres">
      <dgm:prSet presAssocID="{36A8A9C9-AB9F-498F-9657-F35C609A9322}" presName="background" presStyleLbl="node0" presStyleIdx="0" presStyleCnt="3"/>
      <dgm:spPr/>
    </dgm:pt>
    <dgm:pt modelId="{7F006A15-934E-4385-AB75-C0A268443BA5}" type="pres">
      <dgm:prSet presAssocID="{36A8A9C9-AB9F-498F-9657-F35C609A9322}" presName="text" presStyleLbl="fgAcc0" presStyleIdx="0" presStyleCnt="3">
        <dgm:presLayoutVars>
          <dgm:chPref val="3"/>
        </dgm:presLayoutVars>
      </dgm:prSet>
      <dgm:spPr/>
    </dgm:pt>
    <dgm:pt modelId="{BB834917-5DDA-4922-BC39-DBCB64E3FEF7}" type="pres">
      <dgm:prSet presAssocID="{36A8A9C9-AB9F-498F-9657-F35C609A9322}" presName="hierChild2" presStyleCnt="0"/>
      <dgm:spPr/>
    </dgm:pt>
    <dgm:pt modelId="{F17B9CB2-246B-495F-A348-470C9A922259}" type="pres">
      <dgm:prSet presAssocID="{A9651C97-C629-40F8-9840-A7ACE52E8CD7}" presName="hierRoot1" presStyleCnt="0"/>
      <dgm:spPr/>
    </dgm:pt>
    <dgm:pt modelId="{50347528-8CC6-4DDE-9D04-89063D7E4312}" type="pres">
      <dgm:prSet presAssocID="{A9651C97-C629-40F8-9840-A7ACE52E8CD7}" presName="composite" presStyleCnt="0"/>
      <dgm:spPr/>
    </dgm:pt>
    <dgm:pt modelId="{C34B0871-AD38-4337-AB94-FF7AA5ABD53D}" type="pres">
      <dgm:prSet presAssocID="{A9651C97-C629-40F8-9840-A7ACE52E8CD7}" presName="background" presStyleLbl="node0" presStyleIdx="1" presStyleCnt="3"/>
      <dgm:spPr/>
    </dgm:pt>
    <dgm:pt modelId="{904F7C8D-A8A8-4F76-B711-82088CB5BF4D}" type="pres">
      <dgm:prSet presAssocID="{A9651C97-C629-40F8-9840-A7ACE52E8CD7}" presName="text" presStyleLbl="fgAcc0" presStyleIdx="1" presStyleCnt="3">
        <dgm:presLayoutVars>
          <dgm:chPref val="3"/>
        </dgm:presLayoutVars>
      </dgm:prSet>
      <dgm:spPr/>
    </dgm:pt>
    <dgm:pt modelId="{8E8EF13E-0F21-4207-964F-C41B14DB79BC}" type="pres">
      <dgm:prSet presAssocID="{A9651C97-C629-40F8-9840-A7ACE52E8CD7}" presName="hierChild2" presStyleCnt="0"/>
      <dgm:spPr/>
    </dgm:pt>
    <dgm:pt modelId="{9F00BB14-A717-4500-A366-5DB604061778}" type="pres">
      <dgm:prSet presAssocID="{6A115B89-00FB-4415-BA04-D2328F66F632}" presName="hierRoot1" presStyleCnt="0"/>
      <dgm:spPr/>
    </dgm:pt>
    <dgm:pt modelId="{F5515386-8163-4A0B-9ED5-816A570DA8F6}" type="pres">
      <dgm:prSet presAssocID="{6A115B89-00FB-4415-BA04-D2328F66F632}" presName="composite" presStyleCnt="0"/>
      <dgm:spPr/>
    </dgm:pt>
    <dgm:pt modelId="{B3E62DC3-159A-4DE9-AF6A-AB64E370BACF}" type="pres">
      <dgm:prSet presAssocID="{6A115B89-00FB-4415-BA04-D2328F66F632}" presName="background" presStyleLbl="node0" presStyleIdx="2" presStyleCnt="3"/>
      <dgm:spPr/>
    </dgm:pt>
    <dgm:pt modelId="{8C4A0C97-234F-4931-B1A3-0E11060F3F47}" type="pres">
      <dgm:prSet presAssocID="{6A115B89-00FB-4415-BA04-D2328F66F632}" presName="text" presStyleLbl="fgAcc0" presStyleIdx="2" presStyleCnt="3">
        <dgm:presLayoutVars>
          <dgm:chPref val="3"/>
        </dgm:presLayoutVars>
      </dgm:prSet>
      <dgm:spPr/>
    </dgm:pt>
    <dgm:pt modelId="{F341E30B-8C86-42D0-A3EE-B3168AEEE2DB}" type="pres">
      <dgm:prSet presAssocID="{6A115B89-00FB-4415-BA04-D2328F66F632}" presName="hierChild2" presStyleCnt="0"/>
      <dgm:spPr/>
    </dgm:pt>
  </dgm:ptLst>
  <dgm:cxnLst>
    <dgm:cxn modelId="{E957284B-AC3A-49EA-9151-5A7A44E67EB4}" type="presOf" srcId="{CB4D0E39-B02D-4A00-8613-9427A71FA03A}" destId="{13A7A4AF-9D96-4E72-B1BA-61961FD0D27A}" srcOrd="0" destOrd="0" presId="urn:microsoft.com/office/officeart/2005/8/layout/hierarchy1"/>
    <dgm:cxn modelId="{BFC75D99-C4A2-4B8B-B0E5-22F96ABEDFEF}" srcId="{CB4D0E39-B02D-4A00-8613-9427A71FA03A}" destId="{36A8A9C9-AB9F-498F-9657-F35C609A9322}" srcOrd="0" destOrd="0" parTransId="{E848DC5E-296F-42C8-9B5E-04350FBCA268}" sibTransId="{260064AB-124C-403A-A0A5-D666334E3169}"/>
    <dgm:cxn modelId="{2F16BAA4-9031-4C7B-B121-57C0AA6D9DE9}" srcId="{CB4D0E39-B02D-4A00-8613-9427A71FA03A}" destId="{6A115B89-00FB-4415-BA04-D2328F66F632}" srcOrd="2" destOrd="0" parTransId="{F35C8DDA-DECD-47CC-8F83-802AAAB2B03A}" sibTransId="{9D6F3622-C025-4C78-98F5-B06BECC4A11F}"/>
    <dgm:cxn modelId="{B77CD5D8-B1DC-4B38-9342-530E69AEFC91}" type="presOf" srcId="{36A8A9C9-AB9F-498F-9657-F35C609A9322}" destId="{7F006A15-934E-4385-AB75-C0A268443BA5}" srcOrd="0" destOrd="0" presId="urn:microsoft.com/office/officeart/2005/8/layout/hierarchy1"/>
    <dgm:cxn modelId="{67AAB0E8-BA6F-4052-AE45-D83AB5A52EC7}" type="presOf" srcId="{A9651C97-C629-40F8-9840-A7ACE52E8CD7}" destId="{904F7C8D-A8A8-4F76-B711-82088CB5BF4D}" srcOrd="0" destOrd="0" presId="urn:microsoft.com/office/officeart/2005/8/layout/hierarchy1"/>
    <dgm:cxn modelId="{D4C086EA-E06E-4C30-937C-A1EBC1CC5723}" srcId="{CB4D0E39-B02D-4A00-8613-9427A71FA03A}" destId="{A9651C97-C629-40F8-9840-A7ACE52E8CD7}" srcOrd="1" destOrd="0" parTransId="{C3A92959-6FFB-430E-9B9E-BCF38D0E164F}" sibTransId="{E0BD7F62-1C2B-4234-93EC-E4D58C399728}"/>
    <dgm:cxn modelId="{334E32FA-2FE6-4C3E-ABD7-378CEB06F0DD}" type="presOf" srcId="{6A115B89-00FB-4415-BA04-D2328F66F632}" destId="{8C4A0C97-234F-4931-B1A3-0E11060F3F47}" srcOrd="0" destOrd="0" presId="urn:microsoft.com/office/officeart/2005/8/layout/hierarchy1"/>
    <dgm:cxn modelId="{1D6DAC72-BA30-4ED0-AE2B-5DC3BE07E40C}" type="presParOf" srcId="{13A7A4AF-9D96-4E72-B1BA-61961FD0D27A}" destId="{F6CD147A-ED79-4279-BC5F-9BC2F5DD80CE}" srcOrd="0" destOrd="0" presId="urn:microsoft.com/office/officeart/2005/8/layout/hierarchy1"/>
    <dgm:cxn modelId="{D36A0303-1FC7-4A17-8858-6AECA2779F31}" type="presParOf" srcId="{F6CD147A-ED79-4279-BC5F-9BC2F5DD80CE}" destId="{BC16BCA3-C726-4802-AED6-B3092800418D}" srcOrd="0" destOrd="0" presId="urn:microsoft.com/office/officeart/2005/8/layout/hierarchy1"/>
    <dgm:cxn modelId="{7CC78F74-5307-45BA-8782-9BFB194901FA}" type="presParOf" srcId="{BC16BCA3-C726-4802-AED6-B3092800418D}" destId="{E8F0C375-477B-4606-9CAF-54F4C6E5053D}" srcOrd="0" destOrd="0" presId="urn:microsoft.com/office/officeart/2005/8/layout/hierarchy1"/>
    <dgm:cxn modelId="{89A15FD4-7C6B-4BDE-B4B2-DFE6534DF8B5}" type="presParOf" srcId="{BC16BCA3-C726-4802-AED6-B3092800418D}" destId="{7F006A15-934E-4385-AB75-C0A268443BA5}" srcOrd="1" destOrd="0" presId="urn:microsoft.com/office/officeart/2005/8/layout/hierarchy1"/>
    <dgm:cxn modelId="{01CB7443-F754-4AC4-B7B5-40D0006D2073}" type="presParOf" srcId="{F6CD147A-ED79-4279-BC5F-9BC2F5DD80CE}" destId="{BB834917-5DDA-4922-BC39-DBCB64E3FEF7}" srcOrd="1" destOrd="0" presId="urn:microsoft.com/office/officeart/2005/8/layout/hierarchy1"/>
    <dgm:cxn modelId="{E0EF2231-2E08-4EED-ADD1-E248A03FDD06}" type="presParOf" srcId="{13A7A4AF-9D96-4E72-B1BA-61961FD0D27A}" destId="{F17B9CB2-246B-495F-A348-470C9A922259}" srcOrd="1" destOrd="0" presId="urn:microsoft.com/office/officeart/2005/8/layout/hierarchy1"/>
    <dgm:cxn modelId="{B62E526E-0D29-4335-B7A2-1954C978D31D}" type="presParOf" srcId="{F17B9CB2-246B-495F-A348-470C9A922259}" destId="{50347528-8CC6-4DDE-9D04-89063D7E4312}" srcOrd="0" destOrd="0" presId="urn:microsoft.com/office/officeart/2005/8/layout/hierarchy1"/>
    <dgm:cxn modelId="{A7AE039A-4F68-4E02-8B62-5CAD43DAE275}" type="presParOf" srcId="{50347528-8CC6-4DDE-9D04-89063D7E4312}" destId="{C34B0871-AD38-4337-AB94-FF7AA5ABD53D}" srcOrd="0" destOrd="0" presId="urn:microsoft.com/office/officeart/2005/8/layout/hierarchy1"/>
    <dgm:cxn modelId="{1903C60C-8A73-4360-9279-808D51B733E1}" type="presParOf" srcId="{50347528-8CC6-4DDE-9D04-89063D7E4312}" destId="{904F7C8D-A8A8-4F76-B711-82088CB5BF4D}" srcOrd="1" destOrd="0" presId="urn:microsoft.com/office/officeart/2005/8/layout/hierarchy1"/>
    <dgm:cxn modelId="{EE9131A0-A82D-40C3-A93F-197F5B4EA555}" type="presParOf" srcId="{F17B9CB2-246B-495F-A348-470C9A922259}" destId="{8E8EF13E-0F21-4207-964F-C41B14DB79BC}" srcOrd="1" destOrd="0" presId="urn:microsoft.com/office/officeart/2005/8/layout/hierarchy1"/>
    <dgm:cxn modelId="{805105A2-D85C-4342-B70F-F3F2E469E6A8}" type="presParOf" srcId="{13A7A4AF-9D96-4E72-B1BA-61961FD0D27A}" destId="{9F00BB14-A717-4500-A366-5DB604061778}" srcOrd="2" destOrd="0" presId="urn:microsoft.com/office/officeart/2005/8/layout/hierarchy1"/>
    <dgm:cxn modelId="{85F88624-17C0-4524-AE25-9AC519B9C90E}" type="presParOf" srcId="{9F00BB14-A717-4500-A366-5DB604061778}" destId="{F5515386-8163-4A0B-9ED5-816A570DA8F6}" srcOrd="0" destOrd="0" presId="urn:microsoft.com/office/officeart/2005/8/layout/hierarchy1"/>
    <dgm:cxn modelId="{C6364F9C-ED72-476A-B4F6-B1F40B19DC37}" type="presParOf" srcId="{F5515386-8163-4A0B-9ED5-816A570DA8F6}" destId="{B3E62DC3-159A-4DE9-AF6A-AB64E370BACF}" srcOrd="0" destOrd="0" presId="urn:microsoft.com/office/officeart/2005/8/layout/hierarchy1"/>
    <dgm:cxn modelId="{16CC1F15-66B8-4564-993A-EA683736E321}" type="presParOf" srcId="{F5515386-8163-4A0B-9ED5-816A570DA8F6}" destId="{8C4A0C97-234F-4931-B1A3-0E11060F3F47}" srcOrd="1" destOrd="0" presId="urn:microsoft.com/office/officeart/2005/8/layout/hierarchy1"/>
    <dgm:cxn modelId="{B321CFCB-A9CA-49E7-BE6C-7B3BF038A48E}" type="presParOf" srcId="{9F00BB14-A717-4500-A366-5DB604061778}" destId="{F341E30B-8C86-42D0-A3EE-B3168AEEE2DB}" srcOrd="1" destOrd="0" presId="urn:microsoft.com/office/officeart/2005/8/layout/hierarchy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6624425-5637-4656-86FD-E492F8D6F35E}" type="doc">
      <dgm:prSet loTypeId="urn:microsoft.com/office/officeart/2005/8/layout/list1" loCatId="list" qsTypeId="urn:microsoft.com/office/officeart/2005/8/quickstyle/simple1" qsCatId="simple" csTypeId="urn:microsoft.com/office/officeart/2005/8/colors/accent0_3" csCatId="mainScheme"/>
      <dgm:spPr/>
      <dgm:t>
        <a:bodyPr/>
        <a:lstStyle/>
        <a:p>
          <a:endParaRPr lang="en-US"/>
        </a:p>
      </dgm:t>
    </dgm:pt>
    <dgm:pt modelId="{EA70F5C8-132B-4631-9CF8-671D4AF6409F}">
      <dgm:prSet/>
      <dgm:spPr/>
      <dgm:t>
        <a:bodyPr/>
        <a:lstStyle/>
        <a:p>
          <a:r>
            <a:rPr lang="en-GB"/>
            <a:t>All-or-nothing thinking</a:t>
          </a:r>
          <a:endParaRPr lang="en-US"/>
        </a:p>
      </dgm:t>
    </dgm:pt>
    <dgm:pt modelId="{50F62487-6C1B-49E4-8801-5AB8861E2C0E}" type="parTrans" cxnId="{A3309824-2CF0-4871-8ACD-3D75781D73F5}">
      <dgm:prSet/>
      <dgm:spPr/>
      <dgm:t>
        <a:bodyPr/>
        <a:lstStyle/>
        <a:p>
          <a:endParaRPr lang="en-US"/>
        </a:p>
      </dgm:t>
    </dgm:pt>
    <dgm:pt modelId="{C44D877A-828A-4DB4-A31E-CF38DCE691AA}" type="sibTrans" cxnId="{A3309824-2CF0-4871-8ACD-3D75781D73F5}">
      <dgm:prSet/>
      <dgm:spPr/>
      <dgm:t>
        <a:bodyPr/>
        <a:lstStyle/>
        <a:p>
          <a:endParaRPr lang="en-US"/>
        </a:p>
      </dgm:t>
    </dgm:pt>
    <dgm:pt modelId="{5E82AD06-7F2D-4707-8AC0-4C27D35BBD00}">
      <dgm:prSet/>
      <dgm:spPr/>
      <dgm:t>
        <a:bodyPr/>
        <a:lstStyle/>
        <a:p>
          <a:r>
            <a:rPr lang="en-GB"/>
            <a:t>Catastrophising</a:t>
          </a:r>
          <a:endParaRPr lang="en-US"/>
        </a:p>
      </dgm:t>
    </dgm:pt>
    <dgm:pt modelId="{FACA9DA5-5BBA-4688-A3B3-38EB13B614E3}" type="parTrans" cxnId="{9A2E2A2B-9530-4622-995B-AD71D74A47FA}">
      <dgm:prSet/>
      <dgm:spPr/>
      <dgm:t>
        <a:bodyPr/>
        <a:lstStyle/>
        <a:p>
          <a:endParaRPr lang="en-US"/>
        </a:p>
      </dgm:t>
    </dgm:pt>
    <dgm:pt modelId="{FEDB983A-4BBE-4242-8483-8E12574014A7}" type="sibTrans" cxnId="{9A2E2A2B-9530-4622-995B-AD71D74A47FA}">
      <dgm:prSet/>
      <dgm:spPr/>
      <dgm:t>
        <a:bodyPr/>
        <a:lstStyle/>
        <a:p>
          <a:endParaRPr lang="en-US"/>
        </a:p>
      </dgm:t>
    </dgm:pt>
    <dgm:pt modelId="{A2F800B0-FDC3-444E-AAAB-F5B70164F25D}">
      <dgm:prSet/>
      <dgm:spPr/>
      <dgm:t>
        <a:bodyPr/>
        <a:lstStyle/>
        <a:p>
          <a:r>
            <a:rPr lang="en-GB"/>
            <a:t>Overgeneralising</a:t>
          </a:r>
          <a:endParaRPr lang="en-US"/>
        </a:p>
      </dgm:t>
    </dgm:pt>
    <dgm:pt modelId="{723034F1-823D-47DF-9019-D3C16A1AC0B3}" type="parTrans" cxnId="{839A6165-32B0-469E-80A9-884098C2F492}">
      <dgm:prSet/>
      <dgm:spPr/>
      <dgm:t>
        <a:bodyPr/>
        <a:lstStyle/>
        <a:p>
          <a:endParaRPr lang="en-US"/>
        </a:p>
      </dgm:t>
    </dgm:pt>
    <dgm:pt modelId="{74C085CB-62DF-428E-A211-6BC0A6CC8670}" type="sibTrans" cxnId="{839A6165-32B0-469E-80A9-884098C2F492}">
      <dgm:prSet/>
      <dgm:spPr/>
      <dgm:t>
        <a:bodyPr/>
        <a:lstStyle/>
        <a:p>
          <a:endParaRPr lang="en-US"/>
        </a:p>
      </dgm:t>
    </dgm:pt>
    <dgm:pt modelId="{91987A3A-DA4F-4BEF-B7C5-262D2FAF8642}">
      <dgm:prSet/>
      <dgm:spPr/>
      <dgm:t>
        <a:bodyPr/>
        <a:lstStyle/>
        <a:p>
          <a:r>
            <a:rPr lang="en-GB"/>
            <a:t>“Should” statements</a:t>
          </a:r>
          <a:endParaRPr lang="en-US"/>
        </a:p>
      </dgm:t>
    </dgm:pt>
    <dgm:pt modelId="{C0F7F92E-10F0-44D5-A162-79E6303F07D0}" type="parTrans" cxnId="{8576F278-DF95-4EB9-89C4-96F6E77C702D}">
      <dgm:prSet/>
      <dgm:spPr/>
      <dgm:t>
        <a:bodyPr/>
        <a:lstStyle/>
        <a:p>
          <a:endParaRPr lang="en-US"/>
        </a:p>
      </dgm:t>
    </dgm:pt>
    <dgm:pt modelId="{771DD616-CD6B-4C5C-B8CC-F76BDEB65328}" type="sibTrans" cxnId="{8576F278-DF95-4EB9-89C4-96F6E77C702D}">
      <dgm:prSet/>
      <dgm:spPr/>
      <dgm:t>
        <a:bodyPr/>
        <a:lstStyle/>
        <a:p>
          <a:endParaRPr lang="en-US"/>
        </a:p>
      </dgm:t>
    </dgm:pt>
    <dgm:pt modelId="{18796BEF-5832-4D60-89C8-1D8B5F455859}" type="pres">
      <dgm:prSet presAssocID="{16624425-5637-4656-86FD-E492F8D6F35E}" presName="linear" presStyleCnt="0">
        <dgm:presLayoutVars>
          <dgm:dir/>
          <dgm:animLvl val="lvl"/>
          <dgm:resizeHandles val="exact"/>
        </dgm:presLayoutVars>
      </dgm:prSet>
      <dgm:spPr/>
    </dgm:pt>
    <dgm:pt modelId="{77B0A2AA-BCBE-462B-8500-2D13BA8DB966}" type="pres">
      <dgm:prSet presAssocID="{EA70F5C8-132B-4631-9CF8-671D4AF6409F}" presName="parentLin" presStyleCnt="0"/>
      <dgm:spPr/>
    </dgm:pt>
    <dgm:pt modelId="{8BD1AAF4-816C-4430-BA63-3B7A3C0315EB}" type="pres">
      <dgm:prSet presAssocID="{EA70F5C8-132B-4631-9CF8-671D4AF6409F}" presName="parentLeftMargin" presStyleLbl="node1" presStyleIdx="0" presStyleCnt="4"/>
      <dgm:spPr/>
    </dgm:pt>
    <dgm:pt modelId="{3136FCEB-C95E-4AC0-B7D9-610A313AACCD}" type="pres">
      <dgm:prSet presAssocID="{EA70F5C8-132B-4631-9CF8-671D4AF6409F}" presName="parentText" presStyleLbl="node1" presStyleIdx="0" presStyleCnt="4">
        <dgm:presLayoutVars>
          <dgm:chMax val="0"/>
          <dgm:bulletEnabled val="1"/>
        </dgm:presLayoutVars>
      </dgm:prSet>
      <dgm:spPr/>
    </dgm:pt>
    <dgm:pt modelId="{803A398C-FD26-4354-9539-DF376D69E165}" type="pres">
      <dgm:prSet presAssocID="{EA70F5C8-132B-4631-9CF8-671D4AF6409F}" presName="negativeSpace" presStyleCnt="0"/>
      <dgm:spPr/>
    </dgm:pt>
    <dgm:pt modelId="{07765925-6C73-4A35-ADDE-BFEE2821878D}" type="pres">
      <dgm:prSet presAssocID="{EA70F5C8-132B-4631-9CF8-671D4AF6409F}" presName="childText" presStyleLbl="conFgAcc1" presStyleIdx="0" presStyleCnt="4">
        <dgm:presLayoutVars>
          <dgm:bulletEnabled val="1"/>
        </dgm:presLayoutVars>
      </dgm:prSet>
      <dgm:spPr/>
    </dgm:pt>
    <dgm:pt modelId="{6975CFD3-698B-467A-87ED-323CD02F7242}" type="pres">
      <dgm:prSet presAssocID="{C44D877A-828A-4DB4-A31E-CF38DCE691AA}" presName="spaceBetweenRectangles" presStyleCnt="0"/>
      <dgm:spPr/>
    </dgm:pt>
    <dgm:pt modelId="{0F7EF641-A88C-4110-9AAE-7FF8AFB211B1}" type="pres">
      <dgm:prSet presAssocID="{5E82AD06-7F2D-4707-8AC0-4C27D35BBD00}" presName="parentLin" presStyleCnt="0"/>
      <dgm:spPr/>
    </dgm:pt>
    <dgm:pt modelId="{DD4749A9-113E-473C-8D26-6FEF9AED7043}" type="pres">
      <dgm:prSet presAssocID="{5E82AD06-7F2D-4707-8AC0-4C27D35BBD00}" presName="parentLeftMargin" presStyleLbl="node1" presStyleIdx="0" presStyleCnt="4"/>
      <dgm:spPr/>
    </dgm:pt>
    <dgm:pt modelId="{50910769-2509-4FC4-B3E0-46F8DCDB02E8}" type="pres">
      <dgm:prSet presAssocID="{5E82AD06-7F2D-4707-8AC0-4C27D35BBD00}" presName="parentText" presStyleLbl="node1" presStyleIdx="1" presStyleCnt="4">
        <dgm:presLayoutVars>
          <dgm:chMax val="0"/>
          <dgm:bulletEnabled val="1"/>
        </dgm:presLayoutVars>
      </dgm:prSet>
      <dgm:spPr/>
    </dgm:pt>
    <dgm:pt modelId="{CE62D810-EC28-4365-BEB5-C34388C35AF5}" type="pres">
      <dgm:prSet presAssocID="{5E82AD06-7F2D-4707-8AC0-4C27D35BBD00}" presName="negativeSpace" presStyleCnt="0"/>
      <dgm:spPr/>
    </dgm:pt>
    <dgm:pt modelId="{7058039E-E8BA-49C2-AA36-58CB074DF2FC}" type="pres">
      <dgm:prSet presAssocID="{5E82AD06-7F2D-4707-8AC0-4C27D35BBD00}" presName="childText" presStyleLbl="conFgAcc1" presStyleIdx="1" presStyleCnt="4">
        <dgm:presLayoutVars>
          <dgm:bulletEnabled val="1"/>
        </dgm:presLayoutVars>
      </dgm:prSet>
      <dgm:spPr/>
    </dgm:pt>
    <dgm:pt modelId="{6B583FEA-32F4-4059-9070-C27EE833841B}" type="pres">
      <dgm:prSet presAssocID="{FEDB983A-4BBE-4242-8483-8E12574014A7}" presName="spaceBetweenRectangles" presStyleCnt="0"/>
      <dgm:spPr/>
    </dgm:pt>
    <dgm:pt modelId="{61CA9910-A124-4FAE-87D5-30F38EAEF4CF}" type="pres">
      <dgm:prSet presAssocID="{A2F800B0-FDC3-444E-AAAB-F5B70164F25D}" presName="parentLin" presStyleCnt="0"/>
      <dgm:spPr/>
    </dgm:pt>
    <dgm:pt modelId="{D3867E34-2367-4823-B6AB-E3E89FBB67DB}" type="pres">
      <dgm:prSet presAssocID="{A2F800B0-FDC3-444E-AAAB-F5B70164F25D}" presName="parentLeftMargin" presStyleLbl="node1" presStyleIdx="1" presStyleCnt="4"/>
      <dgm:spPr/>
    </dgm:pt>
    <dgm:pt modelId="{9A9584F6-6A10-45E6-9212-7E3EA30A6A15}" type="pres">
      <dgm:prSet presAssocID="{A2F800B0-FDC3-444E-AAAB-F5B70164F25D}" presName="parentText" presStyleLbl="node1" presStyleIdx="2" presStyleCnt="4">
        <dgm:presLayoutVars>
          <dgm:chMax val="0"/>
          <dgm:bulletEnabled val="1"/>
        </dgm:presLayoutVars>
      </dgm:prSet>
      <dgm:spPr/>
    </dgm:pt>
    <dgm:pt modelId="{A00B07A4-792D-49A8-8354-0596516BA95E}" type="pres">
      <dgm:prSet presAssocID="{A2F800B0-FDC3-444E-AAAB-F5B70164F25D}" presName="negativeSpace" presStyleCnt="0"/>
      <dgm:spPr/>
    </dgm:pt>
    <dgm:pt modelId="{26066691-AEC3-4671-90AA-86958F5F56A2}" type="pres">
      <dgm:prSet presAssocID="{A2F800B0-FDC3-444E-AAAB-F5B70164F25D}" presName="childText" presStyleLbl="conFgAcc1" presStyleIdx="2" presStyleCnt="4">
        <dgm:presLayoutVars>
          <dgm:bulletEnabled val="1"/>
        </dgm:presLayoutVars>
      </dgm:prSet>
      <dgm:spPr/>
    </dgm:pt>
    <dgm:pt modelId="{8AB0B2AA-E3DA-4F45-9F0B-34840F362166}" type="pres">
      <dgm:prSet presAssocID="{74C085CB-62DF-428E-A211-6BC0A6CC8670}" presName="spaceBetweenRectangles" presStyleCnt="0"/>
      <dgm:spPr/>
    </dgm:pt>
    <dgm:pt modelId="{F13DE4FA-618A-44AF-96BE-917095A1A9FB}" type="pres">
      <dgm:prSet presAssocID="{91987A3A-DA4F-4BEF-B7C5-262D2FAF8642}" presName="parentLin" presStyleCnt="0"/>
      <dgm:spPr/>
    </dgm:pt>
    <dgm:pt modelId="{7395E91F-5DAC-413B-A440-9F63E9AEE36A}" type="pres">
      <dgm:prSet presAssocID="{91987A3A-DA4F-4BEF-B7C5-262D2FAF8642}" presName="parentLeftMargin" presStyleLbl="node1" presStyleIdx="2" presStyleCnt="4"/>
      <dgm:spPr/>
    </dgm:pt>
    <dgm:pt modelId="{A42F9465-5BAB-47DA-B696-FA2029F72CA2}" type="pres">
      <dgm:prSet presAssocID="{91987A3A-DA4F-4BEF-B7C5-262D2FAF8642}" presName="parentText" presStyleLbl="node1" presStyleIdx="3" presStyleCnt="4">
        <dgm:presLayoutVars>
          <dgm:chMax val="0"/>
          <dgm:bulletEnabled val="1"/>
        </dgm:presLayoutVars>
      </dgm:prSet>
      <dgm:spPr/>
    </dgm:pt>
    <dgm:pt modelId="{DF758085-3F3F-4748-82D5-43C02183E097}" type="pres">
      <dgm:prSet presAssocID="{91987A3A-DA4F-4BEF-B7C5-262D2FAF8642}" presName="negativeSpace" presStyleCnt="0"/>
      <dgm:spPr/>
    </dgm:pt>
    <dgm:pt modelId="{5F7C96FF-18E8-4BC1-B173-71F8EEE54A46}" type="pres">
      <dgm:prSet presAssocID="{91987A3A-DA4F-4BEF-B7C5-262D2FAF8642}" presName="childText" presStyleLbl="conFgAcc1" presStyleIdx="3" presStyleCnt="4">
        <dgm:presLayoutVars>
          <dgm:bulletEnabled val="1"/>
        </dgm:presLayoutVars>
      </dgm:prSet>
      <dgm:spPr/>
    </dgm:pt>
  </dgm:ptLst>
  <dgm:cxnLst>
    <dgm:cxn modelId="{E4FF0E00-89CC-4DF0-9F6F-A6075378D9F3}" type="presOf" srcId="{EA70F5C8-132B-4631-9CF8-671D4AF6409F}" destId="{8BD1AAF4-816C-4430-BA63-3B7A3C0315EB}" srcOrd="0" destOrd="0" presId="urn:microsoft.com/office/officeart/2005/8/layout/list1"/>
    <dgm:cxn modelId="{A3309824-2CF0-4871-8ACD-3D75781D73F5}" srcId="{16624425-5637-4656-86FD-E492F8D6F35E}" destId="{EA70F5C8-132B-4631-9CF8-671D4AF6409F}" srcOrd="0" destOrd="0" parTransId="{50F62487-6C1B-49E4-8801-5AB8861E2C0E}" sibTransId="{C44D877A-828A-4DB4-A31E-CF38DCE691AA}"/>
    <dgm:cxn modelId="{A536BE29-2985-48AB-8B91-5F4C2C170539}" type="presOf" srcId="{91987A3A-DA4F-4BEF-B7C5-262D2FAF8642}" destId="{A42F9465-5BAB-47DA-B696-FA2029F72CA2}" srcOrd="1" destOrd="0" presId="urn:microsoft.com/office/officeart/2005/8/layout/list1"/>
    <dgm:cxn modelId="{9A2E2A2B-9530-4622-995B-AD71D74A47FA}" srcId="{16624425-5637-4656-86FD-E492F8D6F35E}" destId="{5E82AD06-7F2D-4707-8AC0-4C27D35BBD00}" srcOrd="1" destOrd="0" parTransId="{FACA9DA5-5BBA-4688-A3B3-38EB13B614E3}" sibTransId="{FEDB983A-4BBE-4242-8483-8E12574014A7}"/>
    <dgm:cxn modelId="{97C1FA2D-3653-4B31-BFF3-64F9834DD28C}" type="presOf" srcId="{5E82AD06-7F2D-4707-8AC0-4C27D35BBD00}" destId="{50910769-2509-4FC4-B3E0-46F8DCDB02E8}" srcOrd="1" destOrd="0" presId="urn:microsoft.com/office/officeart/2005/8/layout/list1"/>
    <dgm:cxn modelId="{39C7202E-8746-4FFC-B2B2-D57A471A0CCD}" type="presOf" srcId="{EA70F5C8-132B-4631-9CF8-671D4AF6409F}" destId="{3136FCEB-C95E-4AC0-B7D9-610A313AACCD}" srcOrd="1" destOrd="0" presId="urn:microsoft.com/office/officeart/2005/8/layout/list1"/>
    <dgm:cxn modelId="{839A6165-32B0-469E-80A9-884098C2F492}" srcId="{16624425-5637-4656-86FD-E492F8D6F35E}" destId="{A2F800B0-FDC3-444E-AAAB-F5B70164F25D}" srcOrd="2" destOrd="0" parTransId="{723034F1-823D-47DF-9019-D3C16A1AC0B3}" sibTransId="{74C085CB-62DF-428E-A211-6BC0A6CC8670}"/>
    <dgm:cxn modelId="{AAB68566-3070-46C1-8287-F6AC16A8038E}" type="presOf" srcId="{A2F800B0-FDC3-444E-AAAB-F5B70164F25D}" destId="{9A9584F6-6A10-45E6-9212-7E3EA30A6A15}" srcOrd="1" destOrd="0" presId="urn:microsoft.com/office/officeart/2005/8/layout/list1"/>
    <dgm:cxn modelId="{8576F278-DF95-4EB9-89C4-96F6E77C702D}" srcId="{16624425-5637-4656-86FD-E492F8D6F35E}" destId="{91987A3A-DA4F-4BEF-B7C5-262D2FAF8642}" srcOrd="3" destOrd="0" parTransId="{C0F7F92E-10F0-44D5-A162-79E6303F07D0}" sibTransId="{771DD616-CD6B-4C5C-B8CC-F76BDEB65328}"/>
    <dgm:cxn modelId="{C8169996-466E-471E-8C39-E8DB6AB952A8}" type="presOf" srcId="{5E82AD06-7F2D-4707-8AC0-4C27D35BBD00}" destId="{DD4749A9-113E-473C-8D26-6FEF9AED7043}" srcOrd="0" destOrd="0" presId="urn:microsoft.com/office/officeart/2005/8/layout/list1"/>
    <dgm:cxn modelId="{58993C9A-89A3-4751-8902-60E68F39483C}" type="presOf" srcId="{16624425-5637-4656-86FD-E492F8D6F35E}" destId="{18796BEF-5832-4D60-89C8-1D8B5F455859}" srcOrd="0" destOrd="0" presId="urn:microsoft.com/office/officeart/2005/8/layout/list1"/>
    <dgm:cxn modelId="{5EBDEFCD-6768-438C-AE02-799D99E2F3E7}" type="presOf" srcId="{A2F800B0-FDC3-444E-AAAB-F5B70164F25D}" destId="{D3867E34-2367-4823-B6AB-E3E89FBB67DB}" srcOrd="0" destOrd="0" presId="urn:microsoft.com/office/officeart/2005/8/layout/list1"/>
    <dgm:cxn modelId="{3166EEF4-F104-4372-A7F2-A53921307315}" type="presOf" srcId="{91987A3A-DA4F-4BEF-B7C5-262D2FAF8642}" destId="{7395E91F-5DAC-413B-A440-9F63E9AEE36A}" srcOrd="0" destOrd="0" presId="urn:microsoft.com/office/officeart/2005/8/layout/list1"/>
    <dgm:cxn modelId="{1D10C74B-3C97-4A99-A236-F7389DB7B70B}" type="presParOf" srcId="{18796BEF-5832-4D60-89C8-1D8B5F455859}" destId="{77B0A2AA-BCBE-462B-8500-2D13BA8DB966}" srcOrd="0" destOrd="0" presId="urn:microsoft.com/office/officeart/2005/8/layout/list1"/>
    <dgm:cxn modelId="{0401FF51-3020-4CA8-B55B-89D30C3362F0}" type="presParOf" srcId="{77B0A2AA-BCBE-462B-8500-2D13BA8DB966}" destId="{8BD1AAF4-816C-4430-BA63-3B7A3C0315EB}" srcOrd="0" destOrd="0" presId="urn:microsoft.com/office/officeart/2005/8/layout/list1"/>
    <dgm:cxn modelId="{92C24A6C-2CCB-4800-8FD9-1250F04B2705}" type="presParOf" srcId="{77B0A2AA-BCBE-462B-8500-2D13BA8DB966}" destId="{3136FCEB-C95E-4AC0-B7D9-610A313AACCD}" srcOrd="1" destOrd="0" presId="urn:microsoft.com/office/officeart/2005/8/layout/list1"/>
    <dgm:cxn modelId="{82B5DE31-A62B-40A5-9D25-7A858474A6BC}" type="presParOf" srcId="{18796BEF-5832-4D60-89C8-1D8B5F455859}" destId="{803A398C-FD26-4354-9539-DF376D69E165}" srcOrd="1" destOrd="0" presId="urn:microsoft.com/office/officeart/2005/8/layout/list1"/>
    <dgm:cxn modelId="{13EAEC57-35C7-4E3F-B389-B9AB27D558E7}" type="presParOf" srcId="{18796BEF-5832-4D60-89C8-1D8B5F455859}" destId="{07765925-6C73-4A35-ADDE-BFEE2821878D}" srcOrd="2" destOrd="0" presId="urn:microsoft.com/office/officeart/2005/8/layout/list1"/>
    <dgm:cxn modelId="{CF85F13A-7505-4CB2-B799-3A80FE0134C0}" type="presParOf" srcId="{18796BEF-5832-4D60-89C8-1D8B5F455859}" destId="{6975CFD3-698B-467A-87ED-323CD02F7242}" srcOrd="3" destOrd="0" presId="urn:microsoft.com/office/officeart/2005/8/layout/list1"/>
    <dgm:cxn modelId="{2D78F68B-63FF-415D-9606-2F4C8CF97A58}" type="presParOf" srcId="{18796BEF-5832-4D60-89C8-1D8B5F455859}" destId="{0F7EF641-A88C-4110-9AAE-7FF8AFB211B1}" srcOrd="4" destOrd="0" presId="urn:microsoft.com/office/officeart/2005/8/layout/list1"/>
    <dgm:cxn modelId="{EC59BEE2-F21C-466C-8F74-B1D8044B8AF7}" type="presParOf" srcId="{0F7EF641-A88C-4110-9AAE-7FF8AFB211B1}" destId="{DD4749A9-113E-473C-8D26-6FEF9AED7043}" srcOrd="0" destOrd="0" presId="urn:microsoft.com/office/officeart/2005/8/layout/list1"/>
    <dgm:cxn modelId="{8C77EBF9-AE1C-47AD-B95C-B8D5D00F49CA}" type="presParOf" srcId="{0F7EF641-A88C-4110-9AAE-7FF8AFB211B1}" destId="{50910769-2509-4FC4-B3E0-46F8DCDB02E8}" srcOrd="1" destOrd="0" presId="urn:microsoft.com/office/officeart/2005/8/layout/list1"/>
    <dgm:cxn modelId="{E515B8A5-D5C3-46B7-8254-F8B001C2A55C}" type="presParOf" srcId="{18796BEF-5832-4D60-89C8-1D8B5F455859}" destId="{CE62D810-EC28-4365-BEB5-C34388C35AF5}" srcOrd="5" destOrd="0" presId="urn:microsoft.com/office/officeart/2005/8/layout/list1"/>
    <dgm:cxn modelId="{BCCDC396-F063-4E94-99AD-01BA20293918}" type="presParOf" srcId="{18796BEF-5832-4D60-89C8-1D8B5F455859}" destId="{7058039E-E8BA-49C2-AA36-58CB074DF2FC}" srcOrd="6" destOrd="0" presId="urn:microsoft.com/office/officeart/2005/8/layout/list1"/>
    <dgm:cxn modelId="{CA69330A-9B42-4A02-9A09-5667284A5A21}" type="presParOf" srcId="{18796BEF-5832-4D60-89C8-1D8B5F455859}" destId="{6B583FEA-32F4-4059-9070-C27EE833841B}" srcOrd="7" destOrd="0" presId="urn:microsoft.com/office/officeart/2005/8/layout/list1"/>
    <dgm:cxn modelId="{43155E21-5158-4E22-8EFF-399EDDECBBDF}" type="presParOf" srcId="{18796BEF-5832-4D60-89C8-1D8B5F455859}" destId="{61CA9910-A124-4FAE-87D5-30F38EAEF4CF}" srcOrd="8" destOrd="0" presId="urn:microsoft.com/office/officeart/2005/8/layout/list1"/>
    <dgm:cxn modelId="{4850EC5E-D86D-4869-A906-586D3E2C2707}" type="presParOf" srcId="{61CA9910-A124-4FAE-87D5-30F38EAEF4CF}" destId="{D3867E34-2367-4823-B6AB-E3E89FBB67DB}" srcOrd="0" destOrd="0" presId="urn:microsoft.com/office/officeart/2005/8/layout/list1"/>
    <dgm:cxn modelId="{1CF088C6-CE5D-4BF5-8A86-12AF04D3BF57}" type="presParOf" srcId="{61CA9910-A124-4FAE-87D5-30F38EAEF4CF}" destId="{9A9584F6-6A10-45E6-9212-7E3EA30A6A15}" srcOrd="1" destOrd="0" presId="urn:microsoft.com/office/officeart/2005/8/layout/list1"/>
    <dgm:cxn modelId="{E261AC88-B130-4B0C-866E-21A67B36D238}" type="presParOf" srcId="{18796BEF-5832-4D60-89C8-1D8B5F455859}" destId="{A00B07A4-792D-49A8-8354-0596516BA95E}" srcOrd="9" destOrd="0" presId="urn:microsoft.com/office/officeart/2005/8/layout/list1"/>
    <dgm:cxn modelId="{CC5F4E1E-2CAD-4D36-A475-F17BF221E32F}" type="presParOf" srcId="{18796BEF-5832-4D60-89C8-1D8B5F455859}" destId="{26066691-AEC3-4671-90AA-86958F5F56A2}" srcOrd="10" destOrd="0" presId="urn:microsoft.com/office/officeart/2005/8/layout/list1"/>
    <dgm:cxn modelId="{BB5589B1-D072-4BBF-B22F-7C1505C62888}" type="presParOf" srcId="{18796BEF-5832-4D60-89C8-1D8B5F455859}" destId="{8AB0B2AA-E3DA-4F45-9F0B-34840F362166}" srcOrd="11" destOrd="0" presId="urn:microsoft.com/office/officeart/2005/8/layout/list1"/>
    <dgm:cxn modelId="{30E23D4C-1B90-4CCA-B1FA-27174EF3C02E}" type="presParOf" srcId="{18796BEF-5832-4D60-89C8-1D8B5F455859}" destId="{F13DE4FA-618A-44AF-96BE-917095A1A9FB}" srcOrd="12" destOrd="0" presId="urn:microsoft.com/office/officeart/2005/8/layout/list1"/>
    <dgm:cxn modelId="{E1B96D21-E26B-44FB-9C45-6B5B7B53F778}" type="presParOf" srcId="{F13DE4FA-618A-44AF-96BE-917095A1A9FB}" destId="{7395E91F-5DAC-413B-A440-9F63E9AEE36A}" srcOrd="0" destOrd="0" presId="urn:microsoft.com/office/officeart/2005/8/layout/list1"/>
    <dgm:cxn modelId="{AC8232AE-DF21-4076-9222-73FB755D3E4C}" type="presParOf" srcId="{F13DE4FA-618A-44AF-96BE-917095A1A9FB}" destId="{A42F9465-5BAB-47DA-B696-FA2029F72CA2}" srcOrd="1" destOrd="0" presId="urn:microsoft.com/office/officeart/2005/8/layout/list1"/>
    <dgm:cxn modelId="{AC2E3EBF-C047-4C1D-ACC6-1F2E48130BFF}" type="presParOf" srcId="{18796BEF-5832-4D60-89C8-1D8B5F455859}" destId="{DF758085-3F3F-4748-82D5-43C02183E097}" srcOrd="13" destOrd="0" presId="urn:microsoft.com/office/officeart/2005/8/layout/list1"/>
    <dgm:cxn modelId="{7F73A05F-168B-4013-815D-839532451693}" type="presParOf" srcId="{18796BEF-5832-4D60-89C8-1D8B5F455859}" destId="{5F7C96FF-18E8-4BC1-B173-71F8EEE54A46}" srcOrd="14" destOrd="0" presId="urn:microsoft.com/office/officeart/2005/8/layout/list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4A81A4E-A7EE-43A4-82FC-8BDCBACE750F}" type="doc">
      <dgm:prSet loTypeId="urn:microsoft.com/office/officeart/2005/8/layout/list1" loCatId="list" qsTypeId="urn:microsoft.com/office/officeart/2005/8/quickstyle/simple1" qsCatId="simple" csTypeId="urn:microsoft.com/office/officeart/2005/8/colors/accent1_2" csCatId="accent1"/>
      <dgm:spPr/>
      <dgm:t>
        <a:bodyPr/>
        <a:lstStyle/>
        <a:p>
          <a:endParaRPr lang="en-US"/>
        </a:p>
      </dgm:t>
    </dgm:pt>
    <dgm:pt modelId="{53893661-FA1C-4ED2-9F2F-06D08BA81A9A}">
      <dgm:prSet/>
      <dgm:spPr/>
      <dgm:t>
        <a:bodyPr/>
        <a:lstStyle/>
        <a:p>
          <a:r>
            <a:rPr lang="en-GB"/>
            <a:t>Socratic questioning (“What evidence supports that thought?”)</a:t>
          </a:r>
          <a:endParaRPr lang="en-US"/>
        </a:p>
      </dgm:t>
    </dgm:pt>
    <dgm:pt modelId="{69C0A898-B5C5-4729-925E-6DF5C3B5CBDB}" type="parTrans" cxnId="{7FA6DD98-DD3A-43C1-A5D7-2468E4B64906}">
      <dgm:prSet/>
      <dgm:spPr/>
      <dgm:t>
        <a:bodyPr/>
        <a:lstStyle/>
        <a:p>
          <a:endParaRPr lang="en-US"/>
        </a:p>
      </dgm:t>
    </dgm:pt>
    <dgm:pt modelId="{05E1DC36-9AFF-4F9D-9F3D-D0DE7EDC82D0}" type="sibTrans" cxnId="{7FA6DD98-DD3A-43C1-A5D7-2468E4B64906}">
      <dgm:prSet/>
      <dgm:spPr/>
      <dgm:t>
        <a:bodyPr/>
        <a:lstStyle/>
        <a:p>
          <a:endParaRPr lang="en-US"/>
        </a:p>
      </dgm:t>
    </dgm:pt>
    <dgm:pt modelId="{A7A6F7B5-E70D-43D4-B7B2-22EB41C226DC}">
      <dgm:prSet/>
      <dgm:spPr/>
      <dgm:t>
        <a:bodyPr/>
        <a:lstStyle/>
        <a:p>
          <a:r>
            <a:rPr lang="en-GB"/>
            <a:t>Guided discovery</a:t>
          </a:r>
          <a:endParaRPr lang="en-US"/>
        </a:p>
      </dgm:t>
    </dgm:pt>
    <dgm:pt modelId="{399CBC2B-814B-4657-ADD9-AAD459611017}" type="parTrans" cxnId="{1466DE07-FB28-404D-917F-272C6E0EB8A7}">
      <dgm:prSet/>
      <dgm:spPr/>
      <dgm:t>
        <a:bodyPr/>
        <a:lstStyle/>
        <a:p>
          <a:endParaRPr lang="en-US"/>
        </a:p>
      </dgm:t>
    </dgm:pt>
    <dgm:pt modelId="{014F5040-571A-449C-A026-9CB08F7F58F1}" type="sibTrans" cxnId="{1466DE07-FB28-404D-917F-272C6E0EB8A7}">
      <dgm:prSet/>
      <dgm:spPr/>
      <dgm:t>
        <a:bodyPr/>
        <a:lstStyle/>
        <a:p>
          <a:endParaRPr lang="en-US"/>
        </a:p>
      </dgm:t>
    </dgm:pt>
    <dgm:pt modelId="{F78F1D33-5AE7-48A2-9310-D6E7435F6798}">
      <dgm:prSet/>
      <dgm:spPr/>
      <dgm:t>
        <a:bodyPr/>
        <a:lstStyle/>
        <a:p>
          <a:r>
            <a:rPr lang="en-GB"/>
            <a:t>Behavioural experiments (“Let’s test that assumption safely.”)</a:t>
          </a:r>
          <a:endParaRPr lang="en-US"/>
        </a:p>
      </dgm:t>
    </dgm:pt>
    <dgm:pt modelId="{9DD3B53F-B42A-4DA6-87DC-F9267787A76D}" type="parTrans" cxnId="{96590C73-EF9E-408F-BEAF-8AF927EA9864}">
      <dgm:prSet/>
      <dgm:spPr/>
      <dgm:t>
        <a:bodyPr/>
        <a:lstStyle/>
        <a:p>
          <a:endParaRPr lang="en-US"/>
        </a:p>
      </dgm:t>
    </dgm:pt>
    <dgm:pt modelId="{86180DB2-3A40-4F42-B9C5-CBABDB4C5D2B}" type="sibTrans" cxnId="{96590C73-EF9E-408F-BEAF-8AF927EA9864}">
      <dgm:prSet/>
      <dgm:spPr/>
      <dgm:t>
        <a:bodyPr/>
        <a:lstStyle/>
        <a:p>
          <a:endParaRPr lang="en-US"/>
        </a:p>
      </dgm:t>
    </dgm:pt>
    <dgm:pt modelId="{200BA6C7-B952-42DF-8B9B-C2C8917EDFA7}">
      <dgm:prSet/>
      <dgm:spPr/>
      <dgm:t>
        <a:bodyPr/>
        <a:lstStyle/>
        <a:p>
          <a:r>
            <a:rPr lang="en-GB"/>
            <a:t>Goal setting and self-monitoring</a:t>
          </a:r>
          <a:endParaRPr lang="en-US"/>
        </a:p>
      </dgm:t>
    </dgm:pt>
    <dgm:pt modelId="{1450E9B0-B511-4B2E-BE5A-FBF2466BC720}" type="parTrans" cxnId="{2BF01725-0066-44D9-9E80-203569F78A69}">
      <dgm:prSet/>
      <dgm:spPr/>
      <dgm:t>
        <a:bodyPr/>
        <a:lstStyle/>
        <a:p>
          <a:endParaRPr lang="en-US"/>
        </a:p>
      </dgm:t>
    </dgm:pt>
    <dgm:pt modelId="{EC7CCA7F-7DE6-447C-AB18-C0A077034B59}" type="sibTrans" cxnId="{2BF01725-0066-44D9-9E80-203569F78A69}">
      <dgm:prSet/>
      <dgm:spPr/>
      <dgm:t>
        <a:bodyPr/>
        <a:lstStyle/>
        <a:p>
          <a:endParaRPr lang="en-US"/>
        </a:p>
      </dgm:t>
    </dgm:pt>
    <dgm:pt modelId="{6ED931A0-348E-4DCE-8E17-FDEDC901ECF7}" type="pres">
      <dgm:prSet presAssocID="{04A81A4E-A7EE-43A4-82FC-8BDCBACE750F}" presName="linear" presStyleCnt="0">
        <dgm:presLayoutVars>
          <dgm:dir/>
          <dgm:animLvl val="lvl"/>
          <dgm:resizeHandles val="exact"/>
        </dgm:presLayoutVars>
      </dgm:prSet>
      <dgm:spPr/>
    </dgm:pt>
    <dgm:pt modelId="{9E410BDB-6F13-4847-AE99-954D2C9FCC83}" type="pres">
      <dgm:prSet presAssocID="{53893661-FA1C-4ED2-9F2F-06D08BA81A9A}" presName="parentLin" presStyleCnt="0"/>
      <dgm:spPr/>
    </dgm:pt>
    <dgm:pt modelId="{D29AF945-AC3A-4828-81B4-EBCC9A8D7245}" type="pres">
      <dgm:prSet presAssocID="{53893661-FA1C-4ED2-9F2F-06D08BA81A9A}" presName="parentLeftMargin" presStyleLbl="node1" presStyleIdx="0" presStyleCnt="4"/>
      <dgm:spPr/>
    </dgm:pt>
    <dgm:pt modelId="{12660FFC-33EC-414D-8774-8414239C6921}" type="pres">
      <dgm:prSet presAssocID="{53893661-FA1C-4ED2-9F2F-06D08BA81A9A}" presName="parentText" presStyleLbl="node1" presStyleIdx="0" presStyleCnt="4">
        <dgm:presLayoutVars>
          <dgm:chMax val="0"/>
          <dgm:bulletEnabled val="1"/>
        </dgm:presLayoutVars>
      </dgm:prSet>
      <dgm:spPr/>
    </dgm:pt>
    <dgm:pt modelId="{4E364DD9-4674-4470-BA28-A2AB012CDA12}" type="pres">
      <dgm:prSet presAssocID="{53893661-FA1C-4ED2-9F2F-06D08BA81A9A}" presName="negativeSpace" presStyleCnt="0"/>
      <dgm:spPr/>
    </dgm:pt>
    <dgm:pt modelId="{587F030F-BE9D-4370-B0A9-85B26D64E7FF}" type="pres">
      <dgm:prSet presAssocID="{53893661-FA1C-4ED2-9F2F-06D08BA81A9A}" presName="childText" presStyleLbl="conFgAcc1" presStyleIdx="0" presStyleCnt="4">
        <dgm:presLayoutVars>
          <dgm:bulletEnabled val="1"/>
        </dgm:presLayoutVars>
      </dgm:prSet>
      <dgm:spPr/>
    </dgm:pt>
    <dgm:pt modelId="{CFDC4754-4D59-4142-9390-11D755399167}" type="pres">
      <dgm:prSet presAssocID="{05E1DC36-9AFF-4F9D-9F3D-D0DE7EDC82D0}" presName="spaceBetweenRectangles" presStyleCnt="0"/>
      <dgm:spPr/>
    </dgm:pt>
    <dgm:pt modelId="{97ADDFDA-CFE6-4442-BC8F-B07B06F679CF}" type="pres">
      <dgm:prSet presAssocID="{A7A6F7B5-E70D-43D4-B7B2-22EB41C226DC}" presName="parentLin" presStyleCnt="0"/>
      <dgm:spPr/>
    </dgm:pt>
    <dgm:pt modelId="{EFE41D29-3459-427E-B963-4DAD9C721B98}" type="pres">
      <dgm:prSet presAssocID="{A7A6F7B5-E70D-43D4-B7B2-22EB41C226DC}" presName="parentLeftMargin" presStyleLbl="node1" presStyleIdx="0" presStyleCnt="4"/>
      <dgm:spPr/>
    </dgm:pt>
    <dgm:pt modelId="{C21A03AB-E0EC-4D0B-8960-2643FF78DB42}" type="pres">
      <dgm:prSet presAssocID="{A7A6F7B5-E70D-43D4-B7B2-22EB41C226DC}" presName="parentText" presStyleLbl="node1" presStyleIdx="1" presStyleCnt="4">
        <dgm:presLayoutVars>
          <dgm:chMax val="0"/>
          <dgm:bulletEnabled val="1"/>
        </dgm:presLayoutVars>
      </dgm:prSet>
      <dgm:spPr/>
    </dgm:pt>
    <dgm:pt modelId="{DD62B55A-FBAA-4141-9D4C-A277586E0DAB}" type="pres">
      <dgm:prSet presAssocID="{A7A6F7B5-E70D-43D4-B7B2-22EB41C226DC}" presName="negativeSpace" presStyleCnt="0"/>
      <dgm:spPr/>
    </dgm:pt>
    <dgm:pt modelId="{695D3736-6B8C-465E-B0D7-2C0286652326}" type="pres">
      <dgm:prSet presAssocID="{A7A6F7B5-E70D-43D4-B7B2-22EB41C226DC}" presName="childText" presStyleLbl="conFgAcc1" presStyleIdx="1" presStyleCnt="4">
        <dgm:presLayoutVars>
          <dgm:bulletEnabled val="1"/>
        </dgm:presLayoutVars>
      </dgm:prSet>
      <dgm:spPr/>
    </dgm:pt>
    <dgm:pt modelId="{A9B46C67-2BCD-4A98-BABD-0788EC8292A7}" type="pres">
      <dgm:prSet presAssocID="{014F5040-571A-449C-A026-9CB08F7F58F1}" presName="spaceBetweenRectangles" presStyleCnt="0"/>
      <dgm:spPr/>
    </dgm:pt>
    <dgm:pt modelId="{A4ADD47F-957F-4082-9DB0-F0AB51265E51}" type="pres">
      <dgm:prSet presAssocID="{F78F1D33-5AE7-48A2-9310-D6E7435F6798}" presName="parentLin" presStyleCnt="0"/>
      <dgm:spPr/>
    </dgm:pt>
    <dgm:pt modelId="{3BE3EE86-4076-490A-9585-72F12B4FB6A4}" type="pres">
      <dgm:prSet presAssocID="{F78F1D33-5AE7-48A2-9310-D6E7435F6798}" presName="parentLeftMargin" presStyleLbl="node1" presStyleIdx="1" presStyleCnt="4"/>
      <dgm:spPr/>
    </dgm:pt>
    <dgm:pt modelId="{15A36F30-BB9B-4799-BAF5-DF64A20FB2BA}" type="pres">
      <dgm:prSet presAssocID="{F78F1D33-5AE7-48A2-9310-D6E7435F6798}" presName="parentText" presStyleLbl="node1" presStyleIdx="2" presStyleCnt="4">
        <dgm:presLayoutVars>
          <dgm:chMax val="0"/>
          <dgm:bulletEnabled val="1"/>
        </dgm:presLayoutVars>
      </dgm:prSet>
      <dgm:spPr/>
    </dgm:pt>
    <dgm:pt modelId="{64C01521-AF3A-4841-A3BB-20F1155AF725}" type="pres">
      <dgm:prSet presAssocID="{F78F1D33-5AE7-48A2-9310-D6E7435F6798}" presName="negativeSpace" presStyleCnt="0"/>
      <dgm:spPr/>
    </dgm:pt>
    <dgm:pt modelId="{8582E960-444C-4736-8400-38B8DAA41A66}" type="pres">
      <dgm:prSet presAssocID="{F78F1D33-5AE7-48A2-9310-D6E7435F6798}" presName="childText" presStyleLbl="conFgAcc1" presStyleIdx="2" presStyleCnt="4">
        <dgm:presLayoutVars>
          <dgm:bulletEnabled val="1"/>
        </dgm:presLayoutVars>
      </dgm:prSet>
      <dgm:spPr/>
    </dgm:pt>
    <dgm:pt modelId="{6FCF5049-026B-485E-92EE-68908428BB60}" type="pres">
      <dgm:prSet presAssocID="{86180DB2-3A40-4F42-B9C5-CBABDB4C5D2B}" presName="spaceBetweenRectangles" presStyleCnt="0"/>
      <dgm:spPr/>
    </dgm:pt>
    <dgm:pt modelId="{0D3D265A-6C2C-4126-8D4F-1FFFB3AE219F}" type="pres">
      <dgm:prSet presAssocID="{200BA6C7-B952-42DF-8B9B-C2C8917EDFA7}" presName="parentLin" presStyleCnt="0"/>
      <dgm:spPr/>
    </dgm:pt>
    <dgm:pt modelId="{1A88DAB7-B3E0-412F-954F-D03B64F91E6F}" type="pres">
      <dgm:prSet presAssocID="{200BA6C7-B952-42DF-8B9B-C2C8917EDFA7}" presName="parentLeftMargin" presStyleLbl="node1" presStyleIdx="2" presStyleCnt="4"/>
      <dgm:spPr/>
    </dgm:pt>
    <dgm:pt modelId="{9E838AC3-C947-4045-A8C5-9750ED469F1D}" type="pres">
      <dgm:prSet presAssocID="{200BA6C7-B952-42DF-8B9B-C2C8917EDFA7}" presName="parentText" presStyleLbl="node1" presStyleIdx="3" presStyleCnt="4">
        <dgm:presLayoutVars>
          <dgm:chMax val="0"/>
          <dgm:bulletEnabled val="1"/>
        </dgm:presLayoutVars>
      </dgm:prSet>
      <dgm:spPr/>
    </dgm:pt>
    <dgm:pt modelId="{B50004BC-61DB-42D4-B9FF-5005449CA21A}" type="pres">
      <dgm:prSet presAssocID="{200BA6C7-B952-42DF-8B9B-C2C8917EDFA7}" presName="negativeSpace" presStyleCnt="0"/>
      <dgm:spPr/>
    </dgm:pt>
    <dgm:pt modelId="{3E2192F2-4FC9-4160-9C67-D5E7F191CCEF}" type="pres">
      <dgm:prSet presAssocID="{200BA6C7-B952-42DF-8B9B-C2C8917EDFA7}" presName="childText" presStyleLbl="conFgAcc1" presStyleIdx="3" presStyleCnt="4">
        <dgm:presLayoutVars>
          <dgm:bulletEnabled val="1"/>
        </dgm:presLayoutVars>
      </dgm:prSet>
      <dgm:spPr/>
    </dgm:pt>
  </dgm:ptLst>
  <dgm:cxnLst>
    <dgm:cxn modelId="{D7B2EC02-FBBE-47C1-8416-2A74370DB084}" type="presOf" srcId="{53893661-FA1C-4ED2-9F2F-06D08BA81A9A}" destId="{12660FFC-33EC-414D-8774-8414239C6921}" srcOrd="1" destOrd="0" presId="urn:microsoft.com/office/officeart/2005/8/layout/list1"/>
    <dgm:cxn modelId="{1466DE07-FB28-404D-917F-272C6E0EB8A7}" srcId="{04A81A4E-A7EE-43A4-82FC-8BDCBACE750F}" destId="{A7A6F7B5-E70D-43D4-B7B2-22EB41C226DC}" srcOrd="1" destOrd="0" parTransId="{399CBC2B-814B-4657-ADD9-AAD459611017}" sibTransId="{014F5040-571A-449C-A026-9CB08F7F58F1}"/>
    <dgm:cxn modelId="{14D01020-A967-47AD-B9A5-CF74835087B3}" type="presOf" srcId="{04A81A4E-A7EE-43A4-82FC-8BDCBACE750F}" destId="{6ED931A0-348E-4DCE-8E17-FDEDC901ECF7}" srcOrd="0" destOrd="0" presId="urn:microsoft.com/office/officeart/2005/8/layout/list1"/>
    <dgm:cxn modelId="{2BF01725-0066-44D9-9E80-203569F78A69}" srcId="{04A81A4E-A7EE-43A4-82FC-8BDCBACE750F}" destId="{200BA6C7-B952-42DF-8B9B-C2C8917EDFA7}" srcOrd="3" destOrd="0" parTransId="{1450E9B0-B511-4B2E-BE5A-FBF2466BC720}" sibTransId="{EC7CCA7F-7DE6-447C-AB18-C0A077034B59}"/>
    <dgm:cxn modelId="{5EE9C465-78F5-4C52-B0F8-256EFF478C0A}" type="presOf" srcId="{200BA6C7-B952-42DF-8B9B-C2C8917EDFA7}" destId="{9E838AC3-C947-4045-A8C5-9750ED469F1D}" srcOrd="1" destOrd="0" presId="urn:microsoft.com/office/officeart/2005/8/layout/list1"/>
    <dgm:cxn modelId="{9881164D-6CC9-462D-8208-E8D71F265959}" type="presOf" srcId="{F78F1D33-5AE7-48A2-9310-D6E7435F6798}" destId="{15A36F30-BB9B-4799-BAF5-DF64A20FB2BA}" srcOrd="1" destOrd="0" presId="urn:microsoft.com/office/officeart/2005/8/layout/list1"/>
    <dgm:cxn modelId="{96590C73-EF9E-408F-BEAF-8AF927EA9864}" srcId="{04A81A4E-A7EE-43A4-82FC-8BDCBACE750F}" destId="{F78F1D33-5AE7-48A2-9310-D6E7435F6798}" srcOrd="2" destOrd="0" parTransId="{9DD3B53F-B42A-4DA6-87DC-F9267787A76D}" sibTransId="{86180DB2-3A40-4F42-B9C5-CBABDB4C5D2B}"/>
    <dgm:cxn modelId="{E4DF3F82-AE54-4F1A-A585-28C6EDD622E2}" type="presOf" srcId="{53893661-FA1C-4ED2-9F2F-06D08BA81A9A}" destId="{D29AF945-AC3A-4828-81B4-EBCC9A8D7245}" srcOrd="0" destOrd="0" presId="urn:microsoft.com/office/officeart/2005/8/layout/list1"/>
    <dgm:cxn modelId="{7FA6DD98-DD3A-43C1-A5D7-2468E4B64906}" srcId="{04A81A4E-A7EE-43A4-82FC-8BDCBACE750F}" destId="{53893661-FA1C-4ED2-9F2F-06D08BA81A9A}" srcOrd="0" destOrd="0" parTransId="{69C0A898-B5C5-4729-925E-6DF5C3B5CBDB}" sibTransId="{05E1DC36-9AFF-4F9D-9F3D-D0DE7EDC82D0}"/>
    <dgm:cxn modelId="{B7E38EAF-491F-4385-B990-43C8876942EA}" type="presOf" srcId="{A7A6F7B5-E70D-43D4-B7B2-22EB41C226DC}" destId="{EFE41D29-3459-427E-B963-4DAD9C721B98}" srcOrd="0" destOrd="0" presId="urn:microsoft.com/office/officeart/2005/8/layout/list1"/>
    <dgm:cxn modelId="{841E6EBF-1AA9-4E28-8F90-05DA89F6C24B}" type="presOf" srcId="{A7A6F7B5-E70D-43D4-B7B2-22EB41C226DC}" destId="{C21A03AB-E0EC-4D0B-8960-2643FF78DB42}" srcOrd="1" destOrd="0" presId="urn:microsoft.com/office/officeart/2005/8/layout/list1"/>
    <dgm:cxn modelId="{78A866CB-BB89-455B-BF54-EAA022F6E5D9}" type="presOf" srcId="{200BA6C7-B952-42DF-8B9B-C2C8917EDFA7}" destId="{1A88DAB7-B3E0-412F-954F-D03B64F91E6F}" srcOrd="0" destOrd="0" presId="urn:microsoft.com/office/officeart/2005/8/layout/list1"/>
    <dgm:cxn modelId="{10F446D7-4D87-483A-85DE-17B1911D68C1}" type="presOf" srcId="{F78F1D33-5AE7-48A2-9310-D6E7435F6798}" destId="{3BE3EE86-4076-490A-9585-72F12B4FB6A4}" srcOrd="0" destOrd="0" presId="urn:microsoft.com/office/officeart/2005/8/layout/list1"/>
    <dgm:cxn modelId="{4477FD2F-0C3E-4E3A-A500-A1B230911778}" type="presParOf" srcId="{6ED931A0-348E-4DCE-8E17-FDEDC901ECF7}" destId="{9E410BDB-6F13-4847-AE99-954D2C9FCC83}" srcOrd="0" destOrd="0" presId="urn:microsoft.com/office/officeart/2005/8/layout/list1"/>
    <dgm:cxn modelId="{9DEC800D-56F2-4C24-8828-042E074EB181}" type="presParOf" srcId="{9E410BDB-6F13-4847-AE99-954D2C9FCC83}" destId="{D29AF945-AC3A-4828-81B4-EBCC9A8D7245}" srcOrd="0" destOrd="0" presId="urn:microsoft.com/office/officeart/2005/8/layout/list1"/>
    <dgm:cxn modelId="{9F85FABE-BFC4-4F7F-8758-286F88C2A75D}" type="presParOf" srcId="{9E410BDB-6F13-4847-AE99-954D2C9FCC83}" destId="{12660FFC-33EC-414D-8774-8414239C6921}" srcOrd="1" destOrd="0" presId="urn:microsoft.com/office/officeart/2005/8/layout/list1"/>
    <dgm:cxn modelId="{41F9F040-B041-4CF7-9DE4-C0A44C773DD6}" type="presParOf" srcId="{6ED931A0-348E-4DCE-8E17-FDEDC901ECF7}" destId="{4E364DD9-4674-4470-BA28-A2AB012CDA12}" srcOrd="1" destOrd="0" presId="urn:microsoft.com/office/officeart/2005/8/layout/list1"/>
    <dgm:cxn modelId="{9C46DA59-88C3-48E9-A4CC-4E62EFBA997E}" type="presParOf" srcId="{6ED931A0-348E-4DCE-8E17-FDEDC901ECF7}" destId="{587F030F-BE9D-4370-B0A9-85B26D64E7FF}" srcOrd="2" destOrd="0" presId="urn:microsoft.com/office/officeart/2005/8/layout/list1"/>
    <dgm:cxn modelId="{639FDC50-A3D4-47E0-A94B-82CF1B490EB5}" type="presParOf" srcId="{6ED931A0-348E-4DCE-8E17-FDEDC901ECF7}" destId="{CFDC4754-4D59-4142-9390-11D755399167}" srcOrd="3" destOrd="0" presId="urn:microsoft.com/office/officeart/2005/8/layout/list1"/>
    <dgm:cxn modelId="{E1542D09-225C-46E8-9AA6-327F5CACB2D7}" type="presParOf" srcId="{6ED931A0-348E-4DCE-8E17-FDEDC901ECF7}" destId="{97ADDFDA-CFE6-4442-BC8F-B07B06F679CF}" srcOrd="4" destOrd="0" presId="urn:microsoft.com/office/officeart/2005/8/layout/list1"/>
    <dgm:cxn modelId="{F42B9094-ED61-485C-826A-E032A0387257}" type="presParOf" srcId="{97ADDFDA-CFE6-4442-BC8F-B07B06F679CF}" destId="{EFE41D29-3459-427E-B963-4DAD9C721B98}" srcOrd="0" destOrd="0" presId="urn:microsoft.com/office/officeart/2005/8/layout/list1"/>
    <dgm:cxn modelId="{5A7B0524-6BCD-47D2-9876-3BFA06E53E8A}" type="presParOf" srcId="{97ADDFDA-CFE6-4442-BC8F-B07B06F679CF}" destId="{C21A03AB-E0EC-4D0B-8960-2643FF78DB42}" srcOrd="1" destOrd="0" presId="urn:microsoft.com/office/officeart/2005/8/layout/list1"/>
    <dgm:cxn modelId="{A4783365-D420-447C-922E-51ED80B11A6D}" type="presParOf" srcId="{6ED931A0-348E-4DCE-8E17-FDEDC901ECF7}" destId="{DD62B55A-FBAA-4141-9D4C-A277586E0DAB}" srcOrd="5" destOrd="0" presId="urn:microsoft.com/office/officeart/2005/8/layout/list1"/>
    <dgm:cxn modelId="{98CBB59C-C2D8-4D68-A739-20C11F9DD1AC}" type="presParOf" srcId="{6ED931A0-348E-4DCE-8E17-FDEDC901ECF7}" destId="{695D3736-6B8C-465E-B0D7-2C0286652326}" srcOrd="6" destOrd="0" presId="urn:microsoft.com/office/officeart/2005/8/layout/list1"/>
    <dgm:cxn modelId="{1AF3A29D-1766-47DA-A4CB-CC706E01BE19}" type="presParOf" srcId="{6ED931A0-348E-4DCE-8E17-FDEDC901ECF7}" destId="{A9B46C67-2BCD-4A98-BABD-0788EC8292A7}" srcOrd="7" destOrd="0" presId="urn:microsoft.com/office/officeart/2005/8/layout/list1"/>
    <dgm:cxn modelId="{E30CDF2D-80FB-4CFB-AEBC-3FF6FC484918}" type="presParOf" srcId="{6ED931A0-348E-4DCE-8E17-FDEDC901ECF7}" destId="{A4ADD47F-957F-4082-9DB0-F0AB51265E51}" srcOrd="8" destOrd="0" presId="urn:microsoft.com/office/officeart/2005/8/layout/list1"/>
    <dgm:cxn modelId="{A2A8DBCB-CAEF-4E54-9EEC-471354FC5830}" type="presParOf" srcId="{A4ADD47F-957F-4082-9DB0-F0AB51265E51}" destId="{3BE3EE86-4076-490A-9585-72F12B4FB6A4}" srcOrd="0" destOrd="0" presId="urn:microsoft.com/office/officeart/2005/8/layout/list1"/>
    <dgm:cxn modelId="{EB4E75A3-2372-41A6-AFC5-C4621146D073}" type="presParOf" srcId="{A4ADD47F-957F-4082-9DB0-F0AB51265E51}" destId="{15A36F30-BB9B-4799-BAF5-DF64A20FB2BA}" srcOrd="1" destOrd="0" presId="urn:microsoft.com/office/officeart/2005/8/layout/list1"/>
    <dgm:cxn modelId="{C3D46DA4-B335-461A-9A1E-92398C2C4543}" type="presParOf" srcId="{6ED931A0-348E-4DCE-8E17-FDEDC901ECF7}" destId="{64C01521-AF3A-4841-A3BB-20F1155AF725}" srcOrd="9" destOrd="0" presId="urn:microsoft.com/office/officeart/2005/8/layout/list1"/>
    <dgm:cxn modelId="{1100B425-6139-415D-ABAA-B5831031A280}" type="presParOf" srcId="{6ED931A0-348E-4DCE-8E17-FDEDC901ECF7}" destId="{8582E960-444C-4736-8400-38B8DAA41A66}" srcOrd="10" destOrd="0" presId="urn:microsoft.com/office/officeart/2005/8/layout/list1"/>
    <dgm:cxn modelId="{6ADAF863-762E-42DD-BAE3-ACEA336904B2}" type="presParOf" srcId="{6ED931A0-348E-4DCE-8E17-FDEDC901ECF7}" destId="{6FCF5049-026B-485E-92EE-68908428BB60}" srcOrd="11" destOrd="0" presId="urn:microsoft.com/office/officeart/2005/8/layout/list1"/>
    <dgm:cxn modelId="{809F782E-1A6F-4682-8E6D-69A8C2794734}" type="presParOf" srcId="{6ED931A0-348E-4DCE-8E17-FDEDC901ECF7}" destId="{0D3D265A-6C2C-4126-8D4F-1FFFB3AE219F}" srcOrd="12" destOrd="0" presId="urn:microsoft.com/office/officeart/2005/8/layout/list1"/>
    <dgm:cxn modelId="{08B48798-AB5C-42C8-B635-DDB6FA33729B}" type="presParOf" srcId="{0D3D265A-6C2C-4126-8D4F-1FFFB3AE219F}" destId="{1A88DAB7-B3E0-412F-954F-D03B64F91E6F}" srcOrd="0" destOrd="0" presId="urn:microsoft.com/office/officeart/2005/8/layout/list1"/>
    <dgm:cxn modelId="{C9BBFF13-E779-4287-AFA4-D0EA2AC1E21D}" type="presParOf" srcId="{0D3D265A-6C2C-4126-8D4F-1FFFB3AE219F}" destId="{9E838AC3-C947-4045-A8C5-9750ED469F1D}" srcOrd="1" destOrd="0" presId="urn:microsoft.com/office/officeart/2005/8/layout/list1"/>
    <dgm:cxn modelId="{D49D35C1-0BAE-45F8-9B3F-C9C4F4F16276}" type="presParOf" srcId="{6ED931A0-348E-4DCE-8E17-FDEDC901ECF7}" destId="{B50004BC-61DB-42D4-B9FF-5005449CA21A}" srcOrd="13" destOrd="0" presId="urn:microsoft.com/office/officeart/2005/8/layout/list1"/>
    <dgm:cxn modelId="{06F6C0EB-A13F-43C6-B009-A55FE4AC4B36}" type="presParOf" srcId="{6ED931A0-348E-4DCE-8E17-FDEDC901ECF7}" destId="{3E2192F2-4FC9-4160-9C67-D5E7F191CCEF}" srcOrd="14" destOrd="0" presId="urn:microsoft.com/office/officeart/2005/8/layout/list1"/>
  </dgm:cxnLst>
  <dgm:bg>
    <a:noFill/>
  </dgm:bg>
  <dgm:whole/>
  <dgm:extLst>
    <a:ext uri="http://schemas.microsoft.com/office/drawing/2008/diagram">
      <dsp:dataModelExt xmlns:dsp="http://schemas.microsoft.com/office/drawing/2008/diagram" relId="rId10"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E3862CA-BB61-409D-9BEE-23CCA7677165}"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BD3819B5-E5A4-4630-B3A0-9B523378CD92}">
      <dgm:prSet/>
      <dgm:spPr/>
      <dgm:t>
        <a:bodyPr/>
        <a:lstStyle/>
        <a:p>
          <a:r>
            <a:rPr lang="en-GB">
              <a:solidFill>
                <a:schemeClr val="bg1"/>
              </a:solidFill>
            </a:rPr>
            <a:t>Scope of physiotherapist practice (CBT-informed vs full CBT)</a:t>
          </a:r>
          <a:endParaRPr lang="en-US">
            <a:solidFill>
              <a:schemeClr val="bg1"/>
            </a:solidFill>
          </a:endParaRPr>
        </a:p>
      </dgm:t>
    </dgm:pt>
    <dgm:pt modelId="{80B6BF6B-6DD8-4782-928D-B8076EED5356}" type="parTrans" cxnId="{B2A7CAC1-5341-40A3-8FC1-9655298A0CDF}">
      <dgm:prSet/>
      <dgm:spPr/>
      <dgm:t>
        <a:bodyPr/>
        <a:lstStyle/>
        <a:p>
          <a:endParaRPr lang="en-US">
            <a:solidFill>
              <a:schemeClr val="bg1"/>
            </a:solidFill>
          </a:endParaRPr>
        </a:p>
      </dgm:t>
    </dgm:pt>
    <dgm:pt modelId="{DA67CCBA-1B86-4224-A34D-92527E81C563}" type="sibTrans" cxnId="{B2A7CAC1-5341-40A3-8FC1-9655298A0CDF}">
      <dgm:prSet/>
      <dgm:spPr/>
      <dgm:t>
        <a:bodyPr/>
        <a:lstStyle/>
        <a:p>
          <a:endParaRPr lang="en-US">
            <a:solidFill>
              <a:schemeClr val="bg1"/>
            </a:solidFill>
          </a:endParaRPr>
        </a:p>
      </dgm:t>
    </dgm:pt>
    <dgm:pt modelId="{B12A2D49-69DF-4436-A0E5-9132F657265D}">
      <dgm:prSet/>
      <dgm:spPr/>
      <dgm:t>
        <a:bodyPr/>
        <a:lstStyle/>
        <a:p>
          <a:r>
            <a:rPr lang="en-GB">
              <a:solidFill>
                <a:schemeClr val="bg1"/>
              </a:solidFill>
            </a:rPr>
            <a:t>Need for training and supervision</a:t>
          </a:r>
          <a:endParaRPr lang="en-US">
            <a:solidFill>
              <a:schemeClr val="bg1"/>
            </a:solidFill>
          </a:endParaRPr>
        </a:p>
      </dgm:t>
    </dgm:pt>
    <dgm:pt modelId="{256E2B78-7368-45AC-8EB5-FFF0913D3669}" type="parTrans" cxnId="{712A3CE2-16AC-47D9-A0C0-97E8F742329D}">
      <dgm:prSet/>
      <dgm:spPr/>
      <dgm:t>
        <a:bodyPr/>
        <a:lstStyle/>
        <a:p>
          <a:endParaRPr lang="en-US">
            <a:solidFill>
              <a:schemeClr val="bg1"/>
            </a:solidFill>
          </a:endParaRPr>
        </a:p>
      </dgm:t>
    </dgm:pt>
    <dgm:pt modelId="{AC59FEF5-B943-451E-AA4F-BDA580709ADC}" type="sibTrans" cxnId="{712A3CE2-16AC-47D9-A0C0-97E8F742329D}">
      <dgm:prSet/>
      <dgm:spPr/>
      <dgm:t>
        <a:bodyPr/>
        <a:lstStyle/>
        <a:p>
          <a:endParaRPr lang="en-US">
            <a:solidFill>
              <a:schemeClr val="bg1"/>
            </a:solidFill>
          </a:endParaRPr>
        </a:p>
      </dgm:t>
    </dgm:pt>
    <dgm:pt modelId="{5746C492-0EAE-4F2A-B35F-60CEAA70B91D}">
      <dgm:prSet/>
      <dgm:spPr/>
      <dgm:t>
        <a:bodyPr/>
        <a:lstStyle/>
        <a:p>
          <a:r>
            <a:rPr lang="en-GB">
              <a:solidFill>
                <a:schemeClr val="bg1"/>
              </a:solidFill>
            </a:rPr>
            <a:t>Referral to psychological services when appropriate</a:t>
          </a:r>
          <a:endParaRPr lang="en-US">
            <a:solidFill>
              <a:schemeClr val="bg1"/>
            </a:solidFill>
          </a:endParaRPr>
        </a:p>
      </dgm:t>
    </dgm:pt>
    <dgm:pt modelId="{867DEC5F-D7D3-4F71-9E21-C561468EF2AE}" type="parTrans" cxnId="{D47B217D-B79C-4DE8-88B6-8624F4948632}">
      <dgm:prSet/>
      <dgm:spPr/>
      <dgm:t>
        <a:bodyPr/>
        <a:lstStyle/>
        <a:p>
          <a:endParaRPr lang="en-US">
            <a:solidFill>
              <a:schemeClr val="bg1"/>
            </a:solidFill>
          </a:endParaRPr>
        </a:p>
      </dgm:t>
    </dgm:pt>
    <dgm:pt modelId="{6EAF2CDC-4248-4E6F-AA18-EB82F8D4A635}" type="sibTrans" cxnId="{D47B217D-B79C-4DE8-88B6-8624F4948632}">
      <dgm:prSet/>
      <dgm:spPr/>
      <dgm:t>
        <a:bodyPr/>
        <a:lstStyle/>
        <a:p>
          <a:endParaRPr lang="en-US">
            <a:solidFill>
              <a:schemeClr val="bg1"/>
            </a:solidFill>
          </a:endParaRPr>
        </a:p>
      </dgm:t>
    </dgm:pt>
    <dgm:pt modelId="{C7C64E4E-0651-4AE4-B964-C1CACFC93ED5}" type="pres">
      <dgm:prSet presAssocID="{0E3862CA-BB61-409D-9BEE-23CCA7677165}" presName="vert0" presStyleCnt="0">
        <dgm:presLayoutVars>
          <dgm:dir/>
          <dgm:animOne val="branch"/>
          <dgm:animLvl val="lvl"/>
        </dgm:presLayoutVars>
      </dgm:prSet>
      <dgm:spPr/>
    </dgm:pt>
    <dgm:pt modelId="{DB14E751-374F-4B16-95D6-41FDF49F1136}" type="pres">
      <dgm:prSet presAssocID="{BD3819B5-E5A4-4630-B3A0-9B523378CD92}" presName="thickLine" presStyleLbl="alignNode1" presStyleIdx="0" presStyleCnt="3"/>
      <dgm:spPr/>
    </dgm:pt>
    <dgm:pt modelId="{BABDCA76-E482-4AA8-8CFF-473B393EF6AE}" type="pres">
      <dgm:prSet presAssocID="{BD3819B5-E5A4-4630-B3A0-9B523378CD92}" presName="horz1" presStyleCnt="0"/>
      <dgm:spPr/>
    </dgm:pt>
    <dgm:pt modelId="{6019CA42-0F99-4601-BF90-3BC5533EA9C1}" type="pres">
      <dgm:prSet presAssocID="{BD3819B5-E5A4-4630-B3A0-9B523378CD92}" presName="tx1" presStyleLbl="revTx" presStyleIdx="0" presStyleCnt="3"/>
      <dgm:spPr/>
    </dgm:pt>
    <dgm:pt modelId="{8E81E210-CA6C-4D33-966C-637E19A1A5A7}" type="pres">
      <dgm:prSet presAssocID="{BD3819B5-E5A4-4630-B3A0-9B523378CD92}" presName="vert1" presStyleCnt="0"/>
      <dgm:spPr/>
    </dgm:pt>
    <dgm:pt modelId="{F926BE18-7D5D-46AC-9A3F-09F5610B357D}" type="pres">
      <dgm:prSet presAssocID="{B12A2D49-69DF-4436-A0E5-9132F657265D}" presName="thickLine" presStyleLbl="alignNode1" presStyleIdx="1" presStyleCnt="3"/>
      <dgm:spPr/>
    </dgm:pt>
    <dgm:pt modelId="{E31AD66D-A323-48DD-B964-8B2EDD52FCF3}" type="pres">
      <dgm:prSet presAssocID="{B12A2D49-69DF-4436-A0E5-9132F657265D}" presName="horz1" presStyleCnt="0"/>
      <dgm:spPr/>
    </dgm:pt>
    <dgm:pt modelId="{EF8CD3EE-7161-4780-ABDB-714048A19316}" type="pres">
      <dgm:prSet presAssocID="{B12A2D49-69DF-4436-A0E5-9132F657265D}" presName="tx1" presStyleLbl="revTx" presStyleIdx="1" presStyleCnt="3"/>
      <dgm:spPr/>
    </dgm:pt>
    <dgm:pt modelId="{14B030CC-EBA9-45DE-AF7E-ABB151D288B5}" type="pres">
      <dgm:prSet presAssocID="{B12A2D49-69DF-4436-A0E5-9132F657265D}" presName="vert1" presStyleCnt="0"/>
      <dgm:spPr/>
    </dgm:pt>
    <dgm:pt modelId="{30ECA98F-EAB0-4314-A889-3B1284D22973}" type="pres">
      <dgm:prSet presAssocID="{5746C492-0EAE-4F2A-B35F-60CEAA70B91D}" presName="thickLine" presStyleLbl="alignNode1" presStyleIdx="2" presStyleCnt="3"/>
      <dgm:spPr/>
    </dgm:pt>
    <dgm:pt modelId="{7F40F959-61D4-46C1-9855-05ECB273D1EE}" type="pres">
      <dgm:prSet presAssocID="{5746C492-0EAE-4F2A-B35F-60CEAA70B91D}" presName="horz1" presStyleCnt="0"/>
      <dgm:spPr/>
    </dgm:pt>
    <dgm:pt modelId="{233D8573-EE3D-4355-8D30-1C474183D2DC}" type="pres">
      <dgm:prSet presAssocID="{5746C492-0EAE-4F2A-B35F-60CEAA70B91D}" presName="tx1" presStyleLbl="revTx" presStyleIdx="2" presStyleCnt="3"/>
      <dgm:spPr/>
    </dgm:pt>
    <dgm:pt modelId="{E6937389-5A2B-4D5E-A11D-252ADF85A76F}" type="pres">
      <dgm:prSet presAssocID="{5746C492-0EAE-4F2A-B35F-60CEAA70B91D}" presName="vert1" presStyleCnt="0"/>
      <dgm:spPr/>
    </dgm:pt>
  </dgm:ptLst>
  <dgm:cxnLst>
    <dgm:cxn modelId="{D47B217D-B79C-4DE8-88B6-8624F4948632}" srcId="{0E3862CA-BB61-409D-9BEE-23CCA7677165}" destId="{5746C492-0EAE-4F2A-B35F-60CEAA70B91D}" srcOrd="2" destOrd="0" parTransId="{867DEC5F-D7D3-4F71-9E21-C561468EF2AE}" sibTransId="{6EAF2CDC-4248-4E6F-AA18-EB82F8D4A635}"/>
    <dgm:cxn modelId="{8A3D0781-E999-4E2D-A355-342BEFE12674}" type="presOf" srcId="{B12A2D49-69DF-4436-A0E5-9132F657265D}" destId="{EF8CD3EE-7161-4780-ABDB-714048A19316}" srcOrd="0" destOrd="0" presId="urn:microsoft.com/office/officeart/2008/layout/LinedList"/>
    <dgm:cxn modelId="{4BD2CB9A-43F1-487A-A4FB-6DB82D54112A}" type="presOf" srcId="{0E3862CA-BB61-409D-9BEE-23CCA7677165}" destId="{C7C64E4E-0651-4AE4-B964-C1CACFC93ED5}" srcOrd="0" destOrd="0" presId="urn:microsoft.com/office/officeart/2008/layout/LinedList"/>
    <dgm:cxn modelId="{05812BBC-3320-4CF4-8092-17EE54A61984}" type="presOf" srcId="{BD3819B5-E5A4-4630-B3A0-9B523378CD92}" destId="{6019CA42-0F99-4601-BF90-3BC5533EA9C1}" srcOrd="0" destOrd="0" presId="urn:microsoft.com/office/officeart/2008/layout/LinedList"/>
    <dgm:cxn modelId="{B2A7CAC1-5341-40A3-8FC1-9655298A0CDF}" srcId="{0E3862CA-BB61-409D-9BEE-23CCA7677165}" destId="{BD3819B5-E5A4-4630-B3A0-9B523378CD92}" srcOrd="0" destOrd="0" parTransId="{80B6BF6B-6DD8-4782-928D-B8076EED5356}" sibTransId="{DA67CCBA-1B86-4224-A34D-92527E81C563}"/>
    <dgm:cxn modelId="{AFF474CF-D177-4DCD-B31A-2C4C1DBEF9CF}" type="presOf" srcId="{5746C492-0EAE-4F2A-B35F-60CEAA70B91D}" destId="{233D8573-EE3D-4355-8D30-1C474183D2DC}" srcOrd="0" destOrd="0" presId="urn:microsoft.com/office/officeart/2008/layout/LinedList"/>
    <dgm:cxn modelId="{712A3CE2-16AC-47D9-A0C0-97E8F742329D}" srcId="{0E3862CA-BB61-409D-9BEE-23CCA7677165}" destId="{B12A2D49-69DF-4436-A0E5-9132F657265D}" srcOrd="1" destOrd="0" parTransId="{256E2B78-7368-45AC-8EB5-FFF0913D3669}" sibTransId="{AC59FEF5-B943-451E-AA4F-BDA580709ADC}"/>
    <dgm:cxn modelId="{CD00D4CF-86EA-4D3A-8B25-53A9A8AC13E6}" type="presParOf" srcId="{C7C64E4E-0651-4AE4-B964-C1CACFC93ED5}" destId="{DB14E751-374F-4B16-95D6-41FDF49F1136}" srcOrd="0" destOrd="0" presId="urn:microsoft.com/office/officeart/2008/layout/LinedList"/>
    <dgm:cxn modelId="{EEA15E46-2E39-4833-A27D-0C868026C3B0}" type="presParOf" srcId="{C7C64E4E-0651-4AE4-B964-C1CACFC93ED5}" destId="{BABDCA76-E482-4AA8-8CFF-473B393EF6AE}" srcOrd="1" destOrd="0" presId="urn:microsoft.com/office/officeart/2008/layout/LinedList"/>
    <dgm:cxn modelId="{A51E64D7-EB1F-493C-AE34-0008F704B41E}" type="presParOf" srcId="{BABDCA76-E482-4AA8-8CFF-473B393EF6AE}" destId="{6019CA42-0F99-4601-BF90-3BC5533EA9C1}" srcOrd="0" destOrd="0" presId="urn:microsoft.com/office/officeart/2008/layout/LinedList"/>
    <dgm:cxn modelId="{F1C7556C-090D-43C3-9941-63016DC0E211}" type="presParOf" srcId="{BABDCA76-E482-4AA8-8CFF-473B393EF6AE}" destId="{8E81E210-CA6C-4D33-966C-637E19A1A5A7}" srcOrd="1" destOrd="0" presId="urn:microsoft.com/office/officeart/2008/layout/LinedList"/>
    <dgm:cxn modelId="{97762B6C-55A6-462D-8CF7-EC3E6E1366E8}" type="presParOf" srcId="{C7C64E4E-0651-4AE4-B964-C1CACFC93ED5}" destId="{F926BE18-7D5D-46AC-9A3F-09F5610B357D}" srcOrd="2" destOrd="0" presId="urn:microsoft.com/office/officeart/2008/layout/LinedList"/>
    <dgm:cxn modelId="{DB12CA06-7AAE-40BD-81B8-9D7F4407BA70}" type="presParOf" srcId="{C7C64E4E-0651-4AE4-B964-C1CACFC93ED5}" destId="{E31AD66D-A323-48DD-B964-8B2EDD52FCF3}" srcOrd="3" destOrd="0" presId="urn:microsoft.com/office/officeart/2008/layout/LinedList"/>
    <dgm:cxn modelId="{88BCCCD0-76D0-487B-950B-065E13417420}" type="presParOf" srcId="{E31AD66D-A323-48DD-B964-8B2EDD52FCF3}" destId="{EF8CD3EE-7161-4780-ABDB-714048A19316}" srcOrd="0" destOrd="0" presId="urn:microsoft.com/office/officeart/2008/layout/LinedList"/>
    <dgm:cxn modelId="{A8B0D749-F245-4AC9-8324-A0857C018D66}" type="presParOf" srcId="{E31AD66D-A323-48DD-B964-8B2EDD52FCF3}" destId="{14B030CC-EBA9-45DE-AF7E-ABB151D288B5}" srcOrd="1" destOrd="0" presId="urn:microsoft.com/office/officeart/2008/layout/LinedList"/>
    <dgm:cxn modelId="{696E652F-B44C-4677-8DB7-57078A6DA0E4}" type="presParOf" srcId="{C7C64E4E-0651-4AE4-B964-C1CACFC93ED5}" destId="{30ECA98F-EAB0-4314-A889-3B1284D22973}" srcOrd="4" destOrd="0" presId="urn:microsoft.com/office/officeart/2008/layout/LinedList"/>
    <dgm:cxn modelId="{7F1C38EB-AB48-480C-9834-1D2556BB11CF}" type="presParOf" srcId="{C7C64E4E-0651-4AE4-B964-C1CACFC93ED5}" destId="{7F40F959-61D4-46C1-9855-05ECB273D1EE}" srcOrd="5" destOrd="0" presId="urn:microsoft.com/office/officeart/2008/layout/LinedList"/>
    <dgm:cxn modelId="{CADF940E-34F4-43A7-A685-DD4CC88CAD8F}" type="presParOf" srcId="{7F40F959-61D4-46C1-9855-05ECB273D1EE}" destId="{233D8573-EE3D-4355-8D30-1C474183D2DC}" srcOrd="0" destOrd="0" presId="urn:microsoft.com/office/officeart/2008/layout/LinedList"/>
    <dgm:cxn modelId="{77EB5936-712B-4E94-9260-AAB2AF9A239E}" type="presParOf" srcId="{7F40F959-61D4-46C1-9855-05ECB273D1EE}" destId="{E6937389-5A2B-4D5E-A11D-252ADF85A76F}" srcOrd="1" destOrd="0" presId="urn:microsoft.com/office/officeart/2008/layout/LinedList"/>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7D85E59-78A8-4E6C-8C3D-4B9F0E3C6B15}" type="doc">
      <dgm:prSet loTypeId="urn:microsoft.com/office/officeart/2005/8/layout/process4" loCatId="process" qsTypeId="urn:microsoft.com/office/officeart/2005/8/quickstyle/simple1" qsCatId="simple" csTypeId="urn:microsoft.com/office/officeart/2005/8/colors/accent0_3" csCatId="mainScheme"/>
      <dgm:spPr/>
      <dgm:t>
        <a:bodyPr/>
        <a:lstStyle/>
        <a:p>
          <a:endParaRPr lang="en-US"/>
        </a:p>
      </dgm:t>
    </dgm:pt>
    <dgm:pt modelId="{898FD1E6-C080-4882-B1E4-FF9904D00982}">
      <dgm:prSet custT="1"/>
      <dgm:spPr/>
      <dgm:t>
        <a:bodyPr/>
        <a:lstStyle/>
        <a:p>
          <a:r>
            <a:rPr lang="en-GB" sz="2400">
              <a:latin typeface="Aptos" panose="020B0004020202020204" pitchFamily="34" charset="0"/>
            </a:rPr>
            <a:t>Core of the Behaviour Change Wheel (Michie et al., 2011).</a:t>
          </a:r>
          <a:endParaRPr lang="en-US" sz="2400">
            <a:latin typeface="Aptos" panose="020B0004020202020204" pitchFamily="34" charset="0"/>
          </a:endParaRPr>
        </a:p>
      </dgm:t>
    </dgm:pt>
    <dgm:pt modelId="{14F9E1F9-0908-4A41-86A7-D84CDD4E3D24}" type="parTrans" cxnId="{E8B0A599-23A3-45EE-8DCE-E6D9B063C3B4}">
      <dgm:prSet/>
      <dgm:spPr/>
      <dgm:t>
        <a:bodyPr/>
        <a:lstStyle/>
        <a:p>
          <a:endParaRPr lang="en-US" sz="2400">
            <a:latin typeface="Aptos" panose="020B0004020202020204" pitchFamily="34" charset="0"/>
          </a:endParaRPr>
        </a:p>
      </dgm:t>
    </dgm:pt>
    <dgm:pt modelId="{9F960D85-BD53-447B-BC6A-24E6117B6C3F}" type="sibTrans" cxnId="{E8B0A599-23A3-45EE-8DCE-E6D9B063C3B4}">
      <dgm:prSet/>
      <dgm:spPr/>
      <dgm:t>
        <a:bodyPr/>
        <a:lstStyle/>
        <a:p>
          <a:endParaRPr lang="en-US" sz="2400">
            <a:latin typeface="Aptos" panose="020B0004020202020204" pitchFamily="34" charset="0"/>
          </a:endParaRPr>
        </a:p>
      </dgm:t>
    </dgm:pt>
    <dgm:pt modelId="{F9FF39BA-D5B1-4329-B234-874578BC2426}">
      <dgm:prSet custT="1"/>
      <dgm:spPr/>
      <dgm:t>
        <a:bodyPr/>
        <a:lstStyle/>
        <a:p>
          <a:r>
            <a:rPr lang="en-GB" sz="2400">
              <a:latin typeface="Aptos" panose="020B0004020202020204" pitchFamily="34" charset="0"/>
            </a:rPr>
            <a:t>Behaviour occurs when </a:t>
          </a:r>
          <a:r>
            <a:rPr lang="en-GB" sz="2400" b="1">
              <a:latin typeface="Aptos" panose="020B0004020202020204" pitchFamily="34" charset="0"/>
            </a:rPr>
            <a:t>Capability</a:t>
          </a:r>
          <a:r>
            <a:rPr lang="en-GB" sz="2400">
              <a:latin typeface="Aptos" panose="020B0004020202020204" pitchFamily="34" charset="0"/>
            </a:rPr>
            <a:t>, </a:t>
          </a:r>
          <a:r>
            <a:rPr lang="en-GB" sz="2400" b="1">
              <a:latin typeface="Aptos" panose="020B0004020202020204" pitchFamily="34" charset="0"/>
            </a:rPr>
            <a:t>Opportunity</a:t>
          </a:r>
          <a:r>
            <a:rPr lang="en-GB" sz="2400">
              <a:latin typeface="Aptos" panose="020B0004020202020204" pitchFamily="34" charset="0"/>
            </a:rPr>
            <a:t>, and </a:t>
          </a:r>
          <a:r>
            <a:rPr lang="en-GB" sz="2400" b="1">
              <a:latin typeface="Aptos" panose="020B0004020202020204" pitchFamily="34" charset="0"/>
            </a:rPr>
            <a:t>Motivation</a:t>
          </a:r>
          <a:r>
            <a:rPr lang="en-GB" sz="2400">
              <a:latin typeface="Aptos" panose="020B0004020202020204" pitchFamily="34" charset="0"/>
            </a:rPr>
            <a:t> interact.</a:t>
          </a:r>
          <a:endParaRPr lang="en-US" sz="2400">
            <a:latin typeface="Aptos" panose="020B0004020202020204" pitchFamily="34" charset="0"/>
          </a:endParaRPr>
        </a:p>
      </dgm:t>
    </dgm:pt>
    <dgm:pt modelId="{B86AFDBC-4F15-48EF-8798-DF70A409A9F4}" type="parTrans" cxnId="{43E2DD0B-CC4E-4850-B580-4C9F898D59A8}">
      <dgm:prSet/>
      <dgm:spPr/>
      <dgm:t>
        <a:bodyPr/>
        <a:lstStyle/>
        <a:p>
          <a:endParaRPr lang="en-US" sz="2400">
            <a:latin typeface="Aptos" panose="020B0004020202020204" pitchFamily="34" charset="0"/>
          </a:endParaRPr>
        </a:p>
      </dgm:t>
    </dgm:pt>
    <dgm:pt modelId="{E8F229AD-1F4F-4BDB-80C8-0EDCA393AA96}" type="sibTrans" cxnId="{43E2DD0B-CC4E-4850-B580-4C9F898D59A8}">
      <dgm:prSet/>
      <dgm:spPr/>
      <dgm:t>
        <a:bodyPr/>
        <a:lstStyle/>
        <a:p>
          <a:endParaRPr lang="en-US" sz="2400">
            <a:latin typeface="Aptos" panose="020B0004020202020204" pitchFamily="34" charset="0"/>
          </a:endParaRPr>
        </a:p>
      </dgm:t>
    </dgm:pt>
    <dgm:pt modelId="{8013F6F4-B9D8-42AF-A0D3-5657F91F2144}">
      <dgm:prSet custT="1"/>
      <dgm:spPr/>
      <dgm:t>
        <a:bodyPr/>
        <a:lstStyle/>
        <a:p>
          <a:r>
            <a:rPr lang="en-GB" sz="2400">
              <a:latin typeface="Aptos" panose="020B0004020202020204" pitchFamily="34" charset="0"/>
            </a:rPr>
            <a:t>Physiotherapy example:</a:t>
          </a:r>
          <a:endParaRPr lang="en-US" sz="2400">
            <a:latin typeface="Aptos" panose="020B0004020202020204" pitchFamily="34" charset="0"/>
          </a:endParaRPr>
        </a:p>
      </dgm:t>
    </dgm:pt>
    <dgm:pt modelId="{380CB122-0CA5-49E8-99DF-F8D8F803F898}" type="parTrans" cxnId="{362B18C1-DBE5-4256-8ED0-C33BDC7E560C}">
      <dgm:prSet/>
      <dgm:spPr/>
      <dgm:t>
        <a:bodyPr/>
        <a:lstStyle/>
        <a:p>
          <a:endParaRPr lang="en-US" sz="2400">
            <a:latin typeface="Aptos" panose="020B0004020202020204" pitchFamily="34" charset="0"/>
          </a:endParaRPr>
        </a:p>
      </dgm:t>
    </dgm:pt>
    <dgm:pt modelId="{800FBF0A-F2EE-4FD9-A8AE-025ECE6C2528}" type="sibTrans" cxnId="{362B18C1-DBE5-4256-8ED0-C33BDC7E560C}">
      <dgm:prSet/>
      <dgm:spPr/>
      <dgm:t>
        <a:bodyPr/>
        <a:lstStyle/>
        <a:p>
          <a:endParaRPr lang="en-US" sz="2400">
            <a:latin typeface="Aptos" panose="020B0004020202020204" pitchFamily="34" charset="0"/>
          </a:endParaRPr>
        </a:p>
      </dgm:t>
    </dgm:pt>
    <dgm:pt modelId="{1B48E751-6C75-40CF-BAC5-B3A6ACB435F5}">
      <dgm:prSet custT="1"/>
      <dgm:spPr/>
      <dgm:t>
        <a:bodyPr/>
        <a:lstStyle/>
        <a:p>
          <a:r>
            <a:rPr lang="en-GB" sz="2400" b="1">
              <a:latin typeface="Aptos" panose="020B0004020202020204" pitchFamily="34" charset="0"/>
            </a:rPr>
            <a:t>Capability:</a:t>
          </a:r>
          <a:r>
            <a:rPr lang="en-GB" sz="2400">
              <a:latin typeface="Aptos" panose="020B0004020202020204" pitchFamily="34" charset="0"/>
            </a:rPr>
            <a:t> patient knows how to do exercises</a:t>
          </a:r>
          <a:endParaRPr lang="en-US" sz="2400">
            <a:latin typeface="Aptos" panose="020B0004020202020204" pitchFamily="34" charset="0"/>
          </a:endParaRPr>
        </a:p>
      </dgm:t>
    </dgm:pt>
    <dgm:pt modelId="{CABD1A33-1649-479F-AEA1-621E64F5B1BB}" type="parTrans" cxnId="{79608B8B-035D-4029-8DCF-F71D5E05E9A5}">
      <dgm:prSet/>
      <dgm:spPr/>
      <dgm:t>
        <a:bodyPr/>
        <a:lstStyle/>
        <a:p>
          <a:endParaRPr lang="en-US" sz="2400">
            <a:latin typeface="Aptos" panose="020B0004020202020204" pitchFamily="34" charset="0"/>
          </a:endParaRPr>
        </a:p>
      </dgm:t>
    </dgm:pt>
    <dgm:pt modelId="{FEEACCF6-7BE6-46BE-ACE3-9D8CB376A959}" type="sibTrans" cxnId="{79608B8B-035D-4029-8DCF-F71D5E05E9A5}">
      <dgm:prSet/>
      <dgm:spPr/>
      <dgm:t>
        <a:bodyPr/>
        <a:lstStyle/>
        <a:p>
          <a:endParaRPr lang="en-US" sz="2400">
            <a:latin typeface="Aptos" panose="020B0004020202020204" pitchFamily="34" charset="0"/>
          </a:endParaRPr>
        </a:p>
      </dgm:t>
    </dgm:pt>
    <dgm:pt modelId="{570004C1-0F26-48B4-BCE1-C12FF6470D4F}">
      <dgm:prSet custT="1"/>
      <dgm:spPr/>
      <dgm:t>
        <a:bodyPr/>
        <a:lstStyle/>
        <a:p>
          <a:r>
            <a:rPr lang="en-GB" sz="2400" b="1" dirty="0">
              <a:latin typeface="Aptos" panose="020B0004020202020204" pitchFamily="34" charset="0"/>
            </a:rPr>
            <a:t>Opportunity:</a:t>
          </a:r>
          <a:r>
            <a:rPr lang="en-GB" sz="2400" dirty="0">
              <a:latin typeface="Aptos" panose="020B0004020202020204" pitchFamily="34" charset="0"/>
            </a:rPr>
            <a:t> has time and space at home</a:t>
          </a:r>
          <a:endParaRPr lang="en-US" sz="2400" dirty="0">
            <a:latin typeface="Aptos" panose="020B0004020202020204" pitchFamily="34" charset="0"/>
          </a:endParaRPr>
        </a:p>
      </dgm:t>
    </dgm:pt>
    <dgm:pt modelId="{2ED15321-0AE3-4815-8583-0AEFA1445219}" type="parTrans" cxnId="{9043B007-7A77-4D07-98F4-104600655E5D}">
      <dgm:prSet/>
      <dgm:spPr/>
      <dgm:t>
        <a:bodyPr/>
        <a:lstStyle/>
        <a:p>
          <a:endParaRPr lang="en-US" sz="2400">
            <a:latin typeface="Aptos" panose="020B0004020202020204" pitchFamily="34" charset="0"/>
          </a:endParaRPr>
        </a:p>
      </dgm:t>
    </dgm:pt>
    <dgm:pt modelId="{D926E45A-DDBF-4CF3-92EF-4B0A9A3BB75C}" type="sibTrans" cxnId="{9043B007-7A77-4D07-98F4-104600655E5D}">
      <dgm:prSet/>
      <dgm:spPr/>
      <dgm:t>
        <a:bodyPr/>
        <a:lstStyle/>
        <a:p>
          <a:endParaRPr lang="en-US" sz="2400">
            <a:latin typeface="Aptos" panose="020B0004020202020204" pitchFamily="34" charset="0"/>
          </a:endParaRPr>
        </a:p>
      </dgm:t>
    </dgm:pt>
    <dgm:pt modelId="{6231CC93-C481-4B7A-8F5F-8B341B5C0795}">
      <dgm:prSet custT="1"/>
      <dgm:spPr/>
      <dgm:t>
        <a:bodyPr/>
        <a:lstStyle/>
        <a:p>
          <a:r>
            <a:rPr lang="en-GB" sz="2400" b="1">
              <a:latin typeface="Aptos" panose="020B0004020202020204" pitchFamily="34" charset="0"/>
            </a:rPr>
            <a:t>Motivation:</a:t>
          </a:r>
          <a:r>
            <a:rPr lang="en-GB" sz="2400">
              <a:latin typeface="Aptos" panose="020B0004020202020204" pitchFamily="34" charset="0"/>
            </a:rPr>
            <a:t> believes it’s beneficial</a:t>
          </a:r>
          <a:endParaRPr lang="en-US" sz="2400">
            <a:latin typeface="Aptos" panose="020B0004020202020204" pitchFamily="34" charset="0"/>
          </a:endParaRPr>
        </a:p>
      </dgm:t>
    </dgm:pt>
    <dgm:pt modelId="{14CF6CEF-ABDB-4257-BE86-B048518987A0}" type="parTrans" cxnId="{D555C1F1-A1CF-44BC-9C13-46A42F4CA86C}">
      <dgm:prSet/>
      <dgm:spPr/>
      <dgm:t>
        <a:bodyPr/>
        <a:lstStyle/>
        <a:p>
          <a:endParaRPr lang="en-US" sz="2400">
            <a:latin typeface="Aptos" panose="020B0004020202020204" pitchFamily="34" charset="0"/>
          </a:endParaRPr>
        </a:p>
      </dgm:t>
    </dgm:pt>
    <dgm:pt modelId="{8C7D0971-1618-4B54-A1C2-E161DD88B667}" type="sibTrans" cxnId="{D555C1F1-A1CF-44BC-9C13-46A42F4CA86C}">
      <dgm:prSet/>
      <dgm:spPr/>
      <dgm:t>
        <a:bodyPr/>
        <a:lstStyle/>
        <a:p>
          <a:endParaRPr lang="en-US" sz="2400">
            <a:latin typeface="Aptos" panose="020B0004020202020204" pitchFamily="34" charset="0"/>
          </a:endParaRPr>
        </a:p>
      </dgm:t>
    </dgm:pt>
    <dgm:pt modelId="{3F091BD4-48CD-4320-9C5C-C81247D76C89}" type="pres">
      <dgm:prSet presAssocID="{07D85E59-78A8-4E6C-8C3D-4B9F0E3C6B15}" presName="Name0" presStyleCnt="0">
        <dgm:presLayoutVars>
          <dgm:dir/>
          <dgm:animLvl val="lvl"/>
          <dgm:resizeHandles val="exact"/>
        </dgm:presLayoutVars>
      </dgm:prSet>
      <dgm:spPr/>
    </dgm:pt>
    <dgm:pt modelId="{B9072CF8-6273-47AE-BF8A-C74FE8FD6135}" type="pres">
      <dgm:prSet presAssocID="{8013F6F4-B9D8-42AF-A0D3-5657F91F2144}" presName="boxAndChildren" presStyleCnt="0"/>
      <dgm:spPr/>
    </dgm:pt>
    <dgm:pt modelId="{B9D7E37B-DEE3-4FDE-9552-751B2F824BC2}" type="pres">
      <dgm:prSet presAssocID="{8013F6F4-B9D8-42AF-A0D3-5657F91F2144}" presName="parentTextBox" presStyleLbl="node1" presStyleIdx="0" presStyleCnt="3"/>
      <dgm:spPr/>
    </dgm:pt>
    <dgm:pt modelId="{ED6256EB-CAAD-49AC-B5C5-FAA90F6FB7E8}" type="pres">
      <dgm:prSet presAssocID="{8013F6F4-B9D8-42AF-A0D3-5657F91F2144}" presName="entireBox" presStyleLbl="node1" presStyleIdx="0" presStyleCnt="3"/>
      <dgm:spPr/>
    </dgm:pt>
    <dgm:pt modelId="{40071F83-D493-48F7-A96D-7B5D1AED3E99}" type="pres">
      <dgm:prSet presAssocID="{8013F6F4-B9D8-42AF-A0D3-5657F91F2144}" presName="descendantBox" presStyleCnt="0"/>
      <dgm:spPr/>
    </dgm:pt>
    <dgm:pt modelId="{33D7283A-C647-417F-8A62-B04ECE84DB76}" type="pres">
      <dgm:prSet presAssocID="{1B48E751-6C75-40CF-BAC5-B3A6ACB435F5}" presName="childTextBox" presStyleLbl="fgAccFollowNode1" presStyleIdx="0" presStyleCnt="3">
        <dgm:presLayoutVars>
          <dgm:bulletEnabled val="1"/>
        </dgm:presLayoutVars>
      </dgm:prSet>
      <dgm:spPr/>
    </dgm:pt>
    <dgm:pt modelId="{4CD8E3A7-C3A4-4EEE-8EAE-29B58C614F7D}" type="pres">
      <dgm:prSet presAssocID="{570004C1-0F26-48B4-BCE1-C12FF6470D4F}" presName="childTextBox" presStyleLbl="fgAccFollowNode1" presStyleIdx="1" presStyleCnt="3">
        <dgm:presLayoutVars>
          <dgm:bulletEnabled val="1"/>
        </dgm:presLayoutVars>
      </dgm:prSet>
      <dgm:spPr/>
    </dgm:pt>
    <dgm:pt modelId="{AC1FDE62-ABCD-439F-858E-80A5B4D37173}" type="pres">
      <dgm:prSet presAssocID="{6231CC93-C481-4B7A-8F5F-8B341B5C0795}" presName="childTextBox" presStyleLbl="fgAccFollowNode1" presStyleIdx="2" presStyleCnt="3">
        <dgm:presLayoutVars>
          <dgm:bulletEnabled val="1"/>
        </dgm:presLayoutVars>
      </dgm:prSet>
      <dgm:spPr/>
    </dgm:pt>
    <dgm:pt modelId="{077F616E-6DBC-4A8B-93E1-2F797102A959}" type="pres">
      <dgm:prSet presAssocID="{E8F229AD-1F4F-4BDB-80C8-0EDCA393AA96}" presName="sp" presStyleCnt="0"/>
      <dgm:spPr/>
    </dgm:pt>
    <dgm:pt modelId="{32E09014-69FE-4D69-9559-4D1319F0FDBA}" type="pres">
      <dgm:prSet presAssocID="{F9FF39BA-D5B1-4329-B234-874578BC2426}" presName="arrowAndChildren" presStyleCnt="0"/>
      <dgm:spPr/>
    </dgm:pt>
    <dgm:pt modelId="{246C4194-46EF-40A3-8784-6179769C3BA1}" type="pres">
      <dgm:prSet presAssocID="{F9FF39BA-D5B1-4329-B234-874578BC2426}" presName="parentTextArrow" presStyleLbl="node1" presStyleIdx="1" presStyleCnt="3"/>
      <dgm:spPr/>
    </dgm:pt>
    <dgm:pt modelId="{CD462CCF-BF44-44BE-8CFC-E64DA8B998FC}" type="pres">
      <dgm:prSet presAssocID="{9F960D85-BD53-447B-BC6A-24E6117B6C3F}" presName="sp" presStyleCnt="0"/>
      <dgm:spPr/>
    </dgm:pt>
    <dgm:pt modelId="{0378090C-78D8-4F30-8E23-6CC65DFEB9EB}" type="pres">
      <dgm:prSet presAssocID="{898FD1E6-C080-4882-B1E4-FF9904D00982}" presName="arrowAndChildren" presStyleCnt="0"/>
      <dgm:spPr/>
    </dgm:pt>
    <dgm:pt modelId="{BE1E8EBB-FFF0-4853-B6C7-E7B04E831040}" type="pres">
      <dgm:prSet presAssocID="{898FD1E6-C080-4882-B1E4-FF9904D00982}" presName="parentTextArrow" presStyleLbl="node1" presStyleIdx="2" presStyleCnt="3" custLinFactNeighborX="-6" custLinFactNeighborY="-21005"/>
      <dgm:spPr/>
    </dgm:pt>
  </dgm:ptLst>
  <dgm:cxnLst>
    <dgm:cxn modelId="{9043B007-7A77-4D07-98F4-104600655E5D}" srcId="{8013F6F4-B9D8-42AF-A0D3-5657F91F2144}" destId="{570004C1-0F26-48B4-BCE1-C12FF6470D4F}" srcOrd="1" destOrd="0" parTransId="{2ED15321-0AE3-4815-8583-0AEFA1445219}" sibTransId="{D926E45A-DDBF-4CF3-92EF-4B0A9A3BB75C}"/>
    <dgm:cxn modelId="{1CEDEA09-58E3-4780-B306-29D29657CA82}" type="presOf" srcId="{570004C1-0F26-48B4-BCE1-C12FF6470D4F}" destId="{4CD8E3A7-C3A4-4EEE-8EAE-29B58C614F7D}" srcOrd="0" destOrd="0" presId="urn:microsoft.com/office/officeart/2005/8/layout/process4"/>
    <dgm:cxn modelId="{43E2DD0B-CC4E-4850-B580-4C9F898D59A8}" srcId="{07D85E59-78A8-4E6C-8C3D-4B9F0E3C6B15}" destId="{F9FF39BA-D5B1-4329-B234-874578BC2426}" srcOrd="1" destOrd="0" parTransId="{B86AFDBC-4F15-48EF-8798-DF70A409A9F4}" sibTransId="{E8F229AD-1F4F-4BDB-80C8-0EDCA393AA96}"/>
    <dgm:cxn modelId="{8A51013A-280E-4CA2-8B02-B3DEB4BA5384}" type="presOf" srcId="{F9FF39BA-D5B1-4329-B234-874578BC2426}" destId="{246C4194-46EF-40A3-8784-6179769C3BA1}" srcOrd="0" destOrd="0" presId="urn:microsoft.com/office/officeart/2005/8/layout/process4"/>
    <dgm:cxn modelId="{EF1B026C-EE29-41AD-8D27-B6A4674094FA}" type="presOf" srcId="{6231CC93-C481-4B7A-8F5F-8B341B5C0795}" destId="{AC1FDE62-ABCD-439F-858E-80A5B4D37173}" srcOrd="0" destOrd="0" presId="urn:microsoft.com/office/officeart/2005/8/layout/process4"/>
    <dgm:cxn modelId="{79608B8B-035D-4029-8DCF-F71D5E05E9A5}" srcId="{8013F6F4-B9D8-42AF-A0D3-5657F91F2144}" destId="{1B48E751-6C75-40CF-BAC5-B3A6ACB435F5}" srcOrd="0" destOrd="0" parTransId="{CABD1A33-1649-479F-AEA1-621E64F5B1BB}" sibTransId="{FEEACCF6-7BE6-46BE-ACE3-9D8CB376A959}"/>
    <dgm:cxn modelId="{66A2308C-3483-4E50-8A18-8A261D8937C2}" type="presOf" srcId="{8013F6F4-B9D8-42AF-A0D3-5657F91F2144}" destId="{B9D7E37B-DEE3-4FDE-9552-751B2F824BC2}" srcOrd="0" destOrd="0" presId="urn:microsoft.com/office/officeart/2005/8/layout/process4"/>
    <dgm:cxn modelId="{E8B0A599-23A3-45EE-8DCE-E6D9B063C3B4}" srcId="{07D85E59-78A8-4E6C-8C3D-4B9F0E3C6B15}" destId="{898FD1E6-C080-4882-B1E4-FF9904D00982}" srcOrd="0" destOrd="0" parTransId="{14F9E1F9-0908-4A41-86A7-D84CDD4E3D24}" sibTransId="{9F960D85-BD53-447B-BC6A-24E6117B6C3F}"/>
    <dgm:cxn modelId="{854F00A3-0628-47DE-B4A4-4CA36E9F0A4F}" type="presOf" srcId="{07D85E59-78A8-4E6C-8C3D-4B9F0E3C6B15}" destId="{3F091BD4-48CD-4320-9C5C-C81247D76C89}" srcOrd="0" destOrd="0" presId="urn:microsoft.com/office/officeart/2005/8/layout/process4"/>
    <dgm:cxn modelId="{3B1217A5-CEBC-461C-BE79-7F5DD115B92E}" type="presOf" srcId="{1B48E751-6C75-40CF-BAC5-B3A6ACB435F5}" destId="{33D7283A-C647-417F-8A62-B04ECE84DB76}" srcOrd="0" destOrd="0" presId="urn:microsoft.com/office/officeart/2005/8/layout/process4"/>
    <dgm:cxn modelId="{3AE91FB4-06CD-410D-ACA2-DD04D2D6BB5A}" type="presOf" srcId="{898FD1E6-C080-4882-B1E4-FF9904D00982}" destId="{BE1E8EBB-FFF0-4853-B6C7-E7B04E831040}" srcOrd="0" destOrd="0" presId="urn:microsoft.com/office/officeart/2005/8/layout/process4"/>
    <dgm:cxn modelId="{362B18C1-DBE5-4256-8ED0-C33BDC7E560C}" srcId="{07D85E59-78A8-4E6C-8C3D-4B9F0E3C6B15}" destId="{8013F6F4-B9D8-42AF-A0D3-5657F91F2144}" srcOrd="2" destOrd="0" parTransId="{380CB122-0CA5-49E8-99DF-F8D8F803F898}" sibTransId="{800FBF0A-F2EE-4FD9-A8AE-025ECE6C2528}"/>
    <dgm:cxn modelId="{A5C766D9-7D4D-406F-8CCC-6DB014AF93B9}" type="presOf" srcId="{8013F6F4-B9D8-42AF-A0D3-5657F91F2144}" destId="{ED6256EB-CAAD-49AC-B5C5-FAA90F6FB7E8}" srcOrd="1" destOrd="0" presId="urn:microsoft.com/office/officeart/2005/8/layout/process4"/>
    <dgm:cxn modelId="{D555C1F1-A1CF-44BC-9C13-46A42F4CA86C}" srcId="{8013F6F4-B9D8-42AF-A0D3-5657F91F2144}" destId="{6231CC93-C481-4B7A-8F5F-8B341B5C0795}" srcOrd="2" destOrd="0" parTransId="{14CF6CEF-ABDB-4257-BE86-B048518987A0}" sibTransId="{8C7D0971-1618-4B54-A1C2-E161DD88B667}"/>
    <dgm:cxn modelId="{D4E0A0D0-05C3-4A99-BE03-68F6291A9859}" type="presParOf" srcId="{3F091BD4-48CD-4320-9C5C-C81247D76C89}" destId="{B9072CF8-6273-47AE-BF8A-C74FE8FD6135}" srcOrd="0" destOrd="0" presId="urn:microsoft.com/office/officeart/2005/8/layout/process4"/>
    <dgm:cxn modelId="{C48656EF-F5F9-4FBD-AF13-94E3124C339D}" type="presParOf" srcId="{B9072CF8-6273-47AE-BF8A-C74FE8FD6135}" destId="{B9D7E37B-DEE3-4FDE-9552-751B2F824BC2}" srcOrd="0" destOrd="0" presId="urn:microsoft.com/office/officeart/2005/8/layout/process4"/>
    <dgm:cxn modelId="{4054D47A-4DD3-497C-AA66-5B83FB92CF40}" type="presParOf" srcId="{B9072CF8-6273-47AE-BF8A-C74FE8FD6135}" destId="{ED6256EB-CAAD-49AC-B5C5-FAA90F6FB7E8}" srcOrd="1" destOrd="0" presId="urn:microsoft.com/office/officeart/2005/8/layout/process4"/>
    <dgm:cxn modelId="{65E71C83-C63E-408C-9B3A-11499AD3717C}" type="presParOf" srcId="{B9072CF8-6273-47AE-BF8A-C74FE8FD6135}" destId="{40071F83-D493-48F7-A96D-7B5D1AED3E99}" srcOrd="2" destOrd="0" presId="urn:microsoft.com/office/officeart/2005/8/layout/process4"/>
    <dgm:cxn modelId="{8171C17D-F7CF-4E50-BCD7-179105031CDE}" type="presParOf" srcId="{40071F83-D493-48F7-A96D-7B5D1AED3E99}" destId="{33D7283A-C647-417F-8A62-B04ECE84DB76}" srcOrd="0" destOrd="0" presId="urn:microsoft.com/office/officeart/2005/8/layout/process4"/>
    <dgm:cxn modelId="{1CCA90CD-BDF6-4BEA-8DC8-012D0AD69B6F}" type="presParOf" srcId="{40071F83-D493-48F7-A96D-7B5D1AED3E99}" destId="{4CD8E3A7-C3A4-4EEE-8EAE-29B58C614F7D}" srcOrd="1" destOrd="0" presId="urn:microsoft.com/office/officeart/2005/8/layout/process4"/>
    <dgm:cxn modelId="{9E28D836-FC7C-491F-AC83-D9E0D33FC002}" type="presParOf" srcId="{40071F83-D493-48F7-A96D-7B5D1AED3E99}" destId="{AC1FDE62-ABCD-439F-858E-80A5B4D37173}" srcOrd="2" destOrd="0" presId="urn:microsoft.com/office/officeart/2005/8/layout/process4"/>
    <dgm:cxn modelId="{921FFEE1-6297-4C5A-BB4D-28B03FAA7A63}" type="presParOf" srcId="{3F091BD4-48CD-4320-9C5C-C81247D76C89}" destId="{077F616E-6DBC-4A8B-93E1-2F797102A959}" srcOrd="1" destOrd="0" presId="urn:microsoft.com/office/officeart/2005/8/layout/process4"/>
    <dgm:cxn modelId="{9B2FA9A4-5A9D-4551-85AE-335F5404A4EC}" type="presParOf" srcId="{3F091BD4-48CD-4320-9C5C-C81247D76C89}" destId="{32E09014-69FE-4D69-9559-4D1319F0FDBA}" srcOrd="2" destOrd="0" presId="urn:microsoft.com/office/officeart/2005/8/layout/process4"/>
    <dgm:cxn modelId="{EE4389BE-B9C3-482F-9D60-A892A9B90F30}" type="presParOf" srcId="{32E09014-69FE-4D69-9559-4D1319F0FDBA}" destId="{246C4194-46EF-40A3-8784-6179769C3BA1}" srcOrd="0" destOrd="0" presId="urn:microsoft.com/office/officeart/2005/8/layout/process4"/>
    <dgm:cxn modelId="{7B16E1E9-81B4-4D5D-A7E3-9BFB13C169B0}" type="presParOf" srcId="{3F091BD4-48CD-4320-9C5C-C81247D76C89}" destId="{CD462CCF-BF44-44BE-8CFC-E64DA8B998FC}" srcOrd="3" destOrd="0" presId="urn:microsoft.com/office/officeart/2005/8/layout/process4"/>
    <dgm:cxn modelId="{36C0EA24-1958-4366-AAC1-1981094EE5A5}" type="presParOf" srcId="{3F091BD4-48CD-4320-9C5C-C81247D76C89}" destId="{0378090C-78D8-4F30-8E23-6CC65DFEB9EB}" srcOrd="4" destOrd="0" presId="urn:microsoft.com/office/officeart/2005/8/layout/process4"/>
    <dgm:cxn modelId="{071B51D2-18E4-49BE-9022-225EF668AB65}" type="presParOf" srcId="{0378090C-78D8-4F30-8E23-6CC65DFEB9EB}" destId="{BE1E8EBB-FFF0-4853-B6C7-E7B04E831040}"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4F04F48F-41AC-4028-9325-4C373C505058}"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54111385-4373-4934-9ACD-D4E9F25CF473}">
      <dgm:prSet custT="1"/>
      <dgm:spPr/>
      <dgm:t>
        <a:bodyPr/>
        <a:lstStyle/>
        <a:p>
          <a:pPr>
            <a:lnSpc>
              <a:spcPct val="100000"/>
            </a:lnSpc>
          </a:pPr>
          <a:r>
            <a:rPr lang="en-GB" sz="2400" b="1" dirty="0">
              <a:latin typeface="Aptos" panose="020B0004020202020204" pitchFamily="34" charset="0"/>
            </a:rPr>
            <a:t>Definition:</a:t>
          </a:r>
          <a:r>
            <a:rPr lang="en-GB" sz="2400" dirty="0">
              <a:latin typeface="Aptos" panose="020B0004020202020204" pitchFamily="34" charset="0"/>
            </a:rPr>
            <a:t> “Active ingredients” of interventions that bring about behaviour change.</a:t>
          </a:r>
          <a:endParaRPr lang="en-US" sz="2400" dirty="0">
            <a:latin typeface="Aptos" panose="020B0004020202020204" pitchFamily="34" charset="0"/>
          </a:endParaRPr>
        </a:p>
      </dgm:t>
    </dgm:pt>
    <dgm:pt modelId="{E441B1F0-09AB-4557-BE94-6DA9D5919EEC}" type="parTrans" cxnId="{F231950E-576E-4416-A08E-6F45EFF08F9A}">
      <dgm:prSet/>
      <dgm:spPr/>
      <dgm:t>
        <a:bodyPr/>
        <a:lstStyle/>
        <a:p>
          <a:endParaRPr lang="en-US" sz="2400">
            <a:latin typeface="Aptos" panose="020B0004020202020204" pitchFamily="34" charset="0"/>
          </a:endParaRPr>
        </a:p>
      </dgm:t>
    </dgm:pt>
    <dgm:pt modelId="{983C7F99-6200-4E8D-9EA5-80F0F0666805}" type="sibTrans" cxnId="{F231950E-576E-4416-A08E-6F45EFF08F9A}">
      <dgm:prSet/>
      <dgm:spPr/>
      <dgm:t>
        <a:bodyPr/>
        <a:lstStyle/>
        <a:p>
          <a:endParaRPr lang="en-US" sz="2400">
            <a:latin typeface="Aptos" panose="020B0004020202020204" pitchFamily="34" charset="0"/>
          </a:endParaRPr>
        </a:p>
      </dgm:t>
    </dgm:pt>
    <dgm:pt modelId="{67DCCA6A-F618-4AD9-9CF6-AA7EF9BE5C7D}">
      <dgm:prSet custT="1"/>
      <dgm:spPr/>
      <dgm:t>
        <a:bodyPr/>
        <a:lstStyle/>
        <a:p>
          <a:pPr>
            <a:lnSpc>
              <a:spcPct val="100000"/>
            </a:lnSpc>
          </a:pPr>
          <a:r>
            <a:rPr lang="en-GB" sz="2400" dirty="0">
              <a:latin typeface="Aptos" panose="020B0004020202020204" pitchFamily="34" charset="0"/>
            </a:rPr>
            <a:t>Small, observable, replicable components (Michie et al., 2013).</a:t>
          </a:r>
          <a:endParaRPr lang="en-US" sz="2400" dirty="0">
            <a:latin typeface="Aptos" panose="020B0004020202020204" pitchFamily="34" charset="0"/>
          </a:endParaRPr>
        </a:p>
      </dgm:t>
    </dgm:pt>
    <dgm:pt modelId="{C9B38743-3915-48AA-A1A0-F0D75D87A17F}" type="parTrans" cxnId="{1718F1E7-C3C4-4A4D-96BE-62F6A56AFF31}">
      <dgm:prSet/>
      <dgm:spPr/>
      <dgm:t>
        <a:bodyPr/>
        <a:lstStyle/>
        <a:p>
          <a:endParaRPr lang="en-US" sz="2400">
            <a:latin typeface="Aptos" panose="020B0004020202020204" pitchFamily="34" charset="0"/>
          </a:endParaRPr>
        </a:p>
      </dgm:t>
    </dgm:pt>
    <dgm:pt modelId="{57DB302F-7EDC-4D70-9829-E7831F3DA605}" type="sibTrans" cxnId="{1718F1E7-C3C4-4A4D-96BE-62F6A56AFF31}">
      <dgm:prSet/>
      <dgm:spPr/>
      <dgm:t>
        <a:bodyPr/>
        <a:lstStyle/>
        <a:p>
          <a:endParaRPr lang="en-US" sz="2400">
            <a:latin typeface="Aptos" panose="020B0004020202020204" pitchFamily="34" charset="0"/>
          </a:endParaRPr>
        </a:p>
      </dgm:t>
    </dgm:pt>
    <dgm:pt modelId="{F5816E5B-CA70-49E3-972C-95D276AEFDEA}">
      <dgm:prSet custT="1"/>
      <dgm:spPr/>
      <dgm:t>
        <a:bodyPr/>
        <a:lstStyle/>
        <a:p>
          <a:pPr>
            <a:lnSpc>
              <a:spcPct val="100000"/>
            </a:lnSpc>
          </a:pPr>
          <a:r>
            <a:rPr lang="en-GB" sz="2400" dirty="0">
              <a:latin typeface="Aptos" panose="020B0004020202020204" pitchFamily="34" charset="0"/>
            </a:rPr>
            <a:t>Over 93 identified BCTs (BCT Taxonomy v1).</a:t>
          </a:r>
          <a:endParaRPr lang="en-US" sz="2400" dirty="0">
            <a:latin typeface="Aptos" panose="020B0004020202020204" pitchFamily="34" charset="0"/>
          </a:endParaRPr>
        </a:p>
      </dgm:t>
    </dgm:pt>
    <dgm:pt modelId="{240FD96A-3EB7-4DA9-9F74-8F9918DE5767}" type="parTrans" cxnId="{D20C2F1C-D52E-413E-AC3E-A2E7C14BF54F}">
      <dgm:prSet/>
      <dgm:spPr/>
      <dgm:t>
        <a:bodyPr/>
        <a:lstStyle/>
        <a:p>
          <a:endParaRPr lang="en-US" sz="2400">
            <a:latin typeface="Aptos" panose="020B0004020202020204" pitchFamily="34" charset="0"/>
          </a:endParaRPr>
        </a:p>
      </dgm:t>
    </dgm:pt>
    <dgm:pt modelId="{4D923B15-031D-4C43-A7AB-E59DB2E67C23}" type="sibTrans" cxnId="{D20C2F1C-D52E-413E-AC3E-A2E7C14BF54F}">
      <dgm:prSet/>
      <dgm:spPr/>
      <dgm:t>
        <a:bodyPr/>
        <a:lstStyle/>
        <a:p>
          <a:endParaRPr lang="en-US" sz="2400">
            <a:latin typeface="Aptos" panose="020B0004020202020204" pitchFamily="34" charset="0"/>
          </a:endParaRPr>
        </a:p>
      </dgm:t>
    </dgm:pt>
    <dgm:pt modelId="{1CAE205F-9E40-4D37-9F4A-D65605ED7C4E}" type="pres">
      <dgm:prSet presAssocID="{4F04F48F-41AC-4028-9325-4C373C505058}" presName="root" presStyleCnt="0">
        <dgm:presLayoutVars>
          <dgm:dir/>
          <dgm:resizeHandles val="exact"/>
        </dgm:presLayoutVars>
      </dgm:prSet>
      <dgm:spPr/>
    </dgm:pt>
    <dgm:pt modelId="{3F8EB737-DC9F-4CF4-A96F-D4277391D2AA}" type="pres">
      <dgm:prSet presAssocID="{54111385-4373-4934-9ACD-D4E9F25CF473}" presName="compNode" presStyleCnt="0"/>
      <dgm:spPr/>
    </dgm:pt>
    <dgm:pt modelId="{6BBF9498-9EBC-4316-973D-940510389EC5}" type="pres">
      <dgm:prSet presAssocID="{54111385-4373-4934-9ACD-D4E9F25CF473}" presName="bgRect" presStyleLbl="bgShp" presStyleIdx="0" presStyleCnt="3"/>
      <dgm:spPr/>
    </dgm:pt>
    <dgm:pt modelId="{BE53B53D-B1A3-4E00-8043-7E581CC9D3DF}" type="pres">
      <dgm:prSet presAssocID="{54111385-4373-4934-9ACD-D4E9F25CF47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ecision chart"/>
        </a:ext>
      </dgm:extLst>
    </dgm:pt>
    <dgm:pt modelId="{E60C5B33-4DCA-40E2-94BC-8B536D4C6238}" type="pres">
      <dgm:prSet presAssocID="{54111385-4373-4934-9ACD-D4E9F25CF473}" presName="spaceRect" presStyleCnt="0"/>
      <dgm:spPr/>
    </dgm:pt>
    <dgm:pt modelId="{61F160AB-3984-4EF1-9C85-9EAC4C103E70}" type="pres">
      <dgm:prSet presAssocID="{54111385-4373-4934-9ACD-D4E9F25CF473}" presName="parTx" presStyleLbl="revTx" presStyleIdx="0" presStyleCnt="3">
        <dgm:presLayoutVars>
          <dgm:chMax val="0"/>
          <dgm:chPref val="0"/>
        </dgm:presLayoutVars>
      </dgm:prSet>
      <dgm:spPr/>
    </dgm:pt>
    <dgm:pt modelId="{17815692-12C1-47CC-9507-C5DC0B256F7F}" type="pres">
      <dgm:prSet presAssocID="{983C7F99-6200-4E8D-9EA5-80F0F0666805}" presName="sibTrans" presStyleCnt="0"/>
      <dgm:spPr/>
    </dgm:pt>
    <dgm:pt modelId="{E25552BC-6291-4469-A686-60FD798AF9CC}" type="pres">
      <dgm:prSet presAssocID="{67DCCA6A-F618-4AD9-9CF6-AA7EF9BE5C7D}" presName="compNode" presStyleCnt="0"/>
      <dgm:spPr/>
    </dgm:pt>
    <dgm:pt modelId="{BD0803C2-EA60-4A81-BDDC-42A999CE8BDF}" type="pres">
      <dgm:prSet presAssocID="{67DCCA6A-F618-4AD9-9CF6-AA7EF9BE5C7D}" presName="bgRect" presStyleLbl="bgShp" presStyleIdx="1" presStyleCnt="3"/>
      <dgm:spPr/>
    </dgm:pt>
    <dgm:pt modelId="{36E399A8-9184-4075-B440-DE19AFFFAD3C}" type="pres">
      <dgm:prSet presAssocID="{67DCCA6A-F618-4AD9-9CF6-AA7EF9BE5C7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ug under Magnifying Glass"/>
        </a:ext>
      </dgm:extLst>
    </dgm:pt>
    <dgm:pt modelId="{683FC897-130C-4310-AD35-074B397B897E}" type="pres">
      <dgm:prSet presAssocID="{67DCCA6A-F618-4AD9-9CF6-AA7EF9BE5C7D}" presName="spaceRect" presStyleCnt="0"/>
      <dgm:spPr/>
    </dgm:pt>
    <dgm:pt modelId="{2179AFB6-3E72-40FA-8FE7-EDF2E24D3560}" type="pres">
      <dgm:prSet presAssocID="{67DCCA6A-F618-4AD9-9CF6-AA7EF9BE5C7D}" presName="parTx" presStyleLbl="revTx" presStyleIdx="1" presStyleCnt="3">
        <dgm:presLayoutVars>
          <dgm:chMax val="0"/>
          <dgm:chPref val="0"/>
        </dgm:presLayoutVars>
      </dgm:prSet>
      <dgm:spPr/>
    </dgm:pt>
    <dgm:pt modelId="{F3C499A0-312D-4EA3-91E0-AA59E59652B8}" type="pres">
      <dgm:prSet presAssocID="{57DB302F-7EDC-4D70-9829-E7831F3DA605}" presName="sibTrans" presStyleCnt="0"/>
      <dgm:spPr/>
    </dgm:pt>
    <dgm:pt modelId="{C44DA5D3-70A0-4490-A885-570076014EC4}" type="pres">
      <dgm:prSet presAssocID="{F5816E5B-CA70-49E3-972C-95D276AEFDEA}" presName="compNode" presStyleCnt="0"/>
      <dgm:spPr/>
    </dgm:pt>
    <dgm:pt modelId="{6DD8E097-E67F-473C-9715-4706C1E6ED9D}" type="pres">
      <dgm:prSet presAssocID="{F5816E5B-CA70-49E3-972C-95D276AEFDEA}" presName="bgRect" presStyleLbl="bgShp" presStyleIdx="2" presStyleCnt="3"/>
      <dgm:spPr/>
    </dgm:pt>
    <dgm:pt modelId="{D82FF12D-EC68-4901-9F40-604BE8CF7D6E}" type="pres">
      <dgm:prSet presAssocID="{F5816E5B-CA70-49E3-972C-95D276AEFDE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ierarchy"/>
        </a:ext>
      </dgm:extLst>
    </dgm:pt>
    <dgm:pt modelId="{32994C1E-6972-4020-81F2-5303F598A1F3}" type="pres">
      <dgm:prSet presAssocID="{F5816E5B-CA70-49E3-972C-95D276AEFDEA}" presName="spaceRect" presStyleCnt="0"/>
      <dgm:spPr/>
    </dgm:pt>
    <dgm:pt modelId="{DADF2AC4-5FE1-419A-B4B9-9A895DE96A94}" type="pres">
      <dgm:prSet presAssocID="{F5816E5B-CA70-49E3-972C-95D276AEFDEA}" presName="parTx" presStyleLbl="revTx" presStyleIdx="2" presStyleCnt="3">
        <dgm:presLayoutVars>
          <dgm:chMax val="0"/>
          <dgm:chPref val="0"/>
        </dgm:presLayoutVars>
      </dgm:prSet>
      <dgm:spPr/>
    </dgm:pt>
  </dgm:ptLst>
  <dgm:cxnLst>
    <dgm:cxn modelId="{F231950E-576E-4416-A08E-6F45EFF08F9A}" srcId="{4F04F48F-41AC-4028-9325-4C373C505058}" destId="{54111385-4373-4934-9ACD-D4E9F25CF473}" srcOrd="0" destOrd="0" parTransId="{E441B1F0-09AB-4557-BE94-6DA9D5919EEC}" sibTransId="{983C7F99-6200-4E8D-9EA5-80F0F0666805}"/>
    <dgm:cxn modelId="{D20C2F1C-D52E-413E-AC3E-A2E7C14BF54F}" srcId="{4F04F48F-41AC-4028-9325-4C373C505058}" destId="{F5816E5B-CA70-49E3-972C-95D276AEFDEA}" srcOrd="2" destOrd="0" parTransId="{240FD96A-3EB7-4DA9-9F74-8F9918DE5767}" sibTransId="{4D923B15-031D-4C43-A7AB-E59DB2E67C23}"/>
    <dgm:cxn modelId="{EE1F9874-315C-4A52-8EFD-20648E6185DC}" type="presOf" srcId="{67DCCA6A-F618-4AD9-9CF6-AA7EF9BE5C7D}" destId="{2179AFB6-3E72-40FA-8FE7-EDF2E24D3560}" srcOrd="0" destOrd="0" presId="urn:microsoft.com/office/officeart/2018/2/layout/IconVerticalSolidList"/>
    <dgm:cxn modelId="{3A1311C0-6BE2-42EC-82E7-C67D2D813CCE}" type="presOf" srcId="{F5816E5B-CA70-49E3-972C-95D276AEFDEA}" destId="{DADF2AC4-5FE1-419A-B4B9-9A895DE96A94}" srcOrd="0" destOrd="0" presId="urn:microsoft.com/office/officeart/2018/2/layout/IconVerticalSolidList"/>
    <dgm:cxn modelId="{2F7F79E7-2946-4205-9AB2-20142EF7A1AB}" type="presOf" srcId="{54111385-4373-4934-9ACD-D4E9F25CF473}" destId="{61F160AB-3984-4EF1-9C85-9EAC4C103E70}" srcOrd="0" destOrd="0" presId="urn:microsoft.com/office/officeart/2018/2/layout/IconVerticalSolidList"/>
    <dgm:cxn modelId="{1718F1E7-C3C4-4A4D-96BE-62F6A56AFF31}" srcId="{4F04F48F-41AC-4028-9325-4C373C505058}" destId="{67DCCA6A-F618-4AD9-9CF6-AA7EF9BE5C7D}" srcOrd="1" destOrd="0" parTransId="{C9B38743-3915-48AA-A1A0-F0D75D87A17F}" sibTransId="{57DB302F-7EDC-4D70-9829-E7831F3DA605}"/>
    <dgm:cxn modelId="{599C3BF3-A289-46AA-BB3A-4AA7C241FEE6}" type="presOf" srcId="{4F04F48F-41AC-4028-9325-4C373C505058}" destId="{1CAE205F-9E40-4D37-9F4A-D65605ED7C4E}" srcOrd="0" destOrd="0" presId="urn:microsoft.com/office/officeart/2018/2/layout/IconVerticalSolidList"/>
    <dgm:cxn modelId="{D6BDA193-31A2-4290-9801-F452A982A647}" type="presParOf" srcId="{1CAE205F-9E40-4D37-9F4A-D65605ED7C4E}" destId="{3F8EB737-DC9F-4CF4-A96F-D4277391D2AA}" srcOrd="0" destOrd="0" presId="urn:microsoft.com/office/officeart/2018/2/layout/IconVerticalSolidList"/>
    <dgm:cxn modelId="{23698F64-FA5A-4766-A52A-DB44FB332A62}" type="presParOf" srcId="{3F8EB737-DC9F-4CF4-A96F-D4277391D2AA}" destId="{6BBF9498-9EBC-4316-973D-940510389EC5}" srcOrd="0" destOrd="0" presId="urn:microsoft.com/office/officeart/2018/2/layout/IconVerticalSolidList"/>
    <dgm:cxn modelId="{2AB8FFB2-B005-48E4-BD2E-3507945B5457}" type="presParOf" srcId="{3F8EB737-DC9F-4CF4-A96F-D4277391D2AA}" destId="{BE53B53D-B1A3-4E00-8043-7E581CC9D3DF}" srcOrd="1" destOrd="0" presId="urn:microsoft.com/office/officeart/2018/2/layout/IconVerticalSolidList"/>
    <dgm:cxn modelId="{944B6140-5345-4B7F-A339-30E0B6A1C16C}" type="presParOf" srcId="{3F8EB737-DC9F-4CF4-A96F-D4277391D2AA}" destId="{E60C5B33-4DCA-40E2-94BC-8B536D4C6238}" srcOrd="2" destOrd="0" presId="urn:microsoft.com/office/officeart/2018/2/layout/IconVerticalSolidList"/>
    <dgm:cxn modelId="{A5E4CE32-DAB6-46D4-91A6-5CD8D6843D26}" type="presParOf" srcId="{3F8EB737-DC9F-4CF4-A96F-D4277391D2AA}" destId="{61F160AB-3984-4EF1-9C85-9EAC4C103E70}" srcOrd="3" destOrd="0" presId="urn:microsoft.com/office/officeart/2018/2/layout/IconVerticalSolidList"/>
    <dgm:cxn modelId="{DB2C212D-4535-4B67-A688-2C0C09A4FA44}" type="presParOf" srcId="{1CAE205F-9E40-4D37-9F4A-D65605ED7C4E}" destId="{17815692-12C1-47CC-9507-C5DC0B256F7F}" srcOrd="1" destOrd="0" presId="urn:microsoft.com/office/officeart/2018/2/layout/IconVerticalSolidList"/>
    <dgm:cxn modelId="{34C47E97-6A9B-4899-9C96-7D9A9F6707DA}" type="presParOf" srcId="{1CAE205F-9E40-4D37-9F4A-D65605ED7C4E}" destId="{E25552BC-6291-4469-A686-60FD798AF9CC}" srcOrd="2" destOrd="0" presId="urn:microsoft.com/office/officeart/2018/2/layout/IconVerticalSolidList"/>
    <dgm:cxn modelId="{110258C5-2CF0-47B3-8763-E4D100BEFE3F}" type="presParOf" srcId="{E25552BC-6291-4469-A686-60FD798AF9CC}" destId="{BD0803C2-EA60-4A81-BDDC-42A999CE8BDF}" srcOrd="0" destOrd="0" presId="urn:microsoft.com/office/officeart/2018/2/layout/IconVerticalSolidList"/>
    <dgm:cxn modelId="{39998FC3-7DE7-41C3-BE94-B781EBF21CD7}" type="presParOf" srcId="{E25552BC-6291-4469-A686-60FD798AF9CC}" destId="{36E399A8-9184-4075-B440-DE19AFFFAD3C}" srcOrd="1" destOrd="0" presId="urn:microsoft.com/office/officeart/2018/2/layout/IconVerticalSolidList"/>
    <dgm:cxn modelId="{2416C37C-DB10-441A-ACFA-EF0DC0DC2D11}" type="presParOf" srcId="{E25552BC-6291-4469-A686-60FD798AF9CC}" destId="{683FC897-130C-4310-AD35-074B397B897E}" srcOrd="2" destOrd="0" presId="urn:microsoft.com/office/officeart/2018/2/layout/IconVerticalSolidList"/>
    <dgm:cxn modelId="{0CF8E7CC-BC98-4AB1-B298-F2C8F15258E7}" type="presParOf" srcId="{E25552BC-6291-4469-A686-60FD798AF9CC}" destId="{2179AFB6-3E72-40FA-8FE7-EDF2E24D3560}" srcOrd="3" destOrd="0" presId="urn:microsoft.com/office/officeart/2018/2/layout/IconVerticalSolidList"/>
    <dgm:cxn modelId="{6C1987AF-925D-4A96-83C6-E1F8EE3E1E0E}" type="presParOf" srcId="{1CAE205F-9E40-4D37-9F4A-D65605ED7C4E}" destId="{F3C499A0-312D-4EA3-91E0-AA59E59652B8}" srcOrd="3" destOrd="0" presId="urn:microsoft.com/office/officeart/2018/2/layout/IconVerticalSolidList"/>
    <dgm:cxn modelId="{364D2D6F-C6CD-4BD0-BB2E-7D702EEEC393}" type="presParOf" srcId="{1CAE205F-9E40-4D37-9F4A-D65605ED7C4E}" destId="{C44DA5D3-70A0-4490-A885-570076014EC4}" srcOrd="4" destOrd="0" presId="urn:microsoft.com/office/officeart/2018/2/layout/IconVerticalSolidList"/>
    <dgm:cxn modelId="{12A21C13-A4CA-4674-9F85-E4CC55368E1C}" type="presParOf" srcId="{C44DA5D3-70A0-4490-A885-570076014EC4}" destId="{6DD8E097-E67F-473C-9715-4706C1E6ED9D}" srcOrd="0" destOrd="0" presId="urn:microsoft.com/office/officeart/2018/2/layout/IconVerticalSolidList"/>
    <dgm:cxn modelId="{1FED4E9C-9E9B-4802-9B5F-9BC891DA4A32}" type="presParOf" srcId="{C44DA5D3-70A0-4490-A885-570076014EC4}" destId="{D82FF12D-EC68-4901-9F40-604BE8CF7D6E}" srcOrd="1" destOrd="0" presId="urn:microsoft.com/office/officeart/2018/2/layout/IconVerticalSolidList"/>
    <dgm:cxn modelId="{C08CABA1-E6DF-4B69-A50F-198F47B44A8A}" type="presParOf" srcId="{C44DA5D3-70A0-4490-A885-570076014EC4}" destId="{32994C1E-6972-4020-81F2-5303F598A1F3}" srcOrd="2" destOrd="0" presId="urn:microsoft.com/office/officeart/2018/2/layout/IconVerticalSolidList"/>
    <dgm:cxn modelId="{DCFE97F4-E314-4F0A-A38A-77B69B380917}" type="presParOf" srcId="{C44DA5D3-70A0-4490-A885-570076014EC4}" destId="{DADF2AC4-5FE1-419A-B4B9-9A895DE96A94}" srcOrd="3" destOrd="0" presId="urn:microsoft.com/office/officeart/2018/2/layout/IconVerticalSolidList"/>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4C9E2261-55F4-4F53-BB3E-75012A86E496}"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A3AE1D04-1A11-4563-AD2A-58F01FC929F1}">
      <dgm:prSet/>
      <dgm:spPr/>
      <dgm:t>
        <a:bodyPr/>
        <a:lstStyle/>
        <a:p>
          <a:r>
            <a:rPr lang="en-GB" b="1" dirty="0">
              <a:latin typeface="Aptos" panose="020B0004020202020204" pitchFamily="34" charset="0"/>
            </a:rPr>
            <a:t>Assess</a:t>
          </a:r>
          <a:r>
            <a:rPr lang="en-GB" dirty="0">
              <a:latin typeface="Aptos" panose="020B0004020202020204" pitchFamily="34" charset="0"/>
            </a:rPr>
            <a:t> behaviour using COM-B (what’s missing?).</a:t>
          </a:r>
          <a:endParaRPr lang="en-US" dirty="0">
            <a:latin typeface="Aptos" panose="020B0004020202020204" pitchFamily="34" charset="0"/>
          </a:endParaRPr>
        </a:p>
      </dgm:t>
    </dgm:pt>
    <dgm:pt modelId="{088556D2-9D62-4126-A345-2291D4763ECF}" type="parTrans" cxnId="{0A29988C-CEF5-46AC-A7BC-2307BE89E105}">
      <dgm:prSet/>
      <dgm:spPr/>
      <dgm:t>
        <a:bodyPr/>
        <a:lstStyle/>
        <a:p>
          <a:endParaRPr lang="en-US">
            <a:latin typeface="Aptos" panose="020B0004020202020204" pitchFamily="34" charset="0"/>
          </a:endParaRPr>
        </a:p>
      </dgm:t>
    </dgm:pt>
    <dgm:pt modelId="{DC9B6157-C161-4F4C-B945-7FA02CEB8856}" type="sibTrans" cxnId="{0A29988C-CEF5-46AC-A7BC-2307BE89E105}">
      <dgm:prSet/>
      <dgm:spPr/>
      <dgm:t>
        <a:bodyPr/>
        <a:lstStyle/>
        <a:p>
          <a:endParaRPr lang="en-US">
            <a:latin typeface="Aptos" panose="020B0004020202020204" pitchFamily="34" charset="0"/>
          </a:endParaRPr>
        </a:p>
      </dgm:t>
    </dgm:pt>
    <dgm:pt modelId="{5D31AC8B-14A5-4E59-870C-996704A1DC9F}">
      <dgm:prSet/>
      <dgm:spPr/>
      <dgm:t>
        <a:bodyPr/>
        <a:lstStyle/>
        <a:p>
          <a:r>
            <a:rPr lang="en-GB" b="1">
              <a:latin typeface="Aptos" panose="020B0004020202020204" pitchFamily="34" charset="0"/>
            </a:rPr>
            <a:t>Select</a:t>
          </a:r>
          <a:r>
            <a:rPr lang="en-GB">
              <a:latin typeface="Aptos" panose="020B0004020202020204" pitchFamily="34" charset="0"/>
            </a:rPr>
            <a:t> appropriate intervention functions (e.g., education, training).</a:t>
          </a:r>
          <a:endParaRPr lang="en-US">
            <a:latin typeface="Aptos" panose="020B0004020202020204" pitchFamily="34" charset="0"/>
          </a:endParaRPr>
        </a:p>
      </dgm:t>
    </dgm:pt>
    <dgm:pt modelId="{E9139BD7-F962-446B-96E9-7602D3E08479}" type="parTrans" cxnId="{2DA12B33-021F-4336-874F-0D99723A8A37}">
      <dgm:prSet/>
      <dgm:spPr/>
      <dgm:t>
        <a:bodyPr/>
        <a:lstStyle/>
        <a:p>
          <a:endParaRPr lang="en-US">
            <a:latin typeface="Aptos" panose="020B0004020202020204" pitchFamily="34" charset="0"/>
          </a:endParaRPr>
        </a:p>
      </dgm:t>
    </dgm:pt>
    <dgm:pt modelId="{781655C3-3AE4-4F09-9F01-E4A11745435A}" type="sibTrans" cxnId="{2DA12B33-021F-4336-874F-0D99723A8A37}">
      <dgm:prSet/>
      <dgm:spPr/>
      <dgm:t>
        <a:bodyPr/>
        <a:lstStyle/>
        <a:p>
          <a:endParaRPr lang="en-US">
            <a:latin typeface="Aptos" panose="020B0004020202020204" pitchFamily="34" charset="0"/>
          </a:endParaRPr>
        </a:p>
      </dgm:t>
    </dgm:pt>
    <dgm:pt modelId="{9F322016-86AE-416E-94BF-6A8251B4FC9D}">
      <dgm:prSet/>
      <dgm:spPr/>
      <dgm:t>
        <a:bodyPr/>
        <a:lstStyle/>
        <a:p>
          <a:r>
            <a:rPr lang="en-GB" b="1">
              <a:latin typeface="Aptos" panose="020B0004020202020204" pitchFamily="34" charset="0"/>
            </a:rPr>
            <a:t>Choose</a:t>
          </a:r>
          <a:r>
            <a:rPr lang="en-GB">
              <a:latin typeface="Aptos" panose="020B0004020202020204" pitchFamily="34" charset="0"/>
            </a:rPr>
            <a:t> BCTs to address those factors.</a:t>
          </a:r>
          <a:endParaRPr lang="en-US">
            <a:latin typeface="Aptos" panose="020B0004020202020204" pitchFamily="34" charset="0"/>
          </a:endParaRPr>
        </a:p>
      </dgm:t>
    </dgm:pt>
    <dgm:pt modelId="{3BE04E3B-EEF9-4375-BD64-D120535CD5B3}" type="parTrans" cxnId="{66F7273F-6441-459B-8E6F-B8DA8911A780}">
      <dgm:prSet/>
      <dgm:spPr/>
      <dgm:t>
        <a:bodyPr/>
        <a:lstStyle/>
        <a:p>
          <a:endParaRPr lang="en-US">
            <a:latin typeface="Aptos" panose="020B0004020202020204" pitchFamily="34" charset="0"/>
          </a:endParaRPr>
        </a:p>
      </dgm:t>
    </dgm:pt>
    <dgm:pt modelId="{0BEA2370-1B37-4739-AA27-EA5030CC8727}" type="sibTrans" cxnId="{66F7273F-6441-459B-8E6F-B8DA8911A780}">
      <dgm:prSet/>
      <dgm:spPr/>
      <dgm:t>
        <a:bodyPr/>
        <a:lstStyle/>
        <a:p>
          <a:endParaRPr lang="en-US">
            <a:latin typeface="Aptos" panose="020B0004020202020204" pitchFamily="34" charset="0"/>
          </a:endParaRPr>
        </a:p>
      </dgm:t>
    </dgm:pt>
    <dgm:pt modelId="{7F7E04C5-7874-467C-9ED7-019670E9F15E}">
      <dgm:prSet/>
      <dgm:spPr/>
      <dgm:t>
        <a:bodyPr/>
        <a:lstStyle/>
        <a:p>
          <a:r>
            <a:rPr lang="en-GB" b="1">
              <a:latin typeface="Aptos" panose="020B0004020202020204" pitchFamily="34" charset="0"/>
            </a:rPr>
            <a:t>Implement</a:t>
          </a:r>
          <a:r>
            <a:rPr lang="en-GB">
              <a:latin typeface="Aptos" panose="020B0004020202020204" pitchFamily="34" charset="0"/>
            </a:rPr>
            <a:t> BCTs in conversations and treatment plans.</a:t>
          </a:r>
          <a:endParaRPr lang="en-US">
            <a:latin typeface="Aptos" panose="020B0004020202020204" pitchFamily="34" charset="0"/>
          </a:endParaRPr>
        </a:p>
      </dgm:t>
    </dgm:pt>
    <dgm:pt modelId="{E8D6AD60-41EC-45AE-B69C-CC272C495B5A}" type="parTrans" cxnId="{6749242A-FED5-4890-ACF5-315AB3E07394}">
      <dgm:prSet/>
      <dgm:spPr/>
      <dgm:t>
        <a:bodyPr/>
        <a:lstStyle/>
        <a:p>
          <a:endParaRPr lang="en-US">
            <a:latin typeface="Aptos" panose="020B0004020202020204" pitchFamily="34" charset="0"/>
          </a:endParaRPr>
        </a:p>
      </dgm:t>
    </dgm:pt>
    <dgm:pt modelId="{0FA84B70-A8AC-4CB1-B9A7-C0CEA5260C6F}" type="sibTrans" cxnId="{6749242A-FED5-4890-ACF5-315AB3E07394}">
      <dgm:prSet/>
      <dgm:spPr/>
      <dgm:t>
        <a:bodyPr/>
        <a:lstStyle/>
        <a:p>
          <a:endParaRPr lang="en-US">
            <a:latin typeface="Aptos" panose="020B0004020202020204" pitchFamily="34" charset="0"/>
          </a:endParaRPr>
        </a:p>
      </dgm:t>
    </dgm:pt>
    <dgm:pt modelId="{E1F99420-A98C-4F83-A712-8DF766C055D1}">
      <dgm:prSet/>
      <dgm:spPr/>
      <dgm:t>
        <a:bodyPr/>
        <a:lstStyle/>
        <a:p>
          <a:r>
            <a:rPr lang="en-GB" b="1">
              <a:latin typeface="Aptos" panose="020B0004020202020204" pitchFamily="34" charset="0"/>
            </a:rPr>
            <a:t>Evaluate</a:t>
          </a:r>
          <a:r>
            <a:rPr lang="en-GB">
              <a:latin typeface="Aptos" panose="020B0004020202020204" pitchFamily="34" charset="0"/>
            </a:rPr>
            <a:t> – did the patient change their behaviour?</a:t>
          </a:r>
          <a:endParaRPr lang="en-US">
            <a:latin typeface="Aptos" panose="020B0004020202020204" pitchFamily="34" charset="0"/>
          </a:endParaRPr>
        </a:p>
      </dgm:t>
    </dgm:pt>
    <dgm:pt modelId="{BEA41AAF-1512-4984-BA6B-2CA149042D34}" type="parTrans" cxnId="{7BA2F8F1-AC32-42E6-98B6-6DE9D9A93D28}">
      <dgm:prSet/>
      <dgm:spPr/>
      <dgm:t>
        <a:bodyPr/>
        <a:lstStyle/>
        <a:p>
          <a:endParaRPr lang="en-US">
            <a:latin typeface="Aptos" panose="020B0004020202020204" pitchFamily="34" charset="0"/>
          </a:endParaRPr>
        </a:p>
      </dgm:t>
    </dgm:pt>
    <dgm:pt modelId="{9CE6FA5A-C975-46A9-A637-485897FFF756}" type="sibTrans" cxnId="{7BA2F8F1-AC32-42E6-98B6-6DE9D9A93D28}">
      <dgm:prSet/>
      <dgm:spPr/>
      <dgm:t>
        <a:bodyPr/>
        <a:lstStyle/>
        <a:p>
          <a:endParaRPr lang="en-US">
            <a:latin typeface="Aptos" panose="020B0004020202020204" pitchFamily="34" charset="0"/>
          </a:endParaRPr>
        </a:p>
      </dgm:t>
    </dgm:pt>
    <dgm:pt modelId="{4469C07F-15CF-4AAB-A43B-ACCF1B82EEFD}" type="pres">
      <dgm:prSet presAssocID="{4C9E2261-55F4-4F53-BB3E-75012A86E496}" presName="vert0" presStyleCnt="0">
        <dgm:presLayoutVars>
          <dgm:dir/>
          <dgm:animOne val="branch"/>
          <dgm:animLvl val="lvl"/>
        </dgm:presLayoutVars>
      </dgm:prSet>
      <dgm:spPr/>
    </dgm:pt>
    <dgm:pt modelId="{69FE2EBD-19A4-4D73-8022-041C99E1F3FB}" type="pres">
      <dgm:prSet presAssocID="{A3AE1D04-1A11-4563-AD2A-58F01FC929F1}" presName="thickLine" presStyleLbl="alignNode1" presStyleIdx="0" presStyleCnt="5"/>
      <dgm:spPr/>
    </dgm:pt>
    <dgm:pt modelId="{1A79E294-3A21-4962-960B-1345B6EC0C39}" type="pres">
      <dgm:prSet presAssocID="{A3AE1D04-1A11-4563-AD2A-58F01FC929F1}" presName="horz1" presStyleCnt="0"/>
      <dgm:spPr/>
    </dgm:pt>
    <dgm:pt modelId="{9EBD7996-CF30-4CFB-804D-A792B643A189}" type="pres">
      <dgm:prSet presAssocID="{A3AE1D04-1A11-4563-AD2A-58F01FC929F1}" presName="tx1" presStyleLbl="revTx" presStyleIdx="0" presStyleCnt="5"/>
      <dgm:spPr/>
    </dgm:pt>
    <dgm:pt modelId="{E1BF55B1-E3AC-4077-86E1-64E4F75CEA1A}" type="pres">
      <dgm:prSet presAssocID="{A3AE1D04-1A11-4563-AD2A-58F01FC929F1}" presName="vert1" presStyleCnt="0"/>
      <dgm:spPr/>
    </dgm:pt>
    <dgm:pt modelId="{76E0637A-BFE2-4187-9A38-CF9530BCCF5F}" type="pres">
      <dgm:prSet presAssocID="{5D31AC8B-14A5-4E59-870C-996704A1DC9F}" presName="thickLine" presStyleLbl="alignNode1" presStyleIdx="1" presStyleCnt="5"/>
      <dgm:spPr/>
    </dgm:pt>
    <dgm:pt modelId="{259429FF-F3A8-4086-B519-AFC9FD9681C2}" type="pres">
      <dgm:prSet presAssocID="{5D31AC8B-14A5-4E59-870C-996704A1DC9F}" presName="horz1" presStyleCnt="0"/>
      <dgm:spPr/>
    </dgm:pt>
    <dgm:pt modelId="{6405E298-7DC9-4B3C-869E-7D4C47700943}" type="pres">
      <dgm:prSet presAssocID="{5D31AC8B-14A5-4E59-870C-996704A1DC9F}" presName="tx1" presStyleLbl="revTx" presStyleIdx="1" presStyleCnt="5"/>
      <dgm:spPr/>
    </dgm:pt>
    <dgm:pt modelId="{85C4A96C-94CE-41BC-A89B-B7DBAA702939}" type="pres">
      <dgm:prSet presAssocID="{5D31AC8B-14A5-4E59-870C-996704A1DC9F}" presName="vert1" presStyleCnt="0"/>
      <dgm:spPr/>
    </dgm:pt>
    <dgm:pt modelId="{89A4AB22-E835-47E7-ADF0-87EEFFBECF45}" type="pres">
      <dgm:prSet presAssocID="{9F322016-86AE-416E-94BF-6A8251B4FC9D}" presName="thickLine" presStyleLbl="alignNode1" presStyleIdx="2" presStyleCnt="5"/>
      <dgm:spPr/>
    </dgm:pt>
    <dgm:pt modelId="{101E135F-16C4-4CAF-ADE5-2A8210468D29}" type="pres">
      <dgm:prSet presAssocID="{9F322016-86AE-416E-94BF-6A8251B4FC9D}" presName="horz1" presStyleCnt="0"/>
      <dgm:spPr/>
    </dgm:pt>
    <dgm:pt modelId="{BF289B05-D3B7-44B2-8708-111EE81E5C8D}" type="pres">
      <dgm:prSet presAssocID="{9F322016-86AE-416E-94BF-6A8251B4FC9D}" presName="tx1" presStyleLbl="revTx" presStyleIdx="2" presStyleCnt="5"/>
      <dgm:spPr/>
    </dgm:pt>
    <dgm:pt modelId="{436C8DEA-B1A7-4DC7-8739-B6EFBB5719B9}" type="pres">
      <dgm:prSet presAssocID="{9F322016-86AE-416E-94BF-6A8251B4FC9D}" presName="vert1" presStyleCnt="0"/>
      <dgm:spPr/>
    </dgm:pt>
    <dgm:pt modelId="{8329D4DF-C8E2-4810-8BA8-E3796577A891}" type="pres">
      <dgm:prSet presAssocID="{7F7E04C5-7874-467C-9ED7-019670E9F15E}" presName="thickLine" presStyleLbl="alignNode1" presStyleIdx="3" presStyleCnt="5"/>
      <dgm:spPr/>
    </dgm:pt>
    <dgm:pt modelId="{0A9CAEEE-9C8F-4B88-A905-47F09AE3B58D}" type="pres">
      <dgm:prSet presAssocID="{7F7E04C5-7874-467C-9ED7-019670E9F15E}" presName="horz1" presStyleCnt="0"/>
      <dgm:spPr/>
    </dgm:pt>
    <dgm:pt modelId="{3EAD1DFC-0609-49D2-8C4E-552CBE66D39D}" type="pres">
      <dgm:prSet presAssocID="{7F7E04C5-7874-467C-9ED7-019670E9F15E}" presName="tx1" presStyleLbl="revTx" presStyleIdx="3" presStyleCnt="5"/>
      <dgm:spPr/>
    </dgm:pt>
    <dgm:pt modelId="{B916A842-B92B-4DB6-8F05-CC2C46C5D5CA}" type="pres">
      <dgm:prSet presAssocID="{7F7E04C5-7874-467C-9ED7-019670E9F15E}" presName="vert1" presStyleCnt="0"/>
      <dgm:spPr/>
    </dgm:pt>
    <dgm:pt modelId="{7E08A29F-64BA-4E27-AD5C-FD8650A5E856}" type="pres">
      <dgm:prSet presAssocID="{E1F99420-A98C-4F83-A712-8DF766C055D1}" presName="thickLine" presStyleLbl="alignNode1" presStyleIdx="4" presStyleCnt="5"/>
      <dgm:spPr/>
    </dgm:pt>
    <dgm:pt modelId="{7F94F48F-35EB-4A16-9DBC-43F1D0D5798D}" type="pres">
      <dgm:prSet presAssocID="{E1F99420-A98C-4F83-A712-8DF766C055D1}" presName="horz1" presStyleCnt="0"/>
      <dgm:spPr/>
    </dgm:pt>
    <dgm:pt modelId="{91A8285B-6F22-42F0-81C3-CD4EA9528E43}" type="pres">
      <dgm:prSet presAssocID="{E1F99420-A98C-4F83-A712-8DF766C055D1}" presName="tx1" presStyleLbl="revTx" presStyleIdx="4" presStyleCnt="5"/>
      <dgm:spPr/>
    </dgm:pt>
    <dgm:pt modelId="{6C0A7DC8-943C-4666-8A86-64C4CD36585C}" type="pres">
      <dgm:prSet presAssocID="{E1F99420-A98C-4F83-A712-8DF766C055D1}" presName="vert1" presStyleCnt="0"/>
      <dgm:spPr/>
    </dgm:pt>
  </dgm:ptLst>
  <dgm:cxnLst>
    <dgm:cxn modelId="{6749242A-FED5-4890-ACF5-315AB3E07394}" srcId="{4C9E2261-55F4-4F53-BB3E-75012A86E496}" destId="{7F7E04C5-7874-467C-9ED7-019670E9F15E}" srcOrd="3" destOrd="0" parTransId="{E8D6AD60-41EC-45AE-B69C-CC272C495B5A}" sibTransId="{0FA84B70-A8AC-4CB1-B9A7-C0CEA5260C6F}"/>
    <dgm:cxn modelId="{2DA12B33-021F-4336-874F-0D99723A8A37}" srcId="{4C9E2261-55F4-4F53-BB3E-75012A86E496}" destId="{5D31AC8B-14A5-4E59-870C-996704A1DC9F}" srcOrd="1" destOrd="0" parTransId="{E9139BD7-F962-446B-96E9-7602D3E08479}" sibTransId="{781655C3-3AE4-4F09-9F01-E4A11745435A}"/>
    <dgm:cxn modelId="{66F7273F-6441-459B-8E6F-B8DA8911A780}" srcId="{4C9E2261-55F4-4F53-BB3E-75012A86E496}" destId="{9F322016-86AE-416E-94BF-6A8251B4FC9D}" srcOrd="2" destOrd="0" parTransId="{3BE04E3B-EEF9-4375-BD64-D120535CD5B3}" sibTransId="{0BEA2370-1B37-4739-AA27-EA5030CC8727}"/>
    <dgm:cxn modelId="{A771EE56-DBF7-49E5-ABF8-D8D40D44C461}" type="presOf" srcId="{7F7E04C5-7874-467C-9ED7-019670E9F15E}" destId="{3EAD1DFC-0609-49D2-8C4E-552CBE66D39D}" srcOrd="0" destOrd="0" presId="urn:microsoft.com/office/officeart/2008/layout/LinedList"/>
    <dgm:cxn modelId="{40672859-5833-43C6-9F5D-557CF7383C7F}" type="presOf" srcId="{5D31AC8B-14A5-4E59-870C-996704A1DC9F}" destId="{6405E298-7DC9-4B3C-869E-7D4C47700943}" srcOrd="0" destOrd="0" presId="urn:microsoft.com/office/officeart/2008/layout/LinedList"/>
    <dgm:cxn modelId="{0A29988C-CEF5-46AC-A7BC-2307BE89E105}" srcId="{4C9E2261-55F4-4F53-BB3E-75012A86E496}" destId="{A3AE1D04-1A11-4563-AD2A-58F01FC929F1}" srcOrd="0" destOrd="0" parTransId="{088556D2-9D62-4126-A345-2291D4763ECF}" sibTransId="{DC9B6157-C161-4F4C-B945-7FA02CEB8856}"/>
    <dgm:cxn modelId="{86373DC4-943C-465D-8D3D-16E9A5904920}" type="presOf" srcId="{9F322016-86AE-416E-94BF-6A8251B4FC9D}" destId="{BF289B05-D3B7-44B2-8708-111EE81E5C8D}" srcOrd="0" destOrd="0" presId="urn:microsoft.com/office/officeart/2008/layout/LinedList"/>
    <dgm:cxn modelId="{C03051CA-DF78-4EE2-B76C-ADF50A131F0B}" type="presOf" srcId="{4C9E2261-55F4-4F53-BB3E-75012A86E496}" destId="{4469C07F-15CF-4AAB-A43B-ACCF1B82EEFD}" srcOrd="0" destOrd="0" presId="urn:microsoft.com/office/officeart/2008/layout/LinedList"/>
    <dgm:cxn modelId="{661AAACE-0B1B-4BED-9D2E-57EA085C8D61}" type="presOf" srcId="{A3AE1D04-1A11-4563-AD2A-58F01FC929F1}" destId="{9EBD7996-CF30-4CFB-804D-A792B643A189}" srcOrd="0" destOrd="0" presId="urn:microsoft.com/office/officeart/2008/layout/LinedList"/>
    <dgm:cxn modelId="{B1BCE5D2-D749-4B2E-A4FA-28CB7C8A5081}" type="presOf" srcId="{E1F99420-A98C-4F83-A712-8DF766C055D1}" destId="{91A8285B-6F22-42F0-81C3-CD4EA9528E43}" srcOrd="0" destOrd="0" presId="urn:microsoft.com/office/officeart/2008/layout/LinedList"/>
    <dgm:cxn modelId="{7BA2F8F1-AC32-42E6-98B6-6DE9D9A93D28}" srcId="{4C9E2261-55F4-4F53-BB3E-75012A86E496}" destId="{E1F99420-A98C-4F83-A712-8DF766C055D1}" srcOrd="4" destOrd="0" parTransId="{BEA41AAF-1512-4984-BA6B-2CA149042D34}" sibTransId="{9CE6FA5A-C975-46A9-A637-485897FFF756}"/>
    <dgm:cxn modelId="{61F21330-1960-4360-9487-8B44007C84C0}" type="presParOf" srcId="{4469C07F-15CF-4AAB-A43B-ACCF1B82EEFD}" destId="{69FE2EBD-19A4-4D73-8022-041C99E1F3FB}" srcOrd="0" destOrd="0" presId="urn:microsoft.com/office/officeart/2008/layout/LinedList"/>
    <dgm:cxn modelId="{469049E7-6B7C-4ACC-82FE-ED0D3BF834C7}" type="presParOf" srcId="{4469C07F-15CF-4AAB-A43B-ACCF1B82EEFD}" destId="{1A79E294-3A21-4962-960B-1345B6EC0C39}" srcOrd="1" destOrd="0" presId="urn:microsoft.com/office/officeart/2008/layout/LinedList"/>
    <dgm:cxn modelId="{36EE01EA-19A5-496D-9EA4-C675F5A92BEC}" type="presParOf" srcId="{1A79E294-3A21-4962-960B-1345B6EC0C39}" destId="{9EBD7996-CF30-4CFB-804D-A792B643A189}" srcOrd="0" destOrd="0" presId="urn:microsoft.com/office/officeart/2008/layout/LinedList"/>
    <dgm:cxn modelId="{D33FACDA-7C1C-4A7A-8884-99A27D133A47}" type="presParOf" srcId="{1A79E294-3A21-4962-960B-1345B6EC0C39}" destId="{E1BF55B1-E3AC-4077-86E1-64E4F75CEA1A}" srcOrd="1" destOrd="0" presId="urn:microsoft.com/office/officeart/2008/layout/LinedList"/>
    <dgm:cxn modelId="{B7ACD4AE-20B5-4F28-807C-36F6D826EBC9}" type="presParOf" srcId="{4469C07F-15CF-4AAB-A43B-ACCF1B82EEFD}" destId="{76E0637A-BFE2-4187-9A38-CF9530BCCF5F}" srcOrd="2" destOrd="0" presId="urn:microsoft.com/office/officeart/2008/layout/LinedList"/>
    <dgm:cxn modelId="{B81509AA-B9CD-4313-89AF-54AA95AD8DB9}" type="presParOf" srcId="{4469C07F-15CF-4AAB-A43B-ACCF1B82EEFD}" destId="{259429FF-F3A8-4086-B519-AFC9FD9681C2}" srcOrd="3" destOrd="0" presId="urn:microsoft.com/office/officeart/2008/layout/LinedList"/>
    <dgm:cxn modelId="{E9767FA3-7444-49F6-84C9-D5BAE9880FBE}" type="presParOf" srcId="{259429FF-F3A8-4086-B519-AFC9FD9681C2}" destId="{6405E298-7DC9-4B3C-869E-7D4C47700943}" srcOrd="0" destOrd="0" presId="urn:microsoft.com/office/officeart/2008/layout/LinedList"/>
    <dgm:cxn modelId="{A9F7DAD6-FCA8-43C6-89EB-45F5D038EBF8}" type="presParOf" srcId="{259429FF-F3A8-4086-B519-AFC9FD9681C2}" destId="{85C4A96C-94CE-41BC-A89B-B7DBAA702939}" srcOrd="1" destOrd="0" presId="urn:microsoft.com/office/officeart/2008/layout/LinedList"/>
    <dgm:cxn modelId="{F939A0DD-811C-416B-AF02-56D13A87795D}" type="presParOf" srcId="{4469C07F-15CF-4AAB-A43B-ACCF1B82EEFD}" destId="{89A4AB22-E835-47E7-ADF0-87EEFFBECF45}" srcOrd="4" destOrd="0" presId="urn:microsoft.com/office/officeart/2008/layout/LinedList"/>
    <dgm:cxn modelId="{1D811586-31C7-4939-AD32-8EA396A5F8D7}" type="presParOf" srcId="{4469C07F-15CF-4AAB-A43B-ACCF1B82EEFD}" destId="{101E135F-16C4-4CAF-ADE5-2A8210468D29}" srcOrd="5" destOrd="0" presId="urn:microsoft.com/office/officeart/2008/layout/LinedList"/>
    <dgm:cxn modelId="{0C3C025E-1AA1-4AAE-B29B-A94F08DE0C40}" type="presParOf" srcId="{101E135F-16C4-4CAF-ADE5-2A8210468D29}" destId="{BF289B05-D3B7-44B2-8708-111EE81E5C8D}" srcOrd="0" destOrd="0" presId="urn:microsoft.com/office/officeart/2008/layout/LinedList"/>
    <dgm:cxn modelId="{7788B5F5-88BF-4A03-BC0C-90E16A4D2969}" type="presParOf" srcId="{101E135F-16C4-4CAF-ADE5-2A8210468D29}" destId="{436C8DEA-B1A7-4DC7-8739-B6EFBB5719B9}" srcOrd="1" destOrd="0" presId="urn:microsoft.com/office/officeart/2008/layout/LinedList"/>
    <dgm:cxn modelId="{C5E974E8-8783-4F96-8A99-725ECF0DDC77}" type="presParOf" srcId="{4469C07F-15CF-4AAB-A43B-ACCF1B82EEFD}" destId="{8329D4DF-C8E2-4810-8BA8-E3796577A891}" srcOrd="6" destOrd="0" presId="urn:microsoft.com/office/officeart/2008/layout/LinedList"/>
    <dgm:cxn modelId="{74783CB8-98DA-46D8-AB1E-76CE8DA43B2C}" type="presParOf" srcId="{4469C07F-15CF-4AAB-A43B-ACCF1B82EEFD}" destId="{0A9CAEEE-9C8F-4B88-A905-47F09AE3B58D}" srcOrd="7" destOrd="0" presId="urn:microsoft.com/office/officeart/2008/layout/LinedList"/>
    <dgm:cxn modelId="{D99DD4C3-8095-4F8E-B2F7-A6716A117AE8}" type="presParOf" srcId="{0A9CAEEE-9C8F-4B88-A905-47F09AE3B58D}" destId="{3EAD1DFC-0609-49D2-8C4E-552CBE66D39D}" srcOrd="0" destOrd="0" presId="urn:microsoft.com/office/officeart/2008/layout/LinedList"/>
    <dgm:cxn modelId="{77109B1A-2C65-46DC-AB41-774AE9BE6399}" type="presParOf" srcId="{0A9CAEEE-9C8F-4B88-A905-47F09AE3B58D}" destId="{B916A842-B92B-4DB6-8F05-CC2C46C5D5CA}" srcOrd="1" destOrd="0" presId="urn:microsoft.com/office/officeart/2008/layout/LinedList"/>
    <dgm:cxn modelId="{ABC4A250-C78A-4EB1-995F-462C3F438204}" type="presParOf" srcId="{4469C07F-15CF-4AAB-A43B-ACCF1B82EEFD}" destId="{7E08A29F-64BA-4E27-AD5C-FD8650A5E856}" srcOrd="8" destOrd="0" presId="urn:microsoft.com/office/officeart/2008/layout/LinedList"/>
    <dgm:cxn modelId="{034D32DB-33AB-4FB2-AF32-CBEE08E0CA9C}" type="presParOf" srcId="{4469C07F-15CF-4AAB-A43B-ACCF1B82EEFD}" destId="{7F94F48F-35EB-4A16-9DBC-43F1D0D5798D}" srcOrd="9" destOrd="0" presId="urn:microsoft.com/office/officeart/2008/layout/LinedList"/>
    <dgm:cxn modelId="{B4F2D995-9C07-4737-AFF3-54AA187384C9}" type="presParOf" srcId="{7F94F48F-35EB-4A16-9DBC-43F1D0D5798D}" destId="{91A8285B-6F22-42F0-81C3-CD4EA9528E43}" srcOrd="0" destOrd="0" presId="urn:microsoft.com/office/officeart/2008/layout/LinedList"/>
    <dgm:cxn modelId="{A0A3EFE1-BDC7-4202-9BCE-AE35E631744D}" type="presParOf" srcId="{7F94F48F-35EB-4A16-9DBC-43F1D0D5798D}" destId="{6C0A7DC8-943C-4666-8A86-64C4CD36585C}" srcOrd="1" destOrd="0" presId="urn:microsoft.com/office/officeart/2008/layout/LinedList"/>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95D41C6-DBA2-422E-A1C4-92460A153403}"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1498C9D3-A3D9-42BB-9D7C-5C71CB3FC31A}">
      <dgm:prSet/>
      <dgm:spPr/>
      <dgm:t>
        <a:bodyPr/>
        <a:lstStyle/>
        <a:p>
          <a:r>
            <a:rPr lang="en-GB">
              <a:latin typeface="Aptos" panose="020B0004020202020204" pitchFamily="34" charset="0"/>
            </a:rPr>
            <a:t>“Let’s set a small, realistic goal for this week.” </a:t>
          </a:r>
          <a:r>
            <a:rPr lang="en-GB" i="1">
              <a:latin typeface="Aptos" panose="020B0004020202020204" pitchFamily="34" charset="0"/>
            </a:rPr>
            <a:t>(Goal setting)</a:t>
          </a:r>
          <a:endParaRPr lang="en-US">
            <a:latin typeface="Aptos" panose="020B0004020202020204" pitchFamily="34" charset="0"/>
          </a:endParaRPr>
        </a:p>
      </dgm:t>
    </dgm:pt>
    <dgm:pt modelId="{069E0CDD-8E6A-435B-83DB-1540720F833E}" type="parTrans" cxnId="{67C7EE86-8DF3-4F0C-A626-4C1DA46D96DF}">
      <dgm:prSet/>
      <dgm:spPr/>
      <dgm:t>
        <a:bodyPr/>
        <a:lstStyle/>
        <a:p>
          <a:endParaRPr lang="en-US" sz="2000">
            <a:latin typeface="Aptos" panose="020B0004020202020204" pitchFamily="34" charset="0"/>
          </a:endParaRPr>
        </a:p>
      </dgm:t>
    </dgm:pt>
    <dgm:pt modelId="{BC25B6A1-290F-4E46-8682-A3471CD24E37}" type="sibTrans" cxnId="{67C7EE86-8DF3-4F0C-A626-4C1DA46D96DF}">
      <dgm:prSet/>
      <dgm:spPr/>
      <dgm:t>
        <a:bodyPr/>
        <a:lstStyle/>
        <a:p>
          <a:endParaRPr lang="en-US">
            <a:latin typeface="Aptos" panose="020B0004020202020204" pitchFamily="34" charset="0"/>
          </a:endParaRPr>
        </a:p>
      </dgm:t>
    </dgm:pt>
    <dgm:pt modelId="{5EB40BA5-33DF-453A-9AC0-8F47D47C544D}">
      <dgm:prSet/>
      <dgm:spPr/>
      <dgm:t>
        <a:bodyPr/>
        <a:lstStyle/>
        <a:p>
          <a:r>
            <a:rPr lang="en-GB">
              <a:latin typeface="Aptos" panose="020B0004020202020204" pitchFamily="34" charset="0"/>
            </a:rPr>
            <a:t>“Can you show me how you’ll fit this into your daily routine?” </a:t>
          </a:r>
          <a:r>
            <a:rPr lang="en-GB" i="1">
              <a:latin typeface="Aptos" panose="020B0004020202020204" pitchFamily="34" charset="0"/>
            </a:rPr>
            <a:t>(Action planning)</a:t>
          </a:r>
          <a:endParaRPr lang="en-US">
            <a:latin typeface="Aptos" panose="020B0004020202020204" pitchFamily="34" charset="0"/>
          </a:endParaRPr>
        </a:p>
      </dgm:t>
    </dgm:pt>
    <dgm:pt modelId="{196A2B1D-F339-4EEF-AD1E-2D0A67D97B48}" type="parTrans" cxnId="{74E3B7F6-E9E4-468C-8036-011605867199}">
      <dgm:prSet/>
      <dgm:spPr/>
      <dgm:t>
        <a:bodyPr/>
        <a:lstStyle/>
        <a:p>
          <a:endParaRPr lang="en-US" sz="2000">
            <a:latin typeface="Aptos" panose="020B0004020202020204" pitchFamily="34" charset="0"/>
          </a:endParaRPr>
        </a:p>
      </dgm:t>
    </dgm:pt>
    <dgm:pt modelId="{C4F46F63-BE52-4883-A01B-2DA0E5263FCD}" type="sibTrans" cxnId="{74E3B7F6-E9E4-468C-8036-011605867199}">
      <dgm:prSet/>
      <dgm:spPr/>
      <dgm:t>
        <a:bodyPr/>
        <a:lstStyle/>
        <a:p>
          <a:endParaRPr lang="en-US">
            <a:latin typeface="Aptos" panose="020B0004020202020204" pitchFamily="34" charset="0"/>
          </a:endParaRPr>
        </a:p>
      </dgm:t>
    </dgm:pt>
    <dgm:pt modelId="{AB0F9CD0-8FC5-4CB7-86D9-2241C8936680}">
      <dgm:prSet/>
      <dgm:spPr/>
      <dgm:t>
        <a:bodyPr/>
        <a:lstStyle/>
        <a:p>
          <a:r>
            <a:rPr lang="en-GB">
              <a:latin typeface="Aptos" panose="020B0004020202020204" pitchFamily="34" charset="0"/>
            </a:rPr>
            <a:t>“How confident are you that you can do this?” </a:t>
          </a:r>
          <a:r>
            <a:rPr lang="en-GB" i="1">
              <a:latin typeface="Aptos" panose="020B0004020202020204" pitchFamily="34" charset="0"/>
            </a:rPr>
            <a:t>(Confidence scaling)</a:t>
          </a:r>
          <a:endParaRPr lang="en-US">
            <a:latin typeface="Aptos" panose="020B0004020202020204" pitchFamily="34" charset="0"/>
          </a:endParaRPr>
        </a:p>
      </dgm:t>
    </dgm:pt>
    <dgm:pt modelId="{9FF151E5-511E-474B-8E8D-27BB9AD6C33D}" type="parTrans" cxnId="{1224324C-0C56-4DF6-846E-D01961B79051}">
      <dgm:prSet/>
      <dgm:spPr/>
      <dgm:t>
        <a:bodyPr/>
        <a:lstStyle/>
        <a:p>
          <a:endParaRPr lang="en-US" sz="2000">
            <a:latin typeface="Aptos" panose="020B0004020202020204" pitchFamily="34" charset="0"/>
          </a:endParaRPr>
        </a:p>
      </dgm:t>
    </dgm:pt>
    <dgm:pt modelId="{7A467A36-EC26-4C0E-8774-F87CD84CCF31}" type="sibTrans" cxnId="{1224324C-0C56-4DF6-846E-D01961B79051}">
      <dgm:prSet/>
      <dgm:spPr/>
      <dgm:t>
        <a:bodyPr/>
        <a:lstStyle/>
        <a:p>
          <a:endParaRPr lang="en-US">
            <a:latin typeface="Aptos" panose="020B0004020202020204" pitchFamily="34" charset="0"/>
          </a:endParaRPr>
        </a:p>
      </dgm:t>
    </dgm:pt>
    <dgm:pt modelId="{89EC6CFF-A2E4-422A-ABA9-4EDF7C41D7F7}">
      <dgm:prSet/>
      <dgm:spPr/>
      <dgm:t>
        <a:bodyPr/>
        <a:lstStyle/>
        <a:p>
          <a:r>
            <a:rPr lang="en-GB">
              <a:latin typeface="Aptos" panose="020B0004020202020204" pitchFamily="34" charset="0"/>
            </a:rPr>
            <a:t>“What might get in the way? How could you overcome that?” </a:t>
          </a:r>
          <a:r>
            <a:rPr lang="en-GB" i="1">
              <a:latin typeface="Aptos" panose="020B0004020202020204" pitchFamily="34" charset="0"/>
            </a:rPr>
            <a:t>(Problem solving)</a:t>
          </a:r>
          <a:endParaRPr lang="en-US">
            <a:latin typeface="Aptos" panose="020B0004020202020204" pitchFamily="34" charset="0"/>
          </a:endParaRPr>
        </a:p>
      </dgm:t>
    </dgm:pt>
    <dgm:pt modelId="{BD5CA42D-1AFE-452D-A23F-3E2EDD4980D0}" type="parTrans" cxnId="{42880331-00A4-4038-94D8-990A9E5790CA}">
      <dgm:prSet/>
      <dgm:spPr/>
      <dgm:t>
        <a:bodyPr/>
        <a:lstStyle/>
        <a:p>
          <a:endParaRPr lang="en-US" sz="2000">
            <a:latin typeface="Aptos" panose="020B0004020202020204" pitchFamily="34" charset="0"/>
          </a:endParaRPr>
        </a:p>
      </dgm:t>
    </dgm:pt>
    <dgm:pt modelId="{FA48C9C2-8B7A-4880-B6AF-378F04F46300}" type="sibTrans" cxnId="{42880331-00A4-4038-94D8-990A9E5790CA}">
      <dgm:prSet/>
      <dgm:spPr/>
      <dgm:t>
        <a:bodyPr/>
        <a:lstStyle/>
        <a:p>
          <a:endParaRPr lang="en-US">
            <a:latin typeface="Aptos" panose="020B0004020202020204" pitchFamily="34" charset="0"/>
          </a:endParaRPr>
        </a:p>
      </dgm:t>
    </dgm:pt>
    <dgm:pt modelId="{EB66C1A9-F862-439B-8FFC-DDAF8F9CA382}" type="pres">
      <dgm:prSet presAssocID="{095D41C6-DBA2-422E-A1C4-92460A153403}" presName="hierChild1" presStyleCnt="0">
        <dgm:presLayoutVars>
          <dgm:chPref val="1"/>
          <dgm:dir/>
          <dgm:animOne val="branch"/>
          <dgm:animLvl val="lvl"/>
          <dgm:resizeHandles/>
        </dgm:presLayoutVars>
      </dgm:prSet>
      <dgm:spPr/>
    </dgm:pt>
    <dgm:pt modelId="{C3F1ADD6-7090-441C-B1E5-6C99EDC581BE}" type="pres">
      <dgm:prSet presAssocID="{1498C9D3-A3D9-42BB-9D7C-5C71CB3FC31A}" presName="hierRoot1" presStyleCnt="0"/>
      <dgm:spPr/>
    </dgm:pt>
    <dgm:pt modelId="{12FED80C-CF89-44E0-BE0B-118303E33E86}" type="pres">
      <dgm:prSet presAssocID="{1498C9D3-A3D9-42BB-9D7C-5C71CB3FC31A}" presName="composite" presStyleCnt="0"/>
      <dgm:spPr/>
    </dgm:pt>
    <dgm:pt modelId="{B67195A7-3AE4-469F-B29E-EE4EF2446BD5}" type="pres">
      <dgm:prSet presAssocID="{1498C9D3-A3D9-42BB-9D7C-5C71CB3FC31A}" presName="background" presStyleLbl="node0" presStyleIdx="0" presStyleCnt="4"/>
      <dgm:spPr/>
    </dgm:pt>
    <dgm:pt modelId="{44DDBACE-4E92-4D9A-B7AC-6206E05191CF}" type="pres">
      <dgm:prSet presAssocID="{1498C9D3-A3D9-42BB-9D7C-5C71CB3FC31A}" presName="text" presStyleLbl="fgAcc0" presStyleIdx="0" presStyleCnt="4">
        <dgm:presLayoutVars>
          <dgm:chPref val="3"/>
        </dgm:presLayoutVars>
      </dgm:prSet>
      <dgm:spPr/>
    </dgm:pt>
    <dgm:pt modelId="{08294940-D963-4F78-8EB4-EA326C0F2357}" type="pres">
      <dgm:prSet presAssocID="{1498C9D3-A3D9-42BB-9D7C-5C71CB3FC31A}" presName="hierChild2" presStyleCnt="0"/>
      <dgm:spPr/>
    </dgm:pt>
    <dgm:pt modelId="{B4F221A5-CCCF-48A8-BAA6-7688727AEBD6}" type="pres">
      <dgm:prSet presAssocID="{5EB40BA5-33DF-453A-9AC0-8F47D47C544D}" presName="hierRoot1" presStyleCnt="0"/>
      <dgm:spPr/>
    </dgm:pt>
    <dgm:pt modelId="{965958F7-C10F-498E-9B0D-313E05F6E261}" type="pres">
      <dgm:prSet presAssocID="{5EB40BA5-33DF-453A-9AC0-8F47D47C544D}" presName="composite" presStyleCnt="0"/>
      <dgm:spPr/>
    </dgm:pt>
    <dgm:pt modelId="{8641975F-3CF6-4C4D-96AB-BC78E9E017CE}" type="pres">
      <dgm:prSet presAssocID="{5EB40BA5-33DF-453A-9AC0-8F47D47C544D}" presName="background" presStyleLbl="node0" presStyleIdx="1" presStyleCnt="4"/>
      <dgm:spPr/>
    </dgm:pt>
    <dgm:pt modelId="{2CE1E2B8-5E48-4256-BFBB-9732DC1F8C1E}" type="pres">
      <dgm:prSet presAssocID="{5EB40BA5-33DF-453A-9AC0-8F47D47C544D}" presName="text" presStyleLbl="fgAcc0" presStyleIdx="1" presStyleCnt="4">
        <dgm:presLayoutVars>
          <dgm:chPref val="3"/>
        </dgm:presLayoutVars>
      </dgm:prSet>
      <dgm:spPr/>
    </dgm:pt>
    <dgm:pt modelId="{9E987CFD-9BE9-4488-9BEC-AC4B50488B01}" type="pres">
      <dgm:prSet presAssocID="{5EB40BA5-33DF-453A-9AC0-8F47D47C544D}" presName="hierChild2" presStyleCnt="0"/>
      <dgm:spPr/>
    </dgm:pt>
    <dgm:pt modelId="{8EBD13DC-78C2-4D8E-8458-D08A49D1E707}" type="pres">
      <dgm:prSet presAssocID="{AB0F9CD0-8FC5-4CB7-86D9-2241C8936680}" presName="hierRoot1" presStyleCnt="0"/>
      <dgm:spPr/>
    </dgm:pt>
    <dgm:pt modelId="{DA35A599-6A20-4C12-9007-AE35C83A2325}" type="pres">
      <dgm:prSet presAssocID="{AB0F9CD0-8FC5-4CB7-86D9-2241C8936680}" presName="composite" presStyleCnt="0"/>
      <dgm:spPr/>
    </dgm:pt>
    <dgm:pt modelId="{6CCF6040-BB2D-449A-9BFB-9937DEC68F7B}" type="pres">
      <dgm:prSet presAssocID="{AB0F9CD0-8FC5-4CB7-86D9-2241C8936680}" presName="background" presStyleLbl="node0" presStyleIdx="2" presStyleCnt="4"/>
      <dgm:spPr/>
    </dgm:pt>
    <dgm:pt modelId="{8F1540BF-E185-4F0A-A027-90262338F3A7}" type="pres">
      <dgm:prSet presAssocID="{AB0F9CD0-8FC5-4CB7-86D9-2241C8936680}" presName="text" presStyleLbl="fgAcc0" presStyleIdx="2" presStyleCnt="4">
        <dgm:presLayoutVars>
          <dgm:chPref val="3"/>
        </dgm:presLayoutVars>
      </dgm:prSet>
      <dgm:spPr/>
    </dgm:pt>
    <dgm:pt modelId="{E68F21D7-B8DA-471B-8650-327AE164C8F5}" type="pres">
      <dgm:prSet presAssocID="{AB0F9CD0-8FC5-4CB7-86D9-2241C8936680}" presName="hierChild2" presStyleCnt="0"/>
      <dgm:spPr/>
    </dgm:pt>
    <dgm:pt modelId="{858E75B9-A240-4206-A824-8E640B26EE98}" type="pres">
      <dgm:prSet presAssocID="{89EC6CFF-A2E4-422A-ABA9-4EDF7C41D7F7}" presName="hierRoot1" presStyleCnt="0"/>
      <dgm:spPr/>
    </dgm:pt>
    <dgm:pt modelId="{637FDD55-9685-4096-A643-40642CD3FB50}" type="pres">
      <dgm:prSet presAssocID="{89EC6CFF-A2E4-422A-ABA9-4EDF7C41D7F7}" presName="composite" presStyleCnt="0"/>
      <dgm:spPr/>
    </dgm:pt>
    <dgm:pt modelId="{C3E1BFB8-42A9-4AE4-AB7B-C8350F6C2ABF}" type="pres">
      <dgm:prSet presAssocID="{89EC6CFF-A2E4-422A-ABA9-4EDF7C41D7F7}" presName="background" presStyleLbl="node0" presStyleIdx="3" presStyleCnt="4"/>
      <dgm:spPr/>
    </dgm:pt>
    <dgm:pt modelId="{FF32D706-C547-4284-A82E-1324996C4C0A}" type="pres">
      <dgm:prSet presAssocID="{89EC6CFF-A2E4-422A-ABA9-4EDF7C41D7F7}" presName="text" presStyleLbl="fgAcc0" presStyleIdx="3" presStyleCnt="4">
        <dgm:presLayoutVars>
          <dgm:chPref val="3"/>
        </dgm:presLayoutVars>
      </dgm:prSet>
      <dgm:spPr/>
    </dgm:pt>
    <dgm:pt modelId="{2DB0D32D-AA2B-4504-8007-C49994A0E345}" type="pres">
      <dgm:prSet presAssocID="{89EC6CFF-A2E4-422A-ABA9-4EDF7C41D7F7}" presName="hierChild2" presStyleCnt="0"/>
      <dgm:spPr/>
    </dgm:pt>
  </dgm:ptLst>
  <dgm:cxnLst>
    <dgm:cxn modelId="{42880331-00A4-4038-94D8-990A9E5790CA}" srcId="{095D41C6-DBA2-422E-A1C4-92460A153403}" destId="{89EC6CFF-A2E4-422A-ABA9-4EDF7C41D7F7}" srcOrd="3" destOrd="0" parTransId="{BD5CA42D-1AFE-452D-A23F-3E2EDD4980D0}" sibTransId="{FA48C9C2-8B7A-4880-B6AF-378F04F46300}"/>
    <dgm:cxn modelId="{1224324C-0C56-4DF6-846E-D01961B79051}" srcId="{095D41C6-DBA2-422E-A1C4-92460A153403}" destId="{AB0F9CD0-8FC5-4CB7-86D9-2241C8936680}" srcOrd="2" destOrd="0" parTransId="{9FF151E5-511E-474B-8E8D-27BB9AD6C33D}" sibTransId="{7A467A36-EC26-4C0E-8774-F87CD84CCF31}"/>
    <dgm:cxn modelId="{39B9AD51-168F-41ED-AEF2-E9DED57D52F5}" type="presOf" srcId="{89EC6CFF-A2E4-422A-ABA9-4EDF7C41D7F7}" destId="{FF32D706-C547-4284-A82E-1324996C4C0A}" srcOrd="0" destOrd="0" presId="urn:microsoft.com/office/officeart/2005/8/layout/hierarchy1"/>
    <dgm:cxn modelId="{67C7EE86-8DF3-4F0C-A626-4C1DA46D96DF}" srcId="{095D41C6-DBA2-422E-A1C4-92460A153403}" destId="{1498C9D3-A3D9-42BB-9D7C-5C71CB3FC31A}" srcOrd="0" destOrd="0" parTransId="{069E0CDD-8E6A-435B-83DB-1540720F833E}" sibTransId="{BC25B6A1-290F-4E46-8682-A3471CD24E37}"/>
    <dgm:cxn modelId="{2427B894-C354-4AA8-AF55-9B8E6F8C3B19}" type="presOf" srcId="{AB0F9CD0-8FC5-4CB7-86D9-2241C8936680}" destId="{8F1540BF-E185-4F0A-A027-90262338F3A7}" srcOrd="0" destOrd="0" presId="urn:microsoft.com/office/officeart/2005/8/layout/hierarchy1"/>
    <dgm:cxn modelId="{4861B9A5-FCF4-4EE0-AB3C-89CF1FB4D41C}" type="presOf" srcId="{095D41C6-DBA2-422E-A1C4-92460A153403}" destId="{EB66C1A9-F862-439B-8FFC-DDAF8F9CA382}" srcOrd="0" destOrd="0" presId="urn:microsoft.com/office/officeart/2005/8/layout/hierarchy1"/>
    <dgm:cxn modelId="{C400A6D5-B3B7-4C19-8F72-C62305285A46}" type="presOf" srcId="{1498C9D3-A3D9-42BB-9D7C-5C71CB3FC31A}" destId="{44DDBACE-4E92-4D9A-B7AC-6206E05191CF}" srcOrd="0" destOrd="0" presId="urn:microsoft.com/office/officeart/2005/8/layout/hierarchy1"/>
    <dgm:cxn modelId="{305B82EB-1CD3-4EE9-87B2-82130C8D7EF4}" type="presOf" srcId="{5EB40BA5-33DF-453A-9AC0-8F47D47C544D}" destId="{2CE1E2B8-5E48-4256-BFBB-9732DC1F8C1E}" srcOrd="0" destOrd="0" presId="urn:microsoft.com/office/officeart/2005/8/layout/hierarchy1"/>
    <dgm:cxn modelId="{74E3B7F6-E9E4-468C-8036-011605867199}" srcId="{095D41C6-DBA2-422E-A1C4-92460A153403}" destId="{5EB40BA5-33DF-453A-9AC0-8F47D47C544D}" srcOrd="1" destOrd="0" parTransId="{196A2B1D-F339-4EEF-AD1E-2D0A67D97B48}" sibTransId="{C4F46F63-BE52-4883-A01B-2DA0E5263FCD}"/>
    <dgm:cxn modelId="{DDC15795-5808-4867-9BD1-2A9F5D330F43}" type="presParOf" srcId="{EB66C1A9-F862-439B-8FFC-DDAF8F9CA382}" destId="{C3F1ADD6-7090-441C-B1E5-6C99EDC581BE}" srcOrd="0" destOrd="0" presId="urn:microsoft.com/office/officeart/2005/8/layout/hierarchy1"/>
    <dgm:cxn modelId="{EB701528-AAD0-4478-A8E0-8BD084AC17F4}" type="presParOf" srcId="{C3F1ADD6-7090-441C-B1E5-6C99EDC581BE}" destId="{12FED80C-CF89-44E0-BE0B-118303E33E86}" srcOrd="0" destOrd="0" presId="urn:microsoft.com/office/officeart/2005/8/layout/hierarchy1"/>
    <dgm:cxn modelId="{F6039A4E-6C69-4C55-A143-5470C8C24E24}" type="presParOf" srcId="{12FED80C-CF89-44E0-BE0B-118303E33E86}" destId="{B67195A7-3AE4-469F-B29E-EE4EF2446BD5}" srcOrd="0" destOrd="0" presId="urn:microsoft.com/office/officeart/2005/8/layout/hierarchy1"/>
    <dgm:cxn modelId="{68717E8E-22E1-4413-B4D5-DD993E7D3DBA}" type="presParOf" srcId="{12FED80C-CF89-44E0-BE0B-118303E33E86}" destId="{44DDBACE-4E92-4D9A-B7AC-6206E05191CF}" srcOrd="1" destOrd="0" presId="urn:microsoft.com/office/officeart/2005/8/layout/hierarchy1"/>
    <dgm:cxn modelId="{482069C7-CE96-4490-9BBA-D09A4ED9C246}" type="presParOf" srcId="{C3F1ADD6-7090-441C-B1E5-6C99EDC581BE}" destId="{08294940-D963-4F78-8EB4-EA326C0F2357}" srcOrd="1" destOrd="0" presId="urn:microsoft.com/office/officeart/2005/8/layout/hierarchy1"/>
    <dgm:cxn modelId="{BC03E373-A45D-4F71-82F0-19570570045C}" type="presParOf" srcId="{EB66C1A9-F862-439B-8FFC-DDAF8F9CA382}" destId="{B4F221A5-CCCF-48A8-BAA6-7688727AEBD6}" srcOrd="1" destOrd="0" presId="urn:microsoft.com/office/officeart/2005/8/layout/hierarchy1"/>
    <dgm:cxn modelId="{C54B6276-6B51-4787-8E4B-749C6A99E0A6}" type="presParOf" srcId="{B4F221A5-CCCF-48A8-BAA6-7688727AEBD6}" destId="{965958F7-C10F-498E-9B0D-313E05F6E261}" srcOrd="0" destOrd="0" presId="urn:microsoft.com/office/officeart/2005/8/layout/hierarchy1"/>
    <dgm:cxn modelId="{03D7892D-6FA0-4626-914B-6F59327D3424}" type="presParOf" srcId="{965958F7-C10F-498E-9B0D-313E05F6E261}" destId="{8641975F-3CF6-4C4D-96AB-BC78E9E017CE}" srcOrd="0" destOrd="0" presId="urn:microsoft.com/office/officeart/2005/8/layout/hierarchy1"/>
    <dgm:cxn modelId="{2B4F4C8D-C640-4BA4-9D93-D4609A83B496}" type="presParOf" srcId="{965958F7-C10F-498E-9B0D-313E05F6E261}" destId="{2CE1E2B8-5E48-4256-BFBB-9732DC1F8C1E}" srcOrd="1" destOrd="0" presId="urn:microsoft.com/office/officeart/2005/8/layout/hierarchy1"/>
    <dgm:cxn modelId="{DE8AE1EF-BDE8-42B4-9DE2-CDD3C572F776}" type="presParOf" srcId="{B4F221A5-CCCF-48A8-BAA6-7688727AEBD6}" destId="{9E987CFD-9BE9-4488-9BEC-AC4B50488B01}" srcOrd="1" destOrd="0" presId="urn:microsoft.com/office/officeart/2005/8/layout/hierarchy1"/>
    <dgm:cxn modelId="{888E50E4-535C-48A6-A723-31F965360B1A}" type="presParOf" srcId="{EB66C1A9-F862-439B-8FFC-DDAF8F9CA382}" destId="{8EBD13DC-78C2-4D8E-8458-D08A49D1E707}" srcOrd="2" destOrd="0" presId="urn:microsoft.com/office/officeart/2005/8/layout/hierarchy1"/>
    <dgm:cxn modelId="{378104FD-9BBC-4484-8622-F50ACABC1C2D}" type="presParOf" srcId="{8EBD13DC-78C2-4D8E-8458-D08A49D1E707}" destId="{DA35A599-6A20-4C12-9007-AE35C83A2325}" srcOrd="0" destOrd="0" presId="urn:microsoft.com/office/officeart/2005/8/layout/hierarchy1"/>
    <dgm:cxn modelId="{D30F3235-CDB8-4035-86FE-084EFC561156}" type="presParOf" srcId="{DA35A599-6A20-4C12-9007-AE35C83A2325}" destId="{6CCF6040-BB2D-449A-9BFB-9937DEC68F7B}" srcOrd="0" destOrd="0" presId="urn:microsoft.com/office/officeart/2005/8/layout/hierarchy1"/>
    <dgm:cxn modelId="{6DBA8F83-F138-47E5-B70C-8695BB171FC6}" type="presParOf" srcId="{DA35A599-6A20-4C12-9007-AE35C83A2325}" destId="{8F1540BF-E185-4F0A-A027-90262338F3A7}" srcOrd="1" destOrd="0" presId="urn:microsoft.com/office/officeart/2005/8/layout/hierarchy1"/>
    <dgm:cxn modelId="{DCCD18FA-5B1E-4A28-B2C5-1B57D9679CF4}" type="presParOf" srcId="{8EBD13DC-78C2-4D8E-8458-D08A49D1E707}" destId="{E68F21D7-B8DA-471B-8650-327AE164C8F5}" srcOrd="1" destOrd="0" presId="urn:microsoft.com/office/officeart/2005/8/layout/hierarchy1"/>
    <dgm:cxn modelId="{CB668C71-2525-4A49-9FF6-F3665F6736C9}" type="presParOf" srcId="{EB66C1A9-F862-439B-8FFC-DDAF8F9CA382}" destId="{858E75B9-A240-4206-A824-8E640B26EE98}" srcOrd="3" destOrd="0" presId="urn:microsoft.com/office/officeart/2005/8/layout/hierarchy1"/>
    <dgm:cxn modelId="{FF75C8CF-208C-48FC-A76A-9E989C822979}" type="presParOf" srcId="{858E75B9-A240-4206-A824-8E640B26EE98}" destId="{637FDD55-9685-4096-A643-40642CD3FB50}" srcOrd="0" destOrd="0" presId="urn:microsoft.com/office/officeart/2005/8/layout/hierarchy1"/>
    <dgm:cxn modelId="{C187058F-30D2-4D5A-98F7-13B724DCE84D}" type="presParOf" srcId="{637FDD55-9685-4096-A643-40642CD3FB50}" destId="{C3E1BFB8-42A9-4AE4-AB7B-C8350F6C2ABF}" srcOrd="0" destOrd="0" presId="urn:microsoft.com/office/officeart/2005/8/layout/hierarchy1"/>
    <dgm:cxn modelId="{748A2E83-6137-44BB-9732-AE0E9D4BB4E2}" type="presParOf" srcId="{637FDD55-9685-4096-A643-40642CD3FB50}" destId="{FF32D706-C547-4284-A82E-1324996C4C0A}" srcOrd="1" destOrd="0" presId="urn:microsoft.com/office/officeart/2005/8/layout/hierarchy1"/>
    <dgm:cxn modelId="{CB769476-6B3D-44C3-95B9-E46FB00CFD0E}" type="presParOf" srcId="{858E75B9-A240-4206-A824-8E640B26EE98}" destId="{2DB0D32D-AA2B-4504-8007-C49994A0E345}" srcOrd="1" destOrd="0" presId="urn:microsoft.com/office/officeart/2005/8/layout/hierarchy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B5FC5CF-1EB9-4B10-96BB-38B6025E87CA}" type="doc">
      <dgm:prSet loTypeId="urn:microsoft.com/office/officeart/2005/8/layout/vProcess5" loCatId="process" qsTypeId="urn:microsoft.com/office/officeart/2005/8/quickstyle/simple1" qsCatId="simple" csTypeId="urn:microsoft.com/office/officeart/2005/8/colors/colorful1" csCatId="colorful"/>
      <dgm:spPr/>
      <dgm:t>
        <a:bodyPr/>
        <a:lstStyle/>
        <a:p>
          <a:endParaRPr lang="en-US"/>
        </a:p>
      </dgm:t>
    </dgm:pt>
    <dgm:pt modelId="{F7018DD8-8BD2-4469-956D-7B2ACB7E2383}">
      <dgm:prSet custT="1"/>
      <dgm:spPr/>
      <dgm:t>
        <a:bodyPr/>
        <a:lstStyle/>
        <a:p>
          <a:r>
            <a:rPr lang="en-GB" sz="2400" dirty="0">
              <a:latin typeface="Aptos" panose="020B0004020202020204" pitchFamily="34" charset="0"/>
            </a:rPr>
            <a:t>BCTs improve adherence to exercise in musculoskeletal rehab (Lonsdale et al., 2017; French et al., 2014).</a:t>
          </a:r>
          <a:endParaRPr lang="en-US" sz="2400" dirty="0">
            <a:latin typeface="Aptos" panose="020B0004020202020204" pitchFamily="34" charset="0"/>
          </a:endParaRPr>
        </a:p>
      </dgm:t>
    </dgm:pt>
    <dgm:pt modelId="{7A71E94C-E17F-4557-ADB6-D01599B6A342}" type="parTrans" cxnId="{5A8538B1-6343-403F-9DF7-31BA3D12069B}">
      <dgm:prSet/>
      <dgm:spPr/>
      <dgm:t>
        <a:bodyPr/>
        <a:lstStyle/>
        <a:p>
          <a:endParaRPr lang="en-US" sz="2400">
            <a:latin typeface="Aptos" panose="020B0004020202020204" pitchFamily="34" charset="0"/>
          </a:endParaRPr>
        </a:p>
      </dgm:t>
    </dgm:pt>
    <dgm:pt modelId="{302C92B4-32FD-4D57-BAE0-EEF47188FD9A}" type="sibTrans" cxnId="{5A8538B1-6343-403F-9DF7-31BA3D12069B}">
      <dgm:prSet custT="1"/>
      <dgm:spPr/>
      <dgm:t>
        <a:bodyPr/>
        <a:lstStyle/>
        <a:p>
          <a:endParaRPr lang="en-US" sz="2400">
            <a:latin typeface="Aptos" panose="020B0004020202020204" pitchFamily="34" charset="0"/>
          </a:endParaRPr>
        </a:p>
      </dgm:t>
    </dgm:pt>
    <dgm:pt modelId="{C8F2BC22-4809-4F22-AE6C-868C0A3ADFFF}">
      <dgm:prSet custT="1"/>
      <dgm:spPr/>
      <dgm:t>
        <a:bodyPr/>
        <a:lstStyle/>
        <a:p>
          <a:r>
            <a:rPr lang="en-GB" sz="2400">
              <a:latin typeface="Aptos" panose="020B0004020202020204" pitchFamily="34" charset="0"/>
            </a:rPr>
            <a:t>Effective when physiotherapists integrate motivational interviewing, goal setting, and feedback.</a:t>
          </a:r>
          <a:endParaRPr lang="en-US" sz="2400">
            <a:latin typeface="Aptos" panose="020B0004020202020204" pitchFamily="34" charset="0"/>
          </a:endParaRPr>
        </a:p>
      </dgm:t>
    </dgm:pt>
    <dgm:pt modelId="{C3572CED-DA9C-49FA-B7F8-D6A19EFB5E1F}" type="parTrans" cxnId="{D7AA697E-6B7D-4367-B611-562FD601EF98}">
      <dgm:prSet/>
      <dgm:spPr/>
      <dgm:t>
        <a:bodyPr/>
        <a:lstStyle/>
        <a:p>
          <a:endParaRPr lang="en-US" sz="2400">
            <a:latin typeface="Aptos" panose="020B0004020202020204" pitchFamily="34" charset="0"/>
          </a:endParaRPr>
        </a:p>
      </dgm:t>
    </dgm:pt>
    <dgm:pt modelId="{4B20EEA2-0EDD-4F71-89B9-2E3740FC1A41}" type="sibTrans" cxnId="{D7AA697E-6B7D-4367-B611-562FD601EF98}">
      <dgm:prSet custT="1"/>
      <dgm:spPr/>
      <dgm:t>
        <a:bodyPr/>
        <a:lstStyle/>
        <a:p>
          <a:endParaRPr lang="en-US" sz="2400">
            <a:latin typeface="Aptos" panose="020B0004020202020204" pitchFamily="34" charset="0"/>
          </a:endParaRPr>
        </a:p>
      </dgm:t>
    </dgm:pt>
    <dgm:pt modelId="{CE96EBB2-9D66-49BC-994E-95B5CF575521}">
      <dgm:prSet custT="1"/>
      <dgm:spPr/>
      <dgm:t>
        <a:bodyPr/>
        <a:lstStyle/>
        <a:p>
          <a:r>
            <a:rPr lang="en-GB" sz="2400">
              <a:latin typeface="Aptos" panose="020B0004020202020204" pitchFamily="34" charset="0"/>
            </a:rPr>
            <a:t>NICE recommends behaviour change support for chronic pain, obesity, smoking cessation, etc.</a:t>
          </a:r>
          <a:endParaRPr lang="en-US" sz="2400">
            <a:latin typeface="Aptos" panose="020B0004020202020204" pitchFamily="34" charset="0"/>
          </a:endParaRPr>
        </a:p>
      </dgm:t>
    </dgm:pt>
    <dgm:pt modelId="{EF48568D-AAE9-4F91-A4B1-49F085EC5F93}" type="parTrans" cxnId="{A9D3F2D0-E993-4CB5-803B-382FCA39C9E5}">
      <dgm:prSet/>
      <dgm:spPr/>
      <dgm:t>
        <a:bodyPr/>
        <a:lstStyle/>
        <a:p>
          <a:endParaRPr lang="en-US" sz="2400">
            <a:latin typeface="Aptos" panose="020B0004020202020204" pitchFamily="34" charset="0"/>
          </a:endParaRPr>
        </a:p>
      </dgm:t>
    </dgm:pt>
    <dgm:pt modelId="{85DF1DCA-41FC-4A95-9816-AFADBB507E7F}" type="sibTrans" cxnId="{A9D3F2D0-E993-4CB5-803B-382FCA39C9E5}">
      <dgm:prSet/>
      <dgm:spPr/>
      <dgm:t>
        <a:bodyPr/>
        <a:lstStyle/>
        <a:p>
          <a:endParaRPr lang="en-US" sz="2400">
            <a:latin typeface="Aptos" panose="020B0004020202020204" pitchFamily="34" charset="0"/>
          </a:endParaRPr>
        </a:p>
      </dgm:t>
    </dgm:pt>
    <dgm:pt modelId="{0C801A24-7419-4A42-B201-F1EF3D0BF085}" type="pres">
      <dgm:prSet presAssocID="{3B5FC5CF-1EB9-4B10-96BB-38B6025E87CA}" presName="outerComposite" presStyleCnt="0">
        <dgm:presLayoutVars>
          <dgm:chMax val="5"/>
          <dgm:dir/>
          <dgm:resizeHandles val="exact"/>
        </dgm:presLayoutVars>
      </dgm:prSet>
      <dgm:spPr/>
    </dgm:pt>
    <dgm:pt modelId="{6F63C665-BA6B-4CE2-92E4-6CE56E3B0E87}" type="pres">
      <dgm:prSet presAssocID="{3B5FC5CF-1EB9-4B10-96BB-38B6025E87CA}" presName="dummyMaxCanvas" presStyleCnt="0">
        <dgm:presLayoutVars/>
      </dgm:prSet>
      <dgm:spPr/>
    </dgm:pt>
    <dgm:pt modelId="{F5CECB0B-5B67-4AC5-BBF8-C1BF2E42A1D0}" type="pres">
      <dgm:prSet presAssocID="{3B5FC5CF-1EB9-4B10-96BB-38B6025E87CA}" presName="ThreeNodes_1" presStyleLbl="node1" presStyleIdx="0" presStyleCnt="3">
        <dgm:presLayoutVars>
          <dgm:bulletEnabled val="1"/>
        </dgm:presLayoutVars>
      </dgm:prSet>
      <dgm:spPr/>
    </dgm:pt>
    <dgm:pt modelId="{64512295-E450-4594-8491-C710A4583ED1}" type="pres">
      <dgm:prSet presAssocID="{3B5FC5CF-1EB9-4B10-96BB-38B6025E87CA}" presName="ThreeNodes_2" presStyleLbl="node1" presStyleIdx="1" presStyleCnt="3">
        <dgm:presLayoutVars>
          <dgm:bulletEnabled val="1"/>
        </dgm:presLayoutVars>
      </dgm:prSet>
      <dgm:spPr/>
    </dgm:pt>
    <dgm:pt modelId="{779C4102-4F13-45B9-942C-BD691093E9D8}" type="pres">
      <dgm:prSet presAssocID="{3B5FC5CF-1EB9-4B10-96BB-38B6025E87CA}" presName="ThreeNodes_3" presStyleLbl="node1" presStyleIdx="2" presStyleCnt="3">
        <dgm:presLayoutVars>
          <dgm:bulletEnabled val="1"/>
        </dgm:presLayoutVars>
      </dgm:prSet>
      <dgm:spPr/>
    </dgm:pt>
    <dgm:pt modelId="{748B3205-43AD-4463-A352-791569A66578}" type="pres">
      <dgm:prSet presAssocID="{3B5FC5CF-1EB9-4B10-96BB-38B6025E87CA}" presName="ThreeConn_1-2" presStyleLbl="fgAccFollowNode1" presStyleIdx="0" presStyleCnt="2">
        <dgm:presLayoutVars>
          <dgm:bulletEnabled val="1"/>
        </dgm:presLayoutVars>
      </dgm:prSet>
      <dgm:spPr/>
    </dgm:pt>
    <dgm:pt modelId="{157B7292-B3F6-4C0F-AAEF-C737A3F63CEC}" type="pres">
      <dgm:prSet presAssocID="{3B5FC5CF-1EB9-4B10-96BB-38B6025E87CA}" presName="ThreeConn_2-3" presStyleLbl="fgAccFollowNode1" presStyleIdx="1" presStyleCnt="2">
        <dgm:presLayoutVars>
          <dgm:bulletEnabled val="1"/>
        </dgm:presLayoutVars>
      </dgm:prSet>
      <dgm:spPr/>
    </dgm:pt>
    <dgm:pt modelId="{5A23EAC7-DC9B-4F72-B8F8-383DC3202818}" type="pres">
      <dgm:prSet presAssocID="{3B5FC5CF-1EB9-4B10-96BB-38B6025E87CA}" presName="ThreeNodes_1_text" presStyleLbl="node1" presStyleIdx="2" presStyleCnt="3">
        <dgm:presLayoutVars>
          <dgm:bulletEnabled val="1"/>
        </dgm:presLayoutVars>
      </dgm:prSet>
      <dgm:spPr/>
    </dgm:pt>
    <dgm:pt modelId="{3A4638BA-5601-4E39-B4F8-85277E07CB39}" type="pres">
      <dgm:prSet presAssocID="{3B5FC5CF-1EB9-4B10-96BB-38B6025E87CA}" presName="ThreeNodes_2_text" presStyleLbl="node1" presStyleIdx="2" presStyleCnt="3">
        <dgm:presLayoutVars>
          <dgm:bulletEnabled val="1"/>
        </dgm:presLayoutVars>
      </dgm:prSet>
      <dgm:spPr/>
    </dgm:pt>
    <dgm:pt modelId="{B82E934F-63FB-40CB-9F88-C21C7052A37E}" type="pres">
      <dgm:prSet presAssocID="{3B5FC5CF-1EB9-4B10-96BB-38B6025E87CA}" presName="ThreeNodes_3_text" presStyleLbl="node1" presStyleIdx="2" presStyleCnt="3">
        <dgm:presLayoutVars>
          <dgm:bulletEnabled val="1"/>
        </dgm:presLayoutVars>
      </dgm:prSet>
      <dgm:spPr/>
    </dgm:pt>
  </dgm:ptLst>
  <dgm:cxnLst>
    <dgm:cxn modelId="{32804604-CE8A-4872-8979-B9BDB47A4B14}" type="presOf" srcId="{C8F2BC22-4809-4F22-AE6C-868C0A3ADFFF}" destId="{64512295-E450-4594-8491-C710A4583ED1}" srcOrd="0" destOrd="0" presId="urn:microsoft.com/office/officeart/2005/8/layout/vProcess5"/>
    <dgm:cxn modelId="{17B22415-2752-40DB-B0E3-4BEB24FCC637}" type="presOf" srcId="{3B5FC5CF-1EB9-4B10-96BB-38B6025E87CA}" destId="{0C801A24-7419-4A42-B201-F1EF3D0BF085}" srcOrd="0" destOrd="0" presId="urn:microsoft.com/office/officeart/2005/8/layout/vProcess5"/>
    <dgm:cxn modelId="{D7AA697E-6B7D-4367-B611-562FD601EF98}" srcId="{3B5FC5CF-1EB9-4B10-96BB-38B6025E87CA}" destId="{C8F2BC22-4809-4F22-AE6C-868C0A3ADFFF}" srcOrd="1" destOrd="0" parTransId="{C3572CED-DA9C-49FA-B7F8-D6A19EFB5E1F}" sibTransId="{4B20EEA2-0EDD-4F71-89B9-2E3740FC1A41}"/>
    <dgm:cxn modelId="{E0C87783-3705-4ECB-A6EB-E8C32E8AB87D}" type="presOf" srcId="{F7018DD8-8BD2-4469-956D-7B2ACB7E2383}" destId="{5A23EAC7-DC9B-4F72-B8F8-383DC3202818}" srcOrd="1" destOrd="0" presId="urn:microsoft.com/office/officeart/2005/8/layout/vProcess5"/>
    <dgm:cxn modelId="{25D12186-E9E0-41E8-963F-5A6E73C785B3}" type="presOf" srcId="{F7018DD8-8BD2-4469-956D-7B2ACB7E2383}" destId="{F5CECB0B-5B67-4AC5-BBF8-C1BF2E42A1D0}" srcOrd="0" destOrd="0" presId="urn:microsoft.com/office/officeart/2005/8/layout/vProcess5"/>
    <dgm:cxn modelId="{55404C89-1919-4000-97EF-2962A46510C1}" type="presOf" srcId="{CE96EBB2-9D66-49BC-994E-95B5CF575521}" destId="{779C4102-4F13-45B9-942C-BD691093E9D8}" srcOrd="0" destOrd="0" presId="urn:microsoft.com/office/officeart/2005/8/layout/vProcess5"/>
    <dgm:cxn modelId="{5A8538B1-6343-403F-9DF7-31BA3D12069B}" srcId="{3B5FC5CF-1EB9-4B10-96BB-38B6025E87CA}" destId="{F7018DD8-8BD2-4469-956D-7B2ACB7E2383}" srcOrd="0" destOrd="0" parTransId="{7A71E94C-E17F-4557-ADB6-D01599B6A342}" sibTransId="{302C92B4-32FD-4D57-BAE0-EEF47188FD9A}"/>
    <dgm:cxn modelId="{B8138CB9-84F0-4F47-964C-319F1AFD6852}" type="presOf" srcId="{C8F2BC22-4809-4F22-AE6C-868C0A3ADFFF}" destId="{3A4638BA-5601-4E39-B4F8-85277E07CB39}" srcOrd="1" destOrd="0" presId="urn:microsoft.com/office/officeart/2005/8/layout/vProcess5"/>
    <dgm:cxn modelId="{E199B4BA-A747-4297-BB95-D79A80D9AC1A}" type="presOf" srcId="{302C92B4-32FD-4D57-BAE0-EEF47188FD9A}" destId="{748B3205-43AD-4463-A352-791569A66578}" srcOrd="0" destOrd="0" presId="urn:microsoft.com/office/officeart/2005/8/layout/vProcess5"/>
    <dgm:cxn modelId="{C08FCEBC-3068-4DA6-AC62-89FDAC7E4E09}" type="presOf" srcId="{4B20EEA2-0EDD-4F71-89B9-2E3740FC1A41}" destId="{157B7292-B3F6-4C0F-AAEF-C737A3F63CEC}" srcOrd="0" destOrd="0" presId="urn:microsoft.com/office/officeart/2005/8/layout/vProcess5"/>
    <dgm:cxn modelId="{A9D3F2D0-E993-4CB5-803B-382FCA39C9E5}" srcId="{3B5FC5CF-1EB9-4B10-96BB-38B6025E87CA}" destId="{CE96EBB2-9D66-49BC-994E-95B5CF575521}" srcOrd="2" destOrd="0" parTransId="{EF48568D-AAE9-4F91-A4B1-49F085EC5F93}" sibTransId="{85DF1DCA-41FC-4A95-9816-AFADBB507E7F}"/>
    <dgm:cxn modelId="{844A71DE-D78D-470E-8382-31F4CC651D3C}" type="presOf" srcId="{CE96EBB2-9D66-49BC-994E-95B5CF575521}" destId="{B82E934F-63FB-40CB-9F88-C21C7052A37E}" srcOrd="1" destOrd="0" presId="urn:microsoft.com/office/officeart/2005/8/layout/vProcess5"/>
    <dgm:cxn modelId="{FB9A0847-BA3E-47B8-AB51-62C7B9EF2B6A}" type="presParOf" srcId="{0C801A24-7419-4A42-B201-F1EF3D0BF085}" destId="{6F63C665-BA6B-4CE2-92E4-6CE56E3B0E87}" srcOrd="0" destOrd="0" presId="urn:microsoft.com/office/officeart/2005/8/layout/vProcess5"/>
    <dgm:cxn modelId="{D49C1B6C-3921-4C32-ABAD-43D7FA538C78}" type="presParOf" srcId="{0C801A24-7419-4A42-B201-F1EF3D0BF085}" destId="{F5CECB0B-5B67-4AC5-BBF8-C1BF2E42A1D0}" srcOrd="1" destOrd="0" presId="urn:microsoft.com/office/officeart/2005/8/layout/vProcess5"/>
    <dgm:cxn modelId="{7ABC1B1B-5B34-403B-BB18-F87B6FF8D167}" type="presParOf" srcId="{0C801A24-7419-4A42-B201-F1EF3D0BF085}" destId="{64512295-E450-4594-8491-C710A4583ED1}" srcOrd="2" destOrd="0" presId="urn:microsoft.com/office/officeart/2005/8/layout/vProcess5"/>
    <dgm:cxn modelId="{727A708A-507B-420C-BB43-9CC669A1EFA9}" type="presParOf" srcId="{0C801A24-7419-4A42-B201-F1EF3D0BF085}" destId="{779C4102-4F13-45B9-942C-BD691093E9D8}" srcOrd="3" destOrd="0" presId="urn:microsoft.com/office/officeart/2005/8/layout/vProcess5"/>
    <dgm:cxn modelId="{7EE1A898-A8C6-4422-A556-C44889CD89E6}" type="presParOf" srcId="{0C801A24-7419-4A42-B201-F1EF3D0BF085}" destId="{748B3205-43AD-4463-A352-791569A66578}" srcOrd="4" destOrd="0" presId="urn:microsoft.com/office/officeart/2005/8/layout/vProcess5"/>
    <dgm:cxn modelId="{390DBD56-9C50-4B32-94E2-CB1D62DD94B4}" type="presParOf" srcId="{0C801A24-7419-4A42-B201-F1EF3D0BF085}" destId="{157B7292-B3F6-4C0F-AAEF-C737A3F63CEC}" srcOrd="5" destOrd="0" presId="urn:microsoft.com/office/officeart/2005/8/layout/vProcess5"/>
    <dgm:cxn modelId="{60BF67DD-1215-479F-A87E-29C2D6A5BD4C}" type="presParOf" srcId="{0C801A24-7419-4A42-B201-F1EF3D0BF085}" destId="{5A23EAC7-DC9B-4F72-B8F8-383DC3202818}" srcOrd="6" destOrd="0" presId="urn:microsoft.com/office/officeart/2005/8/layout/vProcess5"/>
    <dgm:cxn modelId="{294C0FA4-2EB1-4537-B6BB-E1964BE18507}" type="presParOf" srcId="{0C801A24-7419-4A42-B201-F1EF3D0BF085}" destId="{3A4638BA-5601-4E39-B4F8-85277E07CB39}" srcOrd="7" destOrd="0" presId="urn:microsoft.com/office/officeart/2005/8/layout/vProcess5"/>
    <dgm:cxn modelId="{FE7FE437-EB81-4FB4-8914-18A631707DD5}" type="presParOf" srcId="{0C801A24-7419-4A42-B201-F1EF3D0BF085}" destId="{B82E934F-63FB-40CB-9F88-C21C7052A37E}" srcOrd="8" destOrd="0" presId="urn:microsoft.com/office/officeart/2005/8/layout/vProcess5"/>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B2A46CA2-9A43-4B84-96DD-86282F0B37C3}" type="doc">
      <dgm:prSet loTypeId="urn:microsoft.com/office/officeart/2016/7/layout/BasicLinearProcessNumbered" loCatId="process" qsTypeId="urn:microsoft.com/office/officeart/2005/8/quickstyle/simple1" qsCatId="simple" csTypeId="urn:microsoft.com/office/officeart/2005/8/colors/colorful2" csCatId="colorful"/>
      <dgm:spPr/>
      <dgm:t>
        <a:bodyPr/>
        <a:lstStyle/>
        <a:p>
          <a:endParaRPr lang="en-US"/>
        </a:p>
      </dgm:t>
    </dgm:pt>
    <dgm:pt modelId="{148DDF80-AB41-4987-B716-F58BF46A75F5}">
      <dgm:prSet custT="1"/>
      <dgm:spPr/>
      <dgm:t>
        <a:bodyPr/>
        <a:lstStyle/>
        <a:p>
          <a:r>
            <a:rPr lang="en-GB" sz="2400" dirty="0">
              <a:latin typeface="Aptos" panose="020B0004020202020204" pitchFamily="34" charset="0"/>
            </a:rPr>
            <a:t>Use within scope of practice (BCT-informed, not full psychological therapy).</a:t>
          </a:r>
          <a:endParaRPr lang="en-US" sz="2400" dirty="0">
            <a:latin typeface="Aptos" panose="020B0004020202020204" pitchFamily="34" charset="0"/>
          </a:endParaRPr>
        </a:p>
      </dgm:t>
    </dgm:pt>
    <dgm:pt modelId="{AA106C52-20E4-455B-888B-B836895A0FA8}" type="parTrans" cxnId="{4F89D4D8-B4B5-4453-AE1A-C00EDEE8D5D3}">
      <dgm:prSet/>
      <dgm:spPr/>
      <dgm:t>
        <a:bodyPr/>
        <a:lstStyle/>
        <a:p>
          <a:endParaRPr lang="en-US" sz="2400">
            <a:latin typeface="Aptos" panose="020B0004020202020204" pitchFamily="34" charset="0"/>
          </a:endParaRPr>
        </a:p>
      </dgm:t>
    </dgm:pt>
    <dgm:pt modelId="{F2FDA4F4-F47F-4AE6-8995-5ED66FFED417}" type="sibTrans" cxnId="{4F89D4D8-B4B5-4453-AE1A-C00EDEE8D5D3}">
      <dgm:prSet phldrT="1" phldr="0" custT="1"/>
      <dgm:spPr/>
      <dgm:t>
        <a:bodyPr/>
        <a:lstStyle/>
        <a:p>
          <a:r>
            <a:rPr lang="en-US" sz="2400">
              <a:latin typeface="Aptos" panose="020B0004020202020204" pitchFamily="34" charset="0"/>
            </a:rPr>
            <a:t>1</a:t>
          </a:r>
        </a:p>
      </dgm:t>
    </dgm:pt>
    <dgm:pt modelId="{03B7AF35-908D-409B-9F9F-7334CDBFA8CD}">
      <dgm:prSet custT="1"/>
      <dgm:spPr/>
      <dgm:t>
        <a:bodyPr/>
        <a:lstStyle/>
        <a:p>
          <a:r>
            <a:rPr lang="en-GB" sz="2400">
              <a:latin typeface="Aptos" panose="020B0004020202020204" pitchFamily="34" charset="0"/>
            </a:rPr>
            <a:t>Individualise approach—avoid coercion or judgment.</a:t>
          </a:r>
          <a:endParaRPr lang="en-US" sz="2400">
            <a:latin typeface="Aptos" panose="020B0004020202020204" pitchFamily="34" charset="0"/>
          </a:endParaRPr>
        </a:p>
      </dgm:t>
    </dgm:pt>
    <dgm:pt modelId="{3B320D63-E637-417B-9E20-59F095450238}" type="parTrans" cxnId="{20B4FF8B-B099-4A69-AAA9-054010ADCEAA}">
      <dgm:prSet/>
      <dgm:spPr/>
      <dgm:t>
        <a:bodyPr/>
        <a:lstStyle/>
        <a:p>
          <a:endParaRPr lang="en-US" sz="2400">
            <a:latin typeface="Aptos" panose="020B0004020202020204" pitchFamily="34" charset="0"/>
          </a:endParaRPr>
        </a:p>
      </dgm:t>
    </dgm:pt>
    <dgm:pt modelId="{A3CD1A0C-BD3D-4229-BE9F-3591BAF83E33}" type="sibTrans" cxnId="{20B4FF8B-B099-4A69-AAA9-054010ADCEAA}">
      <dgm:prSet phldrT="2" phldr="0" custT="1"/>
      <dgm:spPr/>
      <dgm:t>
        <a:bodyPr/>
        <a:lstStyle/>
        <a:p>
          <a:r>
            <a:rPr lang="en-US" sz="2400">
              <a:latin typeface="Aptos" panose="020B0004020202020204" pitchFamily="34" charset="0"/>
            </a:rPr>
            <a:t>2</a:t>
          </a:r>
        </a:p>
      </dgm:t>
    </dgm:pt>
    <dgm:pt modelId="{927112CE-BF92-4D1B-A1A0-A0E89533FC95}">
      <dgm:prSet custT="1"/>
      <dgm:spPr/>
      <dgm:t>
        <a:bodyPr/>
        <a:lstStyle/>
        <a:p>
          <a:r>
            <a:rPr lang="en-GB" sz="2400">
              <a:latin typeface="Aptos" panose="020B0004020202020204" pitchFamily="34" charset="0"/>
            </a:rPr>
            <a:t>Seek supervision or refer to psychology if deeper issues emerge.</a:t>
          </a:r>
          <a:endParaRPr lang="en-US" sz="2400">
            <a:latin typeface="Aptos" panose="020B0004020202020204" pitchFamily="34" charset="0"/>
          </a:endParaRPr>
        </a:p>
      </dgm:t>
    </dgm:pt>
    <dgm:pt modelId="{0C2A7A32-1342-40D3-A37E-A978619EE39A}" type="parTrans" cxnId="{CF0DEBCD-C0C0-423D-BDC6-358A1F441FE3}">
      <dgm:prSet/>
      <dgm:spPr/>
      <dgm:t>
        <a:bodyPr/>
        <a:lstStyle/>
        <a:p>
          <a:endParaRPr lang="en-US" sz="2400">
            <a:latin typeface="Aptos" panose="020B0004020202020204" pitchFamily="34" charset="0"/>
          </a:endParaRPr>
        </a:p>
      </dgm:t>
    </dgm:pt>
    <dgm:pt modelId="{DBB7C874-25FE-4826-A99A-106C0195310E}" type="sibTrans" cxnId="{CF0DEBCD-C0C0-423D-BDC6-358A1F441FE3}">
      <dgm:prSet phldrT="3" phldr="0" custT="1"/>
      <dgm:spPr/>
      <dgm:t>
        <a:bodyPr/>
        <a:lstStyle/>
        <a:p>
          <a:r>
            <a:rPr lang="en-US" sz="2400">
              <a:latin typeface="Aptos" panose="020B0004020202020204" pitchFamily="34" charset="0"/>
            </a:rPr>
            <a:t>3</a:t>
          </a:r>
        </a:p>
      </dgm:t>
    </dgm:pt>
    <dgm:pt modelId="{A222C042-B758-4BFD-AC67-2DCB728158B0}" type="pres">
      <dgm:prSet presAssocID="{B2A46CA2-9A43-4B84-96DD-86282F0B37C3}" presName="Name0" presStyleCnt="0">
        <dgm:presLayoutVars>
          <dgm:animLvl val="lvl"/>
          <dgm:resizeHandles val="exact"/>
        </dgm:presLayoutVars>
      </dgm:prSet>
      <dgm:spPr/>
    </dgm:pt>
    <dgm:pt modelId="{C5739087-36B1-401B-B979-42ACB99ACC6A}" type="pres">
      <dgm:prSet presAssocID="{148DDF80-AB41-4987-B716-F58BF46A75F5}" presName="compositeNode" presStyleCnt="0">
        <dgm:presLayoutVars>
          <dgm:bulletEnabled val="1"/>
        </dgm:presLayoutVars>
      </dgm:prSet>
      <dgm:spPr/>
    </dgm:pt>
    <dgm:pt modelId="{0D8FEA18-2325-4166-8F39-5B95465EC6E3}" type="pres">
      <dgm:prSet presAssocID="{148DDF80-AB41-4987-B716-F58BF46A75F5}" presName="bgRect" presStyleLbl="bgAccFollowNode1" presStyleIdx="0" presStyleCnt="3"/>
      <dgm:spPr/>
    </dgm:pt>
    <dgm:pt modelId="{D5DEEAE9-D1EF-4178-B430-347E2115D438}" type="pres">
      <dgm:prSet presAssocID="{F2FDA4F4-F47F-4AE6-8995-5ED66FFED417}" presName="sibTransNodeCircle" presStyleLbl="alignNode1" presStyleIdx="0" presStyleCnt="6">
        <dgm:presLayoutVars>
          <dgm:chMax val="0"/>
          <dgm:bulletEnabled/>
        </dgm:presLayoutVars>
      </dgm:prSet>
      <dgm:spPr/>
    </dgm:pt>
    <dgm:pt modelId="{1DCFA272-617E-4FDC-B4F3-4A89D8E219AE}" type="pres">
      <dgm:prSet presAssocID="{148DDF80-AB41-4987-B716-F58BF46A75F5}" presName="bottomLine" presStyleLbl="alignNode1" presStyleIdx="1" presStyleCnt="6">
        <dgm:presLayoutVars/>
      </dgm:prSet>
      <dgm:spPr/>
    </dgm:pt>
    <dgm:pt modelId="{F255EA6B-0D5C-4439-B9F0-94B9DE550C6D}" type="pres">
      <dgm:prSet presAssocID="{148DDF80-AB41-4987-B716-F58BF46A75F5}" presName="nodeText" presStyleLbl="bgAccFollowNode1" presStyleIdx="0" presStyleCnt="3">
        <dgm:presLayoutVars>
          <dgm:bulletEnabled val="1"/>
        </dgm:presLayoutVars>
      </dgm:prSet>
      <dgm:spPr/>
    </dgm:pt>
    <dgm:pt modelId="{E95177BA-3639-4178-8380-838576CB4535}" type="pres">
      <dgm:prSet presAssocID="{F2FDA4F4-F47F-4AE6-8995-5ED66FFED417}" presName="sibTrans" presStyleCnt="0"/>
      <dgm:spPr/>
    </dgm:pt>
    <dgm:pt modelId="{49BAA528-ED2E-42E2-80A8-6D09BECE4986}" type="pres">
      <dgm:prSet presAssocID="{03B7AF35-908D-409B-9F9F-7334CDBFA8CD}" presName="compositeNode" presStyleCnt="0">
        <dgm:presLayoutVars>
          <dgm:bulletEnabled val="1"/>
        </dgm:presLayoutVars>
      </dgm:prSet>
      <dgm:spPr/>
    </dgm:pt>
    <dgm:pt modelId="{6DB3AB40-0CB7-4121-8AE2-40D5AB8D86E6}" type="pres">
      <dgm:prSet presAssocID="{03B7AF35-908D-409B-9F9F-7334CDBFA8CD}" presName="bgRect" presStyleLbl="bgAccFollowNode1" presStyleIdx="1" presStyleCnt="3"/>
      <dgm:spPr/>
    </dgm:pt>
    <dgm:pt modelId="{C54007AE-CFC9-456A-BA8D-9DEE05BDD443}" type="pres">
      <dgm:prSet presAssocID="{A3CD1A0C-BD3D-4229-BE9F-3591BAF83E33}" presName="sibTransNodeCircle" presStyleLbl="alignNode1" presStyleIdx="2" presStyleCnt="6">
        <dgm:presLayoutVars>
          <dgm:chMax val="0"/>
          <dgm:bulletEnabled/>
        </dgm:presLayoutVars>
      </dgm:prSet>
      <dgm:spPr/>
    </dgm:pt>
    <dgm:pt modelId="{65203163-4CA1-493B-A7E2-955B30CCB625}" type="pres">
      <dgm:prSet presAssocID="{03B7AF35-908D-409B-9F9F-7334CDBFA8CD}" presName="bottomLine" presStyleLbl="alignNode1" presStyleIdx="3" presStyleCnt="6">
        <dgm:presLayoutVars/>
      </dgm:prSet>
      <dgm:spPr/>
    </dgm:pt>
    <dgm:pt modelId="{66B08DCC-D94E-4766-906E-E053BBE1550C}" type="pres">
      <dgm:prSet presAssocID="{03B7AF35-908D-409B-9F9F-7334CDBFA8CD}" presName="nodeText" presStyleLbl="bgAccFollowNode1" presStyleIdx="1" presStyleCnt="3">
        <dgm:presLayoutVars>
          <dgm:bulletEnabled val="1"/>
        </dgm:presLayoutVars>
      </dgm:prSet>
      <dgm:spPr/>
    </dgm:pt>
    <dgm:pt modelId="{5B37F17B-E37E-491D-8486-728417E88DB5}" type="pres">
      <dgm:prSet presAssocID="{A3CD1A0C-BD3D-4229-BE9F-3591BAF83E33}" presName="sibTrans" presStyleCnt="0"/>
      <dgm:spPr/>
    </dgm:pt>
    <dgm:pt modelId="{C3FEF122-53D9-4E37-844B-DD0025D35936}" type="pres">
      <dgm:prSet presAssocID="{927112CE-BF92-4D1B-A1A0-A0E89533FC95}" presName="compositeNode" presStyleCnt="0">
        <dgm:presLayoutVars>
          <dgm:bulletEnabled val="1"/>
        </dgm:presLayoutVars>
      </dgm:prSet>
      <dgm:spPr/>
    </dgm:pt>
    <dgm:pt modelId="{F72BD2E3-D774-4787-BF5F-0827AD2BB5C1}" type="pres">
      <dgm:prSet presAssocID="{927112CE-BF92-4D1B-A1A0-A0E89533FC95}" presName="bgRect" presStyleLbl="bgAccFollowNode1" presStyleIdx="2" presStyleCnt="3"/>
      <dgm:spPr/>
    </dgm:pt>
    <dgm:pt modelId="{5DEF48BF-FC80-4DCF-AC82-236EBD550014}" type="pres">
      <dgm:prSet presAssocID="{DBB7C874-25FE-4826-A99A-106C0195310E}" presName="sibTransNodeCircle" presStyleLbl="alignNode1" presStyleIdx="4" presStyleCnt="6">
        <dgm:presLayoutVars>
          <dgm:chMax val="0"/>
          <dgm:bulletEnabled/>
        </dgm:presLayoutVars>
      </dgm:prSet>
      <dgm:spPr/>
    </dgm:pt>
    <dgm:pt modelId="{16074ACE-35B4-4210-A047-4309E4D7E39D}" type="pres">
      <dgm:prSet presAssocID="{927112CE-BF92-4D1B-A1A0-A0E89533FC95}" presName="bottomLine" presStyleLbl="alignNode1" presStyleIdx="5" presStyleCnt="6">
        <dgm:presLayoutVars/>
      </dgm:prSet>
      <dgm:spPr/>
    </dgm:pt>
    <dgm:pt modelId="{3A194CB7-835F-4384-B182-2C9C3440FA37}" type="pres">
      <dgm:prSet presAssocID="{927112CE-BF92-4D1B-A1A0-A0E89533FC95}" presName="nodeText" presStyleLbl="bgAccFollowNode1" presStyleIdx="2" presStyleCnt="3">
        <dgm:presLayoutVars>
          <dgm:bulletEnabled val="1"/>
        </dgm:presLayoutVars>
      </dgm:prSet>
      <dgm:spPr/>
    </dgm:pt>
  </dgm:ptLst>
  <dgm:cxnLst>
    <dgm:cxn modelId="{F9BC5E28-6945-4A48-9204-1EDB9C02BEBB}" type="presOf" srcId="{F2FDA4F4-F47F-4AE6-8995-5ED66FFED417}" destId="{D5DEEAE9-D1EF-4178-B430-347E2115D438}" srcOrd="0" destOrd="0" presId="urn:microsoft.com/office/officeart/2016/7/layout/BasicLinearProcessNumbered"/>
    <dgm:cxn modelId="{AF553238-C484-47B2-8C99-52647D3B8789}" type="presOf" srcId="{927112CE-BF92-4D1B-A1A0-A0E89533FC95}" destId="{F72BD2E3-D774-4787-BF5F-0827AD2BB5C1}" srcOrd="0" destOrd="0" presId="urn:microsoft.com/office/officeart/2016/7/layout/BasicLinearProcessNumbered"/>
    <dgm:cxn modelId="{D3ADC05E-EAD8-4F88-9D70-E4EC99F53221}" type="presOf" srcId="{927112CE-BF92-4D1B-A1A0-A0E89533FC95}" destId="{3A194CB7-835F-4384-B182-2C9C3440FA37}" srcOrd="1" destOrd="0" presId="urn:microsoft.com/office/officeart/2016/7/layout/BasicLinearProcessNumbered"/>
    <dgm:cxn modelId="{D7D4DA5E-3CD6-46F6-8CA4-F6FD61E4ADC5}" type="presOf" srcId="{B2A46CA2-9A43-4B84-96DD-86282F0B37C3}" destId="{A222C042-B758-4BFD-AC67-2DCB728158B0}" srcOrd="0" destOrd="0" presId="urn:microsoft.com/office/officeart/2016/7/layout/BasicLinearProcessNumbered"/>
    <dgm:cxn modelId="{FE542861-7F77-4A1D-8E57-C0A9112C0BEA}" type="presOf" srcId="{148DDF80-AB41-4987-B716-F58BF46A75F5}" destId="{F255EA6B-0D5C-4439-B9F0-94B9DE550C6D}" srcOrd="1" destOrd="0" presId="urn:microsoft.com/office/officeart/2016/7/layout/BasicLinearProcessNumbered"/>
    <dgm:cxn modelId="{366E9C64-3A75-475A-9670-9185AE62B24E}" type="presOf" srcId="{A3CD1A0C-BD3D-4229-BE9F-3591BAF83E33}" destId="{C54007AE-CFC9-456A-BA8D-9DEE05BDD443}" srcOrd="0" destOrd="0" presId="urn:microsoft.com/office/officeart/2016/7/layout/BasicLinearProcessNumbered"/>
    <dgm:cxn modelId="{27E62745-03FC-44AB-989A-74E8631D8C12}" type="presOf" srcId="{148DDF80-AB41-4987-B716-F58BF46A75F5}" destId="{0D8FEA18-2325-4166-8F39-5B95465EC6E3}" srcOrd="0" destOrd="0" presId="urn:microsoft.com/office/officeart/2016/7/layout/BasicLinearProcessNumbered"/>
    <dgm:cxn modelId="{20B4FF8B-B099-4A69-AAA9-054010ADCEAA}" srcId="{B2A46CA2-9A43-4B84-96DD-86282F0B37C3}" destId="{03B7AF35-908D-409B-9F9F-7334CDBFA8CD}" srcOrd="1" destOrd="0" parTransId="{3B320D63-E637-417B-9E20-59F095450238}" sibTransId="{A3CD1A0C-BD3D-4229-BE9F-3591BAF83E33}"/>
    <dgm:cxn modelId="{98175CBC-0D27-4803-A185-D8782B1E26C6}" type="presOf" srcId="{DBB7C874-25FE-4826-A99A-106C0195310E}" destId="{5DEF48BF-FC80-4DCF-AC82-236EBD550014}" srcOrd="0" destOrd="0" presId="urn:microsoft.com/office/officeart/2016/7/layout/BasicLinearProcessNumbered"/>
    <dgm:cxn modelId="{7EECC4CA-DE84-4DFA-BBE3-E6E53552E44F}" type="presOf" srcId="{03B7AF35-908D-409B-9F9F-7334CDBFA8CD}" destId="{6DB3AB40-0CB7-4121-8AE2-40D5AB8D86E6}" srcOrd="0" destOrd="0" presId="urn:microsoft.com/office/officeart/2016/7/layout/BasicLinearProcessNumbered"/>
    <dgm:cxn modelId="{CF0DEBCD-C0C0-423D-BDC6-358A1F441FE3}" srcId="{B2A46CA2-9A43-4B84-96DD-86282F0B37C3}" destId="{927112CE-BF92-4D1B-A1A0-A0E89533FC95}" srcOrd="2" destOrd="0" parTransId="{0C2A7A32-1342-40D3-A37E-A978619EE39A}" sibTransId="{DBB7C874-25FE-4826-A99A-106C0195310E}"/>
    <dgm:cxn modelId="{4F89D4D8-B4B5-4453-AE1A-C00EDEE8D5D3}" srcId="{B2A46CA2-9A43-4B84-96DD-86282F0B37C3}" destId="{148DDF80-AB41-4987-B716-F58BF46A75F5}" srcOrd="0" destOrd="0" parTransId="{AA106C52-20E4-455B-888B-B836895A0FA8}" sibTransId="{F2FDA4F4-F47F-4AE6-8995-5ED66FFED417}"/>
    <dgm:cxn modelId="{D6E85FEB-4E24-42C7-A13E-A9D7F747CF3F}" type="presOf" srcId="{03B7AF35-908D-409B-9F9F-7334CDBFA8CD}" destId="{66B08DCC-D94E-4766-906E-E053BBE1550C}" srcOrd="1" destOrd="0" presId="urn:microsoft.com/office/officeart/2016/7/layout/BasicLinearProcessNumbered"/>
    <dgm:cxn modelId="{14AA4535-6F53-4E08-B3DC-DD136431CB9D}" type="presParOf" srcId="{A222C042-B758-4BFD-AC67-2DCB728158B0}" destId="{C5739087-36B1-401B-B979-42ACB99ACC6A}" srcOrd="0" destOrd="0" presId="urn:microsoft.com/office/officeart/2016/7/layout/BasicLinearProcessNumbered"/>
    <dgm:cxn modelId="{F420B3CD-60B7-4278-A553-B9AEA7546C10}" type="presParOf" srcId="{C5739087-36B1-401B-B979-42ACB99ACC6A}" destId="{0D8FEA18-2325-4166-8F39-5B95465EC6E3}" srcOrd="0" destOrd="0" presId="urn:microsoft.com/office/officeart/2016/7/layout/BasicLinearProcessNumbered"/>
    <dgm:cxn modelId="{20498D05-D36D-48E9-9665-CB2C3CCE0F0F}" type="presParOf" srcId="{C5739087-36B1-401B-B979-42ACB99ACC6A}" destId="{D5DEEAE9-D1EF-4178-B430-347E2115D438}" srcOrd="1" destOrd="0" presId="urn:microsoft.com/office/officeart/2016/7/layout/BasicLinearProcessNumbered"/>
    <dgm:cxn modelId="{FEDF3554-9997-44BD-8C3B-ED7AEB8A326C}" type="presParOf" srcId="{C5739087-36B1-401B-B979-42ACB99ACC6A}" destId="{1DCFA272-617E-4FDC-B4F3-4A89D8E219AE}" srcOrd="2" destOrd="0" presId="urn:microsoft.com/office/officeart/2016/7/layout/BasicLinearProcessNumbered"/>
    <dgm:cxn modelId="{4BD552BD-CAA5-4991-A617-69B6E641ABE4}" type="presParOf" srcId="{C5739087-36B1-401B-B979-42ACB99ACC6A}" destId="{F255EA6B-0D5C-4439-B9F0-94B9DE550C6D}" srcOrd="3" destOrd="0" presId="urn:microsoft.com/office/officeart/2016/7/layout/BasicLinearProcessNumbered"/>
    <dgm:cxn modelId="{D842D1FF-6EA1-49B4-A5EA-DF1C75495D23}" type="presParOf" srcId="{A222C042-B758-4BFD-AC67-2DCB728158B0}" destId="{E95177BA-3639-4178-8380-838576CB4535}" srcOrd="1" destOrd="0" presId="urn:microsoft.com/office/officeart/2016/7/layout/BasicLinearProcessNumbered"/>
    <dgm:cxn modelId="{2492F492-B9BF-460E-975C-7E23D150932B}" type="presParOf" srcId="{A222C042-B758-4BFD-AC67-2DCB728158B0}" destId="{49BAA528-ED2E-42E2-80A8-6D09BECE4986}" srcOrd="2" destOrd="0" presId="urn:microsoft.com/office/officeart/2016/7/layout/BasicLinearProcessNumbered"/>
    <dgm:cxn modelId="{5180A2FE-CF1A-4F21-A584-BB935F9EE96A}" type="presParOf" srcId="{49BAA528-ED2E-42E2-80A8-6D09BECE4986}" destId="{6DB3AB40-0CB7-4121-8AE2-40D5AB8D86E6}" srcOrd="0" destOrd="0" presId="urn:microsoft.com/office/officeart/2016/7/layout/BasicLinearProcessNumbered"/>
    <dgm:cxn modelId="{A4176995-2216-4CEF-B046-F3CD9060B130}" type="presParOf" srcId="{49BAA528-ED2E-42E2-80A8-6D09BECE4986}" destId="{C54007AE-CFC9-456A-BA8D-9DEE05BDD443}" srcOrd="1" destOrd="0" presId="urn:microsoft.com/office/officeart/2016/7/layout/BasicLinearProcessNumbered"/>
    <dgm:cxn modelId="{6D8CDEEA-975F-4572-8405-CF6AF76DCCA9}" type="presParOf" srcId="{49BAA528-ED2E-42E2-80A8-6D09BECE4986}" destId="{65203163-4CA1-493B-A7E2-955B30CCB625}" srcOrd="2" destOrd="0" presId="urn:microsoft.com/office/officeart/2016/7/layout/BasicLinearProcessNumbered"/>
    <dgm:cxn modelId="{9A8FA4CB-6E23-454B-B862-C58705593A1D}" type="presParOf" srcId="{49BAA528-ED2E-42E2-80A8-6D09BECE4986}" destId="{66B08DCC-D94E-4766-906E-E053BBE1550C}" srcOrd="3" destOrd="0" presId="urn:microsoft.com/office/officeart/2016/7/layout/BasicLinearProcessNumbered"/>
    <dgm:cxn modelId="{E83C46B1-BC77-4F22-9B97-839D1B498941}" type="presParOf" srcId="{A222C042-B758-4BFD-AC67-2DCB728158B0}" destId="{5B37F17B-E37E-491D-8486-728417E88DB5}" srcOrd="3" destOrd="0" presId="urn:microsoft.com/office/officeart/2016/7/layout/BasicLinearProcessNumbered"/>
    <dgm:cxn modelId="{10D2AB9D-48E1-47DB-8689-F102028C7E94}" type="presParOf" srcId="{A222C042-B758-4BFD-AC67-2DCB728158B0}" destId="{C3FEF122-53D9-4E37-844B-DD0025D35936}" srcOrd="4" destOrd="0" presId="urn:microsoft.com/office/officeart/2016/7/layout/BasicLinearProcessNumbered"/>
    <dgm:cxn modelId="{0DBE8A4E-E964-48C5-873D-86EA96CA50AE}" type="presParOf" srcId="{C3FEF122-53D9-4E37-844B-DD0025D35936}" destId="{F72BD2E3-D774-4787-BF5F-0827AD2BB5C1}" srcOrd="0" destOrd="0" presId="urn:microsoft.com/office/officeart/2016/7/layout/BasicLinearProcessNumbered"/>
    <dgm:cxn modelId="{FBEFE996-8E41-49B9-A595-6B1584AEB226}" type="presParOf" srcId="{C3FEF122-53D9-4E37-844B-DD0025D35936}" destId="{5DEF48BF-FC80-4DCF-AC82-236EBD550014}" srcOrd="1" destOrd="0" presId="urn:microsoft.com/office/officeart/2016/7/layout/BasicLinearProcessNumbered"/>
    <dgm:cxn modelId="{D7E9E1C4-E6D0-4BE0-B860-27C7F995669A}" type="presParOf" srcId="{C3FEF122-53D9-4E37-844B-DD0025D35936}" destId="{16074ACE-35B4-4210-A047-4309E4D7E39D}" srcOrd="2" destOrd="0" presId="urn:microsoft.com/office/officeart/2016/7/layout/BasicLinearProcessNumbered"/>
    <dgm:cxn modelId="{C6046653-832D-4314-86A0-01879B26CCB7}" type="presParOf" srcId="{C3FEF122-53D9-4E37-844B-DD0025D35936}" destId="{3A194CB7-835F-4384-B182-2C9C3440FA37}" srcOrd="3" destOrd="0" presId="urn:microsoft.com/office/officeart/2016/7/layout/BasicLinearProcessNumbered"/>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CA9D0A-E40B-4E4E-9F8E-4CBCF87929F1}">
      <dsp:nvSpPr>
        <dsp:cNvPr id="0" name=""/>
        <dsp:cNvSpPr/>
      </dsp:nvSpPr>
      <dsp:spPr>
        <a:xfrm>
          <a:off x="1394459" y="2097"/>
          <a:ext cx="5577840" cy="920191"/>
        </a:xfrm>
        <a:prstGeom prst="rect">
          <a:avLst/>
        </a:prstGeom>
        <a:solidFill>
          <a:schemeClr val="accent2">
            <a:tint val="40000"/>
            <a:alpha val="90000"/>
            <a:hueOff val="0"/>
            <a:satOff val="0"/>
            <a:lumOff val="0"/>
            <a:alphaOff val="0"/>
          </a:schemeClr>
        </a:solidFill>
        <a:ln w="9525" cap="rnd" cmpd="sng" algn="ctr">
          <a:solidFill>
            <a:schemeClr val="accent2">
              <a:tint val="40000"/>
              <a:alpha val="90000"/>
              <a:hueOff val="0"/>
              <a:satOff val="0"/>
              <a:lumOff val="0"/>
              <a:alphaOff val="0"/>
            </a:schemeClr>
          </a:solidFill>
          <a:prstDash val="solid"/>
        </a:ln>
        <a:effectLst>
          <a:outerShdw blurRad="38100" dist="25400" dir="5400000" rotWithShape="0">
            <a:srgbClr val="000000">
              <a:alpha val="45000"/>
            </a:srgbClr>
          </a:outerShdw>
        </a:effectLst>
      </dsp:spPr>
      <dsp:style>
        <a:lnRef idx="1">
          <a:scrgbClr r="0" g="0" b="0"/>
        </a:lnRef>
        <a:fillRef idx="1">
          <a:scrgbClr r="0" g="0" b="0"/>
        </a:fillRef>
        <a:effectRef idx="2">
          <a:scrgbClr r="0" g="0" b="0"/>
        </a:effectRef>
        <a:fontRef idx="minor"/>
      </dsp:style>
      <dsp:txBody>
        <a:bodyPr spcFirstLastPara="0" vert="horz" wrap="square" lIns="108226" tIns="233729" rIns="108226" bIns="233729" numCol="1" spcCol="1270" anchor="ctr" anchorCtr="0">
          <a:noAutofit/>
        </a:bodyPr>
        <a:lstStyle/>
        <a:p>
          <a:pPr marL="0" lvl="0" indent="0" algn="l" defTabSz="889000">
            <a:lnSpc>
              <a:spcPct val="90000"/>
            </a:lnSpc>
            <a:spcBef>
              <a:spcPct val="0"/>
            </a:spcBef>
            <a:spcAft>
              <a:spcPct val="35000"/>
            </a:spcAft>
            <a:buNone/>
          </a:pPr>
          <a:r>
            <a:rPr lang="en-US" sz="2000" kern="1200" dirty="0">
              <a:latin typeface="Aptos" panose="020B0004020202020204" pitchFamily="34" charset="0"/>
            </a:rPr>
            <a:t>Define what </a:t>
          </a:r>
          <a:r>
            <a:rPr lang="en-US" sz="2000" kern="1200" dirty="0" err="1">
              <a:latin typeface="Aptos" panose="020B0004020202020204" pitchFamily="34" charset="0"/>
            </a:rPr>
            <a:t>Behaviour</a:t>
          </a:r>
          <a:r>
            <a:rPr lang="en-US" sz="2000" kern="1200" dirty="0">
              <a:latin typeface="Aptos" panose="020B0004020202020204" pitchFamily="34" charset="0"/>
            </a:rPr>
            <a:t> Change Approaches (BCAs) are.</a:t>
          </a:r>
        </a:p>
      </dsp:txBody>
      <dsp:txXfrm>
        <a:off x="1394459" y="2097"/>
        <a:ext cx="5577840" cy="920191"/>
      </dsp:txXfrm>
    </dsp:sp>
    <dsp:sp modelId="{C2D5D4BA-0DE9-4C98-80EB-2BACE2395F8A}">
      <dsp:nvSpPr>
        <dsp:cNvPr id="0" name=""/>
        <dsp:cNvSpPr/>
      </dsp:nvSpPr>
      <dsp:spPr>
        <a:xfrm>
          <a:off x="0" y="2097"/>
          <a:ext cx="1394460" cy="920191"/>
        </a:xfrm>
        <a:prstGeom prst="rect">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w="9525" cap="rnd" cmpd="sng" algn="ctr">
          <a:solidFill>
            <a:schemeClr val="accent2">
              <a:hueOff val="0"/>
              <a:satOff val="0"/>
              <a:lumOff val="0"/>
              <a:alphaOff val="0"/>
            </a:schemeClr>
          </a:solidFill>
          <a:prstDash val="solid"/>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1">
          <a:scrgbClr r="0" g="0" b="0"/>
        </a:lnRef>
        <a:fillRef idx="3">
          <a:scrgbClr r="0" g="0" b="0"/>
        </a:fillRef>
        <a:effectRef idx="3">
          <a:scrgbClr r="0" g="0" b="0"/>
        </a:effectRef>
        <a:fontRef idx="minor">
          <a:schemeClr val="lt1"/>
        </a:fontRef>
      </dsp:style>
      <dsp:txBody>
        <a:bodyPr spcFirstLastPara="0" vert="horz" wrap="square" lIns="73790" tIns="90895" rIns="73790" bIns="90895"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Aptos" panose="020B0004020202020204" pitchFamily="34" charset="0"/>
            </a:rPr>
            <a:t>Define</a:t>
          </a:r>
        </a:p>
      </dsp:txBody>
      <dsp:txXfrm>
        <a:off x="0" y="2097"/>
        <a:ext cx="1394460" cy="920191"/>
      </dsp:txXfrm>
    </dsp:sp>
    <dsp:sp modelId="{B70E7703-2DAA-4ED7-9900-CD25F032F4AC}">
      <dsp:nvSpPr>
        <dsp:cNvPr id="0" name=""/>
        <dsp:cNvSpPr/>
      </dsp:nvSpPr>
      <dsp:spPr>
        <a:xfrm>
          <a:off x="1394459" y="977500"/>
          <a:ext cx="5577840" cy="920191"/>
        </a:xfrm>
        <a:prstGeom prst="rect">
          <a:avLst/>
        </a:prstGeom>
        <a:solidFill>
          <a:schemeClr val="accent2">
            <a:tint val="40000"/>
            <a:alpha val="90000"/>
            <a:hueOff val="-5151046"/>
            <a:satOff val="265"/>
            <a:lumOff val="14"/>
            <a:alphaOff val="0"/>
          </a:schemeClr>
        </a:solidFill>
        <a:ln w="9525" cap="rnd" cmpd="sng" algn="ctr">
          <a:solidFill>
            <a:schemeClr val="accent2">
              <a:tint val="40000"/>
              <a:alpha val="90000"/>
              <a:hueOff val="-5151046"/>
              <a:satOff val="265"/>
              <a:lumOff val="14"/>
              <a:alphaOff val="0"/>
            </a:schemeClr>
          </a:solidFill>
          <a:prstDash val="solid"/>
        </a:ln>
        <a:effectLst>
          <a:outerShdw blurRad="38100" dist="25400" dir="5400000" rotWithShape="0">
            <a:srgbClr val="000000">
              <a:alpha val="45000"/>
            </a:srgbClr>
          </a:outerShdw>
        </a:effectLst>
      </dsp:spPr>
      <dsp:style>
        <a:lnRef idx="1">
          <a:scrgbClr r="0" g="0" b="0"/>
        </a:lnRef>
        <a:fillRef idx="1">
          <a:scrgbClr r="0" g="0" b="0"/>
        </a:fillRef>
        <a:effectRef idx="2">
          <a:scrgbClr r="0" g="0" b="0"/>
        </a:effectRef>
        <a:fontRef idx="minor"/>
      </dsp:style>
      <dsp:txBody>
        <a:bodyPr spcFirstLastPara="0" vert="horz" wrap="square" lIns="108226" tIns="233729" rIns="108226" bIns="233729" numCol="1" spcCol="1270" anchor="ctr" anchorCtr="0">
          <a:noAutofit/>
        </a:bodyPr>
        <a:lstStyle/>
        <a:p>
          <a:pPr marL="0" lvl="0" indent="0" algn="l" defTabSz="889000">
            <a:lnSpc>
              <a:spcPct val="90000"/>
            </a:lnSpc>
            <a:spcBef>
              <a:spcPct val="0"/>
            </a:spcBef>
            <a:spcAft>
              <a:spcPct val="35000"/>
            </a:spcAft>
            <a:buNone/>
          </a:pPr>
          <a:r>
            <a:rPr lang="en-US" sz="2000" kern="1200">
              <a:latin typeface="Aptos" panose="020B0004020202020204" pitchFamily="34" charset="0"/>
            </a:rPr>
            <a:t>Explain why behaviour change is important in physiotherapy practice.</a:t>
          </a:r>
        </a:p>
      </dsp:txBody>
      <dsp:txXfrm>
        <a:off x="1394459" y="977500"/>
        <a:ext cx="5577840" cy="920191"/>
      </dsp:txXfrm>
    </dsp:sp>
    <dsp:sp modelId="{C727642F-304C-4581-BC51-C0310E3C73A5}">
      <dsp:nvSpPr>
        <dsp:cNvPr id="0" name=""/>
        <dsp:cNvSpPr/>
      </dsp:nvSpPr>
      <dsp:spPr>
        <a:xfrm>
          <a:off x="0" y="977500"/>
          <a:ext cx="1394460" cy="920191"/>
        </a:xfrm>
        <a:prstGeom prst="rect">
          <a:avLst/>
        </a:prstGeom>
        <a:gradFill rotWithShape="0">
          <a:gsLst>
            <a:gs pos="0">
              <a:schemeClr val="accent2">
                <a:hueOff val="-4941430"/>
                <a:satOff val="225"/>
                <a:lumOff val="0"/>
                <a:alphaOff val="0"/>
                <a:tint val="98000"/>
                <a:lumMod val="114000"/>
              </a:schemeClr>
            </a:gs>
            <a:gs pos="100000">
              <a:schemeClr val="accent2">
                <a:hueOff val="-4941430"/>
                <a:satOff val="225"/>
                <a:lumOff val="0"/>
                <a:alphaOff val="0"/>
                <a:shade val="90000"/>
                <a:lumMod val="84000"/>
              </a:schemeClr>
            </a:gs>
          </a:gsLst>
          <a:lin ang="5400000" scaled="0"/>
        </a:gradFill>
        <a:ln w="9525" cap="rnd" cmpd="sng" algn="ctr">
          <a:solidFill>
            <a:schemeClr val="accent2">
              <a:hueOff val="-4941430"/>
              <a:satOff val="225"/>
              <a:lumOff val="0"/>
              <a:alphaOff val="0"/>
            </a:schemeClr>
          </a:solidFill>
          <a:prstDash val="solid"/>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1">
          <a:scrgbClr r="0" g="0" b="0"/>
        </a:lnRef>
        <a:fillRef idx="3">
          <a:scrgbClr r="0" g="0" b="0"/>
        </a:fillRef>
        <a:effectRef idx="3">
          <a:scrgbClr r="0" g="0" b="0"/>
        </a:effectRef>
        <a:fontRef idx="minor">
          <a:schemeClr val="lt1"/>
        </a:fontRef>
      </dsp:style>
      <dsp:txBody>
        <a:bodyPr spcFirstLastPara="0" vert="horz" wrap="square" lIns="73790" tIns="90895" rIns="73790" bIns="90895" numCol="1" spcCol="1270" anchor="ctr" anchorCtr="0">
          <a:noAutofit/>
        </a:bodyPr>
        <a:lstStyle/>
        <a:p>
          <a:pPr marL="0" lvl="0" indent="0" algn="ctr" defTabSz="889000">
            <a:lnSpc>
              <a:spcPct val="90000"/>
            </a:lnSpc>
            <a:spcBef>
              <a:spcPct val="0"/>
            </a:spcBef>
            <a:spcAft>
              <a:spcPct val="35000"/>
            </a:spcAft>
            <a:buNone/>
          </a:pPr>
          <a:r>
            <a:rPr lang="en-US" sz="2000" kern="1200">
              <a:latin typeface="Aptos" panose="020B0004020202020204" pitchFamily="34" charset="0"/>
            </a:rPr>
            <a:t>Explain</a:t>
          </a:r>
        </a:p>
      </dsp:txBody>
      <dsp:txXfrm>
        <a:off x="0" y="977500"/>
        <a:ext cx="1394460" cy="920191"/>
      </dsp:txXfrm>
    </dsp:sp>
    <dsp:sp modelId="{2DE8017C-AD7E-49C4-8FF9-1430F2873B0F}">
      <dsp:nvSpPr>
        <dsp:cNvPr id="0" name=""/>
        <dsp:cNvSpPr/>
      </dsp:nvSpPr>
      <dsp:spPr>
        <a:xfrm>
          <a:off x="1394459" y="1952904"/>
          <a:ext cx="5577840" cy="920191"/>
        </a:xfrm>
        <a:prstGeom prst="rect">
          <a:avLst/>
        </a:prstGeom>
        <a:solidFill>
          <a:schemeClr val="accent2">
            <a:tint val="40000"/>
            <a:alpha val="90000"/>
            <a:hueOff val="-10302092"/>
            <a:satOff val="530"/>
            <a:lumOff val="28"/>
            <a:alphaOff val="0"/>
          </a:schemeClr>
        </a:solidFill>
        <a:ln w="9525" cap="rnd" cmpd="sng" algn="ctr">
          <a:solidFill>
            <a:schemeClr val="accent2">
              <a:tint val="40000"/>
              <a:alpha val="90000"/>
              <a:hueOff val="-10302092"/>
              <a:satOff val="530"/>
              <a:lumOff val="28"/>
              <a:alphaOff val="0"/>
            </a:schemeClr>
          </a:solidFill>
          <a:prstDash val="solid"/>
        </a:ln>
        <a:effectLst>
          <a:outerShdw blurRad="38100" dist="25400" dir="5400000" rotWithShape="0">
            <a:srgbClr val="000000">
              <a:alpha val="45000"/>
            </a:srgbClr>
          </a:outerShdw>
        </a:effectLst>
      </dsp:spPr>
      <dsp:style>
        <a:lnRef idx="1">
          <a:scrgbClr r="0" g="0" b="0"/>
        </a:lnRef>
        <a:fillRef idx="1">
          <a:scrgbClr r="0" g="0" b="0"/>
        </a:fillRef>
        <a:effectRef idx="2">
          <a:scrgbClr r="0" g="0" b="0"/>
        </a:effectRef>
        <a:fontRef idx="minor"/>
      </dsp:style>
      <dsp:txBody>
        <a:bodyPr spcFirstLastPara="0" vert="horz" wrap="square" lIns="108226" tIns="233729" rIns="108226" bIns="233729" numCol="1" spcCol="1270" anchor="ctr" anchorCtr="0">
          <a:noAutofit/>
        </a:bodyPr>
        <a:lstStyle/>
        <a:p>
          <a:pPr marL="0" lvl="0" indent="0" algn="l" defTabSz="889000">
            <a:lnSpc>
              <a:spcPct val="90000"/>
            </a:lnSpc>
            <a:spcBef>
              <a:spcPct val="0"/>
            </a:spcBef>
            <a:spcAft>
              <a:spcPct val="35000"/>
            </a:spcAft>
            <a:buNone/>
          </a:pPr>
          <a:r>
            <a:rPr lang="en-US" sz="2000" kern="1200">
              <a:latin typeface="Aptos" panose="020B0004020202020204" pitchFamily="34" charset="0"/>
            </a:rPr>
            <a:t>Describe key Behaviour Change Theories and the Behaviour Change Wheel.</a:t>
          </a:r>
        </a:p>
      </dsp:txBody>
      <dsp:txXfrm>
        <a:off x="1394459" y="1952904"/>
        <a:ext cx="5577840" cy="920191"/>
      </dsp:txXfrm>
    </dsp:sp>
    <dsp:sp modelId="{FC258D7D-7975-48BA-BBF8-D4253245C71E}">
      <dsp:nvSpPr>
        <dsp:cNvPr id="0" name=""/>
        <dsp:cNvSpPr/>
      </dsp:nvSpPr>
      <dsp:spPr>
        <a:xfrm>
          <a:off x="0" y="1952904"/>
          <a:ext cx="1394460" cy="920191"/>
        </a:xfrm>
        <a:prstGeom prst="rect">
          <a:avLst/>
        </a:prstGeom>
        <a:gradFill rotWithShape="0">
          <a:gsLst>
            <a:gs pos="0">
              <a:schemeClr val="accent2">
                <a:hueOff val="-9882860"/>
                <a:satOff val="451"/>
                <a:lumOff val="0"/>
                <a:alphaOff val="0"/>
                <a:tint val="98000"/>
                <a:lumMod val="114000"/>
              </a:schemeClr>
            </a:gs>
            <a:gs pos="100000">
              <a:schemeClr val="accent2">
                <a:hueOff val="-9882860"/>
                <a:satOff val="451"/>
                <a:lumOff val="0"/>
                <a:alphaOff val="0"/>
                <a:shade val="90000"/>
                <a:lumMod val="84000"/>
              </a:schemeClr>
            </a:gs>
          </a:gsLst>
          <a:lin ang="5400000" scaled="0"/>
        </a:gradFill>
        <a:ln w="9525" cap="rnd" cmpd="sng" algn="ctr">
          <a:solidFill>
            <a:schemeClr val="accent2">
              <a:hueOff val="-9882860"/>
              <a:satOff val="451"/>
              <a:lumOff val="0"/>
              <a:alphaOff val="0"/>
            </a:schemeClr>
          </a:solidFill>
          <a:prstDash val="solid"/>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1">
          <a:scrgbClr r="0" g="0" b="0"/>
        </a:lnRef>
        <a:fillRef idx="3">
          <a:scrgbClr r="0" g="0" b="0"/>
        </a:fillRef>
        <a:effectRef idx="3">
          <a:scrgbClr r="0" g="0" b="0"/>
        </a:effectRef>
        <a:fontRef idx="minor">
          <a:schemeClr val="lt1"/>
        </a:fontRef>
      </dsp:style>
      <dsp:txBody>
        <a:bodyPr spcFirstLastPara="0" vert="horz" wrap="square" lIns="73790" tIns="90895" rIns="73790" bIns="90895" numCol="1" spcCol="1270" anchor="ctr" anchorCtr="0">
          <a:noAutofit/>
        </a:bodyPr>
        <a:lstStyle/>
        <a:p>
          <a:pPr marL="0" lvl="0" indent="0" algn="ctr" defTabSz="889000">
            <a:lnSpc>
              <a:spcPct val="90000"/>
            </a:lnSpc>
            <a:spcBef>
              <a:spcPct val="0"/>
            </a:spcBef>
            <a:spcAft>
              <a:spcPct val="35000"/>
            </a:spcAft>
            <a:buNone/>
          </a:pPr>
          <a:r>
            <a:rPr lang="en-US" sz="2000" kern="1200">
              <a:latin typeface="Aptos" panose="020B0004020202020204" pitchFamily="34" charset="0"/>
            </a:rPr>
            <a:t>Describe</a:t>
          </a:r>
        </a:p>
      </dsp:txBody>
      <dsp:txXfrm>
        <a:off x="0" y="1952904"/>
        <a:ext cx="1394460" cy="920191"/>
      </dsp:txXfrm>
    </dsp:sp>
    <dsp:sp modelId="{854C300E-19DA-4943-9261-0CD820441345}">
      <dsp:nvSpPr>
        <dsp:cNvPr id="0" name=""/>
        <dsp:cNvSpPr/>
      </dsp:nvSpPr>
      <dsp:spPr>
        <a:xfrm>
          <a:off x="1394459" y="2928307"/>
          <a:ext cx="5577840" cy="920191"/>
        </a:xfrm>
        <a:prstGeom prst="rect">
          <a:avLst/>
        </a:prstGeom>
        <a:solidFill>
          <a:schemeClr val="accent2">
            <a:tint val="40000"/>
            <a:alpha val="90000"/>
            <a:hueOff val="-15453138"/>
            <a:satOff val="796"/>
            <a:lumOff val="41"/>
            <a:alphaOff val="0"/>
          </a:schemeClr>
        </a:solidFill>
        <a:ln w="9525" cap="rnd" cmpd="sng" algn="ctr">
          <a:solidFill>
            <a:schemeClr val="accent2">
              <a:tint val="40000"/>
              <a:alpha val="90000"/>
              <a:hueOff val="-15453138"/>
              <a:satOff val="796"/>
              <a:lumOff val="41"/>
              <a:alphaOff val="0"/>
            </a:schemeClr>
          </a:solidFill>
          <a:prstDash val="solid"/>
        </a:ln>
        <a:effectLst>
          <a:outerShdw blurRad="38100" dist="25400" dir="5400000" rotWithShape="0">
            <a:srgbClr val="000000">
              <a:alpha val="45000"/>
            </a:srgbClr>
          </a:outerShdw>
        </a:effectLst>
      </dsp:spPr>
      <dsp:style>
        <a:lnRef idx="1">
          <a:scrgbClr r="0" g="0" b="0"/>
        </a:lnRef>
        <a:fillRef idx="1">
          <a:scrgbClr r="0" g="0" b="0"/>
        </a:fillRef>
        <a:effectRef idx="2">
          <a:scrgbClr r="0" g="0" b="0"/>
        </a:effectRef>
        <a:fontRef idx="minor"/>
      </dsp:style>
      <dsp:txBody>
        <a:bodyPr spcFirstLastPara="0" vert="horz" wrap="square" lIns="108226" tIns="233729" rIns="108226" bIns="233729" numCol="1" spcCol="1270" anchor="ctr" anchorCtr="0">
          <a:noAutofit/>
        </a:bodyPr>
        <a:lstStyle/>
        <a:p>
          <a:pPr marL="0" lvl="0" indent="0" algn="l" defTabSz="889000">
            <a:lnSpc>
              <a:spcPct val="90000"/>
            </a:lnSpc>
            <a:spcBef>
              <a:spcPct val="0"/>
            </a:spcBef>
            <a:spcAft>
              <a:spcPct val="35000"/>
            </a:spcAft>
            <a:buNone/>
          </a:pPr>
          <a:r>
            <a:rPr lang="en-US" sz="2000" kern="1200">
              <a:latin typeface="Aptos" panose="020B0004020202020204" pitchFamily="34" charset="0"/>
            </a:rPr>
            <a:t>Identify Behaviour Change Techniques (BCTs) and their categories.</a:t>
          </a:r>
        </a:p>
      </dsp:txBody>
      <dsp:txXfrm>
        <a:off x="1394459" y="2928307"/>
        <a:ext cx="5577840" cy="920191"/>
      </dsp:txXfrm>
    </dsp:sp>
    <dsp:sp modelId="{5F5E1CD2-77CB-41BA-9992-30AE43124EC9}">
      <dsp:nvSpPr>
        <dsp:cNvPr id="0" name=""/>
        <dsp:cNvSpPr/>
      </dsp:nvSpPr>
      <dsp:spPr>
        <a:xfrm>
          <a:off x="0" y="2928307"/>
          <a:ext cx="1394460" cy="920191"/>
        </a:xfrm>
        <a:prstGeom prst="rect">
          <a:avLst/>
        </a:prstGeom>
        <a:gradFill rotWithShape="0">
          <a:gsLst>
            <a:gs pos="0">
              <a:schemeClr val="accent2">
                <a:hueOff val="-14824290"/>
                <a:satOff val="676"/>
                <a:lumOff val="0"/>
                <a:alphaOff val="0"/>
                <a:tint val="98000"/>
                <a:lumMod val="114000"/>
              </a:schemeClr>
            </a:gs>
            <a:gs pos="100000">
              <a:schemeClr val="accent2">
                <a:hueOff val="-14824290"/>
                <a:satOff val="676"/>
                <a:lumOff val="0"/>
                <a:alphaOff val="0"/>
                <a:shade val="90000"/>
                <a:lumMod val="84000"/>
              </a:schemeClr>
            </a:gs>
          </a:gsLst>
          <a:lin ang="5400000" scaled="0"/>
        </a:gradFill>
        <a:ln w="9525" cap="rnd" cmpd="sng" algn="ctr">
          <a:solidFill>
            <a:schemeClr val="accent2">
              <a:hueOff val="-14824290"/>
              <a:satOff val="676"/>
              <a:lumOff val="0"/>
              <a:alphaOff val="0"/>
            </a:schemeClr>
          </a:solidFill>
          <a:prstDash val="solid"/>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1">
          <a:scrgbClr r="0" g="0" b="0"/>
        </a:lnRef>
        <a:fillRef idx="3">
          <a:scrgbClr r="0" g="0" b="0"/>
        </a:fillRef>
        <a:effectRef idx="3">
          <a:scrgbClr r="0" g="0" b="0"/>
        </a:effectRef>
        <a:fontRef idx="minor">
          <a:schemeClr val="lt1"/>
        </a:fontRef>
      </dsp:style>
      <dsp:txBody>
        <a:bodyPr spcFirstLastPara="0" vert="horz" wrap="square" lIns="73790" tIns="90895" rIns="73790" bIns="90895" numCol="1" spcCol="1270" anchor="ctr" anchorCtr="0">
          <a:noAutofit/>
        </a:bodyPr>
        <a:lstStyle/>
        <a:p>
          <a:pPr marL="0" lvl="0" indent="0" algn="ctr" defTabSz="889000">
            <a:lnSpc>
              <a:spcPct val="90000"/>
            </a:lnSpc>
            <a:spcBef>
              <a:spcPct val="0"/>
            </a:spcBef>
            <a:spcAft>
              <a:spcPct val="35000"/>
            </a:spcAft>
            <a:buNone/>
          </a:pPr>
          <a:r>
            <a:rPr lang="en-US" sz="2000" kern="1200">
              <a:latin typeface="Aptos" panose="020B0004020202020204" pitchFamily="34" charset="0"/>
            </a:rPr>
            <a:t>Identify</a:t>
          </a:r>
        </a:p>
      </dsp:txBody>
      <dsp:txXfrm>
        <a:off x="0" y="2928307"/>
        <a:ext cx="1394460" cy="920191"/>
      </dsp:txXfrm>
    </dsp:sp>
    <dsp:sp modelId="{D79BE9FE-CEB7-4000-B0BF-CFF689FC2504}">
      <dsp:nvSpPr>
        <dsp:cNvPr id="0" name=""/>
        <dsp:cNvSpPr/>
      </dsp:nvSpPr>
      <dsp:spPr>
        <a:xfrm>
          <a:off x="1394459" y="3903710"/>
          <a:ext cx="5577840" cy="920191"/>
        </a:xfrm>
        <a:prstGeom prst="rect">
          <a:avLst/>
        </a:prstGeom>
        <a:solidFill>
          <a:schemeClr val="accent2">
            <a:tint val="40000"/>
            <a:alpha val="90000"/>
            <a:hueOff val="-20604185"/>
            <a:satOff val="1061"/>
            <a:lumOff val="55"/>
            <a:alphaOff val="0"/>
          </a:schemeClr>
        </a:solidFill>
        <a:ln w="9525" cap="rnd" cmpd="sng" algn="ctr">
          <a:solidFill>
            <a:schemeClr val="accent2">
              <a:tint val="40000"/>
              <a:alpha val="90000"/>
              <a:hueOff val="-20604185"/>
              <a:satOff val="1061"/>
              <a:lumOff val="55"/>
              <a:alphaOff val="0"/>
            </a:schemeClr>
          </a:solidFill>
          <a:prstDash val="solid"/>
        </a:ln>
        <a:effectLst>
          <a:outerShdw blurRad="38100" dist="25400" dir="5400000" rotWithShape="0">
            <a:srgbClr val="000000">
              <a:alpha val="45000"/>
            </a:srgbClr>
          </a:outerShdw>
        </a:effectLst>
      </dsp:spPr>
      <dsp:style>
        <a:lnRef idx="1">
          <a:scrgbClr r="0" g="0" b="0"/>
        </a:lnRef>
        <a:fillRef idx="1">
          <a:scrgbClr r="0" g="0" b="0"/>
        </a:fillRef>
        <a:effectRef idx="2">
          <a:scrgbClr r="0" g="0" b="0"/>
        </a:effectRef>
        <a:fontRef idx="minor"/>
      </dsp:style>
      <dsp:txBody>
        <a:bodyPr spcFirstLastPara="0" vert="horz" wrap="square" lIns="108226" tIns="233729" rIns="108226" bIns="233729" numCol="1" spcCol="1270" anchor="ctr" anchorCtr="0">
          <a:noAutofit/>
        </a:bodyPr>
        <a:lstStyle/>
        <a:p>
          <a:pPr marL="0" lvl="0" indent="0" algn="l" defTabSz="889000">
            <a:lnSpc>
              <a:spcPct val="90000"/>
            </a:lnSpc>
            <a:spcBef>
              <a:spcPct val="0"/>
            </a:spcBef>
            <a:spcAft>
              <a:spcPct val="35000"/>
            </a:spcAft>
            <a:buNone/>
          </a:pPr>
          <a:r>
            <a:rPr lang="en-US" sz="2000" kern="1200">
              <a:latin typeface="Aptos" panose="020B0004020202020204" pitchFamily="34" charset="0"/>
            </a:rPr>
            <a:t>Apply BCTs to clinical scenarios to enhance patient motivation and adherence.</a:t>
          </a:r>
        </a:p>
      </dsp:txBody>
      <dsp:txXfrm>
        <a:off x="1394459" y="3903710"/>
        <a:ext cx="5577840" cy="920191"/>
      </dsp:txXfrm>
    </dsp:sp>
    <dsp:sp modelId="{EB74BE7C-33E9-45D8-ADB3-510A9F860CE3}">
      <dsp:nvSpPr>
        <dsp:cNvPr id="0" name=""/>
        <dsp:cNvSpPr/>
      </dsp:nvSpPr>
      <dsp:spPr>
        <a:xfrm>
          <a:off x="0" y="3903710"/>
          <a:ext cx="1394460" cy="920191"/>
        </a:xfrm>
        <a:prstGeom prst="rect">
          <a:avLst/>
        </a:prstGeom>
        <a:gradFill rotWithShape="0">
          <a:gsLst>
            <a:gs pos="0">
              <a:schemeClr val="accent2">
                <a:hueOff val="-19765721"/>
                <a:satOff val="901"/>
                <a:lumOff val="0"/>
                <a:alphaOff val="0"/>
                <a:tint val="98000"/>
                <a:lumMod val="114000"/>
              </a:schemeClr>
            </a:gs>
            <a:gs pos="100000">
              <a:schemeClr val="accent2">
                <a:hueOff val="-19765721"/>
                <a:satOff val="901"/>
                <a:lumOff val="0"/>
                <a:alphaOff val="0"/>
                <a:shade val="90000"/>
                <a:lumMod val="84000"/>
              </a:schemeClr>
            </a:gs>
          </a:gsLst>
          <a:lin ang="5400000" scaled="0"/>
        </a:gradFill>
        <a:ln w="9525" cap="rnd" cmpd="sng" algn="ctr">
          <a:solidFill>
            <a:schemeClr val="accent2">
              <a:hueOff val="-19765721"/>
              <a:satOff val="901"/>
              <a:lumOff val="0"/>
              <a:alphaOff val="0"/>
            </a:schemeClr>
          </a:solidFill>
          <a:prstDash val="solid"/>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1">
          <a:scrgbClr r="0" g="0" b="0"/>
        </a:lnRef>
        <a:fillRef idx="3">
          <a:scrgbClr r="0" g="0" b="0"/>
        </a:fillRef>
        <a:effectRef idx="3">
          <a:scrgbClr r="0" g="0" b="0"/>
        </a:effectRef>
        <a:fontRef idx="minor">
          <a:schemeClr val="lt1"/>
        </a:fontRef>
      </dsp:style>
      <dsp:txBody>
        <a:bodyPr spcFirstLastPara="0" vert="horz" wrap="square" lIns="73790" tIns="90895" rIns="73790" bIns="90895" numCol="1" spcCol="1270" anchor="ctr" anchorCtr="0">
          <a:noAutofit/>
        </a:bodyPr>
        <a:lstStyle/>
        <a:p>
          <a:pPr marL="0" lvl="0" indent="0" algn="ctr" defTabSz="889000">
            <a:lnSpc>
              <a:spcPct val="90000"/>
            </a:lnSpc>
            <a:spcBef>
              <a:spcPct val="0"/>
            </a:spcBef>
            <a:spcAft>
              <a:spcPct val="35000"/>
            </a:spcAft>
            <a:buNone/>
          </a:pPr>
          <a:r>
            <a:rPr lang="en-US" sz="2000" kern="1200">
              <a:latin typeface="Aptos" panose="020B0004020202020204" pitchFamily="34" charset="0"/>
            </a:rPr>
            <a:t>Apply</a:t>
          </a:r>
        </a:p>
      </dsp:txBody>
      <dsp:txXfrm>
        <a:off x="0" y="3903710"/>
        <a:ext cx="1394460" cy="92019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7E5408-4D5E-475C-A5FE-0C438B23961D}">
      <dsp:nvSpPr>
        <dsp:cNvPr id="0" name=""/>
        <dsp:cNvSpPr/>
      </dsp:nvSpPr>
      <dsp:spPr>
        <a:xfrm>
          <a:off x="0" y="0"/>
          <a:ext cx="7993699" cy="1214011"/>
        </a:xfrm>
        <a:prstGeom prst="roundRect">
          <a:avLst>
            <a:gd name="adj" fmla="val 10000"/>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dirty="0">
              <a:latin typeface="Aptos" panose="020B0004020202020204" pitchFamily="34" charset="0"/>
            </a:rPr>
            <a:t>Systematic methods for influencing how people think, feel, and act to promote healthier behaviours.</a:t>
          </a:r>
          <a:endParaRPr lang="en-US" sz="2400" kern="1200" dirty="0">
            <a:latin typeface="Aptos" panose="020B0004020202020204" pitchFamily="34" charset="0"/>
          </a:endParaRPr>
        </a:p>
      </dsp:txBody>
      <dsp:txXfrm>
        <a:off x="35557" y="35557"/>
        <a:ext cx="6683686" cy="1142897"/>
      </dsp:txXfrm>
    </dsp:sp>
    <dsp:sp modelId="{3B3BD261-7819-4000-BE23-D9AEAC775128}">
      <dsp:nvSpPr>
        <dsp:cNvPr id="0" name=""/>
        <dsp:cNvSpPr/>
      </dsp:nvSpPr>
      <dsp:spPr>
        <a:xfrm>
          <a:off x="705326" y="1416347"/>
          <a:ext cx="7993699" cy="1214011"/>
        </a:xfrm>
        <a:prstGeom prst="roundRect">
          <a:avLst>
            <a:gd name="adj" fmla="val 10000"/>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a:latin typeface="Aptos" panose="020B0004020202020204" pitchFamily="34" charset="0"/>
            </a:rPr>
            <a:t>Drawn from psychology, behavioural science, and health promotion.</a:t>
          </a:r>
          <a:endParaRPr lang="en-US" sz="2400" kern="1200">
            <a:latin typeface="Aptos" panose="020B0004020202020204" pitchFamily="34" charset="0"/>
          </a:endParaRPr>
        </a:p>
      </dsp:txBody>
      <dsp:txXfrm>
        <a:off x="740883" y="1451904"/>
        <a:ext cx="6428151" cy="1142897"/>
      </dsp:txXfrm>
    </dsp:sp>
    <dsp:sp modelId="{CA3660DD-A429-4CCE-A8E5-D107DE39F296}">
      <dsp:nvSpPr>
        <dsp:cNvPr id="0" name=""/>
        <dsp:cNvSpPr/>
      </dsp:nvSpPr>
      <dsp:spPr>
        <a:xfrm>
          <a:off x="1410652" y="2832694"/>
          <a:ext cx="7993699" cy="1214011"/>
        </a:xfrm>
        <a:prstGeom prst="roundRect">
          <a:avLst>
            <a:gd name="adj" fmla="val 10000"/>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a:latin typeface="Aptos" panose="020B0004020202020204" pitchFamily="34" charset="0"/>
            </a:rPr>
            <a:t>Include education, motivation, and skill-building interventions.</a:t>
          </a:r>
          <a:endParaRPr lang="en-US" sz="2400" kern="1200">
            <a:latin typeface="Aptos" panose="020B0004020202020204" pitchFamily="34" charset="0"/>
          </a:endParaRPr>
        </a:p>
      </dsp:txBody>
      <dsp:txXfrm>
        <a:off x="1446209" y="2868251"/>
        <a:ext cx="6428151" cy="1142897"/>
      </dsp:txXfrm>
    </dsp:sp>
    <dsp:sp modelId="{07D4AEE8-1C58-4EF1-B242-DB51302EFCAE}">
      <dsp:nvSpPr>
        <dsp:cNvPr id="0" name=""/>
        <dsp:cNvSpPr/>
      </dsp:nvSpPr>
      <dsp:spPr>
        <a:xfrm>
          <a:off x="7204591" y="920625"/>
          <a:ext cx="789107" cy="789107"/>
        </a:xfrm>
        <a:prstGeom prst="downArrow">
          <a:avLst>
            <a:gd name="adj1" fmla="val 55000"/>
            <a:gd name="adj2" fmla="val 45000"/>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US" sz="2400" kern="1200">
            <a:latin typeface="Aptos" panose="020B0004020202020204" pitchFamily="34" charset="0"/>
          </a:endParaRPr>
        </a:p>
      </dsp:txBody>
      <dsp:txXfrm>
        <a:off x="7382140" y="920625"/>
        <a:ext cx="434009" cy="593803"/>
      </dsp:txXfrm>
    </dsp:sp>
    <dsp:sp modelId="{150A3096-B052-47AE-BEE5-7767816D0382}">
      <dsp:nvSpPr>
        <dsp:cNvPr id="0" name=""/>
        <dsp:cNvSpPr/>
      </dsp:nvSpPr>
      <dsp:spPr>
        <a:xfrm>
          <a:off x="7909917" y="2328879"/>
          <a:ext cx="789107" cy="789107"/>
        </a:xfrm>
        <a:prstGeom prst="downArrow">
          <a:avLst>
            <a:gd name="adj1" fmla="val 55000"/>
            <a:gd name="adj2" fmla="val 45000"/>
          </a:avLst>
        </a:prstGeom>
        <a:solidFill>
          <a:schemeClr val="accent3">
            <a:tint val="40000"/>
            <a:alpha val="90000"/>
            <a:hueOff val="0"/>
            <a:satOff val="0"/>
            <a:lumOff val="0"/>
            <a:alphaOff val="0"/>
          </a:schemeClr>
        </a:solidFill>
        <a:ln w="19050" cap="rnd"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US" sz="2400" kern="1200">
            <a:latin typeface="Aptos" panose="020B0004020202020204" pitchFamily="34" charset="0"/>
          </a:endParaRPr>
        </a:p>
      </dsp:txBody>
      <dsp:txXfrm>
        <a:off x="8087466" y="2328879"/>
        <a:ext cx="434009" cy="59380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60ECA5-71FE-42B7-8998-1157F67AC0A3}">
      <dsp:nvSpPr>
        <dsp:cNvPr id="0" name=""/>
        <dsp:cNvSpPr/>
      </dsp:nvSpPr>
      <dsp:spPr>
        <a:xfrm>
          <a:off x="938072" y="425888"/>
          <a:ext cx="1449518" cy="144951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BBDFE06-9BC8-4EE8-A945-2F1EFCCDD664}">
      <dsp:nvSpPr>
        <dsp:cNvPr id="0" name=""/>
        <dsp:cNvSpPr/>
      </dsp:nvSpPr>
      <dsp:spPr>
        <a:xfrm>
          <a:off x="52256" y="2258388"/>
          <a:ext cx="3221151"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pPr>
          <a:r>
            <a:rPr lang="en-GB" sz="1800" kern="1200"/>
            <a:t>Definition of CBT</a:t>
          </a:r>
          <a:endParaRPr lang="en-US" sz="1800" kern="1200"/>
        </a:p>
      </dsp:txBody>
      <dsp:txXfrm>
        <a:off x="52256" y="2258388"/>
        <a:ext cx="3221151" cy="720000"/>
      </dsp:txXfrm>
    </dsp:sp>
    <dsp:sp modelId="{CC4C7BB7-CC63-4CA9-848B-A0DCB837EA64}">
      <dsp:nvSpPr>
        <dsp:cNvPr id="0" name=""/>
        <dsp:cNvSpPr/>
      </dsp:nvSpPr>
      <dsp:spPr>
        <a:xfrm>
          <a:off x="4722925" y="425888"/>
          <a:ext cx="1449518" cy="144951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BCB0873-92A3-438E-BDF0-21D5E5B72A0F}">
      <dsp:nvSpPr>
        <dsp:cNvPr id="0" name=""/>
        <dsp:cNvSpPr/>
      </dsp:nvSpPr>
      <dsp:spPr>
        <a:xfrm>
          <a:off x="3837109" y="2258388"/>
          <a:ext cx="3221151"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pPr>
          <a:r>
            <a:rPr lang="en-GB" sz="1800" kern="1200"/>
            <a:t>Developed by Aaron Beck and Albert Ellis</a:t>
          </a:r>
          <a:endParaRPr lang="en-US" sz="1800" kern="1200"/>
        </a:p>
      </dsp:txBody>
      <dsp:txXfrm>
        <a:off x="3837109" y="2258388"/>
        <a:ext cx="3221151" cy="720000"/>
      </dsp:txXfrm>
    </dsp:sp>
    <dsp:sp modelId="{44BEE48A-DDAF-49A3-8330-74DAB061B207}">
      <dsp:nvSpPr>
        <dsp:cNvPr id="0" name=""/>
        <dsp:cNvSpPr/>
      </dsp:nvSpPr>
      <dsp:spPr>
        <a:xfrm>
          <a:off x="8507778" y="425888"/>
          <a:ext cx="1449518" cy="144951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06FCA85-B9F7-4E61-BAB5-AC7D56B2E9B8}">
      <dsp:nvSpPr>
        <dsp:cNvPr id="0" name=""/>
        <dsp:cNvSpPr/>
      </dsp:nvSpPr>
      <dsp:spPr>
        <a:xfrm>
          <a:off x="7621962" y="2258388"/>
          <a:ext cx="3221151"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pPr>
          <a:r>
            <a:rPr lang="en-GB" sz="1800" kern="1200"/>
            <a:t>Core idea: our thoughts influence feelings and behaviour</a:t>
          </a:r>
          <a:endParaRPr lang="en-US" sz="1800" kern="1200"/>
        </a:p>
      </dsp:txBody>
      <dsp:txXfrm>
        <a:off x="7621962" y="2258388"/>
        <a:ext cx="3221151"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F0C375-477B-4606-9CAF-54F4C6E5053D}">
      <dsp:nvSpPr>
        <dsp:cNvPr id="0" name=""/>
        <dsp:cNvSpPr/>
      </dsp:nvSpPr>
      <dsp:spPr>
        <a:xfrm>
          <a:off x="0" y="567487"/>
          <a:ext cx="3064322" cy="1945844"/>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F006A15-934E-4385-AB75-C0A268443BA5}">
      <dsp:nvSpPr>
        <dsp:cNvPr id="0" name=""/>
        <dsp:cNvSpPr/>
      </dsp:nvSpPr>
      <dsp:spPr>
        <a:xfrm>
          <a:off x="340480" y="890944"/>
          <a:ext cx="3064322" cy="1945844"/>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kern="1200"/>
            <a:t>Collaborative, structured, goal-oriented</a:t>
          </a:r>
          <a:endParaRPr lang="en-US" sz="2600" kern="1200"/>
        </a:p>
      </dsp:txBody>
      <dsp:txXfrm>
        <a:off x="397472" y="947936"/>
        <a:ext cx="2950338" cy="1831860"/>
      </dsp:txXfrm>
    </dsp:sp>
    <dsp:sp modelId="{C34B0871-AD38-4337-AB94-FF7AA5ABD53D}">
      <dsp:nvSpPr>
        <dsp:cNvPr id="0" name=""/>
        <dsp:cNvSpPr/>
      </dsp:nvSpPr>
      <dsp:spPr>
        <a:xfrm>
          <a:off x="3745283" y="567487"/>
          <a:ext cx="3064322" cy="1945844"/>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04F7C8D-A8A8-4F76-B711-82088CB5BF4D}">
      <dsp:nvSpPr>
        <dsp:cNvPr id="0" name=""/>
        <dsp:cNvSpPr/>
      </dsp:nvSpPr>
      <dsp:spPr>
        <a:xfrm>
          <a:off x="4085763" y="890944"/>
          <a:ext cx="3064322" cy="1945844"/>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kern="1200"/>
            <a:t>Present-focused and time-limited</a:t>
          </a:r>
          <a:endParaRPr lang="en-US" sz="2600" kern="1200"/>
        </a:p>
      </dsp:txBody>
      <dsp:txXfrm>
        <a:off x="4142755" y="947936"/>
        <a:ext cx="2950338" cy="1831860"/>
      </dsp:txXfrm>
    </dsp:sp>
    <dsp:sp modelId="{B3E62DC3-159A-4DE9-AF6A-AB64E370BACF}">
      <dsp:nvSpPr>
        <dsp:cNvPr id="0" name=""/>
        <dsp:cNvSpPr/>
      </dsp:nvSpPr>
      <dsp:spPr>
        <a:xfrm>
          <a:off x="7490566" y="567487"/>
          <a:ext cx="3064322" cy="1945844"/>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C4A0C97-234F-4931-B1A3-0E11060F3F47}">
      <dsp:nvSpPr>
        <dsp:cNvPr id="0" name=""/>
        <dsp:cNvSpPr/>
      </dsp:nvSpPr>
      <dsp:spPr>
        <a:xfrm>
          <a:off x="7831047" y="890944"/>
          <a:ext cx="3064322" cy="1945844"/>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kern="1200"/>
            <a:t>Emphasis on identifying and restructuring unhelpful thoughts</a:t>
          </a:r>
          <a:endParaRPr lang="en-US" sz="2600" kern="1200"/>
        </a:p>
      </dsp:txBody>
      <dsp:txXfrm>
        <a:off x="7888039" y="947936"/>
        <a:ext cx="2950338" cy="183186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765925-6C73-4A35-ADDE-BFEE2821878D}">
      <dsp:nvSpPr>
        <dsp:cNvPr id="0" name=""/>
        <dsp:cNvSpPr/>
      </dsp:nvSpPr>
      <dsp:spPr>
        <a:xfrm>
          <a:off x="0" y="408786"/>
          <a:ext cx="5614987" cy="680400"/>
        </a:xfrm>
        <a:prstGeom prst="rect">
          <a:avLst/>
        </a:prstGeom>
        <a:solidFill>
          <a:schemeClr val="lt2">
            <a:alpha val="90000"/>
            <a:hueOff val="0"/>
            <a:satOff val="0"/>
            <a:lumOff val="0"/>
            <a:alphaOff val="0"/>
          </a:schemeClr>
        </a:solidFill>
        <a:ln w="19050"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136FCEB-C95E-4AC0-B7D9-610A313AACCD}">
      <dsp:nvSpPr>
        <dsp:cNvPr id="0" name=""/>
        <dsp:cNvSpPr/>
      </dsp:nvSpPr>
      <dsp:spPr>
        <a:xfrm>
          <a:off x="280749" y="10266"/>
          <a:ext cx="3930490" cy="797040"/>
        </a:xfrm>
        <a:prstGeom prst="round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63" tIns="0" rIns="148563" bIns="0" numCol="1" spcCol="1270" anchor="ctr" anchorCtr="0">
          <a:noAutofit/>
        </a:bodyPr>
        <a:lstStyle/>
        <a:p>
          <a:pPr marL="0" lvl="0" indent="0" algn="l" defTabSz="1200150">
            <a:lnSpc>
              <a:spcPct val="90000"/>
            </a:lnSpc>
            <a:spcBef>
              <a:spcPct val="0"/>
            </a:spcBef>
            <a:spcAft>
              <a:spcPct val="35000"/>
            </a:spcAft>
            <a:buNone/>
          </a:pPr>
          <a:r>
            <a:rPr lang="en-GB" sz="2700" kern="1200"/>
            <a:t>All-or-nothing thinking</a:t>
          </a:r>
          <a:endParaRPr lang="en-US" sz="2700" kern="1200"/>
        </a:p>
      </dsp:txBody>
      <dsp:txXfrm>
        <a:off x="319657" y="49174"/>
        <a:ext cx="3852674" cy="719224"/>
      </dsp:txXfrm>
    </dsp:sp>
    <dsp:sp modelId="{7058039E-E8BA-49C2-AA36-58CB074DF2FC}">
      <dsp:nvSpPr>
        <dsp:cNvPr id="0" name=""/>
        <dsp:cNvSpPr/>
      </dsp:nvSpPr>
      <dsp:spPr>
        <a:xfrm>
          <a:off x="0" y="1633506"/>
          <a:ext cx="5614987" cy="680400"/>
        </a:xfrm>
        <a:prstGeom prst="rect">
          <a:avLst/>
        </a:prstGeom>
        <a:solidFill>
          <a:schemeClr val="lt2">
            <a:alpha val="90000"/>
            <a:hueOff val="0"/>
            <a:satOff val="0"/>
            <a:lumOff val="0"/>
            <a:alphaOff val="0"/>
          </a:schemeClr>
        </a:solidFill>
        <a:ln w="19050"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0910769-2509-4FC4-B3E0-46F8DCDB02E8}">
      <dsp:nvSpPr>
        <dsp:cNvPr id="0" name=""/>
        <dsp:cNvSpPr/>
      </dsp:nvSpPr>
      <dsp:spPr>
        <a:xfrm>
          <a:off x="280749" y="1234986"/>
          <a:ext cx="3930490" cy="797040"/>
        </a:xfrm>
        <a:prstGeom prst="round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63" tIns="0" rIns="148563" bIns="0" numCol="1" spcCol="1270" anchor="ctr" anchorCtr="0">
          <a:noAutofit/>
        </a:bodyPr>
        <a:lstStyle/>
        <a:p>
          <a:pPr marL="0" lvl="0" indent="0" algn="l" defTabSz="1200150">
            <a:lnSpc>
              <a:spcPct val="90000"/>
            </a:lnSpc>
            <a:spcBef>
              <a:spcPct val="0"/>
            </a:spcBef>
            <a:spcAft>
              <a:spcPct val="35000"/>
            </a:spcAft>
            <a:buNone/>
          </a:pPr>
          <a:r>
            <a:rPr lang="en-GB" sz="2700" kern="1200"/>
            <a:t>Catastrophising</a:t>
          </a:r>
          <a:endParaRPr lang="en-US" sz="2700" kern="1200"/>
        </a:p>
      </dsp:txBody>
      <dsp:txXfrm>
        <a:off x="319657" y="1273894"/>
        <a:ext cx="3852674" cy="719224"/>
      </dsp:txXfrm>
    </dsp:sp>
    <dsp:sp modelId="{26066691-AEC3-4671-90AA-86958F5F56A2}">
      <dsp:nvSpPr>
        <dsp:cNvPr id="0" name=""/>
        <dsp:cNvSpPr/>
      </dsp:nvSpPr>
      <dsp:spPr>
        <a:xfrm>
          <a:off x="0" y="2858226"/>
          <a:ext cx="5614987" cy="680400"/>
        </a:xfrm>
        <a:prstGeom prst="rect">
          <a:avLst/>
        </a:prstGeom>
        <a:solidFill>
          <a:schemeClr val="lt2">
            <a:alpha val="90000"/>
            <a:hueOff val="0"/>
            <a:satOff val="0"/>
            <a:lumOff val="0"/>
            <a:alphaOff val="0"/>
          </a:schemeClr>
        </a:solidFill>
        <a:ln w="19050"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A9584F6-6A10-45E6-9212-7E3EA30A6A15}">
      <dsp:nvSpPr>
        <dsp:cNvPr id="0" name=""/>
        <dsp:cNvSpPr/>
      </dsp:nvSpPr>
      <dsp:spPr>
        <a:xfrm>
          <a:off x="280749" y="2459706"/>
          <a:ext cx="3930490" cy="797040"/>
        </a:xfrm>
        <a:prstGeom prst="round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63" tIns="0" rIns="148563" bIns="0" numCol="1" spcCol="1270" anchor="ctr" anchorCtr="0">
          <a:noAutofit/>
        </a:bodyPr>
        <a:lstStyle/>
        <a:p>
          <a:pPr marL="0" lvl="0" indent="0" algn="l" defTabSz="1200150">
            <a:lnSpc>
              <a:spcPct val="90000"/>
            </a:lnSpc>
            <a:spcBef>
              <a:spcPct val="0"/>
            </a:spcBef>
            <a:spcAft>
              <a:spcPct val="35000"/>
            </a:spcAft>
            <a:buNone/>
          </a:pPr>
          <a:r>
            <a:rPr lang="en-GB" sz="2700" kern="1200"/>
            <a:t>Overgeneralising</a:t>
          </a:r>
          <a:endParaRPr lang="en-US" sz="2700" kern="1200"/>
        </a:p>
      </dsp:txBody>
      <dsp:txXfrm>
        <a:off x="319657" y="2498614"/>
        <a:ext cx="3852674" cy="719224"/>
      </dsp:txXfrm>
    </dsp:sp>
    <dsp:sp modelId="{5F7C96FF-18E8-4BC1-B173-71F8EEE54A46}">
      <dsp:nvSpPr>
        <dsp:cNvPr id="0" name=""/>
        <dsp:cNvSpPr/>
      </dsp:nvSpPr>
      <dsp:spPr>
        <a:xfrm>
          <a:off x="0" y="4082946"/>
          <a:ext cx="5614987" cy="680400"/>
        </a:xfrm>
        <a:prstGeom prst="rect">
          <a:avLst/>
        </a:prstGeom>
        <a:solidFill>
          <a:schemeClr val="lt2">
            <a:alpha val="90000"/>
            <a:hueOff val="0"/>
            <a:satOff val="0"/>
            <a:lumOff val="0"/>
            <a:alphaOff val="0"/>
          </a:schemeClr>
        </a:solidFill>
        <a:ln w="19050"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42F9465-5BAB-47DA-B696-FA2029F72CA2}">
      <dsp:nvSpPr>
        <dsp:cNvPr id="0" name=""/>
        <dsp:cNvSpPr/>
      </dsp:nvSpPr>
      <dsp:spPr>
        <a:xfrm>
          <a:off x="280749" y="3684426"/>
          <a:ext cx="3930490" cy="797040"/>
        </a:xfrm>
        <a:prstGeom prst="round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63" tIns="0" rIns="148563" bIns="0" numCol="1" spcCol="1270" anchor="ctr" anchorCtr="0">
          <a:noAutofit/>
        </a:bodyPr>
        <a:lstStyle/>
        <a:p>
          <a:pPr marL="0" lvl="0" indent="0" algn="l" defTabSz="1200150">
            <a:lnSpc>
              <a:spcPct val="90000"/>
            </a:lnSpc>
            <a:spcBef>
              <a:spcPct val="0"/>
            </a:spcBef>
            <a:spcAft>
              <a:spcPct val="35000"/>
            </a:spcAft>
            <a:buNone/>
          </a:pPr>
          <a:r>
            <a:rPr lang="en-GB" sz="2700" kern="1200"/>
            <a:t>“Should” statements</a:t>
          </a:r>
          <a:endParaRPr lang="en-US" sz="2700" kern="1200"/>
        </a:p>
      </dsp:txBody>
      <dsp:txXfrm>
        <a:off x="319657" y="3723334"/>
        <a:ext cx="3852674" cy="71922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7F030F-BE9D-4370-B0A9-85B26D64E7FF}">
      <dsp:nvSpPr>
        <dsp:cNvPr id="0" name=""/>
        <dsp:cNvSpPr/>
      </dsp:nvSpPr>
      <dsp:spPr>
        <a:xfrm>
          <a:off x="0" y="1184613"/>
          <a:ext cx="6904433" cy="579600"/>
        </a:xfrm>
        <a:prstGeom prst="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2660FFC-33EC-414D-8774-8414239C6921}">
      <dsp:nvSpPr>
        <dsp:cNvPr id="0" name=""/>
        <dsp:cNvSpPr/>
      </dsp:nvSpPr>
      <dsp:spPr>
        <a:xfrm>
          <a:off x="345221" y="845133"/>
          <a:ext cx="4833103" cy="67896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2680" tIns="0" rIns="182680" bIns="0" numCol="1" spcCol="1270" anchor="ctr" anchorCtr="0">
          <a:noAutofit/>
        </a:bodyPr>
        <a:lstStyle/>
        <a:p>
          <a:pPr marL="0" lvl="0" indent="0" algn="l" defTabSz="1022350">
            <a:lnSpc>
              <a:spcPct val="90000"/>
            </a:lnSpc>
            <a:spcBef>
              <a:spcPct val="0"/>
            </a:spcBef>
            <a:spcAft>
              <a:spcPct val="35000"/>
            </a:spcAft>
            <a:buNone/>
          </a:pPr>
          <a:r>
            <a:rPr lang="en-GB" sz="2300" kern="1200"/>
            <a:t>Socratic questioning (“What evidence supports that thought?”)</a:t>
          </a:r>
          <a:endParaRPr lang="en-US" sz="2300" kern="1200"/>
        </a:p>
      </dsp:txBody>
      <dsp:txXfrm>
        <a:off x="378365" y="878277"/>
        <a:ext cx="4766815" cy="612672"/>
      </dsp:txXfrm>
    </dsp:sp>
    <dsp:sp modelId="{695D3736-6B8C-465E-B0D7-2C0286652326}">
      <dsp:nvSpPr>
        <dsp:cNvPr id="0" name=""/>
        <dsp:cNvSpPr/>
      </dsp:nvSpPr>
      <dsp:spPr>
        <a:xfrm>
          <a:off x="0" y="2227893"/>
          <a:ext cx="6904433" cy="579600"/>
        </a:xfrm>
        <a:prstGeom prst="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21A03AB-E0EC-4D0B-8960-2643FF78DB42}">
      <dsp:nvSpPr>
        <dsp:cNvPr id="0" name=""/>
        <dsp:cNvSpPr/>
      </dsp:nvSpPr>
      <dsp:spPr>
        <a:xfrm>
          <a:off x="345221" y="1888413"/>
          <a:ext cx="4833103" cy="67896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2680" tIns="0" rIns="182680" bIns="0" numCol="1" spcCol="1270" anchor="ctr" anchorCtr="0">
          <a:noAutofit/>
        </a:bodyPr>
        <a:lstStyle/>
        <a:p>
          <a:pPr marL="0" lvl="0" indent="0" algn="l" defTabSz="1022350">
            <a:lnSpc>
              <a:spcPct val="90000"/>
            </a:lnSpc>
            <a:spcBef>
              <a:spcPct val="0"/>
            </a:spcBef>
            <a:spcAft>
              <a:spcPct val="35000"/>
            </a:spcAft>
            <a:buNone/>
          </a:pPr>
          <a:r>
            <a:rPr lang="en-GB" sz="2300" kern="1200"/>
            <a:t>Guided discovery</a:t>
          </a:r>
          <a:endParaRPr lang="en-US" sz="2300" kern="1200"/>
        </a:p>
      </dsp:txBody>
      <dsp:txXfrm>
        <a:off x="378365" y="1921557"/>
        <a:ext cx="4766815" cy="612672"/>
      </dsp:txXfrm>
    </dsp:sp>
    <dsp:sp modelId="{8582E960-444C-4736-8400-38B8DAA41A66}">
      <dsp:nvSpPr>
        <dsp:cNvPr id="0" name=""/>
        <dsp:cNvSpPr/>
      </dsp:nvSpPr>
      <dsp:spPr>
        <a:xfrm>
          <a:off x="0" y="3271173"/>
          <a:ext cx="6904433" cy="579600"/>
        </a:xfrm>
        <a:prstGeom prst="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5A36F30-BB9B-4799-BAF5-DF64A20FB2BA}">
      <dsp:nvSpPr>
        <dsp:cNvPr id="0" name=""/>
        <dsp:cNvSpPr/>
      </dsp:nvSpPr>
      <dsp:spPr>
        <a:xfrm>
          <a:off x="345221" y="2931693"/>
          <a:ext cx="4833103" cy="67896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2680" tIns="0" rIns="182680" bIns="0" numCol="1" spcCol="1270" anchor="ctr" anchorCtr="0">
          <a:noAutofit/>
        </a:bodyPr>
        <a:lstStyle/>
        <a:p>
          <a:pPr marL="0" lvl="0" indent="0" algn="l" defTabSz="1022350">
            <a:lnSpc>
              <a:spcPct val="90000"/>
            </a:lnSpc>
            <a:spcBef>
              <a:spcPct val="0"/>
            </a:spcBef>
            <a:spcAft>
              <a:spcPct val="35000"/>
            </a:spcAft>
            <a:buNone/>
          </a:pPr>
          <a:r>
            <a:rPr lang="en-GB" sz="2300" kern="1200"/>
            <a:t>Behavioural experiments (“Let’s test that assumption safely.”)</a:t>
          </a:r>
          <a:endParaRPr lang="en-US" sz="2300" kern="1200"/>
        </a:p>
      </dsp:txBody>
      <dsp:txXfrm>
        <a:off x="378365" y="2964837"/>
        <a:ext cx="4766815" cy="612672"/>
      </dsp:txXfrm>
    </dsp:sp>
    <dsp:sp modelId="{3E2192F2-4FC9-4160-9C67-D5E7F191CCEF}">
      <dsp:nvSpPr>
        <dsp:cNvPr id="0" name=""/>
        <dsp:cNvSpPr/>
      </dsp:nvSpPr>
      <dsp:spPr>
        <a:xfrm>
          <a:off x="0" y="4314453"/>
          <a:ext cx="6904433" cy="579600"/>
        </a:xfrm>
        <a:prstGeom prst="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E838AC3-C947-4045-A8C5-9750ED469F1D}">
      <dsp:nvSpPr>
        <dsp:cNvPr id="0" name=""/>
        <dsp:cNvSpPr/>
      </dsp:nvSpPr>
      <dsp:spPr>
        <a:xfrm>
          <a:off x="345221" y="3974973"/>
          <a:ext cx="4833103" cy="67896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2680" tIns="0" rIns="182680" bIns="0" numCol="1" spcCol="1270" anchor="ctr" anchorCtr="0">
          <a:noAutofit/>
        </a:bodyPr>
        <a:lstStyle/>
        <a:p>
          <a:pPr marL="0" lvl="0" indent="0" algn="l" defTabSz="1022350">
            <a:lnSpc>
              <a:spcPct val="90000"/>
            </a:lnSpc>
            <a:spcBef>
              <a:spcPct val="0"/>
            </a:spcBef>
            <a:spcAft>
              <a:spcPct val="35000"/>
            </a:spcAft>
            <a:buNone/>
          </a:pPr>
          <a:r>
            <a:rPr lang="en-GB" sz="2300" kern="1200"/>
            <a:t>Goal setting and self-monitoring</a:t>
          </a:r>
          <a:endParaRPr lang="en-US" sz="2300" kern="1200"/>
        </a:p>
      </dsp:txBody>
      <dsp:txXfrm>
        <a:off x="378365" y="4008117"/>
        <a:ext cx="4766815" cy="61267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14E751-374F-4B16-95D6-41FDF49F1136}">
      <dsp:nvSpPr>
        <dsp:cNvPr id="0" name=""/>
        <dsp:cNvSpPr/>
      </dsp:nvSpPr>
      <dsp:spPr>
        <a:xfrm>
          <a:off x="0" y="2330"/>
          <a:ext cx="5614987" cy="0"/>
        </a:xfrm>
        <a:prstGeom prst="line">
          <a:avLst/>
        </a:prstGeom>
        <a:solidFill>
          <a:schemeClr val="accent2">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019CA42-0F99-4601-BF90-3BC5533EA9C1}">
      <dsp:nvSpPr>
        <dsp:cNvPr id="0" name=""/>
        <dsp:cNvSpPr/>
      </dsp:nvSpPr>
      <dsp:spPr>
        <a:xfrm>
          <a:off x="0" y="2330"/>
          <a:ext cx="5614987" cy="15896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GB" sz="3300" kern="1200">
              <a:solidFill>
                <a:schemeClr val="bg1"/>
              </a:solidFill>
            </a:rPr>
            <a:t>Scope of physiotherapist practice (CBT-informed vs full CBT)</a:t>
          </a:r>
          <a:endParaRPr lang="en-US" sz="3300" kern="1200">
            <a:solidFill>
              <a:schemeClr val="bg1"/>
            </a:solidFill>
          </a:endParaRPr>
        </a:p>
      </dsp:txBody>
      <dsp:txXfrm>
        <a:off x="0" y="2330"/>
        <a:ext cx="5614987" cy="1589650"/>
      </dsp:txXfrm>
    </dsp:sp>
    <dsp:sp modelId="{F926BE18-7D5D-46AC-9A3F-09F5610B357D}">
      <dsp:nvSpPr>
        <dsp:cNvPr id="0" name=""/>
        <dsp:cNvSpPr/>
      </dsp:nvSpPr>
      <dsp:spPr>
        <a:xfrm>
          <a:off x="0" y="1591981"/>
          <a:ext cx="5614987" cy="0"/>
        </a:xfrm>
        <a:prstGeom prst="line">
          <a:avLst/>
        </a:prstGeom>
        <a:solidFill>
          <a:schemeClr val="accent2">
            <a:hueOff val="677407"/>
            <a:satOff val="-3316"/>
            <a:lumOff val="1862"/>
            <a:alphaOff val="0"/>
          </a:schemeClr>
        </a:solidFill>
        <a:ln w="19050" cap="rnd" cmpd="sng" algn="ctr">
          <a:solidFill>
            <a:schemeClr val="accent2">
              <a:hueOff val="677407"/>
              <a:satOff val="-3316"/>
              <a:lumOff val="1862"/>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F8CD3EE-7161-4780-ABDB-714048A19316}">
      <dsp:nvSpPr>
        <dsp:cNvPr id="0" name=""/>
        <dsp:cNvSpPr/>
      </dsp:nvSpPr>
      <dsp:spPr>
        <a:xfrm>
          <a:off x="0" y="1591981"/>
          <a:ext cx="5614987" cy="15896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GB" sz="3300" kern="1200">
              <a:solidFill>
                <a:schemeClr val="bg1"/>
              </a:solidFill>
            </a:rPr>
            <a:t>Need for training and supervision</a:t>
          </a:r>
          <a:endParaRPr lang="en-US" sz="3300" kern="1200">
            <a:solidFill>
              <a:schemeClr val="bg1"/>
            </a:solidFill>
          </a:endParaRPr>
        </a:p>
      </dsp:txBody>
      <dsp:txXfrm>
        <a:off x="0" y="1591981"/>
        <a:ext cx="5614987" cy="1589650"/>
      </dsp:txXfrm>
    </dsp:sp>
    <dsp:sp modelId="{30ECA98F-EAB0-4314-A889-3B1284D22973}">
      <dsp:nvSpPr>
        <dsp:cNvPr id="0" name=""/>
        <dsp:cNvSpPr/>
      </dsp:nvSpPr>
      <dsp:spPr>
        <a:xfrm>
          <a:off x="0" y="3181631"/>
          <a:ext cx="5614987" cy="0"/>
        </a:xfrm>
        <a:prstGeom prst="line">
          <a:avLst/>
        </a:prstGeom>
        <a:solidFill>
          <a:schemeClr val="accent2">
            <a:hueOff val="1354814"/>
            <a:satOff val="-6632"/>
            <a:lumOff val="3725"/>
            <a:alphaOff val="0"/>
          </a:schemeClr>
        </a:solidFill>
        <a:ln w="19050" cap="rnd" cmpd="sng" algn="ctr">
          <a:solidFill>
            <a:schemeClr val="accent2">
              <a:hueOff val="1354814"/>
              <a:satOff val="-6632"/>
              <a:lumOff val="372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33D8573-EE3D-4355-8D30-1C474183D2DC}">
      <dsp:nvSpPr>
        <dsp:cNvPr id="0" name=""/>
        <dsp:cNvSpPr/>
      </dsp:nvSpPr>
      <dsp:spPr>
        <a:xfrm>
          <a:off x="0" y="3181631"/>
          <a:ext cx="5614987" cy="15896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GB" sz="3300" kern="1200">
              <a:solidFill>
                <a:schemeClr val="bg1"/>
              </a:solidFill>
            </a:rPr>
            <a:t>Referral to psychological services when appropriate</a:t>
          </a:r>
          <a:endParaRPr lang="en-US" sz="3300" kern="1200">
            <a:solidFill>
              <a:schemeClr val="bg1"/>
            </a:solidFill>
          </a:endParaRPr>
        </a:p>
      </dsp:txBody>
      <dsp:txXfrm>
        <a:off x="0" y="3181631"/>
        <a:ext cx="5614987" cy="158965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6256EB-CAAD-49AC-B5C5-FAA90F6FB7E8}">
      <dsp:nvSpPr>
        <dsp:cNvPr id="0" name=""/>
        <dsp:cNvSpPr/>
      </dsp:nvSpPr>
      <dsp:spPr>
        <a:xfrm>
          <a:off x="0" y="3579249"/>
          <a:ext cx="11684000" cy="1174789"/>
        </a:xfrm>
        <a:prstGeom prst="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GB" sz="2400" kern="1200">
              <a:latin typeface="Aptos" panose="020B0004020202020204" pitchFamily="34" charset="0"/>
            </a:rPr>
            <a:t>Physiotherapy example:</a:t>
          </a:r>
          <a:endParaRPr lang="en-US" sz="2400" kern="1200">
            <a:latin typeface="Aptos" panose="020B0004020202020204" pitchFamily="34" charset="0"/>
          </a:endParaRPr>
        </a:p>
      </dsp:txBody>
      <dsp:txXfrm>
        <a:off x="0" y="3579249"/>
        <a:ext cx="11684000" cy="634386"/>
      </dsp:txXfrm>
    </dsp:sp>
    <dsp:sp modelId="{33D7283A-C647-417F-8A62-B04ECE84DB76}">
      <dsp:nvSpPr>
        <dsp:cNvPr id="0" name=""/>
        <dsp:cNvSpPr/>
      </dsp:nvSpPr>
      <dsp:spPr>
        <a:xfrm>
          <a:off x="5705" y="4190139"/>
          <a:ext cx="3890863" cy="540403"/>
        </a:xfrm>
        <a:prstGeom prst="rect">
          <a:avLst/>
        </a:prstGeom>
        <a:solidFill>
          <a:schemeClr val="dk2">
            <a:alpha val="90000"/>
            <a:tint val="40000"/>
            <a:hueOff val="0"/>
            <a:satOff val="0"/>
            <a:lumOff val="0"/>
            <a:alphaOff val="0"/>
          </a:schemeClr>
        </a:solidFill>
        <a:ln w="19050" cap="rnd"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0688" tIns="30480" rIns="170688" bIns="30480" numCol="1" spcCol="1270" anchor="ctr" anchorCtr="0">
          <a:noAutofit/>
        </a:bodyPr>
        <a:lstStyle/>
        <a:p>
          <a:pPr marL="0" lvl="0" indent="0" algn="ctr" defTabSz="1066800">
            <a:lnSpc>
              <a:spcPct val="90000"/>
            </a:lnSpc>
            <a:spcBef>
              <a:spcPct val="0"/>
            </a:spcBef>
            <a:spcAft>
              <a:spcPct val="35000"/>
            </a:spcAft>
            <a:buNone/>
          </a:pPr>
          <a:r>
            <a:rPr lang="en-GB" sz="2400" b="1" kern="1200">
              <a:latin typeface="Aptos" panose="020B0004020202020204" pitchFamily="34" charset="0"/>
            </a:rPr>
            <a:t>Capability:</a:t>
          </a:r>
          <a:r>
            <a:rPr lang="en-GB" sz="2400" kern="1200">
              <a:latin typeface="Aptos" panose="020B0004020202020204" pitchFamily="34" charset="0"/>
            </a:rPr>
            <a:t> patient knows how to do exercises</a:t>
          </a:r>
          <a:endParaRPr lang="en-US" sz="2400" kern="1200">
            <a:latin typeface="Aptos" panose="020B0004020202020204" pitchFamily="34" charset="0"/>
          </a:endParaRPr>
        </a:p>
      </dsp:txBody>
      <dsp:txXfrm>
        <a:off x="5705" y="4190139"/>
        <a:ext cx="3890863" cy="540403"/>
      </dsp:txXfrm>
    </dsp:sp>
    <dsp:sp modelId="{4CD8E3A7-C3A4-4EEE-8EAE-29B58C614F7D}">
      <dsp:nvSpPr>
        <dsp:cNvPr id="0" name=""/>
        <dsp:cNvSpPr/>
      </dsp:nvSpPr>
      <dsp:spPr>
        <a:xfrm>
          <a:off x="3896568" y="4190139"/>
          <a:ext cx="3890863" cy="540403"/>
        </a:xfrm>
        <a:prstGeom prst="rect">
          <a:avLst/>
        </a:prstGeom>
        <a:solidFill>
          <a:schemeClr val="dk2">
            <a:alpha val="90000"/>
            <a:tint val="40000"/>
            <a:hueOff val="0"/>
            <a:satOff val="0"/>
            <a:lumOff val="0"/>
            <a:alphaOff val="0"/>
          </a:schemeClr>
        </a:solidFill>
        <a:ln w="19050" cap="rnd"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0688" tIns="30480" rIns="170688" bIns="30480" numCol="1" spcCol="1270" anchor="ctr" anchorCtr="0">
          <a:noAutofit/>
        </a:bodyPr>
        <a:lstStyle/>
        <a:p>
          <a:pPr marL="0" lvl="0" indent="0" algn="ctr" defTabSz="1066800">
            <a:lnSpc>
              <a:spcPct val="90000"/>
            </a:lnSpc>
            <a:spcBef>
              <a:spcPct val="0"/>
            </a:spcBef>
            <a:spcAft>
              <a:spcPct val="35000"/>
            </a:spcAft>
            <a:buNone/>
          </a:pPr>
          <a:r>
            <a:rPr lang="en-GB" sz="2400" b="1" kern="1200" dirty="0">
              <a:latin typeface="Aptos" panose="020B0004020202020204" pitchFamily="34" charset="0"/>
            </a:rPr>
            <a:t>Opportunity:</a:t>
          </a:r>
          <a:r>
            <a:rPr lang="en-GB" sz="2400" kern="1200" dirty="0">
              <a:latin typeface="Aptos" panose="020B0004020202020204" pitchFamily="34" charset="0"/>
            </a:rPr>
            <a:t> has time and space at home</a:t>
          </a:r>
          <a:endParaRPr lang="en-US" sz="2400" kern="1200" dirty="0">
            <a:latin typeface="Aptos" panose="020B0004020202020204" pitchFamily="34" charset="0"/>
          </a:endParaRPr>
        </a:p>
      </dsp:txBody>
      <dsp:txXfrm>
        <a:off x="3896568" y="4190139"/>
        <a:ext cx="3890863" cy="540403"/>
      </dsp:txXfrm>
    </dsp:sp>
    <dsp:sp modelId="{AC1FDE62-ABCD-439F-858E-80A5B4D37173}">
      <dsp:nvSpPr>
        <dsp:cNvPr id="0" name=""/>
        <dsp:cNvSpPr/>
      </dsp:nvSpPr>
      <dsp:spPr>
        <a:xfrm>
          <a:off x="7787431" y="4190139"/>
          <a:ext cx="3890863" cy="540403"/>
        </a:xfrm>
        <a:prstGeom prst="rect">
          <a:avLst/>
        </a:prstGeom>
        <a:solidFill>
          <a:schemeClr val="dk2">
            <a:alpha val="90000"/>
            <a:tint val="40000"/>
            <a:hueOff val="0"/>
            <a:satOff val="0"/>
            <a:lumOff val="0"/>
            <a:alphaOff val="0"/>
          </a:schemeClr>
        </a:solidFill>
        <a:ln w="19050" cap="rnd"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0688" tIns="30480" rIns="170688" bIns="30480" numCol="1" spcCol="1270" anchor="ctr" anchorCtr="0">
          <a:noAutofit/>
        </a:bodyPr>
        <a:lstStyle/>
        <a:p>
          <a:pPr marL="0" lvl="0" indent="0" algn="ctr" defTabSz="1066800">
            <a:lnSpc>
              <a:spcPct val="90000"/>
            </a:lnSpc>
            <a:spcBef>
              <a:spcPct val="0"/>
            </a:spcBef>
            <a:spcAft>
              <a:spcPct val="35000"/>
            </a:spcAft>
            <a:buNone/>
          </a:pPr>
          <a:r>
            <a:rPr lang="en-GB" sz="2400" b="1" kern="1200">
              <a:latin typeface="Aptos" panose="020B0004020202020204" pitchFamily="34" charset="0"/>
            </a:rPr>
            <a:t>Motivation:</a:t>
          </a:r>
          <a:r>
            <a:rPr lang="en-GB" sz="2400" kern="1200">
              <a:latin typeface="Aptos" panose="020B0004020202020204" pitchFamily="34" charset="0"/>
            </a:rPr>
            <a:t> believes it’s beneficial</a:t>
          </a:r>
          <a:endParaRPr lang="en-US" sz="2400" kern="1200">
            <a:latin typeface="Aptos" panose="020B0004020202020204" pitchFamily="34" charset="0"/>
          </a:endParaRPr>
        </a:p>
      </dsp:txBody>
      <dsp:txXfrm>
        <a:off x="7787431" y="4190139"/>
        <a:ext cx="3890863" cy="540403"/>
      </dsp:txXfrm>
    </dsp:sp>
    <dsp:sp modelId="{246C4194-46EF-40A3-8784-6179769C3BA1}">
      <dsp:nvSpPr>
        <dsp:cNvPr id="0" name=""/>
        <dsp:cNvSpPr/>
      </dsp:nvSpPr>
      <dsp:spPr>
        <a:xfrm rot="10800000">
          <a:off x="0" y="1790044"/>
          <a:ext cx="11684000" cy="1806826"/>
        </a:xfrm>
        <a:prstGeom prst="upArrowCallou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GB" sz="2400" kern="1200">
              <a:latin typeface="Aptos" panose="020B0004020202020204" pitchFamily="34" charset="0"/>
            </a:rPr>
            <a:t>Behaviour occurs when </a:t>
          </a:r>
          <a:r>
            <a:rPr lang="en-GB" sz="2400" b="1" kern="1200">
              <a:latin typeface="Aptos" panose="020B0004020202020204" pitchFamily="34" charset="0"/>
            </a:rPr>
            <a:t>Capability</a:t>
          </a:r>
          <a:r>
            <a:rPr lang="en-GB" sz="2400" kern="1200">
              <a:latin typeface="Aptos" panose="020B0004020202020204" pitchFamily="34" charset="0"/>
            </a:rPr>
            <a:t>, </a:t>
          </a:r>
          <a:r>
            <a:rPr lang="en-GB" sz="2400" b="1" kern="1200">
              <a:latin typeface="Aptos" panose="020B0004020202020204" pitchFamily="34" charset="0"/>
            </a:rPr>
            <a:t>Opportunity</a:t>
          </a:r>
          <a:r>
            <a:rPr lang="en-GB" sz="2400" kern="1200">
              <a:latin typeface="Aptos" panose="020B0004020202020204" pitchFamily="34" charset="0"/>
            </a:rPr>
            <a:t>, and </a:t>
          </a:r>
          <a:r>
            <a:rPr lang="en-GB" sz="2400" b="1" kern="1200">
              <a:latin typeface="Aptos" panose="020B0004020202020204" pitchFamily="34" charset="0"/>
            </a:rPr>
            <a:t>Motivation</a:t>
          </a:r>
          <a:r>
            <a:rPr lang="en-GB" sz="2400" kern="1200">
              <a:latin typeface="Aptos" panose="020B0004020202020204" pitchFamily="34" charset="0"/>
            </a:rPr>
            <a:t> interact.</a:t>
          </a:r>
          <a:endParaRPr lang="en-US" sz="2400" kern="1200">
            <a:latin typeface="Aptos" panose="020B0004020202020204" pitchFamily="34" charset="0"/>
          </a:endParaRPr>
        </a:p>
      </dsp:txBody>
      <dsp:txXfrm rot="10800000">
        <a:off x="0" y="1790044"/>
        <a:ext cx="11684000" cy="1174021"/>
      </dsp:txXfrm>
    </dsp:sp>
    <dsp:sp modelId="{BE1E8EBB-FFF0-4853-B6C7-E7B04E831040}">
      <dsp:nvSpPr>
        <dsp:cNvPr id="0" name=""/>
        <dsp:cNvSpPr/>
      </dsp:nvSpPr>
      <dsp:spPr>
        <a:xfrm rot="10800000">
          <a:off x="0" y="0"/>
          <a:ext cx="11684000" cy="1806826"/>
        </a:xfrm>
        <a:prstGeom prst="upArrowCallou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GB" sz="2400" kern="1200">
              <a:latin typeface="Aptos" panose="020B0004020202020204" pitchFamily="34" charset="0"/>
            </a:rPr>
            <a:t>Core of the Behaviour Change Wheel (Michie et al., 2011).</a:t>
          </a:r>
          <a:endParaRPr lang="en-US" sz="2400" kern="1200">
            <a:latin typeface="Aptos" panose="020B0004020202020204" pitchFamily="34" charset="0"/>
          </a:endParaRPr>
        </a:p>
      </dsp:txBody>
      <dsp:txXfrm rot="10800000">
        <a:off x="0" y="0"/>
        <a:ext cx="11684000" cy="117402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BF9498-9EBC-4316-973D-940510389EC5}">
      <dsp:nvSpPr>
        <dsp:cNvPr id="0" name=""/>
        <dsp:cNvSpPr/>
      </dsp:nvSpPr>
      <dsp:spPr>
        <a:xfrm>
          <a:off x="0" y="3835"/>
          <a:ext cx="6496050" cy="131386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E53B53D-B1A3-4E00-8043-7E581CC9D3DF}">
      <dsp:nvSpPr>
        <dsp:cNvPr id="0" name=""/>
        <dsp:cNvSpPr/>
      </dsp:nvSpPr>
      <dsp:spPr>
        <a:xfrm>
          <a:off x="397443" y="299454"/>
          <a:ext cx="723330" cy="72262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1F160AB-3984-4EF1-9C85-9EAC4C103E70}">
      <dsp:nvSpPr>
        <dsp:cNvPr id="0" name=""/>
        <dsp:cNvSpPr/>
      </dsp:nvSpPr>
      <dsp:spPr>
        <a:xfrm>
          <a:off x="1518216" y="3835"/>
          <a:ext cx="4898080" cy="13151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186" tIns="139186" rIns="139186" bIns="139186" numCol="1" spcCol="1270" anchor="ctr" anchorCtr="0">
          <a:noAutofit/>
        </a:bodyPr>
        <a:lstStyle/>
        <a:p>
          <a:pPr marL="0" lvl="0" indent="0" algn="l" defTabSz="1066800">
            <a:lnSpc>
              <a:spcPct val="100000"/>
            </a:lnSpc>
            <a:spcBef>
              <a:spcPct val="0"/>
            </a:spcBef>
            <a:spcAft>
              <a:spcPct val="35000"/>
            </a:spcAft>
            <a:buNone/>
          </a:pPr>
          <a:r>
            <a:rPr lang="en-GB" sz="2400" b="1" kern="1200" dirty="0">
              <a:latin typeface="Aptos" panose="020B0004020202020204" pitchFamily="34" charset="0"/>
            </a:rPr>
            <a:t>Definition:</a:t>
          </a:r>
          <a:r>
            <a:rPr lang="en-GB" sz="2400" kern="1200" dirty="0">
              <a:latin typeface="Aptos" panose="020B0004020202020204" pitchFamily="34" charset="0"/>
            </a:rPr>
            <a:t> “Active ingredients” of interventions that bring about behaviour change.</a:t>
          </a:r>
          <a:endParaRPr lang="en-US" sz="2400" kern="1200" dirty="0">
            <a:latin typeface="Aptos" panose="020B0004020202020204" pitchFamily="34" charset="0"/>
          </a:endParaRPr>
        </a:p>
      </dsp:txBody>
      <dsp:txXfrm>
        <a:off x="1518216" y="3835"/>
        <a:ext cx="4898080" cy="1315145"/>
      </dsp:txXfrm>
    </dsp:sp>
    <dsp:sp modelId="{BD0803C2-EA60-4A81-BDDC-42A999CE8BDF}">
      <dsp:nvSpPr>
        <dsp:cNvPr id="0" name=""/>
        <dsp:cNvSpPr/>
      </dsp:nvSpPr>
      <dsp:spPr>
        <a:xfrm>
          <a:off x="0" y="1628427"/>
          <a:ext cx="6496050" cy="131386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6E399A8-9184-4075-B440-DE19AFFFAD3C}">
      <dsp:nvSpPr>
        <dsp:cNvPr id="0" name=""/>
        <dsp:cNvSpPr/>
      </dsp:nvSpPr>
      <dsp:spPr>
        <a:xfrm>
          <a:off x="397443" y="1924045"/>
          <a:ext cx="723330" cy="72262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179AFB6-3E72-40FA-8FE7-EDF2E24D3560}">
      <dsp:nvSpPr>
        <dsp:cNvPr id="0" name=""/>
        <dsp:cNvSpPr/>
      </dsp:nvSpPr>
      <dsp:spPr>
        <a:xfrm>
          <a:off x="1518216" y="1628427"/>
          <a:ext cx="4898080" cy="13151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186" tIns="139186" rIns="139186" bIns="139186" numCol="1" spcCol="1270" anchor="ctr" anchorCtr="0">
          <a:noAutofit/>
        </a:bodyPr>
        <a:lstStyle/>
        <a:p>
          <a:pPr marL="0" lvl="0" indent="0" algn="l" defTabSz="1066800">
            <a:lnSpc>
              <a:spcPct val="100000"/>
            </a:lnSpc>
            <a:spcBef>
              <a:spcPct val="0"/>
            </a:spcBef>
            <a:spcAft>
              <a:spcPct val="35000"/>
            </a:spcAft>
            <a:buNone/>
          </a:pPr>
          <a:r>
            <a:rPr lang="en-GB" sz="2400" kern="1200" dirty="0">
              <a:latin typeface="Aptos" panose="020B0004020202020204" pitchFamily="34" charset="0"/>
            </a:rPr>
            <a:t>Small, observable, replicable components (Michie et al., 2013).</a:t>
          </a:r>
          <a:endParaRPr lang="en-US" sz="2400" kern="1200" dirty="0">
            <a:latin typeface="Aptos" panose="020B0004020202020204" pitchFamily="34" charset="0"/>
          </a:endParaRPr>
        </a:p>
      </dsp:txBody>
      <dsp:txXfrm>
        <a:off x="1518216" y="1628427"/>
        <a:ext cx="4898080" cy="1315145"/>
      </dsp:txXfrm>
    </dsp:sp>
    <dsp:sp modelId="{6DD8E097-E67F-473C-9715-4706C1E6ED9D}">
      <dsp:nvSpPr>
        <dsp:cNvPr id="0" name=""/>
        <dsp:cNvSpPr/>
      </dsp:nvSpPr>
      <dsp:spPr>
        <a:xfrm>
          <a:off x="0" y="3253018"/>
          <a:ext cx="6496050" cy="131386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2FF12D-EC68-4901-9F40-604BE8CF7D6E}">
      <dsp:nvSpPr>
        <dsp:cNvPr id="0" name=""/>
        <dsp:cNvSpPr/>
      </dsp:nvSpPr>
      <dsp:spPr>
        <a:xfrm>
          <a:off x="397443" y="3548637"/>
          <a:ext cx="723330" cy="72262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ADF2AC4-5FE1-419A-B4B9-9A895DE96A94}">
      <dsp:nvSpPr>
        <dsp:cNvPr id="0" name=""/>
        <dsp:cNvSpPr/>
      </dsp:nvSpPr>
      <dsp:spPr>
        <a:xfrm>
          <a:off x="1518216" y="3253018"/>
          <a:ext cx="4898080" cy="13151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186" tIns="139186" rIns="139186" bIns="139186" numCol="1" spcCol="1270" anchor="ctr" anchorCtr="0">
          <a:noAutofit/>
        </a:bodyPr>
        <a:lstStyle/>
        <a:p>
          <a:pPr marL="0" lvl="0" indent="0" algn="l" defTabSz="1066800">
            <a:lnSpc>
              <a:spcPct val="100000"/>
            </a:lnSpc>
            <a:spcBef>
              <a:spcPct val="0"/>
            </a:spcBef>
            <a:spcAft>
              <a:spcPct val="35000"/>
            </a:spcAft>
            <a:buNone/>
          </a:pPr>
          <a:r>
            <a:rPr lang="en-GB" sz="2400" kern="1200" dirty="0">
              <a:latin typeface="Aptos" panose="020B0004020202020204" pitchFamily="34" charset="0"/>
            </a:rPr>
            <a:t>Over 93 identified BCTs (BCT Taxonomy v1).</a:t>
          </a:r>
          <a:endParaRPr lang="en-US" sz="2400" kern="1200" dirty="0">
            <a:latin typeface="Aptos" panose="020B0004020202020204" pitchFamily="34" charset="0"/>
          </a:endParaRPr>
        </a:p>
      </dsp:txBody>
      <dsp:txXfrm>
        <a:off x="1518216" y="3253018"/>
        <a:ext cx="4898080" cy="131514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FE2EBD-19A4-4D73-8022-041C99E1F3FB}">
      <dsp:nvSpPr>
        <dsp:cNvPr id="0" name=""/>
        <dsp:cNvSpPr/>
      </dsp:nvSpPr>
      <dsp:spPr>
        <a:xfrm>
          <a:off x="0" y="415"/>
          <a:ext cx="10895369" cy="0"/>
        </a:xfrm>
        <a:prstGeom prst="line">
          <a:avLst/>
        </a:prstGeom>
        <a:solidFill>
          <a:schemeClr val="accent2">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EBD7996-CF30-4CFB-804D-A792B643A189}">
      <dsp:nvSpPr>
        <dsp:cNvPr id="0" name=""/>
        <dsp:cNvSpPr/>
      </dsp:nvSpPr>
      <dsp:spPr>
        <a:xfrm>
          <a:off x="0" y="415"/>
          <a:ext cx="10895369" cy="680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GB" sz="2800" b="1" kern="1200" dirty="0">
              <a:latin typeface="Aptos" panose="020B0004020202020204" pitchFamily="34" charset="0"/>
            </a:rPr>
            <a:t>Assess</a:t>
          </a:r>
          <a:r>
            <a:rPr lang="en-GB" sz="2800" kern="1200" dirty="0">
              <a:latin typeface="Aptos" panose="020B0004020202020204" pitchFamily="34" charset="0"/>
            </a:rPr>
            <a:t> behaviour using COM-B (what’s missing?).</a:t>
          </a:r>
          <a:endParaRPr lang="en-US" sz="2800" kern="1200" dirty="0">
            <a:latin typeface="Aptos" panose="020B0004020202020204" pitchFamily="34" charset="0"/>
          </a:endParaRPr>
        </a:p>
      </dsp:txBody>
      <dsp:txXfrm>
        <a:off x="0" y="415"/>
        <a:ext cx="10895369" cy="680689"/>
      </dsp:txXfrm>
    </dsp:sp>
    <dsp:sp modelId="{76E0637A-BFE2-4187-9A38-CF9530BCCF5F}">
      <dsp:nvSpPr>
        <dsp:cNvPr id="0" name=""/>
        <dsp:cNvSpPr/>
      </dsp:nvSpPr>
      <dsp:spPr>
        <a:xfrm>
          <a:off x="0" y="681104"/>
          <a:ext cx="10895369" cy="0"/>
        </a:xfrm>
        <a:prstGeom prst="line">
          <a:avLst/>
        </a:prstGeom>
        <a:solidFill>
          <a:schemeClr val="accent3">
            <a:hueOff val="0"/>
            <a:satOff val="0"/>
            <a:lumOff val="0"/>
            <a:alphaOff val="0"/>
          </a:schemeClr>
        </a:solidFill>
        <a:ln w="19050"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405E298-7DC9-4B3C-869E-7D4C47700943}">
      <dsp:nvSpPr>
        <dsp:cNvPr id="0" name=""/>
        <dsp:cNvSpPr/>
      </dsp:nvSpPr>
      <dsp:spPr>
        <a:xfrm>
          <a:off x="0" y="681104"/>
          <a:ext cx="10895369" cy="680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GB" sz="2800" b="1" kern="1200">
              <a:latin typeface="Aptos" panose="020B0004020202020204" pitchFamily="34" charset="0"/>
            </a:rPr>
            <a:t>Select</a:t>
          </a:r>
          <a:r>
            <a:rPr lang="en-GB" sz="2800" kern="1200">
              <a:latin typeface="Aptos" panose="020B0004020202020204" pitchFamily="34" charset="0"/>
            </a:rPr>
            <a:t> appropriate intervention functions (e.g., education, training).</a:t>
          </a:r>
          <a:endParaRPr lang="en-US" sz="2800" kern="1200">
            <a:latin typeface="Aptos" panose="020B0004020202020204" pitchFamily="34" charset="0"/>
          </a:endParaRPr>
        </a:p>
      </dsp:txBody>
      <dsp:txXfrm>
        <a:off x="0" y="681104"/>
        <a:ext cx="10895369" cy="680689"/>
      </dsp:txXfrm>
    </dsp:sp>
    <dsp:sp modelId="{89A4AB22-E835-47E7-ADF0-87EEFFBECF45}">
      <dsp:nvSpPr>
        <dsp:cNvPr id="0" name=""/>
        <dsp:cNvSpPr/>
      </dsp:nvSpPr>
      <dsp:spPr>
        <a:xfrm>
          <a:off x="0" y="1361793"/>
          <a:ext cx="10895369" cy="0"/>
        </a:xfrm>
        <a:prstGeom prst="line">
          <a:avLst/>
        </a:prstGeom>
        <a:solidFill>
          <a:schemeClr val="accent4">
            <a:hueOff val="0"/>
            <a:satOff val="0"/>
            <a:lumOff val="0"/>
            <a:alphaOff val="0"/>
          </a:schemeClr>
        </a:solidFill>
        <a:ln w="19050"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F289B05-D3B7-44B2-8708-111EE81E5C8D}">
      <dsp:nvSpPr>
        <dsp:cNvPr id="0" name=""/>
        <dsp:cNvSpPr/>
      </dsp:nvSpPr>
      <dsp:spPr>
        <a:xfrm>
          <a:off x="0" y="1361793"/>
          <a:ext cx="10895369" cy="680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GB" sz="2800" b="1" kern="1200">
              <a:latin typeface="Aptos" panose="020B0004020202020204" pitchFamily="34" charset="0"/>
            </a:rPr>
            <a:t>Choose</a:t>
          </a:r>
          <a:r>
            <a:rPr lang="en-GB" sz="2800" kern="1200">
              <a:latin typeface="Aptos" panose="020B0004020202020204" pitchFamily="34" charset="0"/>
            </a:rPr>
            <a:t> BCTs to address those factors.</a:t>
          </a:r>
          <a:endParaRPr lang="en-US" sz="2800" kern="1200">
            <a:latin typeface="Aptos" panose="020B0004020202020204" pitchFamily="34" charset="0"/>
          </a:endParaRPr>
        </a:p>
      </dsp:txBody>
      <dsp:txXfrm>
        <a:off x="0" y="1361793"/>
        <a:ext cx="10895369" cy="680689"/>
      </dsp:txXfrm>
    </dsp:sp>
    <dsp:sp modelId="{8329D4DF-C8E2-4810-8BA8-E3796577A891}">
      <dsp:nvSpPr>
        <dsp:cNvPr id="0" name=""/>
        <dsp:cNvSpPr/>
      </dsp:nvSpPr>
      <dsp:spPr>
        <a:xfrm>
          <a:off x="0" y="2042483"/>
          <a:ext cx="10895369" cy="0"/>
        </a:xfrm>
        <a:prstGeom prst="line">
          <a:avLst/>
        </a:prstGeom>
        <a:solidFill>
          <a:schemeClr val="accent5">
            <a:hueOff val="0"/>
            <a:satOff val="0"/>
            <a:lumOff val="0"/>
            <a:alphaOff val="0"/>
          </a:schemeClr>
        </a:solidFill>
        <a:ln w="19050" cap="rnd"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EAD1DFC-0609-49D2-8C4E-552CBE66D39D}">
      <dsp:nvSpPr>
        <dsp:cNvPr id="0" name=""/>
        <dsp:cNvSpPr/>
      </dsp:nvSpPr>
      <dsp:spPr>
        <a:xfrm>
          <a:off x="0" y="2042483"/>
          <a:ext cx="10895369" cy="680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GB" sz="2800" b="1" kern="1200">
              <a:latin typeface="Aptos" panose="020B0004020202020204" pitchFamily="34" charset="0"/>
            </a:rPr>
            <a:t>Implement</a:t>
          </a:r>
          <a:r>
            <a:rPr lang="en-GB" sz="2800" kern="1200">
              <a:latin typeface="Aptos" panose="020B0004020202020204" pitchFamily="34" charset="0"/>
            </a:rPr>
            <a:t> BCTs in conversations and treatment plans.</a:t>
          </a:r>
          <a:endParaRPr lang="en-US" sz="2800" kern="1200">
            <a:latin typeface="Aptos" panose="020B0004020202020204" pitchFamily="34" charset="0"/>
          </a:endParaRPr>
        </a:p>
      </dsp:txBody>
      <dsp:txXfrm>
        <a:off x="0" y="2042483"/>
        <a:ext cx="10895369" cy="680689"/>
      </dsp:txXfrm>
    </dsp:sp>
    <dsp:sp modelId="{7E08A29F-64BA-4E27-AD5C-FD8650A5E856}">
      <dsp:nvSpPr>
        <dsp:cNvPr id="0" name=""/>
        <dsp:cNvSpPr/>
      </dsp:nvSpPr>
      <dsp:spPr>
        <a:xfrm>
          <a:off x="0" y="2723172"/>
          <a:ext cx="10895369" cy="0"/>
        </a:xfrm>
        <a:prstGeom prst="line">
          <a:avLst/>
        </a:prstGeom>
        <a:solidFill>
          <a:schemeClr val="accent6">
            <a:hueOff val="0"/>
            <a:satOff val="0"/>
            <a:lumOff val="0"/>
            <a:alphaOff val="0"/>
          </a:schemeClr>
        </a:solidFill>
        <a:ln w="19050" cap="rnd"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1A8285B-6F22-42F0-81C3-CD4EA9528E43}">
      <dsp:nvSpPr>
        <dsp:cNvPr id="0" name=""/>
        <dsp:cNvSpPr/>
      </dsp:nvSpPr>
      <dsp:spPr>
        <a:xfrm>
          <a:off x="0" y="2723172"/>
          <a:ext cx="10895369" cy="680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GB" sz="2800" b="1" kern="1200">
              <a:latin typeface="Aptos" panose="020B0004020202020204" pitchFamily="34" charset="0"/>
            </a:rPr>
            <a:t>Evaluate</a:t>
          </a:r>
          <a:r>
            <a:rPr lang="en-GB" sz="2800" kern="1200">
              <a:latin typeface="Aptos" panose="020B0004020202020204" pitchFamily="34" charset="0"/>
            </a:rPr>
            <a:t> – did the patient change their behaviour?</a:t>
          </a:r>
          <a:endParaRPr lang="en-US" sz="2800" kern="1200">
            <a:latin typeface="Aptos" panose="020B0004020202020204" pitchFamily="34" charset="0"/>
          </a:endParaRPr>
        </a:p>
      </dsp:txBody>
      <dsp:txXfrm>
        <a:off x="0" y="2723172"/>
        <a:ext cx="10895369" cy="68068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7195A7-3AE4-469F-B29E-EE4EF2446BD5}">
      <dsp:nvSpPr>
        <dsp:cNvPr id="0" name=""/>
        <dsp:cNvSpPr/>
      </dsp:nvSpPr>
      <dsp:spPr>
        <a:xfrm>
          <a:off x="3192" y="858242"/>
          <a:ext cx="2279090" cy="1447222"/>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4DDBACE-4E92-4D9A-B7AC-6206E05191CF}">
      <dsp:nvSpPr>
        <dsp:cNvPr id="0" name=""/>
        <dsp:cNvSpPr/>
      </dsp:nvSpPr>
      <dsp:spPr>
        <a:xfrm>
          <a:off x="256424" y="1098812"/>
          <a:ext cx="2279090" cy="1447222"/>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a:latin typeface="Aptos" panose="020B0004020202020204" pitchFamily="34" charset="0"/>
            </a:rPr>
            <a:t>“Let’s set a small, realistic goal for this week.” </a:t>
          </a:r>
          <a:r>
            <a:rPr lang="en-GB" sz="1700" i="1" kern="1200">
              <a:latin typeface="Aptos" panose="020B0004020202020204" pitchFamily="34" charset="0"/>
            </a:rPr>
            <a:t>(Goal setting)</a:t>
          </a:r>
          <a:endParaRPr lang="en-US" sz="1700" kern="1200">
            <a:latin typeface="Aptos" panose="020B0004020202020204" pitchFamily="34" charset="0"/>
          </a:endParaRPr>
        </a:p>
      </dsp:txBody>
      <dsp:txXfrm>
        <a:off x="298812" y="1141200"/>
        <a:ext cx="2194314" cy="1362446"/>
      </dsp:txXfrm>
    </dsp:sp>
    <dsp:sp modelId="{8641975F-3CF6-4C4D-96AB-BC78E9E017CE}">
      <dsp:nvSpPr>
        <dsp:cNvPr id="0" name=""/>
        <dsp:cNvSpPr/>
      </dsp:nvSpPr>
      <dsp:spPr>
        <a:xfrm>
          <a:off x="2788746" y="858242"/>
          <a:ext cx="2279090" cy="1447222"/>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CE1E2B8-5E48-4256-BFBB-9732DC1F8C1E}">
      <dsp:nvSpPr>
        <dsp:cNvPr id="0" name=""/>
        <dsp:cNvSpPr/>
      </dsp:nvSpPr>
      <dsp:spPr>
        <a:xfrm>
          <a:off x="3041978" y="1098812"/>
          <a:ext cx="2279090" cy="1447222"/>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a:latin typeface="Aptos" panose="020B0004020202020204" pitchFamily="34" charset="0"/>
            </a:rPr>
            <a:t>“Can you show me how you’ll fit this into your daily routine?” </a:t>
          </a:r>
          <a:r>
            <a:rPr lang="en-GB" sz="1700" i="1" kern="1200">
              <a:latin typeface="Aptos" panose="020B0004020202020204" pitchFamily="34" charset="0"/>
            </a:rPr>
            <a:t>(Action planning)</a:t>
          </a:r>
          <a:endParaRPr lang="en-US" sz="1700" kern="1200">
            <a:latin typeface="Aptos" panose="020B0004020202020204" pitchFamily="34" charset="0"/>
          </a:endParaRPr>
        </a:p>
      </dsp:txBody>
      <dsp:txXfrm>
        <a:off x="3084366" y="1141200"/>
        <a:ext cx="2194314" cy="1362446"/>
      </dsp:txXfrm>
    </dsp:sp>
    <dsp:sp modelId="{6CCF6040-BB2D-449A-9BFB-9937DEC68F7B}">
      <dsp:nvSpPr>
        <dsp:cNvPr id="0" name=""/>
        <dsp:cNvSpPr/>
      </dsp:nvSpPr>
      <dsp:spPr>
        <a:xfrm>
          <a:off x="5574301" y="858242"/>
          <a:ext cx="2279090" cy="1447222"/>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F1540BF-E185-4F0A-A027-90262338F3A7}">
      <dsp:nvSpPr>
        <dsp:cNvPr id="0" name=""/>
        <dsp:cNvSpPr/>
      </dsp:nvSpPr>
      <dsp:spPr>
        <a:xfrm>
          <a:off x="5827533" y="1098812"/>
          <a:ext cx="2279090" cy="1447222"/>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a:latin typeface="Aptos" panose="020B0004020202020204" pitchFamily="34" charset="0"/>
            </a:rPr>
            <a:t>“How confident are you that you can do this?” </a:t>
          </a:r>
          <a:r>
            <a:rPr lang="en-GB" sz="1700" i="1" kern="1200">
              <a:latin typeface="Aptos" panose="020B0004020202020204" pitchFamily="34" charset="0"/>
            </a:rPr>
            <a:t>(Confidence scaling)</a:t>
          </a:r>
          <a:endParaRPr lang="en-US" sz="1700" kern="1200">
            <a:latin typeface="Aptos" panose="020B0004020202020204" pitchFamily="34" charset="0"/>
          </a:endParaRPr>
        </a:p>
      </dsp:txBody>
      <dsp:txXfrm>
        <a:off x="5869921" y="1141200"/>
        <a:ext cx="2194314" cy="1362446"/>
      </dsp:txXfrm>
    </dsp:sp>
    <dsp:sp modelId="{C3E1BFB8-42A9-4AE4-AB7B-C8350F6C2ABF}">
      <dsp:nvSpPr>
        <dsp:cNvPr id="0" name=""/>
        <dsp:cNvSpPr/>
      </dsp:nvSpPr>
      <dsp:spPr>
        <a:xfrm>
          <a:off x="8359855" y="858242"/>
          <a:ext cx="2279090" cy="1447222"/>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F32D706-C547-4284-A82E-1324996C4C0A}">
      <dsp:nvSpPr>
        <dsp:cNvPr id="0" name=""/>
        <dsp:cNvSpPr/>
      </dsp:nvSpPr>
      <dsp:spPr>
        <a:xfrm>
          <a:off x="8613087" y="1098812"/>
          <a:ext cx="2279090" cy="1447222"/>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a:latin typeface="Aptos" panose="020B0004020202020204" pitchFamily="34" charset="0"/>
            </a:rPr>
            <a:t>“What might get in the way? How could you overcome that?” </a:t>
          </a:r>
          <a:r>
            <a:rPr lang="en-GB" sz="1700" i="1" kern="1200">
              <a:latin typeface="Aptos" panose="020B0004020202020204" pitchFamily="34" charset="0"/>
            </a:rPr>
            <a:t>(Problem solving)</a:t>
          </a:r>
          <a:endParaRPr lang="en-US" sz="1700" kern="1200">
            <a:latin typeface="Aptos" panose="020B0004020202020204" pitchFamily="34" charset="0"/>
          </a:endParaRPr>
        </a:p>
      </dsp:txBody>
      <dsp:txXfrm>
        <a:off x="8655475" y="1141200"/>
        <a:ext cx="2194314" cy="1362446"/>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CECB0B-5B67-4AC5-BBF8-C1BF2E42A1D0}">
      <dsp:nvSpPr>
        <dsp:cNvPr id="0" name=""/>
        <dsp:cNvSpPr/>
      </dsp:nvSpPr>
      <dsp:spPr>
        <a:xfrm>
          <a:off x="0" y="0"/>
          <a:ext cx="9261064" cy="1021283"/>
        </a:xfrm>
        <a:prstGeom prst="roundRect">
          <a:avLst>
            <a:gd name="adj" fmla="val 10000"/>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dirty="0">
              <a:latin typeface="Aptos" panose="020B0004020202020204" pitchFamily="34" charset="0"/>
            </a:rPr>
            <a:t>BCTs improve adherence to exercise in musculoskeletal rehab (Lonsdale et al., 2017; French et al., 2014).</a:t>
          </a:r>
          <a:endParaRPr lang="en-US" sz="2400" kern="1200" dirty="0">
            <a:latin typeface="Aptos" panose="020B0004020202020204" pitchFamily="34" charset="0"/>
          </a:endParaRPr>
        </a:p>
      </dsp:txBody>
      <dsp:txXfrm>
        <a:off x="29912" y="29912"/>
        <a:ext cx="8159021" cy="961459"/>
      </dsp:txXfrm>
    </dsp:sp>
    <dsp:sp modelId="{64512295-E450-4594-8491-C710A4583ED1}">
      <dsp:nvSpPr>
        <dsp:cNvPr id="0" name=""/>
        <dsp:cNvSpPr/>
      </dsp:nvSpPr>
      <dsp:spPr>
        <a:xfrm>
          <a:off x="817152" y="1191496"/>
          <a:ext cx="9261064" cy="1021283"/>
        </a:xfrm>
        <a:prstGeom prst="roundRect">
          <a:avLst>
            <a:gd name="adj" fmla="val 10000"/>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a:latin typeface="Aptos" panose="020B0004020202020204" pitchFamily="34" charset="0"/>
            </a:rPr>
            <a:t>Effective when physiotherapists integrate motivational interviewing, goal setting, and feedback.</a:t>
          </a:r>
          <a:endParaRPr lang="en-US" sz="2400" kern="1200">
            <a:latin typeface="Aptos" panose="020B0004020202020204" pitchFamily="34" charset="0"/>
          </a:endParaRPr>
        </a:p>
      </dsp:txBody>
      <dsp:txXfrm>
        <a:off x="847064" y="1221408"/>
        <a:ext cx="7720253" cy="961459"/>
      </dsp:txXfrm>
    </dsp:sp>
    <dsp:sp modelId="{779C4102-4F13-45B9-942C-BD691093E9D8}">
      <dsp:nvSpPr>
        <dsp:cNvPr id="0" name=""/>
        <dsp:cNvSpPr/>
      </dsp:nvSpPr>
      <dsp:spPr>
        <a:xfrm>
          <a:off x="1634305" y="2382993"/>
          <a:ext cx="9261064" cy="1021283"/>
        </a:xfrm>
        <a:prstGeom prst="roundRect">
          <a:avLst>
            <a:gd name="adj" fmla="val 10000"/>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a:latin typeface="Aptos" panose="020B0004020202020204" pitchFamily="34" charset="0"/>
            </a:rPr>
            <a:t>NICE recommends behaviour change support for chronic pain, obesity, smoking cessation, etc.</a:t>
          </a:r>
          <a:endParaRPr lang="en-US" sz="2400" kern="1200">
            <a:latin typeface="Aptos" panose="020B0004020202020204" pitchFamily="34" charset="0"/>
          </a:endParaRPr>
        </a:p>
      </dsp:txBody>
      <dsp:txXfrm>
        <a:off x="1664217" y="2412905"/>
        <a:ext cx="7720253" cy="961459"/>
      </dsp:txXfrm>
    </dsp:sp>
    <dsp:sp modelId="{748B3205-43AD-4463-A352-791569A66578}">
      <dsp:nvSpPr>
        <dsp:cNvPr id="0" name=""/>
        <dsp:cNvSpPr/>
      </dsp:nvSpPr>
      <dsp:spPr>
        <a:xfrm>
          <a:off x="8597230" y="774473"/>
          <a:ext cx="663834" cy="663834"/>
        </a:xfrm>
        <a:prstGeom prst="downArrow">
          <a:avLst>
            <a:gd name="adj1" fmla="val 55000"/>
            <a:gd name="adj2" fmla="val 45000"/>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US" sz="2400" kern="1200">
            <a:latin typeface="Aptos" panose="020B0004020202020204" pitchFamily="34" charset="0"/>
          </a:endParaRPr>
        </a:p>
      </dsp:txBody>
      <dsp:txXfrm>
        <a:off x="8746593" y="774473"/>
        <a:ext cx="365108" cy="499535"/>
      </dsp:txXfrm>
    </dsp:sp>
    <dsp:sp modelId="{157B7292-B3F6-4C0F-AAEF-C737A3F63CEC}">
      <dsp:nvSpPr>
        <dsp:cNvPr id="0" name=""/>
        <dsp:cNvSpPr/>
      </dsp:nvSpPr>
      <dsp:spPr>
        <a:xfrm>
          <a:off x="9414383" y="1959161"/>
          <a:ext cx="663834" cy="663834"/>
        </a:xfrm>
        <a:prstGeom prst="downArrow">
          <a:avLst>
            <a:gd name="adj1" fmla="val 55000"/>
            <a:gd name="adj2" fmla="val 45000"/>
          </a:avLst>
        </a:prstGeom>
        <a:solidFill>
          <a:schemeClr val="accent3">
            <a:tint val="40000"/>
            <a:alpha val="90000"/>
            <a:hueOff val="0"/>
            <a:satOff val="0"/>
            <a:lumOff val="0"/>
            <a:alphaOff val="0"/>
          </a:schemeClr>
        </a:solidFill>
        <a:ln w="19050" cap="rnd"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US" sz="2400" kern="1200">
            <a:latin typeface="Aptos" panose="020B0004020202020204" pitchFamily="34" charset="0"/>
          </a:endParaRPr>
        </a:p>
      </dsp:txBody>
      <dsp:txXfrm>
        <a:off x="9563746" y="1959161"/>
        <a:ext cx="365108" cy="499535"/>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8FEA18-2325-4166-8F39-5B95465EC6E3}">
      <dsp:nvSpPr>
        <dsp:cNvPr id="0" name=""/>
        <dsp:cNvSpPr/>
      </dsp:nvSpPr>
      <dsp:spPr>
        <a:xfrm>
          <a:off x="0" y="0"/>
          <a:ext cx="3404803" cy="3404277"/>
        </a:xfrm>
        <a:prstGeom prst="rect">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5452" tIns="330200" rIns="265452" bIns="330200" numCol="1" spcCol="1270" anchor="t" anchorCtr="0">
          <a:noAutofit/>
        </a:bodyPr>
        <a:lstStyle/>
        <a:p>
          <a:pPr marL="0" lvl="0" indent="0" algn="l" defTabSz="1066800">
            <a:lnSpc>
              <a:spcPct val="90000"/>
            </a:lnSpc>
            <a:spcBef>
              <a:spcPct val="0"/>
            </a:spcBef>
            <a:spcAft>
              <a:spcPct val="35000"/>
            </a:spcAft>
            <a:buNone/>
          </a:pPr>
          <a:r>
            <a:rPr lang="en-GB" sz="2400" kern="1200" dirty="0">
              <a:latin typeface="Aptos" panose="020B0004020202020204" pitchFamily="34" charset="0"/>
            </a:rPr>
            <a:t>Use within scope of practice (BCT-informed, not full psychological therapy).</a:t>
          </a:r>
          <a:endParaRPr lang="en-US" sz="2400" kern="1200" dirty="0">
            <a:latin typeface="Aptos" panose="020B0004020202020204" pitchFamily="34" charset="0"/>
          </a:endParaRPr>
        </a:p>
      </dsp:txBody>
      <dsp:txXfrm>
        <a:off x="0" y="1293625"/>
        <a:ext cx="3404803" cy="2042566"/>
      </dsp:txXfrm>
    </dsp:sp>
    <dsp:sp modelId="{D5DEEAE9-D1EF-4178-B430-347E2115D438}">
      <dsp:nvSpPr>
        <dsp:cNvPr id="0" name=""/>
        <dsp:cNvSpPr/>
      </dsp:nvSpPr>
      <dsp:spPr>
        <a:xfrm>
          <a:off x="1191760" y="340427"/>
          <a:ext cx="1021283" cy="1021283"/>
        </a:xfrm>
        <a:prstGeom prst="ellipse">
          <a:avLst/>
        </a:prstGeom>
        <a:solidFill>
          <a:schemeClr val="accent2">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9623" tIns="12700" rIns="79623" bIns="12700" numCol="1" spcCol="1270" anchor="ctr" anchorCtr="0">
          <a:noAutofit/>
        </a:bodyPr>
        <a:lstStyle/>
        <a:p>
          <a:pPr marL="0" lvl="0" indent="0" algn="ctr" defTabSz="1066800">
            <a:lnSpc>
              <a:spcPct val="90000"/>
            </a:lnSpc>
            <a:spcBef>
              <a:spcPct val="0"/>
            </a:spcBef>
            <a:spcAft>
              <a:spcPct val="35000"/>
            </a:spcAft>
            <a:buNone/>
          </a:pPr>
          <a:r>
            <a:rPr lang="en-US" sz="2400" kern="1200">
              <a:latin typeface="Aptos" panose="020B0004020202020204" pitchFamily="34" charset="0"/>
            </a:rPr>
            <a:t>1</a:t>
          </a:r>
        </a:p>
      </dsp:txBody>
      <dsp:txXfrm>
        <a:off x="1341323" y="489990"/>
        <a:ext cx="722157" cy="722157"/>
      </dsp:txXfrm>
    </dsp:sp>
    <dsp:sp modelId="{1DCFA272-617E-4FDC-B4F3-4A89D8E219AE}">
      <dsp:nvSpPr>
        <dsp:cNvPr id="0" name=""/>
        <dsp:cNvSpPr/>
      </dsp:nvSpPr>
      <dsp:spPr>
        <a:xfrm>
          <a:off x="0" y="3404205"/>
          <a:ext cx="3404803" cy="72"/>
        </a:xfrm>
        <a:prstGeom prst="rect">
          <a:avLst/>
        </a:prstGeom>
        <a:solidFill>
          <a:schemeClr val="accent2">
            <a:hueOff val="-3953144"/>
            <a:satOff val="180"/>
            <a:lumOff val="0"/>
            <a:alphaOff val="0"/>
          </a:schemeClr>
        </a:solidFill>
        <a:ln w="19050" cap="rnd" cmpd="sng" algn="ctr">
          <a:solidFill>
            <a:schemeClr val="accent2">
              <a:hueOff val="-3953144"/>
              <a:satOff val="18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DB3AB40-0CB7-4121-8AE2-40D5AB8D86E6}">
      <dsp:nvSpPr>
        <dsp:cNvPr id="0" name=""/>
        <dsp:cNvSpPr/>
      </dsp:nvSpPr>
      <dsp:spPr>
        <a:xfrm>
          <a:off x="3745283" y="0"/>
          <a:ext cx="3404803" cy="3404277"/>
        </a:xfrm>
        <a:prstGeom prst="rect">
          <a:avLst/>
        </a:prstGeom>
        <a:solidFill>
          <a:schemeClr val="accent2">
            <a:tint val="40000"/>
            <a:alpha val="90000"/>
            <a:hueOff val="-10302092"/>
            <a:satOff val="530"/>
            <a:lumOff val="28"/>
            <a:alphaOff val="0"/>
          </a:schemeClr>
        </a:solidFill>
        <a:ln w="19050" cap="rnd" cmpd="sng" algn="ctr">
          <a:solidFill>
            <a:schemeClr val="accent2">
              <a:tint val="40000"/>
              <a:alpha val="90000"/>
              <a:hueOff val="-10302092"/>
              <a:satOff val="530"/>
              <a:lumOff val="2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5452" tIns="330200" rIns="265452" bIns="330200" numCol="1" spcCol="1270" anchor="t" anchorCtr="0">
          <a:noAutofit/>
        </a:bodyPr>
        <a:lstStyle/>
        <a:p>
          <a:pPr marL="0" lvl="0" indent="0" algn="l" defTabSz="1066800">
            <a:lnSpc>
              <a:spcPct val="90000"/>
            </a:lnSpc>
            <a:spcBef>
              <a:spcPct val="0"/>
            </a:spcBef>
            <a:spcAft>
              <a:spcPct val="35000"/>
            </a:spcAft>
            <a:buNone/>
          </a:pPr>
          <a:r>
            <a:rPr lang="en-GB" sz="2400" kern="1200">
              <a:latin typeface="Aptos" panose="020B0004020202020204" pitchFamily="34" charset="0"/>
            </a:rPr>
            <a:t>Individualise approach—avoid coercion or judgment.</a:t>
          </a:r>
          <a:endParaRPr lang="en-US" sz="2400" kern="1200">
            <a:latin typeface="Aptos" panose="020B0004020202020204" pitchFamily="34" charset="0"/>
          </a:endParaRPr>
        </a:p>
      </dsp:txBody>
      <dsp:txXfrm>
        <a:off x="3745283" y="1293625"/>
        <a:ext cx="3404803" cy="2042566"/>
      </dsp:txXfrm>
    </dsp:sp>
    <dsp:sp modelId="{C54007AE-CFC9-456A-BA8D-9DEE05BDD443}">
      <dsp:nvSpPr>
        <dsp:cNvPr id="0" name=""/>
        <dsp:cNvSpPr/>
      </dsp:nvSpPr>
      <dsp:spPr>
        <a:xfrm>
          <a:off x="4937043" y="340427"/>
          <a:ext cx="1021283" cy="1021283"/>
        </a:xfrm>
        <a:prstGeom prst="ellipse">
          <a:avLst/>
        </a:prstGeom>
        <a:solidFill>
          <a:schemeClr val="accent2">
            <a:hueOff val="-7906288"/>
            <a:satOff val="360"/>
            <a:lumOff val="0"/>
            <a:alphaOff val="0"/>
          </a:schemeClr>
        </a:solidFill>
        <a:ln w="19050" cap="rnd" cmpd="sng" algn="ctr">
          <a:solidFill>
            <a:schemeClr val="accent2">
              <a:hueOff val="-7906288"/>
              <a:satOff val="36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9623" tIns="12700" rIns="79623" bIns="12700" numCol="1" spcCol="1270" anchor="ctr" anchorCtr="0">
          <a:noAutofit/>
        </a:bodyPr>
        <a:lstStyle/>
        <a:p>
          <a:pPr marL="0" lvl="0" indent="0" algn="ctr" defTabSz="1066800">
            <a:lnSpc>
              <a:spcPct val="90000"/>
            </a:lnSpc>
            <a:spcBef>
              <a:spcPct val="0"/>
            </a:spcBef>
            <a:spcAft>
              <a:spcPct val="35000"/>
            </a:spcAft>
            <a:buNone/>
          </a:pPr>
          <a:r>
            <a:rPr lang="en-US" sz="2400" kern="1200">
              <a:latin typeface="Aptos" panose="020B0004020202020204" pitchFamily="34" charset="0"/>
            </a:rPr>
            <a:t>2</a:t>
          </a:r>
        </a:p>
      </dsp:txBody>
      <dsp:txXfrm>
        <a:off x="5086606" y="489990"/>
        <a:ext cx="722157" cy="722157"/>
      </dsp:txXfrm>
    </dsp:sp>
    <dsp:sp modelId="{65203163-4CA1-493B-A7E2-955B30CCB625}">
      <dsp:nvSpPr>
        <dsp:cNvPr id="0" name=""/>
        <dsp:cNvSpPr/>
      </dsp:nvSpPr>
      <dsp:spPr>
        <a:xfrm>
          <a:off x="3745283" y="3404205"/>
          <a:ext cx="3404803" cy="72"/>
        </a:xfrm>
        <a:prstGeom prst="rect">
          <a:avLst/>
        </a:prstGeom>
        <a:solidFill>
          <a:schemeClr val="accent2">
            <a:hueOff val="-11859433"/>
            <a:satOff val="541"/>
            <a:lumOff val="0"/>
            <a:alphaOff val="0"/>
          </a:schemeClr>
        </a:solidFill>
        <a:ln w="19050" cap="rnd" cmpd="sng" algn="ctr">
          <a:solidFill>
            <a:schemeClr val="accent2">
              <a:hueOff val="-11859433"/>
              <a:satOff val="541"/>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72BD2E3-D774-4787-BF5F-0827AD2BB5C1}">
      <dsp:nvSpPr>
        <dsp:cNvPr id="0" name=""/>
        <dsp:cNvSpPr/>
      </dsp:nvSpPr>
      <dsp:spPr>
        <a:xfrm>
          <a:off x="7490566" y="0"/>
          <a:ext cx="3404803" cy="3404277"/>
        </a:xfrm>
        <a:prstGeom prst="rect">
          <a:avLst/>
        </a:prstGeom>
        <a:solidFill>
          <a:schemeClr val="accent2">
            <a:tint val="40000"/>
            <a:alpha val="90000"/>
            <a:hueOff val="-20604185"/>
            <a:satOff val="1061"/>
            <a:lumOff val="55"/>
            <a:alphaOff val="0"/>
          </a:schemeClr>
        </a:solidFill>
        <a:ln w="19050" cap="rnd" cmpd="sng" algn="ctr">
          <a:solidFill>
            <a:schemeClr val="accent2">
              <a:tint val="40000"/>
              <a:alpha val="90000"/>
              <a:hueOff val="-20604185"/>
              <a:satOff val="1061"/>
              <a:lumOff val="5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5452" tIns="330200" rIns="265452" bIns="330200" numCol="1" spcCol="1270" anchor="t" anchorCtr="0">
          <a:noAutofit/>
        </a:bodyPr>
        <a:lstStyle/>
        <a:p>
          <a:pPr marL="0" lvl="0" indent="0" algn="l" defTabSz="1066800">
            <a:lnSpc>
              <a:spcPct val="90000"/>
            </a:lnSpc>
            <a:spcBef>
              <a:spcPct val="0"/>
            </a:spcBef>
            <a:spcAft>
              <a:spcPct val="35000"/>
            </a:spcAft>
            <a:buNone/>
          </a:pPr>
          <a:r>
            <a:rPr lang="en-GB" sz="2400" kern="1200">
              <a:latin typeface="Aptos" panose="020B0004020202020204" pitchFamily="34" charset="0"/>
            </a:rPr>
            <a:t>Seek supervision or refer to psychology if deeper issues emerge.</a:t>
          </a:r>
          <a:endParaRPr lang="en-US" sz="2400" kern="1200">
            <a:latin typeface="Aptos" panose="020B0004020202020204" pitchFamily="34" charset="0"/>
          </a:endParaRPr>
        </a:p>
      </dsp:txBody>
      <dsp:txXfrm>
        <a:off x="7490566" y="1293625"/>
        <a:ext cx="3404803" cy="2042566"/>
      </dsp:txXfrm>
    </dsp:sp>
    <dsp:sp modelId="{5DEF48BF-FC80-4DCF-AC82-236EBD550014}">
      <dsp:nvSpPr>
        <dsp:cNvPr id="0" name=""/>
        <dsp:cNvSpPr/>
      </dsp:nvSpPr>
      <dsp:spPr>
        <a:xfrm>
          <a:off x="8682326" y="340427"/>
          <a:ext cx="1021283" cy="1021283"/>
        </a:xfrm>
        <a:prstGeom prst="ellipse">
          <a:avLst/>
        </a:prstGeom>
        <a:solidFill>
          <a:schemeClr val="accent2">
            <a:hueOff val="-15812576"/>
            <a:satOff val="721"/>
            <a:lumOff val="0"/>
            <a:alphaOff val="0"/>
          </a:schemeClr>
        </a:solidFill>
        <a:ln w="19050" cap="rnd" cmpd="sng" algn="ctr">
          <a:solidFill>
            <a:schemeClr val="accent2">
              <a:hueOff val="-15812576"/>
              <a:satOff val="721"/>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9623" tIns="12700" rIns="79623" bIns="12700" numCol="1" spcCol="1270" anchor="ctr" anchorCtr="0">
          <a:noAutofit/>
        </a:bodyPr>
        <a:lstStyle/>
        <a:p>
          <a:pPr marL="0" lvl="0" indent="0" algn="ctr" defTabSz="1066800">
            <a:lnSpc>
              <a:spcPct val="90000"/>
            </a:lnSpc>
            <a:spcBef>
              <a:spcPct val="0"/>
            </a:spcBef>
            <a:spcAft>
              <a:spcPct val="35000"/>
            </a:spcAft>
            <a:buNone/>
          </a:pPr>
          <a:r>
            <a:rPr lang="en-US" sz="2400" kern="1200">
              <a:latin typeface="Aptos" panose="020B0004020202020204" pitchFamily="34" charset="0"/>
            </a:rPr>
            <a:t>3</a:t>
          </a:r>
        </a:p>
      </dsp:txBody>
      <dsp:txXfrm>
        <a:off x="8831889" y="489990"/>
        <a:ext cx="722157" cy="722157"/>
      </dsp:txXfrm>
    </dsp:sp>
    <dsp:sp modelId="{16074ACE-35B4-4210-A047-4309E4D7E39D}">
      <dsp:nvSpPr>
        <dsp:cNvPr id="0" name=""/>
        <dsp:cNvSpPr/>
      </dsp:nvSpPr>
      <dsp:spPr>
        <a:xfrm>
          <a:off x="7490566" y="3404205"/>
          <a:ext cx="3404803" cy="72"/>
        </a:xfrm>
        <a:prstGeom prst="rect">
          <a:avLst/>
        </a:prstGeom>
        <a:solidFill>
          <a:schemeClr val="accent2">
            <a:hueOff val="-19765721"/>
            <a:satOff val="901"/>
            <a:lumOff val="0"/>
            <a:alphaOff val="0"/>
          </a:schemeClr>
        </a:solidFill>
        <a:ln w="19050" cap="rnd" cmpd="sng" algn="ctr">
          <a:solidFill>
            <a:schemeClr val="accent2">
              <a:hueOff val="-19765721"/>
              <a:satOff val="901"/>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13.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GB"/>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79C5A860-F335-4252-AA00-24FB67ED2982}" type="datetime1">
              <a:rPr lang="en-US" smtClean="0"/>
              <a:t>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9853504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04BC802-30E3-4658-9CCA-F873646FEC67}" type="datetime1">
              <a:rPr lang="en-US" smtClean="0"/>
              <a:t>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770248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0AB227A3-19CE-4153-81CE-64EB7AB094B3}" type="datetime1">
              <a:rPr lang="en-US" smtClean="0"/>
              <a:t>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137421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B819A100-10F6-477E-8847-29D479EF1C92}" type="datetime1">
              <a:rPr lang="en-US" smtClean="0"/>
              <a:t>10/7/2025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9187677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5DF128AB-198A-495F-8475-FDB360C9873F}" type="datetime1">
              <a:rPr lang="en-US" smtClean="0"/>
              <a:t>10/7/2025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935772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7" name="Date Placeholder 2"/>
          <p:cNvSpPr>
            <a:spLocks noGrp="1"/>
          </p:cNvSpPr>
          <p:nvPr>
            <p:ph type="dt" sz="half" idx="10"/>
          </p:nvPr>
        </p:nvSpPr>
        <p:spPr/>
        <p:txBody>
          <a:bodyPr/>
          <a:lstStyle/>
          <a:p>
            <a:fld id="{021A235E-F8FD-479F-9FC7-18BE84110877}" type="datetime1">
              <a:rPr lang="en-US" smtClean="0"/>
              <a:t>10/7/2025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6804695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E890F09B-68DA-462E-9DB4-4C9ADAB8CBCC}" type="datetime1">
              <a:rPr lang="en-US" smtClean="0"/>
              <a:t>10/7/2025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7534840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3" cy="1447800"/>
          </a:xfrm>
        </p:spPr>
        <p:txBody>
          <a:bodyPr anchor="b"/>
          <a:lstStyle>
            <a:lvl1pPr algn="l">
              <a:defRPr sz="2400" b="0"/>
            </a:lvl1pPr>
          </a:lstStyle>
          <a:p>
            <a:r>
              <a:rPr lang="en-GB"/>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154955" y="3129280"/>
            <a:ext cx="34010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7" name="Date Placeholder 4"/>
          <p:cNvSpPr>
            <a:spLocks noGrp="1"/>
          </p:cNvSpPr>
          <p:nvPr>
            <p:ph type="dt" sz="half" idx="10"/>
          </p:nvPr>
        </p:nvSpPr>
        <p:spPr/>
        <p:txBody>
          <a:bodyPr/>
          <a:lstStyle/>
          <a:p>
            <a:fld id="{17AC4E36-FABE-47EB-AA7F-C19A93824617}" type="datetime1">
              <a:rPr lang="en-US" smtClean="0"/>
              <a:t>10/7/2025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049620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F199CE6B-5DE6-4A2D-B72E-5E8969F9F56F}" type="datetime1">
              <a:rPr lang="en-US" smtClean="0"/>
              <a:t>10/7/2025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4498613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1154955" y="685799"/>
            <a:ext cx="8825658" cy="3640667"/>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F481A142-DA77-4A5F-AD1F-14E6C18F0F5F}" type="datetime1">
              <a:rPr lang="en-US" smtClean="0"/>
              <a:t>10/7/2025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F646F3F-274D-499B-ABBE-824EB4ABDC3D}" type="slidenum">
              <a:rPr lang="en-US" smtClean="0"/>
              <a:pPr/>
              <a:t>‹#›</a:t>
            </a:fld>
            <a:endParaRPr lang="en-US"/>
          </a:p>
        </p:txBody>
      </p:sp>
    </p:spTree>
    <p:extLst>
      <p:ext uri="{BB962C8B-B14F-4D97-AF65-F5344CB8AC3E}">
        <p14:creationId xmlns:p14="http://schemas.microsoft.com/office/powerpoint/2010/main" val="308019899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GB"/>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F481A142-DA77-4A5F-AD1F-14E6C18F0F5F}" type="datetime1">
              <a:rPr lang="en-US" smtClean="0"/>
              <a:t>10/7/2025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F646F3F-274D-499B-ABBE-824EB4ABDC3D}" type="slidenum">
              <a:rPr lang="en-US" smtClean="0"/>
              <a:pPr/>
              <a:t>‹#›</a:t>
            </a:fld>
            <a:endParaRPr lang="en-US"/>
          </a:p>
        </p:txBody>
      </p:sp>
    </p:spTree>
    <p:extLst>
      <p:ext uri="{BB962C8B-B14F-4D97-AF65-F5344CB8AC3E}">
        <p14:creationId xmlns:p14="http://schemas.microsoft.com/office/powerpoint/2010/main" val="134805577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0" y="1447800"/>
            <a:ext cx="7999315" cy="2323374"/>
          </a:xfrm>
        </p:spPr>
        <p:txBody>
          <a:bodyPr/>
          <a:lstStyle>
            <a:lvl1pPr>
              <a:defRPr sz="4800"/>
            </a:lvl1pPr>
          </a:lstStyle>
          <a:p>
            <a:r>
              <a:rPr lang="en-GB"/>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lumMod val="60000"/>
                    <a:lumOff val="4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6C883257-497E-4EB9-81D9-86A5882E61A4}" type="datetimeFigureOut">
              <a:rPr lang="en-GB" smtClean="0"/>
              <a:t>07/10/2025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C6D83E2-B6A2-442E-9B09-2936527347FD}" type="slidenum">
              <a:rPr lang="en-GB" smtClean="0"/>
              <a:t>‹#›</a:t>
            </a:fld>
            <a:endParaRPr lang="en-GB"/>
          </a:p>
        </p:txBody>
      </p:sp>
      <p:sp>
        <p:nvSpPr>
          <p:cNvPr id="12" name="TextBox 11"/>
          <p:cNvSpPr txBox="1"/>
          <p:nvPr/>
        </p:nvSpPr>
        <p:spPr>
          <a:xfrm>
            <a:off x="898295" y="971253"/>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
        <p:nvSpPr>
          <p:cNvPr id="11" name="TextBox 10"/>
          <p:cNvSpPr txBox="1"/>
          <p:nvPr/>
        </p:nvSpPr>
        <p:spPr>
          <a:xfrm>
            <a:off x="9330490" y="2613787"/>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Tree>
    <p:extLst>
      <p:ext uri="{BB962C8B-B14F-4D97-AF65-F5344CB8AC3E}">
        <p14:creationId xmlns:p14="http://schemas.microsoft.com/office/powerpoint/2010/main" val="13137422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59" cy="1653180"/>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F481A142-DA77-4A5F-AD1F-14E6C18F0F5F}" type="datetime1">
              <a:rPr lang="en-US" smtClean="0"/>
              <a:t>10/7/2025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F646F3F-274D-499B-ABBE-824EB4ABDC3D}" type="slidenum">
              <a:rPr lang="en-US" smtClean="0"/>
              <a:pPr/>
              <a:t>‹#›</a:t>
            </a:fld>
            <a:endParaRPr lang="en-US"/>
          </a:p>
        </p:txBody>
      </p:sp>
    </p:spTree>
    <p:extLst>
      <p:ext uri="{BB962C8B-B14F-4D97-AF65-F5344CB8AC3E}">
        <p14:creationId xmlns:p14="http://schemas.microsoft.com/office/powerpoint/2010/main" val="4274773392"/>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GB"/>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481A142-DA77-4A5F-AD1F-14E6C18F0F5F}" type="datetime1">
              <a:rPr lang="en-US" smtClean="0"/>
              <a:t>10/7/2025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F646F3F-274D-499B-ABBE-824EB4ABDC3D}" type="slidenum">
              <a:rPr lang="en-US" smtClean="0"/>
              <a:pPr/>
              <a:t>‹#›</a:t>
            </a:fld>
            <a:endParaRPr lang="en-US"/>
          </a:p>
        </p:txBody>
      </p:sp>
    </p:spTree>
    <p:extLst>
      <p:ext uri="{BB962C8B-B14F-4D97-AF65-F5344CB8AC3E}">
        <p14:creationId xmlns:p14="http://schemas.microsoft.com/office/powerpoint/2010/main" val="257475930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GB"/>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481A142-DA77-4A5F-AD1F-14E6C18F0F5F}" type="datetime1">
              <a:rPr lang="en-US" smtClean="0"/>
              <a:t>10/7/2025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F646F3F-274D-499B-ABBE-824EB4ABDC3D}" type="slidenum">
              <a:rPr lang="en-US" smtClean="0"/>
              <a:pPr/>
              <a:t>‹#›</a:t>
            </a:fld>
            <a:endParaRPr lang="en-US"/>
          </a:p>
        </p:txBody>
      </p:sp>
    </p:spTree>
    <p:extLst>
      <p:ext uri="{BB962C8B-B14F-4D97-AF65-F5344CB8AC3E}">
        <p14:creationId xmlns:p14="http://schemas.microsoft.com/office/powerpoint/2010/main" val="3748362072"/>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6AB1048-0047-48CA-88BA-D69B470942CF}" type="datetime1">
              <a:rPr lang="en-US" smtClean="0"/>
              <a:t>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6348263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GB"/>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BD83879-648C-49A9-81A2-0EF5946532D0}" type="datetime1">
              <a:rPr lang="en-US" smtClean="0"/>
              <a:t>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9419750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GB"/>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79C5A860-F335-4252-AA00-24FB67ED2982}" type="datetime1">
              <a:rPr lang="en-US" smtClean="0"/>
              <a:t>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5026492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3"/>
          <p:cNvSpPr>
            <a:spLocks noGrp="1"/>
          </p:cNvSpPr>
          <p:nvPr>
            <p:ph type="dt" sz="half" idx="10"/>
          </p:nvPr>
        </p:nvSpPr>
        <p:spPr/>
        <p:txBody>
          <a:bodyPr/>
          <a:lstStyle/>
          <a:p>
            <a:fld id="{D04BC802-30E3-4658-9CCA-F873646FEC67}" type="datetime1">
              <a:rPr lang="en-US" smtClean="0"/>
              <a:t>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9039440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0AB227A3-19CE-4153-81CE-64EB7AB094B3}" type="datetime1">
              <a:rPr lang="en-US" smtClean="0"/>
              <a:t>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41851684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B819A100-10F6-477E-8847-29D479EF1C92}" type="datetime1">
              <a:rPr lang="en-US" smtClean="0"/>
              <a:t>10/7/2025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8921726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5DF128AB-198A-495F-8475-FDB360C9873F}" type="datetime1">
              <a:rPr lang="en-US" smtClean="0"/>
              <a:t>10/7/2025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40954555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7" name="Date Placeholder 2"/>
          <p:cNvSpPr>
            <a:spLocks noGrp="1"/>
          </p:cNvSpPr>
          <p:nvPr>
            <p:ph type="dt" sz="half" idx="10"/>
          </p:nvPr>
        </p:nvSpPr>
        <p:spPr/>
        <p:txBody>
          <a:bodyPr/>
          <a:lstStyle/>
          <a:p>
            <a:fld id="{021A235E-F8FD-479F-9FC7-18BE84110877}" type="datetime1">
              <a:rPr lang="en-US" smtClean="0"/>
              <a:t>10/7/2025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8590957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E890F09B-68DA-462E-9DB4-4C9ADAB8CBCC}" type="datetime1">
              <a:rPr lang="en-US" smtClean="0"/>
              <a:t>10/7/2025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2286660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GB"/>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7" name="Date Placeholder 4"/>
          <p:cNvSpPr>
            <a:spLocks noGrp="1"/>
          </p:cNvSpPr>
          <p:nvPr>
            <p:ph type="dt" sz="half" idx="10"/>
          </p:nvPr>
        </p:nvSpPr>
        <p:spPr/>
        <p:txBody>
          <a:bodyPr/>
          <a:lstStyle/>
          <a:p>
            <a:fld id="{17AC4E36-FABE-47EB-AA7F-C19A93824617}" type="datetime1">
              <a:rPr lang="en-US" smtClean="0"/>
              <a:t>10/7/2025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58535116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F199CE6B-5DE6-4A2D-B72E-5E8969F9F56F}" type="datetime1">
              <a:rPr lang="en-US" smtClean="0"/>
              <a:t>10/7/2025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9997093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F481A142-DA77-4A5F-AD1F-14E6C18F0F5F}" type="datetime1">
              <a:rPr lang="en-US" smtClean="0"/>
              <a:t>10/7/2025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F646F3F-274D-499B-ABBE-824EB4ABDC3D}" type="slidenum">
              <a:rPr lang="en-US" smtClean="0"/>
              <a:pPr/>
              <a:t>‹#›</a:t>
            </a:fld>
            <a:endParaRPr lang="en-US"/>
          </a:p>
        </p:txBody>
      </p:sp>
    </p:spTree>
    <p:extLst>
      <p:ext uri="{BB962C8B-B14F-4D97-AF65-F5344CB8AC3E}">
        <p14:creationId xmlns:p14="http://schemas.microsoft.com/office/powerpoint/2010/main" val="852249561"/>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GB"/>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F481A142-DA77-4A5F-AD1F-14E6C18F0F5F}" type="datetime1">
              <a:rPr lang="en-US" smtClean="0"/>
              <a:t>10/7/2025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F646F3F-274D-499B-ABBE-824EB4ABDC3D}" type="slidenum">
              <a:rPr lang="en-US" smtClean="0"/>
              <a:pPr/>
              <a:t>‹#›</a:t>
            </a:fld>
            <a:endParaRPr lang="en-US"/>
          </a:p>
        </p:txBody>
      </p:sp>
    </p:spTree>
    <p:extLst>
      <p:ext uri="{BB962C8B-B14F-4D97-AF65-F5344CB8AC3E}">
        <p14:creationId xmlns:p14="http://schemas.microsoft.com/office/powerpoint/2010/main" val="594368432"/>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GB"/>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GB"/>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F481A142-DA77-4A5F-AD1F-14E6C18F0F5F}" type="datetime1">
              <a:rPr lang="en-US" smtClean="0"/>
              <a:t>10/7/2025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F646F3F-274D-499B-ABBE-824EB4ABDC3D}" type="slidenum">
              <a:rPr lang="en-US" smtClean="0"/>
              <a:pPr/>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758718983"/>
      </p:ext>
    </p:extLst>
  </p:cSld>
  <p:clrMapOvr>
    <a:masterClrMapping/>
  </p:clrMapOvr>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F481A142-DA77-4A5F-AD1F-14E6C18F0F5F}" type="datetime1">
              <a:rPr lang="en-US" smtClean="0"/>
              <a:t>10/7/2025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F646F3F-274D-499B-ABBE-824EB4ABDC3D}" type="slidenum">
              <a:rPr lang="en-US" smtClean="0"/>
              <a:pPr/>
              <a:t>‹#›</a:t>
            </a:fld>
            <a:endParaRPr lang="en-US"/>
          </a:p>
        </p:txBody>
      </p:sp>
    </p:spTree>
    <p:extLst>
      <p:ext uri="{BB962C8B-B14F-4D97-AF65-F5344CB8AC3E}">
        <p14:creationId xmlns:p14="http://schemas.microsoft.com/office/powerpoint/2010/main" val="3064852301"/>
      </p:ext>
    </p:extLst>
  </p:cSld>
  <p:clrMapOvr>
    <a:masterClrMapping/>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GB"/>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481A142-DA77-4A5F-AD1F-14E6C18F0F5F}" type="datetime1">
              <a:rPr lang="en-US" smtClean="0"/>
              <a:t>10/7/2025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F646F3F-274D-499B-ABBE-824EB4ABDC3D}" type="slidenum">
              <a:rPr lang="en-US" smtClean="0"/>
              <a:pPr/>
              <a:t>‹#›</a:t>
            </a:fld>
            <a:endParaRPr lang="en-US"/>
          </a:p>
        </p:txBody>
      </p:sp>
    </p:spTree>
    <p:extLst>
      <p:ext uri="{BB962C8B-B14F-4D97-AF65-F5344CB8AC3E}">
        <p14:creationId xmlns:p14="http://schemas.microsoft.com/office/powerpoint/2010/main" val="1750610041"/>
      </p:ext>
    </p:extLst>
  </p:cSld>
  <p:clrMapOvr>
    <a:masterClrMapping/>
  </p:clrMapOvr>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GB"/>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481A142-DA77-4A5F-AD1F-14E6C18F0F5F}" type="datetime1">
              <a:rPr lang="en-US" smtClean="0"/>
              <a:t>10/7/2025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F646F3F-274D-499B-ABBE-824EB4ABDC3D}" type="slidenum">
              <a:rPr lang="en-US" smtClean="0"/>
              <a:pPr/>
              <a:t>‹#›</a:t>
            </a:fld>
            <a:endParaRPr lang="en-US"/>
          </a:p>
        </p:txBody>
      </p:sp>
    </p:spTree>
    <p:extLst>
      <p:ext uri="{BB962C8B-B14F-4D97-AF65-F5344CB8AC3E}">
        <p14:creationId xmlns:p14="http://schemas.microsoft.com/office/powerpoint/2010/main" val="3326922907"/>
      </p:ext>
    </p:extLst>
  </p:cSld>
  <p:clrMapOvr>
    <a:masterClrMapping/>
  </p:clrMapOvr>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6AB1048-0047-48CA-88BA-D69B470942CF}" type="datetime1">
              <a:rPr lang="en-US" smtClean="0"/>
              <a:t>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48539121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GB"/>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BD83879-648C-49A9-81A2-0EF5946532D0}" type="datetime1">
              <a:rPr lang="en-US" smtClean="0"/>
              <a:t>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5938427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theme" Target="../theme/theme2.xml"/><Relationship Id="rId3" Type="http://schemas.openxmlformats.org/officeDocument/2006/relationships/slideLayout" Target="../slideLayouts/slideLayout20.xml"/><Relationship Id="rId21" Type="http://schemas.openxmlformats.org/officeDocument/2006/relationships/image" Target="../media/image8.png"/><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20" Type="http://schemas.openxmlformats.org/officeDocument/2006/relationships/image" Target="../media/image7.png"/><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19" Type="http://schemas.openxmlformats.org/officeDocument/2006/relationships/image" Target="../media/image6.png"/><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 Id="rId22" Type="http://schemas.openxmlformats.org/officeDocument/2006/relationships/image" Target="../media/image9.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GB"/>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6C883257-497E-4EB9-81D9-86A5882E61A4}" type="datetimeFigureOut">
              <a:rPr lang="en-GB" smtClean="0"/>
              <a:t>07/10/2025</a:t>
            </a:fld>
            <a:endParaRPr lang="en-GB"/>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GB"/>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C6D83E2-B6A2-442E-9B09-2936527347FD}" type="slidenum">
              <a:rPr lang="en-GB" smtClean="0"/>
              <a:t>‹#›</a:t>
            </a:fld>
            <a:endParaRPr lang="en-GB"/>
          </a:p>
        </p:txBody>
      </p:sp>
    </p:spTree>
    <p:extLst>
      <p:ext uri="{BB962C8B-B14F-4D97-AF65-F5344CB8AC3E}">
        <p14:creationId xmlns:p14="http://schemas.microsoft.com/office/powerpoint/2010/main" val="763529207"/>
      </p:ext>
    </p:extLst>
  </p:cSld>
  <p:clrMap bg1="dk1" tx1="lt1" bg2="dk2" tx2="lt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GB"/>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F481A142-DA77-4A5F-AD1F-14E6C18F0F5F}" type="datetime1">
              <a:rPr lang="en-US" smtClean="0"/>
              <a:t>10/7/2025</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1F646F3F-274D-499B-ABBE-824EB4ABDC3D}" type="slidenum">
              <a:rPr lang="en-US" smtClean="0"/>
              <a:pPr/>
              <a:t>‹#›</a:t>
            </a:fld>
            <a:endParaRPr lang="en-US"/>
          </a:p>
        </p:txBody>
      </p:sp>
    </p:spTree>
    <p:extLst>
      <p:ext uri="{BB962C8B-B14F-4D97-AF65-F5344CB8AC3E}">
        <p14:creationId xmlns:p14="http://schemas.microsoft.com/office/powerpoint/2010/main" val="792602255"/>
      </p:ext>
    </p:extLst>
  </p:cSld>
  <p:clrMap bg1="dk1" tx1="lt1" bg2="dk2" tx2="lt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 id="2147483781" r:id="rId13"/>
    <p:sldLayoutId id="2147483782" r:id="rId14"/>
    <p:sldLayoutId id="2147483783" r:id="rId15"/>
    <p:sldLayoutId id="2147483784" r:id="rId16"/>
    <p:sldLayoutId id="2147483785"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bmjopen.bmj.com/content/12/5/e055347" TargetMode="External"/><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1.jpeg"/><Relationship Id="rId7" Type="http://schemas.openxmlformats.org/officeDocument/2006/relationships/diagramColors" Target="../diagrams/colors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hyperlink" Target="https://www.flickr.com/photos/taedc/9239934938/"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3.jpeg"/><Relationship Id="rId2" Type="http://schemas.openxmlformats.org/officeDocument/2006/relationships/image" Target="../media/image1.jpeg"/><Relationship Id="rId1" Type="http://schemas.openxmlformats.org/officeDocument/2006/relationships/slideLayout" Target="../slideLayouts/slideLayout2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4.jpeg"/><Relationship Id="rId2" Type="http://schemas.openxmlformats.org/officeDocument/2006/relationships/image" Target="../media/image1.jpeg"/><Relationship Id="rId1" Type="http://schemas.openxmlformats.org/officeDocument/2006/relationships/slideLayout" Target="../slideLayouts/slideLayout2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4.jpeg"/><Relationship Id="rId2" Type="http://schemas.openxmlformats.org/officeDocument/2006/relationships/image" Target="../media/image1.jpeg"/><Relationship Id="rId1" Type="http://schemas.openxmlformats.org/officeDocument/2006/relationships/slideLayout" Target="../slideLayouts/slideLayout2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4.jpeg"/><Relationship Id="rId2" Type="http://schemas.openxmlformats.org/officeDocument/2006/relationships/image" Target="../media/image1.jpeg"/><Relationship Id="rId1" Type="http://schemas.openxmlformats.org/officeDocument/2006/relationships/slideLayout" Target="../slideLayouts/slideLayout2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5.jpeg"/><Relationship Id="rId2" Type="http://schemas.openxmlformats.org/officeDocument/2006/relationships/image" Target="../media/image1.jpeg"/><Relationship Id="rId1" Type="http://schemas.openxmlformats.org/officeDocument/2006/relationships/slideLayout" Target="../slideLayouts/slideLayout2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6.jpeg"/><Relationship Id="rId2" Type="http://schemas.openxmlformats.org/officeDocument/2006/relationships/image" Target="../media/image1.jpeg"/><Relationship Id="rId1" Type="http://schemas.openxmlformats.org/officeDocument/2006/relationships/slideLayout" Target="../slideLayouts/slideLayout2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8" Type="http://schemas.openxmlformats.org/officeDocument/2006/relationships/diagramQuickStyle" Target="../diagrams/quickStyle3.xml"/><Relationship Id="rId3" Type="http://schemas.openxmlformats.org/officeDocument/2006/relationships/image" Target="../media/image7.png"/><Relationship Id="rId7" Type="http://schemas.openxmlformats.org/officeDocument/2006/relationships/diagramLayout" Target="../diagrams/layout3.xml"/><Relationship Id="rId2" Type="http://schemas.openxmlformats.org/officeDocument/2006/relationships/image" Target="../media/image6.png"/><Relationship Id="rId1" Type="http://schemas.openxmlformats.org/officeDocument/2006/relationships/slideLayout" Target="../slideLayouts/slideLayout24.xml"/><Relationship Id="rId6" Type="http://schemas.openxmlformats.org/officeDocument/2006/relationships/diagramData" Target="../diagrams/data3.xml"/><Relationship Id="rId5" Type="http://schemas.openxmlformats.org/officeDocument/2006/relationships/image" Target="../media/image9.png"/><Relationship Id="rId10" Type="http://schemas.microsoft.com/office/2007/relationships/diagramDrawing" Target="../diagrams/drawing3.xml"/><Relationship Id="rId4" Type="http://schemas.openxmlformats.org/officeDocument/2006/relationships/image" Target="../media/image8.png"/><Relationship Id="rId9" Type="http://schemas.openxmlformats.org/officeDocument/2006/relationships/diagramColors" Target="../diagrams/colors3.xml"/></Relationships>
</file>

<file path=ppt/slides/_rels/slide12.xml.rels><?xml version="1.0" encoding="UTF-8" standalone="yes"?>
<Relationships xmlns="http://schemas.openxmlformats.org/package/2006/relationships"><Relationship Id="rId8" Type="http://schemas.openxmlformats.org/officeDocument/2006/relationships/image" Target="../media/image24.jpg"/><Relationship Id="rId3" Type="http://schemas.openxmlformats.org/officeDocument/2006/relationships/image" Target="../media/image7.png"/><Relationship Id="rId7" Type="http://schemas.openxmlformats.org/officeDocument/2006/relationships/hyperlink" Target="https://courses.lumenlearning.com/wsu-sandbox/chapter/contemporary-psychology/" TargetMode="External"/><Relationship Id="rId2" Type="http://schemas.openxmlformats.org/officeDocument/2006/relationships/image" Target="../media/image6.png"/><Relationship Id="rId1" Type="http://schemas.openxmlformats.org/officeDocument/2006/relationships/slideLayout" Target="../slideLayouts/slideLayout24.xml"/><Relationship Id="rId6" Type="http://schemas.openxmlformats.org/officeDocument/2006/relationships/image" Target="../media/image23.jp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hyperlink" Target="https://courses.lumenlearning.com/wm-abnormalpsych/chapter/the-cognitive-model/" TargetMode="External"/></Relationships>
</file>

<file path=ppt/slides/_rels/slide13.xml.rels><?xml version="1.0" encoding="UTF-8" standalone="yes"?>
<Relationships xmlns="http://schemas.openxmlformats.org/package/2006/relationships"><Relationship Id="rId8" Type="http://schemas.openxmlformats.org/officeDocument/2006/relationships/diagramQuickStyle" Target="../diagrams/quickStyle4.xml"/><Relationship Id="rId3" Type="http://schemas.openxmlformats.org/officeDocument/2006/relationships/image" Target="../media/image7.png"/><Relationship Id="rId7" Type="http://schemas.openxmlformats.org/officeDocument/2006/relationships/diagramLayout" Target="../diagrams/layout4.xml"/><Relationship Id="rId2" Type="http://schemas.openxmlformats.org/officeDocument/2006/relationships/image" Target="../media/image6.png"/><Relationship Id="rId1" Type="http://schemas.openxmlformats.org/officeDocument/2006/relationships/slideLayout" Target="../slideLayouts/slideLayout24.xml"/><Relationship Id="rId6" Type="http://schemas.openxmlformats.org/officeDocument/2006/relationships/diagramData" Target="../diagrams/data4.xml"/><Relationship Id="rId5" Type="http://schemas.openxmlformats.org/officeDocument/2006/relationships/image" Target="../media/image9.png"/><Relationship Id="rId10" Type="http://schemas.microsoft.com/office/2007/relationships/diagramDrawing" Target="../diagrams/drawing4.xml"/><Relationship Id="rId4" Type="http://schemas.openxmlformats.org/officeDocument/2006/relationships/image" Target="../media/image8.png"/><Relationship Id="rId9" Type="http://schemas.openxmlformats.org/officeDocument/2006/relationships/diagramColors" Target="../diagrams/colors4.xml"/></Relationships>
</file>

<file path=ppt/slides/_rels/slide14.xml.rels><?xml version="1.0" encoding="UTF-8" standalone="yes"?>
<Relationships xmlns="http://schemas.openxmlformats.org/package/2006/relationships"><Relationship Id="rId8" Type="http://schemas.openxmlformats.org/officeDocument/2006/relationships/diagramQuickStyle" Target="../diagrams/quickStyle5.xml"/><Relationship Id="rId3" Type="http://schemas.openxmlformats.org/officeDocument/2006/relationships/image" Target="../media/image7.png"/><Relationship Id="rId7" Type="http://schemas.openxmlformats.org/officeDocument/2006/relationships/diagramLayout" Target="../diagrams/layout5.xml"/><Relationship Id="rId2" Type="http://schemas.openxmlformats.org/officeDocument/2006/relationships/image" Target="../media/image6.png"/><Relationship Id="rId1" Type="http://schemas.openxmlformats.org/officeDocument/2006/relationships/slideLayout" Target="../slideLayouts/slideLayout24.xml"/><Relationship Id="rId6" Type="http://schemas.openxmlformats.org/officeDocument/2006/relationships/diagramData" Target="../diagrams/data5.xml"/><Relationship Id="rId5" Type="http://schemas.openxmlformats.org/officeDocument/2006/relationships/image" Target="../media/image9.png"/><Relationship Id="rId10" Type="http://schemas.microsoft.com/office/2007/relationships/diagramDrawing" Target="../diagrams/drawing5.xml"/><Relationship Id="rId4" Type="http://schemas.openxmlformats.org/officeDocument/2006/relationships/image" Target="../media/image8.png"/><Relationship Id="rId9" Type="http://schemas.openxmlformats.org/officeDocument/2006/relationships/diagramColors" Target="../diagrams/colors5.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4.xml"/><Relationship Id="rId6" Type="http://schemas.openxmlformats.org/officeDocument/2006/relationships/image" Target="../media/image25.jpeg"/><Relationship Id="rId5" Type="http://schemas.openxmlformats.org/officeDocument/2006/relationships/image" Target="../media/image9.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8" Type="http://schemas.openxmlformats.org/officeDocument/2006/relationships/diagramQuickStyle" Target="../diagrams/quickStyle6.xml"/><Relationship Id="rId3" Type="http://schemas.openxmlformats.org/officeDocument/2006/relationships/image" Target="../media/image7.png"/><Relationship Id="rId7" Type="http://schemas.openxmlformats.org/officeDocument/2006/relationships/diagramLayout" Target="../diagrams/layout6.xml"/><Relationship Id="rId2" Type="http://schemas.openxmlformats.org/officeDocument/2006/relationships/image" Target="../media/image6.png"/><Relationship Id="rId1" Type="http://schemas.openxmlformats.org/officeDocument/2006/relationships/slideLayout" Target="../slideLayouts/slideLayout24.xml"/><Relationship Id="rId6" Type="http://schemas.openxmlformats.org/officeDocument/2006/relationships/diagramData" Target="../diagrams/data6.xml"/><Relationship Id="rId5" Type="http://schemas.openxmlformats.org/officeDocument/2006/relationships/image" Target="../media/image9.png"/><Relationship Id="rId10" Type="http://schemas.microsoft.com/office/2007/relationships/diagramDrawing" Target="../diagrams/drawing6.xml"/><Relationship Id="rId4" Type="http://schemas.openxmlformats.org/officeDocument/2006/relationships/image" Target="../media/image8.png"/><Relationship Id="rId9" Type="http://schemas.openxmlformats.org/officeDocument/2006/relationships/diagramColors" Target="../diagrams/colors6.xml"/></Relationships>
</file>

<file path=ppt/slides/_rels/slide17.xml.rels><?xml version="1.0" encoding="UTF-8" standalone="yes"?>
<Relationships xmlns="http://schemas.openxmlformats.org/package/2006/relationships"><Relationship Id="rId8" Type="http://schemas.openxmlformats.org/officeDocument/2006/relationships/diagramQuickStyle" Target="../diagrams/quickStyle7.xml"/><Relationship Id="rId3" Type="http://schemas.openxmlformats.org/officeDocument/2006/relationships/image" Target="../media/image7.png"/><Relationship Id="rId7" Type="http://schemas.openxmlformats.org/officeDocument/2006/relationships/diagramLayout" Target="../diagrams/layout7.xml"/><Relationship Id="rId2" Type="http://schemas.openxmlformats.org/officeDocument/2006/relationships/image" Target="../media/image6.png"/><Relationship Id="rId1" Type="http://schemas.openxmlformats.org/officeDocument/2006/relationships/slideLayout" Target="../slideLayouts/slideLayout24.xml"/><Relationship Id="rId6" Type="http://schemas.openxmlformats.org/officeDocument/2006/relationships/diagramData" Target="../diagrams/data7.xml"/><Relationship Id="rId5" Type="http://schemas.openxmlformats.org/officeDocument/2006/relationships/image" Target="../media/image9.png"/><Relationship Id="rId10" Type="http://schemas.microsoft.com/office/2007/relationships/diagramDrawing" Target="../diagrams/drawing7.xml"/><Relationship Id="rId4" Type="http://schemas.openxmlformats.org/officeDocument/2006/relationships/image" Target="../media/image8.png"/><Relationship Id="rId9" Type="http://schemas.openxmlformats.org/officeDocument/2006/relationships/diagramColors" Target="../diagrams/colors7.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4.xml"/><Relationship Id="rId5" Type="http://schemas.openxmlformats.org/officeDocument/2006/relationships/image" Target="../media/image9.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4.xml"/><Relationship Id="rId5" Type="http://schemas.openxmlformats.org/officeDocument/2006/relationships/image" Target="../media/image9.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hyperlink" Target="https://bjgpopen.org/content/2/3/bjgpopen18X101595" TargetMode="External"/></Relationships>
</file>

<file path=ppt/slides/_rels/slide24.xml.rels><?xml version="1.0" encoding="UTF-8" standalone="yes"?>
<Relationships xmlns="http://schemas.openxmlformats.org/package/2006/relationships"><Relationship Id="rId8" Type="http://schemas.openxmlformats.org/officeDocument/2006/relationships/diagramQuickStyle" Target="../diagrams/quickStyle9.xml"/><Relationship Id="rId3" Type="http://schemas.openxmlformats.org/officeDocument/2006/relationships/image" Target="../media/image3.png"/><Relationship Id="rId7" Type="http://schemas.openxmlformats.org/officeDocument/2006/relationships/diagramLayout" Target="../diagrams/layout9.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Data" Target="../diagrams/data9.xml"/><Relationship Id="rId5" Type="http://schemas.openxmlformats.org/officeDocument/2006/relationships/image" Target="../media/image5.png"/><Relationship Id="rId10" Type="http://schemas.microsoft.com/office/2007/relationships/diagramDrawing" Target="../diagrams/drawing9.xml"/><Relationship Id="rId4" Type="http://schemas.openxmlformats.org/officeDocument/2006/relationships/image" Target="../media/image4.png"/><Relationship Id="rId9" Type="http://schemas.openxmlformats.org/officeDocument/2006/relationships/diagramColors" Target="../diagrams/colors9.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8" Type="http://schemas.openxmlformats.org/officeDocument/2006/relationships/hyperlink" Target="https://www.mynextmove.org/vets/profile/summary/31-2021.00" TargetMode="External"/><Relationship Id="rId3" Type="http://schemas.openxmlformats.org/officeDocument/2006/relationships/image" Target="../media/image2.png"/><Relationship Id="rId7" Type="http://schemas.openxmlformats.org/officeDocument/2006/relationships/image" Target="../media/image35.jp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8" Type="http://schemas.openxmlformats.org/officeDocument/2006/relationships/diagramQuickStyle" Target="../diagrams/quickStyle10.xml"/><Relationship Id="rId3" Type="http://schemas.openxmlformats.org/officeDocument/2006/relationships/image" Target="../media/image3.png"/><Relationship Id="rId7" Type="http://schemas.openxmlformats.org/officeDocument/2006/relationships/diagramLayout" Target="../diagrams/layout10.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Data" Target="../diagrams/data10.xml"/><Relationship Id="rId5" Type="http://schemas.openxmlformats.org/officeDocument/2006/relationships/image" Target="../media/image5.png"/><Relationship Id="rId10" Type="http://schemas.microsoft.com/office/2007/relationships/diagramDrawing" Target="../diagrams/drawing10.xml"/><Relationship Id="rId4" Type="http://schemas.openxmlformats.org/officeDocument/2006/relationships/image" Target="../media/image4.png"/><Relationship Id="rId9" Type="http://schemas.openxmlformats.org/officeDocument/2006/relationships/diagramColors" Target="../diagrams/colors10.xml"/></Relationships>
</file>

<file path=ppt/slides/_rels/slide28.xml.rels><?xml version="1.0" encoding="UTF-8" standalone="yes"?>
<Relationships xmlns="http://schemas.openxmlformats.org/package/2006/relationships"><Relationship Id="rId8" Type="http://schemas.openxmlformats.org/officeDocument/2006/relationships/hyperlink" Target="https://www.picpedia.org/chalkboard/c/case-study.html" TargetMode="External"/><Relationship Id="rId3" Type="http://schemas.openxmlformats.org/officeDocument/2006/relationships/image" Target="../media/image2.png"/><Relationship Id="rId7" Type="http://schemas.openxmlformats.org/officeDocument/2006/relationships/image" Target="../media/image36.jp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hyperlink" Target="https://creativecommons.org/licenses/by-sa/3.0/"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8" Type="http://schemas.openxmlformats.org/officeDocument/2006/relationships/diagramQuickStyle" Target="../diagrams/quickStyle11.xml"/><Relationship Id="rId3" Type="http://schemas.openxmlformats.org/officeDocument/2006/relationships/image" Target="../media/image3.png"/><Relationship Id="rId7" Type="http://schemas.openxmlformats.org/officeDocument/2006/relationships/diagramLayout" Target="../diagrams/layout11.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Data" Target="../diagrams/data11.xml"/><Relationship Id="rId5" Type="http://schemas.openxmlformats.org/officeDocument/2006/relationships/image" Target="../media/image5.png"/><Relationship Id="rId10" Type="http://schemas.microsoft.com/office/2007/relationships/diagramDrawing" Target="../diagrams/drawing11.xml"/><Relationship Id="rId4" Type="http://schemas.openxmlformats.org/officeDocument/2006/relationships/image" Target="../media/image4.png"/><Relationship Id="rId9" Type="http://schemas.openxmlformats.org/officeDocument/2006/relationships/diagramColors" Target="../diagrams/colors11.xml"/></Relationships>
</file>

<file path=ppt/slides/_rels/slide31.xml.rels><?xml version="1.0" encoding="UTF-8" standalone="yes"?>
<Relationships xmlns="http://schemas.openxmlformats.org/package/2006/relationships"><Relationship Id="rId8" Type="http://schemas.openxmlformats.org/officeDocument/2006/relationships/diagramQuickStyle" Target="../diagrams/quickStyle12.xml"/><Relationship Id="rId3" Type="http://schemas.openxmlformats.org/officeDocument/2006/relationships/image" Target="../media/image3.png"/><Relationship Id="rId7" Type="http://schemas.openxmlformats.org/officeDocument/2006/relationships/diagramLayout" Target="../diagrams/layout12.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Data" Target="../diagrams/data12.xml"/><Relationship Id="rId5" Type="http://schemas.openxmlformats.org/officeDocument/2006/relationships/image" Target="../media/image5.png"/><Relationship Id="rId10" Type="http://schemas.microsoft.com/office/2007/relationships/diagramDrawing" Target="../diagrams/drawing12.xml"/><Relationship Id="rId4" Type="http://schemas.openxmlformats.org/officeDocument/2006/relationships/image" Target="../media/image4.png"/><Relationship Id="rId9" Type="http://schemas.openxmlformats.org/officeDocument/2006/relationships/diagramColors" Target="../diagrams/colors12.xml"/></Relationships>
</file>

<file path=ppt/slides/_rels/slide32.xml.rels><?xml version="1.0" encoding="UTF-8" standalone="yes"?>
<Relationships xmlns="http://schemas.openxmlformats.org/package/2006/relationships"><Relationship Id="rId8" Type="http://schemas.openxmlformats.org/officeDocument/2006/relationships/diagramQuickStyle" Target="../diagrams/quickStyle13.xml"/><Relationship Id="rId3" Type="http://schemas.openxmlformats.org/officeDocument/2006/relationships/image" Target="../media/image3.png"/><Relationship Id="rId7" Type="http://schemas.openxmlformats.org/officeDocument/2006/relationships/diagramLayout" Target="../diagrams/layout13.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Data" Target="../diagrams/data13.xml"/><Relationship Id="rId5" Type="http://schemas.openxmlformats.org/officeDocument/2006/relationships/image" Target="../media/image5.png"/><Relationship Id="rId10" Type="http://schemas.microsoft.com/office/2007/relationships/diagramDrawing" Target="../diagrams/drawing13.xml"/><Relationship Id="rId4" Type="http://schemas.openxmlformats.org/officeDocument/2006/relationships/image" Target="../media/image4.png"/><Relationship Id="rId9" Type="http://schemas.openxmlformats.org/officeDocument/2006/relationships/diagramColors" Target="../diagrams/colors13.xml"/></Relationships>
</file>

<file path=ppt/slides/_rels/slide33.xml.rels><?xml version="1.0" encoding="UTF-8" standalone="yes"?>
<Relationships xmlns="http://schemas.openxmlformats.org/package/2006/relationships"><Relationship Id="rId3" Type="http://schemas.openxmlformats.org/officeDocument/2006/relationships/hyperlink" Target="https://freepngimg.com/png/85229-text-photography-question-interrogation-communication-stock" TargetMode="External"/><Relationship Id="rId2" Type="http://schemas.openxmlformats.org/officeDocument/2006/relationships/image" Target="../media/image37.png"/><Relationship Id="rId1" Type="http://schemas.openxmlformats.org/officeDocument/2006/relationships/slideLayout" Target="../slideLayouts/slideLayout7.xml"/><Relationship Id="rId4" Type="http://schemas.openxmlformats.org/officeDocument/2006/relationships/hyperlink" Target="https://creativecommons.org/licenses/by-nc/3.0/" TargetMode="External"/></Relationships>
</file>

<file path=ppt/slides/_rels/slide34.xml.rels><?xml version="1.0" encoding="UTF-8" standalone="yes"?>
<Relationships xmlns="http://schemas.openxmlformats.org/package/2006/relationships"><Relationship Id="rId3" Type="http://schemas.openxmlformats.org/officeDocument/2006/relationships/hyperlink" Target="https://pixabay.com/da/workshop-uddannelse-seminar-gruppe-1425446/" TargetMode="External"/><Relationship Id="rId2" Type="http://schemas.openxmlformats.org/officeDocument/2006/relationships/image" Target="../media/image38.jp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37000">
              <a:schemeClr val="accent2">
                <a:lumMod val="50000"/>
              </a:schemeClr>
            </a:gs>
            <a:gs pos="0">
              <a:srgbClr val="002060"/>
            </a:gs>
            <a:gs pos="100000">
              <a:srgbClr val="002060"/>
            </a:gs>
          </a:gsLst>
          <a:lin ang="81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6AD13-9012-B388-079F-D249BA23F86D}"/>
              </a:ext>
            </a:extLst>
          </p:cNvPr>
          <p:cNvSpPr>
            <a:spLocks noGrp="1"/>
          </p:cNvSpPr>
          <p:nvPr>
            <p:ph type="ctrTitle"/>
          </p:nvPr>
        </p:nvSpPr>
        <p:spPr>
          <a:xfrm>
            <a:off x="5322236" y="1315263"/>
            <a:ext cx="6261915" cy="3308380"/>
          </a:xfrm>
        </p:spPr>
        <p:txBody>
          <a:bodyPr>
            <a:normAutofit fontScale="90000"/>
          </a:bodyPr>
          <a:lstStyle/>
          <a:p>
            <a:pPr>
              <a:lnSpc>
                <a:spcPct val="90000"/>
              </a:lnSpc>
            </a:pPr>
            <a:r>
              <a:rPr lang="en-GB" sz="4500" b="1" dirty="0"/>
              <a:t>Behaviour Chang Approaches:</a:t>
            </a:r>
            <a:br>
              <a:rPr lang="en-GB" sz="4500" b="1" dirty="0"/>
            </a:br>
            <a:r>
              <a:rPr lang="en-GB" sz="4500" b="1" dirty="0"/>
              <a:t>CBT and BCT</a:t>
            </a:r>
            <a:br>
              <a:rPr lang="en-GB" sz="4500" b="1" dirty="0"/>
            </a:br>
            <a:br>
              <a:rPr lang="en-GB" sz="4500" b="1" dirty="0"/>
            </a:br>
            <a:r>
              <a:rPr lang="en-GB" sz="4500" b="1" dirty="0"/>
              <a:t>Module: PT5050</a:t>
            </a:r>
            <a:br>
              <a:rPr lang="en-GB" sz="4500" b="1" dirty="0"/>
            </a:br>
            <a:br>
              <a:rPr lang="en-GB" sz="4500" b="1" dirty="0"/>
            </a:br>
            <a:r>
              <a:rPr lang="en-GB" sz="2800" b="1" dirty="0">
                <a:latin typeface="Aptos" panose="020B0004020202020204" pitchFamily="34" charset="0"/>
              </a:rPr>
              <a:t>Lubna Syed</a:t>
            </a:r>
          </a:p>
        </p:txBody>
      </p:sp>
      <p:pic>
        <p:nvPicPr>
          <p:cNvPr id="7" name="Picture 6" descr="A circular diagram of different colored circles&#10;&#10;AI-generated content may be incorrect.">
            <a:extLst>
              <a:ext uri="{FF2B5EF4-FFF2-40B4-BE49-F238E27FC236}">
                <a16:creationId xmlns:a16="http://schemas.microsoft.com/office/drawing/2014/main" id="{2434E48D-9CB3-33B8-7D80-217B7965F94E}"/>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37655" r="14133" b="-2"/>
          <a:stretch>
            <a:fillRect/>
          </a:stretch>
        </p:blipFill>
        <p:spPr>
          <a:xfrm>
            <a:off x="607849" y="609601"/>
            <a:ext cx="4027466" cy="5638797"/>
          </a:xfrm>
          <a:prstGeom prst="rect">
            <a:avLst/>
          </a:prstGeom>
          <a:effectLst>
            <a:outerShdw blurRad="50800" dist="38100" dir="5400000" algn="t" rotWithShape="0">
              <a:prstClr val="black">
                <a:alpha val="43000"/>
              </a:prstClr>
            </a:outerShdw>
          </a:effectLst>
        </p:spPr>
      </p:pic>
    </p:spTree>
    <p:extLst>
      <p:ext uri="{BB962C8B-B14F-4D97-AF65-F5344CB8AC3E}">
        <p14:creationId xmlns:p14="http://schemas.microsoft.com/office/powerpoint/2010/main" val="14936921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AC27E-B083-A0DA-FF48-F367EFCE2492}"/>
              </a:ext>
            </a:extLst>
          </p:cNvPr>
          <p:cNvSpPr>
            <a:spLocks noGrp="1"/>
          </p:cNvSpPr>
          <p:nvPr>
            <p:ph type="title"/>
          </p:nvPr>
        </p:nvSpPr>
        <p:spPr>
          <a:xfrm>
            <a:off x="4826001" y="819766"/>
            <a:ext cx="6109519" cy="958234"/>
          </a:xfrm>
        </p:spPr>
        <p:txBody>
          <a:bodyPr>
            <a:normAutofit/>
          </a:bodyPr>
          <a:lstStyle/>
          <a:p>
            <a:pPr algn="ctr"/>
            <a:r>
              <a:rPr lang="en-GB" b="1" dirty="0">
                <a:latin typeface="Aptos" panose="020B0004020202020204" pitchFamily="34" charset="0"/>
              </a:rPr>
              <a:t>Learning Outcomes</a:t>
            </a:r>
          </a:p>
        </p:txBody>
      </p:sp>
      <p:pic>
        <p:nvPicPr>
          <p:cNvPr id="6" name="Picture 5" descr="Books stacked on a wooden table">
            <a:extLst>
              <a:ext uri="{FF2B5EF4-FFF2-40B4-BE49-F238E27FC236}">
                <a16:creationId xmlns:a16="http://schemas.microsoft.com/office/drawing/2014/main" id="{899B65B0-3530-906A-88C6-3071AE58FFB3}"/>
              </a:ext>
            </a:extLst>
          </p:cNvPr>
          <p:cNvPicPr>
            <a:picLocks noChangeAspect="1"/>
          </p:cNvPicPr>
          <p:nvPr/>
        </p:nvPicPr>
        <p:blipFill>
          <a:blip r:embed="rId3">
            <a:extLst>
              <a:ext uri="{28A0092B-C50C-407E-A947-70E740481C1C}">
                <a14:useLocalDpi xmlns:a14="http://schemas.microsoft.com/office/drawing/2010/main" val="0"/>
              </a:ext>
            </a:extLst>
          </a:blip>
          <a:srcRect l="49400" r="5489" b="-1"/>
          <a:stretch>
            <a:fillRect/>
          </a:stretch>
        </p:blipFill>
        <p:spPr>
          <a:xfrm>
            <a:off x="-1" y="10"/>
            <a:ext cx="4634680" cy="6857990"/>
          </a:xfrm>
          <a:prstGeom prst="rect">
            <a:avLst/>
          </a:prstGeom>
        </p:spPr>
      </p:pic>
      <p:graphicFrame>
        <p:nvGraphicFramePr>
          <p:cNvPr id="20" name="Content Placeholder 2">
            <a:extLst>
              <a:ext uri="{FF2B5EF4-FFF2-40B4-BE49-F238E27FC236}">
                <a16:creationId xmlns:a16="http://schemas.microsoft.com/office/drawing/2014/main" id="{8333DB71-F880-485B-B8DA-AB4BC4906389}"/>
              </a:ext>
            </a:extLst>
          </p:cNvPr>
          <p:cNvGraphicFramePr/>
          <p:nvPr>
            <p:extLst>
              <p:ext uri="{D42A27DB-BD31-4B8C-83A1-F6EECF244321}">
                <p14:modId xmlns:p14="http://schemas.microsoft.com/office/powerpoint/2010/main" val="3576644916"/>
              </p:ext>
            </p:extLst>
          </p:nvPr>
        </p:nvGraphicFramePr>
        <p:xfrm>
          <a:off x="4953001" y="1778000"/>
          <a:ext cx="6972300" cy="4826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731731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ECC2E-4CC8-0133-F704-EC70A74F6B03}"/>
              </a:ext>
            </a:extLst>
          </p:cNvPr>
          <p:cNvSpPr>
            <a:spLocks noGrp="1"/>
          </p:cNvSpPr>
          <p:nvPr>
            <p:ph type="title"/>
          </p:nvPr>
        </p:nvSpPr>
        <p:spPr>
          <a:xfrm>
            <a:off x="481011" y="1024218"/>
            <a:ext cx="10529889" cy="1400530"/>
          </a:xfrm>
        </p:spPr>
        <p:txBody>
          <a:bodyPr>
            <a:noAutofit/>
          </a:bodyPr>
          <a:lstStyle/>
          <a:p>
            <a:pPr>
              <a:lnSpc>
                <a:spcPct val="90000"/>
              </a:lnSpc>
            </a:pPr>
            <a:r>
              <a:rPr lang="en-GB" sz="3600" b="1" dirty="0">
                <a:latin typeface="Aptos" panose="020B0004020202020204" pitchFamily="34" charset="0"/>
              </a:rPr>
              <a:t>What Are Behaviour Change Approaches (BCAs)?</a:t>
            </a:r>
            <a:br>
              <a:rPr lang="en-GB" sz="3600" b="1" dirty="0">
                <a:latin typeface="Aptos" panose="020B0004020202020204" pitchFamily="34" charset="0"/>
              </a:rPr>
            </a:br>
            <a:endParaRPr lang="en-GB" sz="3600" dirty="0">
              <a:latin typeface="Aptos" panose="020B0004020202020204" pitchFamily="34" charset="0"/>
            </a:endParaRPr>
          </a:p>
        </p:txBody>
      </p:sp>
      <p:graphicFrame>
        <p:nvGraphicFramePr>
          <p:cNvPr id="17" name="Content Placeholder 2">
            <a:extLst>
              <a:ext uri="{FF2B5EF4-FFF2-40B4-BE49-F238E27FC236}">
                <a16:creationId xmlns:a16="http://schemas.microsoft.com/office/drawing/2014/main" id="{5B4340D4-8703-8E2A-531F-640B1ED27366}"/>
              </a:ext>
            </a:extLst>
          </p:cNvPr>
          <p:cNvGraphicFramePr>
            <a:graphicFrameLocks noGrp="1"/>
          </p:cNvGraphicFramePr>
          <p:nvPr>
            <p:ph idx="1"/>
            <p:extLst>
              <p:ext uri="{D42A27DB-BD31-4B8C-83A1-F6EECF244321}">
                <p14:modId xmlns:p14="http://schemas.microsoft.com/office/powerpoint/2010/main" val="1421417180"/>
              </p:ext>
            </p:extLst>
          </p:nvPr>
        </p:nvGraphicFramePr>
        <p:xfrm>
          <a:off x="646111" y="2237362"/>
          <a:ext cx="9404352" cy="40467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75097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0AB33-AEDA-29A6-DA40-0B97E23DD2A3}"/>
              </a:ext>
            </a:extLst>
          </p:cNvPr>
          <p:cNvSpPr>
            <a:spLocks noGrp="1"/>
          </p:cNvSpPr>
          <p:nvPr>
            <p:ph type="title"/>
          </p:nvPr>
        </p:nvSpPr>
        <p:spPr>
          <a:xfrm>
            <a:off x="5625281" y="895966"/>
            <a:ext cx="4767471" cy="1641986"/>
          </a:xfrm>
        </p:spPr>
        <p:txBody>
          <a:bodyPr>
            <a:noAutofit/>
          </a:bodyPr>
          <a:lstStyle/>
          <a:p>
            <a:pPr algn="ctr">
              <a:lnSpc>
                <a:spcPct val="90000"/>
              </a:lnSpc>
            </a:pPr>
            <a:r>
              <a:rPr lang="en-GB" sz="3200" b="1">
                <a:latin typeface="Aptos" panose="020B0004020202020204" pitchFamily="34" charset="0"/>
              </a:rPr>
              <a:t>Why Do We Need Behaviour Change Approaches?</a:t>
            </a:r>
            <a:br>
              <a:rPr lang="en-GB" sz="3200" b="1">
                <a:latin typeface="Aptos" panose="020B0004020202020204" pitchFamily="34" charset="0"/>
              </a:rPr>
            </a:br>
            <a:endParaRPr lang="en-GB" sz="3200">
              <a:latin typeface="Aptos" panose="020B0004020202020204" pitchFamily="34" charset="0"/>
            </a:endParaRPr>
          </a:p>
        </p:txBody>
      </p:sp>
      <p:sp>
        <p:nvSpPr>
          <p:cNvPr id="3" name="Content Placeholder 2">
            <a:extLst>
              <a:ext uri="{FF2B5EF4-FFF2-40B4-BE49-F238E27FC236}">
                <a16:creationId xmlns:a16="http://schemas.microsoft.com/office/drawing/2014/main" id="{683AB5C4-8818-E45C-85F8-2B999D7FFCB8}"/>
              </a:ext>
            </a:extLst>
          </p:cNvPr>
          <p:cNvSpPr>
            <a:spLocks noGrp="1"/>
          </p:cNvSpPr>
          <p:nvPr>
            <p:ph idx="1"/>
          </p:nvPr>
        </p:nvSpPr>
        <p:spPr>
          <a:xfrm>
            <a:off x="5523681" y="2698136"/>
            <a:ext cx="6249219" cy="2841114"/>
          </a:xfrm>
        </p:spPr>
        <p:txBody>
          <a:bodyPr>
            <a:normAutofit/>
          </a:bodyPr>
          <a:lstStyle/>
          <a:p>
            <a:r>
              <a:rPr lang="en-GB" sz="2400" dirty="0">
                <a:latin typeface="Aptos" panose="020B0004020202020204" pitchFamily="34" charset="0"/>
              </a:rPr>
              <a:t>Physiotherapy often requires patients to change behaviour (exercise, posture, pacing, adherence).</a:t>
            </a:r>
          </a:p>
          <a:p>
            <a:r>
              <a:rPr lang="en-GB" sz="2400" dirty="0">
                <a:latin typeface="Aptos" panose="020B0004020202020204" pitchFamily="34" charset="0"/>
              </a:rPr>
              <a:t>Non-adherence rates up to 50%.</a:t>
            </a:r>
          </a:p>
          <a:p>
            <a:r>
              <a:rPr lang="en-GB" sz="2400" dirty="0">
                <a:latin typeface="Aptos" panose="020B0004020202020204" pitchFamily="34" charset="0"/>
              </a:rPr>
              <a:t>Behaviour determines long-term health outcomes more than knowledge alone.</a:t>
            </a:r>
          </a:p>
          <a:p>
            <a:endParaRPr lang="en-GB" sz="2400" dirty="0">
              <a:latin typeface="Aptos" panose="020B0004020202020204" pitchFamily="34" charset="0"/>
            </a:endParaRPr>
          </a:p>
        </p:txBody>
      </p:sp>
      <p:pic>
        <p:nvPicPr>
          <p:cNvPr id="5" name="Picture 4" descr="A person writing on a whiteboard&#10;&#10;AI-generated content may be incorrect.">
            <a:extLst>
              <a:ext uri="{FF2B5EF4-FFF2-40B4-BE49-F238E27FC236}">
                <a16:creationId xmlns:a16="http://schemas.microsoft.com/office/drawing/2014/main" id="{562A4165-3169-36E3-3CB3-9595B36F9519}"/>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18013" r="36876" b="-1"/>
          <a:stretch>
            <a:fillRect/>
          </a:stretch>
        </p:blipFill>
        <p:spPr>
          <a:xfrm>
            <a:off x="-1" y="10"/>
            <a:ext cx="4634680" cy="6857990"/>
          </a:xfrm>
          <a:prstGeom prst="rect">
            <a:avLst/>
          </a:prstGeom>
        </p:spPr>
      </p:pic>
    </p:spTree>
    <p:extLst>
      <p:ext uri="{BB962C8B-B14F-4D97-AF65-F5344CB8AC3E}">
        <p14:creationId xmlns:p14="http://schemas.microsoft.com/office/powerpoint/2010/main" val="22922912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1" name="Picture 10">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3" name="Oval 12">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15" name="Picture 14">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7" name="Picture 16">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9" name="Rectangle 18">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1" name="Rectangle 20">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3"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28375" y="-1573"/>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5" name="Picture 4" descr="A digital balance scale using circles">
            <a:extLst>
              <a:ext uri="{FF2B5EF4-FFF2-40B4-BE49-F238E27FC236}">
                <a16:creationId xmlns:a16="http://schemas.microsoft.com/office/drawing/2014/main" id="{C9AC8AAF-39B4-38BA-C675-B8C8A4294FC4}"/>
              </a:ext>
            </a:extLst>
          </p:cNvPr>
          <p:cNvPicPr>
            <a:picLocks noChangeAspect="1"/>
          </p:cNvPicPr>
          <p:nvPr/>
        </p:nvPicPr>
        <p:blipFill>
          <a:blip r:embed="rId7"/>
          <a:srcRect l="29373" r="26755" b="1"/>
          <a:stretch/>
        </p:blipFill>
        <p:spPr>
          <a:xfrm>
            <a:off x="3" y="10"/>
            <a:ext cx="4973099" cy="6857991"/>
          </a:xfrm>
          <a:custGeom>
            <a:avLst/>
            <a:gdLst/>
            <a:ahLst/>
            <a:cxnLst/>
            <a:rect l="l" t="t" r="r" b="b"/>
            <a:pathLst>
              <a:path w="4973099" h="6858001">
                <a:moveTo>
                  <a:pt x="3628384" y="0"/>
                </a:moveTo>
                <a:lnTo>
                  <a:pt x="4971922" y="0"/>
                </a:lnTo>
                <a:lnTo>
                  <a:pt x="4946877" y="155677"/>
                </a:lnTo>
                <a:lnTo>
                  <a:pt x="4923008" y="310668"/>
                </a:lnTo>
                <a:lnTo>
                  <a:pt x="4899644" y="466344"/>
                </a:lnTo>
                <a:lnTo>
                  <a:pt x="4879641" y="622707"/>
                </a:lnTo>
                <a:lnTo>
                  <a:pt x="4859470" y="778383"/>
                </a:lnTo>
                <a:lnTo>
                  <a:pt x="4840644" y="934746"/>
                </a:lnTo>
                <a:lnTo>
                  <a:pt x="4824508" y="1089051"/>
                </a:lnTo>
                <a:lnTo>
                  <a:pt x="4809212" y="1245413"/>
                </a:lnTo>
                <a:lnTo>
                  <a:pt x="4795260" y="1401090"/>
                </a:lnTo>
                <a:lnTo>
                  <a:pt x="4783158" y="1554023"/>
                </a:lnTo>
                <a:lnTo>
                  <a:pt x="4771055" y="1709014"/>
                </a:lnTo>
                <a:lnTo>
                  <a:pt x="4760970" y="1861947"/>
                </a:lnTo>
                <a:lnTo>
                  <a:pt x="4753070" y="2014881"/>
                </a:lnTo>
                <a:lnTo>
                  <a:pt x="4744833" y="2167128"/>
                </a:lnTo>
                <a:lnTo>
                  <a:pt x="4737942" y="2318004"/>
                </a:lnTo>
                <a:lnTo>
                  <a:pt x="4733067" y="2467509"/>
                </a:lnTo>
                <a:lnTo>
                  <a:pt x="4728865" y="2617013"/>
                </a:lnTo>
                <a:lnTo>
                  <a:pt x="4724831" y="2765146"/>
                </a:lnTo>
                <a:lnTo>
                  <a:pt x="4722982" y="2911221"/>
                </a:lnTo>
                <a:lnTo>
                  <a:pt x="4720965" y="3057297"/>
                </a:lnTo>
                <a:lnTo>
                  <a:pt x="4719956" y="3201315"/>
                </a:lnTo>
                <a:lnTo>
                  <a:pt x="4720965" y="3343961"/>
                </a:lnTo>
                <a:lnTo>
                  <a:pt x="4720965" y="3485236"/>
                </a:lnTo>
                <a:lnTo>
                  <a:pt x="4722982" y="3625139"/>
                </a:lnTo>
                <a:lnTo>
                  <a:pt x="4726007" y="3762299"/>
                </a:lnTo>
                <a:lnTo>
                  <a:pt x="4728865" y="3898087"/>
                </a:lnTo>
                <a:lnTo>
                  <a:pt x="4732059" y="4031133"/>
                </a:lnTo>
                <a:lnTo>
                  <a:pt x="4736933" y="4163492"/>
                </a:lnTo>
                <a:lnTo>
                  <a:pt x="4742144" y="4293793"/>
                </a:lnTo>
                <a:lnTo>
                  <a:pt x="4746850" y="4421352"/>
                </a:lnTo>
                <a:lnTo>
                  <a:pt x="4760130" y="4670298"/>
                </a:lnTo>
                <a:lnTo>
                  <a:pt x="4774249" y="4908956"/>
                </a:lnTo>
                <a:lnTo>
                  <a:pt x="4789041" y="5138013"/>
                </a:lnTo>
                <a:lnTo>
                  <a:pt x="4805346" y="5354726"/>
                </a:lnTo>
                <a:lnTo>
                  <a:pt x="4822323" y="5561838"/>
                </a:lnTo>
                <a:lnTo>
                  <a:pt x="4840644" y="5753862"/>
                </a:lnTo>
                <a:lnTo>
                  <a:pt x="4858630" y="5934227"/>
                </a:lnTo>
                <a:lnTo>
                  <a:pt x="4876615" y="6100191"/>
                </a:lnTo>
                <a:lnTo>
                  <a:pt x="4893592" y="6252438"/>
                </a:lnTo>
                <a:lnTo>
                  <a:pt x="4909729" y="6387541"/>
                </a:lnTo>
                <a:lnTo>
                  <a:pt x="4925025" y="6509613"/>
                </a:lnTo>
                <a:lnTo>
                  <a:pt x="4937800" y="6612483"/>
                </a:lnTo>
                <a:lnTo>
                  <a:pt x="4949902" y="6698894"/>
                </a:lnTo>
                <a:lnTo>
                  <a:pt x="4967216" y="6817538"/>
                </a:lnTo>
                <a:lnTo>
                  <a:pt x="4973099" y="6858000"/>
                </a:lnTo>
                <a:lnTo>
                  <a:pt x="4075210" y="6858000"/>
                </a:lnTo>
                <a:lnTo>
                  <a:pt x="4075210" y="6858001"/>
                </a:lnTo>
                <a:lnTo>
                  <a:pt x="0" y="6858001"/>
                </a:lnTo>
                <a:lnTo>
                  <a:pt x="0" y="1"/>
                </a:lnTo>
                <a:lnTo>
                  <a:pt x="3628384" y="1"/>
                </a:lnTo>
                <a:close/>
              </a:path>
            </a:pathLst>
          </a:custGeom>
        </p:spPr>
      </p:pic>
      <p:sp>
        <p:nvSpPr>
          <p:cNvPr id="25" name="Rectangle 24">
            <a:extLst>
              <a:ext uri="{FF2B5EF4-FFF2-40B4-BE49-F238E27FC236}">
                <a16:creationId xmlns:a16="http://schemas.microsoft.com/office/drawing/2014/main" id="{D6F18ACE-6E82-4ADC-8A2F-A1771B309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 name="TextBox 2">
            <a:extLst>
              <a:ext uri="{FF2B5EF4-FFF2-40B4-BE49-F238E27FC236}">
                <a16:creationId xmlns:a16="http://schemas.microsoft.com/office/drawing/2014/main" id="{3180D4E7-84E6-8B90-86D1-328DD979E00C}"/>
              </a:ext>
            </a:extLst>
          </p:cNvPr>
          <p:cNvSpPr txBox="1"/>
          <p:nvPr/>
        </p:nvSpPr>
        <p:spPr>
          <a:xfrm>
            <a:off x="5410950" y="1141408"/>
            <a:ext cx="5881339" cy="5106992"/>
          </a:xfrm>
          <a:prstGeom prst="rect">
            <a:avLst/>
          </a:prstGeom>
        </p:spPr>
        <p:txBody>
          <a:bodyPr vert="horz" lIns="91440" tIns="45720" rIns="91440" bIns="45720" rtlCol="0">
            <a:normAutofit/>
          </a:bodyPr>
          <a:lstStyle/>
          <a:p>
            <a:pPr marL="0" marR="0" lvl="0" indent="0" algn="l" defTabSz="457200" rtl="0" eaLnBrk="1" fontAlgn="auto" latinLnBrk="0" hangingPunct="1">
              <a:lnSpc>
                <a:spcPct val="100000"/>
              </a:lnSpc>
              <a:spcBef>
                <a:spcPts val="1000"/>
              </a:spcBef>
              <a:spcAft>
                <a:spcPts val="0"/>
              </a:spcAft>
              <a:buClr>
                <a:srgbClr val="1E5155">
                  <a:lumMod val="40000"/>
                  <a:lumOff val="60000"/>
                </a:srgbClr>
              </a:buClr>
              <a:buSzPct val="80000"/>
              <a:buFontTx/>
              <a:buNone/>
              <a:tabLst/>
              <a:defRPr/>
            </a:pPr>
            <a:r>
              <a:rPr kumimoji="0" lang="en-US" sz="2800" b="1" i="0" u="none" strike="noStrike" kern="1200" cap="none" spc="0" normalizeH="0" baseline="0" noProof="0" dirty="0">
                <a:ln>
                  <a:noFill/>
                </a:ln>
                <a:solidFill>
                  <a:prstClr val="white"/>
                </a:solidFill>
                <a:effectLst/>
                <a:uLnTx/>
                <a:uFillTx/>
                <a:latin typeface="Arial" panose="020B0604020202020204"/>
                <a:ea typeface="+mn-ea"/>
                <a:cs typeface="+mn-cs"/>
              </a:rPr>
              <a:t>Theoretical Foundations</a:t>
            </a:r>
          </a:p>
          <a:p>
            <a:pPr marL="0" marR="0" lvl="0" indent="0" algn="l" defTabSz="457200" rtl="0" eaLnBrk="1" fontAlgn="auto" latinLnBrk="0" hangingPunct="1">
              <a:lnSpc>
                <a:spcPct val="100000"/>
              </a:lnSpc>
              <a:spcBef>
                <a:spcPts val="1000"/>
              </a:spcBef>
              <a:spcAft>
                <a:spcPts val="0"/>
              </a:spcAft>
              <a:buClr>
                <a:srgbClr val="1E5155">
                  <a:lumMod val="40000"/>
                  <a:lumOff val="60000"/>
                </a:srgbClr>
              </a:buClr>
              <a:buSzPct val="80000"/>
              <a:buFontTx/>
              <a:buNone/>
              <a:tabLst/>
              <a:defRPr/>
            </a:pPr>
            <a:endPar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endParaRPr>
          </a:p>
          <a:p>
            <a:pPr marL="0" marR="0" lvl="0" indent="0" algn="l" defTabSz="457200" rtl="0" eaLnBrk="1" fontAlgn="auto" latinLnBrk="0" hangingPunct="1">
              <a:lnSpc>
                <a:spcPct val="100000"/>
              </a:lnSpc>
              <a:spcBef>
                <a:spcPts val="1000"/>
              </a:spcBef>
              <a:spcAft>
                <a:spcPts val="0"/>
              </a:spcAft>
              <a:buClr>
                <a:srgbClr val="1E5155">
                  <a:lumMod val="40000"/>
                  <a:lumOff val="60000"/>
                </a:srgbClr>
              </a:buClr>
              <a:buSzPct val="80000"/>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rPr>
              <a:t>Self-Efficacy Theory</a:t>
            </a:r>
          </a:p>
          <a:p>
            <a:pPr marL="0" marR="0" lvl="0" indent="0" algn="l" defTabSz="457200" rtl="0" eaLnBrk="1" fontAlgn="auto" latinLnBrk="0" hangingPunct="1">
              <a:lnSpc>
                <a:spcPct val="100000"/>
              </a:lnSpc>
              <a:spcBef>
                <a:spcPts val="1000"/>
              </a:spcBef>
              <a:spcAft>
                <a:spcPts val="0"/>
              </a:spcAft>
              <a:buClr>
                <a:srgbClr val="1E5155">
                  <a:lumMod val="40000"/>
                  <a:lumOff val="60000"/>
                </a:srgbClr>
              </a:buClr>
              <a:buSzPct val="80000"/>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rPr>
              <a:t>Theory of Planned </a:t>
            </a:r>
            <a:r>
              <a:rPr kumimoji="0" lang="en-US" sz="2000" b="1" i="0" u="none" strike="noStrike" kern="1200" cap="none" spc="0" normalizeH="0" baseline="0" noProof="0" dirty="0" err="1">
                <a:ln>
                  <a:noFill/>
                </a:ln>
                <a:solidFill>
                  <a:prstClr val="white"/>
                </a:solidFill>
                <a:effectLst/>
                <a:uLnTx/>
                <a:uFillTx/>
                <a:latin typeface="Arial" panose="020B0604020202020204"/>
                <a:ea typeface="+mn-ea"/>
                <a:cs typeface="+mn-cs"/>
              </a:rPr>
              <a:t>Behaviour</a:t>
            </a:r>
            <a:endPar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endParaRPr>
          </a:p>
          <a:p>
            <a:pPr marL="0" marR="0" lvl="0" indent="0" algn="l" defTabSz="457200" rtl="0" eaLnBrk="1" fontAlgn="auto" latinLnBrk="0" hangingPunct="1">
              <a:lnSpc>
                <a:spcPct val="100000"/>
              </a:lnSpc>
              <a:spcBef>
                <a:spcPts val="1000"/>
              </a:spcBef>
              <a:spcAft>
                <a:spcPts val="0"/>
              </a:spcAft>
              <a:buClr>
                <a:srgbClr val="1E5155">
                  <a:lumMod val="40000"/>
                  <a:lumOff val="60000"/>
                </a:srgbClr>
              </a:buClr>
              <a:buSzPct val="80000"/>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rPr>
              <a:t>Health Belief Model (HBM)</a:t>
            </a:r>
          </a:p>
          <a:p>
            <a:pPr marL="0" marR="0" lvl="0" indent="0" algn="l" defTabSz="457200" rtl="0" eaLnBrk="1" fontAlgn="auto" latinLnBrk="0" hangingPunct="1">
              <a:lnSpc>
                <a:spcPct val="100000"/>
              </a:lnSpc>
              <a:spcBef>
                <a:spcPts val="1000"/>
              </a:spcBef>
              <a:spcAft>
                <a:spcPts val="0"/>
              </a:spcAft>
              <a:buClr>
                <a:srgbClr val="1E5155">
                  <a:lumMod val="40000"/>
                  <a:lumOff val="60000"/>
                </a:srgbClr>
              </a:buClr>
              <a:buSzPct val="80000"/>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rPr>
              <a:t>Social Cognitive Theory</a:t>
            </a:r>
          </a:p>
          <a:p>
            <a:pPr marL="0" marR="0" lvl="0" indent="0" algn="l" defTabSz="457200" rtl="0" eaLnBrk="1" fontAlgn="auto" latinLnBrk="0" hangingPunct="1">
              <a:lnSpc>
                <a:spcPct val="100000"/>
              </a:lnSpc>
              <a:spcBef>
                <a:spcPts val="1000"/>
              </a:spcBef>
              <a:spcAft>
                <a:spcPts val="0"/>
              </a:spcAft>
              <a:buClr>
                <a:srgbClr val="1E5155">
                  <a:lumMod val="40000"/>
                  <a:lumOff val="60000"/>
                </a:srgbClr>
              </a:buClr>
              <a:buSzPct val="80000"/>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a:ea typeface="+mn-ea"/>
                <a:cs typeface="+mn-cs"/>
              </a:rPr>
              <a:t>Self-Determination Theory (SDT)</a:t>
            </a:r>
          </a:p>
          <a:p>
            <a:pPr marL="0" marR="0" lvl="0" indent="0" algn="l" defTabSz="457200" rtl="0" eaLnBrk="1" fontAlgn="auto" latinLnBrk="0" hangingPunct="1">
              <a:lnSpc>
                <a:spcPct val="100000"/>
              </a:lnSpc>
              <a:spcBef>
                <a:spcPts val="1000"/>
              </a:spcBef>
              <a:spcAft>
                <a:spcPts val="0"/>
              </a:spcAft>
              <a:buClr>
                <a:srgbClr val="1E5155">
                  <a:lumMod val="40000"/>
                  <a:lumOff val="60000"/>
                </a:srgbClr>
              </a:buClr>
              <a:buSzPct val="80000"/>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a:ea typeface="+mn-ea"/>
                <a:cs typeface="+mn-cs"/>
              </a:rPr>
              <a:t>Social Norms Theory</a:t>
            </a:r>
            <a:endPar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endParaRPr>
          </a:p>
          <a:p>
            <a:pPr marL="0" marR="0" lvl="0" indent="0" algn="l" defTabSz="457200" rtl="0" eaLnBrk="1" fontAlgn="auto" latinLnBrk="0" hangingPunct="1">
              <a:lnSpc>
                <a:spcPct val="100000"/>
              </a:lnSpc>
              <a:spcBef>
                <a:spcPts val="1000"/>
              </a:spcBef>
              <a:spcAft>
                <a:spcPts val="0"/>
              </a:spcAft>
              <a:buClr>
                <a:srgbClr val="1E5155">
                  <a:lumMod val="40000"/>
                  <a:lumOff val="60000"/>
                </a:srgbClr>
              </a:buClr>
              <a:buSzPct val="80000"/>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rPr>
              <a:t>Transtheoretical Model (Stages of Change)</a:t>
            </a:r>
          </a:p>
          <a:p>
            <a:pPr>
              <a:spcBef>
                <a:spcPts val="1000"/>
              </a:spcBef>
              <a:buClr>
                <a:srgbClr val="1E5155">
                  <a:lumMod val="40000"/>
                  <a:lumOff val="60000"/>
                </a:srgbClr>
              </a:buClr>
              <a:buSzPct val="80000"/>
            </a:pPr>
            <a:r>
              <a:rPr lang="en-GB" sz="2000" b="1" dirty="0"/>
              <a:t>COM-B Model</a:t>
            </a:r>
            <a:r>
              <a:rPr lang="en-GB" sz="2000" dirty="0"/>
              <a:t> – Capability, Opportunity, Motivation → Behaviour.</a:t>
            </a:r>
            <a:endParaRPr lang="en-US" sz="2000" dirty="0"/>
          </a:p>
          <a:p>
            <a:pPr marL="0" marR="0" lvl="0" indent="0" algn="l" defTabSz="457200" rtl="0" eaLnBrk="1" fontAlgn="auto" latinLnBrk="0" hangingPunct="1">
              <a:lnSpc>
                <a:spcPct val="100000"/>
              </a:lnSpc>
              <a:spcBef>
                <a:spcPts val="1000"/>
              </a:spcBef>
              <a:spcAft>
                <a:spcPts val="0"/>
              </a:spcAft>
              <a:buClr>
                <a:srgbClr val="1E5155">
                  <a:lumMod val="40000"/>
                  <a:lumOff val="60000"/>
                </a:srgbClr>
              </a:buClr>
              <a:buSzPct val="80000"/>
              <a:buFontTx/>
              <a:buNone/>
              <a:tabLst/>
              <a:defRPr/>
            </a:pPr>
            <a:endPar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endParaRPr>
          </a:p>
          <a:p>
            <a:pPr marL="0" marR="0" lvl="0" indent="0" algn="l" defTabSz="457200" rtl="0" eaLnBrk="1" fontAlgn="auto" latinLnBrk="0" hangingPunct="1">
              <a:lnSpc>
                <a:spcPct val="100000"/>
              </a:lnSpc>
              <a:spcBef>
                <a:spcPts val="1000"/>
              </a:spcBef>
              <a:spcAft>
                <a:spcPts val="0"/>
              </a:spcAft>
              <a:buClr>
                <a:srgbClr val="1E5155">
                  <a:lumMod val="40000"/>
                  <a:lumOff val="60000"/>
                </a:srgbClr>
              </a:buClr>
              <a:buSzPct val="80000"/>
              <a:buFontTx/>
              <a:buNone/>
              <a:tabLst/>
              <a:defRPr/>
            </a:pPr>
            <a:endPar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Tree>
    <p:extLst>
      <p:ext uri="{BB962C8B-B14F-4D97-AF65-F5344CB8AC3E}">
        <p14:creationId xmlns:p14="http://schemas.microsoft.com/office/powerpoint/2010/main" val="3606365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81832028-9351-71ED-D673-4F170620B1C0}"/>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0" name="Picture 9">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2" name="Oval 11">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14" name="Picture 13">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6" name="Picture 15">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8" name="Rectangle 17">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0" name="Rectangle 19">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 name="TextBox 2">
            <a:extLst>
              <a:ext uri="{FF2B5EF4-FFF2-40B4-BE49-F238E27FC236}">
                <a16:creationId xmlns:a16="http://schemas.microsoft.com/office/drawing/2014/main" id="{EF61B39B-F539-D132-2CEC-FE59670F390D}"/>
              </a:ext>
            </a:extLst>
          </p:cNvPr>
          <p:cNvSpPr txBox="1"/>
          <p:nvPr/>
        </p:nvSpPr>
        <p:spPr>
          <a:xfrm>
            <a:off x="288982" y="1083326"/>
            <a:ext cx="7006728" cy="5012674"/>
          </a:xfrm>
          <a:prstGeom prst="rect">
            <a:avLst/>
          </a:prstGeom>
        </p:spPr>
        <p:txBody>
          <a:bodyPr vert="horz" lIns="91440" tIns="45720" rIns="91440" bIns="45720" rtlCol="0">
            <a:noAutofit/>
          </a:bodyPr>
          <a:lstStyle/>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2800" b="1" i="0" u="none" strike="noStrike" kern="1200" cap="none" spc="0" normalizeH="0" baseline="0" noProof="0" dirty="0">
                <a:ln>
                  <a:noFill/>
                </a:ln>
                <a:solidFill>
                  <a:srgbClr val="FFFFFF"/>
                </a:solidFill>
                <a:effectLst/>
                <a:uLnTx/>
                <a:uFillTx/>
                <a:latin typeface="Arial" panose="020B0604020202020204"/>
                <a:ea typeface="+mn-ea"/>
                <a:cs typeface="+mn-cs"/>
              </a:rPr>
              <a:t>Theoretical Foundations</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a:ea typeface="+mn-ea"/>
                <a:cs typeface="+mn-cs"/>
              </a:rPr>
              <a:t>Self-Efficacy Theory</a:t>
            </a: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Proposed by Albert Bandura, </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This theory suggests that an individual’s belief in their capability to execute </a:t>
            </a:r>
            <a:r>
              <a:rPr kumimoji="0" lang="en-US" sz="1800" b="0" i="0" u="none" strike="noStrike" kern="1200" cap="none" spc="0" normalizeH="0" baseline="0" noProof="0" dirty="0" err="1">
                <a:ln>
                  <a:noFill/>
                </a:ln>
                <a:solidFill>
                  <a:srgbClr val="FFFFFF"/>
                </a:solidFill>
                <a:effectLst/>
                <a:uLnTx/>
                <a:uFillTx/>
                <a:latin typeface="Arial" panose="020B0604020202020204"/>
                <a:ea typeface="+mn-ea"/>
                <a:cs typeface="+mn-cs"/>
              </a:rPr>
              <a:t>behaviours</a:t>
            </a: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 necessary to produce specific performance attainments is crucial for </a:t>
            </a:r>
            <a:r>
              <a:rPr kumimoji="0" lang="en-US" sz="1800" b="0" i="0" u="none" strike="noStrike" kern="1200" cap="none" spc="0" normalizeH="0" baseline="0" noProof="0" dirty="0" err="1">
                <a:ln>
                  <a:noFill/>
                </a:ln>
                <a:solidFill>
                  <a:srgbClr val="FFFFFF"/>
                </a:solidFill>
                <a:effectLst/>
                <a:uLnTx/>
                <a:uFillTx/>
                <a:latin typeface="Arial" panose="020B0604020202020204"/>
                <a:ea typeface="+mn-ea"/>
                <a:cs typeface="+mn-cs"/>
              </a:rPr>
              <a:t>behaviour</a:t>
            </a: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 change.</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a:ea typeface="+mn-ea"/>
                <a:cs typeface="+mn-cs"/>
              </a:rPr>
              <a:t>Theory of Planned </a:t>
            </a:r>
            <a:r>
              <a:rPr kumimoji="0" lang="en-US" sz="2000" b="1" i="0" u="none" strike="noStrike" kern="1200" cap="none" spc="0" normalizeH="0" baseline="0" noProof="0" dirty="0" err="1">
                <a:ln>
                  <a:noFill/>
                </a:ln>
                <a:solidFill>
                  <a:srgbClr val="FFFFFF"/>
                </a:solidFill>
                <a:effectLst/>
                <a:uLnTx/>
                <a:uFillTx/>
                <a:latin typeface="Arial" panose="020B0604020202020204"/>
                <a:ea typeface="+mn-ea"/>
                <a:cs typeface="+mn-cs"/>
              </a:rPr>
              <a:t>Behaviour</a:t>
            </a: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This theory suggests that intention is the primary predictor of </a:t>
            </a:r>
            <a:r>
              <a:rPr kumimoji="0" lang="en-US" sz="1800" b="0" i="0" u="none" strike="noStrike" kern="1200" cap="none" spc="0" normalizeH="0" baseline="0" noProof="0" dirty="0" err="1">
                <a:ln>
                  <a:noFill/>
                </a:ln>
                <a:solidFill>
                  <a:srgbClr val="FFFFFF"/>
                </a:solidFill>
                <a:effectLst/>
                <a:uLnTx/>
                <a:uFillTx/>
                <a:latin typeface="Arial" panose="020B0604020202020204"/>
                <a:ea typeface="+mn-ea"/>
                <a:cs typeface="+mn-cs"/>
              </a:rPr>
              <a:t>behaviour</a:t>
            </a: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 </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attitudes toward the </a:t>
            </a:r>
            <a:r>
              <a:rPr kumimoji="0" lang="en-US" sz="1800" b="0" i="0" u="none" strike="noStrike" kern="1200" cap="none" spc="0" normalizeH="0" baseline="0" noProof="0" dirty="0" err="1">
                <a:ln>
                  <a:noFill/>
                </a:ln>
                <a:solidFill>
                  <a:srgbClr val="FFFFFF"/>
                </a:solidFill>
                <a:effectLst/>
                <a:uLnTx/>
                <a:uFillTx/>
                <a:latin typeface="Arial" panose="020B0604020202020204"/>
                <a:ea typeface="+mn-ea"/>
                <a:cs typeface="+mn-cs"/>
              </a:rPr>
              <a:t>behaviour</a:t>
            </a: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 </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subjective norms, and perceived </a:t>
            </a:r>
            <a:r>
              <a:rPr kumimoji="0" lang="en-US" sz="1800" b="0" i="0" u="none" strike="noStrike" kern="1200" cap="none" spc="0" normalizeH="0" baseline="0" noProof="0" dirty="0" err="1">
                <a:ln>
                  <a:noFill/>
                </a:ln>
                <a:solidFill>
                  <a:srgbClr val="FFFFFF"/>
                </a:solidFill>
                <a:effectLst/>
                <a:uLnTx/>
                <a:uFillTx/>
                <a:latin typeface="Arial" panose="020B0604020202020204"/>
                <a:ea typeface="+mn-ea"/>
                <a:cs typeface="+mn-cs"/>
              </a:rPr>
              <a:t>behavioural</a:t>
            </a: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 control. </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 </a:t>
            </a:r>
          </a:p>
        </p:txBody>
      </p:sp>
      <p:sp>
        <p:nvSpPr>
          <p:cNvPr id="22"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5974"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2" name="Picture 1" descr="3D rendering of game pieces tied together with a rope">
            <a:extLst>
              <a:ext uri="{FF2B5EF4-FFF2-40B4-BE49-F238E27FC236}">
                <a16:creationId xmlns:a16="http://schemas.microsoft.com/office/drawing/2014/main" id="{9F8C5E6C-F311-2311-6040-92B19820E1A5}"/>
              </a:ext>
            </a:extLst>
          </p:cNvPr>
          <p:cNvPicPr>
            <a:picLocks noChangeAspect="1"/>
          </p:cNvPicPr>
          <p:nvPr/>
        </p:nvPicPr>
        <p:blipFill>
          <a:blip r:embed="rId7"/>
          <a:srcRect l="9563" r="36158"/>
          <a:stretch/>
        </p:blipFill>
        <p:spPr>
          <a:xfrm>
            <a:off x="7229175" y="1"/>
            <a:ext cx="4963245" cy="6858001"/>
          </a:xfrm>
          <a:custGeom>
            <a:avLst/>
            <a:gdLst/>
            <a:ahLst/>
            <a:cxnLst/>
            <a:rect l="l" t="t" r="r" b="b"/>
            <a:pathLst>
              <a:path w="4963245" h="6858001">
                <a:moveTo>
                  <a:pt x="1177" y="0"/>
                </a:moveTo>
                <a:lnTo>
                  <a:pt x="1344715" y="0"/>
                </a:lnTo>
                <a:lnTo>
                  <a:pt x="1344715" y="1"/>
                </a:lnTo>
                <a:lnTo>
                  <a:pt x="4963245" y="1"/>
                </a:lnTo>
                <a:lnTo>
                  <a:pt x="4963244" y="6858001"/>
                </a:lnTo>
                <a:lnTo>
                  <a:pt x="900697" y="6858001"/>
                </a:lnTo>
                <a:lnTo>
                  <a:pt x="900697" y="6858000"/>
                </a:lnTo>
                <a:lnTo>
                  <a:pt x="0" y="6858000"/>
                </a:lnTo>
                <a:lnTo>
                  <a:pt x="5883" y="6817538"/>
                </a:lnTo>
                <a:lnTo>
                  <a:pt x="23196" y="6698894"/>
                </a:lnTo>
                <a:lnTo>
                  <a:pt x="35299" y="6612483"/>
                </a:lnTo>
                <a:lnTo>
                  <a:pt x="48073" y="6509613"/>
                </a:lnTo>
                <a:lnTo>
                  <a:pt x="63369" y="6387541"/>
                </a:lnTo>
                <a:lnTo>
                  <a:pt x="79506" y="6252438"/>
                </a:lnTo>
                <a:lnTo>
                  <a:pt x="96483" y="6100191"/>
                </a:lnTo>
                <a:lnTo>
                  <a:pt x="114469" y="5934227"/>
                </a:lnTo>
                <a:lnTo>
                  <a:pt x="132454" y="5753862"/>
                </a:lnTo>
                <a:lnTo>
                  <a:pt x="150776" y="5561838"/>
                </a:lnTo>
                <a:lnTo>
                  <a:pt x="167753" y="5354726"/>
                </a:lnTo>
                <a:lnTo>
                  <a:pt x="184058" y="5138013"/>
                </a:lnTo>
                <a:lnTo>
                  <a:pt x="198849" y="4908956"/>
                </a:lnTo>
                <a:lnTo>
                  <a:pt x="212969" y="4670298"/>
                </a:lnTo>
                <a:lnTo>
                  <a:pt x="226248" y="4421352"/>
                </a:lnTo>
                <a:lnTo>
                  <a:pt x="230955" y="4293793"/>
                </a:lnTo>
                <a:lnTo>
                  <a:pt x="236165" y="4163492"/>
                </a:lnTo>
                <a:lnTo>
                  <a:pt x="241040" y="4031133"/>
                </a:lnTo>
                <a:lnTo>
                  <a:pt x="244234" y="3898087"/>
                </a:lnTo>
                <a:lnTo>
                  <a:pt x="247091" y="3762299"/>
                </a:lnTo>
                <a:lnTo>
                  <a:pt x="250117" y="3625139"/>
                </a:lnTo>
                <a:lnTo>
                  <a:pt x="252134" y="3485236"/>
                </a:lnTo>
                <a:lnTo>
                  <a:pt x="252134" y="3343961"/>
                </a:lnTo>
                <a:lnTo>
                  <a:pt x="253142" y="3201315"/>
                </a:lnTo>
                <a:lnTo>
                  <a:pt x="252134" y="3057297"/>
                </a:lnTo>
                <a:lnTo>
                  <a:pt x="250117" y="2911221"/>
                </a:lnTo>
                <a:lnTo>
                  <a:pt x="248268" y="2765146"/>
                </a:lnTo>
                <a:lnTo>
                  <a:pt x="244234" y="2617013"/>
                </a:lnTo>
                <a:lnTo>
                  <a:pt x="240032" y="2467509"/>
                </a:lnTo>
                <a:lnTo>
                  <a:pt x="235157" y="2318004"/>
                </a:lnTo>
                <a:lnTo>
                  <a:pt x="228266" y="2167128"/>
                </a:lnTo>
                <a:lnTo>
                  <a:pt x="220029" y="2014881"/>
                </a:lnTo>
                <a:lnTo>
                  <a:pt x="212129" y="1861947"/>
                </a:lnTo>
                <a:lnTo>
                  <a:pt x="202044" y="1709014"/>
                </a:lnTo>
                <a:lnTo>
                  <a:pt x="189941" y="1554023"/>
                </a:lnTo>
                <a:lnTo>
                  <a:pt x="177839" y="1401090"/>
                </a:lnTo>
                <a:lnTo>
                  <a:pt x="163887" y="1245413"/>
                </a:lnTo>
                <a:lnTo>
                  <a:pt x="148591" y="1089051"/>
                </a:lnTo>
                <a:lnTo>
                  <a:pt x="132455" y="934746"/>
                </a:lnTo>
                <a:lnTo>
                  <a:pt x="113629" y="778383"/>
                </a:lnTo>
                <a:lnTo>
                  <a:pt x="93458" y="622707"/>
                </a:lnTo>
                <a:lnTo>
                  <a:pt x="73455" y="466344"/>
                </a:lnTo>
                <a:lnTo>
                  <a:pt x="50091" y="310668"/>
                </a:lnTo>
                <a:lnTo>
                  <a:pt x="26222" y="155677"/>
                </a:lnTo>
                <a:close/>
              </a:path>
            </a:pathLst>
          </a:custGeom>
        </p:spPr>
      </p:pic>
    </p:spTree>
    <p:extLst>
      <p:ext uri="{BB962C8B-B14F-4D97-AF65-F5344CB8AC3E}">
        <p14:creationId xmlns:p14="http://schemas.microsoft.com/office/powerpoint/2010/main" val="16075799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233A25C4-A984-47A1-52F7-083F12BF4782}"/>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26" name="Picture 25">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28" name="Oval 27">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30" name="Picture 29">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32" name="Picture 31">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34" name="Rectangle 33">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6" name="Rectangle 35">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8"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28375" y="-1573"/>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5" name="Picture 4" descr="3D rendering of game pieces tied together with a rope">
            <a:extLst>
              <a:ext uri="{FF2B5EF4-FFF2-40B4-BE49-F238E27FC236}">
                <a16:creationId xmlns:a16="http://schemas.microsoft.com/office/drawing/2014/main" id="{A55F1745-E863-D8F4-5D7C-E149F6CDDDFF}"/>
              </a:ext>
            </a:extLst>
          </p:cNvPr>
          <p:cNvPicPr>
            <a:picLocks noChangeAspect="1"/>
          </p:cNvPicPr>
          <p:nvPr/>
        </p:nvPicPr>
        <p:blipFill>
          <a:blip r:embed="rId7"/>
          <a:srcRect l="9509" r="36104"/>
          <a:stretch/>
        </p:blipFill>
        <p:spPr>
          <a:xfrm>
            <a:off x="3" y="10"/>
            <a:ext cx="4973099" cy="6857991"/>
          </a:xfrm>
          <a:custGeom>
            <a:avLst/>
            <a:gdLst/>
            <a:ahLst/>
            <a:cxnLst/>
            <a:rect l="l" t="t" r="r" b="b"/>
            <a:pathLst>
              <a:path w="4973099" h="6858001">
                <a:moveTo>
                  <a:pt x="3628384" y="0"/>
                </a:moveTo>
                <a:lnTo>
                  <a:pt x="4971922" y="0"/>
                </a:lnTo>
                <a:lnTo>
                  <a:pt x="4946877" y="155677"/>
                </a:lnTo>
                <a:lnTo>
                  <a:pt x="4923008" y="310668"/>
                </a:lnTo>
                <a:lnTo>
                  <a:pt x="4899644" y="466344"/>
                </a:lnTo>
                <a:lnTo>
                  <a:pt x="4879641" y="622707"/>
                </a:lnTo>
                <a:lnTo>
                  <a:pt x="4859470" y="778383"/>
                </a:lnTo>
                <a:lnTo>
                  <a:pt x="4840644" y="934746"/>
                </a:lnTo>
                <a:lnTo>
                  <a:pt x="4824508" y="1089051"/>
                </a:lnTo>
                <a:lnTo>
                  <a:pt x="4809212" y="1245413"/>
                </a:lnTo>
                <a:lnTo>
                  <a:pt x="4795260" y="1401090"/>
                </a:lnTo>
                <a:lnTo>
                  <a:pt x="4783158" y="1554023"/>
                </a:lnTo>
                <a:lnTo>
                  <a:pt x="4771055" y="1709014"/>
                </a:lnTo>
                <a:lnTo>
                  <a:pt x="4760970" y="1861947"/>
                </a:lnTo>
                <a:lnTo>
                  <a:pt x="4753070" y="2014881"/>
                </a:lnTo>
                <a:lnTo>
                  <a:pt x="4744833" y="2167128"/>
                </a:lnTo>
                <a:lnTo>
                  <a:pt x="4737942" y="2318004"/>
                </a:lnTo>
                <a:lnTo>
                  <a:pt x="4733067" y="2467509"/>
                </a:lnTo>
                <a:lnTo>
                  <a:pt x="4728865" y="2617013"/>
                </a:lnTo>
                <a:lnTo>
                  <a:pt x="4724831" y="2765146"/>
                </a:lnTo>
                <a:lnTo>
                  <a:pt x="4722982" y="2911221"/>
                </a:lnTo>
                <a:lnTo>
                  <a:pt x="4720965" y="3057297"/>
                </a:lnTo>
                <a:lnTo>
                  <a:pt x="4719956" y="3201315"/>
                </a:lnTo>
                <a:lnTo>
                  <a:pt x="4720965" y="3343961"/>
                </a:lnTo>
                <a:lnTo>
                  <a:pt x="4720965" y="3485236"/>
                </a:lnTo>
                <a:lnTo>
                  <a:pt x="4722982" y="3625139"/>
                </a:lnTo>
                <a:lnTo>
                  <a:pt x="4726007" y="3762299"/>
                </a:lnTo>
                <a:lnTo>
                  <a:pt x="4728865" y="3898087"/>
                </a:lnTo>
                <a:lnTo>
                  <a:pt x="4732059" y="4031133"/>
                </a:lnTo>
                <a:lnTo>
                  <a:pt x="4736933" y="4163492"/>
                </a:lnTo>
                <a:lnTo>
                  <a:pt x="4742144" y="4293793"/>
                </a:lnTo>
                <a:lnTo>
                  <a:pt x="4746850" y="4421352"/>
                </a:lnTo>
                <a:lnTo>
                  <a:pt x="4760130" y="4670298"/>
                </a:lnTo>
                <a:lnTo>
                  <a:pt x="4774249" y="4908956"/>
                </a:lnTo>
                <a:lnTo>
                  <a:pt x="4789041" y="5138013"/>
                </a:lnTo>
                <a:lnTo>
                  <a:pt x="4805346" y="5354726"/>
                </a:lnTo>
                <a:lnTo>
                  <a:pt x="4822323" y="5561838"/>
                </a:lnTo>
                <a:lnTo>
                  <a:pt x="4840644" y="5753862"/>
                </a:lnTo>
                <a:lnTo>
                  <a:pt x="4858630" y="5934227"/>
                </a:lnTo>
                <a:lnTo>
                  <a:pt x="4876615" y="6100191"/>
                </a:lnTo>
                <a:lnTo>
                  <a:pt x="4893592" y="6252438"/>
                </a:lnTo>
                <a:lnTo>
                  <a:pt x="4909729" y="6387541"/>
                </a:lnTo>
                <a:lnTo>
                  <a:pt x="4925025" y="6509613"/>
                </a:lnTo>
                <a:lnTo>
                  <a:pt x="4937800" y="6612483"/>
                </a:lnTo>
                <a:lnTo>
                  <a:pt x="4949902" y="6698894"/>
                </a:lnTo>
                <a:lnTo>
                  <a:pt x="4967216" y="6817538"/>
                </a:lnTo>
                <a:lnTo>
                  <a:pt x="4973099" y="6858000"/>
                </a:lnTo>
                <a:lnTo>
                  <a:pt x="4075210" y="6858000"/>
                </a:lnTo>
                <a:lnTo>
                  <a:pt x="4075210" y="6858001"/>
                </a:lnTo>
                <a:lnTo>
                  <a:pt x="0" y="6858001"/>
                </a:lnTo>
                <a:lnTo>
                  <a:pt x="0" y="1"/>
                </a:lnTo>
                <a:lnTo>
                  <a:pt x="3628384" y="1"/>
                </a:lnTo>
                <a:close/>
              </a:path>
            </a:pathLst>
          </a:custGeom>
        </p:spPr>
      </p:pic>
      <p:sp>
        <p:nvSpPr>
          <p:cNvPr id="40" name="Rectangle 39">
            <a:extLst>
              <a:ext uri="{FF2B5EF4-FFF2-40B4-BE49-F238E27FC236}">
                <a16:creationId xmlns:a16="http://schemas.microsoft.com/office/drawing/2014/main" id="{D6F18ACE-6E82-4ADC-8A2F-A1771B309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 name="TextBox 2">
            <a:extLst>
              <a:ext uri="{FF2B5EF4-FFF2-40B4-BE49-F238E27FC236}">
                <a16:creationId xmlns:a16="http://schemas.microsoft.com/office/drawing/2014/main" id="{2D46ACD6-0BB2-52F9-29F8-7CEF6565C5AC}"/>
              </a:ext>
            </a:extLst>
          </p:cNvPr>
          <p:cNvSpPr txBox="1"/>
          <p:nvPr/>
        </p:nvSpPr>
        <p:spPr>
          <a:xfrm>
            <a:off x="5396716" y="476479"/>
            <a:ext cx="6371670" cy="5905041"/>
          </a:xfrm>
          <a:prstGeom prst="rect">
            <a:avLst/>
          </a:prstGeom>
        </p:spPr>
        <p:txBody>
          <a:bodyPr vert="horz" lIns="91440" tIns="45720" rIns="91440" bIns="45720" rtlCol="0">
            <a:noAutofit/>
          </a:bodyPr>
          <a:lstStyle/>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2800" b="1" i="0" u="none" strike="noStrike" kern="1200" cap="none" spc="0" normalizeH="0" baseline="0" noProof="0" dirty="0">
                <a:ln>
                  <a:noFill/>
                </a:ln>
                <a:solidFill>
                  <a:srgbClr val="FFFFFF"/>
                </a:solidFill>
                <a:effectLst/>
                <a:uLnTx/>
                <a:uFillTx/>
                <a:latin typeface="Arial" panose="020B0604020202020204"/>
                <a:ea typeface="+mn-ea"/>
                <a:cs typeface="+mn-cs"/>
              </a:rPr>
              <a:t>Theoretical Foundations</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rPr>
              <a:t>Transtheoretical Model (Stages of Change)</a:t>
            </a: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1800" b="0" i="0" u="none" strike="noStrike" kern="1200" cap="none" spc="0" normalizeH="0" baseline="0" noProof="0" dirty="0" err="1">
                <a:ln>
                  <a:noFill/>
                </a:ln>
                <a:solidFill>
                  <a:prstClr val="white"/>
                </a:solidFill>
                <a:effectLst/>
                <a:uLnTx/>
                <a:uFillTx/>
                <a:latin typeface="Arial" panose="020B0604020202020204"/>
                <a:ea typeface="+mn-ea"/>
                <a:cs typeface="+mn-cs"/>
              </a:rPr>
              <a:t>behaviour</a:t>
            </a:r>
            <a:r>
              <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rPr>
              <a:t> change as a process that occurs in stages</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rPr>
              <a:t>precontemplation, </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rPr>
              <a:t>contemplation, </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rPr>
              <a:t>preparation, </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rPr>
              <a:t>action,</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rPr>
              <a:t>maintenance</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rPr>
              <a:t>Health Belief Model (HBM)</a:t>
            </a: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rPr>
              <a:t>The model suggests that health-related </a:t>
            </a:r>
            <a:r>
              <a:rPr kumimoji="0" lang="en-US" sz="1800" b="0" i="0" u="none" strike="noStrike" kern="1200" cap="none" spc="0" normalizeH="0" baseline="0" noProof="0" dirty="0" err="1">
                <a:ln>
                  <a:noFill/>
                </a:ln>
                <a:solidFill>
                  <a:prstClr val="white"/>
                </a:solidFill>
                <a:effectLst/>
                <a:uLnTx/>
                <a:uFillTx/>
                <a:latin typeface="Arial" panose="020B0604020202020204"/>
                <a:ea typeface="+mn-ea"/>
                <a:cs typeface="+mn-cs"/>
              </a:rPr>
              <a:t>behaviours</a:t>
            </a:r>
            <a:r>
              <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rPr>
              <a:t> are influenced by a person’s perceptions of the threat posed by a health problem.</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Tree>
    <p:extLst>
      <p:ext uri="{BB962C8B-B14F-4D97-AF65-F5344CB8AC3E}">
        <p14:creationId xmlns:p14="http://schemas.microsoft.com/office/powerpoint/2010/main" val="473684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BCB2CF25-63FD-3A83-63E5-5802815A80E8}"/>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1" name="Picture 10">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3" name="Oval 12">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15" name="Picture 14">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7" name="Picture 16">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9" name="Rectangle 18">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1" name="Rectangle 20">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 name="TextBox 2">
            <a:extLst>
              <a:ext uri="{FF2B5EF4-FFF2-40B4-BE49-F238E27FC236}">
                <a16:creationId xmlns:a16="http://schemas.microsoft.com/office/drawing/2014/main" id="{5EB142FF-6AF8-BA18-08E6-56C37FD61881}"/>
              </a:ext>
            </a:extLst>
          </p:cNvPr>
          <p:cNvSpPr txBox="1"/>
          <p:nvPr/>
        </p:nvSpPr>
        <p:spPr>
          <a:xfrm>
            <a:off x="430298" y="788867"/>
            <a:ext cx="6586894" cy="4817126"/>
          </a:xfrm>
          <a:prstGeom prst="rect">
            <a:avLst/>
          </a:prstGeom>
        </p:spPr>
        <p:txBody>
          <a:bodyPr vert="horz" lIns="91440" tIns="45720" rIns="91440" bIns="45720" rtlCol="0">
            <a:noAutofit/>
          </a:bodyPr>
          <a:lstStyle/>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2800" b="1" i="0" u="none" strike="noStrike" kern="1200" cap="none" spc="0" normalizeH="0" baseline="0" noProof="0" dirty="0">
                <a:ln>
                  <a:noFill/>
                </a:ln>
                <a:solidFill>
                  <a:srgbClr val="FFFFFF"/>
                </a:solidFill>
                <a:effectLst/>
                <a:uLnTx/>
                <a:uFillTx/>
                <a:latin typeface="Arial" panose="020B0604020202020204"/>
                <a:ea typeface="+mn-ea"/>
                <a:cs typeface="+mn-cs"/>
              </a:rPr>
              <a:t>Theoretical Foundations </a:t>
            </a:r>
            <a:endParaRPr kumimoji="0" lang="en-US" sz="2000" b="1" i="0" u="none"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a:ea typeface="+mn-ea"/>
                <a:cs typeface="+mn-cs"/>
              </a:rPr>
              <a:t>Self-Determination Theory (SDT)</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SDT focuses on motivation behind choices people make without external influence and interference. </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a:ea typeface="+mn-ea"/>
                <a:cs typeface="+mn-cs"/>
              </a:rPr>
              <a:t>Social Norms Theory</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what is considered normal or acceptable within their social group.</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a:ea typeface="+mn-ea"/>
                <a:cs typeface="+mn-cs"/>
              </a:rPr>
              <a:t>Social Cognitive Theory</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Also developed by Bandura, </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this theory emphasizes the role of observational learning,</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imitation, and modeling in </a:t>
            </a:r>
            <a:r>
              <a:rPr kumimoji="0" lang="en-US" sz="1800" b="0" i="0" u="none" strike="noStrike" kern="1200" cap="none" spc="0" normalizeH="0" baseline="0" noProof="0" dirty="0" err="1">
                <a:ln>
                  <a:noFill/>
                </a:ln>
                <a:solidFill>
                  <a:srgbClr val="FFFFFF"/>
                </a:solidFill>
                <a:effectLst/>
                <a:uLnTx/>
                <a:uFillTx/>
                <a:latin typeface="Arial" panose="020B0604020202020204"/>
                <a:ea typeface="+mn-ea"/>
                <a:cs typeface="+mn-cs"/>
              </a:rPr>
              <a:t>behaviour</a:t>
            </a: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 change.</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3"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5974"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5" name="Picture 4" descr="3D rendering of game pieces tied together with a rope">
            <a:extLst>
              <a:ext uri="{FF2B5EF4-FFF2-40B4-BE49-F238E27FC236}">
                <a16:creationId xmlns:a16="http://schemas.microsoft.com/office/drawing/2014/main" id="{6C42F372-78E4-68C0-9F22-87AD08A9F5E9}"/>
              </a:ext>
            </a:extLst>
          </p:cNvPr>
          <p:cNvPicPr>
            <a:picLocks noChangeAspect="1"/>
          </p:cNvPicPr>
          <p:nvPr/>
        </p:nvPicPr>
        <p:blipFill>
          <a:blip r:embed="rId7"/>
          <a:srcRect l="9775" r="35946"/>
          <a:stretch/>
        </p:blipFill>
        <p:spPr>
          <a:xfrm>
            <a:off x="7229175" y="1"/>
            <a:ext cx="4963245" cy="6858001"/>
          </a:xfrm>
          <a:custGeom>
            <a:avLst/>
            <a:gdLst/>
            <a:ahLst/>
            <a:cxnLst/>
            <a:rect l="l" t="t" r="r" b="b"/>
            <a:pathLst>
              <a:path w="4963245" h="6858001">
                <a:moveTo>
                  <a:pt x="1177" y="0"/>
                </a:moveTo>
                <a:lnTo>
                  <a:pt x="1344715" y="0"/>
                </a:lnTo>
                <a:lnTo>
                  <a:pt x="1344715" y="1"/>
                </a:lnTo>
                <a:lnTo>
                  <a:pt x="4963245" y="1"/>
                </a:lnTo>
                <a:lnTo>
                  <a:pt x="4963244" y="6858001"/>
                </a:lnTo>
                <a:lnTo>
                  <a:pt x="900697" y="6858001"/>
                </a:lnTo>
                <a:lnTo>
                  <a:pt x="900697" y="6858000"/>
                </a:lnTo>
                <a:lnTo>
                  <a:pt x="0" y="6858000"/>
                </a:lnTo>
                <a:lnTo>
                  <a:pt x="5883" y="6817538"/>
                </a:lnTo>
                <a:lnTo>
                  <a:pt x="23196" y="6698894"/>
                </a:lnTo>
                <a:lnTo>
                  <a:pt x="35299" y="6612483"/>
                </a:lnTo>
                <a:lnTo>
                  <a:pt x="48073" y="6509613"/>
                </a:lnTo>
                <a:lnTo>
                  <a:pt x="63369" y="6387541"/>
                </a:lnTo>
                <a:lnTo>
                  <a:pt x="79506" y="6252438"/>
                </a:lnTo>
                <a:lnTo>
                  <a:pt x="96483" y="6100191"/>
                </a:lnTo>
                <a:lnTo>
                  <a:pt x="114469" y="5934227"/>
                </a:lnTo>
                <a:lnTo>
                  <a:pt x="132454" y="5753862"/>
                </a:lnTo>
                <a:lnTo>
                  <a:pt x="150776" y="5561838"/>
                </a:lnTo>
                <a:lnTo>
                  <a:pt x="167753" y="5354726"/>
                </a:lnTo>
                <a:lnTo>
                  <a:pt x="184058" y="5138013"/>
                </a:lnTo>
                <a:lnTo>
                  <a:pt x="198849" y="4908956"/>
                </a:lnTo>
                <a:lnTo>
                  <a:pt x="212969" y="4670298"/>
                </a:lnTo>
                <a:lnTo>
                  <a:pt x="226248" y="4421352"/>
                </a:lnTo>
                <a:lnTo>
                  <a:pt x="230955" y="4293793"/>
                </a:lnTo>
                <a:lnTo>
                  <a:pt x="236165" y="4163492"/>
                </a:lnTo>
                <a:lnTo>
                  <a:pt x="241040" y="4031133"/>
                </a:lnTo>
                <a:lnTo>
                  <a:pt x="244234" y="3898087"/>
                </a:lnTo>
                <a:lnTo>
                  <a:pt x="247091" y="3762299"/>
                </a:lnTo>
                <a:lnTo>
                  <a:pt x="250117" y="3625139"/>
                </a:lnTo>
                <a:lnTo>
                  <a:pt x="252134" y="3485236"/>
                </a:lnTo>
                <a:lnTo>
                  <a:pt x="252134" y="3343961"/>
                </a:lnTo>
                <a:lnTo>
                  <a:pt x="253142" y="3201315"/>
                </a:lnTo>
                <a:lnTo>
                  <a:pt x="252134" y="3057297"/>
                </a:lnTo>
                <a:lnTo>
                  <a:pt x="250117" y="2911221"/>
                </a:lnTo>
                <a:lnTo>
                  <a:pt x="248268" y="2765146"/>
                </a:lnTo>
                <a:lnTo>
                  <a:pt x="244234" y="2617013"/>
                </a:lnTo>
                <a:lnTo>
                  <a:pt x="240032" y="2467509"/>
                </a:lnTo>
                <a:lnTo>
                  <a:pt x="235157" y="2318004"/>
                </a:lnTo>
                <a:lnTo>
                  <a:pt x="228266" y="2167128"/>
                </a:lnTo>
                <a:lnTo>
                  <a:pt x="220029" y="2014881"/>
                </a:lnTo>
                <a:lnTo>
                  <a:pt x="212129" y="1861947"/>
                </a:lnTo>
                <a:lnTo>
                  <a:pt x="202044" y="1709014"/>
                </a:lnTo>
                <a:lnTo>
                  <a:pt x="189941" y="1554023"/>
                </a:lnTo>
                <a:lnTo>
                  <a:pt x="177839" y="1401090"/>
                </a:lnTo>
                <a:lnTo>
                  <a:pt x="163887" y="1245413"/>
                </a:lnTo>
                <a:lnTo>
                  <a:pt x="148591" y="1089051"/>
                </a:lnTo>
                <a:lnTo>
                  <a:pt x="132455" y="934746"/>
                </a:lnTo>
                <a:lnTo>
                  <a:pt x="113629" y="778383"/>
                </a:lnTo>
                <a:lnTo>
                  <a:pt x="93458" y="622707"/>
                </a:lnTo>
                <a:lnTo>
                  <a:pt x="73455" y="466344"/>
                </a:lnTo>
                <a:lnTo>
                  <a:pt x="50091" y="310668"/>
                </a:lnTo>
                <a:lnTo>
                  <a:pt x="26222" y="155677"/>
                </a:lnTo>
                <a:close/>
              </a:path>
            </a:pathLst>
          </a:custGeom>
        </p:spPr>
      </p:pic>
    </p:spTree>
    <p:extLst>
      <p:ext uri="{BB962C8B-B14F-4D97-AF65-F5344CB8AC3E}">
        <p14:creationId xmlns:p14="http://schemas.microsoft.com/office/powerpoint/2010/main" val="32015822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1" name="Picture 10">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3" name="Oval 12">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15" name="Picture 14">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7" name="Picture 16">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9" name="Rectangle 18">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5" name="Picture 4" descr="Colourful carved figures of humans">
            <a:extLst>
              <a:ext uri="{FF2B5EF4-FFF2-40B4-BE49-F238E27FC236}">
                <a16:creationId xmlns:a16="http://schemas.microsoft.com/office/drawing/2014/main" id="{01290996-10FB-C988-D573-78D27AD2A21E}"/>
              </a:ext>
            </a:extLst>
          </p:cNvPr>
          <p:cNvPicPr>
            <a:picLocks noChangeAspect="1"/>
          </p:cNvPicPr>
          <p:nvPr/>
        </p:nvPicPr>
        <p:blipFill>
          <a:blip r:embed="rId7"/>
          <a:srcRect l="26041" r="25808" b="-1"/>
          <a:stretch/>
        </p:blipFill>
        <p:spPr>
          <a:xfrm>
            <a:off x="-1" y="10"/>
            <a:ext cx="4634680" cy="6857990"/>
          </a:xfrm>
          <a:prstGeom prst="rect">
            <a:avLst/>
          </a:prstGeom>
        </p:spPr>
      </p:pic>
      <p:sp>
        <p:nvSpPr>
          <p:cNvPr id="3" name="TextBox 2">
            <a:extLst>
              <a:ext uri="{FF2B5EF4-FFF2-40B4-BE49-F238E27FC236}">
                <a16:creationId xmlns:a16="http://schemas.microsoft.com/office/drawing/2014/main" id="{12BA2446-9194-8B0E-FBFB-2ECB9917E2E9}"/>
              </a:ext>
            </a:extLst>
          </p:cNvPr>
          <p:cNvSpPr txBox="1"/>
          <p:nvPr/>
        </p:nvSpPr>
        <p:spPr>
          <a:xfrm>
            <a:off x="5251241" y="1447801"/>
            <a:ext cx="6177171" cy="3809999"/>
          </a:xfrm>
          <a:prstGeom prst="rect">
            <a:avLst/>
          </a:prstGeom>
        </p:spPr>
        <p:txBody>
          <a:bodyPr vert="horz" lIns="91440" tIns="45720" rIns="91440" bIns="45720" rtlCol="0">
            <a:noAutofit/>
          </a:bodyPr>
          <a:lstStyle/>
          <a:p>
            <a:pPr marL="0" marR="0" lvl="0" indent="0" algn="ctr"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2400" b="1" i="0" u="none" strike="noStrike" kern="1200" cap="none" spc="0" normalizeH="0" baseline="0" noProof="0" dirty="0">
                <a:ln>
                  <a:noFill/>
                </a:ln>
                <a:solidFill>
                  <a:prstClr val="white"/>
                </a:solidFill>
                <a:effectLst/>
                <a:uLnTx/>
                <a:uFillTx/>
                <a:latin typeface="Arial" panose="020B0604020202020204"/>
                <a:ea typeface="+mn-ea"/>
                <a:cs typeface="+mn-cs"/>
              </a:rPr>
              <a:t>The Importance of Theory in </a:t>
            </a:r>
            <a:r>
              <a:rPr kumimoji="0" lang="en-US" sz="2400" b="1" i="0" u="none" strike="noStrike" kern="1200" cap="none" spc="0" normalizeH="0" baseline="0" noProof="0" dirty="0" err="1">
                <a:ln>
                  <a:noFill/>
                </a:ln>
                <a:solidFill>
                  <a:prstClr val="white"/>
                </a:solidFill>
                <a:effectLst/>
                <a:uLnTx/>
                <a:uFillTx/>
                <a:latin typeface="Arial" panose="020B0604020202020204"/>
                <a:ea typeface="+mn-ea"/>
                <a:cs typeface="+mn-cs"/>
              </a:rPr>
              <a:t>Behaviour</a:t>
            </a:r>
            <a:r>
              <a:rPr kumimoji="0" lang="en-US" sz="2400" b="1" i="0" u="none" strike="noStrike" kern="1200" cap="none" spc="0" normalizeH="0" baseline="0" noProof="0" dirty="0">
                <a:ln>
                  <a:noFill/>
                </a:ln>
                <a:solidFill>
                  <a:prstClr val="white"/>
                </a:solidFill>
                <a:effectLst/>
                <a:uLnTx/>
                <a:uFillTx/>
                <a:latin typeface="Arial" panose="020B0604020202020204"/>
                <a:ea typeface="+mn-ea"/>
                <a:cs typeface="+mn-cs"/>
              </a:rPr>
              <a:t> Change Approaches</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endParaRPr kumimoji="0" lang="en-US" sz="2000" b="0" i="0" u="none" strike="noStrike" kern="1200" cap="none" spc="0" normalizeH="0" baseline="0" noProof="0" dirty="0">
              <a:ln>
                <a:noFill/>
              </a:ln>
              <a:solidFill>
                <a:prstClr val="white"/>
              </a:solidFill>
              <a:effectLst/>
              <a:uLnTx/>
              <a:uFillTx/>
              <a:latin typeface="Arial" panose="020B0604020202020204"/>
              <a:ea typeface="+mn-ea"/>
              <a:cs typeface="+mn-cs"/>
            </a:endParaRP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2000" b="0" i="0" u="none" strike="noStrike" kern="1200" cap="none" spc="0" normalizeH="0" baseline="0" noProof="0" dirty="0">
                <a:ln>
                  <a:noFill/>
                </a:ln>
                <a:solidFill>
                  <a:prstClr val="white"/>
                </a:solidFill>
                <a:effectLst/>
                <a:uLnTx/>
                <a:uFillTx/>
                <a:latin typeface="Arial" panose="020B0604020202020204"/>
                <a:ea typeface="+mn-ea"/>
                <a:cs typeface="+mn-cs"/>
              </a:rPr>
              <a:t>They are crucial in the fields of psychology, health promotion, and public health because they provide structured methods for influencing </a:t>
            </a:r>
            <a:r>
              <a:rPr kumimoji="0" lang="en-US" sz="2000" b="0" i="0" u="none" strike="noStrike" kern="1200" cap="none" spc="0" normalizeH="0" baseline="0" noProof="0" dirty="0" err="1">
                <a:ln>
                  <a:noFill/>
                </a:ln>
                <a:solidFill>
                  <a:prstClr val="white"/>
                </a:solidFill>
                <a:effectLst/>
                <a:uLnTx/>
                <a:uFillTx/>
                <a:latin typeface="Arial" panose="020B0604020202020204"/>
                <a:ea typeface="+mn-ea"/>
                <a:cs typeface="+mn-cs"/>
              </a:rPr>
              <a:t>behaviour</a:t>
            </a:r>
            <a:r>
              <a:rPr kumimoji="0" lang="en-US" sz="2000" b="0" i="0" u="none" strike="noStrike" kern="1200" cap="none" spc="0" normalizeH="0" baseline="0" noProof="0" dirty="0">
                <a:ln>
                  <a:noFill/>
                </a:ln>
                <a:solidFill>
                  <a:prstClr val="white"/>
                </a:solidFill>
                <a:effectLst/>
                <a:uLnTx/>
                <a:uFillTx/>
                <a:latin typeface="Arial" panose="020B0604020202020204"/>
                <a:ea typeface="+mn-ea"/>
                <a:cs typeface="+mn-cs"/>
              </a:rPr>
              <a:t>. </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endParaRPr kumimoji="0" lang="en-US" sz="2000" b="0" i="0" u="none" strike="noStrike" kern="1200" cap="none" spc="0" normalizeH="0" baseline="0" noProof="0" dirty="0">
              <a:ln>
                <a:noFill/>
              </a:ln>
              <a:solidFill>
                <a:prstClr val="white"/>
              </a:solidFill>
              <a:effectLst/>
              <a:uLnTx/>
              <a:uFillTx/>
              <a:latin typeface="Arial" panose="020B0604020202020204"/>
              <a:ea typeface="+mn-ea"/>
              <a:cs typeface="+mn-cs"/>
            </a:endParaRP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2000" b="0" i="0" u="none" strike="noStrike" kern="1200" cap="none" spc="0" normalizeH="0" baseline="0" noProof="0" dirty="0">
                <a:ln>
                  <a:noFill/>
                </a:ln>
                <a:solidFill>
                  <a:prstClr val="white"/>
                </a:solidFill>
                <a:effectLst/>
                <a:uLnTx/>
                <a:uFillTx/>
                <a:latin typeface="Arial" panose="020B0604020202020204"/>
                <a:ea typeface="+mn-ea"/>
                <a:cs typeface="+mn-cs"/>
              </a:rPr>
              <a:t>Role of Theories in Guiding BCT Selection</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2000" b="0" i="0" u="none" strike="noStrike" kern="1200" cap="none" spc="0" normalizeH="0" baseline="0" noProof="0" dirty="0">
                <a:ln>
                  <a:noFill/>
                </a:ln>
                <a:solidFill>
                  <a:prstClr val="white"/>
                </a:solidFill>
                <a:effectLst/>
                <a:uLnTx/>
                <a:uFillTx/>
                <a:latin typeface="Arial" panose="020B0604020202020204"/>
                <a:ea typeface="+mn-ea"/>
                <a:cs typeface="+mn-cs"/>
              </a:rPr>
              <a:t>Theories provide a comprehensive understanding of the mechanisms underlying </a:t>
            </a:r>
            <a:r>
              <a:rPr kumimoji="0" lang="en-US" sz="2000" b="0" i="0" u="none" strike="noStrike" kern="1200" cap="none" spc="0" normalizeH="0" baseline="0" noProof="0" dirty="0" err="1">
                <a:ln>
                  <a:noFill/>
                </a:ln>
                <a:solidFill>
                  <a:prstClr val="white"/>
                </a:solidFill>
                <a:effectLst/>
                <a:uLnTx/>
                <a:uFillTx/>
                <a:latin typeface="Arial" panose="020B0604020202020204"/>
                <a:ea typeface="+mn-ea"/>
                <a:cs typeface="+mn-cs"/>
              </a:rPr>
              <a:t>behaviour</a:t>
            </a:r>
            <a:r>
              <a:rPr kumimoji="0" lang="en-US" sz="2000" b="0" i="0" u="none" strike="noStrike" kern="1200" cap="none" spc="0" normalizeH="0" baseline="0" noProof="0" dirty="0">
                <a:ln>
                  <a:noFill/>
                </a:ln>
                <a:solidFill>
                  <a:prstClr val="white"/>
                </a:solidFill>
                <a:effectLst/>
                <a:uLnTx/>
                <a:uFillTx/>
                <a:latin typeface="Arial" panose="020B0604020202020204"/>
                <a:ea typeface="+mn-ea"/>
                <a:cs typeface="+mn-cs"/>
              </a:rPr>
              <a:t> change. </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endParaRPr kumimoji="0" lang="en-US" sz="20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Tree>
    <p:extLst>
      <p:ext uri="{BB962C8B-B14F-4D97-AF65-F5344CB8AC3E}">
        <p14:creationId xmlns:p14="http://schemas.microsoft.com/office/powerpoint/2010/main" val="24179775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4D283508-FFA1-2691-A555-F1E0B8575876}"/>
            </a:ext>
          </a:extLst>
        </p:cNvPr>
        <p:cNvGrpSpPr/>
        <p:nvPr/>
      </p:nvGrpSpPr>
      <p:grpSpPr>
        <a:xfrm>
          <a:off x="0" y="0"/>
          <a:ext cx="0" cy="0"/>
          <a:chOff x="0" y="0"/>
          <a:chExt cx="0" cy="0"/>
        </a:xfrm>
      </p:grpSpPr>
      <p:pic>
        <p:nvPicPr>
          <p:cNvPr id="21" name="Picture 20">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22" name="Picture 21">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23" name="Oval 22">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24" name="Picture 23">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25" name="Picture 24">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6" name="Rectangle 25">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27" name="Picture 26" descr="3D spheres connected with a red line">
            <a:extLst>
              <a:ext uri="{FF2B5EF4-FFF2-40B4-BE49-F238E27FC236}">
                <a16:creationId xmlns:a16="http://schemas.microsoft.com/office/drawing/2014/main" id="{EDD45CAA-7AED-5867-96C2-80EF2808E18F}"/>
              </a:ext>
            </a:extLst>
          </p:cNvPr>
          <p:cNvPicPr>
            <a:picLocks noChangeAspect="1"/>
          </p:cNvPicPr>
          <p:nvPr/>
        </p:nvPicPr>
        <p:blipFill>
          <a:blip r:embed="rId7"/>
          <a:srcRect l="27600" r="21715"/>
          <a:stretch/>
        </p:blipFill>
        <p:spPr>
          <a:xfrm>
            <a:off x="-1" y="10"/>
            <a:ext cx="4634680" cy="6857990"/>
          </a:xfrm>
          <a:prstGeom prst="rect">
            <a:avLst/>
          </a:prstGeom>
        </p:spPr>
      </p:pic>
      <p:sp>
        <p:nvSpPr>
          <p:cNvPr id="3" name="TextBox 2">
            <a:extLst>
              <a:ext uri="{FF2B5EF4-FFF2-40B4-BE49-F238E27FC236}">
                <a16:creationId xmlns:a16="http://schemas.microsoft.com/office/drawing/2014/main" id="{C2DEA312-B514-9C29-D9A7-8BD7B1DD7330}"/>
              </a:ext>
            </a:extLst>
          </p:cNvPr>
          <p:cNvSpPr txBox="1"/>
          <p:nvPr/>
        </p:nvSpPr>
        <p:spPr>
          <a:xfrm>
            <a:off x="4938126" y="1498294"/>
            <a:ext cx="6717720" cy="5816906"/>
          </a:xfrm>
          <a:prstGeom prst="rect">
            <a:avLst/>
          </a:prstGeom>
        </p:spPr>
        <p:txBody>
          <a:bodyPr vert="horz" lIns="91440" tIns="45720" rIns="91440" bIns="45720" rtlCol="0">
            <a:normAutofit/>
          </a:bodyPr>
          <a:lstStyle/>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2800" b="1" i="0" u="none" strike="noStrike" kern="1200" cap="none" spc="0" normalizeH="0" baseline="0" noProof="0" dirty="0">
                <a:ln>
                  <a:noFill/>
                </a:ln>
                <a:solidFill>
                  <a:prstClr val="white"/>
                </a:solidFill>
                <a:effectLst/>
                <a:uLnTx/>
                <a:uFillTx/>
                <a:latin typeface="Arial" panose="020B0604020202020204"/>
                <a:ea typeface="+mn-ea"/>
                <a:cs typeface="+mn-cs"/>
              </a:rPr>
              <a:t>The Importance of Theory</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endParaRPr kumimoji="0" lang="en-US" sz="2000" b="0" i="0" u="none" strike="noStrike" kern="1200" cap="none" spc="0" normalizeH="0" baseline="0" noProof="0" dirty="0">
              <a:ln>
                <a:noFill/>
              </a:ln>
              <a:solidFill>
                <a:prstClr val="white"/>
              </a:solidFill>
              <a:effectLst/>
              <a:uLnTx/>
              <a:uFillTx/>
              <a:latin typeface="Arial" panose="020B0604020202020204"/>
              <a:ea typeface="+mn-ea"/>
              <a:cs typeface="+mn-cs"/>
            </a:endParaRP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rPr>
              <a:t>Alignment with Specific </a:t>
            </a:r>
            <a:r>
              <a:rPr kumimoji="0" lang="en-US" sz="2000" b="1" i="0" u="none" strike="noStrike" kern="1200" cap="none" spc="0" normalizeH="0" baseline="0" noProof="0" dirty="0" err="1">
                <a:ln>
                  <a:noFill/>
                </a:ln>
                <a:solidFill>
                  <a:prstClr val="white"/>
                </a:solidFill>
                <a:effectLst/>
                <a:uLnTx/>
                <a:uFillTx/>
                <a:latin typeface="Arial" panose="020B0604020202020204"/>
                <a:ea typeface="+mn-ea"/>
                <a:cs typeface="+mn-cs"/>
              </a:rPr>
              <a:t>Behaviours</a:t>
            </a:r>
            <a:r>
              <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rPr>
              <a:t> and Populations</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2000" b="0" i="0" u="none" strike="noStrike" kern="1200" cap="none" spc="0" normalizeH="0" baseline="0" noProof="0" dirty="0">
                <a:ln>
                  <a:noFill/>
                </a:ln>
                <a:solidFill>
                  <a:prstClr val="white"/>
                </a:solidFill>
                <a:effectLst/>
                <a:uLnTx/>
                <a:uFillTx/>
                <a:latin typeface="Arial" panose="020B0604020202020204"/>
                <a:ea typeface="+mn-ea"/>
                <a:cs typeface="+mn-cs"/>
              </a:rPr>
              <a:t>Theories also assist in aligning BCTs with specific </a:t>
            </a:r>
            <a:r>
              <a:rPr kumimoji="0" lang="en-US" sz="2000" b="0" i="0" u="none" strike="noStrike" kern="1200" cap="none" spc="0" normalizeH="0" baseline="0" noProof="0" dirty="0" err="1">
                <a:ln>
                  <a:noFill/>
                </a:ln>
                <a:solidFill>
                  <a:prstClr val="white"/>
                </a:solidFill>
                <a:effectLst/>
                <a:uLnTx/>
                <a:uFillTx/>
                <a:latin typeface="Arial" panose="020B0604020202020204"/>
                <a:ea typeface="+mn-ea"/>
                <a:cs typeface="+mn-cs"/>
              </a:rPr>
              <a:t>behaviours</a:t>
            </a:r>
            <a:r>
              <a:rPr kumimoji="0" lang="en-US" sz="2000" b="0" i="0" u="none" strike="noStrike" kern="1200" cap="none" spc="0" normalizeH="0" baseline="0" noProof="0" dirty="0">
                <a:ln>
                  <a:noFill/>
                </a:ln>
                <a:solidFill>
                  <a:prstClr val="white"/>
                </a:solidFill>
                <a:effectLst/>
                <a:uLnTx/>
                <a:uFillTx/>
                <a:latin typeface="Arial" panose="020B0604020202020204"/>
                <a:ea typeface="+mn-ea"/>
                <a:cs typeface="+mn-cs"/>
              </a:rPr>
              <a:t> and target populations.</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2000" b="0" i="0" u="none" strike="noStrike" kern="1200" cap="none" spc="0" normalizeH="0" baseline="0" noProof="0" dirty="0">
                <a:ln>
                  <a:noFill/>
                </a:ln>
                <a:solidFill>
                  <a:prstClr val="white"/>
                </a:solidFill>
                <a:effectLst/>
                <a:uLnTx/>
                <a:uFillTx/>
                <a:latin typeface="Arial" panose="020B0604020202020204"/>
                <a:ea typeface="+mn-ea"/>
                <a:cs typeface="+mn-cs"/>
              </a:rPr>
              <a:t> </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rPr>
              <a:t>Evaluation and Adaptation of Interventions</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2000" b="0" i="0" u="none" strike="noStrike" kern="1200" cap="none" spc="0" normalizeH="0" baseline="0" noProof="0" dirty="0">
                <a:ln>
                  <a:noFill/>
                </a:ln>
                <a:solidFill>
                  <a:prstClr val="white"/>
                </a:solidFill>
                <a:effectLst/>
                <a:uLnTx/>
                <a:uFillTx/>
                <a:latin typeface="Arial" panose="020B0604020202020204"/>
                <a:ea typeface="+mn-ea"/>
                <a:cs typeface="+mn-cs"/>
              </a:rPr>
              <a:t>aids in the initial design of interventions, also plays a critical role in their evaluation and adaptation over time. </a:t>
            </a:r>
          </a:p>
        </p:txBody>
      </p:sp>
    </p:spTree>
    <p:extLst>
      <p:ext uri="{BB962C8B-B14F-4D97-AF65-F5344CB8AC3E}">
        <p14:creationId xmlns:p14="http://schemas.microsoft.com/office/powerpoint/2010/main" val="1869169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0"/>
        </a:gradFill>
        <a:effectLst/>
      </p:bgPr>
    </p:bg>
    <p:spTree>
      <p:nvGrpSpPr>
        <p:cNvPr id="1" name="">
          <a:extLst>
            <a:ext uri="{FF2B5EF4-FFF2-40B4-BE49-F238E27FC236}">
              <a16:creationId xmlns:a16="http://schemas.microsoft.com/office/drawing/2014/main" id="{41A5C6A7-5037-6450-5DD3-5B9A586DA3EB}"/>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F1B8F9CB-890B-4CB8-B503-188A763E2FC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3" name="Picture 12">
            <a:extLst>
              <a:ext uri="{FF2B5EF4-FFF2-40B4-BE49-F238E27FC236}">
                <a16:creationId xmlns:a16="http://schemas.microsoft.com/office/drawing/2014/main" id="{AA632AB4-3837-4FD0-8B62-0A18B573F4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5" name="Oval 14">
            <a:extLst>
              <a:ext uri="{FF2B5EF4-FFF2-40B4-BE49-F238E27FC236}">
                <a16:creationId xmlns:a16="http://schemas.microsoft.com/office/drawing/2014/main" id="{C393B4A7-6ABF-423D-A762-3CDB4897A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17" name="Picture 16">
            <a:extLst>
              <a:ext uri="{FF2B5EF4-FFF2-40B4-BE49-F238E27FC236}">
                <a16:creationId xmlns:a16="http://schemas.microsoft.com/office/drawing/2014/main" id="{9CD2319A-6FA9-4EFB-9EDF-7304467425E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9" name="Picture 18">
            <a:extLst>
              <a:ext uri="{FF2B5EF4-FFF2-40B4-BE49-F238E27FC236}">
                <a16:creationId xmlns:a16="http://schemas.microsoft.com/office/drawing/2014/main" id="{D1692A93-3514-4486-8B67-CCA4E0259BC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1" name="Rectangle 20">
            <a:extLst>
              <a:ext uri="{FF2B5EF4-FFF2-40B4-BE49-F238E27FC236}">
                <a16:creationId xmlns:a16="http://schemas.microsoft.com/office/drawing/2014/main" id="{01AD250C-F2EA-449F-9B14-DF5BB674C5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3" name="Rectangle 22">
            <a:extLst>
              <a:ext uri="{FF2B5EF4-FFF2-40B4-BE49-F238E27FC236}">
                <a16:creationId xmlns:a16="http://schemas.microsoft.com/office/drawing/2014/main" id="{F747F1B4-B831-4277-8AB0-32767F7EB7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5" name="Freeform 7">
            <a:extLst>
              <a:ext uri="{FF2B5EF4-FFF2-40B4-BE49-F238E27FC236}">
                <a16:creationId xmlns:a16="http://schemas.microsoft.com/office/drawing/2014/main" id="{D80CFA21-AB7C-4BEB-9BFF-05764FBBF3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5" name="TextBox 4">
            <a:extLst>
              <a:ext uri="{FF2B5EF4-FFF2-40B4-BE49-F238E27FC236}">
                <a16:creationId xmlns:a16="http://schemas.microsoft.com/office/drawing/2014/main" id="{D294534E-316A-9F90-D79E-242A3759B947}"/>
              </a:ext>
            </a:extLst>
          </p:cNvPr>
          <p:cNvSpPr txBox="1"/>
          <p:nvPr/>
        </p:nvSpPr>
        <p:spPr>
          <a:xfrm>
            <a:off x="3632201" y="728441"/>
            <a:ext cx="4686300" cy="825932"/>
          </a:xfrm>
          <a:prstGeom prst="rect">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p:spPr>
        <p:txBody>
          <a:bodyPr vert="horz" lIns="91440" tIns="45720" rIns="91440" bIns="45720" rtlCol="0" anchor="t">
            <a:normAutofit/>
          </a:bodyPr>
          <a:lstStyle/>
          <a:p>
            <a:pPr algn="ctr">
              <a:spcBef>
                <a:spcPct val="0"/>
              </a:spcBef>
              <a:spcAft>
                <a:spcPts val="600"/>
              </a:spcAft>
            </a:pPr>
            <a:r>
              <a:rPr lang="en-US" sz="4200" dirty="0">
                <a:solidFill>
                  <a:srgbClr val="EBEBEB"/>
                </a:solidFill>
                <a:latin typeface="+mj-lt"/>
                <a:ea typeface="+mj-ea"/>
                <a:cs typeface="+mj-cs"/>
              </a:rPr>
              <a:t>Introducing CBT</a:t>
            </a:r>
          </a:p>
        </p:txBody>
      </p:sp>
      <p:sp>
        <p:nvSpPr>
          <p:cNvPr id="27" name="Rectangle 26">
            <a:extLst>
              <a:ext uri="{FF2B5EF4-FFF2-40B4-BE49-F238E27FC236}">
                <a16:creationId xmlns:a16="http://schemas.microsoft.com/office/drawing/2014/main" id="{12F7E335-851A-4CAE-B09F-E657819D46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9" name="Freeform: Shape 28">
            <a:extLst>
              <a:ext uri="{FF2B5EF4-FFF2-40B4-BE49-F238E27FC236}">
                <a16:creationId xmlns:a16="http://schemas.microsoft.com/office/drawing/2014/main" id="{10B541F0-7F6E-402E-84D8-CF96EACA5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8"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txBody>
          <a:bodyPr/>
          <a:lstStyle/>
          <a:p>
            <a:endParaRPr lang="en-GB"/>
          </a:p>
        </p:txBody>
      </p:sp>
      <p:graphicFrame>
        <p:nvGraphicFramePr>
          <p:cNvPr id="7" name="TextBox 2">
            <a:extLst>
              <a:ext uri="{FF2B5EF4-FFF2-40B4-BE49-F238E27FC236}">
                <a16:creationId xmlns:a16="http://schemas.microsoft.com/office/drawing/2014/main" id="{4F50AAF9-B1FC-7D4D-D53B-3226E4046ED8}"/>
              </a:ext>
            </a:extLst>
          </p:cNvPr>
          <p:cNvGraphicFramePr/>
          <p:nvPr>
            <p:extLst>
              <p:ext uri="{D42A27DB-BD31-4B8C-83A1-F6EECF244321}">
                <p14:modId xmlns:p14="http://schemas.microsoft.com/office/powerpoint/2010/main" val="270937560"/>
              </p:ext>
            </p:extLst>
          </p:nvPr>
        </p:nvGraphicFramePr>
        <p:xfrm>
          <a:off x="648930" y="2810256"/>
          <a:ext cx="10895370" cy="3404277"/>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1435636725"/>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0"/>
        </a:gra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412E3267-7ABE-412B-8580-47EC0D1F61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5" name="Picture 14">
            <a:extLst>
              <a:ext uri="{FF2B5EF4-FFF2-40B4-BE49-F238E27FC236}">
                <a16:creationId xmlns:a16="http://schemas.microsoft.com/office/drawing/2014/main" id="{20B62C5A-2250-4380-AB23-DB87446CCE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7" name="Oval 16">
            <a:extLst>
              <a:ext uri="{FF2B5EF4-FFF2-40B4-BE49-F238E27FC236}">
                <a16:creationId xmlns:a16="http://schemas.microsoft.com/office/drawing/2014/main" id="{D42CF425-7213-4F89-B0FF-4C2BDDD9C6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19" name="Picture 18">
            <a:extLst>
              <a:ext uri="{FF2B5EF4-FFF2-40B4-BE49-F238E27FC236}">
                <a16:creationId xmlns:a16="http://schemas.microsoft.com/office/drawing/2014/main" id="{D35DA97D-88F8-4249-B650-4FC9FD50A38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21" name="Picture 20">
            <a:extLst>
              <a:ext uri="{FF2B5EF4-FFF2-40B4-BE49-F238E27FC236}">
                <a16:creationId xmlns:a16="http://schemas.microsoft.com/office/drawing/2014/main" id="{43F38673-6E30-4BAE-AC67-0B283EBF42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3" name="Rectangle 22">
            <a:extLst>
              <a:ext uri="{FF2B5EF4-FFF2-40B4-BE49-F238E27FC236}">
                <a16:creationId xmlns:a16="http://schemas.microsoft.com/office/drawing/2014/main" id="{202A25CB-1ED1-4C87-AB49-8D3BC684D1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5" name="Freeform: Shape 24">
            <a:extLst>
              <a:ext uri="{FF2B5EF4-FFF2-40B4-BE49-F238E27FC236}">
                <a16:creationId xmlns:a16="http://schemas.microsoft.com/office/drawing/2014/main" id="{7DAA46B9-B7E8-4487-B28E-C63A6EB7AA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7191 h 6985200"/>
              <a:gd name="connsiteX6" fmla="*/ 1 w 6858001"/>
              <a:gd name="connsiteY6" fmla="*/ 887191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7191"/>
                </a:lnTo>
                <a:lnTo>
                  <a:pt x="1" y="887191"/>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en-GB"/>
          </a:p>
        </p:txBody>
      </p:sp>
      <p:sp>
        <p:nvSpPr>
          <p:cNvPr id="27" name="Freeform 23">
            <a:extLst>
              <a:ext uri="{FF2B5EF4-FFF2-40B4-BE49-F238E27FC236}">
                <a16:creationId xmlns:a16="http://schemas.microsoft.com/office/drawing/2014/main" id="{C866818C-1E5F-475A-B310-3C06B555FB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5" name="Picture 4" descr="A diagram of a triangle&#10;&#10;AI-generated content may be incorrect.">
            <a:extLst>
              <a:ext uri="{FF2B5EF4-FFF2-40B4-BE49-F238E27FC236}">
                <a16:creationId xmlns:a16="http://schemas.microsoft.com/office/drawing/2014/main" id="{5DE32645-A16C-88DF-84DB-0483B76917C0}"/>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6860510" y="647699"/>
            <a:ext cx="3917270" cy="2683330"/>
          </a:xfrm>
          <a:prstGeom prst="rect">
            <a:avLst/>
          </a:prstGeom>
          <a:effectLst/>
        </p:spPr>
      </p:pic>
      <p:sp>
        <p:nvSpPr>
          <p:cNvPr id="29" name="Rectangle 28">
            <a:extLst>
              <a:ext uri="{FF2B5EF4-FFF2-40B4-BE49-F238E27FC236}">
                <a16:creationId xmlns:a16="http://schemas.microsoft.com/office/drawing/2014/main" id="{D12AFDE8-E1ED-4A49-B8B3-4953F4B8A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 name="TextBox 2">
            <a:extLst>
              <a:ext uri="{FF2B5EF4-FFF2-40B4-BE49-F238E27FC236}">
                <a16:creationId xmlns:a16="http://schemas.microsoft.com/office/drawing/2014/main" id="{67C90099-7539-A0EB-280D-7A09B5188A21}"/>
              </a:ext>
            </a:extLst>
          </p:cNvPr>
          <p:cNvSpPr txBox="1"/>
          <p:nvPr/>
        </p:nvSpPr>
        <p:spPr>
          <a:xfrm>
            <a:off x="259729" y="2246671"/>
            <a:ext cx="5139401" cy="839429"/>
          </a:xfrm>
          <a:prstGeom prst="rect">
            <a:avLst/>
          </a:prstGeom>
        </p:spPr>
        <p:txBody>
          <a:bodyPr vert="horz" lIns="91440" tIns="45720" rIns="91440" bIns="45720" rtlCol="0">
            <a:noAutofit/>
          </a:bodyPr>
          <a:lstStyle/>
          <a:p>
            <a:pPr>
              <a:spcBef>
                <a:spcPts val="1000"/>
              </a:spcBef>
              <a:buClr>
                <a:schemeClr val="bg2">
                  <a:lumMod val="40000"/>
                  <a:lumOff val="60000"/>
                </a:schemeClr>
              </a:buClr>
              <a:buSzPct val="80000"/>
            </a:pPr>
            <a:r>
              <a:rPr lang="en-US" sz="3600" b="1" dirty="0">
                <a:latin typeface="+mj-lt"/>
                <a:ea typeface="+mj-ea"/>
                <a:cs typeface="+mj-cs"/>
              </a:rPr>
              <a:t>The CBT Model (Cognitive Triangle)</a:t>
            </a:r>
          </a:p>
        </p:txBody>
      </p:sp>
      <p:pic>
        <p:nvPicPr>
          <p:cNvPr id="8" name="Picture 7" descr="A diagram of feelings and feelings&#10;&#10;AI-generated content may be incorrect.">
            <a:extLst>
              <a:ext uri="{FF2B5EF4-FFF2-40B4-BE49-F238E27FC236}">
                <a16:creationId xmlns:a16="http://schemas.microsoft.com/office/drawing/2014/main" id="{DA77A3F5-8577-1BF3-0B11-9268B6972E42}"/>
              </a:ext>
            </a:extLst>
          </p:cNvPr>
          <p:cNvPicPr>
            <a:picLocks noChangeAspect="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7146137" y="3526971"/>
            <a:ext cx="3346016" cy="2721427"/>
          </a:xfrm>
          <a:prstGeom prst="rect">
            <a:avLst/>
          </a:prstGeom>
          <a:effectLst/>
        </p:spPr>
      </p:pic>
    </p:spTree>
    <p:extLst>
      <p:ext uri="{BB962C8B-B14F-4D97-AF65-F5344CB8AC3E}">
        <p14:creationId xmlns:p14="http://schemas.microsoft.com/office/powerpoint/2010/main" val="37326378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0"/>
        </a:gradFill>
        <a:effectLst/>
      </p:bgPr>
    </p:bg>
    <p:spTree>
      <p:nvGrpSpPr>
        <p:cNvPr id="1" name="">
          <a:extLst>
            <a:ext uri="{FF2B5EF4-FFF2-40B4-BE49-F238E27FC236}">
              <a16:creationId xmlns:a16="http://schemas.microsoft.com/office/drawing/2014/main" id="{94EF8619-A6D3-8664-3DCB-539FE24005CC}"/>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F1B8F9CB-890B-4CB8-B503-188A763E2FC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3" name="Picture 12">
            <a:extLst>
              <a:ext uri="{FF2B5EF4-FFF2-40B4-BE49-F238E27FC236}">
                <a16:creationId xmlns:a16="http://schemas.microsoft.com/office/drawing/2014/main" id="{AA632AB4-3837-4FD0-8B62-0A18B573F4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5" name="Oval 14">
            <a:extLst>
              <a:ext uri="{FF2B5EF4-FFF2-40B4-BE49-F238E27FC236}">
                <a16:creationId xmlns:a16="http://schemas.microsoft.com/office/drawing/2014/main" id="{C393B4A7-6ABF-423D-A762-3CDB4897A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17" name="Picture 16">
            <a:extLst>
              <a:ext uri="{FF2B5EF4-FFF2-40B4-BE49-F238E27FC236}">
                <a16:creationId xmlns:a16="http://schemas.microsoft.com/office/drawing/2014/main" id="{9CD2319A-6FA9-4EFB-9EDF-7304467425E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9" name="Picture 18">
            <a:extLst>
              <a:ext uri="{FF2B5EF4-FFF2-40B4-BE49-F238E27FC236}">
                <a16:creationId xmlns:a16="http://schemas.microsoft.com/office/drawing/2014/main" id="{D1692A93-3514-4486-8B67-CCA4E0259BC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1" name="Rectangle 20">
            <a:extLst>
              <a:ext uri="{FF2B5EF4-FFF2-40B4-BE49-F238E27FC236}">
                <a16:creationId xmlns:a16="http://schemas.microsoft.com/office/drawing/2014/main" id="{01AD250C-F2EA-449F-9B14-DF5BB674C5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3" name="Rectangle 22">
            <a:extLst>
              <a:ext uri="{FF2B5EF4-FFF2-40B4-BE49-F238E27FC236}">
                <a16:creationId xmlns:a16="http://schemas.microsoft.com/office/drawing/2014/main" id="{F747F1B4-B831-4277-8AB0-32767F7EB7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5" name="Freeform 7">
            <a:extLst>
              <a:ext uri="{FF2B5EF4-FFF2-40B4-BE49-F238E27FC236}">
                <a16:creationId xmlns:a16="http://schemas.microsoft.com/office/drawing/2014/main" id="{D80CFA21-AB7C-4BEB-9BFF-05764FBBF3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5" name="TextBox 4">
            <a:extLst>
              <a:ext uri="{FF2B5EF4-FFF2-40B4-BE49-F238E27FC236}">
                <a16:creationId xmlns:a16="http://schemas.microsoft.com/office/drawing/2014/main" id="{D1736B7E-2AC4-D44F-2654-06816CDD2046}"/>
              </a:ext>
            </a:extLst>
          </p:cNvPr>
          <p:cNvSpPr txBox="1"/>
          <p:nvPr/>
        </p:nvSpPr>
        <p:spPr>
          <a:xfrm>
            <a:off x="648930" y="629267"/>
            <a:ext cx="9252154" cy="1016654"/>
          </a:xfrm>
          <a:prstGeom prst="rect">
            <a:avLst/>
          </a:prstGeom>
        </p:spPr>
        <p:txBody>
          <a:bodyPr vert="horz" lIns="91440" tIns="45720" rIns="91440" bIns="45720" rtlCol="0" anchor="t">
            <a:normAutofit/>
          </a:bodyPr>
          <a:lstStyle/>
          <a:p>
            <a:pPr>
              <a:spcBef>
                <a:spcPct val="0"/>
              </a:spcBef>
              <a:spcAft>
                <a:spcPts val="600"/>
              </a:spcAft>
            </a:pPr>
            <a:r>
              <a:rPr lang="en-US" sz="4200">
                <a:solidFill>
                  <a:srgbClr val="EBEBEB"/>
                </a:solidFill>
                <a:latin typeface="+mj-lt"/>
                <a:ea typeface="+mj-ea"/>
                <a:cs typeface="+mj-cs"/>
              </a:rPr>
              <a:t>Key Principles of CBT</a:t>
            </a:r>
          </a:p>
        </p:txBody>
      </p:sp>
      <p:sp>
        <p:nvSpPr>
          <p:cNvPr id="27" name="Rectangle 26">
            <a:extLst>
              <a:ext uri="{FF2B5EF4-FFF2-40B4-BE49-F238E27FC236}">
                <a16:creationId xmlns:a16="http://schemas.microsoft.com/office/drawing/2014/main" id="{12F7E335-851A-4CAE-B09F-E657819D46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9" name="Freeform: Shape 28">
            <a:extLst>
              <a:ext uri="{FF2B5EF4-FFF2-40B4-BE49-F238E27FC236}">
                <a16:creationId xmlns:a16="http://schemas.microsoft.com/office/drawing/2014/main" id="{10B541F0-7F6E-402E-84D8-CF96EACA5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8"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txBody>
          <a:bodyPr/>
          <a:lstStyle/>
          <a:p>
            <a:endParaRPr lang="en-GB"/>
          </a:p>
        </p:txBody>
      </p:sp>
      <p:graphicFrame>
        <p:nvGraphicFramePr>
          <p:cNvPr id="7" name="TextBox 2">
            <a:extLst>
              <a:ext uri="{FF2B5EF4-FFF2-40B4-BE49-F238E27FC236}">
                <a16:creationId xmlns:a16="http://schemas.microsoft.com/office/drawing/2014/main" id="{E436379F-B0B7-C886-8653-FE321E744C37}"/>
              </a:ext>
            </a:extLst>
          </p:cNvPr>
          <p:cNvGraphicFramePr/>
          <p:nvPr>
            <p:extLst>
              <p:ext uri="{D42A27DB-BD31-4B8C-83A1-F6EECF244321}">
                <p14:modId xmlns:p14="http://schemas.microsoft.com/office/powerpoint/2010/main" val="2473756642"/>
              </p:ext>
            </p:extLst>
          </p:nvPr>
        </p:nvGraphicFramePr>
        <p:xfrm>
          <a:off x="648930" y="2810256"/>
          <a:ext cx="10895370" cy="3404277"/>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1610325148"/>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effectLst/>
      </p:bgPr>
    </p:bg>
    <p:spTree>
      <p:nvGrpSpPr>
        <p:cNvPr id="1" name="">
          <a:extLst>
            <a:ext uri="{FF2B5EF4-FFF2-40B4-BE49-F238E27FC236}">
              <a16:creationId xmlns:a16="http://schemas.microsoft.com/office/drawing/2014/main" id="{CB48E6C4-B785-D532-9E5D-38823E7B9924}"/>
            </a:ext>
          </a:extLst>
        </p:cNvPr>
        <p:cNvGrpSpPr/>
        <p:nvPr/>
      </p:nvGrpSpPr>
      <p:grpSpPr>
        <a:xfrm>
          <a:off x="0" y="0"/>
          <a:ext cx="0" cy="0"/>
          <a:chOff x="0" y="0"/>
          <a:chExt cx="0" cy="0"/>
        </a:xfrm>
      </p:grpSpPr>
      <p:pic>
        <p:nvPicPr>
          <p:cNvPr id="48" name="Picture 47">
            <a:extLst>
              <a:ext uri="{FF2B5EF4-FFF2-40B4-BE49-F238E27FC236}">
                <a16:creationId xmlns:a16="http://schemas.microsoft.com/office/drawing/2014/main" id="{F1B8F9CB-890B-4CB8-B503-188A763E2FC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50" name="Picture 49">
            <a:extLst>
              <a:ext uri="{FF2B5EF4-FFF2-40B4-BE49-F238E27FC236}">
                <a16:creationId xmlns:a16="http://schemas.microsoft.com/office/drawing/2014/main" id="{AA632AB4-3837-4FD0-8B62-0A18B573F4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52" name="Oval 51">
            <a:extLst>
              <a:ext uri="{FF2B5EF4-FFF2-40B4-BE49-F238E27FC236}">
                <a16:creationId xmlns:a16="http://schemas.microsoft.com/office/drawing/2014/main" id="{C393B4A7-6ABF-423D-A762-3CDB4897A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54" name="Picture 53">
            <a:extLst>
              <a:ext uri="{FF2B5EF4-FFF2-40B4-BE49-F238E27FC236}">
                <a16:creationId xmlns:a16="http://schemas.microsoft.com/office/drawing/2014/main" id="{9CD2319A-6FA9-4EFB-9EDF-7304467425E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56" name="Picture 55">
            <a:extLst>
              <a:ext uri="{FF2B5EF4-FFF2-40B4-BE49-F238E27FC236}">
                <a16:creationId xmlns:a16="http://schemas.microsoft.com/office/drawing/2014/main" id="{D1692A93-3514-4486-8B67-CCA4E0259BC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58" name="Rectangle 57">
            <a:extLst>
              <a:ext uri="{FF2B5EF4-FFF2-40B4-BE49-F238E27FC236}">
                <a16:creationId xmlns:a16="http://schemas.microsoft.com/office/drawing/2014/main" id="{01AD250C-F2EA-449F-9B14-DF5BB674C5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60" name="Rectangle 59">
            <a:extLst>
              <a:ext uri="{FF2B5EF4-FFF2-40B4-BE49-F238E27FC236}">
                <a16:creationId xmlns:a16="http://schemas.microsoft.com/office/drawing/2014/main" id="{ABE6F9A3-300E-47F5-B41C-C8C5E758D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F161267-422A-2079-4C0F-8009D091C83F}"/>
              </a:ext>
            </a:extLst>
          </p:cNvPr>
          <p:cNvSpPr txBox="1"/>
          <p:nvPr/>
        </p:nvSpPr>
        <p:spPr>
          <a:xfrm>
            <a:off x="531517" y="2282366"/>
            <a:ext cx="3505495" cy="2505283"/>
          </a:xfrm>
          <a:prstGeom prst="rect">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p:spPr>
        <p:txBody>
          <a:bodyPr vert="horz" lIns="91440" tIns="45720" rIns="91440" bIns="45720" rtlCol="0" anchor="ctr">
            <a:normAutofit/>
          </a:bodyPr>
          <a:lstStyle/>
          <a:p>
            <a:pPr>
              <a:spcBef>
                <a:spcPct val="0"/>
              </a:spcBef>
              <a:spcAft>
                <a:spcPts val="600"/>
              </a:spcAft>
            </a:pPr>
            <a:r>
              <a:rPr lang="en-US" sz="3600" dirty="0">
                <a:solidFill>
                  <a:srgbClr val="F2F2F2"/>
                </a:solidFill>
                <a:latin typeface="+mj-lt"/>
                <a:ea typeface="+mj-ea"/>
                <a:cs typeface="+mj-cs"/>
              </a:rPr>
              <a:t>Cognitive Distortions (Unhelpful Thinking Styles)</a:t>
            </a:r>
          </a:p>
        </p:txBody>
      </p:sp>
      <p:sp>
        <p:nvSpPr>
          <p:cNvPr id="62" name="Rectangle 61">
            <a:extLst>
              <a:ext uri="{FF2B5EF4-FFF2-40B4-BE49-F238E27FC236}">
                <a16:creationId xmlns:a16="http://schemas.microsoft.com/office/drawing/2014/main" id="{61B4701B-39FE-43B8-86AA-D6B8789C22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4" name="Rounded Rectangle 9">
            <a:extLst>
              <a:ext uri="{FF2B5EF4-FFF2-40B4-BE49-F238E27FC236}">
                <a16:creationId xmlns:a16="http://schemas.microsoft.com/office/drawing/2014/main" id="{E9A7EF13-49FA-4355-971A-34B065F35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484632"/>
            <a:ext cx="6584098" cy="5739187"/>
          </a:xfrm>
          <a:prstGeom prst="roundRect">
            <a:avLst>
              <a:gd name="adj" fmla="val 0"/>
            </a:avLst>
          </a:prstGeom>
          <a:ln w="12700" cap="sq">
            <a:solidFill>
              <a:schemeClr val="bg1">
                <a:lumMod val="75000"/>
              </a:schemeClr>
            </a:solidFill>
            <a:miter lim="800000"/>
          </a:ln>
          <a:effectLst>
            <a:outerShdw blurRad="63500" dist="25400" dir="5400000" algn="tl" rotWithShape="0">
              <a:srgbClr val="000000">
                <a:alpha val="3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92CF3C3E-0F7B-4F0C-8EBD-BDD38E9C6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graphicFrame>
        <p:nvGraphicFramePr>
          <p:cNvPr id="43" name="TextBox 4">
            <a:extLst>
              <a:ext uri="{FF2B5EF4-FFF2-40B4-BE49-F238E27FC236}">
                <a16:creationId xmlns:a16="http://schemas.microsoft.com/office/drawing/2014/main" id="{2A252466-301C-3EE7-4689-C272D2870D6D}"/>
              </a:ext>
            </a:extLst>
          </p:cNvPr>
          <p:cNvGraphicFramePr/>
          <p:nvPr>
            <p:extLst>
              <p:ext uri="{D42A27DB-BD31-4B8C-83A1-F6EECF244321}">
                <p14:modId xmlns:p14="http://schemas.microsoft.com/office/powerpoint/2010/main" val="411185822"/>
              </p:ext>
            </p:extLst>
          </p:nvPr>
        </p:nvGraphicFramePr>
        <p:xfrm>
          <a:off x="5608638" y="965200"/>
          <a:ext cx="5614987" cy="4773613"/>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1370066436"/>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7200000" scaled="0"/>
        </a:gradFill>
        <a:effectLst/>
      </p:bgPr>
    </p:bg>
    <p:spTree>
      <p:nvGrpSpPr>
        <p:cNvPr id="1" name="">
          <a:extLst>
            <a:ext uri="{FF2B5EF4-FFF2-40B4-BE49-F238E27FC236}">
              <a16:creationId xmlns:a16="http://schemas.microsoft.com/office/drawing/2014/main" id="{6849CDC7-2B3A-D4D5-175A-19FC85AF63C0}"/>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8" name="Picture 17">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20" name="Oval 19">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22" name="Picture 21">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24" name="Picture 23">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6" name="Rectangle 25">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0" name="TextBox 9">
            <a:extLst>
              <a:ext uri="{FF2B5EF4-FFF2-40B4-BE49-F238E27FC236}">
                <a16:creationId xmlns:a16="http://schemas.microsoft.com/office/drawing/2014/main" id="{0C1CCC26-6BD2-DEB7-3CB2-ED2D8482786E}"/>
              </a:ext>
            </a:extLst>
          </p:cNvPr>
          <p:cNvSpPr txBox="1"/>
          <p:nvPr/>
        </p:nvSpPr>
        <p:spPr>
          <a:xfrm>
            <a:off x="5577574" y="1120514"/>
            <a:ext cx="4767471" cy="1641986"/>
          </a:xfrm>
          <a:prstGeom prst="rect">
            <a:avLst/>
          </a:prstGeom>
        </p:spPr>
        <p:txBody>
          <a:bodyPr vert="horz" lIns="91440" tIns="45720" rIns="91440" bIns="45720" rtlCol="0" anchor="t">
            <a:normAutofit/>
          </a:bodyPr>
          <a:lstStyle/>
          <a:p>
            <a:pPr algn="ctr">
              <a:lnSpc>
                <a:spcPct val="90000"/>
              </a:lnSpc>
              <a:spcBef>
                <a:spcPct val="0"/>
              </a:spcBef>
              <a:spcAft>
                <a:spcPts val="600"/>
              </a:spcAft>
            </a:pPr>
            <a:r>
              <a:rPr lang="en-US" sz="3200" b="1" dirty="0">
                <a:solidFill>
                  <a:schemeClr val="tx2"/>
                </a:solidFill>
                <a:latin typeface="+mj-lt"/>
                <a:ea typeface="+mj-ea"/>
                <a:cs typeface="+mj-cs"/>
              </a:rPr>
              <a:t>Applying CBT in Physiotherapy Practice</a:t>
            </a:r>
          </a:p>
        </p:txBody>
      </p:sp>
      <p:pic>
        <p:nvPicPr>
          <p:cNvPr id="12" name="Picture 11" descr="Close up image of hands applauding">
            <a:extLst>
              <a:ext uri="{FF2B5EF4-FFF2-40B4-BE49-F238E27FC236}">
                <a16:creationId xmlns:a16="http://schemas.microsoft.com/office/drawing/2014/main" id="{B406A9B2-C6B9-C9A9-E051-5F754A9F6FDD}"/>
              </a:ext>
            </a:extLst>
          </p:cNvPr>
          <p:cNvPicPr>
            <a:picLocks noChangeAspect="1"/>
          </p:cNvPicPr>
          <p:nvPr/>
        </p:nvPicPr>
        <p:blipFill>
          <a:blip r:embed="rId6"/>
          <a:srcRect l="34135" r="20754" b="-1"/>
          <a:stretch>
            <a:fillRect/>
          </a:stretch>
        </p:blipFill>
        <p:spPr>
          <a:xfrm>
            <a:off x="-1" y="10"/>
            <a:ext cx="4634680" cy="6857990"/>
          </a:xfrm>
          <a:prstGeom prst="rect">
            <a:avLst/>
          </a:prstGeom>
        </p:spPr>
      </p:pic>
      <p:sp>
        <p:nvSpPr>
          <p:cNvPr id="8" name="TextBox 7">
            <a:extLst>
              <a:ext uri="{FF2B5EF4-FFF2-40B4-BE49-F238E27FC236}">
                <a16:creationId xmlns:a16="http://schemas.microsoft.com/office/drawing/2014/main" id="{7823F45E-27A6-69B9-DD97-976CA70D7B8D}"/>
              </a:ext>
            </a:extLst>
          </p:cNvPr>
          <p:cNvSpPr txBox="1"/>
          <p:nvPr/>
        </p:nvSpPr>
        <p:spPr>
          <a:xfrm>
            <a:off x="5130801" y="2858842"/>
            <a:ext cx="5992812" cy="3809999"/>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en-US" sz="2000" dirty="0">
                <a:latin typeface="+mj-lt"/>
                <a:ea typeface="+mj-ea"/>
                <a:cs typeface="+mj-cs"/>
              </a:rPr>
              <a:t>Addressing fear-avoidance beliefs</a:t>
            </a:r>
          </a:p>
          <a:p>
            <a:pPr>
              <a:spcBef>
                <a:spcPts val="1000"/>
              </a:spcBef>
              <a:buClr>
                <a:schemeClr val="bg2">
                  <a:lumMod val="40000"/>
                  <a:lumOff val="60000"/>
                </a:schemeClr>
              </a:buClr>
              <a:buSzPct val="80000"/>
              <a:buFont typeface="Wingdings 3" charset="2"/>
              <a:buChar char=""/>
            </a:pPr>
            <a:r>
              <a:rPr lang="en-US" sz="2000" dirty="0">
                <a:latin typeface="+mj-lt"/>
                <a:ea typeface="+mj-ea"/>
                <a:cs typeface="+mj-cs"/>
              </a:rPr>
              <a:t>Promoting self-efficacy</a:t>
            </a:r>
          </a:p>
          <a:p>
            <a:pPr>
              <a:spcBef>
                <a:spcPts val="1000"/>
              </a:spcBef>
              <a:buClr>
                <a:schemeClr val="bg2">
                  <a:lumMod val="40000"/>
                  <a:lumOff val="60000"/>
                </a:schemeClr>
              </a:buClr>
              <a:buSzPct val="80000"/>
              <a:buFont typeface="Wingdings 3" charset="2"/>
              <a:buChar char=""/>
            </a:pPr>
            <a:r>
              <a:rPr lang="en-US" sz="2000" dirty="0">
                <a:latin typeface="+mj-lt"/>
                <a:ea typeface="+mj-ea"/>
                <a:cs typeface="+mj-cs"/>
              </a:rPr>
              <a:t>Supporting adherence to exercise </a:t>
            </a:r>
            <a:r>
              <a:rPr lang="en-US" sz="2000" dirty="0" err="1">
                <a:latin typeface="+mj-lt"/>
                <a:ea typeface="+mj-ea"/>
                <a:cs typeface="+mj-cs"/>
              </a:rPr>
              <a:t>programmes</a:t>
            </a:r>
            <a:endParaRPr lang="en-US" sz="2000" dirty="0">
              <a:latin typeface="+mj-lt"/>
              <a:ea typeface="+mj-ea"/>
              <a:cs typeface="+mj-cs"/>
            </a:endParaRPr>
          </a:p>
          <a:p>
            <a:pPr>
              <a:spcBef>
                <a:spcPts val="1000"/>
              </a:spcBef>
              <a:buClr>
                <a:schemeClr val="bg2">
                  <a:lumMod val="40000"/>
                  <a:lumOff val="60000"/>
                </a:schemeClr>
              </a:buClr>
              <a:buSzPct val="80000"/>
              <a:buFont typeface="Wingdings 3" charset="2"/>
              <a:buChar char=""/>
            </a:pPr>
            <a:r>
              <a:rPr lang="en-US" sz="2000" dirty="0">
                <a:latin typeface="+mj-lt"/>
                <a:ea typeface="+mj-ea"/>
                <a:cs typeface="+mj-cs"/>
              </a:rPr>
              <a:t>Integrating CBT principles during patient education</a:t>
            </a:r>
          </a:p>
        </p:txBody>
      </p:sp>
    </p:spTree>
    <p:extLst>
      <p:ext uri="{BB962C8B-B14F-4D97-AF65-F5344CB8AC3E}">
        <p14:creationId xmlns:p14="http://schemas.microsoft.com/office/powerpoint/2010/main" val="22879104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0"/>
        </a:gradFill>
        <a:effectLst/>
      </p:bgPr>
    </p:bg>
    <p:spTree>
      <p:nvGrpSpPr>
        <p:cNvPr id="1" name="">
          <a:extLst>
            <a:ext uri="{FF2B5EF4-FFF2-40B4-BE49-F238E27FC236}">
              <a16:creationId xmlns:a16="http://schemas.microsoft.com/office/drawing/2014/main" id="{5EEC1260-5DED-FA4F-0593-8EF1F0549386}"/>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F1B8F9CB-890B-4CB8-B503-188A763E2FC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3" name="Picture 12">
            <a:extLst>
              <a:ext uri="{FF2B5EF4-FFF2-40B4-BE49-F238E27FC236}">
                <a16:creationId xmlns:a16="http://schemas.microsoft.com/office/drawing/2014/main" id="{AA632AB4-3837-4FD0-8B62-0A18B573F4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5" name="Oval 14">
            <a:extLst>
              <a:ext uri="{FF2B5EF4-FFF2-40B4-BE49-F238E27FC236}">
                <a16:creationId xmlns:a16="http://schemas.microsoft.com/office/drawing/2014/main" id="{C393B4A7-6ABF-423D-A762-3CDB4897A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17" name="Picture 16">
            <a:extLst>
              <a:ext uri="{FF2B5EF4-FFF2-40B4-BE49-F238E27FC236}">
                <a16:creationId xmlns:a16="http://schemas.microsoft.com/office/drawing/2014/main" id="{9CD2319A-6FA9-4EFB-9EDF-7304467425E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9" name="Picture 18">
            <a:extLst>
              <a:ext uri="{FF2B5EF4-FFF2-40B4-BE49-F238E27FC236}">
                <a16:creationId xmlns:a16="http://schemas.microsoft.com/office/drawing/2014/main" id="{D1692A93-3514-4486-8B67-CCA4E0259BC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1" name="Rectangle 20">
            <a:extLst>
              <a:ext uri="{FF2B5EF4-FFF2-40B4-BE49-F238E27FC236}">
                <a16:creationId xmlns:a16="http://schemas.microsoft.com/office/drawing/2014/main" id="{01AD250C-F2EA-449F-9B14-DF5BB674C5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3" name="Rectangle 22">
            <a:extLst>
              <a:ext uri="{FF2B5EF4-FFF2-40B4-BE49-F238E27FC236}">
                <a16:creationId xmlns:a16="http://schemas.microsoft.com/office/drawing/2014/main" id="{ABE6F9A3-300E-47F5-B41C-C8C5E758D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F5430C3-B7E1-BF57-CE34-1D1D7EAE98FD}"/>
              </a:ext>
            </a:extLst>
          </p:cNvPr>
          <p:cNvSpPr txBox="1"/>
          <p:nvPr/>
        </p:nvSpPr>
        <p:spPr>
          <a:xfrm>
            <a:off x="531517" y="2033276"/>
            <a:ext cx="3505495" cy="2683083"/>
          </a:xfrm>
          <a:prstGeom prst="rect">
            <a:avLst/>
          </a:prstGeom>
          <a:gradFill>
            <a:gsLst>
              <a:gs pos="0">
                <a:schemeClr val="accent1">
                  <a:lumMod val="5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lIns="91440" tIns="45720" rIns="91440" bIns="45720" rtlCol="0" anchor="ctr">
            <a:normAutofit/>
          </a:bodyPr>
          <a:lstStyle/>
          <a:p>
            <a:pPr>
              <a:spcBef>
                <a:spcPct val="0"/>
              </a:spcBef>
              <a:spcAft>
                <a:spcPts val="600"/>
              </a:spcAft>
            </a:pPr>
            <a:r>
              <a:rPr lang="en-US" sz="3600" dirty="0">
                <a:solidFill>
                  <a:srgbClr val="F2F2F2"/>
                </a:solidFill>
                <a:latin typeface="+mj-lt"/>
                <a:ea typeface="+mj-ea"/>
                <a:cs typeface="+mj-cs"/>
              </a:rPr>
              <a:t>CBT Techniques in Clinical Conversations</a:t>
            </a:r>
          </a:p>
        </p:txBody>
      </p:sp>
      <p:sp>
        <p:nvSpPr>
          <p:cNvPr id="25" name="Rectangle 24">
            <a:extLst>
              <a:ext uri="{FF2B5EF4-FFF2-40B4-BE49-F238E27FC236}">
                <a16:creationId xmlns:a16="http://schemas.microsoft.com/office/drawing/2014/main" id="{61B4701B-39FE-43B8-86AA-D6B8789C22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7" name="Rounded Rectangle 9">
            <a:extLst>
              <a:ext uri="{FF2B5EF4-FFF2-40B4-BE49-F238E27FC236}">
                <a16:creationId xmlns:a16="http://schemas.microsoft.com/office/drawing/2014/main" id="{E9A7EF13-49FA-4355-971A-34B065F35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484632"/>
            <a:ext cx="6584098" cy="5739187"/>
          </a:xfrm>
          <a:prstGeom prst="roundRect">
            <a:avLst>
              <a:gd name="adj" fmla="val 0"/>
            </a:avLst>
          </a:prstGeom>
          <a:ln w="12700" cap="sq">
            <a:solidFill>
              <a:schemeClr val="bg1">
                <a:lumMod val="75000"/>
              </a:schemeClr>
            </a:solidFill>
            <a:miter lim="800000"/>
          </a:ln>
          <a:effectLst>
            <a:outerShdw blurRad="63500" dist="25400" dir="5400000" algn="tl" rotWithShape="0">
              <a:srgbClr val="000000">
                <a:alpha val="3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92CF3C3E-0F7B-4F0C-8EBD-BDD38E9C6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graphicFrame>
        <p:nvGraphicFramePr>
          <p:cNvPr id="7" name="TextBox 2">
            <a:extLst>
              <a:ext uri="{FF2B5EF4-FFF2-40B4-BE49-F238E27FC236}">
                <a16:creationId xmlns:a16="http://schemas.microsoft.com/office/drawing/2014/main" id="{49E801D1-6638-2CF6-F4E1-6CC20D5A043E}"/>
              </a:ext>
            </a:extLst>
          </p:cNvPr>
          <p:cNvGraphicFramePr/>
          <p:nvPr>
            <p:extLst>
              <p:ext uri="{D42A27DB-BD31-4B8C-83A1-F6EECF244321}">
                <p14:modId xmlns:p14="http://schemas.microsoft.com/office/powerpoint/2010/main" val="622636360"/>
              </p:ext>
            </p:extLst>
          </p:nvPr>
        </p:nvGraphicFramePr>
        <p:xfrm>
          <a:off x="4803353" y="484631"/>
          <a:ext cx="6904433" cy="5739187"/>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2321392200"/>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0"/>
        </a:gradFill>
        <a:effectLst/>
      </p:bgPr>
    </p:bg>
    <p:spTree>
      <p:nvGrpSpPr>
        <p:cNvPr id="1" name="">
          <a:extLst>
            <a:ext uri="{FF2B5EF4-FFF2-40B4-BE49-F238E27FC236}">
              <a16:creationId xmlns:a16="http://schemas.microsoft.com/office/drawing/2014/main" id="{347E7E69-3B1C-4988-FEF2-269F93D3BB80}"/>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F1B8F9CB-890B-4CB8-B503-188A763E2FC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4" name="Picture 13">
            <a:extLst>
              <a:ext uri="{FF2B5EF4-FFF2-40B4-BE49-F238E27FC236}">
                <a16:creationId xmlns:a16="http://schemas.microsoft.com/office/drawing/2014/main" id="{AA632AB4-3837-4FD0-8B62-0A18B573F4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a:extLst>
              <a:ext uri="{FF2B5EF4-FFF2-40B4-BE49-F238E27FC236}">
                <a16:creationId xmlns:a16="http://schemas.microsoft.com/office/drawing/2014/main" id="{C393B4A7-6ABF-423D-A762-3CDB4897A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18" name="Picture 17">
            <a:extLst>
              <a:ext uri="{FF2B5EF4-FFF2-40B4-BE49-F238E27FC236}">
                <a16:creationId xmlns:a16="http://schemas.microsoft.com/office/drawing/2014/main" id="{9CD2319A-6FA9-4EFB-9EDF-7304467425E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20" name="Picture 19">
            <a:extLst>
              <a:ext uri="{FF2B5EF4-FFF2-40B4-BE49-F238E27FC236}">
                <a16:creationId xmlns:a16="http://schemas.microsoft.com/office/drawing/2014/main" id="{D1692A93-3514-4486-8B67-CCA4E0259BC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2" name="Rectangle 21">
            <a:extLst>
              <a:ext uri="{FF2B5EF4-FFF2-40B4-BE49-F238E27FC236}">
                <a16:creationId xmlns:a16="http://schemas.microsoft.com/office/drawing/2014/main" id="{01AD250C-F2EA-449F-9B14-DF5BB674C5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4" name="Rectangle 23">
            <a:extLst>
              <a:ext uri="{FF2B5EF4-FFF2-40B4-BE49-F238E27FC236}">
                <a16:creationId xmlns:a16="http://schemas.microsoft.com/office/drawing/2014/main" id="{ABE6F9A3-300E-47F5-B41C-C8C5E758D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1CCB45A-69DC-7627-20F3-BBF39A4494D0}"/>
              </a:ext>
            </a:extLst>
          </p:cNvPr>
          <p:cNvSpPr txBox="1"/>
          <p:nvPr/>
        </p:nvSpPr>
        <p:spPr>
          <a:xfrm>
            <a:off x="602956" y="2514535"/>
            <a:ext cx="3505495" cy="1828930"/>
          </a:xfrm>
          <a:prstGeom prst="rect">
            <a:avLst/>
          </a:prstGeom>
          <a:gradFill>
            <a:gsLst>
              <a:gs pos="0">
                <a:schemeClr val="accent1">
                  <a:lumMod val="5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lIns="91440" tIns="45720" rIns="91440" bIns="45720" rtlCol="0" anchor="ctr">
            <a:normAutofit/>
          </a:bodyPr>
          <a:lstStyle/>
          <a:p>
            <a:pPr>
              <a:spcBef>
                <a:spcPct val="0"/>
              </a:spcBef>
              <a:spcAft>
                <a:spcPts val="600"/>
              </a:spcAft>
            </a:pPr>
            <a:r>
              <a:rPr lang="en-US" sz="3600" dirty="0">
                <a:solidFill>
                  <a:srgbClr val="F2F2F2"/>
                </a:solidFill>
                <a:latin typeface="+mj-lt"/>
                <a:ea typeface="+mj-ea"/>
                <a:cs typeface="+mj-cs"/>
              </a:rPr>
              <a:t>Limitations and Considerations</a:t>
            </a:r>
          </a:p>
        </p:txBody>
      </p:sp>
      <p:sp>
        <p:nvSpPr>
          <p:cNvPr id="26" name="Rectangle 25">
            <a:extLst>
              <a:ext uri="{FF2B5EF4-FFF2-40B4-BE49-F238E27FC236}">
                <a16:creationId xmlns:a16="http://schemas.microsoft.com/office/drawing/2014/main" id="{61B4701B-39FE-43B8-86AA-D6B8789C22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8" name="Rounded Rectangle 9">
            <a:extLst>
              <a:ext uri="{FF2B5EF4-FFF2-40B4-BE49-F238E27FC236}">
                <a16:creationId xmlns:a16="http://schemas.microsoft.com/office/drawing/2014/main" id="{E9A7EF13-49FA-4355-971A-34B065F35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484632"/>
            <a:ext cx="6584098" cy="5739187"/>
          </a:xfrm>
          <a:prstGeom prst="roundRect">
            <a:avLst>
              <a:gd name="adj" fmla="val 0"/>
            </a:avLst>
          </a:prstGeom>
          <a:ln w="12700" cap="sq">
            <a:solidFill>
              <a:schemeClr val="bg1">
                <a:lumMod val="75000"/>
              </a:schemeClr>
            </a:solidFill>
            <a:miter lim="800000"/>
          </a:ln>
          <a:effectLst>
            <a:outerShdw blurRad="63500" dist="25400" dir="5400000" algn="tl" rotWithShape="0">
              <a:srgbClr val="000000">
                <a:alpha val="3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92CF3C3E-0F7B-4F0C-8EBD-BDD38E9C6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graphicFrame>
        <p:nvGraphicFramePr>
          <p:cNvPr id="8" name="TextBox 2">
            <a:extLst>
              <a:ext uri="{FF2B5EF4-FFF2-40B4-BE49-F238E27FC236}">
                <a16:creationId xmlns:a16="http://schemas.microsoft.com/office/drawing/2014/main" id="{D9F77291-D2EB-9C83-03A6-005B7129E08C}"/>
              </a:ext>
            </a:extLst>
          </p:cNvPr>
          <p:cNvGraphicFramePr/>
          <p:nvPr>
            <p:extLst>
              <p:ext uri="{D42A27DB-BD31-4B8C-83A1-F6EECF244321}">
                <p14:modId xmlns:p14="http://schemas.microsoft.com/office/powerpoint/2010/main" val="154078501"/>
              </p:ext>
            </p:extLst>
          </p:nvPr>
        </p:nvGraphicFramePr>
        <p:xfrm>
          <a:off x="5608638" y="965200"/>
          <a:ext cx="5614987" cy="4773613"/>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4043939798"/>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29F7A90-2D54-78EE-86D5-703F7126F53F}"/>
            </a:ext>
          </a:extLst>
        </p:cNvPr>
        <p:cNvGrpSpPr/>
        <p:nvPr/>
      </p:nvGrpSpPr>
      <p:grpSpPr>
        <a:xfrm>
          <a:off x="0" y="0"/>
          <a:ext cx="0" cy="0"/>
          <a:chOff x="0" y="0"/>
          <a:chExt cx="0" cy="0"/>
        </a:xfrm>
      </p:grpSpPr>
      <p:pic>
        <p:nvPicPr>
          <p:cNvPr id="25" name="Picture 24">
            <a:extLst>
              <a:ext uri="{FF2B5EF4-FFF2-40B4-BE49-F238E27FC236}">
                <a16:creationId xmlns:a16="http://schemas.microsoft.com/office/drawing/2014/main" id="{91B28F63-CF00-448F-B141-FE33C33B18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27" name="Picture 26">
            <a:extLst>
              <a:ext uri="{FF2B5EF4-FFF2-40B4-BE49-F238E27FC236}">
                <a16:creationId xmlns:a16="http://schemas.microsoft.com/office/drawing/2014/main" id="{2AE609E2-8522-44E4-9077-980E5BCF3E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29" name="Oval 28">
            <a:extLst>
              <a:ext uri="{FF2B5EF4-FFF2-40B4-BE49-F238E27FC236}">
                <a16:creationId xmlns:a16="http://schemas.microsoft.com/office/drawing/2014/main" id="{4FA533C5-33E3-4611-AF9F-72811D8B2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30" name="Picture 29">
            <a:extLst>
              <a:ext uri="{FF2B5EF4-FFF2-40B4-BE49-F238E27FC236}">
                <a16:creationId xmlns:a16="http://schemas.microsoft.com/office/drawing/2014/main" id="{8949AD42-25FD-4C3D-9EEE-B7FEC58099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31" name="Picture 30">
            <a:extLst>
              <a:ext uri="{FF2B5EF4-FFF2-40B4-BE49-F238E27FC236}">
                <a16:creationId xmlns:a16="http://schemas.microsoft.com/office/drawing/2014/main" id="{6AC7D913-60B7-4603-881B-831DA5D3A9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32" name="Rectangle 31">
            <a:extLst>
              <a:ext uri="{FF2B5EF4-FFF2-40B4-BE49-F238E27FC236}">
                <a16:creationId xmlns:a16="http://schemas.microsoft.com/office/drawing/2014/main" id="{87F0FDC4-AD8C-47D9-9131-623C98ADB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3" name="Rectangle 32">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4" name="Rectangle 23">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6"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28" name="Freeform: Shape 27">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GB"/>
          </a:p>
        </p:txBody>
      </p:sp>
      <p:sp>
        <p:nvSpPr>
          <p:cNvPr id="5" name="TextBox 4">
            <a:extLst>
              <a:ext uri="{FF2B5EF4-FFF2-40B4-BE49-F238E27FC236}">
                <a16:creationId xmlns:a16="http://schemas.microsoft.com/office/drawing/2014/main" id="{8F8BA34D-3573-9F30-04B4-7A6678836173}"/>
              </a:ext>
            </a:extLst>
          </p:cNvPr>
          <p:cNvSpPr txBox="1"/>
          <p:nvPr/>
        </p:nvSpPr>
        <p:spPr>
          <a:xfrm>
            <a:off x="1103312" y="452718"/>
            <a:ext cx="8947522" cy="1400530"/>
          </a:xfrm>
          <a:prstGeom prst="rect">
            <a:avLst/>
          </a:prstGeom>
        </p:spPr>
        <p:txBody>
          <a:bodyPr vert="horz" lIns="91440" tIns="45720" rIns="91440" bIns="45720" rtlCol="0" anchor="ctr">
            <a:normAutofit/>
          </a:bodyPr>
          <a:lstStyle/>
          <a:p>
            <a:pPr>
              <a:spcBef>
                <a:spcPct val="0"/>
              </a:spcBef>
              <a:spcAft>
                <a:spcPts val="600"/>
              </a:spcAft>
            </a:pPr>
            <a:r>
              <a:rPr lang="en-US" sz="4200" b="0" i="0" kern="1200">
                <a:solidFill>
                  <a:srgbClr val="FFFFFF"/>
                </a:solidFill>
                <a:latin typeface="+mj-lt"/>
                <a:ea typeface="+mj-ea"/>
                <a:cs typeface="+mj-cs"/>
              </a:rPr>
              <a:t>Evidence Base for CBT in Physiotherapy</a:t>
            </a:r>
          </a:p>
        </p:txBody>
      </p:sp>
      <p:sp>
        <p:nvSpPr>
          <p:cNvPr id="3" name="TextBox 2">
            <a:extLst>
              <a:ext uri="{FF2B5EF4-FFF2-40B4-BE49-F238E27FC236}">
                <a16:creationId xmlns:a16="http://schemas.microsoft.com/office/drawing/2014/main" id="{3A325DB8-B21E-173D-1E99-19C2A72363DD}"/>
              </a:ext>
            </a:extLst>
          </p:cNvPr>
          <p:cNvSpPr txBox="1"/>
          <p:nvPr/>
        </p:nvSpPr>
        <p:spPr>
          <a:xfrm>
            <a:off x="2018506" y="3162597"/>
            <a:ext cx="8946541" cy="3484879"/>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en-US" sz="2000" dirty="0">
                <a:latin typeface="+mj-lt"/>
                <a:ea typeface="+mj-ea"/>
                <a:cs typeface="+mj-cs"/>
              </a:rPr>
              <a:t>Key findings from literature:</a:t>
            </a:r>
          </a:p>
          <a:p>
            <a:pPr marL="742950" lvl="1" indent="-285750">
              <a:spcBef>
                <a:spcPts val="1000"/>
              </a:spcBef>
              <a:buClr>
                <a:schemeClr val="bg2">
                  <a:lumMod val="40000"/>
                  <a:lumOff val="60000"/>
                </a:schemeClr>
              </a:buClr>
              <a:buSzPct val="80000"/>
              <a:buFont typeface="Wingdings 3" charset="2"/>
              <a:buChar char=""/>
            </a:pPr>
            <a:r>
              <a:rPr lang="en-US" sz="2000" dirty="0">
                <a:latin typeface="+mj-lt"/>
                <a:ea typeface="+mj-ea"/>
                <a:cs typeface="+mj-cs"/>
              </a:rPr>
              <a:t>CBT reduces pain-related fear and disability</a:t>
            </a:r>
          </a:p>
          <a:p>
            <a:pPr marL="742950" lvl="1" indent="-285750">
              <a:spcBef>
                <a:spcPts val="1000"/>
              </a:spcBef>
              <a:buClr>
                <a:schemeClr val="bg2">
                  <a:lumMod val="40000"/>
                  <a:lumOff val="60000"/>
                </a:schemeClr>
              </a:buClr>
              <a:buSzPct val="80000"/>
              <a:buFont typeface="Wingdings 3" charset="2"/>
              <a:buChar char=""/>
            </a:pPr>
            <a:r>
              <a:rPr lang="en-US" sz="2000" dirty="0">
                <a:latin typeface="+mj-lt"/>
                <a:ea typeface="+mj-ea"/>
                <a:cs typeface="+mj-cs"/>
              </a:rPr>
              <a:t>Improves adherence and psychological coping</a:t>
            </a:r>
          </a:p>
          <a:p>
            <a:pPr marL="742950" lvl="1" indent="-285750">
              <a:spcBef>
                <a:spcPts val="1000"/>
              </a:spcBef>
              <a:buClr>
                <a:schemeClr val="bg2">
                  <a:lumMod val="40000"/>
                  <a:lumOff val="60000"/>
                </a:schemeClr>
              </a:buClr>
              <a:buSzPct val="80000"/>
              <a:buFont typeface="Wingdings 3" charset="2"/>
              <a:buChar char=""/>
            </a:pPr>
            <a:r>
              <a:rPr lang="en-US" sz="2000" dirty="0">
                <a:latin typeface="+mj-lt"/>
                <a:ea typeface="+mj-ea"/>
                <a:cs typeface="+mj-cs"/>
              </a:rPr>
              <a:t>NICE recommends CBT for chronic pain, fatigue, and anxiety/depression</a:t>
            </a:r>
          </a:p>
        </p:txBody>
      </p:sp>
    </p:spTree>
    <p:extLst>
      <p:ext uri="{BB962C8B-B14F-4D97-AF65-F5344CB8AC3E}">
        <p14:creationId xmlns:p14="http://schemas.microsoft.com/office/powerpoint/2010/main" val="4036915663"/>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30E899A-21D4-4B27-99D8-9B0AC84B27A3}"/>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91B28F63-CF00-448F-B141-FE33C33B18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0" name="Picture 9">
            <a:extLst>
              <a:ext uri="{FF2B5EF4-FFF2-40B4-BE49-F238E27FC236}">
                <a16:creationId xmlns:a16="http://schemas.microsoft.com/office/drawing/2014/main" id="{2AE609E2-8522-44E4-9077-980E5BCF3E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2" name="Oval 11">
            <a:extLst>
              <a:ext uri="{FF2B5EF4-FFF2-40B4-BE49-F238E27FC236}">
                <a16:creationId xmlns:a16="http://schemas.microsoft.com/office/drawing/2014/main" id="{4FA533C5-33E3-4611-AF9F-72811D8B2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14" name="Picture 13">
            <a:extLst>
              <a:ext uri="{FF2B5EF4-FFF2-40B4-BE49-F238E27FC236}">
                <a16:creationId xmlns:a16="http://schemas.microsoft.com/office/drawing/2014/main" id="{8949AD42-25FD-4C3D-9EEE-B7FEC58099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6" name="Picture 15">
            <a:extLst>
              <a:ext uri="{FF2B5EF4-FFF2-40B4-BE49-F238E27FC236}">
                <a16:creationId xmlns:a16="http://schemas.microsoft.com/office/drawing/2014/main" id="{6AC7D913-60B7-4603-881B-831DA5D3A9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8" name="Rectangle 17">
            <a:extLst>
              <a:ext uri="{FF2B5EF4-FFF2-40B4-BE49-F238E27FC236}">
                <a16:creationId xmlns:a16="http://schemas.microsoft.com/office/drawing/2014/main" id="{87F0FDC4-AD8C-47D9-9131-623C98ADB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useBgFill="1">
        <p:nvSpPr>
          <p:cNvPr id="20" name="Rectangle 19">
            <a:extLst>
              <a:ext uri="{FF2B5EF4-FFF2-40B4-BE49-F238E27FC236}">
                <a16:creationId xmlns:a16="http://schemas.microsoft.com/office/drawing/2014/main" id="{052BEFF1-896C-45B1-B02C-96A6A1BC38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2" name="Freeform 36">
            <a:extLst>
              <a:ext uri="{FF2B5EF4-FFF2-40B4-BE49-F238E27FC236}">
                <a16:creationId xmlns:a16="http://schemas.microsoft.com/office/drawing/2014/main" id="{BB237A14-61B1-4C00-A670-5D8D68A866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44637"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solidFill>
                <a:schemeClr val="tx1">
                  <a:alpha val="20000"/>
                </a:schemeClr>
              </a:solidFill>
            </a:endParaRPr>
          </a:p>
        </p:txBody>
      </p:sp>
      <p:sp>
        <p:nvSpPr>
          <p:cNvPr id="24" name="Freeform: Shape 23">
            <a:extLst>
              <a:ext uri="{FF2B5EF4-FFF2-40B4-BE49-F238E27FC236}">
                <a16:creationId xmlns:a16="http://schemas.microsoft.com/office/drawing/2014/main" id="{8598F259-6F54-47A3-8D13-1603D786A3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990911" cy="6858001"/>
          </a:xfrm>
          <a:custGeom>
            <a:avLst/>
            <a:gdLst>
              <a:gd name="connsiteX0" fmla="*/ 3646196 w 4990911"/>
              <a:gd name="connsiteY0" fmla="*/ 0 h 6858001"/>
              <a:gd name="connsiteX1" fmla="*/ 4989734 w 4990911"/>
              <a:gd name="connsiteY1" fmla="*/ 0 h 6858001"/>
              <a:gd name="connsiteX2" fmla="*/ 4964689 w 4990911"/>
              <a:gd name="connsiteY2" fmla="*/ 155677 h 6858001"/>
              <a:gd name="connsiteX3" fmla="*/ 4940820 w 4990911"/>
              <a:gd name="connsiteY3" fmla="*/ 310668 h 6858001"/>
              <a:gd name="connsiteX4" fmla="*/ 4917456 w 4990911"/>
              <a:gd name="connsiteY4" fmla="*/ 466344 h 6858001"/>
              <a:gd name="connsiteX5" fmla="*/ 4897453 w 4990911"/>
              <a:gd name="connsiteY5" fmla="*/ 622707 h 6858001"/>
              <a:gd name="connsiteX6" fmla="*/ 4877282 w 4990911"/>
              <a:gd name="connsiteY6" fmla="*/ 778383 h 6858001"/>
              <a:gd name="connsiteX7" fmla="*/ 4858456 w 4990911"/>
              <a:gd name="connsiteY7" fmla="*/ 934746 h 6858001"/>
              <a:gd name="connsiteX8" fmla="*/ 4842320 w 4990911"/>
              <a:gd name="connsiteY8" fmla="*/ 1089051 h 6858001"/>
              <a:gd name="connsiteX9" fmla="*/ 4827024 w 4990911"/>
              <a:gd name="connsiteY9" fmla="*/ 1245413 h 6858001"/>
              <a:gd name="connsiteX10" fmla="*/ 4813072 w 4990911"/>
              <a:gd name="connsiteY10" fmla="*/ 1401090 h 6858001"/>
              <a:gd name="connsiteX11" fmla="*/ 4800970 w 4990911"/>
              <a:gd name="connsiteY11" fmla="*/ 1554023 h 6858001"/>
              <a:gd name="connsiteX12" fmla="*/ 4788867 w 4990911"/>
              <a:gd name="connsiteY12" fmla="*/ 1709014 h 6858001"/>
              <a:gd name="connsiteX13" fmla="*/ 4778782 w 4990911"/>
              <a:gd name="connsiteY13" fmla="*/ 1861947 h 6858001"/>
              <a:gd name="connsiteX14" fmla="*/ 4770882 w 4990911"/>
              <a:gd name="connsiteY14" fmla="*/ 2014881 h 6858001"/>
              <a:gd name="connsiteX15" fmla="*/ 4762645 w 4990911"/>
              <a:gd name="connsiteY15" fmla="*/ 2167128 h 6858001"/>
              <a:gd name="connsiteX16" fmla="*/ 4755754 w 4990911"/>
              <a:gd name="connsiteY16" fmla="*/ 2318004 h 6858001"/>
              <a:gd name="connsiteX17" fmla="*/ 4750879 w 4990911"/>
              <a:gd name="connsiteY17" fmla="*/ 2467509 h 6858001"/>
              <a:gd name="connsiteX18" fmla="*/ 4746677 w 4990911"/>
              <a:gd name="connsiteY18" fmla="*/ 2617013 h 6858001"/>
              <a:gd name="connsiteX19" fmla="*/ 4742643 w 4990911"/>
              <a:gd name="connsiteY19" fmla="*/ 2765146 h 6858001"/>
              <a:gd name="connsiteX20" fmla="*/ 4740794 w 4990911"/>
              <a:gd name="connsiteY20" fmla="*/ 2911221 h 6858001"/>
              <a:gd name="connsiteX21" fmla="*/ 4738777 w 4990911"/>
              <a:gd name="connsiteY21" fmla="*/ 3057297 h 6858001"/>
              <a:gd name="connsiteX22" fmla="*/ 4737768 w 4990911"/>
              <a:gd name="connsiteY22" fmla="*/ 3201315 h 6858001"/>
              <a:gd name="connsiteX23" fmla="*/ 4738777 w 4990911"/>
              <a:gd name="connsiteY23" fmla="*/ 3343961 h 6858001"/>
              <a:gd name="connsiteX24" fmla="*/ 4738777 w 4990911"/>
              <a:gd name="connsiteY24" fmla="*/ 3485236 h 6858001"/>
              <a:gd name="connsiteX25" fmla="*/ 4740794 w 4990911"/>
              <a:gd name="connsiteY25" fmla="*/ 3625139 h 6858001"/>
              <a:gd name="connsiteX26" fmla="*/ 4743819 w 4990911"/>
              <a:gd name="connsiteY26" fmla="*/ 3762299 h 6858001"/>
              <a:gd name="connsiteX27" fmla="*/ 4746677 w 4990911"/>
              <a:gd name="connsiteY27" fmla="*/ 3898087 h 6858001"/>
              <a:gd name="connsiteX28" fmla="*/ 4749871 w 4990911"/>
              <a:gd name="connsiteY28" fmla="*/ 4031133 h 6858001"/>
              <a:gd name="connsiteX29" fmla="*/ 4754745 w 4990911"/>
              <a:gd name="connsiteY29" fmla="*/ 4163492 h 6858001"/>
              <a:gd name="connsiteX30" fmla="*/ 4759956 w 4990911"/>
              <a:gd name="connsiteY30" fmla="*/ 4293793 h 6858001"/>
              <a:gd name="connsiteX31" fmla="*/ 4764662 w 4990911"/>
              <a:gd name="connsiteY31" fmla="*/ 4421352 h 6858001"/>
              <a:gd name="connsiteX32" fmla="*/ 4777942 w 4990911"/>
              <a:gd name="connsiteY32" fmla="*/ 4670298 h 6858001"/>
              <a:gd name="connsiteX33" fmla="*/ 4792061 w 4990911"/>
              <a:gd name="connsiteY33" fmla="*/ 4908956 h 6858001"/>
              <a:gd name="connsiteX34" fmla="*/ 4806853 w 4990911"/>
              <a:gd name="connsiteY34" fmla="*/ 5138013 h 6858001"/>
              <a:gd name="connsiteX35" fmla="*/ 4823158 w 4990911"/>
              <a:gd name="connsiteY35" fmla="*/ 5354726 h 6858001"/>
              <a:gd name="connsiteX36" fmla="*/ 4840135 w 4990911"/>
              <a:gd name="connsiteY36" fmla="*/ 5561838 h 6858001"/>
              <a:gd name="connsiteX37" fmla="*/ 4858456 w 4990911"/>
              <a:gd name="connsiteY37" fmla="*/ 5753862 h 6858001"/>
              <a:gd name="connsiteX38" fmla="*/ 4876442 w 4990911"/>
              <a:gd name="connsiteY38" fmla="*/ 5934227 h 6858001"/>
              <a:gd name="connsiteX39" fmla="*/ 4894427 w 4990911"/>
              <a:gd name="connsiteY39" fmla="*/ 6100191 h 6858001"/>
              <a:gd name="connsiteX40" fmla="*/ 4911404 w 4990911"/>
              <a:gd name="connsiteY40" fmla="*/ 6252438 h 6858001"/>
              <a:gd name="connsiteX41" fmla="*/ 4927541 w 4990911"/>
              <a:gd name="connsiteY41" fmla="*/ 6387541 h 6858001"/>
              <a:gd name="connsiteX42" fmla="*/ 4942837 w 4990911"/>
              <a:gd name="connsiteY42" fmla="*/ 6509613 h 6858001"/>
              <a:gd name="connsiteX43" fmla="*/ 4955612 w 4990911"/>
              <a:gd name="connsiteY43" fmla="*/ 6612483 h 6858001"/>
              <a:gd name="connsiteX44" fmla="*/ 4967714 w 4990911"/>
              <a:gd name="connsiteY44" fmla="*/ 6698894 h 6858001"/>
              <a:gd name="connsiteX45" fmla="*/ 4985028 w 4990911"/>
              <a:gd name="connsiteY45" fmla="*/ 6817538 h 6858001"/>
              <a:gd name="connsiteX46" fmla="*/ 4990911 w 4990911"/>
              <a:gd name="connsiteY46" fmla="*/ 6858000 h 6858001"/>
              <a:gd name="connsiteX47" fmla="*/ 4085557 w 4990911"/>
              <a:gd name="connsiteY47" fmla="*/ 6858000 h 6858001"/>
              <a:gd name="connsiteX48" fmla="*/ 4085557 w 4990911"/>
              <a:gd name="connsiteY48" fmla="*/ 6858001 h 6858001"/>
              <a:gd name="connsiteX49" fmla="*/ 0 w 4990911"/>
              <a:gd name="connsiteY49" fmla="*/ 6858001 h 6858001"/>
              <a:gd name="connsiteX50" fmla="*/ 0 w 4990911"/>
              <a:gd name="connsiteY50" fmla="*/ 1 h 6858001"/>
              <a:gd name="connsiteX51" fmla="*/ 3646196 w 4990911"/>
              <a:gd name="connsiteY51"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990911" h="6858001">
                <a:moveTo>
                  <a:pt x="3646196" y="0"/>
                </a:moveTo>
                <a:lnTo>
                  <a:pt x="4989734" y="0"/>
                </a:lnTo>
                <a:lnTo>
                  <a:pt x="4964689" y="155677"/>
                </a:lnTo>
                <a:lnTo>
                  <a:pt x="4940820" y="310668"/>
                </a:lnTo>
                <a:lnTo>
                  <a:pt x="4917456" y="466344"/>
                </a:lnTo>
                <a:lnTo>
                  <a:pt x="4897453" y="622707"/>
                </a:lnTo>
                <a:lnTo>
                  <a:pt x="4877282" y="778383"/>
                </a:lnTo>
                <a:lnTo>
                  <a:pt x="4858456" y="934746"/>
                </a:lnTo>
                <a:lnTo>
                  <a:pt x="4842320" y="1089051"/>
                </a:lnTo>
                <a:lnTo>
                  <a:pt x="4827024" y="1245413"/>
                </a:lnTo>
                <a:lnTo>
                  <a:pt x="4813072" y="1401090"/>
                </a:lnTo>
                <a:lnTo>
                  <a:pt x="4800970" y="1554023"/>
                </a:lnTo>
                <a:lnTo>
                  <a:pt x="4788867" y="1709014"/>
                </a:lnTo>
                <a:lnTo>
                  <a:pt x="4778782" y="1861947"/>
                </a:lnTo>
                <a:lnTo>
                  <a:pt x="4770882" y="2014881"/>
                </a:lnTo>
                <a:lnTo>
                  <a:pt x="4762645" y="2167128"/>
                </a:lnTo>
                <a:lnTo>
                  <a:pt x="4755754" y="2318004"/>
                </a:lnTo>
                <a:lnTo>
                  <a:pt x="4750879" y="2467509"/>
                </a:lnTo>
                <a:lnTo>
                  <a:pt x="4746677" y="2617013"/>
                </a:lnTo>
                <a:lnTo>
                  <a:pt x="4742643" y="2765146"/>
                </a:lnTo>
                <a:lnTo>
                  <a:pt x="4740794" y="2911221"/>
                </a:lnTo>
                <a:lnTo>
                  <a:pt x="4738777" y="3057297"/>
                </a:lnTo>
                <a:lnTo>
                  <a:pt x="4737768" y="3201315"/>
                </a:lnTo>
                <a:lnTo>
                  <a:pt x="4738777" y="3343961"/>
                </a:lnTo>
                <a:lnTo>
                  <a:pt x="4738777" y="3485236"/>
                </a:lnTo>
                <a:lnTo>
                  <a:pt x="4740794" y="3625139"/>
                </a:lnTo>
                <a:lnTo>
                  <a:pt x="4743819" y="3762299"/>
                </a:lnTo>
                <a:lnTo>
                  <a:pt x="4746677" y="3898087"/>
                </a:lnTo>
                <a:lnTo>
                  <a:pt x="4749871" y="4031133"/>
                </a:lnTo>
                <a:lnTo>
                  <a:pt x="4754745" y="4163492"/>
                </a:lnTo>
                <a:lnTo>
                  <a:pt x="4759956" y="4293793"/>
                </a:lnTo>
                <a:lnTo>
                  <a:pt x="4764662" y="4421352"/>
                </a:lnTo>
                <a:lnTo>
                  <a:pt x="4777942" y="4670298"/>
                </a:lnTo>
                <a:lnTo>
                  <a:pt x="4792061" y="4908956"/>
                </a:lnTo>
                <a:lnTo>
                  <a:pt x="4806853" y="5138013"/>
                </a:lnTo>
                <a:lnTo>
                  <a:pt x="4823158" y="5354726"/>
                </a:lnTo>
                <a:lnTo>
                  <a:pt x="4840135" y="5561838"/>
                </a:lnTo>
                <a:lnTo>
                  <a:pt x="4858456" y="5753862"/>
                </a:lnTo>
                <a:lnTo>
                  <a:pt x="4876442" y="5934227"/>
                </a:lnTo>
                <a:lnTo>
                  <a:pt x="4894427" y="6100191"/>
                </a:lnTo>
                <a:lnTo>
                  <a:pt x="4911404" y="6252438"/>
                </a:lnTo>
                <a:lnTo>
                  <a:pt x="4927541" y="6387541"/>
                </a:lnTo>
                <a:lnTo>
                  <a:pt x="4942837" y="6509613"/>
                </a:lnTo>
                <a:lnTo>
                  <a:pt x="4955612" y="6612483"/>
                </a:lnTo>
                <a:lnTo>
                  <a:pt x="4967714" y="6698894"/>
                </a:lnTo>
                <a:lnTo>
                  <a:pt x="4985028" y="6817538"/>
                </a:lnTo>
                <a:lnTo>
                  <a:pt x="4990911" y="6858000"/>
                </a:lnTo>
                <a:lnTo>
                  <a:pt x="4085557" y="6858000"/>
                </a:lnTo>
                <a:lnTo>
                  <a:pt x="4085557" y="6858001"/>
                </a:lnTo>
                <a:lnTo>
                  <a:pt x="0" y="6858001"/>
                </a:lnTo>
                <a:lnTo>
                  <a:pt x="0" y="1"/>
                </a:lnTo>
                <a:lnTo>
                  <a:pt x="3646196" y="1"/>
                </a:ln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effectLst/>
        </p:spPr>
        <p:style>
          <a:lnRef idx="0">
            <a:schemeClr val="dk1"/>
          </a:lnRef>
          <a:fillRef idx="3">
            <a:schemeClr val="dk1"/>
          </a:fillRef>
          <a:effectRef idx="3">
            <a:schemeClr val="dk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0BA768A8-4FED-4ED8-9E46-6BE72188EC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 name="TextBox 2">
            <a:extLst>
              <a:ext uri="{FF2B5EF4-FFF2-40B4-BE49-F238E27FC236}">
                <a16:creationId xmlns:a16="http://schemas.microsoft.com/office/drawing/2014/main" id="{D03EC997-6623-3942-7F81-7163C604B8E3}"/>
              </a:ext>
            </a:extLst>
          </p:cNvPr>
          <p:cNvSpPr txBox="1"/>
          <p:nvPr/>
        </p:nvSpPr>
        <p:spPr>
          <a:xfrm>
            <a:off x="5841353" y="2260389"/>
            <a:ext cx="5919503" cy="4470821"/>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en-US" sz="2000" dirty="0">
                <a:latin typeface="+mj-lt"/>
                <a:ea typeface="+mj-ea"/>
                <a:cs typeface="+mj-cs"/>
              </a:rPr>
              <a:t>Patient: </a:t>
            </a:r>
          </a:p>
          <a:p>
            <a:pPr>
              <a:spcBef>
                <a:spcPts val="1000"/>
              </a:spcBef>
              <a:buClr>
                <a:schemeClr val="bg2">
                  <a:lumMod val="40000"/>
                  <a:lumOff val="60000"/>
                </a:schemeClr>
              </a:buClr>
              <a:buSzPct val="80000"/>
              <a:buFont typeface="Wingdings 3" charset="2"/>
              <a:buChar char=""/>
            </a:pPr>
            <a:r>
              <a:rPr lang="en-US" sz="2000" dirty="0">
                <a:latin typeface="+mj-lt"/>
                <a:ea typeface="+mj-ea"/>
                <a:cs typeface="+mj-cs"/>
              </a:rPr>
              <a:t>45-year-old with chronic low back pain, fearful of movement</a:t>
            </a:r>
          </a:p>
          <a:p>
            <a:pPr>
              <a:spcBef>
                <a:spcPts val="1000"/>
              </a:spcBef>
              <a:buClr>
                <a:schemeClr val="bg2">
                  <a:lumMod val="40000"/>
                  <a:lumOff val="60000"/>
                </a:schemeClr>
              </a:buClr>
              <a:buSzPct val="80000"/>
            </a:pPr>
            <a:br>
              <a:rPr lang="en-US" sz="2000" dirty="0">
                <a:latin typeface="+mj-lt"/>
                <a:ea typeface="+mj-ea"/>
                <a:cs typeface="+mj-cs"/>
              </a:rPr>
            </a:br>
            <a:r>
              <a:rPr lang="en-US" sz="2000" dirty="0">
                <a:latin typeface="+mj-lt"/>
                <a:ea typeface="+mj-ea"/>
                <a:cs typeface="+mj-cs"/>
              </a:rPr>
              <a:t>Task: </a:t>
            </a:r>
          </a:p>
          <a:p>
            <a:pPr>
              <a:spcBef>
                <a:spcPts val="1000"/>
              </a:spcBef>
              <a:buClr>
                <a:schemeClr val="bg2">
                  <a:lumMod val="40000"/>
                  <a:lumOff val="60000"/>
                </a:schemeClr>
              </a:buClr>
              <a:buSzPct val="80000"/>
              <a:buFont typeface="Wingdings 3" charset="2"/>
              <a:buChar char=""/>
            </a:pPr>
            <a:r>
              <a:rPr lang="en-US" sz="2000" dirty="0">
                <a:latin typeface="+mj-lt"/>
                <a:ea typeface="+mj-ea"/>
                <a:cs typeface="+mj-cs"/>
              </a:rPr>
              <a:t>Identify thoughts, feelings, </a:t>
            </a:r>
            <a:r>
              <a:rPr lang="en-US" sz="2000" dirty="0" err="1">
                <a:latin typeface="+mj-lt"/>
                <a:ea typeface="+mj-ea"/>
                <a:cs typeface="+mj-cs"/>
              </a:rPr>
              <a:t>behaviours</a:t>
            </a:r>
            <a:r>
              <a:rPr lang="en-US" sz="2000" dirty="0">
                <a:latin typeface="+mj-lt"/>
                <a:ea typeface="+mj-ea"/>
                <a:cs typeface="+mj-cs"/>
              </a:rPr>
              <a:t>, and possible CBT interventions</a:t>
            </a:r>
          </a:p>
        </p:txBody>
      </p:sp>
      <p:sp>
        <p:nvSpPr>
          <p:cNvPr id="6" name="TextBox 5">
            <a:extLst>
              <a:ext uri="{FF2B5EF4-FFF2-40B4-BE49-F238E27FC236}">
                <a16:creationId xmlns:a16="http://schemas.microsoft.com/office/drawing/2014/main" id="{B59CF6C5-FAB3-0610-FC72-2785953F11AE}"/>
              </a:ext>
            </a:extLst>
          </p:cNvPr>
          <p:cNvSpPr txBox="1"/>
          <p:nvPr/>
        </p:nvSpPr>
        <p:spPr>
          <a:xfrm>
            <a:off x="810561" y="3086100"/>
            <a:ext cx="3887786" cy="707886"/>
          </a:xfrm>
          <a:prstGeom prst="rect">
            <a:avLst/>
          </a:prstGeom>
          <a:noFill/>
        </p:spPr>
        <p:txBody>
          <a:bodyPr wrap="square">
            <a:spAutoFit/>
          </a:bodyPr>
          <a:lstStyle/>
          <a:p>
            <a:pPr>
              <a:buNone/>
            </a:pPr>
            <a:r>
              <a:rPr lang="en-GB" sz="4000" b="1" dirty="0">
                <a:solidFill>
                  <a:schemeClr val="bg1"/>
                </a:solidFill>
              </a:rPr>
              <a:t>Case Example</a:t>
            </a:r>
          </a:p>
        </p:txBody>
      </p:sp>
    </p:spTree>
    <p:extLst>
      <p:ext uri="{BB962C8B-B14F-4D97-AF65-F5344CB8AC3E}">
        <p14:creationId xmlns:p14="http://schemas.microsoft.com/office/powerpoint/2010/main" val="3515031734"/>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98408-E1E8-D099-268A-A9A57F62316D}"/>
              </a:ext>
            </a:extLst>
          </p:cNvPr>
          <p:cNvSpPr>
            <a:spLocks noGrp="1"/>
          </p:cNvSpPr>
          <p:nvPr>
            <p:ph type="title"/>
          </p:nvPr>
        </p:nvSpPr>
        <p:spPr>
          <a:xfrm>
            <a:off x="3188315" y="489567"/>
            <a:ext cx="5815370" cy="1016654"/>
          </a:xfrm>
        </p:spPr>
        <p:txBody>
          <a:bodyPr>
            <a:normAutofit/>
          </a:bodyPr>
          <a:lstStyle/>
          <a:p>
            <a:pPr>
              <a:lnSpc>
                <a:spcPct val="90000"/>
              </a:lnSpc>
            </a:pPr>
            <a:r>
              <a:rPr lang="en-GB" sz="3300" b="1" dirty="0">
                <a:solidFill>
                  <a:schemeClr val="tx1"/>
                </a:solidFill>
              </a:rPr>
              <a:t>COM-B Model Explained</a:t>
            </a:r>
            <a:br>
              <a:rPr lang="en-GB" sz="3300" b="1" dirty="0">
                <a:solidFill>
                  <a:schemeClr val="tx1"/>
                </a:solidFill>
              </a:rPr>
            </a:br>
            <a:endParaRPr lang="en-GB" sz="3300" dirty="0">
              <a:solidFill>
                <a:schemeClr val="tx1"/>
              </a:solidFill>
            </a:endParaRPr>
          </a:p>
        </p:txBody>
      </p:sp>
      <p:graphicFrame>
        <p:nvGraphicFramePr>
          <p:cNvPr id="5" name="Content Placeholder 2">
            <a:extLst>
              <a:ext uri="{FF2B5EF4-FFF2-40B4-BE49-F238E27FC236}">
                <a16:creationId xmlns:a16="http://schemas.microsoft.com/office/drawing/2014/main" id="{FABA7EF5-873A-A27A-6E76-64EF2C107756}"/>
              </a:ext>
            </a:extLst>
          </p:cNvPr>
          <p:cNvGraphicFramePr>
            <a:graphicFrameLocks noGrp="1"/>
          </p:cNvGraphicFramePr>
          <p:nvPr>
            <p:ph idx="1"/>
            <p:extLst>
              <p:ext uri="{D42A27DB-BD31-4B8C-83A1-F6EECF244321}">
                <p14:modId xmlns:p14="http://schemas.microsoft.com/office/powerpoint/2010/main" val="1503707762"/>
              </p:ext>
            </p:extLst>
          </p:nvPr>
        </p:nvGraphicFramePr>
        <p:xfrm>
          <a:off x="342900" y="1506221"/>
          <a:ext cx="11684000" cy="47548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92716546"/>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2290" name="Picture 2" descr="Figure 1">
            <a:extLst>
              <a:ext uri="{FF2B5EF4-FFF2-40B4-BE49-F238E27FC236}">
                <a16:creationId xmlns:a16="http://schemas.microsoft.com/office/drawing/2014/main" id="{0A40ED4C-A615-33AB-4F91-350E59AA43B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63421" y="315844"/>
            <a:ext cx="11320566" cy="622631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AE84B2A-528F-B340-4C9D-5FD59416AC6F}"/>
              </a:ext>
            </a:extLst>
          </p:cNvPr>
          <p:cNvSpPr txBox="1"/>
          <p:nvPr/>
        </p:nvSpPr>
        <p:spPr>
          <a:xfrm>
            <a:off x="6705600" y="549425"/>
            <a:ext cx="5635587" cy="545727"/>
          </a:xfrm>
          <a:prstGeom prst="rect">
            <a:avLst/>
          </a:prstGeom>
          <a:noFill/>
        </p:spPr>
        <p:txBody>
          <a:bodyPr wrap="square">
            <a:spAutoFit/>
          </a:bodyPr>
          <a:lstStyle/>
          <a:p>
            <a:pPr marL="0" marR="0" lvl="0" indent="0" algn="l" defTabSz="457200" rtl="0" eaLnBrk="1" fontAlgn="auto" latinLnBrk="0" hangingPunct="1">
              <a:lnSpc>
                <a:spcPct val="115000"/>
              </a:lnSpc>
              <a:spcBef>
                <a:spcPts val="0"/>
              </a:spcBef>
              <a:spcAft>
                <a:spcPts val="800"/>
              </a:spcAft>
              <a:buClrTx/>
              <a:buSzTx/>
              <a:buFontTx/>
              <a:buNone/>
              <a:tabLst/>
              <a:defRPr/>
            </a:pPr>
            <a:r>
              <a:rPr kumimoji="0" lang="en-GB" sz="2800" b="1" i="0" u="none" strike="noStrike" kern="0" cap="none" spc="0" normalizeH="0" baseline="0" noProof="0" dirty="0">
                <a:ln>
                  <a:noFill/>
                </a:ln>
                <a:solidFill>
                  <a:schemeClr val="bg1"/>
                </a:solidFill>
                <a:effectLst/>
                <a:uLnTx/>
                <a:uFillTx/>
                <a:latin typeface="Arial" panose="020B0604020202020204" pitchFamily="34" charset="0"/>
                <a:ea typeface="Times New Roman" panose="02020603050405020304" pitchFamily="18" charset="0"/>
                <a:cs typeface="Arial" panose="020B0604020202020204" pitchFamily="34" charset="0"/>
              </a:rPr>
              <a:t>The COM-B Model Approach</a:t>
            </a:r>
            <a:endParaRPr kumimoji="0" lang="en-GB" sz="2800" b="0" i="0" u="none" strike="noStrike" kern="100" cap="none" spc="0" normalizeH="0" baseline="0" noProof="0" dirty="0">
              <a:ln>
                <a:noFill/>
              </a:ln>
              <a:solidFill>
                <a:schemeClr val="bg1"/>
              </a:solidFill>
              <a:effectLst/>
              <a:uLnTx/>
              <a:uFillTx/>
              <a:latin typeface="Arial" panose="020B06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7778359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0" name="Picture 9" descr="Hand with red strings">
            <a:extLst>
              <a:ext uri="{FF2B5EF4-FFF2-40B4-BE49-F238E27FC236}">
                <a16:creationId xmlns:a16="http://schemas.microsoft.com/office/drawing/2014/main" id="{9499A661-0BA3-4EE8-C34A-5F78ACD64009}"/>
              </a:ext>
            </a:extLst>
          </p:cNvPr>
          <p:cNvPicPr>
            <a:picLocks noChangeAspect="1"/>
          </p:cNvPicPr>
          <p:nvPr/>
        </p:nvPicPr>
        <p:blipFill>
          <a:blip r:embed="rId3"/>
          <a:srcRect l="27791" r="23805" b="-1"/>
          <a:stretch>
            <a:fillRect/>
          </a:stretch>
        </p:blipFill>
        <p:spPr>
          <a:xfrm>
            <a:off x="3" y="10"/>
            <a:ext cx="4973099" cy="6857991"/>
          </a:xfrm>
          <a:custGeom>
            <a:avLst/>
            <a:gdLst/>
            <a:ahLst/>
            <a:cxnLst/>
            <a:rect l="l" t="t" r="r" b="b"/>
            <a:pathLst>
              <a:path w="4973099" h="6858001">
                <a:moveTo>
                  <a:pt x="3628384" y="0"/>
                </a:moveTo>
                <a:lnTo>
                  <a:pt x="4971922" y="0"/>
                </a:lnTo>
                <a:lnTo>
                  <a:pt x="4946877" y="155677"/>
                </a:lnTo>
                <a:lnTo>
                  <a:pt x="4923008" y="310668"/>
                </a:lnTo>
                <a:lnTo>
                  <a:pt x="4899644" y="466344"/>
                </a:lnTo>
                <a:lnTo>
                  <a:pt x="4879641" y="622707"/>
                </a:lnTo>
                <a:lnTo>
                  <a:pt x="4859470" y="778383"/>
                </a:lnTo>
                <a:lnTo>
                  <a:pt x="4840644" y="934746"/>
                </a:lnTo>
                <a:lnTo>
                  <a:pt x="4824508" y="1089051"/>
                </a:lnTo>
                <a:lnTo>
                  <a:pt x="4809212" y="1245413"/>
                </a:lnTo>
                <a:lnTo>
                  <a:pt x="4795260" y="1401090"/>
                </a:lnTo>
                <a:lnTo>
                  <a:pt x="4783158" y="1554023"/>
                </a:lnTo>
                <a:lnTo>
                  <a:pt x="4771055" y="1709014"/>
                </a:lnTo>
                <a:lnTo>
                  <a:pt x="4760970" y="1861947"/>
                </a:lnTo>
                <a:lnTo>
                  <a:pt x="4753070" y="2014881"/>
                </a:lnTo>
                <a:lnTo>
                  <a:pt x="4744833" y="2167128"/>
                </a:lnTo>
                <a:lnTo>
                  <a:pt x="4737942" y="2318004"/>
                </a:lnTo>
                <a:lnTo>
                  <a:pt x="4733067" y="2467509"/>
                </a:lnTo>
                <a:lnTo>
                  <a:pt x="4728865" y="2617013"/>
                </a:lnTo>
                <a:lnTo>
                  <a:pt x="4724831" y="2765146"/>
                </a:lnTo>
                <a:lnTo>
                  <a:pt x="4722982" y="2911221"/>
                </a:lnTo>
                <a:lnTo>
                  <a:pt x="4720965" y="3057297"/>
                </a:lnTo>
                <a:lnTo>
                  <a:pt x="4719956" y="3201315"/>
                </a:lnTo>
                <a:lnTo>
                  <a:pt x="4720965" y="3343961"/>
                </a:lnTo>
                <a:lnTo>
                  <a:pt x="4720965" y="3485236"/>
                </a:lnTo>
                <a:lnTo>
                  <a:pt x="4722982" y="3625139"/>
                </a:lnTo>
                <a:lnTo>
                  <a:pt x="4726007" y="3762299"/>
                </a:lnTo>
                <a:lnTo>
                  <a:pt x="4728865" y="3898087"/>
                </a:lnTo>
                <a:lnTo>
                  <a:pt x="4732059" y="4031133"/>
                </a:lnTo>
                <a:lnTo>
                  <a:pt x="4736933" y="4163492"/>
                </a:lnTo>
                <a:lnTo>
                  <a:pt x="4742144" y="4293793"/>
                </a:lnTo>
                <a:lnTo>
                  <a:pt x="4746850" y="4421352"/>
                </a:lnTo>
                <a:lnTo>
                  <a:pt x="4760130" y="4670298"/>
                </a:lnTo>
                <a:lnTo>
                  <a:pt x="4774249" y="4908956"/>
                </a:lnTo>
                <a:lnTo>
                  <a:pt x="4789041" y="5138013"/>
                </a:lnTo>
                <a:lnTo>
                  <a:pt x="4805346" y="5354726"/>
                </a:lnTo>
                <a:lnTo>
                  <a:pt x="4822323" y="5561838"/>
                </a:lnTo>
                <a:lnTo>
                  <a:pt x="4840644" y="5753862"/>
                </a:lnTo>
                <a:lnTo>
                  <a:pt x="4858630" y="5934227"/>
                </a:lnTo>
                <a:lnTo>
                  <a:pt x="4876615" y="6100191"/>
                </a:lnTo>
                <a:lnTo>
                  <a:pt x="4893592" y="6252438"/>
                </a:lnTo>
                <a:lnTo>
                  <a:pt x="4909729" y="6387541"/>
                </a:lnTo>
                <a:lnTo>
                  <a:pt x="4925025" y="6509613"/>
                </a:lnTo>
                <a:lnTo>
                  <a:pt x="4937800" y="6612483"/>
                </a:lnTo>
                <a:lnTo>
                  <a:pt x="4949902" y="6698894"/>
                </a:lnTo>
                <a:lnTo>
                  <a:pt x="4967216" y="6817538"/>
                </a:lnTo>
                <a:lnTo>
                  <a:pt x="4973099" y="6858000"/>
                </a:lnTo>
                <a:lnTo>
                  <a:pt x="4075210" y="6858000"/>
                </a:lnTo>
                <a:lnTo>
                  <a:pt x="4075210" y="6858001"/>
                </a:lnTo>
                <a:lnTo>
                  <a:pt x="0" y="6858001"/>
                </a:lnTo>
                <a:lnTo>
                  <a:pt x="0" y="1"/>
                </a:lnTo>
                <a:lnTo>
                  <a:pt x="3628384" y="1"/>
                </a:lnTo>
                <a:close/>
              </a:path>
            </a:pathLst>
          </a:custGeom>
        </p:spPr>
      </p:pic>
      <p:sp>
        <p:nvSpPr>
          <p:cNvPr id="3" name="TextBox 2">
            <a:extLst>
              <a:ext uri="{FF2B5EF4-FFF2-40B4-BE49-F238E27FC236}">
                <a16:creationId xmlns:a16="http://schemas.microsoft.com/office/drawing/2014/main" id="{9E602657-74C8-D22E-9562-2403A8AECDC2}"/>
              </a:ext>
            </a:extLst>
          </p:cNvPr>
          <p:cNvSpPr txBox="1"/>
          <p:nvPr/>
        </p:nvSpPr>
        <p:spPr>
          <a:xfrm>
            <a:off x="5626480" y="2286000"/>
            <a:ext cx="6349250" cy="4191000"/>
          </a:xfrm>
          <a:prstGeom prst="rect">
            <a:avLst/>
          </a:prstGeom>
        </p:spPr>
        <p:txBody>
          <a:bodyPr vert="horz" lIns="91440" tIns="45720" rIns="91440" bIns="45720" rtlCol="0">
            <a:normAutofit/>
          </a:bodyPr>
          <a:lstStyle/>
          <a:p>
            <a:pPr defTabSz="457200">
              <a:spcBef>
                <a:spcPts val="1000"/>
              </a:spcBef>
              <a:buClr>
                <a:schemeClr val="bg2">
                  <a:lumMod val="40000"/>
                  <a:lumOff val="60000"/>
                </a:schemeClr>
              </a:buClr>
              <a:buSzPct val="80000"/>
            </a:pPr>
            <a:r>
              <a:rPr lang="en-US" sz="2000" dirty="0">
                <a:latin typeface="+mj-lt"/>
                <a:ea typeface="+mj-ea"/>
                <a:cs typeface="+mj-cs"/>
              </a:rPr>
              <a:t>Framework linking:</a:t>
            </a:r>
          </a:p>
          <a:p>
            <a:pPr marL="742950" lvl="1" indent="-285750" defTabSz="457200">
              <a:spcBef>
                <a:spcPts val="1000"/>
              </a:spcBef>
              <a:buClr>
                <a:schemeClr val="bg2">
                  <a:lumMod val="40000"/>
                  <a:lumOff val="60000"/>
                </a:schemeClr>
              </a:buClr>
              <a:buSzPct val="80000"/>
              <a:buFont typeface="Wingdings 3" charset="2"/>
              <a:buChar char=""/>
            </a:pPr>
            <a:r>
              <a:rPr lang="en-US" sz="2000" dirty="0">
                <a:latin typeface="+mj-lt"/>
                <a:ea typeface="+mj-ea"/>
                <a:cs typeface="+mj-cs"/>
              </a:rPr>
              <a:t>Sources of </a:t>
            </a:r>
            <a:r>
              <a:rPr lang="en-US" sz="2000" dirty="0" err="1">
                <a:latin typeface="+mj-lt"/>
                <a:ea typeface="+mj-ea"/>
                <a:cs typeface="+mj-cs"/>
              </a:rPr>
              <a:t>behaviour</a:t>
            </a:r>
            <a:r>
              <a:rPr lang="en-US" sz="2000" dirty="0">
                <a:latin typeface="+mj-lt"/>
                <a:ea typeface="+mj-ea"/>
                <a:cs typeface="+mj-cs"/>
              </a:rPr>
              <a:t> (COM-B)</a:t>
            </a:r>
          </a:p>
          <a:p>
            <a:pPr marL="742950" lvl="1" indent="-285750" defTabSz="457200">
              <a:spcBef>
                <a:spcPts val="1000"/>
              </a:spcBef>
              <a:buClr>
                <a:schemeClr val="bg2">
                  <a:lumMod val="40000"/>
                  <a:lumOff val="60000"/>
                </a:schemeClr>
              </a:buClr>
              <a:buSzPct val="80000"/>
              <a:buFont typeface="Wingdings 3" charset="2"/>
              <a:buChar char=""/>
            </a:pPr>
            <a:r>
              <a:rPr lang="en-US" sz="2000" dirty="0">
                <a:latin typeface="+mj-lt"/>
                <a:ea typeface="+mj-ea"/>
                <a:cs typeface="+mj-cs"/>
              </a:rPr>
              <a:t>Intervention functions (e.g., education, persuasion, training)</a:t>
            </a:r>
          </a:p>
          <a:p>
            <a:pPr marL="742950" lvl="1" indent="-285750" defTabSz="457200">
              <a:spcBef>
                <a:spcPts val="1000"/>
              </a:spcBef>
              <a:buClr>
                <a:schemeClr val="bg2">
                  <a:lumMod val="40000"/>
                  <a:lumOff val="60000"/>
                </a:schemeClr>
              </a:buClr>
              <a:buSzPct val="80000"/>
              <a:buFont typeface="Wingdings 3" charset="2"/>
              <a:buChar char=""/>
            </a:pPr>
            <a:r>
              <a:rPr lang="en-US" sz="2000" dirty="0">
                <a:latin typeface="+mj-lt"/>
                <a:ea typeface="+mj-ea"/>
                <a:cs typeface="+mj-cs"/>
              </a:rPr>
              <a:t>Policy categories (e.g., guidelines, regulation)</a:t>
            </a:r>
          </a:p>
          <a:p>
            <a:pPr defTabSz="457200">
              <a:spcBef>
                <a:spcPts val="1000"/>
              </a:spcBef>
              <a:buClr>
                <a:schemeClr val="bg2">
                  <a:lumMod val="40000"/>
                  <a:lumOff val="60000"/>
                </a:schemeClr>
              </a:buClr>
              <a:buSzPct val="80000"/>
            </a:pPr>
            <a:r>
              <a:rPr lang="en-US" sz="2000" dirty="0">
                <a:latin typeface="+mj-lt"/>
                <a:ea typeface="+mj-ea"/>
                <a:cs typeface="+mj-cs"/>
              </a:rPr>
              <a:t>Physiotherapists mainly work at intervention level.</a:t>
            </a:r>
          </a:p>
        </p:txBody>
      </p:sp>
      <p:sp>
        <p:nvSpPr>
          <p:cNvPr id="14" name="TextBox 13">
            <a:extLst>
              <a:ext uri="{FF2B5EF4-FFF2-40B4-BE49-F238E27FC236}">
                <a16:creationId xmlns:a16="http://schemas.microsoft.com/office/drawing/2014/main" id="{9DD623E7-345A-C7DA-526D-2978B72132F9}"/>
              </a:ext>
            </a:extLst>
          </p:cNvPr>
          <p:cNvSpPr txBox="1"/>
          <p:nvPr/>
        </p:nvSpPr>
        <p:spPr>
          <a:xfrm>
            <a:off x="5288012" y="1356731"/>
            <a:ext cx="6937376" cy="584775"/>
          </a:xfrm>
          <a:prstGeom prst="rect">
            <a:avLst/>
          </a:prstGeom>
          <a:noFill/>
        </p:spPr>
        <p:txBody>
          <a:bodyPr wrap="square">
            <a:spAutoFit/>
          </a:bodyPr>
          <a:lstStyle/>
          <a:p>
            <a:pPr defTabSz="457200">
              <a:spcBef>
                <a:spcPts val="1000"/>
              </a:spcBef>
              <a:buClr>
                <a:schemeClr val="bg2">
                  <a:lumMod val="40000"/>
                  <a:lumOff val="60000"/>
                </a:schemeClr>
              </a:buClr>
              <a:buSzPct val="80000"/>
            </a:pPr>
            <a:r>
              <a:rPr lang="en-US" sz="3200" b="1" dirty="0">
                <a:latin typeface="+mj-lt"/>
                <a:ea typeface="+mj-ea"/>
                <a:cs typeface="+mj-cs"/>
              </a:rPr>
              <a:t>The </a:t>
            </a:r>
            <a:r>
              <a:rPr lang="en-US" sz="3200" b="1" dirty="0" err="1">
                <a:latin typeface="+mj-lt"/>
                <a:ea typeface="+mj-ea"/>
                <a:cs typeface="+mj-cs"/>
              </a:rPr>
              <a:t>Behaviour</a:t>
            </a:r>
            <a:r>
              <a:rPr lang="en-US" sz="3200" b="1" dirty="0">
                <a:latin typeface="+mj-lt"/>
                <a:ea typeface="+mj-ea"/>
                <a:cs typeface="+mj-cs"/>
              </a:rPr>
              <a:t> Change Wheel</a:t>
            </a:r>
          </a:p>
        </p:txBody>
      </p:sp>
    </p:spTree>
    <p:extLst>
      <p:ext uri="{BB962C8B-B14F-4D97-AF65-F5344CB8AC3E}">
        <p14:creationId xmlns:p14="http://schemas.microsoft.com/office/powerpoint/2010/main" val="37135716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8" name="Picture 7" descr="A circular chart with different colored circles&#10;&#10;AI-generated content may be incorrect.">
            <a:extLst>
              <a:ext uri="{FF2B5EF4-FFF2-40B4-BE49-F238E27FC236}">
                <a16:creationId xmlns:a16="http://schemas.microsoft.com/office/drawing/2014/main" id="{10F23A57-5850-FD63-558B-17722609C35C}"/>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1417565" y="11885"/>
            <a:ext cx="9706047" cy="6818498"/>
          </a:xfrm>
          <a:prstGeom prst="rect">
            <a:avLst/>
          </a:prstGeom>
        </p:spPr>
      </p:pic>
    </p:spTree>
    <p:extLst>
      <p:ext uri="{BB962C8B-B14F-4D97-AF65-F5344CB8AC3E}">
        <p14:creationId xmlns:p14="http://schemas.microsoft.com/office/powerpoint/2010/main" val="3371532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1115DF5-AFBD-4F66-AE21-09484AD45C9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13" name="Picture 12">
            <a:extLst>
              <a:ext uri="{FF2B5EF4-FFF2-40B4-BE49-F238E27FC236}">
                <a16:creationId xmlns:a16="http://schemas.microsoft.com/office/drawing/2014/main" id="{33D1B7F8-74CC-4614-855A-84CC82628BE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5" name="Oval 14">
            <a:extLst>
              <a:ext uri="{FF2B5EF4-FFF2-40B4-BE49-F238E27FC236}">
                <a16:creationId xmlns:a16="http://schemas.microsoft.com/office/drawing/2014/main" id="{16BEC653-A047-40E7-A65C-5C7D3EDECC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17" name="Picture 16">
            <a:extLst>
              <a:ext uri="{FF2B5EF4-FFF2-40B4-BE49-F238E27FC236}">
                <a16:creationId xmlns:a16="http://schemas.microsoft.com/office/drawing/2014/main" id="{1CA27089-EF20-428F-BEFB-D680CC61A24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9" name="Picture 18">
            <a:extLst>
              <a:ext uri="{FF2B5EF4-FFF2-40B4-BE49-F238E27FC236}">
                <a16:creationId xmlns:a16="http://schemas.microsoft.com/office/drawing/2014/main" id="{1BFA68AB-4F1A-4721-A4D2-0C578829A0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21" name="Rectangle 20">
            <a:extLst>
              <a:ext uri="{FF2B5EF4-FFF2-40B4-BE49-F238E27FC236}">
                <a16:creationId xmlns:a16="http://schemas.microsoft.com/office/drawing/2014/main" id="{D43CBC87-A39A-44E4-9EE2-21CCD5CEDC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3" name="Rectangle 22">
            <a:extLst>
              <a:ext uri="{FF2B5EF4-FFF2-40B4-BE49-F238E27FC236}">
                <a16:creationId xmlns:a16="http://schemas.microsoft.com/office/drawing/2014/main" id="{81E3F4E1-B084-4FFF-9627-13782BE0B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584D754-2AE2-637C-A0EE-0F66DD529A5F}"/>
              </a:ext>
            </a:extLst>
          </p:cNvPr>
          <p:cNvSpPr txBox="1"/>
          <p:nvPr/>
        </p:nvSpPr>
        <p:spPr>
          <a:xfrm>
            <a:off x="643855" y="1447800"/>
            <a:ext cx="3108626" cy="4572000"/>
          </a:xfrm>
          <a:prstGeom prst="rect">
            <a:avLst/>
          </a:prstGeom>
        </p:spPr>
        <p:txBody>
          <a:bodyPr vert="horz" lIns="91440" tIns="45720" rIns="91440" bIns="45720" rtlCol="0" anchor="ctr">
            <a:normAutofit/>
          </a:bodyPr>
          <a:lstStyle/>
          <a:p>
            <a:pPr>
              <a:spcBef>
                <a:spcPct val="0"/>
              </a:spcBef>
              <a:spcAft>
                <a:spcPts val="600"/>
              </a:spcAft>
            </a:pPr>
            <a:r>
              <a:rPr lang="en-US" sz="4000" b="1" dirty="0">
                <a:solidFill>
                  <a:srgbClr val="EBEBEB"/>
                </a:solidFill>
                <a:latin typeface="Aptos" panose="020B0004020202020204" pitchFamily="34" charset="0"/>
                <a:ea typeface="+mj-ea"/>
                <a:cs typeface="+mj-cs"/>
              </a:rPr>
              <a:t>What Are </a:t>
            </a:r>
            <a:r>
              <a:rPr lang="en-US" sz="4000" b="1" dirty="0" err="1">
                <a:solidFill>
                  <a:srgbClr val="EBEBEB"/>
                </a:solidFill>
                <a:latin typeface="Aptos" panose="020B0004020202020204" pitchFamily="34" charset="0"/>
                <a:ea typeface="+mj-ea"/>
                <a:cs typeface="+mj-cs"/>
              </a:rPr>
              <a:t>Behaviour</a:t>
            </a:r>
            <a:r>
              <a:rPr lang="en-US" sz="4000" b="1" dirty="0">
                <a:solidFill>
                  <a:srgbClr val="EBEBEB"/>
                </a:solidFill>
                <a:latin typeface="Aptos" panose="020B0004020202020204" pitchFamily="34" charset="0"/>
                <a:ea typeface="+mj-ea"/>
                <a:cs typeface="+mj-cs"/>
              </a:rPr>
              <a:t> Change Techniques (BCTs)?</a:t>
            </a:r>
          </a:p>
        </p:txBody>
      </p:sp>
      <p:sp>
        <p:nvSpPr>
          <p:cNvPr id="25" name="Freeform: Shape 24">
            <a:extLst>
              <a:ext uri="{FF2B5EF4-FFF2-40B4-BE49-F238E27FC236}">
                <a16:creationId xmlns:a16="http://schemas.microsoft.com/office/drawing/2014/main" id="{1F8051AB-C2F8-461F-812A-3E58862141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61310" y="0"/>
            <a:ext cx="8030690" cy="6858000"/>
          </a:xfrm>
          <a:custGeom>
            <a:avLst/>
            <a:gdLst>
              <a:gd name="connsiteX0" fmla="*/ 1176 w 8030690"/>
              <a:gd name="connsiteY0" fmla="*/ 0 h 6858000"/>
              <a:gd name="connsiteX1" fmla="*/ 1344715 w 8030690"/>
              <a:gd name="connsiteY1" fmla="*/ 0 h 6858000"/>
              <a:gd name="connsiteX2" fmla="*/ 1344715 w 8030690"/>
              <a:gd name="connsiteY2" fmla="*/ 0 h 6858000"/>
              <a:gd name="connsiteX3" fmla="*/ 8030690 w 8030690"/>
              <a:gd name="connsiteY3" fmla="*/ 0 h 6858000"/>
              <a:gd name="connsiteX4" fmla="*/ 8030690 w 8030690"/>
              <a:gd name="connsiteY4" fmla="*/ 6858000 h 6858000"/>
              <a:gd name="connsiteX5" fmla="*/ 477746 w 8030690"/>
              <a:gd name="connsiteY5" fmla="*/ 6858000 h 6858000"/>
              <a:gd name="connsiteX6" fmla="*/ 477746 w 8030690"/>
              <a:gd name="connsiteY6" fmla="*/ 6858000 h 6858000"/>
              <a:gd name="connsiteX7" fmla="*/ 0 w 8030690"/>
              <a:gd name="connsiteY7" fmla="*/ 6858000 h 6858000"/>
              <a:gd name="connsiteX8" fmla="*/ 5883 w 8030690"/>
              <a:gd name="connsiteY8" fmla="*/ 6817538 h 6858000"/>
              <a:gd name="connsiteX9" fmla="*/ 23196 w 8030690"/>
              <a:gd name="connsiteY9" fmla="*/ 6698894 h 6858000"/>
              <a:gd name="connsiteX10" fmla="*/ 35298 w 8030690"/>
              <a:gd name="connsiteY10" fmla="*/ 6612483 h 6858000"/>
              <a:gd name="connsiteX11" fmla="*/ 48073 w 8030690"/>
              <a:gd name="connsiteY11" fmla="*/ 6509613 h 6858000"/>
              <a:gd name="connsiteX12" fmla="*/ 63369 w 8030690"/>
              <a:gd name="connsiteY12" fmla="*/ 6387541 h 6858000"/>
              <a:gd name="connsiteX13" fmla="*/ 79506 w 8030690"/>
              <a:gd name="connsiteY13" fmla="*/ 6252438 h 6858000"/>
              <a:gd name="connsiteX14" fmla="*/ 96483 w 8030690"/>
              <a:gd name="connsiteY14" fmla="*/ 6100191 h 6858000"/>
              <a:gd name="connsiteX15" fmla="*/ 114468 w 8030690"/>
              <a:gd name="connsiteY15" fmla="*/ 5934227 h 6858000"/>
              <a:gd name="connsiteX16" fmla="*/ 132454 w 8030690"/>
              <a:gd name="connsiteY16" fmla="*/ 5753862 h 6858000"/>
              <a:gd name="connsiteX17" fmla="*/ 150775 w 8030690"/>
              <a:gd name="connsiteY17" fmla="*/ 5561838 h 6858000"/>
              <a:gd name="connsiteX18" fmla="*/ 167752 w 8030690"/>
              <a:gd name="connsiteY18" fmla="*/ 5354726 h 6858000"/>
              <a:gd name="connsiteX19" fmla="*/ 184057 w 8030690"/>
              <a:gd name="connsiteY19" fmla="*/ 5138013 h 6858000"/>
              <a:gd name="connsiteX20" fmla="*/ 198849 w 8030690"/>
              <a:gd name="connsiteY20" fmla="*/ 4908956 h 6858000"/>
              <a:gd name="connsiteX21" fmla="*/ 212968 w 8030690"/>
              <a:gd name="connsiteY21" fmla="*/ 4670298 h 6858000"/>
              <a:gd name="connsiteX22" fmla="*/ 226248 w 8030690"/>
              <a:gd name="connsiteY22" fmla="*/ 4421352 h 6858000"/>
              <a:gd name="connsiteX23" fmla="*/ 230954 w 8030690"/>
              <a:gd name="connsiteY23" fmla="*/ 4293793 h 6858000"/>
              <a:gd name="connsiteX24" fmla="*/ 236165 w 8030690"/>
              <a:gd name="connsiteY24" fmla="*/ 4163491 h 6858000"/>
              <a:gd name="connsiteX25" fmla="*/ 241039 w 8030690"/>
              <a:gd name="connsiteY25" fmla="*/ 4031132 h 6858000"/>
              <a:gd name="connsiteX26" fmla="*/ 244233 w 8030690"/>
              <a:gd name="connsiteY26" fmla="*/ 3898087 h 6858000"/>
              <a:gd name="connsiteX27" fmla="*/ 247091 w 8030690"/>
              <a:gd name="connsiteY27" fmla="*/ 3762298 h 6858000"/>
              <a:gd name="connsiteX28" fmla="*/ 250116 w 8030690"/>
              <a:gd name="connsiteY28" fmla="*/ 3625138 h 6858000"/>
              <a:gd name="connsiteX29" fmla="*/ 252133 w 8030690"/>
              <a:gd name="connsiteY29" fmla="*/ 3485235 h 6858000"/>
              <a:gd name="connsiteX30" fmla="*/ 252133 w 8030690"/>
              <a:gd name="connsiteY30" fmla="*/ 3343960 h 6858000"/>
              <a:gd name="connsiteX31" fmla="*/ 253142 w 8030690"/>
              <a:gd name="connsiteY31" fmla="*/ 3201314 h 6858000"/>
              <a:gd name="connsiteX32" fmla="*/ 252133 w 8030690"/>
              <a:gd name="connsiteY32" fmla="*/ 3057296 h 6858000"/>
              <a:gd name="connsiteX33" fmla="*/ 250116 w 8030690"/>
              <a:gd name="connsiteY33" fmla="*/ 2911221 h 6858000"/>
              <a:gd name="connsiteX34" fmla="*/ 248267 w 8030690"/>
              <a:gd name="connsiteY34" fmla="*/ 2765145 h 6858000"/>
              <a:gd name="connsiteX35" fmla="*/ 244233 w 8030690"/>
              <a:gd name="connsiteY35" fmla="*/ 2617013 h 6858000"/>
              <a:gd name="connsiteX36" fmla="*/ 240031 w 8030690"/>
              <a:gd name="connsiteY36" fmla="*/ 2467508 h 6858000"/>
              <a:gd name="connsiteX37" fmla="*/ 235156 w 8030690"/>
              <a:gd name="connsiteY37" fmla="*/ 2318004 h 6858000"/>
              <a:gd name="connsiteX38" fmla="*/ 228265 w 8030690"/>
              <a:gd name="connsiteY38" fmla="*/ 2167128 h 6858000"/>
              <a:gd name="connsiteX39" fmla="*/ 220028 w 8030690"/>
              <a:gd name="connsiteY39" fmla="*/ 2014880 h 6858000"/>
              <a:gd name="connsiteX40" fmla="*/ 212128 w 8030690"/>
              <a:gd name="connsiteY40" fmla="*/ 1861947 h 6858000"/>
              <a:gd name="connsiteX41" fmla="*/ 202043 w 8030690"/>
              <a:gd name="connsiteY41" fmla="*/ 1709013 h 6858000"/>
              <a:gd name="connsiteX42" fmla="*/ 189940 w 8030690"/>
              <a:gd name="connsiteY42" fmla="*/ 1554023 h 6858000"/>
              <a:gd name="connsiteX43" fmla="*/ 177838 w 8030690"/>
              <a:gd name="connsiteY43" fmla="*/ 1401089 h 6858000"/>
              <a:gd name="connsiteX44" fmla="*/ 163886 w 8030690"/>
              <a:gd name="connsiteY44" fmla="*/ 1245413 h 6858000"/>
              <a:gd name="connsiteX45" fmla="*/ 148590 w 8030690"/>
              <a:gd name="connsiteY45" fmla="*/ 1089050 h 6858000"/>
              <a:gd name="connsiteX46" fmla="*/ 132454 w 8030690"/>
              <a:gd name="connsiteY46" fmla="*/ 934745 h 6858000"/>
              <a:gd name="connsiteX47" fmla="*/ 113628 w 8030690"/>
              <a:gd name="connsiteY47" fmla="*/ 778383 h 6858000"/>
              <a:gd name="connsiteX48" fmla="*/ 93457 w 8030690"/>
              <a:gd name="connsiteY48" fmla="*/ 622706 h 6858000"/>
              <a:gd name="connsiteX49" fmla="*/ 73454 w 8030690"/>
              <a:gd name="connsiteY49" fmla="*/ 466344 h 6858000"/>
              <a:gd name="connsiteX50" fmla="*/ 50090 w 8030690"/>
              <a:gd name="connsiteY50" fmla="*/ 310667 h 6858000"/>
              <a:gd name="connsiteX51" fmla="*/ 26222 w 8030690"/>
              <a:gd name="connsiteY51" fmla="*/ 155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030690" h="6858000">
                <a:moveTo>
                  <a:pt x="1176" y="0"/>
                </a:moveTo>
                <a:lnTo>
                  <a:pt x="1344715" y="0"/>
                </a:lnTo>
                <a:lnTo>
                  <a:pt x="1344715" y="0"/>
                </a:lnTo>
                <a:lnTo>
                  <a:pt x="8030690" y="0"/>
                </a:lnTo>
                <a:lnTo>
                  <a:pt x="8030690" y="6858000"/>
                </a:lnTo>
                <a:lnTo>
                  <a:pt x="477746" y="6858000"/>
                </a:lnTo>
                <a:lnTo>
                  <a:pt x="477746" y="6858000"/>
                </a:lnTo>
                <a:lnTo>
                  <a:pt x="0" y="6858000"/>
                </a:lnTo>
                <a:lnTo>
                  <a:pt x="5883" y="6817538"/>
                </a:lnTo>
                <a:lnTo>
                  <a:pt x="23196" y="6698894"/>
                </a:lnTo>
                <a:lnTo>
                  <a:pt x="35298" y="6612483"/>
                </a:lnTo>
                <a:lnTo>
                  <a:pt x="48073" y="6509613"/>
                </a:lnTo>
                <a:lnTo>
                  <a:pt x="63369" y="6387541"/>
                </a:lnTo>
                <a:lnTo>
                  <a:pt x="79506" y="6252438"/>
                </a:lnTo>
                <a:lnTo>
                  <a:pt x="96483" y="6100191"/>
                </a:lnTo>
                <a:lnTo>
                  <a:pt x="114468" y="5934227"/>
                </a:lnTo>
                <a:lnTo>
                  <a:pt x="132454" y="5753862"/>
                </a:lnTo>
                <a:lnTo>
                  <a:pt x="150775" y="5561838"/>
                </a:lnTo>
                <a:lnTo>
                  <a:pt x="167752" y="5354726"/>
                </a:lnTo>
                <a:lnTo>
                  <a:pt x="184057" y="5138013"/>
                </a:lnTo>
                <a:lnTo>
                  <a:pt x="198849" y="4908956"/>
                </a:lnTo>
                <a:lnTo>
                  <a:pt x="212968" y="4670298"/>
                </a:lnTo>
                <a:lnTo>
                  <a:pt x="226248" y="4421352"/>
                </a:lnTo>
                <a:lnTo>
                  <a:pt x="230954" y="4293793"/>
                </a:lnTo>
                <a:lnTo>
                  <a:pt x="236165" y="4163491"/>
                </a:lnTo>
                <a:lnTo>
                  <a:pt x="241039" y="4031132"/>
                </a:lnTo>
                <a:lnTo>
                  <a:pt x="244233" y="3898087"/>
                </a:lnTo>
                <a:lnTo>
                  <a:pt x="247091" y="3762298"/>
                </a:lnTo>
                <a:lnTo>
                  <a:pt x="250116" y="3625138"/>
                </a:lnTo>
                <a:lnTo>
                  <a:pt x="252133" y="3485235"/>
                </a:lnTo>
                <a:lnTo>
                  <a:pt x="252133" y="3343960"/>
                </a:lnTo>
                <a:lnTo>
                  <a:pt x="253142" y="3201314"/>
                </a:lnTo>
                <a:lnTo>
                  <a:pt x="252133" y="3057296"/>
                </a:lnTo>
                <a:lnTo>
                  <a:pt x="250116" y="2911221"/>
                </a:lnTo>
                <a:lnTo>
                  <a:pt x="248267" y="2765145"/>
                </a:lnTo>
                <a:lnTo>
                  <a:pt x="244233" y="2617013"/>
                </a:lnTo>
                <a:lnTo>
                  <a:pt x="240031" y="2467508"/>
                </a:lnTo>
                <a:lnTo>
                  <a:pt x="235156" y="2318004"/>
                </a:lnTo>
                <a:lnTo>
                  <a:pt x="228265" y="2167128"/>
                </a:lnTo>
                <a:lnTo>
                  <a:pt x="220028" y="2014880"/>
                </a:lnTo>
                <a:lnTo>
                  <a:pt x="212128" y="1861947"/>
                </a:lnTo>
                <a:lnTo>
                  <a:pt x="202043" y="1709013"/>
                </a:lnTo>
                <a:lnTo>
                  <a:pt x="189940" y="1554023"/>
                </a:lnTo>
                <a:lnTo>
                  <a:pt x="177838" y="1401089"/>
                </a:lnTo>
                <a:lnTo>
                  <a:pt x="163886" y="1245413"/>
                </a:lnTo>
                <a:lnTo>
                  <a:pt x="148590" y="1089050"/>
                </a:lnTo>
                <a:lnTo>
                  <a:pt x="132454" y="934745"/>
                </a:lnTo>
                <a:lnTo>
                  <a:pt x="113628" y="778383"/>
                </a:lnTo>
                <a:lnTo>
                  <a:pt x="93457" y="622706"/>
                </a:lnTo>
                <a:lnTo>
                  <a:pt x="73454" y="466344"/>
                </a:lnTo>
                <a:lnTo>
                  <a:pt x="50090" y="310667"/>
                </a:lnTo>
                <a:lnTo>
                  <a:pt x="26222" y="15567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Freeform 11">
            <a:extLst>
              <a:ext uri="{FF2B5EF4-FFF2-40B4-BE49-F238E27FC236}">
                <a16:creationId xmlns:a16="http://schemas.microsoft.com/office/drawing/2014/main" id="{481E0C28-CB2F-425F-98C5-AF23B9B70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p:nvSpPr>
          <p:cNvPr id="29" name="Rectangle 28">
            <a:extLst>
              <a:ext uri="{FF2B5EF4-FFF2-40B4-BE49-F238E27FC236}">
                <a16:creationId xmlns:a16="http://schemas.microsoft.com/office/drawing/2014/main" id="{2DB2879C-F0B1-4195-A323-E97B6065A7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graphicFrame>
        <p:nvGraphicFramePr>
          <p:cNvPr id="5" name="TextBox 2">
            <a:extLst>
              <a:ext uri="{FF2B5EF4-FFF2-40B4-BE49-F238E27FC236}">
                <a16:creationId xmlns:a16="http://schemas.microsoft.com/office/drawing/2014/main" id="{8B7F4FA4-8921-3482-95CE-1EE4226BDF96}"/>
              </a:ext>
            </a:extLst>
          </p:cNvPr>
          <p:cNvGraphicFramePr/>
          <p:nvPr>
            <p:extLst>
              <p:ext uri="{D42A27DB-BD31-4B8C-83A1-F6EECF244321}">
                <p14:modId xmlns:p14="http://schemas.microsoft.com/office/powerpoint/2010/main" val="126925226"/>
              </p:ext>
            </p:extLst>
          </p:nvPr>
        </p:nvGraphicFramePr>
        <p:xfrm>
          <a:off x="5048250" y="1447800"/>
          <a:ext cx="6496050" cy="45720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649515048"/>
      </p:ext>
    </p:extLst>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C9134821-5D8B-4373-BA74-CFE9AB35A55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27" name="Picture 26">
            <a:extLst>
              <a:ext uri="{FF2B5EF4-FFF2-40B4-BE49-F238E27FC236}">
                <a16:creationId xmlns:a16="http://schemas.microsoft.com/office/drawing/2014/main" id="{5965195F-79F5-4911-907D-13CB3F53435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29" name="Oval 28">
            <a:extLst>
              <a:ext uri="{FF2B5EF4-FFF2-40B4-BE49-F238E27FC236}">
                <a16:creationId xmlns:a16="http://schemas.microsoft.com/office/drawing/2014/main" id="{8A610DC7-FE1B-47B9-8452-CFC389786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31" name="Picture 30">
            <a:extLst>
              <a:ext uri="{FF2B5EF4-FFF2-40B4-BE49-F238E27FC236}">
                <a16:creationId xmlns:a16="http://schemas.microsoft.com/office/drawing/2014/main" id="{2742ADC1-2286-40B7-A3C6-D6C3362FA04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33" name="Picture 32">
            <a:extLst>
              <a:ext uri="{FF2B5EF4-FFF2-40B4-BE49-F238E27FC236}">
                <a16:creationId xmlns:a16="http://schemas.microsoft.com/office/drawing/2014/main" id="{C878FBDC-78F2-4D49-8DB3-1A48CA9F7FC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35" name="Rectangle 34">
            <a:extLst>
              <a:ext uri="{FF2B5EF4-FFF2-40B4-BE49-F238E27FC236}">
                <a16:creationId xmlns:a16="http://schemas.microsoft.com/office/drawing/2014/main" id="{DC9A0934-0C2C-4565-9290-A345B19BD9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 name="Rectangle 1">
            <a:extLst>
              <a:ext uri="{FF2B5EF4-FFF2-40B4-BE49-F238E27FC236}">
                <a16:creationId xmlns:a16="http://schemas.microsoft.com/office/drawing/2014/main" id="{EB11921C-3152-FF3F-1333-ABD1D497706B}"/>
              </a:ext>
            </a:extLst>
          </p:cNvPr>
          <p:cNvSpPr>
            <a:spLocks noChangeArrowheads="1"/>
          </p:cNvSpPr>
          <p:nvPr/>
        </p:nvSpPr>
        <p:spPr bwMode="auto">
          <a:xfrm>
            <a:off x="8672471" y="408254"/>
            <a:ext cx="3812375" cy="306650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b" anchorCtr="0" compatLnSpc="1">
            <a:prstTxWarp prst="textNoShape">
              <a:avLst/>
            </a:prstTxWarp>
            <a:normAutofit/>
          </a:bodyPr>
          <a:lstStyle/>
          <a:p>
            <a:pPr marL="0" marR="0" lvl="0" indent="0" fontAlgn="base">
              <a:lnSpc>
                <a:spcPct val="90000"/>
              </a:lnSpc>
              <a:spcBef>
                <a:spcPct val="0"/>
              </a:spcBef>
              <a:spcAft>
                <a:spcPts val="600"/>
              </a:spcAft>
              <a:buClrTx/>
              <a:buSzTx/>
              <a:tabLst/>
            </a:pPr>
            <a:r>
              <a:rPr kumimoji="0" lang="en-US" altLang="en-US" sz="3200" b="1" u="none" strike="noStrike" cap="none" normalizeH="0" baseline="0" dirty="0">
                <a:ln>
                  <a:noFill/>
                </a:ln>
                <a:solidFill>
                  <a:schemeClr val="tx2"/>
                </a:solidFill>
                <a:effectLst/>
                <a:latin typeface="Aptos" panose="020B0004020202020204" pitchFamily="34" charset="0"/>
                <a:ea typeface="+mj-ea"/>
                <a:cs typeface="+mj-cs"/>
              </a:rPr>
              <a:t>Examples of BCTs Relevant to Physiotherapy</a:t>
            </a:r>
          </a:p>
          <a:p>
            <a:pPr marL="0" marR="0" lvl="0" indent="0" fontAlgn="base">
              <a:lnSpc>
                <a:spcPct val="90000"/>
              </a:lnSpc>
              <a:spcBef>
                <a:spcPct val="0"/>
              </a:spcBef>
              <a:spcAft>
                <a:spcPts val="600"/>
              </a:spcAft>
              <a:buClrTx/>
              <a:buSzTx/>
              <a:tabLst/>
            </a:pPr>
            <a:endParaRPr kumimoji="0" lang="en-US" altLang="en-US" sz="3200" b="1" u="none" strike="noStrike" cap="none" normalizeH="0" baseline="0" dirty="0">
              <a:ln>
                <a:noFill/>
              </a:ln>
              <a:solidFill>
                <a:schemeClr val="tx2"/>
              </a:solidFill>
              <a:effectLst/>
              <a:latin typeface="Aptos" panose="020B0004020202020204" pitchFamily="34" charset="0"/>
              <a:ea typeface="+mj-ea"/>
              <a:cs typeface="+mj-cs"/>
            </a:endParaRPr>
          </a:p>
        </p:txBody>
      </p:sp>
      <p:sp>
        <p:nvSpPr>
          <p:cNvPr id="37" name="Rectangle 36">
            <a:extLst>
              <a:ext uri="{FF2B5EF4-FFF2-40B4-BE49-F238E27FC236}">
                <a16:creationId xmlns:a16="http://schemas.microsoft.com/office/drawing/2014/main" id="{A8A41FDE-DCFF-432F-BE1C-B36B647F6B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6914" y="639905"/>
            <a:ext cx="6915664" cy="55781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e 1">
            <a:extLst>
              <a:ext uri="{FF2B5EF4-FFF2-40B4-BE49-F238E27FC236}">
                <a16:creationId xmlns:a16="http://schemas.microsoft.com/office/drawing/2014/main" id="{A458EC97-3CD8-0371-C93B-F00D2F0676AE}"/>
              </a:ext>
            </a:extLst>
          </p:cNvPr>
          <p:cNvGraphicFramePr>
            <a:graphicFrameLocks noGrp="1"/>
          </p:cNvGraphicFramePr>
          <p:nvPr>
            <p:extLst>
              <p:ext uri="{D42A27DB-BD31-4B8C-83A1-F6EECF244321}">
                <p14:modId xmlns:p14="http://schemas.microsoft.com/office/powerpoint/2010/main" val="603062787"/>
              </p:ext>
            </p:extLst>
          </p:nvPr>
        </p:nvGraphicFramePr>
        <p:xfrm>
          <a:off x="384561" y="287579"/>
          <a:ext cx="7870404" cy="6374364"/>
        </p:xfrm>
        <a:graphic>
          <a:graphicData uri="http://schemas.openxmlformats.org/drawingml/2006/table">
            <a:tbl>
              <a:tblPr>
                <a:tableStyleId>{5C22544A-7EE6-4342-B048-85BDC9FD1C3A}</a:tableStyleId>
              </a:tblPr>
              <a:tblGrid>
                <a:gridCol w="2462875">
                  <a:extLst>
                    <a:ext uri="{9D8B030D-6E8A-4147-A177-3AD203B41FA5}">
                      <a16:colId xmlns:a16="http://schemas.microsoft.com/office/drawing/2014/main" val="582108870"/>
                    </a:ext>
                  </a:extLst>
                </a:gridCol>
                <a:gridCol w="2599156">
                  <a:extLst>
                    <a:ext uri="{9D8B030D-6E8A-4147-A177-3AD203B41FA5}">
                      <a16:colId xmlns:a16="http://schemas.microsoft.com/office/drawing/2014/main" val="3095669052"/>
                    </a:ext>
                  </a:extLst>
                </a:gridCol>
                <a:gridCol w="2808373">
                  <a:extLst>
                    <a:ext uri="{9D8B030D-6E8A-4147-A177-3AD203B41FA5}">
                      <a16:colId xmlns:a16="http://schemas.microsoft.com/office/drawing/2014/main" val="3989984189"/>
                    </a:ext>
                  </a:extLst>
                </a:gridCol>
              </a:tblGrid>
              <a:tr h="511272">
                <a:tc>
                  <a:txBody>
                    <a:bodyPr/>
                    <a:lstStyle/>
                    <a:p>
                      <a:pPr>
                        <a:buNone/>
                      </a:pPr>
                      <a:r>
                        <a:rPr lang="en-GB" sz="2400" b="1">
                          <a:latin typeface="Aptos" panose="020B0004020202020204" pitchFamily="34" charset="0"/>
                        </a:rPr>
                        <a:t>Category</a:t>
                      </a:r>
                      <a:endParaRPr lang="en-GB" sz="2400">
                        <a:latin typeface="Aptos" panose="020B0004020202020204" pitchFamily="34" charset="0"/>
                      </a:endParaRPr>
                    </a:p>
                  </a:txBody>
                  <a:tcPr marL="79528" marR="79528" marT="39764" marB="39764" anchor="ctr"/>
                </a:tc>
                <a:tc>
                  <a:txBody>
                    <a:bodyPr/>
                    <a:lstStyle/>
                    <a:p>
                      <a:pPr>
                        <a:buNone/>
                      </a:pPr>
                      <a:r>
                        <a:rPr lang="en-GB" sz="2400" b="1">
                          <a:latin typeface="Aptos" panose="020B0004020202020204" pitchFamily="34" charset="0"/>
                        </a:rPr>
                        <a:t>Example BCT</a:t>
                      </a:r>
                      <a:endParaRPr lang="en-GB" sz="2400">
                        <a:latin typeface="Aptos" panose="020B0004020202020204" pitchFamily="34" charset="0"/>
                      </a:endParaRPr>
                    </a:p>
                  </a:txBody>
                  <a:tcPr marL="79528" marR="79528" marT="39764" marB="39764" anchor="ctr"/>
                </a:tc>
                <a:tc>
                  <a:txBody>
                    <a:bodyPr/>
                    <a:lstStyle/>
                    <a:p>
                      <a:pPr>
                        <a:buNone/>
                      </a:pPr>
                      <a:r>
                        <a:rPr lang="en-GB" sz="2400" b="1">
                          <a:latin typeface="Aptos" panose="020B0004020202020204" pitchFamily="34" charset="0"/>
                        </a:rPr>
                        <a:t>Physio Example</a:t>
                      </a:r>
                      <a:endParaRPr lang="en-GB" sz="2400">
                        <a:latin typeface="Aptos" panose="020B0004020202020204" pitchFamily="34" charset="0"/>
                      </a:endParaRPr>
                    </a:p>
                  </a:txBody>
                  <a:tcPr marL="79528" marR="79528" marT="39764" marB="39764" anchor="ctr"/>
                </a:tc>
                <a:extLst>
                  <a:ext uri="{0D108BD9-81ED-4DB2-BD59-A6C34878D82A}">
                    <a16:rowId xmlns:a16="http://schemas.microsoft.com/office/drawing/2014/main" val="2470404706"/>
                  </a:ext>
                </a:extLst>
              </a:tr>
              <a:tr h="867798">
                <a:tc>
                  <a:txBody>
                    <a:bodyPr/>
                    <a:lstStyle/>
                    <a:p>
                      <a:pPr>
                        <a:buNone/>
                      </a:pPr>
                      <a:r>
                        <a:rPr lang="en-GB" sz="2400">
                          <a:latin typeface="Aptos" panose="020B0004020202020204" pitchFamily="34" charset="0"/>
                        </a:rPr>
                        <a:t>Goal Setting</a:t>
                      </a:r>
                    </a:p>
                  </a:txBody>
                  <a:tcPr marL="79528" marR="79528" marT="39764" marB="39764" anchor="ctr"/>
                </a:tc>
                <a:tc>
                  <a:txBody>
                    <a:bodyPr/>
                    <a:lstStyle/>
                    <a:p>
                      <a:pPr>
                        <a:buNone/>
                      </a:pPr>
                      <a:r>
                        <a:rPr lang="en-GB" sz="2400">
                          <a:latin typeface="Aptos" panose="020B0004020202020204" pitchFamily="34" charset="0"/>
                        </a:rPr>
                        <a:t>Set exercise goal</a:t>
                      </a:r>
                    </a:p>
                  </a:txBody>
                  <a:tcPr marL="79528" marR="79528" marT="39764" marB="39764" anchor="ctr"/>
                </a:tc>
                <a:tc>
                  <a:txBody>
                    <a:bodyPr/>
                    <a:lstStyle/>
                    <a:p>
                      <a:pPr>
                        <a:buNone/>
                      </a:pPr>
                      <a:r>
                        <a:rPr lang="en-GB" sz="2400">
                          <a:latin typeface="Aptos" panose="020B0004020202020204" pitchFamily="34" charset="0"/>
                        </a:rPr>
                        <a:t>“Do 3 sets of 10 reps daily”</a:t>
                      </a:r>
                    </a:p>
                  </a:txBody>
                  <a:tcPr marL="79528" marR="79528" marT="39764" marB="39764" anchor="ctr"/>
                </a:tc>
                <a:extLst>
                  <a:ext uri="{0D108BD9-81ED-4DB2-BD59-A6C34878D82A}">
                    <a16:rowId xmlns:a16="http://schemas.microsoft.com/office/drawing/2014/main" val="4205464277"/>
                  </a:ext>
                </a:extLst>
              </a:tr>
              <a:tr h="805733">
                <a:tc>
                  <a:txBody>
                    <a:bodyPr/>
                    <a:lstStyle/>
                    <a:p>
                      <a:pPr>
                        <a:buNone/>
                      </a:pPr>
                      <a:r>
                        <a:rPr lang="en-GB" sz="2400">
                          <a:latin typeface="Aptos" panose="020B0004020202020204" pitchFamily="34" charset="0"/>
                        </a:rPr>
                        <a:t>Self-Monitoring</a:t>
                      </a:r>
                    </a:p>
                  </a:txBody>
                  <a:tcPr marL="79528" marR="79528" marT="39764" marB="39764" anchor="ctr"/>
                </a:tc>
                <a:tc>
                  <a:txBody>
                    <a:bodyPr/>
                    <a:lstStyle/>
                    <a:p>
                      <a:pPr>
                        <a:buNone/>
                      </a:pPr>
                      <a:r>
                        <a:rPr lang="en-GB" sz="2400">
                          <a:latin typeface="Aptos" panose="020B0004020202020204" pitchFamily="34" charset="0"/>
                        </a:rPr>
                        <a:t>Record exercises</a:t>
                      </a:r>
                    </a:p>
                  </a:txBody>
                  <a:tcPr marL="79528" marR="79528" marT="39764" marB="39764" anchor="ctr"/>
                </a:tc>
                <a:tc>
                  <a:txBody>
                    <a:bodyPr/>
                    <a:lstStyle/>
                    <a:p>
                      <a:pPr>
                        <a:buNone/>
                      </a:pPr>
                      <a:r>
                        <a:rPr lang="en-GB" sz="2400">
                          <a:latin typeface="Aptos" panose="020B0004020202020204" pitchFamily="34" charset="0"/>
                        </a:rPr>
                        <a:t>Exercise diary or app</a:t>
                      </a:r>
                    </a:p>
                  </a:txBody>
                  <a:tcPr marL="79528" marR="79528" marT="39764" marB="39764" anchor="ctr"/>
                </a:tc>
                <a:extLst>
                  <a:ext uri="{0D108BD9-81ED-4DB2-BD59-A6C34878D82A}">
                    <a16:rowId xmlns:a16="http://schemas.microsoft.com/office/drawing/2014/main" val="4070130637"/>
                  </a:ext>
                </a:extLst>
              </a:tr>
              <a:tr h="1224325">
                <a:tc>
                  <a:txBody>
                    <a:bodyPr/>
                    <a:lstStyle/>
                    <a:p>
                      <a:pPr>
                        <a:buNone/>
                      </a:pPr>
                      <a:r>
                        <a:rPr lang="en-GB" sz="2400" dirty="0">
                          <a:latin typeface="Aptos" panose="020B0004020202020204" pitchFamily="34" charset="0"/>
                        </a:rPr>
                        <a:t>Feedback</a:t>
                      </a:r>
                    </a:p>
                  </a:txBody>
                  <a:tcPr marL="79528" marR="79528" marT="39764" marB="39764" anchor="ctr"/>
                </a:tc>
                <a:tc>
                  <a:txBody>
                    <a:bodyPr/>
                    <a:lstStyle/>
                    <a:p>
                      <a:pPr>
                        <a:buNone/>
                      </a:pPr>
                      <a:r>
                        <a:rPr lang="en-GB" sz="2400">
                          <a:latin typeface="Aptos" panose="020B0004020202020204" pitchFamily="34" charset="0"/>
                        </a:rPr>
                        <a:t>Give positive feedback</a:t>
                      </a:r>
                    </a:p>
                  </a:txBody>
                  <a:tcPr marL="79528" marR="79528" marT="39764" marB="39764" anchor="ctr"/>
                </a:tc>
                <a:tc>
                  <a:txBody>
                    <a:bodyPr/>
                    <a:lstStyle/>
                    <a:p>
                      <a:pPr>
                        <a:buNone/>
                      </a:pPr>
                      <a:r>
                        <a:rPr lang="en-GB" sz="2400">
                          <a:latin typeface="Aptos" panose="020B0004020202020204" pitchFamily="34" charset="0"/>
                        </a:rPr>
                        <a:t>“You’ve improved your balance since last week!”</a:t>
                      </a:r>
                    </a:p>
                  </a:txBody>
                  <a:tcPr marL="79528" marR="79528" marT="39764" marB="39764" anchor="ctr"/>
                </a:tc>
                <a:extLst>
                  <a:ext uri="{0D108BD9-81ED-4DB2-BD59-A6C34878D82A}">
                    <a16:rowId xmlns:a16="http://schemas.microsoft.com/office/drawing/2014/main" val="1079259776"/>
                  </a:ext>
                </a:extLst>
              </a:tr>
              <a:tr h="867798">
                <a:tc>
                  <a:txBody>
                    <a:bodyPr/>
                    <a:lstStyle/>
                    <a:p>
                      <a:pPr>
                        <a:buNone/>
                      </a:pPr>
                      <a:r>
                        <a:rPr lang="en-GB" sz="2400">
                          <a:latin typeface="Aptos" panose="020B0004020202020204" pitchFamily="34" charset="0"/>
                        </a:rPr>
                        <a:t>Instruction</a:t>
                      </a:r>
                    </a:p>
                  </a:txBody>
                  <a:tcPr marL="79528" marR="79528" marT="39764" marB="39764" anchor="ctr"/>
                </a:tc>
                <a:tc>
                  <a:txBody>
                    <a:bodyPr/>
                    <a:lstStyle/>
                    <a:p>
                      <a:pPr>
                        <a:buNone/>
                      </a:pPr>
                      <a:r>
                        <a:rPr lang="en-GB" sz="2400" dirty="0">
                          <a:latin typeface="Aptos" panose="020B0004020202020204" pitchFamily="34" charset="0"/>
                        </a:rPr>
                        <a:t>Demonstrate correct technique</a:t>
                      </a:r>
                    </a:p>
                  </a:txBody>
                  <a:tcPr marL="79528" marR="79528" marT="39764" marB="39764" anchor="ctr"/>
                </a:tc>
                <a:tc>
                  <a:txBody>
                    <a:bodyPr/>
                    <a:lstStyle/>
                    <a:p>
                      <a:pPr>
                        <a:buNone/>
                      </a:pPr>
                      <a:r>
                        <a:rPr lang="en-GB" sz="2400">
                          <a:latin typeface="Aptos" panose="020B0004020202020204" pitchFamily="34" charset="0"/>
                        </a:rPr>
                        <a:t>Model proper posture</a:t>
                      </a:r>
                    </a:p>
                  </a:txBody>
                  <a:tcPr marL="79528" marR="79528" marT="39764" marB="39764" anchor="ctr"/>
                </a:tc>
                <a:extLst>
                  <a:ext uri="{0D108BD9-81ED-4DB2-BD59-A6C34878D82A}">
                    <a16:rowId xmlns:a16="http://schemas.microsoft.com/office/drawing/2014/main" val="2049923448"/>
                  </a:ext>
                </a:extLst>
              </a:tr>
              <a:tr h="867798">
                <a:tc>
                  <a:txBody>
                    <a:bodyPr/>
                    <a:lstStyle/>
                    <a:p>
                      <a:pPr>
                        <a:buNone/>
                      </a:pPr>
                      <a:r>
                        <a:rPr lang="en-GB" sz="2400">
                          <a:latin typeface="Aptos" panose="020B0004020202020204" pitchFamily="34" charset="0"/>
                        </a:rPr>
                        <a:t>Social Support</a:t>
                      </a:r>
                    </a:p>
                  </a:txBody>
                  <a:tcPr marL="79528" marR="79528" marT="39764" marB="39764" anchor="ctr"/>
                </a:tc>
                <a:tc>
                  <a:txBody>
                    <a:bodyPr/>
                    <a:lstStyle/>
                    <a:p>
                      <a:pPr>
                        <a:buNone/>
                      </a:pPr>
                      <a:r>
                        <a:rPr lang="en-GB" sz="2400">
                          <a:latin typeface="Aptos" panose="020B0004020202020204" pitchFamily="34" charset="0"/>
                        </a:rPr>
                        <a:t>Involve family</a:t>
                      </a:r>
                    </a:p>
                  </a:txBody>
                  <a:tcPr marL="79528" marR="79528" marT="39764" marB="39764" anchor="ctr"/>
                </a:tc>
                <a:tc>
                  <a:txBody>
                    <a:bodyPr/>
                    <a:lstStyle/>
                    <a:p>
                      <a:pPr>
                        <a:buNone/>
                      </a:pPr>
                      <a:r>
                        <a:rPr lang="en-GB" sz="2400">
                          <a:latin typeface="Aptos" panose="020B0004020202020204" pitchFamily="34" charset="0"/>
                        </a:rPr>
                        <a:t>Spouse joins exercise</a:t>
                      </a:r>
                    </a:p>
                  </a:txBody>
                  <a:tcPr marL="79528" marR="79528" marT="39764" marB="39764" anchor="ctr"/>
                </a:tc>
                <a:extLst>
                  <a:ext uri="{0D108BD9-81ED-4DB2-BD59-A6C34878D82A}">
                    <a16:rowId xmlns:a16="http://schemas.microsoft.com/office/drawing/2014/main" val="560072427"/>
                  </a:ext>
                </a:extLst>
              </a:tr>
              <a:tr h="1224325">
                <a:tc>
                  <a:txBody>
                    <a:bodyPr/>
                    <a:lstStyle/>
                    <a:p>
                      <a:pPr>
                        <a:buNone/>
                      </a:pPr>
                      <a:r>
                        <a:rPr lang="en-GB" sz="2400">
                          <a:latin typeface="Aptos" panose="020B0004020202020204" pitchFamily="34" charset="0"/>
                        </a:rPr>
                        <a:t>Problem Solving</a:t>
                      </a:r>
                    </a:p>
                  </a:txBody>
                  <a:tcPr marL="79528" marR="79528" marT="39764" marB="39764" anchor="ctr"/>
                </a:tc>
                <a:tc>
                  <a:txBody>
                    <a:bodyPr/>
                    <a:lstStyle/>
                    <a:p>
                      <a:pPr>
                        <a:buNone/>
                      </a:pPr>
                      <a:r>
                        <a:rPr lang="en-GB" sz="2400">
                          <a:latin typeface="Aptos" panose="020B0004020202020204" pitchFamily="34" charset="0"/>
                        </a:rPr>
                        <a:t>Identify barriers</a:t>
                      </a:r>
                    </a:p>
                  </a:txBody>
                  <a:tcPr marL="79528" marR="79528" marT="39764" marB="39764" anchor="ctr"/>
                </a:tc>
                <a:tc>
                  <a:txBody>
                    <a:bodyPr/>
                    <a:lstStyle/>
                    <a:p>
                      <a:pPr>
                        <a:buNone/>
                      </a:pPr>
                      <a:r>
                        <a:rPr lang="en-GB" sz="2400" dirty="0">
                          <a:latin typeface="Aptos" panose="020B0004020202020204" pitchFamily="34" charset="0"/>
                        </a:rPr>
                        <a:t>“What gets in the way of your exercise routine?”</a:t>
                      </a:r>
                    </a:p>
                  </a:txBody>
                  <a:tcPr marL="79528" marR="79528" marT="39764" marB="39764" anchor="ctr"/>
                </a:tc>
                <a:extLst>
                  <a:ext uri="{0D108BD9-81ED-4DB2-BD59-A6C34878D82A}">
                    <a16:rowId xmlns:a16="http://schemas.microsoft.com/office/drawing/2014/main" val="313652236"/>
                  </a:ext>
                </a:extLst>
              </a:tr>
            </a:tbl>
          </a:graphicData>
        </a:graphic>
      </p:graphicFrame>
    </p:spTree>
    <p:extLst>
      <p:ext uri="{BB962C8B-B14F-4D97-AF65-F5344CB8AC3E}">
        <p14:creationId xmlns:p14="http://schemas.microsoft.com/office/powerpoint/2010/main" val="1315594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26E32CE1-D113-412E-9933-113646E21F5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15" name="Picture 14">
            <a:extLst>
              <a:ext uri="{FF2B5EF4-FFF2-40B4-BE49-F238E27FC236}">
                <a16:creationId xmlns:a16="http://schemas.microsoft.com/office/drawing/2014/main" id="{117B7C8B-175B-4009-808B-9F66FD108AB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7" name="Oval 16">
            <a:extLst>
              <a:ext uri="{FF2B5EF4-FFF2-40B4-BE49-F238E27FC236}">
                <a16:creationId xmlns:a16="http://schemas.microsoft.com/office/drawing/2014/main" id="{FE5ECD52-6A23-4FF4-8C32-7B5DE9973A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19" name="Picture 18">
            <a:extLst>
              <a:ext uri="{FF2B5EF4-FFF2-40B4-BE49-F238E27FC236}">
                <a16:creationId xmlns:a16="http://schemas.microsoft.com/office/drawing/2014/main" id="{5C3F2B96-5F34-41C9-8E37-A9CD279A427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21" name="Picture 20">
            <a:extLst>
              <a:ext uri="{FF2B5EF4-FFF2-40B4-BE49-F238E27FC236}">
                <a16:creationId xmlns:a16="http://schemas.microsoft.com/office/drawing/2014/main" id="{9A4E02BF-4F0E-44E2-A489-075900B786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23" name="Rectangle 22">
            <a:extLst>
              <a:ext uri="{FF2B5EF4-FFF2-40B4-BE49-F238E27FC236}">
                <a16:creationId xmlns:a16="http://schemas.microsoft.com/office/drawing/2014/main" id="{45624C63-3CCA-4EA6-B822-6E710A8206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8" name="TextBox 7">
            <a:extLst>
              <a:ext uri="{FF2B5EF4-FFF2-40B4-BE49-F238E27FC236}">
                <a16:creationId xmlns:a16="http://schemas.microsoft.com/office/drawing/2014/main" id="{58732AFE-690E-EAAC-4D22-A42C932B2029}"/>
              </a:ext>
            </a:extLst>
          </p:cNvPr>
          <p:cNvSpPr txBox="1"/>
          <p:nvPr/>
        </p:nvSpPr>
        <p:spPr>
          <a:xfrm>
            <a:off x="648930" y="629266"/>
            <a:ext cx="6297970" cy="1223983"/>
          </a:xfrm>
          <a:prstGeom prst="rect">
            <a:avLst/>
          </a:prstGeom>
        </p:spPr>
        <p:txBody>
          <a:bodyPr vert="horz" lIns="91440" tIns="45720" rIns="91440" bIns="45720" rtlCol="0" anchor="t">
            <a:normAutofit/>
          </a:bodyPr>
          <a:lstStyle/>
          <a:p>
            <a:pPr>
              <a:lnSpc>
                <a:spcPct val="90000"/>
              </a:lnSpc>
              <a:spcBef>
                <a:spcPct val="0"/>
              </a:spcBef>
              <a:spcAft>
                <a:spcPts val="600"/>
              </a:spcAft>
              <a:buClr>
                <a:schemeClr val="accent1"/>
              </a:buClr>
              <a:buSzPct val="80000"/>
            </a:pPr>
            <a:r>
              <a:rPr lang="en-US" sz="3900" dirty="0">
                <a:solidFill>
                  <a:schemeClr val="tx2"/>
                </a:solidFill>
                <a:latin typeface="Aptos" panose="020B0004020202020204" pitchFamily="34" charset="0"/>
                <a:ea typeface="+mj-ea"/>
                <a:cs typeface="+mj-cs"/>
              </a:rPr>
              <a:t>Why Are BCTs Important in Physiotherapy?</a:t>
            </a:r>
          </a:p>
        </p:txBody>
      </p:sp>
      <p:sp>
        <p:nvSpPr>
          <p:cNvPr id="3" name="TextBox 2">
            <a:extLst>
              <a:ext uri="{FF2B5EF4-FFF2-40B4-BE49-F238E27FC236}">
                <a16:creationId xmlns:a16="http://schemas.microsoft.com/office/drawing/2014/main" id="{EF9C3CFC-A702-EC86-AB3A-9D7B8459A1FD}"/>
              </a:ext>
            </a:extLst>
          </p:cNvPr>
          <p:cNvSpPr txBox="1"/>
          <p:nvPr/>
        </p:nvSpPr>
        <p:spPr>
          <a:xfrm>
            <a:off x="648457" y="2270420"/>
            <a:ext cx="6070563" cy="3319886"/>
          </a:xfrm>
          <a:prstGeom prst="rect">
            <a:avLst/>
          </a:prstGeom>
        </p:spPr>
        <p:txBody>
          <a:bodyPr vert="horz" lIns="91440" tIns="45720" rIns="91440" bIns="45720" rtlCol="0">
            <a:noAutofit/>
          </a:bodyPr>
          <a:lstStyle/>
          <a:p>
            <a:pPr>
              <a:spcBef>
                <a:spcPts val="1000"/>
              </a:spcBef>
              <a:buClr>
                <a:schemeClr val="accent1">
                  <a:lumMod val="60000"/>
                  <a:lumOff val="40000"/>
                </a:schemeClr>
              </a:buClr>
              <a:buSzPct val="80000"/>
              <a:buFont typeface="Wingdings 3" charset="2"/>
              <a:buChar char=""/>
            </a:pPr>
            <a:r>
              <a:rPr lang="en-US" sz="2400" dirty="0">
                <a:latin typeface="Aptos" panose="020B0004020202020204" pitchFamily="34" charset="0"/>
                <a:ea typeface="+mj-ea"/>
                <a:cs typeface="+mj-cs"/>
              </a:rPr>
              <a:t>Enhance adherence and motivation</a:t>
            </a:r>
          </a:p>
          <a:p>
            <a:pPr>
              <a:spcBef>
                <a:spcPts val="1000"/>
              </a:spcBef>
              <a:buClr>
                <a:schemeClr val="accent1">
                  <a:lumMod val="60000"/>
                  <a:lumOff val="40000"/>
                </a:schemeClr>
              </a:buClr>
              <a:buSzPct val="80000"/>
              <a:buFont typeface="Wingdings 3" charset="2"/>
              <a:buChar char=""/>
            </a:pPr>
            <a:r>
              <a:rPr lang="en-US" sz="2400" dirty="0">
                <a:latin typeface="Aptos" panose="020B0004020202020204" pitchFamily="34" charset="0"/>
                <a:ea typeface="+mj-ea"/>
                <a:cs typeface="+mj-cs"/>
              </a:rPr>
              <a:t>Improve self-efficacy and confidence</a:t>
            </a:r>
          </a:p>
          <a:p>
            <a:pPr>
              <a:spcBef>
                <a:spcPts val="1000"/>
              </a:spcBef>
              <a:buClr>
                <a:schemeClr val="accent1">
                  <a:lumMod val="60000"/>
                  <a:lumOff val="40000"/>
                </a:schemeClr>
              </a:buClr>
              <a:buSzPct val="80000"/>
              <a:buFont typeface="Wingdings 3" charset="2"/>
              <a:buChar char=""/>
            </a:pPr>
            <a:r>
              <a:rPr lang="en-US" sz="2400" dirty="0">
                <a:latin typeface="Aptos" panose="020B0004020202020204" pitchFamily="34" charset="0"/>
                <a:ea typeface="+mj-ea"/>
                <a:cs typeface="+mj-cs"/>
              </a:rPr>
              <a:t>Reduce drop-out and relapse</a:t>
            </a:r>
          </a:p>
          <a:p>
            <a:pPr>
              <a:spcBef>
                <a:spcPts val="1000"/>
              </a:spcBef>
              <a:buClr>
                <a:schemeClr val="accent1">
                  <a:lumMod val="60000"/>
                  <a:lumOff val="40000"/>
                </a:schemeClr>
              </a:buClr>
              <a:buSzPct val="80000"/>
              <a:buFont typeface="Wingdings 3" charset="2"/>
              <a:buChar char=""/>
            </a:pPr>
            <a:r>
              <a:rPr lang="en-US" sz="2400" dirty="0">
                <a:latin typeface="Aptos" panose="020B0004020202020204" pitchFamily="34" charset="0"/>
                <a:ea typeface="+mj-ea"/>
                <a:cs typeface="+mj-cs"/>
              </a:rPr>
              <a:t>Empower patients towards independence</a:t>
            </a:r>
          </a:p>
          <a:p>
            <a:pPr>
              <a:spcBef>
                <a:spcPts val="1000"/>
              </a:spcBef>
              <a:buClr>
                <a:schemeClr val="accent1">
                  <a:lumMod val="60000"/>
                  <a:lumOff val="40000"/>
                </a:schemeClr>
              </a:buClr>
              <a:buSzPct val="80000"/>
              <a:buFont typeface="Wingdings 3" charset="2"/>
              <a:buChar char=""/>
            </a:pPr>
            <a:r>
              <a:rPr lang="en-US" sz="2400" dirty="0">
                <a:latin typeface="Aptos" panose="020B0004020202020204" pitchFamily="34" charset="0"/>
                <a:ea typeface="+mj-ea"/>
                <a:cs typeface="+mj-cs"/>
              </a:rPr>
              <a:t>Supported by NICE guidelines and CSP recommendations</a:t>
            </a:r>
          </a:p>
        </p:txBody>
      </p:sp>
      <p:pic>
        <p:nvPicPr>
          <p:cNvPr id="5" name="Picture 4" descr="A person looking at another person's chest&#10;&#10;AI-generated content may be incorrect.">
            <a:extLst>
              <a:ext uri="{FF2B5EF4-FFF2-40B4-BE49-F238E27FC236}">
                <a16:creationId xmlns:a16="http://schemas.microsoft.com/office/drawing/2014/main" id="{48CD2A67-8916-56EF-0AD9-008480B1CF04}"/>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rcRect l="14971" r="11951" b="2"/>
          <a:stretch>
            <a:fillRect/>
          </a:stretch>
        </p:blipFill>
        <p:spPr>
          <a:xfrm>
            <a:off x="6946900" y="2052213"/>
            <a:ext cx="4596643" cy="3538093"/>
          </a:xfrm>
          <a:prstGeom prst="rect">
            <a:avLst/>
          </a:prstGeom>
          <a:effectLst>
            <a:outerShdw blurRad="50800" dist="38100" dir="5400000" algn="t" rotWithShape="0">
              <a:prstClr val="black">
                <a:alpha val="43000"/>
              </a:prstClr>
            </a:outerShdw>
          </a:effectLst>
        </p:spPr>
      </p:pic>
    </p:spTree>
    <p:extLst>
      <p:ext uri="{BB962C8B-B14F-4D97-AF65-F5344CB8AC3E}">
        <p14:creationId xmlns:p14="http://schemas.microsoft.com/office/powerpoint/2010/main" val="11175718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B1115DF5-AFBD-4F66-AE21-09484AD45C9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14" name="Picture 13">
            <a:extLst>
              <a:ext uri="{FF2B5EF4-FFF2-40B4-BE49-F238E27FC236}">
                <a16:creationId xmlns:a16="http://schemas.microsoft.com/office/drawing/2014/main" id="{33D1B7F8-74CC-4614-855A-84CC82628BE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a:extLst>
              <a:ext uri="{FF2B5EF4-FFF2-40B4-BE49-F238E27FC236}">
                <a16:creationId xmlns:a16="http://schemas.microsoft.com/office/drawing/2014/main" id="{16BEC653-A047-40E7-A65C-5C7D3EDECC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18" name="Picture 17">
            <a:extLst>
              <a:ext uri="{FF2B5EF4-FFF2-40B4-BE49-F238E27FC236}">
                <a16:creationId xmlns:a16="http://schemas.microsoft.com/office/drawing/2014/main" id="{1CA27089-EF20-428F-BEFB-D680CC61A24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20" name="Picture 19">
            <a:extLst>
              <a:ext uri="{FF2B5EF4-FFF2-40B4-BE49-F238E27FC236}">
                <a16:creationId xmlns:a16="http://schemas.microsoft.com/office/drawing/2014/main" id="{1BFA68AB-4F1A-4721-A4D2-0C578829A0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22" name="Rectangle 21">
            <a:extLst>
              <a:ext uri="{FF2B5EF4-FFF2-40B4-BE49-F238E27FC236}">
                <a16:creationId xmlns:a16="http://schemas.microsoft.com/office/drawing/2014/main" id="{D43CBC87-A39A-44E4-9EE2-21CCD5CEDC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4" name="Rectangle 23">
            <a:extLst>
              <a:ext uri="{FF2B5EF4-FFF2-40B4-BE49-F238E27FC236}">
                <a16:creationId xmlns:a16="http://schemas.microsoft.com/office/drawing/2014/main" id="{25482F9D-E110-434E-9B4F-41A3F5CB2A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6" name="Freeform 7">
            <a:extLst>
              <a:ext uri="{FF2B5EF4-FFF2-40B4-BE49-F238E27FC236}">
                <a16:creationId xmlns:a16="http://schemas.microsoft.com/office/drawing/2014/main" id="{5779FF2E-BB5C-4805-AAD5-275495A2B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5" name="TextBox 4">
            <a:extLst>
              <a:ext uri="{FF2B5EF4-FFF2-40B4-BE49-F238E27FC236}">
                <a16:creationId xmlns:a16="http://schemas.microsoft.com/office/drawing/2014/main" id="{2F376775-F378-BE65-18D1-1DF00DB31DCF}"/>
              </a:ext>
            </a:extLst>
          </p:cNvPr>
          <p:cNvSpPr txBox="1"/>
          <p:nvPr/>
        </p:nvSpPr>
        <p:spPr>
          <a:xfrm>
            <a:off x="648930" y="629267"/>
            <a:ext cx="9252154" cy="1016654"/>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300" b="1" dirty="0">
                <a:solidFill>
                  <a:srgbClr val="EBEBEB"/>
                </a:solidFill>
                <a:latin typeface="+mj-lt"/>
                <a:ea typeface="+mj-ea"/>
                <a:cs typeface="+mj-cs"/>
              </a:rPr>
              <a:t>How to Use BCTs in Practice (Step-by-Step)</a:t>
            </a:r>
          </a:p>
        </p:txBody>
      </p:sp>
      <p:sp>
        <p:nvSpPr>
          <p:cNvPr id="28" name="Rectangle 27">
            <a:extLst>
              <a:ext uri="{FF2B5EF4-FFF2-40B4-BE49-F238E27FC236}">
                <a16:creationId xmlns:a16="http://schemas.microsoft.com/office/drawing/2014/main" id="{6EB83258-50E7-4A51-8C48-ADA7CD7FCA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0" name="Freeform: Shape 29">
            <a:extLst>
              <a:ext uri="{FF2B5EF4-FFF2-40B4-BE49-F238E27FC236}">
                <a16:creationId xmlns:a16="http://schemas.microsoft.com/office/drawing/2014/main" id="{A4188960-1398-409C-BA5D-F87CCB7433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8"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txBody>
          <a:bodyPr/>
          <a:lstStyle/>
          <a:p>
            <a:endParaRPr lang="en-GB"/>
          </a:p>
        </p:txBody>
      </p:sp>
      <p:graphicFrame>
        <p:nvGraphicFramePr>
          <p:cNvPr id="7" name="TextBox 2">
            <a:extLst>
              <a:ext uri="{FF2B5EF4-FFF2-40B4-BE49-F238E27FC236}">
                <a16:creationId xmlns:a16="http://schemas.microsoft.com/office/drawing/2014/main" id="{5E71B6D9-B917-CC41-7E8F-8D9C94A3B3EF}"/>
              </a:ext>
            </a:extLst>
          </p:cNvPr>
          <p:cNvGraphicFramePr/>
          <p:nvPr>
            <p:extLst>
              <p:ext uri="{D42A27DB-BD31-4B8C-83A1-F6EECF244321}">
                <p14:modId xmlns:p14="http://schemas.microsoft.com/office/powerpoint/2010/main" val="4021974811"/>
              </p:ext>
            </p:extLst>
          </p:nvPr>
        </p:nvGraphicFramePr>
        <p:xfrm>
          <a:off x="648930" y="2810256"/>
          <a:ext cx="10895370" cy="3404277"/>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1422522655"/>
      </p:ext>
    </p:extLst>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9134821-5D8B-4373-BA74-CFE9AB35A55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13" name="Picture 12">
            <a:extLst>
              <a:ext uri="{FF2B5EF4-FFF2-40B4-BE49-F238E27FC236}">
                <a16:creationId xmlns:a16="http://schemas.microsoft.com/office/drawing/2014/main" id="{5965195F-79F5-4911-907D-13CB3F53435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5" name="Oval 14">
            <a:extLst>
              <a:ext uri="{FF2B5EF4-FFF2-40B4-BE49-F238E27FC236}">
                <a16:creationId xmlns:a16="http://schemas.microsoft.com/office/drawing/2014/main" id="{8A610DC7-FE1B-47B9-8452-CFC389786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17" name="Picture 16">
            <a:extLst>
              <a:ext uri="{FF2B5EF4-FFF2-40B4-BE49-F238E27FC236}">
                <a16:creationId xmlns:a16="http://schemas.microsoft.com/office/drawing/2014/main" id="{2742ADC1-2286-40B7-A3C6-D6C3362FA04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9" name="Picture 18">
            <a:extLst>
              <a:ext uri="{FF2B5EF4-FFF2-40B4-BE49-F238E27FC236}">
                <a16:creationId xmlns:a16="http://schemas.microsoft.com/office/drawing/2014/main" id="{C878FBDC-78F2-4D49-8DB3-1A48CA9F7FC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21" name="Rectangle 20">
            <a:extLst>
              <a:ext uri="{FF2B5EF4-FFF2-40B4-BE49-F238E27FC236}">
                <a16:creationId xmlns:a16="http://schemas.microsoft.com/office/drawing/2014/main" id="{DC9A0934-0C2C-4565-9290-A345B19BD9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3" name="Freeform 7">
            <a:extLst>
              <a:ext uri="{FF2B5EF4-FFF2-40B4-BE49-F238E27FC236}">
                <a16:creationId xmlns:a16="http://schemas.microsoft.com/office/drawing/2014/main" id="{119388EF-16AD-4007-9187-44574DDDE4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1">
              <a:alpha val="20000"/>
            </a:schemeClr>
          </a:solidFill>
          <a:ln>
            <a:noFill/>
          </a:ln>
        </p:spPr>
        <p:txBody>
          <a:bodyPr rtlCol="0" anchor="ctr"/>
          <a:lstStyle/>
          <a:p>
            <a:pPr algn="ctr"/>
            <a:endParaRPr lang="en-US">
              <a:solidFill>
                <a:schemeClr val="tx1"/>
              </a:solidFill>
            </a:endParaRPr>
          </a:p>
        </p:txBody>
      </p:sp>
      <p:sp>
        <p:nvSpPr>
          <p:cNvPr id="25" name="Rectangle 24">
            <a:extLst>
              <a:ext uri="{FF2B5EF4-FFF2-40B4-BE49-F238E27FC236}">
                <a16:creationId xmlns:a16="http://schemas.microsoft.com/office/drawing/2014/main" id="{2499B0BB-6CF4-4169-A017-72E2786874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924298"/>
            <a:ext cx="12192417" cy="293370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5">
            <a:extLst>
              <a:ext uri="{FF2B5EF4-FFF2-40B4-BE49-F238E27FC236}">
                <a16:creationId xmlns:a16="http://schemas.microsoft.com/office/drawing/2014/main" id="{814559DA-E155-4929-880D-F82FEEA742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1695" cy="2802467"/>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en-GB"/>
          </a:p>
        </p:txBody>
      </p:sp>
      <p:pic>
        <p:nvPicPr>
          <p:cNvPr id="5" name="Picture 4" descr="A chalkboard with a book and glasses&#10;&#10;AI-generated content may be incorrect.">
            <a:extLst>
              <a:ext uri="{FF2B5EF4-FFF2-40B4-BE49-F238E27FC236}">
                <a16:creationId xmlns:a16="http://schemas.microsoft.com/office/drawing/2014/main" id="{EAC16674-4D58-1AE7-6210-7C93735E208A}"/>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653484" y="2559810"/>
            <a:ext cx="4549327" cy="3036676"/>
          </a:xfrm>
          <a:prstGeom prst="rect">
            <a:avLst/>
          </a:prstGeom>
          <a:effectLst/>
        </p:spPr>
      </p:pic>
      <p:sp>
        <p:nvSpPr>
          <p:cNvPr id="3" name="TextBox 2">
            <a:extLst>
              <a:ext uri="{FF2B5EF4-FFF2-40B4-BE49-F238E27FC236}">
                <a16:creationId xmlns:a16="http://schemas.microsoft.com/office/drawing/2014/main" id="{6C3EB6B2-9003-EED6-3FD6-0A88CAB1E945}"/>
              </a:ext>
            </a:extLst>
          </p:cNvPr>
          <p:cNvSpPr txBox="1"/>
          <p:nvPr/>
        </p:nvSpPr>
        <p:spPr>
          <a:xfrm>
            <a:off x="5643206" y="2638392"/>
            <a:ext cx="6108095" cy="3810950"/>
          </a:xfrm>
          <a:prstGeom prst="rect">
            <a:avLst/>
          </a:prstGeom>
        </p:spPr>
        <p:txBody>
          <a:bodyPr vert="horz" lIns="91440" tIns="45720" rIns="91440" bIns="45720" rtlCol="0">
            <a:normAutofit/>
          </a:bodyPr>
          <a:lstStyle/>
          <a:p>
            <a:pPr>
              <a:spcBef>
                <a:spcPts val="1000"/>
              </a:spcBef>
              <a:buClr>
                <a:schemeClr val="accent1">
                  <a:lumMod val="60000"/>
                  <a:lumOff val="40000"/>
                </a:schemeClr>
              </a:buClr>
              <a:buSzPct val="80000"/>
            </a:pPr>
            <a:r>
              <a:rPr lang="en-US" sz="2400" b="1" dirty="0">
                <a:solidFill>
                  <a:schemeClr val="bg1"/>
                </a:solidFill>
                <a:latin typeface="Aptos" panose="020B0004020202020204" pitchFamily="34" charset="0"/>
                <a:ea typeface="+mj-ea"/>
                <a:cs typeface="+mj-cs"/>
              </a:rPr>
              <a:t>Case:</a:t>
            </a:r>
          </a:p>
          <a:p>
            <a:pPr>
              <a:spcBef>
                <a:spcPts val="1000"/>
              </a:spcBef>
              <a:buClr>
                <a:schemeClr val="accent1">
                  <a:lumMod val="60000"/>
                  <a:lumOff val="40000"/>
                </a:schemeClr>
              </a:buClr>
              <a:buSzPct val="80000"/>
            </a:pPr>
            <a:r>
              <a:rPr lang="en-US" sz="2000" b="1" dirty="0">
                <a:solidFill>
                  <a:schemeClr val="bg1"/>
                </a:solidFill>
                <a:latin typeface="Aptos" panose="020B0004020202020204" pitchFamily="34" charset="0"/>
                <a:ea typeface="+mj-ea"/>
                <a:cs typeface="+mj-cs"/>
              </a:rPr>
              <a:t>Patient with chronic knee pain avoids walking due to fear of pain.</a:t>
            </a:r>
          </a:p>
          <a:p>
            <a:pPr>
              <a:spcBef>
                <a:spcPts val="1000"/>
              </a:spcBef>
              <a:buClr>
                <a:schemeClr val="accent1">
                  <a:lumMod val="60000"/>
                  <a:lumOff val="40000"/>
                </a:schemeClr>
              </a:buClr>
              <a:buSzPct val="80000"/>
              <a:buFont typeface="Wingdings 3" charset="2"/>
              <a:buChar char=""/>
            </a:pPr>
            <a:r>
              <a:rPr lang="en-US" sz="2000" dirty="0">
                <a:solidFill>
                  <a:schemeClr val="bg1"/>
                </a:solidFill>
                <a:latin typeface="Aptos" panose="020B0004020202020204" pitchFamily="34" charset="0"/>
                <a:ea typeface="+mj-ea"/>
                <a:cs typeface="+mj-cs"/>
              </a:rPr>
              <a:t>Task for students (in pairs):</a:t>
            </a:r>
          </a:p>
          <a:p>
            <a:pPr>
              <a:spcBef>
                <a:spcPts val="1000"/>
              </a:spcBef>
              <a:buClr>
                <a:schemeClr val="accent1">
                  <a:lumMod val="60000"/>
                  <a:lumOff val="40000"/>
                </a:schemeClr>
              </a:buClr>
              <a:buSzPct val="80000"/>
              <a:buFont typeface="Wingdings 3" charset="2"/>
              <a:buChar char=""/>
            </a:pPr>
            <a:r>
              <a:rPr lang="en-US" sz="2000" dirty="0">
                <a:solidFill>
                  <a:schemeClr val="bg1"/>
                </a:solidFill>
                <a:latin typeface="Aptos" panose="020B0004020202020204" pitchFamily="34" charset="0"/>
                <a:ea typeface="+mj-ea"/>
                <a:cs typeface="+mj-cs"/>
              </a:rPr>
              <a:t>Identify COM-B factors limiting </a:t>
            </a:r>
            <a:r>
              <a:rPr lang="en-US" sz="2000" dirty="0" err="1">
                <a:solidFill>
                  <a:schemeClr val="bg1"/>
                </a:solidFill>
                <a:latin typeface="Aptos" panose="020B0004020202020204" pitchFamily="34" charset="0"/>
                <a:ea typeface="+mj-ea"/>
                <a:cs typeface="+mj-cs"/>
              </a:rPr>
              <a:t>behaviour</a:t>
            </a:r>
            <a:r>
              <a:rPr lang="en-US" sz="2000" dirty="0">
                <a:solidFill>
                  <a:schemeClr val="bg1"/>
                </a:solidFill>
                <a:latin typeface="Aptos" panose="020B0004020202020204" pitchFamily="34" charset="0"/>
                <a:ea typeface="+mj-ea"/>
                <a:cs typeface="+mj-cs"/>
              </a:rPr>
              <a:t>.</a:t>
            </a:r>
          </a:p>
          <a:p>
            <a:pPr>
              <a:spcBef>
                <a:spcPts val="1000"/>
              </a:spcBef>
              <a:buClr>
                <a:schemeClr val="accent1">
                  <a:lumMod val="60000"/>
                  <a:lumOff val="40000"/>
                </a:schemeClr>
              </a:buClr>
              <a:buSzPct val="80000"/>
              <a:buFont typeface="Wingdings 3" charset="2"/>
              <a:buChar char=""/>
            </a:pPr>
            <a:r>
              <a:rPr lang="en-US" sz="2000" dirty="0">
                <a:solidFill>
                  <a:schemeClr val="bg1"/>
                </a:solidFill>
                <a:latin typeface="Aptos" panose="020B0004020202020204" pitchFamily="34" charset="0"/>
                <a:ea typeface="+mj-ea"/>
                <a:cs typeface="+mj-cs"/>
              </a:rPr>
              <a:t>Choose 2–3 appropriate BCTs.</a:t>
            </a:r>
          </a:p>
          <a:p>
            <a:pPr>
              <a:spcBef>
                <a:spcPts val="1000"/>
              </a:spcBef>
              <a:buClr>
                <a:schemeClr val="accent1">
                  <a:lumMod val="60000"/>
                  <a:lumOff val="40000"/>
                </a:schemeClr>
              </a:buClr>
              <a:buSzPct val="80000"/>
              <a:buFont typeface="Wingdings 3" charset="2"/>
              <a:buChar char=""/>
            </a:pPr>
            <a:r>
              <a:rPr lang="en-US" sz="2000" dirty="0">
                <a:solidFill>
                  <a:schemeClr val="bg1"/>
                </a:solidFill>
                <a:latin typeface="Aptos" panose="020B0004020202020204" pitchFamily="34" charset="0"/>
                <a:ea typeface="+mj-ea"/>
                <a:cs typeface="+mj-cs"/>
              </a:rPr>
              <a:t>Plan how to apply them in clinical communication.</a:t>
            </a:r>
          </a:p>
        </p:txBody>
      </p:sp>
      <p:sp>
        <p:nvSpPr>
          <p:cNvPr id="6" name="TextBox 5">
            <a:extLst>
              <a:ext uri="{FF2B5EF4-FFF2-40B4-BE49-F238E27FC236}">
                <a16:creationId xmlns:a16="http://schemas.microsoft.com/office/drawing/2014/main" id="{B5C3BAAB-DDD3-2BB9-C731-F9312EDC4FCF}"/>
              </a:ext>
            </a:extLst>
          </p:cNvPr>
          <p:cNvSpPr txBox="1"/>
          <p:nvPr/>
        </p:nvSpPr>
        <p:spPr>
          <a:xfrm>
            <a:off x="3424570" y="5998715"/>
            <a:ext cx="2680541" cy="200055"/>
          </a:xfrm>
          <a:prstGeom prst="rect">
            <a:avLst/>
          </a:prstGeom>
          <a:solidFill>
            <a:srgbClr val="000000"/>
          </a:solidFill>
        </p:spPr>
        <p:txBody>
          <a:bodyPr wrap="none" rtlCol="0">
            <a:spAutoFit/>
          </a:bodyPr>
          <a:lstStyle/>
          <a:p>
            <a:pPr algn="r">
              <a:spcAft>
                <a:spcPts val="600"/>
              </a:spcAft>
            </a:pPr>
            <a:r>
              <a:rPr lang="en-GB" sz="700">
                <a:solidFill>
                  <a:srgbClr val="FFFFFF"/>
                </a:solidFill>
                <a:hlinkClick r:id="rId8" tooltip="https://www.picpedia.org/chalkboard/c/case-study.html">
                  <a:extLst>
                    <a:ext uri="{A12FA001-AC4F-418D-AE19-62706E023703}">
                      <ahyp:hlinkClr xmlns:ahyp="http://schemas.microsoft.com/office/drawing/2018/hyperlinkcolor" val="tx"/>
                    </a:ext>
                  </a:extLst>
                </a:hlinkClick>
              </a:rPr>
              <a:t>This Photo</a:t>
            </a:r>
            <a:r>
              <a:rPr lang="en-GB" sz="700">
                <a:solidFill>
                  <a:srgbClr val="FFFFFF"/>
                </a:solidFill>
              </a:rPr>
              <a:t> by Unknown Author is licensed under </a:t>
            </a:r>
            <a:r>
              <a:rPr lang="en-GB" sz="700">
                <a:solidFill>
                  <a:srgbClr val="FFFFFF"/>
                </a:solidFill>
                <a:hlinkClick r:id="rId9" tooltip="https://creativecommons.org/licenses/by-sa/3.0/">
                  <a:extLst>
                    <a:ext uri="{A12FA001-AC4F-418D-AE19-62706E023703}">
                      <ahyp:hlinkClr xmlns:ahyp="http://schemas.microsoft.com/office/drawing/2018/hyperlinkcolor" val="tx"/>
                    </a:ext>
                  </a:extLst>
                </a:hlinkClick>
              </a:rPr>
              <a:t>CC BY-SA</a:t>
            </a:r>
            <a:endParaRPr lang="en-GB" sz="700">
              <a:solidFill>
                <a:srgbClr val="FFFFFF"/>
              </a:solidFill>
            </a:endParaRPr>
          </a:p>
        </p:txBody>
      </p:sp>
      <p:sp>
        <p:nvSpPr>
          <p:cNvPr id="8" name="TextBox 7">
            <a:extLst>
              <a:ext uri="{FF2B5EF4-FFF2-40B4-BE49-F238E27FC236}">
                <a16:creationId xmlns:a16="http://schemas.microsoft.com/office/drawing/2014/main" id="{8635FBDE-6181-6BC4-6EC9-37070C6F69B8}"/>
              </a:ext>
            </a:extLst>
          </p:cNvPr>
          <p:cNvSpPr txBox="1"/>
          <p:nvPr/>
        </p:nvSpPr>
        <p:spPr>
          <a:xfrm>
            <a:off x="3124997" y="897069"/>
            <a:ext cx="8215312" cy="1200329"/>
          </a:xfrm>
          <a:prstGeom prst="rect">
            <a:avLst/>
          </a:prstGeom>
          <a:noFill/>
        </p:spPr>
        <p:txBody>
          <a:bodyPr wrap="square">
            <a:spAutoFit/>
          </a:bodyPr>
          <a:lstStyle/>
          <a:p>
            <a:pPr>
              <a:spcBef>
                <a:spcPts val="1000"/>
              </a:spcBef>
              <a:buClr>
                <a:schemeClr val="accent1">
                  <a:lumMod val="60000"/>
                  <a:lumOff val="40000"/>
                </a:schemeClr>
              </a:buClr>
              <a:buSzPct val="80000"/>
            </a:pPr>
            <a:r>
              <a:rPr lang="en-US" sz="3600" b="1" dirty="0">
                <a:latin typeface="Aptos" panose="020B0004020202020204" pitchFamily="34" charset="0"/>
                <a:ea typeface="+mj-ea"/>
                <a:cs typeface="+mj-cs"/>
              </a:rPr>
              <a:t>Case Study: Example in Practice</a:t>
            </a:r>
            <a:br>
              <a:rPr lang="en-US" sz="3600" b="1" dirty="0">
                <a:latin typeface="Aptos" panose="020B0004020202020204" pitchFamily="34" charset="0"/>
                <a:ea typeface="+mj-ea"/>
                <a:cs typeface="+mj-cs"/>
              </a:rPr>
            </a:br>
            <a:endParaRPr lang="en-GB" sz="3600" b="1" dirty="0">
              <a:latin typeface="Aptos" panose="020B0004020202020204" pitchFamily="34" charset="0"/>
            </a:endParaRPr>
          </a:p>
        </p:txBody>
      </p:sp>
    </p:spTree>
    <p:extLst>
      <p:ext uri="{BB962C8B-B14F-4D97-AF65-F5344CB8AC3E}">
        <p14:creationId xmlns:p14="http://schemas.microsoft.com/office/powerpoint/2010/main" val="31218164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3B88195-8D9E-4359-A86C-9456C469F7C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10" name="Picture 9">
            <a:extLst>
              <a:ext uri="{FF2B5EF4-FFF2-40B4-BE49-F238E27FC236}">
                <a16:creationId xmlns:a16="http://schemas.microsoft.com/office/drawing/2014/main" id="{03EC48BD-A960-4717-BC76-7E4C9822503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2" name="Oval 11">
            <a:extLst>
              <a:ext uri="{FF2B5EF4-FFF2-40B4-BE49-F238E27FC236}">
                <a16:creationId xmlns:a16="http://schemas.microsoft.com/office/drawing/2014/main" id="{7A00717A-7D3C-456B-A779-9D06388782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14" name="Picture 13">
            <a:extLst>
              <a:ext uri="{FF2B5EF4-FFF2-40B4-BE49-F238E27FC236}">
                <a16:creationId xmlns:a16="http://schemas.microsoft.com/office/drawing/2014/main" id="{EEB0E133-CF2F-4AD3-ACA6-03E91BB6033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6" name="Picture 15">
            <a:extLst>
              <a:ext uri="{FF2B5EF4-FFF2-40B4-BE49-F238E27FC236}">
                <a16:creationId xmlns:a16="http://schemas.microsoft.com/office/drawing/2014/main" id="{6CD94893-A2D1-401B-A469-D34E425DCE3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8" name="Rectangle 17">
            <a:extLst>
              <a:ext uri="{FF2B5EF4-FFF2-40B4-BE49-F238E27FC236}">
                <a16:creationId xmlns:a16="http://schemas.microsoft.com/office/drawing/2014/main" id="{546E6246-28E6-4A2D-B924-24539B8C6C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useBgFill="1">
        <p:nvSpPr>
          <p:cNvPr id="20" name="Rectangle 19">
            <a:extLst>
              <a:ext uri="{FF2B5EF4-FFF2-40B4-BE49-F238E27FC236}">
                <a16:creationId xmlns:a16="http://schemas.microsoft.com/office/drawing/2014/main" id="{052BEFF1-896C-45B1-B02C-96A6A1BC38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2" name="Freeform 36">
            <a:extLst>
              <a:ext uri="{FF2B5EF4-FFF2-40B4-BE49-F238E27FC236}">
                <a16:creationId xmlns:a16="http://schemas.microsoft.com/office/drawing/2014/main" id="{BB237A14-61B1-4C00-A670-5D8D68A866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44637"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2">
              <a:alpha val="20000"/>
            </a:schemeClr>
          </a:solidFill>
          <a:ln>
            <a:noFill/>
          </a:ln>
        </p:spPr>
        <p:txBody>
          <a:bodyPr rtlCol="0" anchor="ctr"/>
          <a:lstStyle/>
          <a:p>
            <a:pPr algn="ctr"/>
            <a:endParaRPr lang="en-US"/>
          </a:p>
        </p:txBody>
      </p:sp>
      <p:sp>
        <p:nvSpPr>
          <p:cNvPr id="24" name="Freeform: Shape 23">
            <a:extLst>
              <a:ext uri="{FF2B5EF4-FFF2-40B4-BE49-F238E27FC236}">
                <a16:creationId xmlns:a16="http://schemas.microsoft.com/office/drawing/2014/main" id="{8598F259-6F54-47A3-8D13-1603D786A3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990911" cy="6858001"/>
          </a:xfrm>
          <a:custGeom>
            <a:avLst/>
            <a:gdLst>
              <a:gd name="connsiteX0" fmla="*/ 3646196 w 4990911"/>
              <a:gd name="connsiteY0" fmla="*/ 0 h 6858001"/>
              <a:gd name="connsiteX1" fmla="*/ 4989734 w 4990911"/>
              <a:gd name="connsiteY1" fmla="*/ 0 h 6858001"/>
              <a:gd name="connsiteX2" fmla="*/ 4964689 w 4990911"/>
              <a:gd name="connsiteY2" fmla="*/ 155677 h 6858001"/>
              <a:gd name="connsiteX3" fmla="*/ 4940820 w 4990911"/>
              <a:gd name="connsiteY3" fmla="*/ 310668 h 6858001"/>
              <a:gd name="connsiteX4" fmla="*/ 4917456 w 4990911"/>
              <a:gd name="connsiteY4" fmla="*/ 466344 h 6858001"/>
              <a:gd name="connsiteX5" fmla="*/ 4897453 w 4990911"/>
              <a:gd name="connsiteY5" fmla="*/ 622707 h 6858001"/>
              <a:gd name="connsiteX6" fmla="*/ 4877282 w 4990911"/>
              <a:gd name="connsiteY6" fmla="*/ 778383 h 6858001"/>
              <a:gd name="connsiteX7" fmla="*/ 4858456 w 4990911"/>
              <a:gd name="connsiteY7" fmla="*/ 934746 h 6858001"/>
              <a:gd name="connsiteX8" fmla="*/ 4842320 w 4990911"/>
              <a:gd name="connsiteY8" fmla="*/ 1089051 h 6858001"/>
              <a:gd name="connsiteX9" fmla="*/ 4827024 w 4990911"/>
              <a:gd name="connsiteY9" fmla="*/ 1245413 h 6858001"/>
              <a:gd name="connsiteX10" fmla="*/ 4813072 w 4990911"/>
              <a:gd name="connsiteY10" fmla="*/ 1401090 h 6858001"/>
              <a:gd name="connsiteX11" fmla="*/ 4800970 w 4990911"/>
              <a:gd name="connsiteY11" fmla="*/ 1554023 h 6858001"/>
              <a:gd name="connsiteX12" fmla="*/ 4788867 w 4990911"/>
              <a:gd name="connsiteY12" fmla="*/ 1709014 h 6858001"/>
              <a:gd name="connsiteX13" fmla="*/ 4778782 w 4990911"/>
              <a:gd name="connsiteY13" fmla="*/ 1861947 h 6858001"/>
              <a:gd name="connsiteX14" fmla="*/ 4770882 w 4990911"/>
              <a:gd name="connsiteY14" fmla="*/ 2014881 h 6858001"/>
              <a:gd name="connsiteX15" fmla="*/ 4762645 w 4990911"/>
              <a:gd name="connsiteY15" fmla="*/ 2167128 h 6858001"/>
              <a:gd name="connsiteX16" fmla="*/ 4755754 w 4990911"/>
              <a:gd name="connsiteY16" fmla="*/ 2318004 h 6858001"/>
              <a:gd name="connsiteX17" fmla="*/ 4750879 w 4990911"/>
              <a:gd name="connsiteY17" fmla="*/ 2467509 h 6858001"/>
              <a:gd name="connsiteX18" fmla="*/ 4746677 w 4990911"/>
              <a:gd name="connsiteY18" fmla="*/ 2617013 h 6858001"/>
              <a:gd name="connsiteX19" fmla="*/ 4742643 w 4990911"/>
              <a:gd name="connsiteY19" fmla="*/ 2765146 h 6858001"/>
              <a:gd name="connsiteX20" fmla="*/ 4740794 w 4990911"/>
              <a:gd name="connsiteY20" fmla="*/ 2911221 h 6858001"/>
              <a:gd name="connsiteX21" fmla="*/ 4738777 w 4990911"/>
              <a:gd name="connsiteY21" fmla="*/ 3057297 h 6858001"/>
              <a:gd name="connsiteX22" fmla="*/ 4737768 w 4990911"/>
              <a:gd name="connsiteY22" fmla="*/ 3201315 h 6858001"/>
              <a:gd name="connsiteX23" fmla="*/ 4738777 w 4990911"/>
              <a:gd name="connsiteY23" fmla="*/ 3343961 h 6858001"/>
              <a:gd name="connsiteX24" fmla="*/ 4738777 w 4990911"/>
              <a:gd name="connsiteY24" fmla="*/ 3485236 h 6858001"/>
              <a:gd name="connsiteX25" fmla="*/ 4740794 w 4990911"/>
              <a:gd name="connsiteY25" fmla="*/ 3625139 h 6858001"/>
              <a:gd name="connsiteX26" fmla="*/ 4743819 w 4990911"/>
              <a:gd name="connsiteY26" fmla="*/ 3762299 h 6858001"/>
              <a:gd name="connsiteX27" fmla="*/ 4746677 w 4990911"/>
              <a:gd name="connsiteY27" fmla="*/ 3898087 h 6858001"/>
              <a:gd name="connsiteX28" fmla="*/ 4749871 w 4990911"/>
              <a:gd name="connsiteY28" fmla="*/ 4031133 h 6858001"/>
              <a:gd name="connsiteX29" fmla="*/ 4754745 w 4990911"/>
              <a:gd name="connsiteY29" fmla="*/ 4163492 h 6858001"/>
              <a:gd name="connsiteX30" fmla="*/ 4759956 w 4990911"/>
              <a:gd name="connsiteY30" fmla="*/ 4293793 h 6858001"/>
              <a:gd name="connsiteX31" fmla="*/ 4764662 w 4990911"/>
              <a:gd name="connsiteY31" fmla="*/ 4421352 h 6858001"/>
              <a:gd name="connsiteX32" fmla="*/ 4777942 w 4990911"/>
              <a:gd name="connsiteY32" fmla="*/ 4670298 h 6858001"/>
              <a:gd name="connsiteX33" fmla="*/ 4792061 w 4990911"/>
              <a:gd name="connsiteY33" fmla="*/ 4908956 h 6858001"/>
              <a:gd name="connsiteX34" fmla="*/ 4806853 w 4990911"/>
              <a:gd name="connsiteY34" fmla="*/ 5138013 h 6858001"/>
              <a:gd name="connsiteX35" fmla="*/ 4823158 w 4990911"/>
              <a:gd name="connsiteY35" fmla="*/ 5354726 h 6858001"/>
              <a:gd name="connsiteX36" fmla="*/ 4840135 w 4990911"/>
              <a:gd name="connsiteY36" fmla="*/ 5561838 h 6858001"/>
              <a:gd name="connsiteX37" fmla="*/ 4858456 w 4990911"/>
              <a:gd name="connsiteY37" fmla="*/ 5753862 h 6858001"/>
              <a:gd name="connsiteX38" fmla="*/ 4876442 w 4990911"/>
              <a:gd name="connsiteY38" fmla="*/ 5934227 h 6858001"/>
              <a:gd name="connsiteX39" fmla="*/ 4894427 w 4990911"/>
              <a:gd name="connsiteY39" fmla="*/ 6100191 h 6858001"/>
              <a:gd name="connsiteX40" fmla="*/ 4911404 w 4990911"/>
              <a:gd name="connsiteY40" fmla="*/ 6252438 h 6858001"/>
              <a:gd name="connsiteX41" fmla="*/ 4927541 w 4990911"/>
              <a:gd name="connsiteY41" fmla="*/ 6387541 h 6858001"/>
              <a:gd name="connsiteX42" fmla="*/ 4942837 w 4990911"/>
              <a:gd name="connsiteY42" fmla="*/ 6509613 h 6858001"/>
              <a:gd name="connsiteX43" fmla="*/ 4955612 w 4990911"/>
              <a:gd name="connsiteY43" fmla="*/ 6612483 h 6858001"/>
              <a:gd name="connsiteX44" fmla="*/ 4967714 w 4990911"/>
              <a:gd name="connsiteY44" fmla="*/ 6698894 h 6858001"/>
              <a:gd name="connsiteX45" fmla="*/ 4985028 w 4990911"/>
              <a:gd name="connsiteY45" fmla="*/ 6817538 h 6858001"/>
              <a:gd name="connsiteX46" fmla="*/ 4990911 w 4990911"/>
              <a:gd name="connsiteY46" fmla="*/ 6858000 h 6858001"/>
              <a:gd name="connsiteX47" fmla="*/ 4085557 w 4990911"/>
              <a:gd name="connsiteY47" fmla="*/ 6858000 h 6858001"/>
              <a:gd name="connsiteX48" fmla="*/ 4085557 w 4990911"/>
              <a:gd name="connsiteY48" fmla="*/ 6858001 h 6858001"/>
              <a:gd name="connsiteX49" fmla="*/ 0 w 4990911"/>
              <a:gd name="connsiteY49" fmla="*/ 6858001 h 6858001"/>
              <a:gd name="connsiteX50" fmla="*/ 0 w 4990911"/>
              <a:gd name="connsiteY50" fmla="*/ 1 h 6858001"/>
              <a:gd name="connsiteX51" fmla="*/ 3646196 w 4990911"/>
              <a:gd name="connsiteY51"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990911" h="6858001">
                <a:moveTo>
                  <a:pt x="3646196" y="0"/>
                </a:moveTo>
                <a:lnTo>
                  <a:pt x="4989734" y="0"/>
                </a:lnTo>
                <a:lnTo>
                  <a:pt x="4964689" y="155677"/>
                </a:lnTo>
                <a:lnTo>
                  <a:pt x="4940820" y="310668"/>
                </a:lnTo>
                <a:lnTo>
                  <a:pt x="4917456" y="466344"/>
                </a:lnTo>
                <a:lnTo>
                  <a:pt x="4897453" y="622707"/>
                </a:lnTo>
                <a:lnTo>
                  <a:pt x="4877282" y="778383"/>
                </a:lnTo>
                <a:lnTo>
                  <a:pt x="4858456" y="934746"/>
                </a:lnTo>
                <a:lnTo>
                  <a:pt x="4842320" y="1089051"/>
                </a:lnTo>
                <a:lnTo>
                  <a:pt x="4827024" y="1245413"/>
                </a:lnTo>
                <a:lnTo>
                  <a:pt x="4813072" y="1401090"/>
                </a:lnTo>
                <a:lnTo>
                  <a:pt x="4800970" y="1554023"/>
                </a:lnTo>
                <a:lnTo>
                  <a:pt x="4788867" y="1709014"/>
                </a:lnTo>
                <a:lnTo>
                  <a:pt x="4778782" y="1861947"/>
                </a:lnTo>
                <a:lnTo>
                  <a:pt x="4770882" y="2014881"/>
                </a:lnTo>
                <a:lnTo>
                  <a:pt x="4762645" y="2167128"/>
                </a:lnTo>
                <a:lnTo>
                  <a:pt x="4755754" y="2318004"/>
                </a:lnTo>
                <a:lnTo>
                  <a:pt x="4750879" y="2467509"/>
                </a:lnTo>
                <a:lnTo>
                  <a:pt x="4746677" y="2617013"/>
                </a:lnTo>
                <a:lnTo>
                  <a:pt x="4742643" y="2765146"/>
                </a:lnTo>
                <a:lnTo>
                  <a:pt x="4740794" y="2911221"/>
                </a:lnTo>
                <a:lnTo>
                  <a:pt x="4738777" y="3057297"/>
                </a:lnTo>
                <a:lnTo>
                  <a:pt x="4737768" y="3201315"/>
                </a:lnTo>
                <a:lnTo>
                  <a:pt x="4738777" y="3343961"/>
                </a:lnTo>
                <a:lnTo>
                  <a:pt x="4738777" y="3485236"/>
                </a:lnTo>
                <a:lnTo>
                  <a:pt x="4740794" y="3625139"/>
                </a:lnTo>
                <a:lnTo>
                  <a:pt x="4743819" y="3762299"/>
                </a:lnTo>
                <a:lnTo>
                  <a:pt x="4746677" y="3898087"/>
                </a:lnTo>
                <a:lnTo>
                  <a:pt x="4749871" y="4031133"/>
                </a:lnTo>
                <a:lnTo>
                  <a:pt x="4754745" y="4163492"/>
                </a:lnTo>
                <a:lnTo>
                  <a:pt x="4759956" y="4293793"/>
                </a:lnTo>
                <a:lnTo>
                  <a:pt x="4764662" y="4421352"/>
                </a:lnTo>
                <a:lnTo>
                  <a:pt x="4777942" y="4670298"/>
                </a:lnTo>
                <a:lnTo>
                  <a:pt x="4792061" y="4908956"/>
                </a:lnTo>
                <a:lnTo>
                  <a:pt x="4806853" y="5138013"/>
                </a:lnTo>
                <a:lnTo>
                  <a:pt x="4823158" y="5354726"/>
                </a:lnTo>
                <a:lnTo>
                  <a:pt x="4840135" y="5561838"/>
                </a:lnTo>
                <a:lnTo>
                  <a:pt x="4858456" y="5753862"/>
                </a:lnTo>
                <a:lnTo>
                  <a:pt x="4876442" y="5934227"/>
                </a:lnTo>
                <a:lnTo>
                  <a:pt x="4894427" y="6100191"/>
                </a:lnTo>
                <a:lnTo>
                  <a:pt x="4911404" y="6252438"/>
                </a:lnTo>
                <a:lnTo>
                  <a:pt x="4927541" y="6387541"/>
                </a:lnTo>
                <a:lnTo>
                  <a:pt x="4942837" y="6509613"/>
                </a:lnTo>
                <a:lnTo>
                  <a:pt x="4955612" y="6612483"/>
                </a:lnTo>
                <a:lnTo>
                  <a:pt x="4967714" y="6698894"/>
                </a:lnTo>
                <a:lnTo>
                  <a:pt x="4985028" y="6817538"/>
                </a:lnTo>
                <a:lnTo>
                  <a:pt x="4990911" y="6858000"/>
                </a:lnTo>
                <a:lnTo>
                  <a:pt x="4085557" y="6858000"/>
                </a:lnTo>
                <a:lnTo>
                  <a:pt x="4085557" y="6858001"/>
                </a:lnTo>
                <a:lnTo>
                  <a:pt x="0" y="6858001"/>
                </a:lnTo>
                <a:lnTo>
                  <a:pt x="0" y="1"/>
                </a:lnTo>
                <a:lnTo>
                  <a:pt x="3646196" y="1"/>
                </a:lnTo>
                <a:close/>
              </a:path>
            </a:pathLst>
          </a:cu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0BA768A8-4FED-4ED8-9E46-6BE72188EC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 name="TextBox 2">
            <a:extLst>
              <a:ext uri="{FF2B5EF4-FFF2-40B4-BE49-F238E27FC236}">
                <a16:creationId xmlns:a16="http://schemas.microsoft.com/office/drawing/2014/main" id="{1D8B4978-3D3E-AACC-A149-118C7485C3ED}"/>
              </a:ext>
            </a:extLst>
          </p:cNvPr>
          <p:cNvSpPr txBox="1"/>
          <p:nvPr/>
        </p:nvSpPr>
        <p:spPr>
          <a:xfrm>
            <a:off x="5033552" y="1383293"/>
            <a:ext cx="6902611" cy="4470821"/>
          </a:xfrm>
          <a:prstGeom prst="rect">
            <a:avLst/>
          </a:prstGeom>
        </p:spPr>
        <p:txBody>
          <a:bodyPr vert="horz" lIns="91440" tIns="45720" rIns="91440" bIns="45720" rtlCol="0">
            <a:noAutofit/>
          </a:bodyPr>
          <a:lstStyle/>
          <a:p>
            <a:pPr>
              <a:spcBef>
                <a:spcPts val="1000"/>
              </a:spcBef>
              <a:buClr>
                <a:schemeClr val="accent1">
                  <a:lumMod val="60000"/>
                  <a:lumOff val="40000"/>
                </a:schemeClr>
              </a:buClr>
              <a:buSzPct val="80000"/>
              <a:buFont typeface="Wingdings 3" charset="2"/>
              <a:buChar char=""/>
            </a:pPr>
            <a:endParaRPr lang="en-US" sz="2400" dirty="0">
              <a:latin typeface="Aptos" panose="020B0004020202020204" pitchFamily="34" charset="0"/>
              <a:ea typeface="+mj-ea"/>
              <a:cs typeface="+mj-cs"/>
            </a:endParaRPr>
          </a:p>
          <a:p>
            <a:pPr>
              <a:spcBef>
                <a:spcPts val="1000"/>
              </a:spcBef>
              <a:buClr>
                <a:schemeClr val="accent1">
                  <a:lumMod val="60000"/>
                  <a:lumOff val="40000"/>
                </a:schemeClr>
              </a:buClr>
              <a:buSzPct val="80000"/>
              <a:buFont typeface="Wingdings 3" charset="2"/>
              <a:buChar char=""/>
            </a:pPr>
            <a:r>
              <a:rPr lang="en-US" sz="2400" dirty="0">
                <a:latin typeface="Aptos" panose="020B0004020202020204" pitchFamily="34" charset="0"/>
                <a:ea typeface="+mj-ea"/>
                <a:cs typeface="+mj-cs"/>
              </a:rPr>
              <a:t>Capability: </a:t>
            </a:r>
          </a:p>
          <a:p>
            <a:pPr>
              <a:spcBef>
                <a:spcPts val="1000"/>
              </a:spcBef>
              <a:buClr>
                <a:schemeClr val="accent1">
                  <a:lumMod val="60000"/>
                  <a:lumOff val="40000"/>
                </a:schemeClr>
              </a:buClr>
              <a:buSzPct val="80000"/>
              <a:buFont typeface="Wingdings 3" charset="2"/>
              <a:buChar char=""/>
            </a:pPr>
            <a:r>
              <a:rPr lang="en-US" sz="2400" dirty="0">
                <a:latin typeface="Aptos" panose="020B0004020202020204" pitchFamily="34" charset="0"/>
                <a:ea typeface="+mj-ea"/>
                <a:cs typeface="+mj-cs"/>
              </a:rPr>
              <a:t>poor understanding → BCT = Instruction</a:t>
            </a:r>
          </a:p>
          <a:p>
            <a:pPr>
              <a:spcBef>
                <a:spcPts val="1000"/>
              </a:spcBef>
              <a:buClr>
                <a:schemeClr val="accent1">
                  <a:lumMod val="60000"/>
                  <a:lumOff val="40000"/>
                </a:schemeClr>
              </a:buClr>
              <a:buSzPct val="80000"/>
              <a:buFont typeface="Wingdings 3" charset="2"/>
              <a:buChar char=""/>
            </a:pPr>
            <a:endParaRPr lang="en-US" sz="2400" dirty="0">
              <a:latin typeface="Aptos" panose="020B0004020202020204" pitchFamily="34" charset="0"/>
              <a:ea typeface="+mj-ea"/>
              <a:cs typeface="+mj-cs"/>
            </a:endParaRPr>
          </a:p>
          <a:p>
            <a:pPr>
              <a:spcBef>
                <a:spcPts val="1000"/>
              </a:spcBef>
              <a:buClr>
                <a:schemeClr val="accent1">
                  <a:lumMod val="60000"/>
                  <a:lumOff val="40000"/>
                </a:schemeClr>
              </a:buClr>
              <a:buSzPct val="80000"/>
              <a:buFont typeface="Wingdings 3" charset="2"/>
              <a:buChar char=""/>
            </a:pPr>
            <a:r>
              <a:rPr lang="en-US" sz="2400" dirty="0">
                <a:latin typeface="Aptos" panose="020B0004020202020204" pitchFamily="34" charset="0"/>
                <a:ea typeface="+mj-ea"/>
                <a:cs typeface="+mj-cs"/>
              </a:rPr>
              <a:t>Motivation: </a:t>
            </a:r>
          </a:p>
          <a:p>
            <a:pPr>
              <a:spcBef>
                <a:spcPts val="1000"/>
              </a:spcBef>
              <a:buClr>
                <a:schemeClr val="accent1">
                  <a:lumMod val="60000"/>
                  <a:lumOff val="40000"/>
                </a:schemeClr>
              </a:buClr>
              <a:buSzPct val="80000"/>
              <a:buFont typeface="Wingdings 3" charset="2"/>
              <a:buChar char=""/>
            </a:pPr>
            <a:r>
              <a:rPr lang="en-US" sz="2400" dirty="0">
                <a:latin typeface="Aptos" panose="020B0004020202020204" pitchFamily="34" charset="0"/>
                <a:ea typeface="+mj-ea"/>
                <a:cs typeface="+mj-cs"/>
              </a:rPr>
              <a:t>fear of pain → BCT = Reattribution, Reassurance</a:t>
            </a:r>
          </a:p>
          <a:p>
            <a:pPr>
              <a:spcBef>
                <a:spcPts val="1000"/>
              </a:spcBef>
              <a:buClr>
                <a:schemeClr val="accent1">
                  <a:lumMod val="60000"/>
                  <a:lumOff val="40000"/>
                </a:schemeClr>
              </a:buClr>
              <a:buSzPct val="80000"/>
              <a:buFont typeface="Wingdings 3" charset="2"/>
              <a:buChar char=""/>
            </a:pPr>
            <a:endParaRPr lang="en-US" sz="2400" dirty="0">
              <a:latin typeface="Aptos" panose="020B0004020202020204" pitchFamily="34" charset="0"/>
              <a:ea typeface="+mj-ea"/>
              <a:cs typeface="+mj-cs"/>
            </a:endParaRPr>
          </a:p>
          <a:p>
            <a:pPr>
              <a:spcBef>
                <a:spcPts val="1000"/>
              </a:spcBef>
              <a:buClr>
                <a:schemeClr val="accent1">
                  <a:lumMod val="60000"/>
                  <a:lumOff val="40000"/>
                </a:schemeClr>
              </a:buClr>
              <a:buSzPct val="80000"/>
              <a:buFont typeface="Wingdings 3" charset="2"/>
              <a:buChar char=""/>
            </a:pPr>
            <a:r>
              <a:rPr lang="en-US" sz="2400" dirty="0">
                <a:latin typeface="Aptos" panose="020B0004020202020204" pitchFamily="34" charset="0"/>
                <a:ea typeface="+mj-ea"/>
                <a:cs typeface="+mj-cs"/>
              </a:rPr>
              <a:t>Opportunity: </a:t>
            </a:r>
          </a:p>
          <a:p>
            <a:pPr>
              <a:spcBef>
                <a:spcPts val="1000"/>
              </a:spcBef>
              <a:buClr>
                <a:schemeClr val="accent1">
                  <a:lumMod val="60000"/>
                  <a:lumOff val="40000"/>
                </a:schemeClr>
              </a:buClr>
              <a:buSzPct val="80000"/>
              <a:buFont typeface="Wingdings 3" charset="2"/>
              <a:buChar char=""/>
            </a:pPr>
            <a:r>
              <a:rPr lang="en-US" sz="2400" dirty="0">
                <a:latin typeface="Aptos" panose="020B0004020202020204" pitchFamily="34" charset="0"/>
                <a:ea typeface="+mj-ea"/>
                <a:cs typeface="+mj-cs"/>
              </a:rPr>
              <a:t>limited time → BCT = Action planning</a:t>
            </a:r>
          </a:p>
        </p:txBody>
      </p:sp>
      <p:sp>
        <p:nvSpPr>
          <p:cNvPr id="5" name="TextBox 4">
            <a:extLst>
              <a:ext uri="{FF2B5EF4-FFF2-40B4-BE49-F238E27FC236}">
                <a16:creationId xmlns:a16="http://schemas.microsoft.com/office/drawing/2014/main" id="{A3CA7ADA-5B07-7F2C-C3E1-BF0BF24A9BF0}"/>
              </a:ext>
            </a:extLst>
          </p:cNvPr>
          <p:cNvSpPr txBox="1"/>
          <p:nvPr/>
        </p:nvSpPr>
        <p:spPr>
          <a:xfrm>
            <a:off x="603279" y="2105561"/>
            <a:ext cx="3736558" cy="1323439"/>
          </a:xfrm>
          <a:prstGeom prst="rect">
            <a:avLst/>
          </a:prstGeom>
          <a:noFill/>
        </p:spPr>
        <p:txBody>
          <a:bodyPr wrap="square">
            <a:spAutoFit/>
          </a:bodyPr>
          <a:lstStyle/>
          <a:p>
            <a:pPr>
              <a:spcBef>
                <a:spcPts val="1000"/>
              </a:spcBef>
              <a:buClr>
                <a:schemeClr val="accent1">
                  <a:lumMod val="60000"/>
                  <a:lumOff val="40000"/>
                </a:schemeClr>
              </a:buClr>
              <a:buSzPct val="80000"/>
            </a:pPr>
            <a:r>
              <a:rPr lang="en-US" sz="4000" b="1" dirty="0">
                <a:solidFill>
                  <a:schemeClr val="bg1"/>
                </a:solidFill>
                <a:latin typeface="Aptos" panose="020B0004020202020204" pitchFamily="34" charset="0"/>
                <a:ea typeface="+mj-ea"/>
                <a:cs typeface="+mj-cs"/>
              </a:rPr>
              <a:t>Example answers</a:t>
            </a:r>
          </a:p>
        </p:txBody>
      </p:sp>
    </p:spTree>
    <p:extLst>
      <p:ext uri="{BB962C8B-B14F-4D97-AF65-F5344CB8AC3E}">
        <p14:creationId xmlns:p14="http://schemas.microsoft.com/office/powerpoint/2010/main" val="186815743"/>
      </p:ext>
    </p:extLst>
  </p:cSld>
  <p:clrMapOvr>
    <a:overrideClrMapping bg1="lt1" tx1="dk1" bg2="lt2" tx2="dk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2" name="Picture 31">
            <a:extLst>
              <a:ext uri="{FF2B5EF4-FFF2-40B4-BE49-F238E27FC236}">
                <a16:creationId xmlns:a16="http://schemas.microsoft.com/office/drawing/2014/main" id="{B1115DF5-AFBD-4F66-AE21-09484AD45C9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34" name="Picture 33">
            <a:extLst>
              <a:ext uri="{FF2B5EF4-FFF2-40B4-BE49-F238E27FC236}">
                <a16:creationId xmlns:a16="http://schemas.microsoft.com/office/drawing/2014/main" id="{33D1B7F8-74CC-4614-855A-84CC82628BE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36" name="Oval 35">
            <a:extLst>
              <a:ext uri="{FF2B5EF4-FFF2-40B4-BE49-F238E27FC236}">
                <a16:creationId xmlns:a16="http://schemas.microsoft.com/office/drawing/2014/main" id="{16BEC653-A047-40E7-A65C-5C7D3EDECC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38" name="Picture 37">
            <a:extLst>
              <a:ext uri="{FF2B5EF4-FFF2-40B4-BE49-F238E27FC236}">
                <a16:creationId xmlns:a16="http://schemas.microsoft.com/office/drawing/2014/main" id="{1CA27089-EF20-428F-BEFB-D680CC61A24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40" name="Picture 39">
            <a:extLst>
              <a:ext uri="{FF2B5EF4-FFF2-40B4-BE49-F238E27FC236}">
                <a16:creationId xmlns:a16="http://schemas.microsoft.com/office/drawing/2014/main" id="{1BFA68AB-4F1A-4721-A4D2-0C578829A0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42" name="Rectangle 41">
            <a:extLst>
              <a:ext uri="{FF2B5EF4-FFF2-40B4-BE49-F238E27FC236}">
                <a16:creationId xmlns:a16="http://schemas.microsoft.com/office/drawing/2014/main" id="{D43CBC87-A39A-44E4-9EE2-21CCD5CEDC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44" name="Rectangle 43">
            <a:extLst>
              <a:ext uri="{FF2B5EF4-FFF2-40B4-BE49-F238E27FC236}">
                <a16:creationId xmlns:a16="http://schemas.microsoft.com/office/drawing/2014/main" id="{25482F9D-E110-434E-9B4F-41A3F5CB2A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46" name="Freeform 7">
            <a:extLst>
              <a:ext uri="{FF2B5EF4-FFF2-40B4-BE49-F238E27FC236}">
                <a16:creationId xmlns:a16="http://schemas.microsoft.com/office/drawing/2014/main" id="{5779FF2E-BB5C-4805-AAD5-275495A2B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48" name="Rectangle 47">
            <a:extLst>
              <a:ext uri="{FF2B5EF4-FFF2-40B4-BE49-F238E27FC236}">
                <a16:creationId xmlns:a16="http://schemas.microsoft.com/office/drawing/2014/main" id="{6EB83258-50E7-4A51-8C48-ADA7CD7FCA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50" name="Freeform: Shape 49">
            <a:extLst>
              <a:ext uri="{FF2B5EF4-FFF2-40B4-BE49-F238E27FC236}">
                <a16:creationId xmlns:a16="http://schemas.microsoft.com/office/drawing/2014/main" id="{A4188960-1398-409C-BA5D-F87CCB7433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8"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txBody>
          <a:bodyPr/>
          <a:lstStyle/>
          <a:p>
            <a:endParaRPr lang="en-GB"/>
          </a:p>
        </p:txBody>
      </p:sp>
      <p:graphicFrame>
        <p:nvGraphicFramePr>
          <p:cNvPr id="5" name="TextBox 2">
            <a:extLst>
              <a:ext uri="{FF2B5EF4-FFF2-40B4-BE49-F238E27FC236}">
                <a16:creationId xmlns:a16="http://schemas.microsoft.com/office/drawing/2014/main" id="{0BCF3071-14EC-FD7D-FC05-838857EB14D1}"/>
              </a:ext>
            </a:extLst>
          </p:cNvPr>
          <p:cNvGraphicFramePr/>
          <p:nvPr>
            <p:extLst>
              <p:ext uri="{D42A27DB-BD31-4B8C-83A1-F6EECF244321}">
                <p14:modId xmlns:p14="http://schemas.microsoft.com/office/powerpoint/2010/main" val="3688096330"/>
              </p:ext>
            </p:extLst>
          </p:nvPr>
        </p:nvGraphicFramePr>
        <p:xfrm>
          <a:off x="648930" y="2810256"/>
          <a:ext cx="10895370" cy="3404277"/>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6" name="TextBox 5">
            <a:extLst>
              <a:ext uri="{FF2B5EF4-FFF2-40B4-BE49-F238E27FC236}">
                <a16:creationId xmlns:a16="http://schemas.microsoft.com/office/drawing/2014/main" id="{16E3FD9A-1F44-D6BC-4788-C9BA776B2171}"/>
              </a:ext>
            </a:extLst>
          </p:cNvPr>
          <p:cNvSpPr txBox="1"/>
          <p:nvPr/>
        </p:nvSpPr>
        <p:spPr>
          <a:xfrm>
            <a:off x="2589201" y="816809"/>
            <a:ext cx="7734321" cy="646331"/>
          </a:xfrm>
          <a:prstGeom prst="rect">
            <a:avLst/>
          </a:prstGeom>
          <a:noFill/>
        </p:spPr>
        <p:txBody>
          <a:bodyPr wrap="square">
            <a:spAutoFit/>
          </a:bodyPr>
          <a:lstStyle/>
          <a:p>
            <a:pPr lvl="0"/>
            <a:r>
              <a:rPr lang="en-GB" sz="3600" b="1" dirty="0">
                <a:solidFill>
                  <a:schemeClr val="bg1"/>
                </a:solidFill>
                <a:latin typeface="Aptos" panose="020B0004020202020204" pitchFamily="34" charset="0"/>
              </a:rPr>
              <a:t>BCT Communication Examples</a:t>
            </a:r>
            <a:endParaRPr lang="en-US" sz="3600" dirty="0">
              <a:solidFill>
                <a:schemeClr val="bg1"/>
              </a:solidFill>
              <a:latin typeface="Aptos" panose="020B0004020202020204" pitchFamily="34" charset="0"/>
            </a:endParaRPr>
          </a:p>
        </p:txBody>
      </p:sp>
    </p:spTree>
    <p:extLst>
      <p:ext uri="{BB962C8B-B14F-4D97-AF65-F5344CB8AC3E}">
        <p14:creationId xmlns:p14="http://schemas.microsoft.com/office/powerpoint/2010/main" val="176718922"/>
      </p:ext>
    </p:extLst>
  </p:cSld>
  <p:clrMapOvr>
    <a:overrideClrMapping bg1="lt1" tx1="dk1" bg2="lt2" tx2="dk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0"/>
        </a:gra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1115DF5-AFBD-4F66-AE21-09484AD45C9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13" name="Picture 12">
            <a:extLst>
              <a:ext uri="{FF2B5EF4-FFF2-40B4-BE49-F238E27FC236}">
                <a16:creationId xmlns:a16="http://schemas.microsoft.com/office/drawing/2014/main" id="{33D1B7F8-74CC-4614-855A-84CC82628BE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5" name="Oval 14">
            <a:extLst>
              <a:ext uri="{FF2B5EF4-FFF2-40B4-BE49-F238E27FC236}">
                <a16:creationId xmlns:a16="http://schemas.microsoft.com/office/drawing/2014/main" id="{16BEC653-A047-40E7-A65C-5C7D3EDECC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17" name="Picture 16">
            <a:extLst>
              <a:ext uri="{FF2B5EF4-FFF2-40B4-BE49-F238E27FC236}">
                <a16:creationId xmlns:a16="http://schemas.microsoft.com/office/drawing/2014/main" id="{1CA27089-EF20-428F-BEFB-D680CC61A24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9" name="Picture 18">
            <a:extLst>
              <a:ext uri="{FF2B5EF4-FFF2-40B4-BE49-F238E27FC236}">
                <a16:creationId xmlns:a16="http://schemas.microsoft.com/office/drawing/2014/main" id="{1BFA68AB-4F1A-4721-A4D2-0C578829A0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21" name="Rectangle 20">
            <a:extLst>
              <a:ext uri="{FF2B5EF4-FFF2-40B4-BE49-F238E27FC236}">
                <a16:creationId xmlns:a16="http://schemas.microsoft.com/office/drawing/2014/main" id="{D43CBC87-A39A-44E4-9EE2-21CCD5CEDC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3" name="Rectangle 22">
            <a:extLst>
              <a:ext uri="{FF2B5EF4-FFF2-40B4-BE49-F238E27FC236}">
                <a16:creationId xmlns:a16="http://schemas.microsoft.com/office/drawing/2014/main" id="{25482F9D-E110-434E-9B4F-41A3F5CB2A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5" name="Freeform 7">
            <a:extLst>
              <a:ext uri="{FF2B5EF4-FFF2-40B4-BE49-F238E27FC236}">
                <a16:creationId xmlns:a16="http://schemas.microsoft.com/office/drawing/2014/main" id="{5779FF2E-BB5C-4805-AAD5-275495A2B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5" name="TextBox 4">
            <a:extLst>
              <a:ext uri="{FF2B5EF4-FFF2-40B4-BE49-F238E27FC236}">
                <a16:creationId xmlns:a16="http://schemas.microsoft.com/office/drawing/2014/main" id="{585159D1-69DD-B227-C3E0-DD54262E9454}"/>
              </a:ext>
            </a:extLst>
          </p:cNvPr>
          <p:cNvSpPr txBox="1"/>
          <p:nvPr/>
        </p:nvSpPr>
        <p:spPr>
          <a:xfrm>
            <a:off x="3239730" y="684407"/>
            <a:ext cx="4951770" cy="1016654"/>
          </a:xfrm>
          <a:prstGeom prst="rect">
            <a:avLst/>
          </a:prstGeom>
        </p:spPr>
        <p:txBody>
          <a:bodyPr vert="horz" lIns="91440" tIns="45720" rIns="91440" bIns="45720" rtlCol="0" anchor="t">
            <a:normAutofit/>
          </a:bodyPr>
          <a:lstStyle/>
          <a:p>
            <a:pPr>
              <a:spcBef>
                <a:spcPct val="0"/>
              </a:spcBef>
              <a:spcAft>
                <a:spcPts val="600"/>
              </a:spcAft>
            </a:pPr>
            <a:r>
              <a:rPr lang="en-US" sz="4200">
                <a:solidFill>
                  <a:srgbClr val="EBEBEB"/>
                </a:solidFill>
                <a:latin typeface="+mj-lt"/>
                <a:ea typeface="+mj-ea"/>
                <a:cs typeface="+mj-cs"/>
              </a:rPr>
              <a:t>Evidence Base</a:t>
            </a:r>
          </a:p>
        </p:txBody>
      </p:sp>
      <p:sp>
        <p:nvSpPr>
          <p:cNvPr id="27" name="Rectangle 26">
            <a:extLst>
              <a:ext uri="{FF2B5EF4-FFF2-40B4-BE49-F238E27FC236}">
                <a16:creationId xmlns:a16="http://schemas.microsoft.com/office/drawing/2014/main" id="{6EB83258-50E7-4A51-8C48-ADA7CD7FCA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9" name="Freeform: Shape 28">
            <a:extLst>
              <a:ext uri="{FF2B5EF4-FFF2-40B4-BE49-F238E27FC236}">
                <a16:creationId xmlns:a16="http://schemas.microsoft.com/office/drawing/2014/main" id="{A4188960-1398-409C-BA5D-F87CCB7433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8"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txBody>
          <a:bodyPr/>
          <a:lstStyle/>
          <a:p>
            <a:endParaRPr lang="en-GB"/>
          </a:p>
        </p:txBody>
      </p:sp>
      <p:graphicFrame>
        <p:nvGraphicFramePr>
          <p:cNvPr id="7" name="TextBox 2">
            <a:extLst>
              <a:ext uri="{FF2B5EF4-FFF2-40B4-BE49-F238E27FC236}">
                <a16:creationId xmlns:a16="http://schemas.microsoft.com/office/drawing/2014/main" id="{BB986A40-7B66-1DDE-6BC5-8D807E93678A}"/>
              </a:ext>
            </a:extLst>
          </p:cNvPr>
          <p:cNvGraphicFramePr/>
          <p:nvPr>
            <p:extLst>
              <p:ext uri="{D42A27DB-BD31-4B8C-83A1-F6EECF244321}">
                <p14:modId xmlns:p14="http://schemas.microsoft.com/office/powerpoint/2010/main" val="924401645"/>
              </p:ext>
            </p:extLst>
          </p:nvPr>
        </p:nvGraphicFramePr>
        <p:xfrm>
          <a:off x="648930" y="2810256"/>
          <a:ext cx="10895370" cy="3404277"/>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6807317"/>
      </p:ext>
    </p:extLst>
  </p:cSld>
  <p:clrMapOvr>
    <a:overrideClrMapping bg1="lt1" tx1="dk1" bg2="lt2" tx2="dk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4" name="Picture 53">
            <a:extLst>
              <a:ext uri="{FF2B5EF4-FFF2-40B4-BE49-F238E27FC236}">
                <a16:creationId xmlns:a16="http://schemas.microsoft.com/office/drawing/2014/main" id="{B1115DF5-AFBD-4F66-AE21-09484AD45C9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55" name="Picture 54">
            <a:extLst>
              <a:ext uri="{FF2B5EF4-FFF2-40B4-BE49-F238E27FC236}">
                <a16:creationId xmlns:a16="http://schemas.microsoft.com/office/drawing/2014/main" id="{33D1B7F8-74CC-4614-855A-84CC82628BE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56" name="Oval 55">
            <a:extLst>
              <a:ext uri="{FF2B5EF4-FFF2-40B4-BE49-F238E27FC236}">
                <a16:creationId xmlns:a16="http://schemas.microsoft.com/office/drawing/2014/main" id="{16BEC653-A047-40E7-A65C-5C7D3EDECC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57" name="Picture 56">
            <a:extLst>
              <a:ext uri="{FF2B5EF4-FFF2-40B4-BE49-F238E27FC236}">
                <a16:creationId xmlns:a16="http://schemas.microsoft.com/office/drawing/2014/main" id="{1CA27089-EF20-428F-BEFB-D680CC61A24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58" name="Picture 57">
            <a:extLst>
              <a:ext uri="{FF2B5EF4-FFF2-40B4-BE49-F238E27FC236}">
                <a16:creationId xmlns:a16="http://schemas.microsoft.com/office/drawing/2014/main" id="{1BFA68AB-4F1A-4721-A4D2-0C578829A0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59" name="Rectangle 58">
            <a:extLst>
              <a:ext uri="{FF2B5EF4-FFF2-40B4-BE49-F238E27FC236}">
                <a16:creationId xmlns:a16="http://schemas.microsoft.com/office/drawing/2014/main" id="{D43CBC87-A39A-44E4-9EE2-21CCD5CEDC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60" name="Rectangle 59">
            <a:extLst>
              <a:ext uri="{FF2B5EF4-FFF2-40B4-BE49-F238E27FC236}">
                <a16:creationId xmlns:a16="http://schemas.microsoft.com/office/drawing/2014/main" id="{25482F9D-E110-434E-9B4F-41A3F5CB2A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61" name="Freeform 7">
            <a:extLst>
              <a:ext uri="{FF2B5EF4-FFF2-40B4-BE49-F238E27FC236}">
                <a16:creationId xmlns:a16="http://schemas.microsoft.com/office/drawing/2014/main" id="{5779FF2E-BB5C-4805-AAD5-275495A2B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5" name="TextBox 4">
            <a:extLst>
              <a:ext uri="{FF2B5EF4-FFF2-40B4-BE49-F238E27FC236}">
                <a16:creationId xmlns:a16="http://schemas.microsoft.com/office/drawing/2014/main" id="{15D4EE5A-CA15-B6FB-E074-0336188AB431}"/>
              </a:ext>
            </a:extLst>
          </p:cNvPr>
          <p:cNvSpPr txBox="1"/>
          <p:nvPr/>
        </p:nvSpPr>
        <p:spPr>
          <a:xfrm>
            <a:off x="2176258" y="629970"/>
            <a:ext cx="9252154" cy="1016654"/>
          </a:xfrm>
          <a:prstGeom prst="rect">
            <a:avLst/>
          </a:prstGeom>
        </p:spPr>
        <p:txBody>
          <a:bodyPr vert="horz" lIns="91440" tIns="45720" rIns="91440" bIns="45720" rtlCol="0" anchor="t">
            <a:normAutofit/>
          </a:bodyPr>
          <a:lstStyle/>
          <a:p>
            <a:pPr>
              <a:spcBef>
                <a:spcPct val="0"/>
              </a:spcBef>
              <a:spcAft>
                <a:spcPts val="600"/>
              </a:spcAft>
            </a:pPr>
            <a:r>
              <a:rPr lang="en-US" sz="4200" b="1">
                <a:solidFill>
                  <a:srgbClr val="EBEBEB"/>
                </a:solidFill>
                <a:latin typeface="Aptos" panose="020B0004020202020204" pitchFamily="34" charset="0"/>
                <a:ea typeface="+mj-ea"/>
                <a:cs typeface="+mj-cs"/>
              </a:rPr>
              <a:t>Limitations and Ethical Use</a:t>
            </a:r>
          </a:p>
        </p:txBody>
      </p:sp>
      <p:sp>
        <p:nvSpPr>
          <p:cNvPr id="62" name="Rectangle 61">
            <a:extLst>
              <a:ext uri="{FF2B5EF4-FFF2-40B4-BE49-F238E27FC236}">
                <a16:creationId xmlns:a16="http://schemas.microsoft.com/office/drawing/2014/main" id="{6EB83258-50E7-4A51-8C48-ADA7CD7FCA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63" name="Freeform: Shape 51">
            <a:extLst>
              <a:ext uri="{FF2B5EF4-FFF2-40B4-BE49-F238E27FC236}">
                <a16:creationId xmlns:a16="http://schemas.microsoft.com/office/drawing/2014/main" id="{A4188960-1398-409C-BA5D-F87CCB7433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8"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txBody>
          <a:bodyPr/>
          <a:lstStyle/>
          <a:p>
            <a:endParaRPr lang="en-GB"/>
          </a:p>
        </p:txBody>
      </p:sp>
      <p:graphicFrame>
        <p:nvGraphicFramePr>
          <p:cNvPr id="7" name="TextBox 2">
            <a:extLst>
              <a:ext uri="{FF2B5EF4-FFF2-40B4-BE49-F238E27FC236}">
                <a16:creationId xmlns:a16="http://schemas.microsoft.com/office/drawing/2014/main" id="{B0033979-49B7-C0FA-5289-0903226ABFC3}"/>
              </a:ext>
            </a:extLst>
          </p:cNvPr>
          <p:cNvGraphicFramePr/>
          <p:nvPr>
            <p:extLst>
              <p:ext uri="{D42A27DB-BD31-4B8C-83A1-F6EECF244321}">
                <p14:modId xmlns:p14="http://schemas.microsoft.com/office/powerpoint/2010/main" val="3695643577"/>
              </p:ext>
            </p:extLst>
          </p:nvPr>
        </p:nvGraphicFramePr>
        <p:xfrm>
          <a:off x="648930" y="2810256"/>
          <a:ext cx="10895370" cy="3404277"/>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1707332191"/>
      </p:ext>
    </p:extLst>
  </p:cSld>
  <p:clrMapOvr>
    <a:overrideClrMapping bg1="lt1" tx1="dk1" bg2="lt2" tx2="dk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person standing next to a question mark&#10;&#10;AI-generated content may be incorrect.">
            <a:extLst>
              <a:ext uri="{FF2B5EF4-FFF2-40B4-BE49-F238E27FC236}">
                <a16:creationId xmlns:a16="http://schemas.microsoft.com/office/drawing/2014/main" id="{2BA6CBF6-0560-BC4F-0911-FE4382E4DC95}"/>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438812" y="660400"/>
            <a:ext cx="3873588" cy="5287027"/>
          </a:xfrm>
          <a:prstGeom prst="rect">
            <a:avLst/>
          </a:prstGeom>
        </p:spPr>
      </p:pic>
      <p:sp>
        <p:nvSpPr>
          <p:cNvPr id="10" name="TextBox 9">
            <a:extLst>
              <a:ext uri="{FF2B5EF4-FFF2-40B4-BE49-F238E27FC236}">
                <a16:creationId xmlns:a16="http://schemas.microsoft.com/office/drawing/2014/main" id="{89AE8D5B-0930-7243-FB43-CCD89A1E07C4}"/>
              </a:ext>
            </a:extLst>
          </p:cNvPr>
          <p:cNvSpPr txBox="1"/>
          <p:nvPr/>
        </p:nvSpPr>
        <p:spPr>
          <a:xfrm>
            <a:off x="3733712" y="7008000"/>
            <a:ext cx="5024576" cy="230832"/>
          </a:xfrm>
          <a:prstGeom prst="rect">
            <a:avLst/>
          </a:prstGeom>
          <a:noFill/>
        </p:spPr>
        <p:txBody>
          <a:bodyPr wrap="square" rtlCol="0">
            <a:spAutoFit/>
          </a:bodyPr>
          <a:lstStyle/>
          <a:p>
            <a:r>
              <a:rPr lang="en-GB" sz="900">
                <a:hlinkClick r:id="rId3" tooltip="https://freepngimg.com/png/85229-text-photography-question-interrogation-communication-stock"/>
              </a:rPr>
              <a:t>This Photo</a:t>
            </a:r>
            <a:r>
              <a:rPr lang="en-GB" sz="900"/>
              <a:t> by Unknown Author is licensed under </a:t>
            </a:r>
            <a:r>
              <a:rPr lang="en-GB" sz="900">
                <a:hlinkClick r:id="rId4" tooltip="https://creativecommons.org/licenses/by-nc/3.0/"/>
              </a:rPr>
              <a:t>CC BY-NC</a:t>
            </a:r>
            <a:endParaRPr lang="en-GB" sz="900"/>
          </a:p>
        </p:txBody>
      </p:sp>
      <p:sp>
        <p:nvSpPr>
          <p:cNvPr id="12" name="TextBox 11">
            <a:extLst>
              <a:ext uri="{FF2B5EF4-FFF2-40B4-BE49-F238E27FC236}">
                <a16:creationId xmlns:a16="http://schemas.microsoft.com/office/drawing/2014/main" id="{BD86A07E-30C6-85AB-A927-8F239DB4DDAD}"/>
              </a:ext>
            </a:extLst>
          </p:cNvPr>
          <p:cNvSpPr txBox="1"/>
          <p:nvPr/>
        </p:nvSpPr>
        <p:spPr>
          <a:xfrm>
            <a:off x="1574800" y="2774434"/>
            <a:ext cx="6096000" cy="769441"/>
          </a:xfrm>
          <a:prstGeom prst="rect">
            <a:avLst/>
          </a:prstGeom>
          <a:noFill/>
        </p:spPr>
        <p:txBody>
          <a:bodyPr wrap="square">
            <a:spAutoFit/>
          </a:bodyPr>
          <a:lstStyle/>
          <a:p>
            <a:pPr>
              <a:buNone/>
            </a:pPr>
            <a:r>
              <a:rPr lang="en-GB" sz="4400" b="1" dirty="0">
                <a:latin typeface="Aptos" panose="020B0004020202020204" pitchFamily="34" charset="0"/>
              </a:rPr>
              <a:t>Any Question</a:t>
            </a:r>
          </a:p>
        </p:txBody>
      </p:sp>
    </p:spTree>
    <p:extLst>
      <p:ext uri="{BB962C8B-B14F-4D97-AF65-F5344CB8AC3E}">
        <p14:creationId xmlns:p14="http://schemas.microsoft.com/office/powerpoint/2010/main" val="29078468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Red tags with white letters&#10;&#10;AI-generated content may be incorrect.">
            <a:extLst>
              <a:ext uri="{FF2B5EF4-FFF2-40B4-BE49-F238E27FC236}">
                <a16:creationId xmlns:a16="http://schemas.microsoft.com/office/drawing/2014/main" id="{C06FCD04-C6E9-74CF-10B6-804DD1C1F6F2}"/>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524000" y="1876425"/>
            <a:ext cx="9144000" cy="3105150"/>
          </a:xfrm>
          <a:prstGeom prst="rect">
            <a:avLst/>
          </a:prstGeom>
        </p:spPr>
      </p:pic>
    </p:spTree>
    <p:extLst>
      <p:ext uri="{BB962C8B-B14F-4D97-AF65-F5344CB8AC3E}">
        <p14:creationId xmlns:p14="http://schemas.microsoft.com/office/powerpoint/2010/main" val="5039984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4FC0E-7FEE-A33C-2AFB-A228462C080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42438A3-8253-AFC4-B4F0-C26F6EE38A45}"/>
              </a:ext>
            </a:extLst>
          </p:cNvPr>
          <p:cNvSpPr txBox="1"/>
          <p:nvPr/>
        </p:nvSpPr>
        <p:spPr>
          <a:xfrm>
            <a:off x="1930400" y="5990592"/>
            <a:ext cx="8724900" cy="416204"/>
          </a:xfrm>
          <a:prstGeom prst="rect">
            <a:avLst/>
          </a:prstGeom>
          <a:noFill/>
        </p:spPr>
        <p:txBody>
          <a:bodyPr wrap="square">
            <a:spAutoFit/>
          </a:bodyPr>
          <a:lstStyle/>
          <a:p>
            <a:pPr>
              <a:lnSpc>
                <a:spcPct val="115000"/>
              </a:lnSpc>
              <a:spcAft>
                <a:spcPts val="800"/>
              </a:spcAft>
              <a:buNone/>
            </a:pPr>
            <a:r>
              <a:rPr lang="en-GB" sz="2000" i="1" kern="0" dirty="0">
                <a:effectLst/>
                <a:latin typeface="Arial" panose="020B0604020202020204" pitchFamily="34" charset="0"/>
                <a:ea typeface="Times New Roman" panose="02020603050405020304" pitchFamily="18" charset="0"/>
                <a:cs typeface="Arial" panose="020B0604020202020204" pitchFamily="34" charset="0"/>
              </a:rPr>
              <a:t>Situation | Thoughts | Feelings | Behaviours | Physiotherapy Response)</a:t>
            </a:r>
            <a:endParaRPr lang="en-GB" sz="2000" kern="100" dirty="0">
              <a:effectLst/>
              <a:latin typeface="Arial" panose="020B0604020202020204" pitchFamily="34" charset="0"/>
              <a:ea typeface="Aptos" panose="020B00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E3E17AB3-5469-6D57-66A4-A85ADF9E2E44}"/>
              </a:ext>
            </a:extLst>
          </p:cNvPr>
          <p:cNvSpPr txBox="1"/>
          <p:nvPr/>
        </p:nvSpPr>
        <p:spPr>
          <a:xfrm>
            <a:off x="1104900" y="451204"/>
            <a:ext cx="9080500" cy="4878964"/>
          </a:xfrm>
          <a:prstGeom prst="rect">
            <a:avLst/>
          </a:prstGeom>
          <a:noFill/>
        </p:spPr>
        <p:txBody>
          <a:bodyPr wrap="square">
            <a:spAutoFit/>
          </a:bodyPr>
          <a:lstStyle/>
          <a:p>
            <a:pPr>
              <a:lnSpc>
                <a:spcPct val="115000"/>
              </a:lnSpc>
              <a:spcAft>
                <a:spcPts val="800"/>
              </a:spcAft>
              <a:buNone/>
            </a:pPr>
            <a:r>
              <a:rPr lang="en-GB" sz="2000" b="1" kern="0" dirty="0">
                <a:effectLst/>
                <a:latin typeface="Arial" panose="020B0604020202020204" pitchFamily="34" charset="0"/>
                <a:ea typeface="Times New Roman" panose="02020603050405020304" pitchFamily="18" charset="0"/>
                <a:cs typeface="Arial" panose="020B0604020202020204" pitchFamily="34" charset="0"/>
              </a:rPr>
              <a:t>Instructions</a:t>
            </a:r>
            <a:endParaRPr lang="en-GB" sz="2000" kern="100" dirty="0">
              <a:effectLst/>
              <a:latin typeface="Arial" panose="020B0604020202020204" pitchFamily="34" charset="0"/>
              <a:ea typeface="Aptos" panose="020B0004020202020204" pitchFamily="34" charset="0"/>
              <a:cs typeface="Arial" panose="020B0604020202020204" pitchFamily="34" charset="0"/>
            </a:endParaRPr>
          </a:p>
          <a:p>
            <a:pPr>
              <a:lnSpc>
                <a:spcPct val="115000"/>
              </a:lnSpc>
              <a:spcAft>
                <a:spcPts val="800"/>
              </a:spcAft>
              <a:buNone/>
            </a:pPr>
            <a:r>
              <a:rPr lang="en-GB" sz="2000" kern="0" dirty="0">
                <a:effectLst/>
                <a:latin typeface="Arial" panose="020B0604020202020204" pitchFamily="34" charset="0"/>
                <a:ea typeface="Times New Roman" panose="02020603050405020304" pitchFamily="18" charset="0"/>
                <a:cs typeface="Arial" panose="020B0604020202020204" pitchFamily="34" charset="0"/>
              </a:rPr>
              <a:t>For each scenario:</a:t>
            </a:r>
            <a:endParaRPr lang="en-GB" sz="2000" kern="100" dirty="0">
              <a:effectLst/>
              <a:latin typeface="Arial" panose="020B0604020202020204" pitchFamily="34" charset="0"/>
              <a:ea typeface="Aptos" panose="020B0004020202020204" pitchFamily="34" charset="0"/>
              <a:cs typeface="Arial" panose="020B0604020202020204" pitchFamily="34" charset="0"/>
            </a:endParaRPr>
          </a:p>
          <a:p>
            <a:pPr marL="342900" lvl="0" indent="-342900">
              <a:lnSpc>
                <a:spcPct val="115000"/>
              </a:lnSpc>
              <a:spcAft>
                <a:spcPts val="800"/>
              </a:spcAft>
              <a:buFont typeface="+mj-lt"/>
              <a:buAutoNum type="arabicPeriod"/>
              <a:tabLst>
                <a:tab pos="457200" algn="l"/>
              </a:tabLst>
            </a:pPr>
            <a:r>
              <a:rPr lang="en-GB" sz="2000" kern="0" dirty="0">
                <a:effectLst/>
                <a:latin typeface="Arial" panose="020B0604020202020204" pitchFamily="34" charset="0"/>
                <a:ea typeface="Times New Roman" panose="02020603050405020304" pitchFamily="18" charset="0"/>
                <a:cs typeface="Arial" panose="020B0604020202020204" pitchFamily="34" charset="0"/>
              </a:rPr>
              <a:t>Identify possible </a:t>
            </a:r>
            <a:r>
              <a:rPr lang="en-GB" sz="2000" b="1" kern="0" dirty="0">
                <a:effectLst/>
                <a:latin typeface="Arial" panose="020B0604020202020204" pitchFamily="34" charset="0"/>
                <a:ea typeface="Times New Roman" panose="02020603050405020304" pitchFamily="18" charset="0"/>
                <a:cs typeface="Arial" panose="020B0604020202020204" pitchFamily="34" charset="0"/>
              </a:rPr>
              <a:t>thoughts</a:t>
            </a:r>
            <a:r>
              <a:rPr lang="en-GB" sz="2000" kern="0" dirty="0">
                <a:effectLst/>
                <a:latin typeface="Arial" panose="020B0604020202020204" pitchFamily="34" charset="0"/>
                <a:ea typeface="Times New Roman" panose="02020603050405020304" pitchFamily="18" charset="0"/>
                <a:cs typeface="Arial" panose="020B0604020202020204" pitchFamily="34" charset="0"/>
              </a:rPr>
              <a:t>, </a:t>
            </a:r>
            <a:r>
              <a:rPr lang="en-GB" sz="2000" b="1" kern="0" dirty="0">
                <a:effectLst/>
                <a:latin typeface="Arial" panose="020B0604020202020204" pitchFamily="34" charset="0"/>
                <a:ea typeface="Times New Roman" panose="02020603050405020304" pitchFamily="18" charset="0"/>
                <a:cs typeface="Arial" panose="020B0604020202020204" pitchFamily="34" charset="0"/>
              </a:rPr>
              <a:t>feelings</a:t>
            </a:r>
            <a:r>
              <a:rPr lang="en-GB" sz="2000" kern="0" dirty="0">
                <a:effectLst/>
                <a:latin typeface="Arial" panose="020B0604020202020204" pitchFamily="34" charset="0"/>
                <a:ea typeface="Times New Roman" panose="02020603050405020304" pitchFamily="18" charset="0"/>
                <a:cs typeface="Arial" panose="020B0604020202020204" pitchFamily="34" charset="0"/>
              </a:rPr>
              <a:t>, </a:t>
            </a:r>
            <a:r>
              <a:rPr lang="en-GB" sz="2000" b="1" kern="0" dirty="0">
                <a:effectLst/>
                <a:latin typeface="Arial" panose="020B0604020202020204" pitchFamily="34" charset="0"/>
                <a:ea typeface="Times New Roman" panose="02020603050405020304" pitchFamily="18" charset="0"/>
                <a:cs typeface="Arial" panose="020B0604020202020204" pitchFamily="34" charset="0"/>
              </a:rPr>
              <a:t>behaviours</a:t>
            </a:r>
            <a:r>
              <a:rPr lang="en-GB" sz="2000" kern="0" dirty="0">
                <a:effectLst/>
                <a:latin typeface="Arial" panose="020B0604020202020204" pitchFamily="34" charset="0"/>
                <a:ea typeface="Times New Roman" panose="02020603050405020304" pitchFamily="18" charset="0"/>
                <a:cs typeface="Arial" panose="020B0604020202020204" pitchFamily="34" charset="0"/>
              </a:rPr>
              <a:t>, and </a:t>
            </a:r>
            <a:r>
              <a:rPr lang="en-GB" sz="2000" b="1" kern="0" dirty="0">
                <a:effectLst/>
                <a:latin typeface="Arial" panose="020B0604020202020204" pitchFamily="34" charset="0"/>
                <a:ea typeface="Times New Roman" panose="02020603050405020304" pitchFamily="18" charset="0"/>
                <a:cs typeface="Arial" panose="020B0604020202020204" pitchFamily="34" charset="0"/>
              </a:rPr>
              <a:t>physical reactions</a:t>
            </a:r>
            <a:r>
              <a:rPr lang="en-GB" sz="2000" kern="0" dirty="0">
                <a:effectLst/>
                <a:latin typeface="Arial" panose="020B0604020202020204" pitchFamily="34" charset="0"/>
                <a:ea typeface="Times New Roman" panose="02020603050405020304" pitchFamily="18" charset="0"/>
                <a:cs typeface="Arial" panose="020B0604020202020204" pitchFamily="34" charset="0"/>
              </a:rPr>
              <a:t> the patient might experience.</a:t>
            </a:r>
            <a:endParaRPr lang="en-GB" sz="2000" kern="100" dirty="0">
              <a:effectLst/>
              <a:latin typeface="Arial" panose="020B0604020202020204" pitchFamily="34" charset="0"/>
              <a:ea typeface="Aptos" panose="020B0004020202020204" pitchFamily="34" charset="0"/>
              <a:cs typeface="Arial" panose="020B0604020202020204" pitchFamily="34" charset="0"/>
            </a:endParaRPr>
          </a:p>
          <a:p>
            <a:pPr marL="342900" lvl="0" indent="-342900">
              <a:lnSpc>
                <a:spcPct val="115000"/>
              </a:lnSpc>
              <a:spcAft>
                <a:spcPts val="800"/>
              </a:spcAft>
              <a:buFont typeface="+mj-lt"/>
              <a:buAutoNum type="arabicPeriod"/>
              <a:tabLst>
                <a:tab pos="457200" algn="l"/>
              </a:tabLst>
            </a:pPr>
            <a:r>
              <a:rPr lang="en-GB" sz="2000" kern="0" dirty="0">
                <a:effectLst/>
                <a:latin typeface="Arial" panose="020B0604020202020204" pitchFamily="34" charset="0"/>
                <a:ea typeface="Times New Roman" panose="02020603050405020304" pitchFamily="18" charset="0"/>
                <a:cs typeface="Arial" panose="020B0604020202020204" pitchFamily="34" charset="0"/>
              </a:rPr>
              <a:t>Suggest one or two </a:t>
            </a:r>
            <a:r>
              <a:rPr lang="en-GB" sz="2000" b="1" kern="0" dirty="0">
                <a:effectLst/>
                <a:latin typeface="Arial" panose="020B0604020202020204" pitchFamily="34" charset="0"/>
                <a:ea typeface="Times New Roman" panose="02020603050405020304" pitchFamily="18" charset="0"/>
                <a:cs typeface="Arial" panose="020B0604020202020204" pitchFamily="34" charset="0"/>
              </a:rPr>
              <a:t>CBT-informed physiotherapy responses</a:t>
            </a:r>
            <a:r>
              <a:rPr lang="en-GB" sz="2000" kern="0" dirty="0">
                <a:effectLst/>
                <a:latin typeface="Arial" panose="020B0604020202020204" pitchFamily="34" charset="0"/>
                <a:ea typeface="Times New Roman" panose="02020603050405020304" pitchFamily="18" charset="0"/>
                <a:cs typeface="Arial" panose="020B0604020202020204" pitchFamily="34" charset="0"/>
              </a:rPr>
              <a:t>, such as:</a:t>
            </a:r>
            <a:endParaRPr lang="en-GB" sz="2000" kern="100" dirty="0">
              <a:effectLst/>
              <a:latin typeface="Arial" panose="020B0604020202020204" pitchFamily="34" charset="0"/>
              <a:ea typeface="Aptos" panose="020B0004020202020204" pitchFamily="34" charset="0"/>
              <a:cs typeface="Arial" panose="020B0604020202020204" pitchFamily="34"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GB" sz="2000" kern="0" dirty="0">
                <a:effectLst/>
                <a:latin typeface="Arial" panose="020B0604020202020204" pitchFamily="34" charset="0"/>
                <a:ea typeface="Times New Roman" panose="02020603050405020304" pitchFamily="18" charset="0"/>
                <a:cs typeface="Arial" panose="020B0604020202020204" pitchFamily="34" charset="0"/>
              </a:rPr>
              <a:t>Guided discovery</a:t>
            </a:r>
            <a:endParaRPr lang="en-GB" sz="2000" kern="100" dirty="0">
              <a:effectLst/>
              <a:latin typeface="Arial" panose="020B0604020202020204" pitchFamily="34" charset="0"/>
              <a:ea typeface="Aptos" panose="020B0004020202020204" pitchFamily="34" charset="0"/>
              <a:cs typeface="Arial" panose="020B0604020202020204" pitchFamily="34"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GB" sz="2000" kern="0" dirty="0">
                <a:effectLst/>
                <a:latin typeface="Arial" panose="020B0604020202020204" pitchFamily="34" charset="0"/>
                <a:ea typeface="Times New Roman" panose="02020603050405020304" pitchFamily="18" charset="0"/>
                <a:cs typeface="Arial" panose="020B0604020202020204" pitchFamily="34" charset="0"/>
              </a:rPr>
              <a:t>Reassurance and education</a:t>
            </a:r>
            <a:endParaRPr lang="en-GB" sz="2000" kern="100" dirty="0">
              <a:effectLst/>
              <a:latin typeface="Arial" panose="020B0604020202020204" pitchFamily="34" charset="0"/>
              <a:ea typeface="Aptos" panose="020B0004020202020204" pitchFamily="34" charset="0"/>
              <a:cs typeface="Arial" panose="020B0604020202020204" pitchFamily="34"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GB" sz="2000" kern="0" dirty="0">
                <a:effectLst/>
                <a:latin typeface="Arial" panose="020B0604020202020204" pitchFamily="34" charset="0"/>
                <a:ea typeface="Times New Roman" panose="02020603050405020304" pitchFamily="18" charset="0"/>
                <a:cs typeface="Arial" panose="020B0604020202020204" pitchFamily="34" charset="0"/>
              </a:rPr>
              <a:t>Goal setting</a:t>
            </a:r>
            <a:endParaRPr lang="en-GB" sz="2000" kern="100" dirty="0">
              <a:effectLst/>
              <a:latin typeface="Arial" panose="020B0604020202020204" pitchFamily="34" charset="0"/>
              <a:ea typeface="Aptos" panose="020B0004020202020204" pitchFamily="34" charset="0"/>
              <a:cs typeface="Arial" panose="020B0604020202020204" pitchFamily="34"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GB" sz="2000" kern="0" dirty="0">
                <a:effectLst/>
                <a:latin typeface="Arial" panose="020B0604020202020204" pitchFamily="34" charset="0"/>
                <a:ea typeface="Times New Roman" panose="02020603050405020304" pitchFamily="18" charset="0"/>
                <a:cs typeface="Arial" panose="020B0604020202020204" pitchFamily="34" charset="0"/>
              </a:rPr>
              <a:t>Problem solving or action planning</a:t>
            </a:r>
            <a:endParaRPr lang="en-GB" sz="2000" kern="100" dirty="0">
              <a:effectLst/>
              <a:latin typeface="Arial" panose="020B0604020202020204" pitchFamily="34" charset="0"/>
              <a:ea typeface="Aptos" panose="020B0004020202020204" pitchFamily="34" charset="0"/>
              <a:cs typeface="Arial" panose="020B0604020202020204" pitchFamily="34"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GB" sz="2000" kern="0" dirty="0">
                <a:effectLst/>
                <a:latin typeface="Arial" panose="020B0604020202020204" pitchFamily="34" charset="0"/>
                <a:ea typeface="Times New Roman" panose="02020603050405020304" pitchFamily="18" charset="0"/>
                <a:cs typeface="Arial" panose="020B0604020202020204" pitchFamily="34" charset="0"/>
              </a:rPr>
              <a:t>Confidence scaling</a:t>
            </a:r>
            <a:endParaRPr lang="en-GB" sz="2000" kern="100" dirty="0">
              <a:effectLst/>
              <a:latin typeface="Arial" panose="020B0604020202020204" pitchFamily="34" charset="0"/>
              <a:ea typeface="Aptos" panose="020B0004020202020204" pitchFamily="34" charset="0"/>
              <a:cs typeface="Arial" panose="020B0604020202020204" pitchFamily="34"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GB" sz="2000" kern="0" dirty="0">
                <a:effectLst/>
                <a:latin typeface="Arial" panose="020B0604020202020204" pitchFamily="34" charset="0"/>
                <a:ea typeface="Times New Roman" panose="02020603050405020304" pitchFamily="18" charset="0"/>
                <a:cs typeface="Arial" panose="020B0604020202020204" pitchFamily="34" charset="0"/>
              </a:rPr>
              <a:t>Positive feedback</a:t>
            </a:r>
            <a:endParaRPr lang="en-GB" sz="2000" kern="100" dirty="0">
              <a:effectLst/>
              <a:latin typeface="Arial" panose="020B06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39490430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324D9-928B-A24E-D91A-CEB4951281F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A2582E0-899C-8AA0-0705-693C64CDA54F}"/>
              </a:ext>
            </a:extLst>
          </p:cNvPr>
          <p:cNvSpPr txBox="1"/>
          <p:nvPr/>
        </p:nvSpPr>
        <p:spPr>
          <a:xfrm>
            <a:off x="254000" y="152398"/>
            <a:ext cx="11468100" cy="6553204"/>
          </a:xfrm>
          <a:prstGeom prst="rect">
            <a:avLst/>
          </a:prstGeom>
          <a:noFill/>
        </p:spPr>
        <p:txBody>
          <a:bodyPr wrap="square">
            <a:spAutoFit/>
          </a:bodyPr>
          <a:lstStyle/>
          <a:p>
            <a:pPr>
              <a:lnSpc>
                <a:spcPct val="115000"/>
              </a:lnSpc>
              <a:spcAft>
                <a:spcPts val="800"/>
              </a:spcAft>
              <a:buNone/>
            </a:pPr>
            <a:r>
              <a:rPr lang="en-GB" b="1" kern="0" dirty="0">
                <a:effectLst/>
                <a:latin typeface="Arial" panose="020B0604020202020204" pitchFamily="34" charset="0"/>
                <a:ea typeface="Times New Roman" panose="02020603050405020304" pitchFamily="18" charset="0"/>
                <a:cs typeface="Arial" panose="020B0604020202020204" pitchFamily="34" charset="0"/>
              </a:rPr>
              <a:t>Scenario 1</a:t>
            </a:r>
            <a:endParaRPr lang="en-GB" kern="100" dirty="0">
              <a:effectLst/>
              <a:latin typeface="Arial" panose="020B0604020202020204" pitchFamily="34" charset="0"/>
              <a:ea typeface="Aptos" panose="020B0004020202020204" pitchFamily="34" charset="0"/>
              <a:cs typeface="Arial" panose="020B0604020202020204" pitchFamily="34" charset="0"/>
            </a:endParaRPr>
          </a:p>
          <a:p>
            <a:pPr>
              <a:lnSpc>
                <a:spcPct val="115000"/>
              </a:lnSpc>
              <a:spcAft>
                <a:spcPts val="800"/>
              </a:spcAft>
              <a:buNone/>
            </a:pPr>
            <a:r>
              <a:rPr lang="en-GB" kern="0" dirty="0">
                <a:effectLst/>
                <a:latin typeface="Arial" panose="020B0604020202020204" pitchFamily="34" charset="0"/>
                <a:ea typeface="Times New Roman" panose="02020603050405020304" pitchFamily="18" charset="0"/>
                <a:cs typeface="Arial" panose="020B0604020202020204" pitchFamily="34" charset="0"/>
              </a:rPr>
              <a:t>A 46-year-old man with a history of back pain avoids bending or lifting objects, even though his physiotherapist has advised gradual return to movement.</a:t>
            </a:r>
          </a:p>
          <a:p>
            <a:pPr>
              <a:lnSpc>
                <a:spcPct val="115000"/>
              </a:lnSpc>
              <a:spcAft>
                <a:spcPts val="800"/>
              </a:spcAft>
              <a:buNone/>
            </a:pPr>
            <a:endParaRPr lang="en-GB" kern="0" dirty="0">
              <a:latin typeface="Arial" panose="020B0604020202020204" pitchFamily="34" charset="0"/>
              <a:ea typeface="Aptos" panose="020B0004020202020204" pitchFamily="34" charset="0"/>
              <a:cs typeface="Arial" panose="020B0604020202020204" pitchFamily="34" charset="0"/>
            </a:endParaRPr>
          </a:p>
          <a:p>
            <a:r>
              <a:rPr lang="en-GB" b="1" dirty="0">
                <a:latin typeface="Arial" panose="020B0604020202020204" pitchFamily="34" charset="0"/>
                <a:cs typeface="Arial" panose="020B0604020202020204" pitchFamily="34" charset="0"/>
              </a:rPr>
              <a:t>Scenario 2</a:t>
            </a:r>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A 65-year-old woman in stroke rehab says she doesn’t see the point of therapy because she feels she’ll “never get back to normal.”</a:t>
            </a:r>
          </a:p>
          <a:p>
            <a:pPr>
              <a:lnSpc>
                <a:spcPct val="115000"/>
              </a:lnSpc>
              <a:spcAft>
                <a:spcPts val="800"/>
              </a:spcAft>
              <a:buNone/>
            </a:pPr>
            <a:endParaRPr lang="en-GB" kern="100" dirty="0">
              <a:effectLst/>
              <a:latin typeface="Arial" panose="020B0604020202020204" pitchFamily="34" charset="0"/>
              <a:ea typeface="Aptos" panose="020B0004020202020204" pitchFamily="34" charset="0"/>
              <a:cs typeface="Arial" panose="020B0604020202020204" pitchFamily="34" charset="0"/>
            </a:endParaRPr>
          </a:p>
          <a:p>
            <a:r>
              <a:rPr lang="en-GB" b="1" dirty="0">
                <a:latin typeface="Arial" panose="020B0604020202020204" pitchFamily="34" charset="0"/>
                <a:cs typeface="Arial" panose="020B0604020202020204" pitchFamily="34" charset="0"/>
              </a:rPr>
              <a:t>Scenario 3</a:t>
            </a:r>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A 40-year-old office worker has been given shoulder exercises but keeps forgetting to do them at home. She feels frustrated with her lack of progress.</a:t>
            </a:r>
          </a:p>
          <a:p>
            <a:pPr>
              <a:lnSpc>
                <a:spcPct val="115000"/>
              </a:lnSpc>
              <a:spcAft>
                <a:spcPts val="800"/>
              </a:spcAft>
              <a:buNone/>
            </a:pPr>
            <a:endParaRPr lang="en-GB" kern="100" dirty="0">
              <a:effectLst/>
              <a:latin typeface="Arial" panose="020B0604020202020204" pitchFamily="34" charset="0"/>
              <a:ea typeface="Aptos" panose="020B0004020202020204" pitchFamily="34" charset="0"/>
              <a:cs typeface="Arial" panose="020B0604020202020204" pitchFamily="34" charset="0"/>
            </a:endParaRPr>
          </a:p>
          <a:p>
            <a:r>
              <a:rPr lang="en-GB" b="1" dirty="0">
                <a:latin typeface="Arial" panose="020B0604020202020204" pitchFamily="34" charset="0"/>
                <a:cs typeface="Arial" panose="020B0604020202020204" pitchFamily="34" charset="0"/>
              </a:rPr>
              <a:t>Scenario 4 </a:t>
            </a:r>
          </a:p>
          <a:p>
            <a:r>
              <a:rPr lang="en-GB" dirty="0">
                <a:latin typeface="Arial" panose="020B0604020202020204" pitchFamily="34" charset="0"/>
                <a:cs typeface="Arial" panose="020B0604020202020204" pitchFamily="34" charset="0"/>
              </a:rPr>
              <a:t>A 25-year-old football player recovering from ACL surgery says, “I’ll never be as strong or fast as before,” and is inconsistent with rehab.</a:t>
            </a:r>
          </a:p>
          <a:p>
            <a:pPr>
              <a:lnSpc>
                <a:spcPct val="115000"/>
              </a:lnSpc>
              <a:spcAft>
                <a:spcPts val="800"/>
              </a:spcAft>
              <a:buNone/>
            </a:pPr>
            <a:endParaRPr lang="en-GB" kern="100" dirty="0">
              <a:effectLst/>
              <a:latin typeface="Arial" panose="020B0604020202020204" pitchFamily="34" charset="0"/>
              <a:ea typeface="Aptos" panose="020B0004020202020204" pitchFamily="34" charset="0"/>
              <a:cs typeface="Arial" panose="020B0604020202020204" pitchFamily="34" charset="0"/>
            </a:endParaRPr>
          </a:p>
          <a:p>
            <a:r>
              <a:rPr lang="en-GB" b="1" dirty="0">
                <a:latin typeface="Arial" panose="020B0604020202020204" pitchFamily="34" charset="0"/>
                <a:cs typeface="Arial" panose="020B0604020202020204" pitchFamily="34" charset="0"/>
              </a:rPr>
              <a:t>Scenario 5 </a:t>
            </a:r>
          </a:p>
          <a:p>
            <a:r>
              <a:rPr lang="en-GB" dirty="0">
                <a:latin typeface="Arial" panose="020B0604020202020204" pitchFamily="34" charset="0"/>
                <a:cs typeface="Arial" panose="020B0604020202020204" pitchFamily="34" charset="0"/>
              </a:rPr>
              <a:t>A 55-year-old patient with chronic knee pain stops walking for exercise because they believe activity will make their condition worse.</a:t>
            </a:r>
          </a:p>
          <a:p>
            <a:pPr>
              <a:lnSpc>
                <a:spcPct val="115000"/>
              </a:lnSpc>
              <a:spcAft>
                <a:spcPts val="800"/>
              </a:spcAft>
              <a:buNone/>
            </a:pPr>
            <a:endParaRPr lang="en-GB" kern="100" dirty="0">
              <a:effectLst/>
              <a:latin typeface="Arial" panose="020B06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10646603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CAE2D09-8860-C1FB-29A1-6E0F37F9F754}"/>
              </a:ext>
            </a:extLst>
          </p:cNvPr>
          <p:cNvSpPr txBox="1"/>
          <p:nvPr/>
        </p:nvSpPr>
        <p:spPr>
          <a:xfrm>
            <a:off x="977900" y="1053237"/>
            <a:ext cx="9194800" cy="4647426"/>
          </a:xfrm>
          <a:prstGeom prst="rect">
            <a:avLst/>
          </a:prstGeom>
          <a:noFill/>
        </p:spPr>
        <p:txBody>
          <a:bodyPr wrap="square">
            <a:spAutoFit/>
          </a:bodyPr>
          <a:lstStyle/>
          <a:p>
            <a:r>
              <a:rPr lang="en-GB" sz="2800" b="1" dirty="0">
                <a:latin typeface="Arial" panose="020B0604020202020204" pitchFamily="34" charset="0"/>
                <a:cs typeface="Arial" panose="020B0604020202020204" pitchFamily="34" charset="0"/>
              </a:rPr>
              <a:t>Design the Intervention</a:t>
            </a:r>
          </a:p>
          <a:p>
            <a:endParaRPr lang="en-GB" sz="2000" b="1" dirty="0">
              <a:latin typeface="Arial" panose="020B0604020202020204" pitchFamily="34" charset="0"/>
              <a:cs typeface="Arial" panose="020B0604020202020204" pitchFamily="34" charset="0"/>
            </a:endParaRPr>
          </a:p>
          <a:p>
            <a:r>
              <a:rPr lang="en-GB" sz="2000" dirty="0">
                <a:latin typeface="Arial" panose="020B0604020202020204" pitchFamily="34" charset="0"/>
                <a:cs typeface="Arial" panose="020B0604020202020204" pitchFamily="34" charset="0"/>
              </a:rPr>
              <a:t>Coose </a:t>
            </a:r>
            <a:r>
              <a:rPr lang="en-GB" sz="2000" b="1" dirty="0">
                <a:latin typeface="Arial" panose="020B0604020202020204" pitchFamily="34" charset="0"/>
                <a:cs typeface="Arial" panose="020B0604020202020204" pitchFamily="34" charset="0"/>
              </a:rPr>
              <a:t>one scenario</a:t>
            </a:r>
          </a:p>
          <a:p>
            <a:endParaRPr lang="en-GB" sz="2000" dirty="0">
              <a:latin typeface="Arial" panose="020B0604020202020204" pitchFamily="34" charset="0"/>
              <a:cs typeface="Arial" panose="020B0604020202020204" pitchFamily="34" charset="0"/>
            </a:endParaRPr>
          </a:p>
          <a:p>
            <a:r>
              <a:rPr lang="en-GB" sz="2800" b="1" dirty="0">
                <a:latin typeface="Arial" panose="020B0604020202020204" pitchFamily="34" charset="0"/>
                <a:cs typeface="Arial" panose="020B0604020202020204" pitchFamily="34" charset="0"/>
              </a:rPr>
              <a:t>Task</a:t>
            </a:r>
          </a:p>
          <a:p>
            <a:endParaRPr lang="en-GB" sz="2000" dirty="0">
              <a:latin typeface="Arial" panose="020B0604020202020204" pitchFamily="34" charset="0"/>
              <a:cs typeface="Arial" panose="020B0604020202020204" pitchFamily="34" charset="0"/>
            </a:endParaRPr>
          </a:p>
          <a:p>
            <a:pPr lvl="0"/>
            <a:r>
              <a:rPr lang="en-GB" sz="2000" dirty="0">
                <a:latin typeface="Arial" panose="020B0604020202020204" pitchFamily="34" charset="0"/>
                <a:cs typeface="Arial" panose="020B0604020202020204" pitchFamily="34" charset="0"/>
              </a:rPr>
              <a:t>Identify the </a:t>
            </a:r>
            <a:r>
              <a:rPr lang="en-GB" sz="2000" b="1" dirty="0">
                <a:latin typeface="Arial" panose="020B0604020202020204" pitchFamily="34" charset="0"/>
                <a:cs typeface="Arial" panose="020B0604020202020204" pitchFamily="34" charset="0"/>
              </a:rPr>
              <a:t>main COM-B barrier(s)</a:t>
            </a:r>
            <a:r>
              <a:rPr lang="en-GB" sz="2000" dirty="0">
                <a:latin typeface="Arial" panose="020B0604020202020204" pitchFamily="34" charset="0"/>
                <a:cs typeface="Arial" panose="020B0604020202020204" pitchFamily="34" charset="0"/>
              </a:rPr>
              <a:t> (Capability, Opportunity, Motivation).</a:t>
            </a:r>
          </a:p>
          <a:p>
            <a:pPr lvl="0"/>
            <a:endParaRPr lang="en-GB" sz="2000" dirty="0">
              <a:latin typeface="Arial" panose="020B0604020202020204" pitchFamily="34" charset="0"/>
              <a:cs typeface="Arial" panose="020B0604020202020204" pitchFamily="34" charset="0"/>
            </a:endParaRPr>
          </a:p>
          <a:p>
            <a:pPr lvl="0"/>
            <a:r>
              <a:rPr lang="en-GB" sz="2000" dirty="0">
                <a:latin typeface="Arial" panose="020B0604020202020204" pitchFamily="34" charset="0"/>
                <a:cs typeface="Arial" panose="020B0604020202020204" pitchFamily="34" charset="0"/>
              </a:rPr>
              <a:t>Choose 3-4 </a:t>
            </a:r>
            <a:r>
              <a:rPr lang="en-GB" sz="2000" b="1" dirty="0">
                <a:latin typeface="Arial" panose="020B0604020202020204" pitchFamily="34" charset="0"/>
                <a:cs typeface="Arial" panose="020B0604020202020204" pitchFamily="34" charset="0"/>
              </a:rPr>
              <a:t>suitable BCTs</a:t>
            </a:r>
            <a:r>
              <a:rPr lang="en-GB" sz="2000" dirty="0">
                <a:latin typeface="Arial" panose="020B0604020202020204" pitchFamily="34" charset="0"/>
                <a:cs typeface="Arial" panose="020B0604020202020204" pitchFamily="34" charset="0"/>
              </a:rPr>
              <a:t> from the handout.</a:t>
            </a:r>
          </a:p>
          <a:p>
            <a:pPr lvl="0"/>
            <a:endParaRPr lang="en-GB" sz="2000" dirty="0">
              <a:latin typeface="Arial" panose="020B0604020202020204" pitchFamily="34" charset="0"/>
              <a:cs typeface="Arial" panose="020B0604020202020204" pitchFamily="34" charset="0"/>
            </a:endParaRPr>
          </a:p>
          <a:p>
            <a:pPr lvl="0"/>
            <a:r>
              <a:rPr lang="en-GB" sz="2000" dirty="0">
                <a:latin typeface="Arial" panose="020B0604020202020204" pitchFamily="34" charset="0"/>
                <a:cs typeface="Arial" panose="020B0604020202020204" pitchFamily="34" charset="0"/>
              </a:rPr>
              <a:t>Design a </a:t>
            </a:r>
            <a:r>
              <a:rPr lang="en-GB" sz="2000" b="1" dirty="0">
                <a:latin typeface="Arial" panose="020B0604020202020204" pitchFamily="34" charset="0"/>
                <a:cs typeface="Arial" panose="020B0604020202020204" pitchFamily="34" charset="0"/>
              </a:rPr>
              <a:t>short physiotherapy-based intervention plan</a:t>
            </a:r>
            <a:r>
              <a:rPr lang="en-GB" sz="2000" dirty="0">
                <a:latin typeface="Arial" panose="020B0604020202020204" pitchFamily="34" charset="0"/>
                <a:cs typeface="Arial" panose="020B0604020202020204" pitchFamily="34" charset="0"/>
              </a:rPr>
              <a:t> using those techniques.</a:t>
            </a:r>
          </a:p>
          <a:p>
            <a:pPr lvl="0"/>
            <a:endParaRPr lang="en-GB" sz="2000" dirty="0">
              <a:latin typeface="Arial" panose="020B0604020202020204" pitchFamily="34" charset="0"/>
              <a:cs typeface="Arial" panose="020B0604020202020204" pitchFamily="34" charset="0"/>
            </a:endParaRPr>
          </a:p>
          <a:p>
            <a:pPr lvl="0"/>
            <a:r>
              <a:rPr lang="en-GB" sz="2000" dirty="0">
                <a:latin typeface="Arial" panose="020B0604020202020204" pitchFamily="34" charset="0"/>
                <a:cs typeface="Arial" panose="020B0604020202020204" pitchFamily="34" charset="0"/>
              </a:rPr>
              <a:t>Prepare to explain their reasoning to the class.</a:t>
            </a:r>
          </a:p>
        </p:txBody>
      </p:sp>
    </p:spTree>
    <p:extLst>
      <p:ext uri="{BB962C8B-B14F-4D97-AF65-F5344CB8AC3E}">
        <p14:creationId xmlns:p14="http://schemas.microsoft.com/office/powerpoint/2010/main" val="30312234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9CDCF-4A24-8D3D-97C3-69A0314E4D8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63AA4C3-DD4B-3100-6C38-699F8512239D}"/>
              </a:ext>
            </a:extLst>
          </p:cNvPr>
          <p:cNvSpPr txBox="1"/>
          <p:nvPr/>
        </p:nvSpPr>
        <p:spPr>
          <a:xfrm>
            <a:off x="1193800" y="1231595"/>
            <a:ext cx="9804400" cy="4199804"/>
          </a:xfrm>
          <a:prstGeom prst="rect">
            <a:avLst/>
          </a:prstGeom>
          <a:noFill/>
        </p:spPr>
        <p:txBody>
          <a:bodyPr wrap="square">
            <a:spAutoFit/>
          </a:bodyPr>
          <a:lstStyle/>
          <a:p>
            <a:pPr>
              <a:lnSpc>
                <a:spcPct val="115000"/>
              </a:lnSpc>
              <a:spcAft>
                <a:spcPts val="800"/>
              </a:spcAft>
              <a:buNone/>
            </a:pPr>
            <a:r>
              <a:rPr lang="en-GB" sz="2800" b="1" kern="0" dirty="0">
                <a:effectLst/>
                <a:latin typeface="Arial" panose="020B0604020202020204" pitchFamily="34" charset="0"/>
                <a:ea typeface="Times New Roman" panose="02020603050405020304" pitchFamily="18" charset="0"/>
                <a:cs typeface="Arial" panose="020B0604020202020204" pitchFamily="34" charset="0"/>
              </a:rPr>
              <a:t>Scenario 1  </a:t>
            </a:r>
            <a:endParaRPr lang="en-GB" sz="2800" kern="100" dirty="0">
              <a:effectLst/>
              <a:latin typeface="Arial" panose="020B0604020202020204" pitchFamily="34" charset="0"/>
              <a:ea typeface="Aptos" panose="020B0004020202020204" pitchFamily="34" charset="0"/>
              <a:cs typeface="Arial" panose="020B0604020202020204" pitchFamily="34" charset="0"/>
            </a:endParaRPr>
          </a:p>
          <a:p>
            <a:pPr>
              <a:lnSpc>
                <a:spcPct val="115000"/>
              </a:lnSpc>
              <a:spcAft>
                <a:spcPts val="800"/>
              </a:spcAft>
              <a:buNone/>
            </a:pPr>
            <a:r>
              <a:rPr lang="en-GB" sz="2000" kern="0" dirty="0">
                <a:effectLst/>
                <a:latin typeface="Arial" panose="020B0604020202020204" pitchFamily="34" charset="0"/>
                <a:ea typeface="Times New Roman" panose="02020603050405020304" pitchFamily="18" charset="0"/>
                <a:cs typeface="Arial" panose="020B0604020202020204" pitchFamily="34" charset="0"/>
              </a:rPr>
              <a:t>John is a 46-year-old warehouse worker recovering from a lumbar strain he sustained six months ago. Although his pain has reduced and he has regained good mobility, John remains very cautious about moving. He avoids bending, lifting, and even doing basic house chores because he believes any wrong movement could “damage his back again.” His wife now does most of the physical work at home, and John feels guilty and frustrated but insists he is “being careful.” He reports stiffness and constant tension in his lower back from keeping it rigid. As the physiotherapist, you need to explore his beliefs and help him understand the difference between pain and harm. Your goal is to encourage graded movement, rebuild his confidence, and help him re-engage in normal daily activity.</a:t>
            </a:r>
            <a:endParaRPr lang="en-GB" sz="2000" kern="100" dirty="0">
              <a:effectLst/>
              <a:latin typeface="Arial" panose="020B06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40573737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D92AE-675A-0FF8-9784-6689F9AFB18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A2E67B0-6869-AE26-761F-94CB52D1AD53}"/>
              </a:ext>
            </a:extLst>
          </p:cNvPr>
          <p:cNvSpPr txBox="1"/>
          <p:nvPr/>
        </p:nvSpPr>
        <p:spPr>
          <a:xfrm>
            <a:off x="1276350" y="1295095"/>
            <a:ext cx="9639300" cy="4199804"/>
          </a:xfrm>
          <a:prstGeom prst="rect">
            <a:avLst/>
          </a:prstGeom>
          <a:noFill/>
        </p:spPr>
        <p:txBody>
          <a:bodyPr wrap="square">
            <a:spAutoFit/>
          </a:bodyPr>
          <a:lstStyle/>
          <a:p>
            <a:pPr>
              <a:lnSpc>
                <a:spcPct val="115000"/>
              </a:lnSpc>
              <a:spcAft>
                <a:spcPts val="800"/>
              </a:spcAft>
              <a:buNone/>
            </a:pPr>
            <a:r>
              <a:rPr lang="en-GB" sz="2800" b="1" kern="0" dirty="0">
                <a:effectLst/>
                <a:latin typeface="Arial" panose="020B0604020202020204" pitchFamily="34" charset="0"/>
                <a:ea typeface="Times New Roman" panose="02020603050405020304" pitchFamily="18" charset="0"/>
                <a:cs typeface="Arial" panose="020B0604020202020204" pitchFamily="34" charset="0"/>
              </a:rPr>
              <a:t>Scenario 2 </a:t>
            </a:r>
            <a:endParaRPr lang="en-GB" sz="2800" kern="100" dirty="0">
              <a:effectLst/>
              <a:latin typeface="Arial" panose="020B0604020202020204" pitchFamily="34" charset="0"/>
              <a:ea typeface="Aptos" panose="020B0004020202020204" pitchFamily="34" charset="0"/>
              <a:cs typeface="Arial" panose="020B0604020202020204" pitchFamily="34" charset="0"/>
            </a:endParaRPr>
          </a:p>
          <a:p>
            <a:pPr>
              <a:lnSpc>
                <a:spcPct val="115000"/>
              </a:lnSpc>
              <a:spcAft>
                <a:spcPts val="800"/>
              </a:spcAft>
              <a:buNone/>
            </a:pPr>
            <a:r>
              <a:rPr lang="en-GB" sz="2000" kern="0" dirty="0">
                <a:effectLst/>
                <a:latin typeface="Arial" panose="020B0604020202020204" pitchFamily="34" charset="0"/>
                <a:ea typeface="Times New Roman" panose="02020603050405020304" pitchFamily="18" charset="0"/>
                <a:cs typeface="Arial" panose="020B0604020202020204" pitchFamily="34" charset="0"/>
              </a:rPr>
              <a:t>Mary is a 67-year-old retired teacher who experienced a mild stroke 10 weeks ago, leaving her with weakness in her left arm and leg. She attends physiotherapy sessions regularly but puts in minimal effort and shows little interest in her exercises. Mary often says, “I’ll never get back to normal, so what’s the point?” She lives alone, has few visitors, and seems to have lost confidence in her ability to recover. During therapy she appears withdrawn and tired, doing only the minimum required. As the physiotherapist, your challenge is to explore her thoughts and feelings, identify what matters most to her, and help her rediscover motivation through positive feedback, small achievable goals, and active involvement in planning her rehabilitation.</a:t>
            </a:r>
            <a:endParaRPr lang="en-GB" sz="2000" kern="100" dirty="0">
              <a:effectLst/>
              <a:latin typeface="Arial" panose="020B06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25362256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3FCCC-5822-6601-68EB-1D26EE4F681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F0685B7-803A-062E-EF1E-66F3333525FF}"/>
              </a:ext>
            </a:extLst>
          </p:cNvPr>
          <p:cNvSpPr txBox="1"/>
          <p:nvPr/>
        </p:nvSpPr>
        <p:spPr>
          <a:xfrm>
            <a:off x="1181100" y="1353025"/>
            <a:ext cx="9626600" cy="3768211"/>
          </a:xfrm>
          <a:prstGeom prst="rect">
            <a:avLst/>
          </a:prstGeom>
          <a:noFill/>
        </p:spPr>
        <p:txBody>
          <a:bodyPr wrap="square">
            <a:spAutoFit/>
          </a:bodyPr>
          <a:lstStyle/>
          <a:p>
            <a:pPr>
              <a:lnSpc>
                <a:spcPct val="115000"/>
              </a:lnSpc>
              <a:spcAft>
                <a:spcPts val="800"/>
              </a:spcAft>
              <a:buNone/>
            </a:pPr>
            <a:r>
              <a:rPr lang="en-GB" sz="2800" b="1" kern="0" dirty="0">
                <a:effectLst/>
                <a:latin typeface="Arial" panose="020B0604020202020204" pitchFamily="34" charset="0"/>
                <a:ea typeface="Times New Roman" panose="02020603050405020304" pitchFamily="18" charset="0"/>
                <a:cs typeface="Arial" panose="020B0604020202020204" pitchFamily="34" charset="0"/>
              </a:rPr>
              <a:t>Scenario 3</a:t>
            </a:r>
            <a:endParaRPr lang="en-GB" sz="2800" kern="100" dirty="0">
              <a:effectLst/>
              <a:latin typeface="Arial" panose="020B0604020202020204" pitchFamily="34" charset="0"/>
              <a:ea typeface="Aptos" panose="020B0004020202020204" pitchFamily="34" charset="0"/>
              <a:cs typeface="Arial" panose="020B0604020202020204" pitchFamily="34" charset="0"/>
            </a:endParaRPr>
          </a:p>
          <a:p>
            <a:pPr>
              <a:buNone/>
            </a:pPr>
            <a:r>
              <a:rPr lang="en-GB" sz="2000" kern="0" dirty="0">
                <a:effectLst/>
                <a:latin typeface="Arial" panose="020B0604020202020204" pitchFamily="34" charset="0"/>
                <a:ea typeface="Times New Roman" panose="02020603050405020304" pitchFamily="18" charset="0"/>
                <a:cs typeface="Arial" panose="020B0604020202020204" pitchFamily="34" charset="0"/>
              </a:rPr>
              <a:t>Aisha is a 39-year-old office worker being treated for shoulder impingement. She has attended three physiotherapy sessions and understands her home exercise programme but rarely completes it. When asked, she says she “forgets most days” or feels “too tired after work.” She expresses frustration about her lack of progress, commenting that “these exercises don’t seem to make much difference anyway.” Aisha juggles a demanding job and family responsibilities, often putting her own needs last. As her physiotherapist, you need to explore her barriers, identify what is realistic for her schedule, and help her develop a simple, sustainable plan that fits her lifestyle. The focus is on improving adherence through collaborative goal setting and problem solving.</a:t>
            </a:r>
            <a:endParaRPr lang="en-GB"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274284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2EA485-C7DF-99CD-48CB-A0B4DE661A49}"/>
              </a:ext>
            </a:extLst>
          </p:cNvPr>
          <p:cNvSpPr txBox="1"/>
          <p:nvPr/>
        </p:nvSpPr>
        <p:spPr>
          <a:xfrm>
            <a:off x="1333500" y="1272739"/>
            <a:ext cx="8343900" cy="4093428"/>
          </a:xfrm>
          <a:prstGeom prst="rect">
            <a:avLst/>
          </a:prstGeom>
          <a:noFill/>
        </p:spPr>
        <p:txBody>
          <a:bodyPr wrap="square">
            <a:spAutoFit/>
          </a:bodyPr>
          <a:lstStyle/>
          <a:p>
            <a:pPr>
              <a:buNone/>
            </a:pPr>
            <a:r>
              <a:rPr lang="en-GB" sz="2000" b="1" dirty="0">
                <a:latin typeface="Aptos" panose="020B0004020202020204" pitchFamily="34" charset="0"/>
              </a:rPr>
              <a:t>References &amp; Further Reading</a:t>
            </a:r>
          </a:p>
          <a:p>
            <a:pPr>
              <a:buFont typeface="Arial" panose="020B0604020202020204" pitchFamily="34" charset="0"/>
              <a:buChar char="•"/>
            </a:pPr>
            <a:r>
              <a:rPr lang="en-GB" sz="2000" dirty="0">
                <a:latin typeface="Aptos" panose="020B0004020202020204" pitchFamily="34" charset="0"/>
              </a:rPr>
              <a:t>Michie S. et al. (2011). </a:t>
            </a:r>
            <a:r>
              <a:rPr lang="en-GB" sz="2000" i="1" dirty="0">
                <a:latin typeface="Aptos" panose="020B0004020202020204" pitchFamily="34" charset="0"/>
              </a:rPr>
              <a:t>The Behaviour Change Wheel.</a:t>
            </a:r>
            <a:r>
              <a:rPr lang="en-GB" sz="2000" dirty="0">
                <a:latin typeface="Aptos" panose="020B0004020202020204" pitchFamily="34" charset="0"/>
              </a:rPr>
              <a:t> Implementation Science.</a:t>
            </a:r>
          </a:p>
          <a:p>
            <a:pPr>
              <a:buFont typeface="Arial" panose="020B0604020202020204" pitchFamily="34" charset="0"/>
              <a:buChar char="•"/>
            </a:pPr>
            <a:r>
              <a:rPr lang="en-GB" sz="2000" dirty="0">
                <a:latin typeface="Aptos" panose="020B0004020202020204" pitchFamily="34" charset="0"/>
              </a:rPr>
              <a:t>Michie S. et al. (2013). </a:t>
            </a:r>
            <a:r>
              <a:rPr lang="en-GB" sz="2000" i="1" dirty="0">
                <a:latin typeface="Aptos" panose="020B0004020202020204" pitchFamily="34" charset="0"/>
              </a:rPr>
              <a:t>The Behaviour Change Technique Taxonomy (v1).</a:t>
            </a:r>
            <a:endParaRPr lang="en-GB" sz="2000" dirty="0">
              <a:latin typeface="Aptos" panose="020B0004020202020204" pitchFamily="34" charset="0"/>
            </a:endParaRPr>
          </a:p>
          <a:p>
            <a:pPr>
              <a:buFont typeface="Arial" panose="020B0604020202020204" pitchFamily="34" charset="0"/>
              <a:buChar char="•"/>
            </a:pPr>
            <a:r>
              <a:rPr lang="en-GB" sz="2000" dirty="0">
                <a:latin typeface="Aptos" panose="020B0004020202020204" pitchFamily="34" charset="0"/>
              </a:rPr>
              <a:t>French D.P. et al. (2014). </a:t>
            </a:r>
            <a:r>
              <a:rPr lang="en-GB" sz="2000" i="1" dirty="0">
                <a:latin typeface="Aptos" panose="020B0004020202020204" pitchFamily="34" charset="0"/>
              </a:rPr>
              <a:t>Physiotherapists’ use of behaviour change techniques in practice.</a:t>
            </a:r>
            <a:endParaRPr lang="en-GB" sz="2000" dirty="0">
              <a:latin typeface="Aptos" panose="020B0004020202020204" pitchFamily="34" charset="0"/>
            </a:endParaRPr>
          </a:p>
          <a:p>
            <a:pPr>
              <a:buFont typeface="Arial" panose="020B0604020202020204" pitchFamily="34" charset="0"/>
              <a:buChar char="•"/>
            </a:pPr>
            <a:r>
              <a:rPr lang="en-GB" sz="2000" dirty="0">
                <a:latin typeface="Aptos" panose="020B0004020202020204" pitchFamily="34" charset="0"/>
              </a:rPr>
              <a:t>NICE (2021). </a:t>
            </a:r>
            <a:r>
              <a:rPr lang="en-GB" sz="2000" i="1" dirty="0">
                <a:latin typeface="Aptos" panose="020B0004020202020204" pitchFamily="34" charset="0"/>
              </a:rPr>
              <a:t>Behaviour change: general approaches.</a:t>
            </a:r>
          </a:p>
          <a:p>
            <a:pPr>
              <a:buFont typeface="Arial" panose="020B0604020202020204" pitchFamily="34" charset="0"/>
              <a:buChar char="•"/>
            </a:pPr>
            <a:endParaRPr lang="en-GB" sz="2000" i="1" dirty="0">
              <a:latin typeface="Aptos" panose="020B0004020202020204" pitchFamily="34" charset="0"/>
            </a:endParaRPr>
          </a:p>
          <a:p>
            <a:r>
              <a:rPr lang="en-GB" sz="2000" dirty="0">
                <a:latin typeface="Aptos" panose="020B0004020202020204" pitchFamily="34" charset="0"/>
              </a:rPr>
              <a:t>Beck, A. T. (1976). </a:t>
            </a:r>
            <a:r>
              <a:rPr lang="en-GB" sz="2000" i="1" dirty="0">
                <a:latin typeface="Aptos" panose="020B0004020202020204" pitchFamily="34" charset="0"/>
              </a:rPr>
              <a:t>Cognitive Therapy and the Emotional Disorders.</a:t>
            </a:r>
            <a:endParaRPr lang="en-GB" sz="2000" dirty="0">
              <a:latin typeface="Aptos" panose="020B0004020202020204" pitchFamily="34" charset="0"/>
            </a:endParaRPr>
          </a:p>
          <a:p>
            <a:r>
              <a:rPr lang="en-GB" sz="2000" dirty="0">
                <a:latin typeface="Aptos" panose="020B0004020202020204" pitchFamily="34" charset="0"/>
              </a:rPr>
              <a:t>NICE (2021). </a:t>
            </a:r>
            <a:r>
              <a:rPr lang="en-GB" sz="2000" i="1" dirty="0">
                <a:latin typeface="Aptos" panose="020B0004020202020204" pitchFamily="34" charset="0"/>
              </a:rPr>
              <a:t>Chronic pain (primary and secondary) in over 16s: assessment of all chronic pain and management of chronic primary pain.</a:t>
            </a:r>
            <a:endParaRPr lang="en-GB" sz="2000" dirty="0">
              <a:latin typeface="Aptos" panose="020B0004020202020204" pitchFamily="34" charset="0"/>
            </a:endParaRPr>
          </a:p>
          <a:p>
            <a:r>
              <a:rPr lang="en-GB" sz="2000" dirty="0">
                <a:latin typeface="Aptos" panose="020B0004020202020204" pitchFamily="34" charset="0"/>
              </a:rPr>
              <a:t>Turk &amp; Gatchel (2018). </a:t>
            </a:r>
            <a:r>
              <a:rPr lang="en-GB" sz="2000" i="1" dirty="0">
                <a:latin typeface="Aptos" panose="020B0004020202020204" pitchFamily="34" charset="0"/>
              </a:rPr>
              <a:t>Psychological Approaches to Pain Management.</a:t>
            </a:r>
            <a:endParaRPr lang="en-GB" sz="2000" dirty="0">
              <a:latin typeface="Aptos" panose="020B0004020202020204" pitchFamily="34" charset="0"/>
            </a:endParaRPr>
          </a:p>
          <a:p>
            <a:pPr>
              <a:buFont typeface="Arial" panose="020B0604020202020204" pitchFamily="34" charset="0"/>
              <a:buChar char="•"/>
            </a:pPr>
            <a:endParaRPr lang="en-GB" sz="2000" dirty="0">
              <a:latin typeface="Aptos" panose="020B0004020202020204" pitchFamily="34" charset="0"/>
            </a:endParaRPr>
          </a:p>
        </p:txBody>
      </p:sp>
    </p:spTree>
    <p:extLst>
      <p:ext uri="{BB962C8B-B14F-4D97-AF65-F5344CB8AC3E}">
        <p14:creationId xmlns:p14="http://schemas.microsoft.com/office/powerpoint/2010/main" val="393068132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EC76B5"/>
      </a:hlink>
      <a:folHlink>
        <a:srgbClr val="E8ACCD"/>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A207AED3-9ABC-4A18-9978-A59B65688B15}"/>
    </a:ext>
  </a:extLst>
</a:theme>
</file>

<file path=ppt/theme/theme2.xml><?xml version="1.0" encoding="utf-8"?>
<a:theme xmlns:a="http://schemas.openxmlformats.org/drawingml/2006/main" name="1_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943</TotalTime>
  <Words>2038</Words>
  <Application>Microsoft Office PowerPoint</Application>
  <PresentationFormat>Widescreen</PresentationFormat>
  <Paragraphs>257</Paragraphs>
  <Slides>41</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41</vt:i4>
      </vt:variant>
    </vt:vector>
  </HeadingPairs>
  <TitlesOfParts>
    <vt:vector size="48" baseType="lpstr">
      <vt:lpstr>Aptos</vt:lpstr>
      <vt:lpstr>Arial</vt:lpstr>
      <vt:lpstr>Century Gothic</vt:lpstr>
      <vt:lpstr>Courier New</vt:lpstr>
      <vt:lpstr>Wingdings 3</vt:lpstr>
      <vt:lpstr>Ion</vt:lpstr>
      <vt:lpstr>1_Ion</vt:lpstr>
      <vt:lpstr>Behaviour Chang Approaches: CBT and BCT  Module: PT5050  Lubna Syed</vt:lpstr>
      <vt:lpstr>Learning Outcomes</vt:lpstr>
      <vt:lpstr>What Are Behaviour Change Approaches (BCAs)? </vt:lpstr>
      <vt:lpstr>Why Do We Need Behaviour Change Approaches?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COM-B Model Explained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Lubna Syed</dc:creator>
  <cp:lastModifiedBy>Lubna Syed</cp:lastModifiedBy>
  <cp:revision>13</cp:revision>
  <dcterms:created xsi:type="dcterms:W3CDTF">2025-10-04T19:43:12Z</dcterms:created>
  <dcterms:modified xsi:type="dcterms:W3CDTF">2025-10-07T07:18:44Z</dcterms:modified>
</cp:coreProperties>
</file>