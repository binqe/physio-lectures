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6" r:id="rId16"/>
    <p:sldId id="278" r:id="rId17"/>
    <p:sldId id="269" r:id="rId18"/>
    <p:sldId id="270" r:id="rId20"/>
    <p:sldId id="271" r:id="rId21"/>
    <p:sldId id="272" r:id="rId22"/>
    <p:sldId id="273" r:id="rId23"/>
    <p:sldId id="274" r:id="rId24"/>
    <p:sldId id="275" r:id="rId25"/>
    <p:sldId id="277" r:id="rId26"/>
    <p:sldId id="279" r:id="rId27"/>
    <p:sldId id="280" r:id="rId28"/>
    <p:sldId id="281" r:id="rId29"/>
    <p:sldId id="282" r:id="rId30"/>
    <p:sldId id="283" r:id="rId31"/>
    <p:sldId id="284" r:id="rId32"/>
    <p:sldId id="285" r:id="rId33"/>
    <p:sldId id="286" r:id="rId34"/>
    <p:sldId id="287" r:id="rId35"/>
    <p:sldId id="288" r:id="rId36"/>
    <p:sldId id="289" r:id="rId37"/>
    <p:sldId id="291" r:id="rId38"/>
    <p:sldId id="29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alignNode1">
    <dgm:fillClrLst meth="repeat">
      <a:schemeClr val="dk2"/>
    </dgm:fillClrLst>
    <dgm:linClrLst meth="repeat">
      <a:schemeClr val="dk2"/>
    </dgm:linClrLst>
    <dgm:effectClrLst/>
    <dgm:txLinClrLst/>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node0">
    <dgm:fillClrLst meth="repeat">
      <a:schemeClr val="dk2"/>
    </dgm:fillClrLst>
    <dgm:linClrLst meth="repeat">
      <a:schemeClr val="lt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73800BB-4870-42CA-B62A-C75BA02A1497}" type="doc">
      <dgm:prSet loTypeId="urn:microsoft.com/office/officeart/2005/8/layout/list1" loCatId="list" qsTypeId="urn:microsoft.com/office/officeart/2005/8/quickstyle/simple5" qsCatId="simple" csTypeId="urn:microsoft.com/office/officeart/2005/8/colors/accent0_3" csCatId="mainScheme" phldr="1"/>
      <dgm:spPr/>
      <dgm:t>
        <a:bodyPr/>
        <a:lstStyle/>
        <a:p>
          <a:endParaRPr lang="en-US"/>
        </a:p>
      </dgm:t>
    </dgm:pt>
    <dgm:pt modelId="{A2513995-4BAF-4B71-A295-F1CE6CBAFE93}">
      <dgm:prSet/>
      <dgm:spPr/>
      <dgm:t>
        <a:bodyPr/>
        <a:lstStyle/>
        <a:p>
          <a:r>
            <a:rPr lang="en-GB"/>
            <a:t>What is SBAR ? </a:t>
          </a:r>
          <a:endParaRPr lang="en-US"/>
        </a:p>
      </dgm:t>
    </dgm:pt>
    <dgm:pt modelId="{EDD16490-4CCB-4EEC-8F0B-F5C123805527}" cxnId="{34F6EA7B-7162-49B7-96FD-F5F48E099DFD}" type="parTrans">
      <dgm:prSet/>
      <dgm:spPr/>
      <dgm:t>
        <a:bodyPr/>
        <a:lstStyle/>
        <a:p>
          <a:endParaRPr lang="en-US"/>
        </a:p>
      </dgm:t>
    </dgm:pt>
    <dgm:pt modelId="{DCCAF707-F2CC-4B3A-ADB3-FCD18C73288D}" cxnId="{34F6EA7B-7162-49B7-96FD-F5F48E099DFD}" type="sibTrans">
      <dgm:prSet/>
      <dgm:spPr/>
      <dgm:t>
        <a:bodyPr/>
        <a:lstStyle/>
        <a:p>
          <a:endParaRPr lang="en-US"/>
        </a:p>
      </dgm:t>
    </dgm:pt>
    <dgm:pt modelId="{46E763B1-EC64-4CF1-8725-E7A46AAA5327}">
      <dgm:prSet/>
      <dgm:spPr/>
      <dgm:t>
        <a:bodyPr/>
        <a:lstStyle/>
        <a:p>
          <a:r>
            <a:rPr lang="en-GB"/>
            <a:t>Acronym : Situation, Background, Assessment, Recommendation </a:t>
          </a:r>
          <a:endParaRPr lang="en-US"/>
        </a:p>
      </dgm:t>
    </dgm:pt>
    <dgm:pt modelId="{3E1453B5-38AE-4CFE-8E66-3E7493DB4844}" cxnId="{1E16BE33-DFF9-4CF3-9C0C-F4174960CC70}" type="parTrans">
      <dgm:prSet/>
      <dgm:spPr/>
      <dgm:t>
        <a:bodyPr/>
        <a:lstStyle/>
        <a:p>
          <a:endParaRPr lang="en-US"/>
        </a:p>
      </dgm:t>
    </dgm:pt>
    <dgm:pt modelId="{FCA49A30-D47E-455E-834D-F5487D2B60D5}" cxnId="{1E16BE33-DFF9-4CF3-9C0C-F4174960CC70}" type="sibTrans">
      <dgm:prSet/>
      <dgm:spPr/>
      <dgm:t>
        <a:bodyPr/>
        <a:lstStyle/>
        <a:p>
          <a:endParaRPr lang="en-US"/>
        </a:p>
      </dgm:t>
    </dgm:pt>
    <dgm:pt modelId="{52234FF5-F839-44CE-9155-ED5C5EED5426}">
      <dgm:prSet/>
      <dgm:spPr/>
      <dgm:t>
        <a:bodyPr/>
        <a:lstStyle/>
        <a:p>
          <a:r>
            <a:rPr lang="en-GB"/>
            <a:t>Structured communication technique for healthcare professionals</a:t>
          </a:r>
          <a:endParaRPr lang="en-US"/>
        </a:p>
      </dgm:t>
    </dgm:pt>
    <dgm:pt modelId="{D9CEE372-B720-4067-90A1-63EA0B1BA8F8}" cxnId="{44769DF2-62B9-4674-B388-0AC80ECE2779}" type="parTrans">
      <dgm:prSet/>
      <dgm:spPr/>
      <dgm:t>
        <a:bodyPr/>
        <a:lstStyle/>
        <a:p>
          <a:endParaRPr lang="en-US"/>
        </a:p>
      </dgm:t>
    </dgm:pt>
    <dgm:pt modelId="{C1983E5A-7242-4CE7-B3CA-5256C1016C2A}" cxnId="{44769DF2-62B9-4674-B388-0AC80ECE2779}" type="sibTrans">
      <dgm:prSet/>
      <dgm:spPr/>
      <dgm:t>
        <a:bodyPr/>
        <a:lstStyle/>
        <a:p>
          <a:endParaRPr lang="en-US"/>
        </a:p>
      </dgm:t>
    </dgm:pt>
    <dgm:pt modelId="{7039E173-A99A-4482-B2C8-C2E0DE720C59}">
      <dgm:prSet/>
      <dgm:spPr/>
      <dgm:t>
        <a:bodyPr/>
        <a:lstStyle/>
        <a:p>
          <a:r>
            <a:rPr lang="en-GB" dirty="0"/>
            <a:t>Why use SBAR? </a:t>
          </a:r>
          <a:endParaRPr lang="en-US" dirty="0"/>
        </a:p>
      </dgm:t>
    </dgm:pt>
    <dgm:pt modelId="{1919EFED-334E-459D-8C67-B27288B247F7}" cxnId="{501788D6-BF28-48C6-847C-B9887EE04FB2}" type="parTrans">
      <dgm:prSet/>
      <dgm:spPr/>
      <dgm:t>
        <a:bodyPr/>
        <a:lstStyle/>
        <a:p>
          <a:endParaRPr lang="en-US"/>
        </a:p>
      </dgm:t>
    </dgm:pt>
    <dgm:pt modelId="{3CBD8C8C-157E-4FB5-85B0-7BD009241415}" cxnId="{501788D6-BF28-48C6-847C-B9887EE04FB2}" type="sibTrans">
      <dgm:prSet/>
      <dgm:spPr/>
      <dgm:t>
        <a:bodyPr/>
        <a:lstStyle/>
        <a:p>
          <a:endParaRPr lang="en-US"/>
        </a:p>
      </dgm:t>
    </dgm:pt>
    <dgm:pt modelId="{44235059-7672-4A22-B441-90F8759A18A6}">
      <dgm:prSet/>
      <dgm:spPr/>
      <dgm:t>
        <a:bodyPr/>
        <a:lstStyle/>
        <a:p>
          <a:r>
            <a:rPr lang="en-GB"/>
            <a:t>Improves clarity and completeness of communication </a:t>
          </a:r>
          <a:endParaRPr lang="en-US"/>
        </a:p>
      </dgm:t>
    </dgm:pt>
    <dgm:pt modelId="{C1F0039D-C732-466F-A03D-97D014A97073}" cxnId="{4700E6AC-CDF4-4A1B-9CA6-3F36FAB58D99}" type="parTrans">
      <dgm:prSet/>
      <dgm:spPr/>
      <dgm:t>
        <a:bodyPr/>
        <a:lstStyle/>
        <a:p>
          <a:endParaRPr lang="en-US"/>
        </a:p>
      </dgm:t>
    </dgm:pt>
    <dgm:pt modelId="{2DEAC4E6-3C76-428B-B2AD-5FD6135AB478}" cxnId="{4700E6AC-CDF4-4A1B-9CA6-3F36FAB58D99}" type="sibTrans">
      <dgm:prSet/>
      <dgm:spPr/>
      <dgm:t>
        <a:bodyPr/>
        <a:lstStyle/>
        <a:p>
          <a:endParaRPr lang="en-US"/>
        </a:p>
      </dgm:t>
    </dgm:pt>
    <dgm:pt modelId="{7C498279-9EE1-4D61-B3A4-A2E95E050520}">
      <dgm:prSet/>
      <dgm:spPr/>
      <dgm:t>
        <a:bodyPr/>
        <a:lstStyle/>
        <a:p>
          <a:r>
            <a:rPr lang="en-GB"/>
            <a:t>Reduced errors in information transfer </a:t>
          </a:r>
          <a:endParaRPr lang="en-US"/>
        </a:p>
      </dgm:t>
    </dgm:pt>
    <dgm:pt modelId="{6D76A2AA-4D2C-4D2C-82EC-DB3526CFC095}" cxnId="{41786EF8-0E69-4393-AE42-0ED0816A213E}" type="parTrans">
      <dgm:prSet/>
      <dgm:spPr/>
      <dgm:t>
        <a:bodyPr/>
        <a:lstStyle/>
        <a:p>
          <a:endParaRPr lang="en-US"/>
        </a:p>
      </dgm:t>
    </dgm:pt>
    <dgm:pt modelId="{8173BB0A-3744-4238-9636-F16AAC5D745A}" cxnId="{41786EF8-0E69-4393-AE42-0ED0816A213E}" type="sibTrans">
      <dgm:prSet/>
      <dgm:spPr/>
      <dgm:t>
        <a:bodyPr/>
        <a:lstStyle/>
        <a:p>
          <a:endParaRPr lang="en-US"/>
        </a:p>
      </dgm:t>
    </dgm:pt>
    <dgm:pt modelId="{A4C44CA8-DEEF-4940-ADAE-82F67DFE0C43}">
      <dgm:prSet/>
      <dgm:spPr/>
      <dgm:t>
        <a:bodyPr/>
        <a:lstStyle/>
        <a:p>
          <a:r>
            <a:rPr lang="en-GB"/>
            <a:t>Enhances pt safety and care quality </a:t>
          </a:r>
          <a:endParaRPr lang="en-US"/>
        </a:p>
      </dgm:t>
    </dgm:pt>
    <dgm:pt modelId="{00AEB4F6-6333-46C6-AF28-98F37FB38E1B}" cxnId="{089CD069-9E41-4221-A331-DE64C511EA4A}" type="parTrans">
      <dgm:prSet/>
      <dgm:spPr/>
      <dgm:t>
        <a:bodyPr/>
        <a:lstStyle/>
        <a:p>
          <a:endParaRPr lang="en-US"/>
        </a:p>
      </dgm:t>
    </dgm:pt>
    <dgm:pt modelId="{68B4EB14-CE85-4657-9738-5D6357482ED8}" cxnId="{089CD069-9E41-4221-A331-DE64C511EA4A}" type="sibTrans">
      <dgm:prSet/>
      <dgm:spPr/>
      <dgm:t>
        <a:bodyPr/>
        <a:lstStyle/>
        <a:p>
          <a:endParaRPr lang="en-US"/>
        </a:p>
      </dgm:t>
    </dgm:pt>
    <dgm:pt modelId="{C31EBFD2-7551-40DD-9A4F-D63BB1FA1730}">
      <dgm:prSet/>
      <dgm:spPr/>
      <dgm:t>
        <a:bodyPr/>
        <a:lstStyle/>
        <a:p>
          <a:r>
            <a:rPr lang="en-GB"/>
            <a:t>Facilitates effective interdisciplinary communication  </a:t>
          </a:r>
          <a:endParaRPr lang="en-US"/>
        </a:p>
      </dgm:t>
    </dgm:pt>
    <dgm:pt modelId="{ADC4C6B2-DB6D-4069-A22E-0AB3090978B5}" cxnId="{D2440B05-AF9B-4707-969B-FF153F93BBDC}" type="parTrans">
      <dgm:prSet/>
      <dgm:spPr/>
      <dgm:t>
        <a:bodyPr/>
        <a:lstStyle/>
        <a:p>
          <a:endParaRPr lang="en-US"/>
        </a:p>
      </dgm:t>
    </dgm:pt>
    <dgm:pt modelId="{6A19B411-4B25-4B81-B442-B1ECECBDFAE3}" cxnId="{D2440B05-AF9B-4707-969B-FF153F93BBDC}" type="sibTrans">
      <dgm:prSet/>
      <dgm:spPr/>
      <dgm:t>
        <a:bodyPr/>
        <a:lstStyle/>
        <a:p>
          <a:endParaRPr lang="en-US"/>
        </a:p>
      </dgm:t>
    </dgm:pt>
    <dgm:pt modelId="{B51476A0-14E4-417D-BDFE-8C573BAFF773}" type="pres">
      <dgm:prSet presAssocID="{973800BB-4870-42CA-B62A-C75BA02A1497}" presName="linear" presStyleCnt="0">
        <dgm:presLayoutVars>
          <dgm:dir/>
          <dgm:animLvl val="lvl"/>
          <dgm:resizeHandles val="exact"/>
        </dgm:presLayoutVars>
      </dgm:prSet>
      <dgm:spPr/>
    </dgm:pt>
    <dgm:pt modelId="{209D49FA-60CA-46D4-A086-4C6FF07FE392}" type="pres">
      <dgm:prSet presAssocID="{A2513995-4BAF-4B71-A295-F1CE6CBAFE93}" presName="parentLin" presStyleCnt="0"/>
      <dgm:spPr/>
    </dgm:pt>
    <dgm:pt modelId="{45CA806C-A360-4182-AD80-812C93490B60}" type="pres">
      <dgm:prSet presAssocID="{A2513995-4BAF-4B71-A295-F1CE6CBAFE93}" presName="parentLeftMargin" presStyleLbl="node1" presStyleIdx="0" presStyleCnt="2"/>
      <dgm:spPr/>
    </dgm:pt>
    <dgm:pt modelId="{C1797FC0-D994-42B1-A200-93497A8619FC}" type="pres">
      <dgm:prSet presAssocID="{A2513995-4BAF-4B71-A295-F1CE6CBAFE93}" presName="parentText" presStyleLbl="node1" presStyleIdx="0" presStyleCnt="2" custLinFactNeighborY="-18855">
        <dgm:presLayoutVars>
          <dgm:chMax val="0"/>
          <dgm:bulletEnabled val="1"/>
        </dgm:presLayoutVars>
      </dgm:prSet>
      <dgm:spPr/>
    </dgm:pt>
    <dgm:pt modelId="{FF493D32-7DE4-40E9-A7F2-85B889931E7C}" type="pres">
      <dgm:prSet presAssocID="{A2513995-4BAF-4B71-A295-F1CE6CBAFE93}" presName="negativeSpace" presStyleCnt="0"/>
      <dgm:spPr/>
    </dgm:pt>
    <dgm:pt modelId="{69E24407-38E8-4C86-BDE8-CE2863DCE906}" type="pres">
      <dgm:prSet presAssocID="{A2513995-4BAF-4B71-A295-F1CE6CBAFE93}" presName="childText" presStyleLbl="conFgAcc1" presStyleIdx="0" presStyleCnt="2">
        <dgm:presLayoutVars>
          <dgm:bulletEnabled val="1"/>
        </dgm:presLayoutVars>
      </dgm:prSet>
      <dgm:spPr/>
    </dgm:pt>
    <dgm:pt modelId="{70B1250B-F217-4C7D-A900-4E3D5345D9CC}" type="pres">
      <dgm:prSet presAssocID="{DCCAF707-F2CC-4B3A-ADB3-FCD18C73288D}" presName="spaceBetweenRectangles" presStyleCnt="0"/>
      <dgm:spPr/>
    </dgm:pt>
    <dgm:pt modelId="{24FA6B7C-C39A-4573-9ADD-D499D302F467}" type="pres">
      <dgm:prSet presAssocID="{7039E173-A99A-4482-B2C8-C2E0DE720C59}" presName="parentLin" presStyleCnt="0"/>
      <dgm:spPr/>
    </dgm:pt>
    <dgm:pt modelId="{EC65B145-F012-45C9-B8A6-BB3115452814}" type="pres">
      <dgm:prSet presAssocID="{7039E173-A99A-4482-B2C8-C2E0DE720C59}" presName="parentLeftMargin" presStyleLbl="node1" presStyleIdx="0" presStyleCnt="2"/>
      <dgm:spPr/>
    </dgm:pt>
    <dgm:pt modelId="{750CB6E9-2BB6-4268-A2E7-B380942C85D5}" type="pres">
      <dgm:prSet presAssocID="{7039E173-A99A-4482-B2C8-C2E0DE720C59}" presName="parentText" presStyleLbl="node1" presStyleIdx="1" presStyleCnt="2">
        <dgm:presLayoutVars>
          <dgm:chMax val="0"/>
          <dgm:bulletEnabled val="1"/>
        </dgm:presLayoutVars>
      </dgm:prSet>
      <dgm:spPr/>
    </dgm:pt>
    <dgm:pt modelId="{3C8A7A7A-29B0-4DB0-A75E-DC759A00AB17}" type="pres">
      <dgm:prSet presAssocID="{7039E173-A99A-4482-B2C8-C2E0DE720C59}" presName="negativeSpace" presStyleCnt="0"/>
      <dgm:spPr/>
    </dgm:pt>
    <dgm:pt modelId="{E4EC73D6-9A5E-4716-9179-497416372E5C}" type="pres">
      <dgm:prSet presAssocID="{7039E173-A99A-4482-B2C8-C2E0DE720C59}" presName="childText" presStyleLbl="conFgAcc1" presStyleIdx="1" presStyleCnt="2">
        <dgm:presLayoutVars>
          <dgm:bulletEnabled val="1"/>
        </dgm:presLayoutVars>
      </dgm:prSet>
      <dgm:spPr/>
    </dgm:pt>
  </dgm:ptLst>
  <dgm:cxnLst>
    <dgm:cxn modelId="{D2440B05-AF9B-4707-969B-FF153F93BBDC}" srcId="{7039E173-A99A-4482-B2C8-C2E0DE720C59}" destId="{C31EBFD2-7551-40DD-9A4F-D63BB1FA1730}" srcOrd="3" destOrd="0" parTransId="{ADC4C6B2-DB6D-4069-A22E-0AB3090978B5}" sibTransId="{6A19B411-4B25-4B81-B442-B1ECECBDFAE3}"/>
    <dgm:cxn modelId="{AF2E0B28-B73B-4FC9-A900-D25974ADC490}" type="presOf" srcId="{A4C44CA8-DEEF-4940-ADAE-82F67DFE0C43}" destId="{E4EC73D6-9A5E-4716-9179-497416372E5C}" srcOrd="0" destOrd="2" presId="urn:microsoft.com/office/officeart/2005/8/layout/list1"/>
    <dgm:cxn modelId="{A4075D28-F932-44DF-BABF-F0B4762A72BE}" type="presOf" srcId="{7039E173-A99A-4482-B2C8-C2E0DE720C59}" destId="{750CB6E9-2BB6-4268-A2E7-B380942C85D5}" srcOrd="1" destOrd="0" presId="urn:microsoft.com/office/officeart/2005/8/layout/list1"/>
    <dgm:cxn modelId="{1E16BE33-DFF9-4CF3-9C0C-F4174960CC70}" srcId="{A2513995-4BAF-4B71-A295-F1CE6CBAFE93}" destId="{46E763B1-EC64-4CF1-8725-E7A46AAA5327}" srcOrd="0" destOrd="0" parTransId="{3E1453B5-38AE-4CFE-8E66-3E7493DB4844}" sibTransId="{FCA49A30-D47E-455E-834D-F5487D2B60D5}"/>
    <dgm:cxn modelId="{D257973D-79CF-4D13-BBB8-78C169FF06ED}" type="presOf" srcId="{A2513995-4BAF-4B71-A295-F1CE6CBAFE93}" destId="{C1797FC0-D994-42B1-A200-93497A8619FC}" srcOrd="1" destOrd="0" presId="urn:microsoft.com/office/officeart/2005/8/layout/list1"/>
    <dgm:cxn modelId="{089CD069-9E41-4221-A331-DE64C511EA4A}" srcId="{7039E173-A99A-4482-B2C8-C2E0DE720C59}" destId="{A4C44CA8-DEEF-4940-ADAE-82F67DFE0C43}" srcOrd="2" destOrd="0" parTransId="{00AEB4F6-6333-46C6-AF28-98F37FB38E1B}" sibTransId="{68B4EB14-CE85-4657-9738-5D6357482ED8}"/>
    <dgm:cxn modelId="{EED23575-F0FD-4FA3-A3E3-EDF5E4DB1E07}" type="presOf" srcId="{7C498279-9EE1-4D61-B3A4-A2E95E050520}" destId="{E4EC73D6-9A5E-4716-9179-497416372E5C}" srcOrd="0" destOrd="1" presId="urn:microsoft.com/office/officeart/2005/8/layout/list1"/>
    <dgm:cxn modelId="{99F9C776-EA0A-4147-AEAE-4D2C45E919A4}" type="presOf" srcId="{973800BB-4870-42CA-B62A-C75BA02A1497}" destId="{B51476A0-14E4-417D-BDFE-8C573BAFF773}" srcOrd="0" destOrd="0" presId="urn:microsoft.com/office/officeart/2005/8/layout/list1"/>
    <dgm:cxn modelId="{34F6EA7B-7162-49B7-96FD-F5F48E099DFD}" srcId="{973800BB-4870-42CA-B62A-C75BA02A1497}" destId="{A2513995-4BAF-4B71-A295-F1CE6CBAFE93}" srcOrd="0" destOrd="0" parTransId="{EDD16490-4CCB-4EEC-8F0B-F5C123805527}" sibTransId="{DCCAF707-F2CC-4B3A-ADB3-FCD18C73288D}"/>
    <dgm:cxn modelId="{D524969B-8CF4-47B4-9DB4-F1880BF469EE}" type="presOf" srcId="{A2513995-4BAF-4B71-A295-F1CE6CBAFE93}" destId="{45CA806C-A360-4182-AD80-812C93490B60}" srcOrd="0" destOrd="0" presId="urn:microsoft.com/office/officeart/2005/8/layout/list1"/>
    <dgm:cxn modelId="{C73ADAA1-560F-4F7C-9E62-3D2445BF9394}" type="presOf" srcId="{C31EBFD2-7551-40DD-9A4F-D63BB1FA1730}" destId="{E4EC73D6-9A5E-4716-9179-497416372E5C}" srcOrd="0" destOrd="3" presId="urn:microsoft.com/office/officeart/2005/8/layout/list1"/>
    <dgm:cxn modelId="{4700E6AC-CDF4-4A1B-9CA6-3F36FAB58D99}" srcId="{7039E173-A99A-4482-B2C8-C2E0DE720C59}" destId="{44235059-7672-4A22-B441-90F8759A18A6}" srcOrd="0" destOrd="0" parTransId="{C1F0039D-C732-466F-A03D-97D014A97073}" sibTransId="{2DEAC4E6-3C76-428B-B2AD-5FD6135AB478}"/>
    <dgm:cxn modelId="{D21ADEC7-FA03-45E2-ABDD-614EBFAB9C05}" type="presOf" srcId="{52234FF5-F839-44CE-9155-ED5C5EED5426}" destId="{69E24407-38E8-4C86-BDE8-CE2863DCE906}" srcOrd="0" destOrd="1" presId="urn:microsoft.com/office/officeart/2005/8/layout/list1"/>
    <dgm:cxn modelId="{501788D6-BF28-48C6-847C-B9887EE04FB2}" srcId="{973800BB-4870-42CA-B62A-C75BA02A1497}" destId="{7039E173-A99A-4482-B2C8-C2E0DE720C59}" srcOrd="1" destOrd="0" parTransId="{1919EFED-334E-459D-8C67-B27288B247F7}" sibTransId="{3CBD8C8C-157E-4FB5-85B0-7BD009241415}"/>
    <dgm:cxn modelId="{7CF91FE2-6FF1-4809-872B-FC64D8D2BA7D}" type="presOf" srcId="{46E763B1-EC64-4CF1-8725-E7A46AAA5327}" destId="{69E24407-38E8-4C86-BDE8-CE2863DCE906}" srcOrd="0" destOrd="0" presId="urn:microsoft.com/office/officeart/2005/8/layout/list1"/>
    <dgm:cxn modelId="{0BBA13EE-1B56-4D08-A8D2-4BDF9E70D36C}" type="presOf" srcId="{44235059-7672-4A22-B441-90F8759A18A6}" destId="{E4EC73D6-9A5E-4716-9179-497416372E5C}" srcOrd="0" destOrd="0" presId="urn:microsoft.com/office/officeart/2005/8/layout/list1"/>
    <dgm:cxn modelId="{44769DF2-62B9-4674-B388-0AC80ECE2779}" srcId="{A2513995-4BAF-4B71-A295-F1CE6CBAFE93}" destId="{52234FF5-F839-44CE-9155-ED5C5EED5426}" srcOrd="1" destOrd="0" parTransId="{D9CEE372-B720-4067-90A1-63EA0B1BA8F8}" sibTransId="{C1983E5A-7242-4CE7-B3CA-5256C1016C2A}"/>
    <dgm:cxn modelId="{41786EF8-0E69-4393-AE42-0ED0816A213E}" srcId="{7039E173-A99A-4482-B2C8-C2E0DE720C59}" destId="{7C498279-9EE1-4D61-B3A4-A2E95E050520}" srcOrd="1" destOrd="0" parTransId="{6D76A2AA-4D2C-4D2C-82EC-DB3526CFC095}" sibTransId="{8173BB0A-3744-4238-9636-F16AAC5D745A}"/>
    <dgm:cxn modelId="{D41B8AF9-E071-4461-80AC-6921F4D4FB87}" type="presOf" srcId="{7039E173-A99A-4482-B2C8-C2E0DE720C59}" destId="{EC65B145-F012-45C9-B8A6-BB3115452814}" srcOrd="0" destOrd="0" presId="urn:microsoft.com/office/officeart/2005/8/layout/list1"/>
    <dgm:cxn modelId="{420986E1-15EF-46F6-99B9-5713CB6F2E5C}" type="presParOf" srcId="{B51476A0-14E4-417D-BDFE-8C573BAFF773}" destId="{209D49FA-60CA-46D4-A086-4C6FF07FE392}" srcOrd="0" destOrd="0" presId="urn:microsoft.com/office/officeart/2005/8/layout/list1"/>
    <dgm:cxn modelId="{EEC8540D-A08D-4511-8909-E732D4B28726}" type="presParOf" srcId="{209D49FA-60CA-46D4-A086-4C6FF07FE392}" destId="{45CA806C-A360-4182-AD80-812C93490B60}" srcOrd="0" destOrd="0" presId="urn:microsoft.com/office/officeart/2005/8/layout/list1"/>
    <dgm:cxn modelId="{DB3345CF-B9F0-4629-A154-29C3E209E233}" type="presParOf" srcId="{209D49FA-60CA-46D4-A086-4C6FF07FE392}" destId="{C1797FC0-D994-42B1-A200-93497A8619FC}" srcOrd="1" destOrd="0" presId="urn:microsoft.com/office/officeart/2005/8/layout/list1"/>
    <dgm:cxn modelId="{18F9F6E4-41DC-48E7-8807-CC78E65B76E0}" type="presParOf" srcId="{B51476A0-14E4-417D-BDFE-8C573BAFF773}" destId="{FF493D32-7DE4-40E9-A7F2-85B889931E7C}" srcOrd="1" destOrd="0" presId="urn:microsoft.com/office/officeart/2005/8/layout/list1"/>
    <dgm:cxn modelId="{207F667D-EE71-47B9-8EA0-76C1B649D25A}" type="presParOf" srcId="{B51476A0-14E4-417D-BDFE-8C573BAFF773}" destId="{69E24407-38E8-4C86-BDE8-CE2863DCE906}" srcOrd="2" destOrd="0" presId="urn:microsoft.com/office/officeart/2005/8/layout/list1"/>
    <dgm:cxn modelId="{52B46047-A408-49C6-AEFE-3B9AB84C65C9}" type="presParOf" srcId="{B51476A0-14E4-417D-BDFE-8C573BAFF773}" destId="{70B1250B-F217-4C7D-A900-4E3D5345D9CC}" srcOrd="3" destOrd="0" presId="urn:microsoft.com/office/officeart/2005/8/layout/list1"/>
    <dgm:cxn modelId="{07D92CEE-6237-4F09-8E1C-245C6D10804F}" type="presParOf" srcId="{B51476A0-14E4-417D-BDFE-8C573BAFF773}" destId="{24FA6B7C-C39A-4573-9ADD-D499D302F467}" srcOrd="4" destOrd="0" presId="urn:microsoft.com/office/officeart/2005/8/layout/list1"/>
    <dgm:cxn modelId="{C8103E0B-7DC7-4426-93A1-5CAA5966FEB4}" type="presParOf" srcId="{24FA6B7C-C39A-4573-9ADD-D499D302F467}" destId="{EC65B145-F012-45C9-B8A6-BB3115452814}" srcOrd="0" destOrd="0" presId="urn:microsoft.com/office/officeart/2005/8/layout/list1"/>
    <dgm:cxn modelId="{5D717FA3-E608-4A1F-A64B-7CB5B911991A}" type="presParOf" srcId="{24FA6B7C-C39A-4573-9ADD-D499D302F467}" destId="{750CB6E9-2BB6-4268-A2E7-B380942C85D5}" srcOrd="1" destOrd="0" presId="urn:microsoft.com/office/officeart/2005/8/layout/list1"/>
    <dgm:cxn modelId="{47160D69-FCBC-414E-98C4-0049F9107475}" type="presParOf" srcId="{B51476A0-14E4-417D-BDFE-8C573BAFF773}" destId="{3C8A7A7A-29B0-4DB0-A75E-DC759A00AB17}" srcOrd="5" destOrd="0" presId="urn:microsoft.com/office/officeart/2005/8/layout/list1"/>
    <dgm:cxn modelId="{7B313DD0-B696-4166-ACCF-A3BC32F6B69A}" type="presParOf" srcId="{B51476A0-14E4-417D-BDFE-8C573BAFF773}" destId="{E4EC73D6-9A5E-4716-9179-497416372E5C}" srcOrd="6" destOrd="0" presId="urn:microsoft.com/office/officeart/2005/8/layout/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21BB6C-788B-41AE-AF1D-EE9BEEFD32B6}" type="doc">
      <dgm:prSet loTypeId="urn:microsoft.com/office/officeart/2005/8/layout/vList6" loCatId="process" qsTypeId="urn:microsoft.com/office/officeart/2005/8/quickstyle/simple1" qsCatId="simple" csTypeId="urn:microsoft.com/office/officeart/2005/8/colors/accent0_3" csCatId="mainScheme" phldr="1"/>
      <dgm:spPr/>
      <dgm:t>
        <a:bodyPr/>
        <a:lstStyle/>
        <a:p>
          <a:endParaRPr lang="en-GB"/>
        </a:p>
      </dgm:t>
    </dgm:pt>
    <dgm:pt modelId="{ED9C8757-E4BF-49A8-8585-0B268B6774CE}">
      <dgm:prSet phldrT="[Text]" phldr="0"/>
      <dgm:spPr/>
      <dgm:t>
        <a:bodyPr/>
        <a:lstStyle/>
        <a:p>
          <a:pPr rtl="0"/>
          <a:r>
            <a:rPr lang="en-GB" dirty="0">
              <a:latin typeface="Calibri Light" panose="020F0302020204030204"/>
            </a:rPr>
            <a:t>Situation </a:t>
          </a:r>
          <a:endParaRPr lang="en-GB" dirty="0"/>
        </a:p>
      </dgm:t>
    </dgm:pt>
    <dgm:pt modelId="{8EE80D9F-0EAC-4EE8-9EB8-BC1F3529450E}" cxnId="{50BF458C-79AA-4C2D-8B7D-88BA653AF88E}" type="parTrans">
      <dgm:prSet/>
      <dgm:spPr/>
      <dgm:t>
        <a:bodyPr/>
        <a:lstStyle/>
        <a:p>
          <a:endParaRPr lang="en-GB"/>
        </a:p>
      </dgm:t>
    </dgm:pt>
    <dgm:pt modelId="{5E7789D9-8AD1-45DD-B6B8-61E96E51F5CD}" cxnId="{50BF458C-79AA-4C2D-8B7D-88BA653AF88E}" type="sibTrans">
      <dgm:prSet/>
      <dgm:spPr/>
      <dgm:t>
        <a:bodyPr/>
        <a:lstStyle/>
        <a:p>
          <a:endParaRPr lang="en-GB"/>
        </a:p>
      </dgm:t>
    </dgm:pt>
    <dgm:pt modelId="{2C0A3ABE-4140-401A-8171-479F8E92FBAD}">
      <dgm:prSet phldrT="[Text]" phldr="0"/>
      <dgm:spPr/>
      <dgm:t>
        <a:bodyPr/>
        <a:lstStyle/>
        <a:p>
          <a:pPr rtl="0"/>
          <a:r>
            <a:rPr lang="en-GB" dirty="0">
              <a:latin typeface="Calibri Light" panose="020F0302020204030204"/>
            </a:rPr>
            <a:t>I am ( name and profession) on ward ( name) </a:t>
          </a:r>
          <a:endParaRPr lang="en-GB" dirty="0"/>
        </a:p>
      </dgm:t>
    </dgm:pt>
    <dgm:pt modelId="{79B90449-32C2-49AE-AF17-24A7270EFB06}" cxnId="{1F3F3530-2C30-4688-9C2D-748FF0B222B3}" type="parTrans">
      <dgm:prSet/>
      <dgm:spPr/>
      <dgm:t>
        <a:bodyPr/>
        <a:lstStyle/>
        <a:p>
          <a:endParaRPr lang="en-GB"/>
        </a:p>
      </dgm:t>
    </dgm:pt>
    <dgm:pt modelId="{07BDA13B-2232-43D1-AEDD-2C9E03B67BF3}" cxnId="{1F3F3530-2C30-4688-9C2D-748FF0B222B3}" type="sibTrans">
      <dgm:prSet/>
      <dgm:spPr/>
      <dgm:t>
        <a:bodyPr/>
        <a:lstStyle/>
        <a:p>
          <a:endParaRPr lang="en-GB"/>
        </a:p>
      </dgm:t>
    </dgm:pt>
    <dgm:pt modelId="{F441AF59-57EF-4464-81BA-2FA285A857F8}">
      <dgm:prSet phldrT="[Text]" phldr="0"/>
      <dgm:spPr/>
      <dgm:t>
        <a:bodyPr/>
        <a:lstStyle/>
        <a:p>
          <a:pPr rtl="0"/>
          <a:r>
            <a:rPr lang="en-GB" dirty="0">
              <a:latin typeface="Calibri Light" panose="020F0302020204030204"/>
            </a:rPr>
            <a:t>I am calling about ( patient x) </a:t>
          </a:r>
          <a:endParaRPr lang="en-GB" dirty="0"/>
        </a:p>
      </dgm:t>
    </dgm:pt>
    <dgm:pt modelId="{8BC2C9CD-A814-45E5-84CC-70523888D277}" cxnId="{E01427B6-EBF0-4B51-9A1F-E8B702F1BA9E}" type="parTrans">
      <dgm:prSet/>
      <dgm:spPr/>
      <dgm:t>
        <a:bodyPr/>
        <a:lstStyle/>
        <a:p>
          <a:endParaRPr lang="en-GB"/>
        </a:p>
      </dgm:t>
    </dgm:pt>
    <dgm:pt modelId="{437AF007-889E-47AD-B70E-3F5D0EA1A4EE}" cxnId="{E01427B6-EBF0-4B51-9A1F-E8B702F1BA9E}" type="sibTrans">
      <dgm:prSet/>
      <dgm:spPr/>
      <dgm:t>
        <a:bodyPr/>
        <a:lstStyle/>
        <a:p>
          <a:endParaRPr lang="en-GB"/>
        </a:p>
      </dgm:t>
    </dgm:pt>
    <dgm:pt modelId="{8EB197AE-7BE3-4B62-8AF6-D12B7327E579}">
      <dgm:prSet phldrT="[Text]" phldr="0"/>
      <dgm:spPr/>
      <dgm:t>
        <a:bodyPr/>
        <a:lstStyle/>
        <a:p>
          <a:pPr rtl="0"/>
          <a:r>
            <a:rPr lang="en-GB" dirty="0">
              <a:latin typeface="Calibri Light" panose="020F0302020204030204"/>
            </a:rPr>
            <a:t>I am calling because I am concerned that.... ( Spo2 dropping, Bp dropping ) </a:t>
          </a:r>
          <a:endParaRPr lang="en-GB" dirty="0"/>
        </a:p>
      </dgm:t>
    </dgm:pt>
    <dgm:pt modelId="{CD349CF5-495E-4BCE-B183-DF78483F6ED8}" cxnId="{2E834D9A-26AE-4B87-8A00-AA3694B8DF0E}" type="parTrans">
      <dgm:prSet/>
      <dgm:spPr/>
      <dgm:t>
        <a:bodyPr/>
        <a:lstStyle/>
        <a:p>
          <a:endParaRPr lang="en-GB"/>
        </a:p>
      </dgm:t>
    </dgm:pt>
    <dgm:pt modelId="{716BAF22-CECE-4CF7-949C-8FA5D88151F2}" cxnId="{2E834D9A-26AE-4B87-8A00-AA3694B8DF0E}" type="sibTrans">
      <dgm:prSet/>
      <dgm:spPr/>
      <dgm:t>
        <a:bodyPr/>
        <a:lstStyle/>
        <a:p>
          <a:endParaRPr lang="en-GB"/>
        </a:p>
      </dgm:t>
    </dgm:pt>
    <dgm:pt modelId="{562786CA-C5A1-451A-8382-D3BB76719AE5}">
      <dgm:prSet phldrT="[Text]" phldr="0"/>
      <dgm:spPr/>
      <dgm:t>
        <a:bodyPr/>
        <a:lstStyle/>
        <a:p>
          <a:pPr rtl="0"/>
          <a:r>
            <a:rPr lang="en-GB" dirty="0">
              <a:latin typeface="Calibri Light" panose="020F0302020204030204"/>
            </a:rPr>
            <a:t>Background </a:t>
          </a:r>
          <a:endParaRPr lang="en-GB" dirty="0"/>
        </a:p>
      </dgm:t>
    </dgm:pt>
    <dgm:pt modelId="{BEB5DABD-09E0-4361-BDC3-62C83D86BCDE}" cxnId="{A51D7A09-AAF8-435B-AB5B-8928685F6433}" type="parTrans">
      <dgm:prSet/>
      <dgm:spPr/>
      <dgm:t>
        <a:bodyPr/>
        <a:lstStyle/>
        <a:p>
          <a:endParaRPr lang="en-GB"/>
        </a:p>
      </dgm:t>
    </dgm:pt>
    <dgm:pt modelId="{2B4BDF7D-CDF2-4BCA-B2CC-47D9AB6EED73}" cxnId="{A51D7A09-AAF8-435B-AB5B-8928685F6433}" type="sibTrans">
      <dgm:prSet/>
      <dgm:spPr/>
      <dgm:t>
        <a:bodyPr/>
        <a:lstStyle/>
        <a:p>
          <a:endParaRPr lang="en-GB"/>
        </a:p>
      </dgm:t>
    </dgm:pt>
    <dgm:pt modelId="{886E11D1-81CF-4B41-9657-C457C00663D3}">
      <dgm:prSet phldrT="[Text]" phldr="0"/>
      <dgm:spPr/>
      <dgm:t>
        <a:bodyPr/>
        <a:lstStyle/>
        <a:p>
          <a:pPr rtl="0"/>
          <a:r>
            <a:rPr lang="en-GB" dirty="0">
              <a:latin typeface="Calibri Light" panose="020F0302020204030204"/>
            </a:rPr>
            <a:t>Patient ( X was admitted on ( date ) with ( PC) </a:t>
          </a:r>
        </a:p>
      </dgm:t>
    </dgm:pt>
    <dgm:pt modelId="{C5C41997-3CCF-4012-B09F-E85D82F646C7}" cxnId="{40DD85AA-16FF-4BBC-9DD2-AAAD70E9FCEA}" type="parTrans">
      <dgm:prSet/>
      <dgm:spPr/>
      <dgm:t>
        <a:bodyPr/>
        <a:lstStyle/>
        <a:p>
          <a:endParaRPr lang="en-GB"/>
        </a:p>
      </dgm:t>
    </dgm:pt>
    <dgm:pt modelId="{66E9370F-9E32-49D4-B592-18230749F610}" cxnId="{40DD85AA-16FF-4BBC-9DD2-AAAD70E9FCEA}" type="sibTrans">
      <dgm:prSet/>
      <dgm:spPr/>
      <dgm:t>
        <a:bodyPr/>
        <a:lstStyle/>
        <a:p>
          <a:endParaRPr lang="en-GB"/>
        </a:p>
      </dgm:t>
    </dgm:pt>
    <dgm:pt modelId="{98C18924-3E74-4E98-952F-861CAF89A937}">
      <dgm:prSet phldr="0"/>
      <dgm:spPr/>
      <dgm:t>
        <a:bodyPr/>
        <a:lstStyle/>
        <a:p>
          <a:pPr rtl="0"/>
          <a:r>
            <a:rPr lang="en-GB" dirty="0">
              <a:latin typeface="Calibri Light" panose="020F0302020204030204"/>
            </a:rPr>
            <a:t>They have had ( operation, procedure , intervention )</a:t>
          </a:r>
        </a:p>
      </dgm:t>
    </dgm:pt>
    <dgm:pt modelId="{E7304886-5E4C-45C4-8E22-5A091819452F}" cxnId="{423317B2-B608-43DE-ADDD-EC27B62BFC86}" type="parTrans">
      <dgm:prSet/>
      <dgm:spPr/>
      <dgm:t>
        <a:bodyPr/>
        <a:lstStyle/>
        <a:p>
          <a:endParaRPr lang="en-GB"/>
        </a:p>
      </dgm:t>
    </dgm:pt>
    <dgm:pt modelId="{CBAEC671-5E3C-4785-877E-D587692627B5}" cxnId="{423317B2-B608-43DE-ADDD-EC27B62BFC86}" type="sibTrans">
      <dgm:prSet/>
      <dgm:spPr/>
      <dgm:t>
        <a:bodyPr/>
        <a:lstStyle/>
        <a:p>
          <a:endParaRPr lang="en-GB"/>
        </a:p>
      </dgm:t>
    </dgm:pt>
    <dgm:pt modelId="{9E018D2B-44F1-4374-AE33-42EBD9AF31B5}">
      <dgm:prSet phldr="0"/>
      <dgm:spPr/>
      <dgm:t>
        <a:bodyPr/>
        <a:lstStyle/>
        <a:p>
          <a:pPr rtl="0"/>
          <a:r>
            <a:rPr lang="en-GB" dirty="0">
              <a:latin typeface="Calibri Light" panose="020F0302020204030204"/>
            </a:rPr>
            <a:t>Patient ( x's) condition has changed in last ( x min) </a:t>
          </a:r>
        </a:p>
      </dgm:t>
    </dgm:pt>
    <dgm:pt modelId="{D2792D43-C5CF-4BF8-9982-6665E8311EA1}" cxnId="{AAD83A3F-2531-4E5A-B566-88A8ADEEC2E4}" type="parTrans">
      <dgm:prSet/>
      <dgm:spPr/>
      <dgm:t>
        <a:bodyPr/>
        <a:lstStyle/>
        <a:p>
          <a:endParaRPr lang="en-GB"/>
        </a:p>
      </dgm:t>
    </dgm:pt>
    <dgm:pt modelId="{0779EE35-B8E9-4F6E-B4A2-BF36898DD7C2}" cxnId="{AAD83A3F-2531-4E5A-B566-88A8ADEEC2E4}" type="sibTrans">
      <dgm:prSet/>
      <dgm:spPr/>
      <dgm:t>
        <a:bodyPr/>
        <a:lstStyle/>
        <a:p>
          <a:endParaRPr lang="en-GB"/>
        </a:p>
      </dgm:t>
    </dgm:pt>
    <dgm:pt modelId="{8F233B3B-3A83-4299-8C49-7812356EDFE2}">
      <dgm:prSet phldr="0"/>
      <dgm:spPr/>
      <dgm:t>
        <a:bodyPr/>
        <a:lstStyle/>
        <a:p>
          <a:r>
            <a:rPr lang="en-GB" dirty="0">
              <a:latin typeface="Calibri Light" panose="020F0302020204030204"/>
            </a:rPr>
            <a:t>Their last set of </a:t>
          </a:r>
          <a:r>
            <a:rPr lang="en-GB" dirty="0" err="1">
              <a:latin typeface="Calibri Light" panose="020F0302020204030204"/>
            </a:rPr>
            <a:t>obs</a:t>
          </a:r>
          <a:r>
            <a:rPr lang="en-GB" dirty="0">
              <a:latin typeface="Calibri Light" panose="020F0302020204030204"/>
            </a:rPr>
            <a:t> were ( xx) </a:t>
          </a:r>
        </a:p>
      </dgm:t>
    </dgm:pt>
    <dgm:pt modelId="{7FE75916-1276-4BC8-8784-B6D0E1F8CB95}" cxnId="{CEC09DFB-D7EB-4FAE-BEB8-9C273FA8FB98}" type="parTrans">
      <dgm:prSet/>
      <dgm:spPr/>
      <dgm:t>
        <a:bodyPr/>
        <a:lstStyle/>
        <a:p>
          <a:endParaRPr lang="en-GB"/>
        </a:p>
      </dgm:t>
    </dgm:pt>
    <dgm:pt modelId="{A48F5C6C-BD66-4C99-B992-7764F0A9EDDB}" cxnId="{CEC09DFB-D7EB-4FAE-BEB8-9C273FA8FB98}" type="sibTrans">
      <dgm:prSet/>
      <dgm:spPr/>
      <dgm:t>
        <a:bodyPr/>
        <a:lstStyle/>
        <a:p>
          <a:endParaRPr lang="en-GB"/>
        </a:p>
      </dgm:t>
    </dgm:pt>
    <dgm:pt modelId="{93EA4F40-5B65-4F6B-BFE6-B24ED448A7AB}">
      <dgm:prSet phldr="0"/>
      <dgm:spPr/>
      <dgm:t>
        <a:bodyPr/>
        <a:lstStyle/>
        <a:p>
          <a:pPr rtl="0"/>
          <a:r>
            <a:rPr lang="en-GB" dirty="0">
              <a:latin typeface="Calibri Light" panose="020F0302020204030204"/>
            </a:rPr>
            <a:t>Patient ( x) normal condition is .. ( alert/ confused ..) </a:t>
          </a:r>
          <a:endParaRPr lang="en-GB" dirty="0"/>
        </a:p>
      </dgm:t>
    </dgm:pt>
    <dgm:pt modelId="{6ACEA8A0-40B2-4171-9957-C5397D1C83E8}" cxnId="{9DED2AC4-AE5F-468C-9785-EAC774170108}" type="parTrans">
      <dgm:prSet/>
      <dgm:spPr/>
      <dgm:t>
        <a:bodyPr/>
        <a:lstStyle/>
        <a:p>
          <a:endParaRPr lang="en-GB"/>
        </a:p>
      </dgm:t>
    </dgm:pt>
    <dgm:pt modelId="{6057DD53-E623-4939-B4C9-63480588C213}" cxnId="{9DED2AC4-AE5F-468C-9785-EAC774170108}" type="sibTrans">
      <dgm:prSet/>
      <dgm:spPr/>
      <dgm:t>
        <a:bodyPr/>
        <a:lstStyle/>
        <a:p>
          <a:endParaRPr lang="en-GB"/>
        </a:p>
      </dgm:t>
    </dgm:pt>
    <dgm:pt modelId="{4B9394B6-746A-4D6F-804F-39A458F797F0}">
      <dgm:prSet phldr="0"/>
      <dgm:spPr/>
      <dgm:t>
        <a:bodyPr/>
        <a:lstStyle/>
        <a:p>
          <a:pPr rtl="0"/>
          <a:r>
            <a:rPr lang="en-GB" dirty="0">
              <a:latin typeface="Calibri Light" panose="020F0302020204030204"/>
            </a:rPr>
            <a:t>I think the problem is ( XXX) </a:t>
          </a:r>
        </a:p>
      </dgm:t>
    </dgm:pt>
    <dgm:pt modelId="{84E68BB9-DD2C-4C2F-8BF0-6E91AC107991}" cxnId="{A1EE195C-175A-42FC-B1E6-C17F103C670E}" type="parTrans">
      <dgm:prSet/>
      <dgm:spPr/>
      <dgm:t>
        <a:bodyPr/>
        <a:lstStyle/>
        <a:p>
          <a:endParaRPr lang="en-GB"/>
        </a:p>
      </dgm:t>
    </dgm:pt>
    <dgm:pt modelId="{1F795E77-FEA1-48A9-BBC4-66C8A2B4AE6E}" cxnId="{A1EE195C-175A-42FC-B1E6-C17F103C670E}" type="sibTrans">
      <dgm:prSet/>
      <dgm:spPr/>
      <dgm:t>
        <a:bodyPr/>
        <a:lstStyle/>
        <a:p>
          <a:endParaRPr lang="en-GB"/>
        </a:p>
      </dgm:t>
    </dgm:pt>
    <dgm:pt modelId="{E1BD2F0A-77D9-4D2B-8E29-139A47F3B305}">
      <dgm:prSet phldr="0"/>
      <dgm:spPr/>
      <dgm:t>
        <a:bodyPr/>
        <a:lstStyle/>
        <a:p>
          <a:pPr rtl="0"/>
          <a:r>
            <a:rPr lang="en-GB" dirty="0">
              <a:latin typeface="Calibri Light" panose="020F0302020204030204"/>
            </a:rPr>
            <a:t>Or </a:t>
          </a:r>
        </a:p>
      </dgm:t>
    </dgm:pt>
    <dgm:pt modelId="{3F85BD5D-569C-4D1E-AAAD-488C72BFADFA}" cxnId="{B611040F-8B13-43C8-B212-0613C7F78779}" type="parTrans">
      <dgm:prSet/>
      <dgm:spPr/>
      <dgm:t>
        <a:bodyPr/>
        <a:lstStyle/>
        <a:p>
          <a:endParaRPr lang="en-GB"/>
        </a:p>
      </dgm:t>
    </dgm:pt>
    <dgm:pt modelId="{6FC44EB1-E6DB-4234-9AD2-BD60CCE53470}" cxnId="{B611040F-8B13-43C8-B212-0613C7F78779}" type="sibTrans">
      <dgm:prSet/>
      <dgm:spPr/>
      <dgm:t>
        <a:bodyPr/>
        <a:lstStyle/>
        <a:p>
          <a:endParaRPr lang="en-GB"/>
        </a:p>
      </dgm:t>
    </dgm:pt>
    <dgm:pt modelId="{36E10EE6-0EB9-49E6-86BE-7334C5871B7F}">
      <dgm:prSet phldr="0"/>
      <dgm:spPr/>
      <dgm:t>
        <a:bodyPr/>
        <a:lstStyle/>
        <a:p>
          <a:pPr rtl="0"/>
          <a:r>
            <a:rPr lang="en-GB" dirty="0">
              <a:latin typeface="Calibri Light" panose="020F0302020204030204"/>
            </a:rPr>
            <a:t>Assessment </a:t>
          </a:r>
        </a:p>
      </dgm:t>
    </dgm:pt>
    <dgm:pt modelId="{7A859960-8A68-45C5-BC17-F2027349C9B4}" cxnId="{957EE9DC-885B-4727-82E0-64CE861C752A}" type="parTrans">
      <dgm:prSet/>
      <dgm:spPr/>
      <dgm:t>
        <a:bodyPr/>
        <a:lstStyle/>
        <a:p>
          <a:endParaRPr lang="en-GB"/>
        </a:p>
      </dgm:t>
    </dgm:pt>
    <dgm:pt modelId="{31C60232-F31B-4B65-8767-180466F90A70}" cxnId="{957EE9DC-885B-4727-82E0-64CE861C752A}" type="sibTrans">
      <dgm:prSet/>
      <dgm:spPr/>
      <dgm:t>
        <a:bodyPr/>
        <a:lstStyle/>
        <a:p>
          <a:endParaRPr lang="en-GB"/>
        </a:p>
      </dgm:t>
    </dgm:pt>
    <dgm:pt modelId="{5DF85558-34B1-4B2A-AEF9-63E2E5B658A9}">
      <dgm:prSet phldr="0"/>
      <dgm:spPr/>
      <dgm:t>
        <a:bodyPr/>
        <a:lstStyle/>
        <a:p>
          <a:pPr rtl="0"/>
          <a:r>
            <a:rPr lang="en-GB" dirty="0">
              <a:latin typeface="Calibri Light" panose="020F0302020204030204"/>
            </a:rPr>
            <a:t>And I have .. ( given O2, done suction ) </a:t>
          </a:r>
          <a:endParaRPr lang="en-GB" dirty="0"/>
        </a:p>
      </dgm:t>
    </dgm:pt>
    <dgm:pt modelId="{91622F24-9E8E-43E5-A14A-039052E56A88}" cxnId="{21888355-37B5-47FD-BC6D-BC9DF524878A}" type="parTrans">
      <dgm:prSet/>
      <dgm:spPr/>
      <dgm:t>
        <a:bodyPr/>
        <a:lstStyle/>
        <a:p>
          <a:endParaRPr lang="en-GB"/>
        </a:p>
      </dgm:t>
    </dgm:pt>
    <dgm:pt modelId="{B8AD1371-6094-442A-94A2-1F5D71226D98}" cxnId="{21888355-37B5-47FD-BC6D-BC9DF524878A}" type="sibTrans">
      <dgm:prSet/>
      <dgm:spPr/>
      <dgm:t>
        <a:bodyPr/>
        <a:lstStyle/>
        <a:p>
          <a:endParaRPr lang="en-GB"/>
        </a:p>
      </dgm:t>
    </dgm:pt>
    <dgm:pt modelId="{1D23B954-A0FC-4921-B172-8B6E2D231F51}">
      <dgm:prSet phldr="0"/>
      <dgm:spPr/>
      <dgm:t>
        <a:bodyPr/>
        <a:lstStyle/>
        <a:p>
          <a:pPr rtl="0"/>
          <a:r>
            <a:rPr lang="en-GB" dirty="0">
              <a:latin typeface="Calibri Light" panose="020F0302020204030204"/>
            </a:rPr>
            <a:t>I don't know what's wrong but I am really worried </a:t>
          </a:r>
        </a:p>
      </dgm:t>
    </dgm:pt>
    <dgm:pt modelId="{7B64C458-E088-4625-A3CF-1DA3D2220D9D}" cxnId="{083AB7DE-7D94-4BFA-852C-D0B0545E3EAE}" type="parTrans">
      <dgm:prSet/>
      <dgm:spPr/>
      <dgm:t>
        <a:bodyPr/>
        <a:lstStyle/>
        <a:p>
          <a:endParaRPr lang="en-GB"/>
        </a:p>
      </dgm:t>
    </dgm:pt>
    <dgm:pt modelId="{025A8098-D642-4445-A09D-8EE558E318DE}" cxnId="{083AB7DE-7D94-4BFA-852C-D0B0545E3EAE}" type="sibTrans">
      <dgm:prSet/>
      <dgm:spPr/>
      <dgm:t>
        <a:bodyPr/>
        <a:lstStyle/>
        <a:p>
          <a:endParaRPr lang="en-GB"/>
        </a:p>
      </dgm:t>
    </dgm:pt>
    <dgm:pt modelId="{6866068D-3924-418E-9C51-67EAB91AB5AA}">
      <dgm:prSet phldr="0"/>
      <dgm:spPr/>
      <dgm:t>
        <a:bodyPr/>
        <a:lstStyle/>
        <a:p>
          <a:pPr rtl="0"/>
          <a:r>
            <a:rPr lang="en-GB" dirty="0">
              <a:latin typeface="Calibri Light" panose="020F0302020204030204"/>
            </a:rPr>
            <a:t>I am not sure what the problem is but patient x is deteriorating </a:t>
          </a:r>
        </a:p>
      </dgm:t>
    </dgm:pt>
    <dgm:pt modelId="{B9FA81DE-F339-4CD5-BEC6-0E9F97ECCA17}" cxnId="{053EF49F-3C5F-4072-8D5B-3E63AFBFF895}" type="parTrans">
      <dgm:prSet/>
      <dgm:spPr/>
      <dgm:t>
        <a:bodyPr/>
        <a:lstStyle/>
        <a:p>
          <a:endParaRPr lang="en-GB"/>
        </a:p>
      </dgm:t>
    </dgm:pt>
    <dgm:pt modelId="{24E9F232-7B95-48DC-BB72-6FF2E020B575}" cxnId="{053EF49F-3C5F-4072-8D5B-3E63AFBFF895}" type="sibTrans">
      <dgm:prSet/>
      <dgm:spPr/>
      <dgm:t>
        <a:bodyPr/>
        <a:lstStyle/>
        <a:p>
          <a:endParaRPr lang="en-GB"/>
        </a:p>
      </dgm:t>
    </dgm:pt>
    <dgm:pt modelId="{4763E532-7867-4D7D-8EC0-BADA61A0E806}">
      <dgm:prSet phldr="0"/>
      <dgm:spPr/>
      <dgm:t>
        <a:bodyPr/>
        <a:lstStyle/>
        <a:p>
          <a:r>
            <a:rPr lang="en-GB" dirty="0">
              <a:latin typeface="Calibri Light" panose="020F0302020204030204"/>
            </a:rPr>
            <a:t>Or </a:t>
          </a:r>
        </a:p>
      </dgm:t>
    </dgm:pt>
    <dgm:pt modelId="{30C16172-8F52-4F9F-B95C-AEA26FF5116A}" cxnId="{91B0F1ED-EFCF-4221-BBC2-EBEEF87A286C}" type="parTrans">
      <dgm:prSet/>
      <dgm:spPr/>
      <dgm:t>
        <a:bodyPr/>
        <a:lstStyle/>
        <a:p>
          <a:endParaRPr lang="en-GB"/>
        </a:p>
      </dgm:t>
    </dgm:pt>
    <dgm:pt modelId="{753F4958-155A-4C4F-A238-51F735CFA806}" cxnId="{91B0F1ED-EFCF-4221-BBC2-EBEEF87A286C}" type="sibTrans">
      <dgm:prSet/>
      <dgm:spPr/>
      <dgm:t>
        <a:bodyPr/>
        <a:lstStyle/>
        <a:p>
          <a:endParaRPr lang="en-GB"/>
        </a:p>
      </dgm:t>
    </dgm:pt>
    <dgm:pt modelId="{C113BA65-25B5-443C-942E-A5E23B8EEB1C}">
      <dgm:prSet phldr="0"/>
      <dgm:spPr/>
      <dgm:t>
        <a:bodyPr/>
        <a:lstStyle/>
        <a:p>
          <a:pPr rtl="0"/>
          <a:r>
            <a:rPr lang="en-GB" dirty="0">
              <a:latin typeface="Calibri Light" panose="020F0302020204030204"/>
            </a:rPr>
            <a:t>Recommendation </a:t>
          </a:r>
        </a:p>
      </dgm:t>
    </dgm:pt>
    <dgm:pt modelId="{CA059DA3-CCA4-4399-9D15-31FFF8ADC82B}" cxnId="{8F4D509B-1D75-4225-AE39-4450D207290E}" type="parTrans">
      <dgm:prSet/>
      <dgm:spPr/>
      <dgm:t>
        <a:bodyPr/>
        <a:lstStyle/>
        <a:p>
          <a:endParaRPr lang="en-GB"/>
        </a:p>
      </dgm:t>
    </dgm:pt>
    <dgm:pt modelId="{76BF889A-4C3A-4960-BA2B-0DC1E2D9F1DF}" cxnId="{8F4D509B-1D75-4225-AE39-4450D207290E}" type="sibTrans">
      <dgm:prSet/>
      <dgm:spPr/>
      <dgm:t>
        <a:bodyPr/>
        <a:lstStyle/>
        <a:p>
          <a:endParaRPr lang="en-GB"/>
        </a:p>
      </dgm:t>
    </dgm:pt>
    <dgm:pt modelId="{3B09DE39-D28A-41D4-A532-4D48878E5337}">
      <dgm:prSet phldr="0"/>
      <dgm:spPr/>
      <dgm:t>
        <a:bodyPr/>
        <a:lstStyle/>
        <a:p>
          <a:pPr rtl="0"/>
          <a:r>
            <a:rPr lang="en-GB" dirty="0">
              <a:latin typeface="Calibri Light" panose="020F0302020204030204"/>
            </a:rPr>
            <a:t>I need you to ..</a:t>
          </a:r>
        </a:p>
      </dgm:t>
    </dgm:pt>
    <dgm:pt modelId="{90030686-FAE9-403F-B369-0E208822BAC6}" cxnId="{16FC94A7-F10F-4D4E-AAFB-189EA42FFE50}" type="parTrans">
      <dgm:prSet/>
      <dgm:spPr/>
      <dgm:t>
        <a:bodyPr/>
        <a:lstStyle/>
        <a:p>
          <a:endParaRPr lang="en-GB"/>
        </a:p>
      </dgm:t>
    </dgm:pt>
    <dgm:pt modelId="{B5173166-9EBF-40B3-8509-94EDC4FEE03D}" cxnId="{16FC94A7-F10F-4D4E-AAFB-189EA42FFE50}" type="sibTrans">
      <dgm:prSet/>
      <dgm:spPr/>
      <dgm:t>
        <a:bodyPr/>
        <a:lstStyle/>
        <a:p>
          <a:endParaRPr lang="en-GB"/>
        </a:p>
      </dgm:t>
    </dgm:pt>
    <dgm:pt modelId="{B2C62916-BD85-4E98-B81F-11460CC2A6F7}">
      <dgm:prSet phldr="0"/>
      <dgm:spPr/>
      <dgm:t>
        <a:bodyPr/>
        <a:lstStyle/>
        <a:p>
          <a:pPr rtl="0"/>
          <a:r>
            <a:rPr lang="en-GB" dirty="0">
              <a:latin typeface="Calibri Light" panose="020F0302020204030204"/>
            </a:rPr>
            <a:t>Come and see the patient in the next ( xx mins) </a:t>
          </a:r>
        </a:p>
      </dgm:t>
    </dgm:pt>
    <dgm:pt modelId="{5C3CC5D9-C870-4B7A-809F-11731639AC3A}" cxnId="{D0AE571E-0D91-4E8F-9E34-AD46FCEAD3DD}" type="parTrans">
      <dgm:prSet/>
      <dgm:spPr/>
      <dgm:t>
        <a:bodyPr/>
        <a:lstStyle/>
        <a:p>
          <a:endParaRPr lang="en-GB"/>
        </a:p>
      </dgm:t>
    </dgm:pt>
    <dgm:pt modelId="{698B76B1-BD4F-490E-9CE2-FDB9E26D3E5F}" cxnId="{D0AE571E-0D91-4E8F-9E34-AD46FCEAD3DD}" type="sibTrans">
      <dgm:prSet/>
      <dgm:spPr/>
      <dgm:t>
        <a:bodyPr/>
        <a:lstStyle/>
        <a:p>
          <a:endParaRPr lang="en-GB"/>
        </a:p>
      </dgm:t>
    </dgm:pt>
    <dgm:pt modelId="{D69C5074-36B5-4D59-AF19-19AAB93BFE89}">
      <dgm:prSet phldr="0"/>
      <dgm:spPr/>
      <dgm:t>
        <a:bodyPr/>
        <a:lstStyle/>
        <a:p>
          <a:r>
            <a:rPr lang="en-GB" dirty="0">
              <a:latin typeface="Calibri Light" panose="020F0302020204030204"/>
            </a:rPr>
            <a:t>AND </a:t>
          </a:r>
        </a:p>
      </dgm:t>
    </dgm:pt>
    <dgm:pt modelId="{FC3CA761-29D1-4D69-8E89-53769CAB2B5F}" cxnId="{545B044C-C805-4202-A9D5-CAEF74036E57}" type="parTrans">
      <dgm:prSet/>
      <dgm:spPr/>
      <dgm:t>
        <a:bodyPr/>
        <a:lstStyle/>
        <a:p>
          <a:endParaRPr lang="en-GB"/>
        </a:p>
      </dgm:t>
    </dgm:pt>
    <dgm:pt modelId="{95712471-D060-487D-8A9E-2CBA84CEB302}" cxnId="{545B044C-C805-4202-A9D5-CAEF74036E57}" type="sibTrans">
      <dgm:prSet/>
      <dgm:spPr/>
      <dgm:t>
        <a:bodyPr/>
        <a:lstStyle/>
        <a:p>
          <a:endParaRPr lang="en-GB"/>
        </a:p>
      </dgm:t>
    </dgm:pt>
    <dgm:pt modelId="{FCEB5083-279A-4E75-8421-8D737FAB424B}">
      <dgm:prSet phldr="0"/>
      <dgm:spPr/>
      <dgm:t>
        <a:bodyPr/>
        <a:lstStyle/>
        <a:p>
          <a:pPr rtl="0"/>
          <a:r>
            <a:rPr lang="en-GB" dirty="0">
              <a:latin typeface="Calibri Light" panose="020F0302020204030204"/>
            </a:rPr>
            <a:t>Is there anything I need to do in the mean time ? ( </a:t>
          </a:r>
          <a:r>
            <a:rPr lang="en-GB" dirty="0" err="1">
              <a:latin typeface="Calibri Light" panose="020F0302020204030204"/>
            </a:rPr>
            <a:t>eg</a:t>
          </a:r>
          <a:r>
            <a:rPr lang="en-GB" dirty="0">
              <a:latin typeface="Calibri Light" panose="020F0302020204030204"/>
            </a:rPr>
            <a:t> . Stop the fluid / repeat the </a:t>
          </a:r>
          <a:r>
            <a:rPr lang="en-GB" dirty="0" err="1">
              <a:latin typeface="Calibri Light" panose="020F0302020204030204"/>
            </a:rPr>
            <a:t>obs</a:t>
          </a:r>
          <a:r>
            <a:rPr lang="en-GB" dirty="0">
              <a:latin typeface="Calibri Light" panose="020F0302020204030204"/>
            </a:rPr>
            <a:t>/ give a nebuliser  ) </a:t>
          </a:r>
        </a:p>
      </dgm:t>
    </dgm:pt>
    <dgm:pt modelId="{EFDF4CA4-2C83-498E-A663-5EF83813F0D8}" cxnId="{CFD09A2D-FB0F-46DE-B336-F7D2869D39FC}" type="parTrans">
      <dgm:prSet/>
      <dgm:spPr/>
      <dgm:t>
        <a:bodyPr/>
        <a:lstStyle/>
        <a:p>
          <a:endParaRPr lang="en-GB"/>
        </a:p>
      </dgm:t>
    </dgm:pt>
    <dgm:pt modelId="{95809D33-B269-45CD-A9EC-D53B53C6778B}" cxnId="{CFD09A2D-FB0F-46DE-B336-F7D2869D39FC}" type="sibTrans">
      <dgm:prSet/>
      <dgm:spPr/>
      <dgm:t>
        <a:bodyPr/>
        <a:lstStyle/>
        <a:p>
          <a:endParaRPr lang="en-GB"/>
        </a:p>
      </dgm:t>
    </dgm:pt>
    <dgm:pt modelId="{BAB1D82F-BC89-4736-B837-441B71DF88AF}" type="pres">
      <dgm:prSet presAssocID="{5821BB6C-788B-41AE-AF1D-EE9BEEFD32B6}" presName="Name0" presStyleCnt="0">
        <dgm:presLayoutVars>
          <dgm:dir/>
          <dgm:animLvl val="lvl"/>
          <dgm:resizeHandles/>
        </dgm:presLayoutVars>
      </dgm:prSet>
      <dgm:spPr/>
    </dgm:pt>
    <dgm:pt modelId="{759DCBEA-F43F-4514-9402-1DC63380773B}" type="pres">
      <dgm:prSet presAssocID="{ED9C8757-E4BF-49A8-8585-0B268B6774CE}" presName="linNode" presStyleCnt="0"/>
      <dgm:spPr/>
    </dgm:pt>
    <dgm:pt modelId="{2A34197E-CB6C-4243-BEFB-CC5356B75189}" type="pres">
      <dgm:prSet presAssocID="{ED9C8757-E4BF-49A8-8585-0B268B6774CE}" presName="parentShp" presStyleLbl="node1" presStyleIdx="0" presStyleCnt="4">
        <dgm:presLayoutVars>
          <dgm:bulletEnabled val="1"/>
        </dgm:presLayoutVars>
      </dgm:prSet>
      <dgm:spPr/>
    </dgm:pt>
    <dgm:pt modelId="{8F882249-57A2-49D6-BD29-9FDD660E704F}" type="pres">
      <dgm:prSet presAssocID="{ED9C8757-E4BF-49A8-8585-0B268B6774CE}" presName="childShp" presStyleLbl="bgAccFollowNode1" presStyleIdx="0" presStyleCnt="4">
        <dgm:presLayoutVars>
          <dgm:bulletEnabled val="1"/>
        </dgm:presLayoutVars>
      </dgm:prSet>
      <dgm:spPr/>
    </dgm:pt>
    <dgm:pt modelId="{1F3989ED-0E15-4A1A-BEFB-EC20FE59306C}" type="pres">
      <dgm:prSet presAssocID="{5E7789D9-8AD1-45DD-B6B8-61E96E51F5CD}" presName="spacing" presStyleCnt="0"/>
      <dgm:spPr/>
    </dgm:pt>
    <dgm:pt modelId="{63B90615-B3E6-465F-8A90-1F61EACD7C65}" type="pres">
      <dgm:prSet presAssocID="{562786CA-C5A1-451A-8382-D3BB76719AE5}" presName="linNode" presStyleCnt="0"/>
      <dgm:spPr/>
    </dgm:pt>
    <dgm:pt modelId="{CE4A80DD-B382-486B-A934-81B3092988BB}" type="pres">
      <dgm:prSet presAssocID="{562786CA-C5A1-451A-8382-D3BB76719AE5}" presName="parentShp" presStyleLbl="node1" presStyleIdx="1" presStyleCnt="4">
        <dgm:presLayoutVars>
          <dgm:bulletEnabled val="1"/>
        </dgm:presLayoutVars>
      </dgm:prSet>
      <dgm:spPr/>
    </dgm:pt>
    <dgm:pt modelId="{DC231FBD-BC32-4E87-A6EE-D28D180F5B34}" type="pres">
      <dgm:prSet presAssocID="{562786CA-C5A1-451A-8382-D3BB76719AE5}" presName="childShp" presStyleLbl="bgAccFollowNode1" presStyleIdx="1" presStyleCnt="4">
        <dgm:presLayoutVars>
          <dgm:bulletEnabled val="1"/>
        </dgm:presLayoutVars>
      </dgm:prSet>
      <dgm:spPr/>
    </dgm:pt>
    <dgm:pt modelId="{C6F2D121-4936-49F5-8C07-B61423210628}" type="pres">
      <dgm:prSet presAssocID="{2B4BDF7D-CDF2-4BCA-B2CC-47D9AB6EED73}" presName="spacing" presStyleCnt="0"/>
      <dgm:spPr/>
    </dgm:pt>
    <dgm:pt modelId="{F087A20D-8A39-404C-B403-A2FA314E7AE8}" type="pres">
      <dgm:prSet presAssocID="{36E10EE6-0EB9-49E6-86BE-7334C5871B7F}" presName="linNode" presStyleCnt="0"/>
      <dgm:spPr/>
    </dgm:pt>
    <dgm:pt modelId="{7515D9B8-C036-4AF8-875E-AC308B9A4F0F}" type="pres">
      <dgm:prSet presAssocID="{36E10EE6-0EB9-49E6-86BE-7334C5871B7F}" presName="parentShp" presStyleLbl="node1" presStyleIdx="2" presStyleCnt="4">
        <dgm:presLayoutVars>
          <dgm:bulletEnabled val="1"/>
        </dgm:presLayoutVars>
      </dgm:prSet>
      <dgm:spPr/>
    </dgm:pt>
    <dgm:pt modelId="{CF61796C-4B6B-46C7-9C48-584EDD47E9C1}" type="pres">
      <dgm:prSet presAssocID="{36E10EE6-0EB9-49E6-86BE-7334C5871B7F}" presName="childShp" presStyleLbl="bgAccFollowNode1" presStyleIdx="2" presStyleCnt="4">
        <dgm:presLayoutVars>
          <dgm:bulletEnabled val="1"/>
        </dgm:presLayoutVars>
      </dgm:prSet>
      <dgm:spPr/>
    </dgm:pt>
    <dgm:pt modelId="{269677C4-AC7F-4798-BD52-742845222D99}" type="pres">
      <dgm:prSet presAssocID="{31C60232-F31B-4B65-8767-180466F90A70}" presName="spacing" presStyleCnt="0"/>
      <dgm:spPr/>
    </dgm:pt>
    <dgm:pt modelId="{9360203B-F679-445F-8F96-A7BB8474358D}" type="pres">
      <dgm:prSet presAssocID="{C113BA65-25B5-443C-942E-A5E23B8EEB1C}" presName="linNode" presStyleCnt="0"/>
      <dgm:spPr/>
    </dgm:pt>
    <dgm:pt modelId="{9CF12E5C-BFE4-404D-A3CF-063C5C81581D}" type="pres">
      <dgm:prSet presAssocID="{C113BA65-25B5-443C-942E-A5E23B8EEB1C}" presName="parentShp" presStyleLbl="node1" presStyleIdx="3" presStyleCnt="4">
        <dgm:presLayoutVars>
          <dgm:bulletEnabled val="1"/>
        </dgm:presLayoutVars>
      </dgm:prSet>
      <dgm:spPr/>
    </dgm:pt>
    <dgm:pt modelId="{C9539859-EBB4-4D9C-A806-05253878B1BF}" type="pres">
      <dgm:prSet presAssocID="{C113BA65-25B5-443C-942E-A5E23B8EEB1C}" presName="childShp" presStyleLbl="bgAccFollowNode1" presStyleIdx="3" presStyleCnt="4">
        <dgm:presLayoutVars>
          <dgm:bulletEnabled val="1"/>
        </dgm:presLayoutVars>
      </dgm:prSet>
      <dgm:spPr/>
    </dgm:pt>
  </dgm:ptLst>
  <dgm:cxnLst>
    <dgm:cxn modelId="{2D970A03-84C4-48B2-8DB8-F548B1E59356}" type="presOf" srcId="{5DF85558-34B1-4B2A-AEF9-63E2E5B658A9}" destId="{CF61796C-4B6B-46C7-9C48-584EDD47E9C1}" srcOrd="0" destOrd="1" presId="urn:microsoft.com/office/officeart/2005/8/layout/vList6"/>
    <dgm:cxn modelId="{E888C706-4F27-4005-BBFA-C83153B04B38}" type="presOf" srcId="{E1BD2F0A-77D9-4D2B-8E29-139A47F3B305}" destId="{CF61796C-4B6B-46C7-9C48-584EDD47E9C1}" srcOrd="0" destOrd="2" presId="urn:microsoft.com/office/officeart/2005/8/layout/vList6"/>
    <dgm:cxn modelId="{A51D7A09-AAF8-435B-AB5B-8928685F6433}" srcId="{5821BB6C-788B-41AE-AF1D-EE9BEEFD32B6}" destId="{562786CA-C5A1-451A-8382-D3BB76719AE5}" srcOrd="1" destOrd="0" parTransId="{BEB5DABD-09E0-4361-BDC3-62C83D86BCDE}" sibTransId="{2B4BDF7D-CDF2-4BCA-B2CC-47D9AB6EED73}"/>
    <dgm:cxn modelId="{0D710C0C-FD25-4B58-BE19-332E3201B53A}" type="presOf" srcId="{93EA4F40-5B65-4F6B-BFE6-B24ED448A7AB}" destId="{DC231FBD-BC32-4E87-A6EE-D28D180F5B34}" srcOrd="0" destOrd="4" presId="urn:microsoft.com/office/officeart/2005/8/layout/vList6"/>
    <dgm:cxn modelId="{B611040F-8B13-43C8-B212-0613C7F78779}" srcId="{36E10EE6-0EB9-49E6-86BE-7334C5871B7F}" destId="{E1BD2F0A-77D9-4D2B-8E29-139A47F3B305}" srcOrd="2" destOrd="0" parTransId="{3F85BD5D-569C-4D1E-AAAD-488C72BFADFA}" sibTransId="{6FC44EB1-E6DB-4234-9AD2-BD60CCE53470}"/>
    <dgm:cxn modelId="{CBFAF11D-7601-4388-80E4-DCDA3AFCB833}" type="presOf" srcId="{9E018D2B-44F1-4374-AE33-42EBD9AF31B5}" destId="{DC231FBD-BC32-4E87-A6EE-D28D180F5B34}" srcOrd="0" destOrd="2" presId="urn:microsoft.com/office/officeart/2005/8/layout/vList6"/>
    <dgm:cxn modelId="{D0AE571E-0D91-4E8F-9E34-AD46FCEAD3DD}" srcId="{C113BA65-25B5-443C-942E-A5E23B8EEB1C}" destId="{B2C62916-BD85-4E98-B81F-11460CC2A6F7}" srcOrd="1" destOrd="0" parTransId="{5C3CC5D9-C870-4B7A-809F-11731639AC3A}" sibTransId="{698B76B1-BD4F-490E-9CE2-FDB9E26D3E5F}"/>
    <dgm:cxn modelId="{05EAB221-778F-46AD-8D3B-62F1DBA38AE5}" type="presOf" srcId="{36E10EE6-0EB9-49E6-86BE-7334C5871B7F}" destId="{7515D9B8-C036-4AF8-875E-AC308B9A4F0F}" srcOrd="0" destOrd="0" presId="urn:microsoft.com/office/officeart/2005/8/layout/vList6"/>
    <dgm:cxn modelId="{CFD09A2D-FB0F-46DE-B336-F7D2869D39FC}" srcId="{C113BA65-25B5-443C-942E-A5E23B8EEB1C}" destId="{FCEB5083-279A-4E75-8421-8D737FAB424B}" srcOrd="3" destOrd="0" parTransId="{EFDF4CA4-2C83-498E-A663-5EF83813F0D8}" sibTransId="{95809D33-B269-45CD-A9EC-D53B53C6778B}"/>
    <dgm:cxn modelId="{1F3F3530-2C30-4688-9C2D-748FF0B222B3}" srcId="{ED9C8757-E4BF-49A8-8585-0B268B6774CE}" destId="{2C0A3ABE-4140-401A-8171-479F8E92FBAD}" srcOrd="0" destOrd="0" parTransId="{79B90449-32C2-49AE-AF17-24A7270EFB06}" sibTransId="{07BDA13B-2232-43D1-AEDD-2C9E03B67BF3}"/>
    <dgm:cxn modelId="{20E56131-00E9-4AD2-87C0-720BF1EA3928}" type="presOf" srcId="{2C0A3ABE-4140-401A-8171-479F8E92FBAD}" destId="{8F882249-57A2-49D6-BD29-9FDD660E704F}" srcOrd="0" destOrd="0" presId="urn:microsoft.com/office/officeart/2005/8/layout/vList6"/>
    <dgm:cxn modelId="{69DB8537-D06B-421F-BB3C-D5697EFBA3B3}" type="presOf" srcId="{ED9C8757-E4BF-49A8-8585-0B268B6774CE}" destId="{2A34197E-CB6C-4243-BEFB-CC5356B75189}" srcOrd="0" destOrd="0" presId="urn:microsoft.com/office/officeart/2005/8/layout/vList6"/>
    <dgm:cxn modelId="{9D486438-1D7E-4212-B253-777BDC46CA5F}" type="presOf" srcId="{FCEB5083-279A-4E75-8421-8D737FAB424B}" destId="{C9539859-EBB4-4D9C-A806-05253878B1BF}" srcOrd="0" destOrd="3" presId="urn:microsoft.com/office/officeart/2005/8/layout/vList6"/>
    <dgm:cxn modelId="{AAD83A3F-2531-4E5A-B566-88A8ADEEC2E4}" srcId="{562786CA-C5A1-451A-8382-D3BB76719AE5}" destId="{9E018D2B-44F1-4374-AE33-42EBD9AF31B5}" srcOrd="2" destOrd="0" parTransId="{D2792D43-C5CF-4BF8-9982-6665E8311EA1}" sibTransId="{0779EE35-B8E9-4F6E-B4A2-BF36898DD7C2}"/>
    <dgm:cxn modelId="{A1EE195C-175A-42FC-B1E6-C17F103C670E}" srcId="{36E10EE6-0EB9-49E6-86BE-7334C5871B7F}" destId="{4B9394B6-746A-4D6F-804F-39A458F797F0}" srcOrd="0" destOrd="0" parTransId="{84E68BB9-DD2C-4C2F-8BF0-6E91AC107991}" sibTransId="{1F795E77-FEA1-48A9-BBC4-66C8A2B4AE6E}"/>
    <dgm:cxn modelId="{E7C5B068-9A35-4C0B-AD38-2B28517F0637}" type="presOf" srcId="{6866068D-3924-418E-9C51-67EAB91AB5AA}" destId="{CF61796C-4B6B-46C7-9C48-584EDD47E9C1}" srcOrd="0" destOrd="3" presId="urn:microsoft.com/office/officeart/2005/8/layout/vList6"/>
    <dgm:cxn modelId="{570DB869-B1AD-4633-A7C3-184567FC1429}" type="presOf" srcId="{98C18924-3E74-4E98-952F-861CAF89A937}" destId="{DC231FBD-BC32-4E87-A6EE-D28D180F5B34}" srcOrd="0" destOrd="1" presId="urn:microsoft.com/office/officeart/2005/8/layout/vList6"/>
    <dgm:cxn modelId="{545B044C-C805-4202-A9D5-CAEF74036E57}" srcId="{C113BA65-25B5-443C-942E-A5E23B8EEB1C}" destId="{D69C5074-36B5-4D59-AF19-19AAB93BFE89}" srcOrd="2" destOrd="0" parTransId="{FC3CA761-29D1-4D69-8E89-53769CAB2B5F}" sibTransId="{95712471-D060-487D-8A9E-2CBA84CEB302}"/>
    <dgm:cxn modelId="{38E38353-2013-439D-9B7A-73A860620632}" type="presOf" srcId="{C113BA65-25B5-443C-942E-A5E23B8EEB1C}" destId="{9CF12E5C-BFE4-404D-A3CF-063C5C81581D}" srcOrd="0" destOrd="0" presId="urn:microsoft.com/office/officeart/2005/8/layout/vList6"/>
    <dgm:cxn modelId="{21888355-37B5-47FD-BC6D-BC9DF524878A}" srcId="{36E10EE6-0EB9-49E6-86BE-7334C5871B7F}" destId="{5DF85558-34B1-4B2A-AEF9-63E2E5B658A9}" srcOrd="1" destOrd="0" parTransId="{91622F24-9E8E-43E5-A14A-039052E56A88}" sibTransId="{B8AD1371-6094-442A-94A2-1F5D71226D98}"/>
    <dgm:cxn modelId="{81E8A876-2EFE-46B6-B3B1-AD4F5D87308E}" type="presOf" srcId="{5821BB6C-788B-41AE-AF1D-EE9BEEFD32B6}" destId="{BAB1D82F-BC89-4736-B837-441B71DF88AF}" srcOrd="0" destOrd="0" presId="urn:microsoft.com/office/officeart/2005/8/layout/vList6"/>
    <dgm:cxn modelId="{FDC66F77-1132-42DE-80CE-74D568C825D2}" type="presOf" srcId="{4B9394B6-746A-4D6F-804F-39A458F797F0}" destId="{CF61796C-4B6B-46C7-9C48-584EDD47E9C1}" srcOrd="0" destOrd="0" presId="urn:microsoft.com/office/officeart/2005/8/layout/vList6"/>
    <dgm:cxn modelId="{E60C7278-373A-4EE0-A796-C2BFC6A546F7}" type="presOf" srcId="{4763E532-7867-4D7D-8EC0-BADA61A0E806}" destId="{CF61796C-4B6B-46C7-9C48-584EDD47E9C1}" srcOrd="0" destOrd="4" presId="urn:microsoft.com/office/officeart/2005/8/layout/vList6"/>
    <dgm:cxn modelId="{50BF458C-79AA-4C2D-8B7D-88BA653AF88E}" srcId="{5821BB6C-788B-41AE-AF1D-EE9BEEFD32B6}" destId="{ED9C8757-E4BF-49A8-8585-0B268B6774CE}" srcOrd="0" destOrd="0" parTransId="{8EE80D9F-0EAC-4EE8-9EB8-BC1F3529450E}" sibTransId="{5E7789D9-8AD1-45DD-B6B8-61E96E51F5CD}"/>
    <dgm:cxn modelId="{0CBA2891-F015-470B-AE4C-7867A333FFCE}" type="presOf" srcId="{8EB197AE-7BE3-4B62-8AF6-D12B7327E579}" destId="{8F882249-57A2-49D6-BD29-9FDD660E704F}" srcOrd="0" destOrd="2" presId="urn:microsoft.com/office/officeart/2005/8/layout/vList6"/>
    <dgm:cxn modelId="{F09B1999-5006-4B9E-B8C9-E369A5EACBCB}" type="presOf" srcId="{1D23B954-A0FC-4921-B172-8B6E2D231F51}" destId="{CF61796C-4B6B-46C7-9C48-584EDD47E9C1}" srcOrd="0" destOrd="5" presId="urn:microsoft.com/office/officeart/2005/8/layout/vList6"/>
    <dgm:cxn modelId="{2E834D9A-26AE-4B87-8A00-AA3694B8DF0E}" srcId="{ED9C8757-E4BF-49A8-8585-0B268B6774CE}" destId="{8EB197AE-7BE3-4B62-8AF6-D12B7327E579}" srcOrd="2" destOrd="0" parTransId="{CD349CF5-495E-4BCE-B183-DF78483F6ED8}" sibTransId="{716BAF22-CECE-4CF7-949C-8FA5D88151F2}"/>
    <dgm:cxn modelId="{8F4D509B-1D75-4225-AE39-4450D207290E}" srcId="{5821BB6C-788B-41AE-AF1D-EE9BEEFD32B6}" destId="{C113BA65-25B5-443C-942E-A5E23B8EEB1C}" srcOrd="3" destOrd="0" parTransId="{CA059DA3-CCA4-4399-9D15-31FFF8ADC82B}" sibTransId="{76BF889A-4C3A-4960-BA2B-0DC1E2D9F1DF}"/>
    <dgm:cxn modelId="{053EF49F-3C5F-4072-8D5B-3E63AFBFF895}" srcId="{36E10EE6-0EB9-49E6-86BE-7334C5871B7F}" destId="{6866068D-3924-418E-9C51-67EAB91AB5AA}" srcOrd="3" destOrd="0" parTransId="{B9FA81DE-F339-4CD5-BEC6-0E9F97ECCA17}" sibTransId="{24E9F232-7B95-48DC-BB72-6FF2E020B575}"/>
    <dgm:cxn modelId="{0F481DA1-7F72-407E-92B4-48689172E616}" type="presOf" srcId="{8F233B3B-3A83-4299-8C49-7812356EDFE2}" destId="{DC231FBD-BC32-4E87-A6EE-D28D180F5B34}" srcOrd="0" destOrd="3" presId="urn:microsoft.com/office/officeart/2005/8/layout/vList6"/>
    <dgm:cxn modelId="{6DF9B8A6-EF63-4F49-8160-1B68D5220CAF}" type="presOf" srcId="{D69C5074-36B5-4D59-AF19-19AAB93BFE89}" destId="{C9539859-EBB4-4D9C-A806-05253878B1BF}" srcOrd="0" destOrd="2" presId="urn:microsoft.com/office/officeart/2005/8/layout/vList6"/>
    <dgm:cxn modelId="{16FC94A7-F10F-4D4E-AAFB-189EA42FFE50}" srcId="{C113BA65-25B5-443C-942E-A5E23B8EEB1C}" destId="{3B09DE39-D28A-41D4-A532-4D48878E5337}" srcOrd="0" destOrd="0" parTransId="{90030686-FAE9-403F-B369-0E208822BAC6}" sibTransId="{B5173166-9EBF-40B3-8509-94EDC4FEE03D}"/>
    <dgm:cxn modelId="{40DD85AA-16FF-4BBC-9DD2-AAAD70E9FCEA}" srcId="{562786CA-C5A1-451A-8382-D3BB76719AE5}" destId="{886E11D1-81CF-4B41-9657-C457C00663D3}" srcOrd="0" destOrd="0" parTransId="{C5C41997-3CCF-4012-B09F-E85D82F646C7}" sibTransId="{66E9370F-9E32-49D4-B592-18230749F610}"/>
    <dgm:cxn modelId="{423317B2-B608-43DE-ADDD-EC27B62BFC86}" srcId="{562786CA-C5A1-451A-8382-D3BB76719AE5}" destId="{98C18924-3E74-4E98-952F-861CAF89A937}" srcOrd="1" destOrd="0" parTransId="{E7304886-5E4C-45C4-8E22-5A091819452F}" sibTransId="{CBAEC671-5E3C-4785-877E-D587692627B5}"/>
    <dgm:cxn modelId="{E01427B6-EBF0-4B51-9A1F-E8B702F1BA9E}" srcId="{ED9C8757-E4BF-49A8-8585-0B268B6774CE}" destId="{F441AF59-57EF-4464-81BA-2FA285A857F8}" srcOrd="1" destOrd="0" parTransId="{8BC2C9CD-A814-45E5-84CC-70523888D277}" sibTransId="{437AF007-889E-47AD-B70E-3F5D0EA1A4EE}"/>
    <dgm:cxn modelId="{892719BD-6471-40CF-A93A-1B3694A8BE8A}" type="presOf" srcId="{562786CA-C5A1-451A-8382-D3BB76719AE5}" destId="{CE4A80DD-B382-486B-A934-81B3092988BB}" srcOrd="0" destOrd="0" presId="urn:microsoft.com/office/officeart/2005/8/layout/vList6"/>
    <dgm:cxn modelId="{9DED2AC4-AE5F-468C-9785-EAC774170108}" srcId="{562786CA-C5A1-451A-8382-D3BB76719AE5}" destId="{93EA4F40-5B65-4F6B-BFE6-B24ED448A7AB}" srcOrd="4" destOrd="0" parTransId="{6ACEA8A0-40B2-4171-9957-C5397D1C83E8}" sibTransId="{6057DD53-E623-4939-B4C9-63480588C213}"/>
    <dgm:cxn modelId="{90165BCE-4509-4346-B5AB-27593B94D094}" type="presOf" srcId="{B2C62916-BD85-4E98-B81F-11460CC2A6F7}" destId="{C9539859-EBB4-4D9C-A806-05253878B1BF}" srcOrd="0" destOrd="1" presId="urn:microsoft.com/office/officeart/2005/8/layout/vList6"/>
    <dgm:cxn modelId="{FEDFB4D4-F88D-4A8B-BFD6-D11140FFE14E}" type="presOf" srcId="{F441AF59-57EF-4464-81BA-2FA285A857F8}" destId="{8F882249-57A2-49D6-BD29-9FDD660E704F}" srcOrd="0" destOrd="1" presId="urn:microsoft.com/office/officeart/2005/8/layout/vList6"/>
    <dgm:cxn modelId="{AE649DD5-1E69-4FC0-AA01-1C671F8F3302}" type="presOf" srcId="{886E11D1-81CF-4B41-9657-C457C00663D3}" destId="{DC231FBD-BC32-4E87-A6EE-D28D180F5B34}" srcOrd="0" destOrd="0" presId="urn:microsoft.com/office/officeart/2005/8/layout/vList6"/>
    <dgm:cxn modelId="{957EE9DC-885B-4727-82E0-64CE861C752A}" srcId="{5821BB6C-788B-41AE-AF1D-EE9BEEFD32B6}" destId="{36E10EE6-0EB9-49E6-86BE-7334C5871B7F}" srcOrd="2" destOrd="0" parTransId="{7A859960-8A68-45C5-BC17-F2027349C9B4}" sibTransId="{31C60232-F31B-4B65-8767-180466F90A70}"/>
    <dgm:cxn modelId="{083AB7DE-7D94-4BFA-852C-D0B0545E3EAE}" srcId="{36E10EE6-0EB9-49E6-86BE-7334C5871B7F}" destId="{1D23B954-A0FC-4921-B172-8B6E2D231F51}" srcOrd="5" destOrd="0" parTransId="{7B64C458-E088-4625-A3CF-1DA3D2220D9D}" sibTransId="{025A8098-D642-4445-A09D-8EE558E318DE}"/>
    <dgm:cxn modelId="{91B0F1ED-EFCF-4221-BBC2-EBEEF87A286C}" srcId="{36E10EE6-0EB9-49E6-86BE-7334C5871B7F}" destId="{4763E532-7867-4D7D-8EC0-BADA61A0E806}" srcOrd="4" destOrd="0" parTransId="{30C16172-8F52-4F9F-B95C-AEA26FF5116A}" sibTransId="{753F4958-155A-4C4F-A238-51F735CFA806}"/>
    <dgm:cxn modelId="{107136EF-0320-4C82-A49D-947CF10C22BE}" type="presOf" srcId="{3B09DE39-D28A-41D4-A532-4D48878E5337}" destId="{C9539859-EBB4-4D9C-A806-05253878B1BF}" srcOrd="0" destOrd="0" presId="urn:microsoft.com/office/officeart/2005/8/layout/vList6"/>
    <dgm:cxn modelId="{CEC09DFB-D7EB-4FAE-BEB8-9C273FA8FB98}" srcId="{562786CA-C5A1-451A-8382-D3BB76719AE5}" destId="{8F233B3B-3A83-4299-8C49-7812356EDFE2}" srcOrd="3" destOrd="0" parTransId="{7FE75916-1276-4BC8-8784-B6D0E1F8CB95}" sibTransId="{A48F5C6C-BD66-4C99-B992-7764F0A9EDDB}"/>
    <dgm:cxn modelId="{6C68323F-8803-4CD9-9028-6F199A7CEA91}" type="presParOf" srcId="{BAB1D82F-BC89-4736-B837-441B71DF88AF}" destId="{759DCBEA-F43F-4514-9402-1DC63380773B}" srcOrd="0" destOrd="0" presId="urn:microsoft.com/office/officeart/2005/8/layout/vList6"/>
    <dgm:cxn modelId="{AE005D8A-CE30-4FDE-B16D-5B384F395623}" type="presParOf" srcId="{759DCBEA-F43F-4514-9402-1DC63380773B}" destId="{2A34197E-CB6C-4243-BEFB-CC5356B75189}" srcOrd="0" destOrd="0" presId="urn:microsoft.com/office/officeart/2005/8/layout/vList6"/>
    <dgm:cxn modelId="{0EAAB05E-EA2B-4261-AD54-FDD1FAFBA815}" type="presParOf" srcId="{759DCBEA-F43F-4514-9402-1DC63380773B}" destId="{8F882249-57A2-49D6-BD29-9FDD660E704F}" srcOrd="1" destOrd="0" presId="urn:microsoft.com/office/officeart/2005/8/layout/vList6"/>
    <dgm:cxn modelId="{86F4379E-B254-43B0-A134-DE4C827485C1}" type="presParOf" srcId="{BAB1D82F-BC89-4736-B837-441B71DF88AF}" destId="{1F3989ED-0E15-4A1A-BEFB-EC20FE59306C}" srcOrd="1" destOrd="0" presId="urn:microsoft.com/office/officeart/2005/8/layout/vList6"/>
    <dgm:cxn modelId="{ABE987A4-0E9D-4334-8B9C-7427836894CF}" type="presParOf" srcId="{BAB1D82F-BC89-4736-B837-441B71DF88AF}" destId="{63B90615-B3E6-465F-8A90-1F61EACD7C65}" srcOrd="2" destOrd="0" presId="urn:microsoft.com/office/officeart/2005/8/layout/vList6"/>
    <dgm:cxn modelId="{D3A02317-2AA8-4709-A530-A24A92B2D158}" type="presParOf" srcId="{63B90615-B3E6-465F-8A90-1F61EACD7C65}" destId="{CE4A80DD-B382-486B-A934-81B3092988BB}" srcOrd="0" destOrd="0" presId="urn:microsoft.com/office/officeart/2005/8/layout/vList6"/>
    <dgm:cxn modelId="{89084D99-8815-47F5-8973-E9E94952569D}" type="presParOf" srcId="{63B90615-B3E6-465F-8A90-1F61EACD7C65}" destId="{DC231FBD-BC32-4E87-A6EE-D28D180F5B34}" srcOrd="1" destOrd="0" presId="urn:microsoft.com/office/officeart/2005/8/layout/vList6"/>
    <dgm:cxn modelId="{B81B60B9-BA67-4676-889E-E5DAAF583E52}" type="presParOf" srcId="{BAB1D82F-BC89-4736-B837-441B71DF88AF}" destId="{C6F2D121-4936-49F5-8C07-B61423210628}" srcOrd="3" destOrd="0" presId="urn:microsoft.com/office/officeart/2005/8/layout/vList6"/>
    <dgm:cxn modelId="{4807EA2D-DE9A-418E-86D0-F9B84288432B}" type="presParOf" srcId="{BAB1D82F-BC89-4736-B837-441B71DF88AF}" destId="{F087A20D-8A39-404C-B403-A2FA314E7AE8}" srcOrd="4" destOrd="0" presId="urn:microsoft.com/office/officeart/2005/8/layout/vList6"/>
    <dgm:cxn modelId="{4146694C-C5C0-4035-95A7-D3EA051960D1}" type="presParOf" srcId="{F087A20D-8A39-404C-B403-A2FA314E7AE8}" destId="{7515D9B8-C036-4AF8-875E-AC308B9A4F0F}" srcOrd="0" destOrd="0" presId="urn:microsoft.com/office/officeart/2005/8/layout/vList6"/>
    <dgm:cxn modelId="{73D51FF8-6A57-40B5-BE7F-4BBF8C9163B4}" type="presParOf" srcId="{F087A20D-8A39-404C-B403-A2FA314E7AE8}" destId="{CF61796C-4B6B-46C7-9C48-584EDD47E9C1}" srcOrd="1" destOrd="0" presId="urn:microsoft.com/office/officeart/2005/8/layout/vList6"/>
    <dgm:cxn modelId="{D3D5DCBF-AAD0-4D96-B148-42D26078F227}" type="presParOf" srcId="{BAB1D82F-BC89-4736-B837-441B71DF88AF}" destId="{269677C4-AC7F-4798-BD52-742845222D99}" srcOrd="5" destOrd="0" presId="urn:microsoft.com/office/officeart/2005/8/layout/vList6"/>
    <dgm:cxn modelId="{4AC01A88-88DF-4157-9403-5EAF23AD7734}" type="presParOf" srcId="{BAB1D82F-BC89-4736-B837-441B71DF88AF}" destId="{9360203B-F679-445F-8F96-A7BB8474358D}" srcOrd="6" destOrd="0" presId="urn:microsoft.com/office/officeart/2005/8/layout/vList6"/>
    <dgm:cxn modelId="{092B16FB-B4DA-4499-8C1C-2F735B406EE0}" type="presParOf" srcId="{9360203B-F679-445F-8F96-A7BB8474358D}" destId="{9CF12E5C-BFE4-404D-A3CF-063C5C81581D}" srcOrd="0" destOrd="0" presId="urn:microsoft.com/office/officeart/2005/8/layout/vList6"/>
    <dgm:cxn modelId="{4FF6B2B5-2DAD-4623-B0EF-75F19D6DC3AA}" type="presParOf" srcId="{9360203B-F679-445F-8F96-A7BB8474358D}" destId="{C9539859-EBB4-4D9C-A806-05253878B1BF}" srcOrd="1" destOrd="0" presId="urn:microsoft.com/office/officeart/2005/8/layout/v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21BB6C-788B-41AE-AF1D-EE9BEEFD32B6}" type="doc">
      <dgm:prSet loTypeId="urn:microsoft.com/office/officeart/2005/8/layout/vList6" loCatId="process" qsTypeId="urn:microsoft.com/office/officeart/2005/8/quickstyle/simple1" qsCatId="simple" csTypeId="urn:microsoft.com/office/officeart/2005/8/colors/accent0_3" csCatId="mainScheme" phldr="1"/>
      <dgm:spPr/>
      <dgm:t>
        <a:bodyPr/>
        <a:lstStyle/>
        <a:p>
          <a:endParaRPr lang="en-GB"/>
        </a:p>
      </dgm:t>
    </dgm:pt>
    <dgm:pt modelId="{ED9C8757-E4BF-49A8-8585-0B268B6774CE}">
      <dgm:prSet phldrT="[Text]" phldr="0"/>
      <dgm:spPr/>
      <dgm:t>
        <a:bodyPr/>
        <a:lstStyle/>
        <a:p>
          <a:pPr rtl="0"/>
          <a:r>
            <a:rPr lang="en-GB" dirty="0">
              <a:latin typeface="Calibri Light" panose="020F0302020204030204"/>
            </a:rPr>
            <a:t>Situation </a:t>
          </a:r>
          <a:endParaRPr lang="en-GB" dirty="0"/>
        </a:p>
      </dgm:t>
    </dgm:pt>
    <dgm:pt modelId="{8EE80D9F-0EAC-4EE8-9EB8-BC1F3529450E}" cxnId="{50BF458C-79AA-4C2D-8B7D-88BA653AF88E}" type="parTrans">
      <dgm:prSet/>
      <dgm:spPr/>
      <dgm:t>
        <a:bodyPr/>
        <a:lstStyle/>
        <a:p>
          <a:endParaRPr lang="en-GB"/>
        </a:p>
      </dgm:t>
    </dgm:pt>
    <dgm:pt modelId="{5E7789D9-8AD1-45DD-B6B8-61E96E51F5CD}" cxnId="{50BF458C-79AA-4C2D-8B7D-88BA653AF88E}" type="sibTrans">
      <dgm:prSet/>
      <dgm:spPr/>
      <dgm:t>
        <a:bodyPr/>
        <a:lstStyle/>
        <a:p>
          <a:endParaRPr lang="en-GB"/>
        </a:p>
      </dgm:t>
    </dgm:pt>
    <dgm:pt modelId="{2C0A3ABE-4140-401A-8171-479F8E92FBAD}">
      <dgm:prSet phldrT="[Text]" phldr="0"/>
      <dgm:spPr/>
      <dgm:t>
        <a:bodyPr/>
        <a:lstStyle/>
        <a:p>
          <a:pPr rtl="0"/>
          <a:r>
            <a:rPr lang="en-GB" dirty="0">
              <a:latin typeface="Calibri Light" panose="020F0302020204030204"/>
            </a:rPr>
            <a:t>I am ( name and profession) on ward ( name) </a:t>
          </a:r>
          <a:endParaRPr lang="en-GB" dirty="0"/>
        </a:p>
      </dgm:t>
    </dgm:pt>
    <dgm:pt modelId="{79B90449-32C2-49AE-AF17-24A7270EFB06}" cxnId="{1F3F3530-2C30-4688-9C2D-748FF0B222B3}" type="parTrans">
      <dgm:prSet/>
      <dgm:spPr/>
      <dgm:t>
        <a:bodyPr/>
        <a:lstStyle/>
        <a:p>
          <a:endParaRPr lang="en-GB"/>
        </a:p>
      </dgm:t>
    </dgm:pt>
    <dgm:pt modelId="{07BDA13B-2232-43D1-AEDD-2C9E03B67BF3}" cxnId="{1F3F3530-2C30-4688-9C2D-748FF0B222B3}" type="sibTrans">
      <dgm:prSet/>
      <dgm:spPr/>
      <dgm:t>
        <a:bodyPr/>
        <a:lstStyle/>
        <a:p>
          <a:endParaRPr lang="en-GB"/>
        </a:p>
      </dgm:t>
    </dgm:pt>
    <dgm:pt modelId="{F441AF59-57EF-4464-81BA-2FA285A857F8}">
      <dgm:prSet phldrT="[Text]" phldr="0"/>
      <dgm:spPr/>
      <dgm:t>
        <a:bodyPr/>
        <a:lstStyle/>
        <a:p>
          <a:pPr rtl="0"/>
          <a:r>
            <a:rPr lang="en-GB" dirty="0">
              <a:latin typeface="Calibri Light" panose="020F0302020204030204"/>
            </a:rPr>
            <a:t>I am calling about ( patient x) </a:t>
          </a:r>
          <a:endParaRPr lang="en-GB" dirty="0"/>
        </a:p>
      </dgm:t>
    </dgm:pt>
    <dgm:pt modelId="{8BC2C9CD-A814-45E5-84CC-70523888D277}" cxnId="{E01427B6-EBF0-4B51-9A1F-E8B702F1BA9E}" type="parTrans">
      <dgm:prSet/>
      <dgm:spPr/>
      <dgm:t>
        <a:bodyPr/>
        <a:lstStyle/>
        <a:p>
          <a:endParaRPr lang="en-GB"/>
        </a:p>
      </dgm:t>
    </dgm:pt>
    <dgm:pt modelId="{437AF007-889E-47AD-B70E-3F5D0EA1A4EE}" cxnId="{E01427B6-EBF0-4B51-9A1F-E8B702F1BA9E}" type="sibTrans">
      <dgm:prSet/>
      <dgm:spPr/>
      <dgm:t>
        <a:bodyPr/>
        <a:lstStyle/>
        <a:p>
          <a:endParaRPr lang="en-GB"/>
        </a:p>
      </dgm:t>
    </dgm:pt>
    <dgm:pt modelId="{8EB197AE-7BE3-4B62-8AF6-D12B7327E579}">
      <dgm:prSet phldrT="[Text]" phldr="0"/>
      <dgm:spPr/>
      <dgm:t>
        <a:bodyPr/>
        <a:lstStyle/>
        <a:p>
          <a:pPr rtl="0"/>
          <a:r>
            <a:rPr lang="en-GB" dirty="0">
              <a:latin typeface="Calibri Light" panose="020F0302020204030204"/>
            </a:rPr>
            <a:t>I am calling because I am concerned that.... ( Spo2 dropping, Bp dropping ) </a:t>
          </a:r>
          <a:endParaRPr lang="en-GB" dirty="0"/>
        </a:p>
      </dgm:t>
    </dgm:pt>
    <dgm:pt modelId="{CD349CF5-495E-4BCE-B183-DF78483F6ED8}" cxnId="{2E834D9A-26AE-4B87-8A00-AA3694B8DF0E}" type="parTrans">
      <dgm:prSet/>
      <dgm:spPr/>
      <dgm:t>
        <a:bodyPr/>
        <a:lstStyle/>
        <a:p>
          <a:endParaRPr lang="en-GB"/>
        </a:p>
      </dgm:t>
    </dgm:pt>
    <dgm:pt modelId="{716BAF22-CECE-4CF7-949C-8FA5D88151F2}" cxnId="{2E834D9A-26AE-4B87-8A00-AA3694B8DF0E}" type="sibTrans">
      <dgm:prSet/>
      <dgm:spPr/>
      <dgm:t>
        <a:bodyPr/>
        <a:lstStyle/>
        <a:p>
          <a:endParaRPr lang="en-GB"/>
        </a:p>
      </dgm:t>
    </dgm:pt>
    <dgm:pt modelId="{562786CA-C5A1-451A-8382-D3BB76719AE5}">
      <dgm:prSet phldrT="[Text]" phldr="0"/>
      <dgm:spPr/>
      <dgm:t>
        <a:bodyPr/>
        <a:lstStyle/>
        <a:p>
          <a:pPr rtl="0"/>
          <a:r>
            <a:rPr lang="en-GB" dirty="0">
              <a:latin typeface="Calibri Light" panose="020F0302020204030204"/>
            </a:rPr>
            <a:t>Background </a:t>
          </a:r>
          <a:endParaRPr lang="en-GB" dirty="0"/>
        </a:p>
      </dgm:t>
    </dgm:pt>
    <dgm:pt modelId="{BEB5DABD-09E0-4361-BDC3-62C83D86BCDE}" cxnId="{A51D7A09-AAF8-435B-AB5B-8928685F6433}" type="parTrans">
      <dgm:prSet/>
      <dgm:spPr/>
      <dgm:t>
        <a:bodyPr/>
        <a:lstStyle/>
        <a:p>
          <a:endParaRPr lang="en-GB"/>
        </a:p>
      </dgm:t>
    </dgm:pt>
    <dgm:pt modelId="{2B4BDF7D-CDF2-4BCA-B2CC-47D9AB6EED73}" cxnId="{A51D7A09-AAF8-435B-AB5B-8928685F6433}" type="sibTrans">
      <dgm:prSet/>
      <dgm:spPr/>
      <dgm:t>
        <a:bodyPr/>
        <a:lstStyle/>
        <a:p>
          <a:endParaRPr lang="en-GB"/>
        </a:p>
      </dgm:t>
    </dgm:pt>
    <dgm:pt modelId="{886E11D1-81CF-4B41-9657-C457C00663D3}">
      <dgm:prSet phldrT="[Text]" phldr="0"/>
      <dgm:spPr/>
      <dgm:t>
        <a:bodyPr/>
        <a:lstStyle/>
        <a:p>
          <a:pPr rtl="0"/>
          <a:r>
            <a:rPr lang="en-GB" dirty="0">
              <a:latin typeface="Calibri Light" panose="020F0302020204030204"/>
            </a:rPr>
            <a:t>Patient ( X was admitted on ( date ) with ( PC) </a:t>
          </a:r>
        </a:p>
      </dgm:t>
    </dgm:pt>
    <dgm:pt modelId="{C5C41997-3CCF-4012-B09F-E85D82F646C7}" cxnId="{40DD85AA-16FF-4BBC-9DD2-AAAD70E9FCEA}" type="parTrans">
      <dgm:prSet/>
      <dgm:spPr/>
      <dgm:t>
        <a:bodyPr/>
        <a:lstStyle/>
        <a:p>
          <a:endParaRPr lang="en-GB"/>
        </a:p>
      </dgm:t>
    </dgm:pt>
    <dgm:pt modelId="{66E9370F-9E32-49D4-B592-18230749F610}" cxnId="{40DD85AA-16FF-4BBC-9DD2-AAAD70E9FCEA}" type="sibTrans">
      <dgm:prSet/>
      <dgm:spPr/>
      <dgm:t>
        <a:bodyPr/>
        <a:lstStyle/>
        <a:p>
          <a:endParaRPr lang="en-GB"/>
        </a:p>
      </dgm:t>
    </dgm:pt>
    <dgm:pt modelId="{98C18924-3E74-4E98-952F-861CAF89A937}">
      <dgm:prSet phldr="0"/>
      <dgm:spPr/>
      <dgm:t>
        <a:bodyPr/>
        <a:lstStyle/>
        <a:p>
          <a:pPr rtl="0"/>
          <a:r>
            <a:rPr lang="en-GB" dirty="0">
              <a:latin typeface="Calibri Light" panose="020F0302020204030204"/>
            </a:rPr>
            <a:t>They have had ( operation, procedure , intervention )</a:t>
          </a:r>
        </a:p>
      </dgm:t>
    </dgm:pt>
    <dgm:pt modelId="{E7304886-5E4C-45C4-8E22-5A091819452F}" cxnId="{423317B2-B608-43DE-ADDD-EC27B62BFC86}" type="parTrans">
      <dgm:prSet/>
      <dgm:spPr/>
      <dgm:t>
        <a:bodyPr/>
        <a:lstStyle/>
        <a:p>
          <a:endParaRPr lang="en-GB"/>
        </a:p>
      </dgm:t>
    </dgm:pt>
    <dgm:pt modelId="{CBAEC671-5E3C-4785-877E-D587692627B5}" cxnId="{423317B2-B608-43DE-ADDD-EC27B62BFC86}" type="sibTrans">
      <dgm:prSet/>
      <dgm:spPr/>
      <dgm:t>
        <a:bodyPr/>
        <a:lstStyle/>
        <a:p>
          <a:endParaRPr lang="en-GB"/>
        </a:p>
      </dgm:t>
    </dgm:pt>
    <dgm:pt modelId="{9E018D2B-44F1-4374-AE33-42EBD9AF31B5}">
      <dgm:prSet phldr="0"/>
      <dgm:spPr/>
      <dgm:t>
        <a:bodyPr/>
        <a:lstStyle/>
        <a:p>
          <a:pPr rtl="0"/>
          <a:r>
            <a:rPr lang="en-GB" dirty="0">
              <a:latin typeface="Calibri Light" panose="020F0302020204030204"/>
            </a:rPr>
            <a:t>Patient ( x's) condition has changed in last ( x min) </a:t>
          </a:r>
        </a:p>
      </dgm:t>
    </dgm:pt>
    <dgm:pt modelId="{D2792D43-C5CF-4BF8-9982-6665E8311EA1}" cxnId="{AAD83A3F-2531-4E5A-B566-88A8ADEEC2E4}" type="parTrans">
      <dgm:prSet/>
      <dgm:spPr/>
      <dgm:t>
        <a:bodyPr/>
        <a:lstStyle/>
        <a:p>
          <a:endParaRPr lang="en-GB"/>
        </a:p>
      </dgm:t>
    </dgm:pt>
    <dgm:pt modelId="{0779EE35-B8E9-4F6E-B4A2-BF36898DD7C2}" cxnId="{AAD83A3F-2531-4E5A-B566-88A8ADEEC2E4}" type="sibTrans">
      <dgm:prSet/>
      <dgm:spPr/>
      <dgm:t>
        <a:bodyPr/>
        <a:lstStyle/>
        <a:p>
          <a:endParaRPr lang="en-GB"/>
        </a:p>
      </dgm:t>
    </dgm:pt>
    <dgm:pt modelId="{8F233B3B-3A83-4299-8C49-7812356EDFE2}">
      <dgm:prSet phldr="0"/>
      <dgm:spPr/>
      <dgm:t>
        <a:bodyPr/>
        <a:lstStyle/>
        <a:p>
          <a:r>
            <a:rPr lang="en-GB" dirty="0">
              <a:latin typeface="Calibri Light" panose="020F0302020204030204"/>
            </a:rPr>
            <a:t>Their last set of </a:t>
          </a:r>
          <a:r>
            <a:rPr lang="en-GB" dirty="0" err="1">
              <a:latin typeface="Calibri Light" panose="020F0302020204030204"/>
            </a:rPr>
            <a:t>obs</a:t>
          </a:r>
          <a:r>
            <a:rPr lang="en-GB" dirty="0">
              <a:latin typeface="Calibri Light" panose="020F0302020204030204"/>
            </a:rPr>
            <a:t> were ( xx) </a:t>
          </a:r>
        </a:p>
      </dgm:t>
    </dgm:pt>
    <dgm:pt modelId="{7FE75916-1276-4BC8-8784-B6D0E1F8CB95}" cxnId="{CEC09DFB-D7EB-4FAE-BEB8-9C273FA8FB98}" type="parTrans">
      <dgm:prSet/>
      <dgm:spPr/>
      <dgm:t>
        <a:bodyPr/>
        <a:lstStyle/>
        <a:p>
          <a:endParaRPr lang="en-GB"/>
        </a:p>
      </dgm:t>
    </dgm:pt>
    <dgm:pt modelId="{A48F5C6C-BD66-4C99-B992-7764F0A9EDDB}" cxnId="{CEC09DFB-D7EB-4FAE-BEB8-9C273FA8FB98}" type="sibTrans">
      <dgm:prSet/>
      <dgm:spPr/>
      <dgm:t>
        <a:bodyPr/>
        <a:lstStyle/>
        <a:p>
          <a:endParaRPr lang="en-GB"/>
        </a:p>
      </dgm:t>
    </dgm:pt>
    <dgm:pt modelId="{93EA4F40-5B65-4F6B-BFE6-B24ED448A7AB}">
      <dgm:prSet phldr="0"/>
      <dgm:spPr/>
      <dgm:t>
        <a:bodyPr/>
        <a:lstStyle/>
        <a:p>
          <a:pPr rtl="0"/>
          <a:r>
            <a:rPr lang="en-GB" dirty="0">
              <a:latin typeface="Calibri Light" panose="020F0302020204030204"/>
            </a:rPr>
            <a:t>Patient ( x) normal condition is .. ( alert/ confused ..) </a:t>
          </a:r>
          <a:endParaRPr lang="en-GB" dirty="0"/>
        </a:p>
      </dgm:t>
    </dgm:pt>
    <dgm:pt modelId="{6ACEA8A0-40B2-4171-9957-C5397D1C83E8}" cxnId="{9DED2AC4-AE5F-468C-9785-EAC774170108}" type="parTrans">
      <dgm:prSet/>
      <dgm:spPr/>
      <dgm:t>
        <a:bodyPr/>
        <a:lstStyle/>
        <a:p>
          <a:endParaRPr lang="en-GB"/>
        </a:p>
      </dgm:t>
    </dgm:pt>
    <dgm:pt modelId="{6057DD53-E623-4939-B4C9-63480588C213}" cxnId="{9DED2AC4-AE5F-468C-9785-EAC774170108}" type="sibTrans">
      <dgm:prSet/>
      <dgm:spPr/>
      <dgm:t>
        <a:bodyPr/>
        <a:lstStyle/>
        <a:p>
          <a:endParaRPr lang="en-GB"/>
        </a:p>
      </dgm:t>
    </dgm:pt>
    <dgm:pt modelId="{4B9394B6-746A-4D6F-804F-39A458F797F0}">
      <dgm:prSet phldr="0"/>
      <dgm:spPr/>
      <dgm:t>
        <a:bodyPr/>
        <a:lstStyle/>
        <a:p>
          <a:pPr rtl="0"/>
          <a:r>
            <a:rPr lang="en-GB" dirty="0">
              <a:latin typeface="Calibri Light" panose="020F0302020204030204"/>
            </a:rPr>
            <a:t>I think the problem is ( XXX) </a:t>
          </a:r>
        </a:p>
      </dgm:t>
    </dgm:pt>
    <dgm:pt modelId="{84E68BB9-DD2C-4C2F-8BF0-6E91AC107991}" cxnId="{A1EE195C-175A-42FC-B1E6-C17F103C670E}" type="parTrans">
      <dgm:prSet/>
      <dgm:spPr/>
      <dgm:t>
        <a:bodyPr/>
        <a:lstStyle/>
        <a:p>
          <a:endParaRPr lang="en-GB"/>
        </a:p>
      </dgm:t>
    </dgm:pt>
    <dgm:pt modelId="{1F795E77-FEA1-48A9-BBC4-66C8A2B4AE6E}" cxnId="{A1EE195C-175A-42FC-B1E6-C17F103C670E}" type="sibTrans">
      <dgm:prSet/>
      <dgm:spPr/>
      <dgm:t>
        <a:bodyPr/>
        <a:lstStyle/>
        <a:p>
          <a:endParaRPr lang="en-GB"/>
        </a:p>
      </dgm:t>
    </dgm:pt>
    <dgm:pt modelId="{E1BD2F0A-77D9-4D2B-8E29-139A47F3B305}">
      <dgm:prSet phldr="0"/>
      <dgm:spPr/>
      <dgm:t>
        <a:bodyPr/>
        <a:lstStyle/>
        <a:p>
          <a:pPr rtl="0"/>
          <a:r>
            <a:rPr lang="en-GB" dirty="0">
              <a:latin typeface="Calibri Light" panose="020F0302020204030204"/>
            </a:rPr>
            <a:t>Or </a:t>
          </a:r>
        </a:p>
      </dgm:t>
    </dgm:pt>
    <dgm:pt modelId="{3F85BD5D-569C-4D1E-AAAD-488C72BFADFA}" cxnId="{B611040F-8B13-43C8-B212-0613C7F78779}" type="parTrans">
      <dgm:prSet/>
      <dgm:spPr/>
      <dgm:t>
        <a:bodyPr/>
        <a:lstStyle/>
        <a:p>
          <a:endParaRPr lang="en-GB"/>
        </a:p>
      </dgm:t>
    </dgm:pt>
    <dgm:pt modelId="{6FC44EB1-E6DB-4234-9AD2-BD60CCE53470}" cxnId="{B611040F-8B13-43C8-B212-0613C7F78779}" type="sibTrans">
      <dgm:prSet/>
      <dgm:spPr/>
      <dgm:t>
        <a:bodyPr/>
        <a:lstStyle/>
        <a:p>
          <a:endParaRPr lang="en-GB"/>
        </a:p>
      </dgm:t>
    </dgm:pt>
    <dgm:pt modelId="{36E10EE6-0EB9-49E6-86BE-7334C5871B7F}">
      <dgm:prSet phldr="0"/>
      <dgm:spPr/>
      <dgm:t>
        <a:bodyPr/>
        <a:lstStyle/>
        <a:p>
          <a:pPr rtl="0"/>
          <a:r>
            <a:rPr lang="en-GB" dirty="0">
              <a:latin typeface="Calibri Light" panose="020F0302020204030204"/>
            </a:rPr>
            <a:t>Assessment </a:t>
          </a:r>
        </a:p>
      </dgm:t>
    </dgm:pt>
    <dgm:pt modelId="{7A859960-8A68-45C5-BC17-F2027349C9B4}" cxnId="{957EE9DC-885B-4727-82E0-64CE861C752A}" type="parTrans">
      <dgm:prSet/>
      <dgm:spPr/>
      <dgm:t>
        <a:bodyPr/>
        <a:lstStyle/>
        <a:p>
          <a:endParaRPr lang="en-GB"/>
        </a:p>
      </dgm:t>
    </dgm:pt>
    <dgm:pt modelId="{31C60232-F31B-4B65-8767-180466F90A70}" cxnId="{957EE9DC-885B-4727-82E0-64CE861C752A}" type="sibTrans">
      <dgm:prSet/>
      <dgm:spPr/>
      <dgm:t>
        <a:bodyPr/>
        <a:lstStyle/>
        <a:p>
          <a:endParaRPr lang="en-GB"/>
        </a:p>
      </dgm:t>
    </dgm:pt>
    <dgm:pt modelId="{5DF85558-34B1-4B2A-AEF9-63E2E5B658A9}">
      <dgm:prSet phldr="0"/>
      <dgm:spPr/>
      <dgm:t>
        <a:bodyPr/>
        <a:lstStyle/>
        <a:p>
          <a:pPr rtl="0"/>
          <a:r>
            <a:rPr lang="en-GB" dirty="0">
              <a:latin typeface="Calibri Light" panose="020F0302020204030204"/>
            </a:rPr>
            <a:t>And I have .. ( given O2, done suction ) </a:t>
          </a:r>
          <a:endParaRPr lang="en-GB" dirty="0"/>
        </a:p>
      </dgm:t>
    </dgm:pt>
    <dgm:pt modelId="{91622F24-9E8E-43E5-A14A-039052E56A88}" cxnId="{21888355-37B5-47FD-BC6D-BC9DF524878A}" type="parTrans">
      <dgm:prSet/>
      <dgm:spPr/>
      <dgm:t>
        <a:bodyPr/>
        <a:lstStyle/>
        <a:p>
          <a:endParaRPr lang="en-GB"/>
        </a:p>
      </dgm:t>
    </dgm:pt>
    <dgm:pt modelId="{B8AD1371-6094-442A-94A2-1F5D71226D98}" cxnId="{21888355-37B5-47FD-BC6D-BC9DF524878A}" type="sibTrans">
      <dgm:prSet/>
      <dgm:spPr/>
      <dgm:t>
        <a:bodyPr/>
        <a:lstStyle/>
        <a:p>
          <a:endParaRPr lang="en-GB"/>
        </a:p>
      </dgm:t>
    </dgm:pt>
    <dgm:pt modelId="{1D23B954-A0FC-4921-B172-8B6E2D231F51}">
      <dgm:prSet phldr="0"/>
      <dgm:spPr/>
      <dgm:t>
        <a:bodyPr/>
        <a:lstStyle/>
        <a:p>
          <a:pPr rtl="0"/>
          <a:r>
            <a:rPr lang="en-GB" dirty="0">
              <a:latin typeface="Calibri Light" panose="020F0302020204030204"/>
            </a:rPr>
            <a:t>I don't know what's wrong but I am really worried </a:t>
          </a:r>
        </a:p>
      </dgm:t>
    </dgm:pt>
    <dgm:pt modelId="{7B64C458-E088-4625-A3CF-1DA3D2220D9D}" cxnId="{083AB7DE-7D94-4BFA-852C-D0B0545E3EAE}" type="parTrans">
      <dgm:prSet/>
      <dgm:spPr/>
      <dgm:t>
        <a:bodyPr/>
        <a:lstStyle/>
        <a:p>
          <a:endParaRPr lang="en-GB"/>
        </a:p>
      </dgm:t>
    </dgm:pt>
    <dgm:pt modelId="{025A8098-D642-4445-A09D-8EE558E318DE}" cxnId="{083AB7DE-7D94-4BFA-852C-D0B0545E3EAE}" type="sibTrans">
      <dgm:prSet/>
      <dgm:spPr/>
      <dgm:t>
        <a:bodyPr/>
        <a:lstStyle/>
        <a:p>
          <a:endParaRPr lang="en-GB"/>
        </a:p>
      </dgm:t>
    </dgm:pt>
    <dgm:pt modelId="{6866068D-3924-418E-9C51-67EAB91AB5AA}">
      <dgm:prSet phldr="0"/>
      <dgm:spPr/>
      <dgm:t>
        <a:bodyPr/>
        <a:lstStyle/>
        <a:p>
          <a:pPr rtl="0"/>
          <a:r>
            <a:rPr lang="en-GB" dirty="0">
              <a:latin typeface="Calibri Light" panose="020F0302020204030204"/>
            </a:rPr>
            <a:t>I am not sure what the problem is but patient x is deteriorating </a:t>
          </a:r>
        </a:p>
      </dgm:t>
    </dgm:pt>
    <dgm:pt modelId="{B9FA81DE-F339-4CD5-BEC6-0E9F97ECCA17}" cxnId="{053EF49F-3C5F-4072-8D5B-3E63AFBFF895}" type="parTrans">
      <dgm:prSet/>
      <dgm:spPr/>
      <dgm:t>
        <a:bodyPr/>
        <a:lstStyle/>
        <a:p>
          <a:endParaRPr lang="en-GB"/>
        </a:p>
      </dgm:t>
    </dgm:pt>
    <dgm:pt modelId="{24E9F232-7B95-48DC-BB72-6FF2E020B575}" cxnId="{053EF49F-3C5F-4072-8D5B-3E63AFBFF895}" type="sibTrans">
      <dgm:prSet/>
      <dgm:spPr/>
      <dgm:t>
        <a:bodyPr/>
        <a:lstStyle/>
        <a:p>
          <a:endParaRPr lang="en-GB"/>
        </a:p>
      </dgm:t>
    </dgm:pt>
    <dgm:pt modelId="{4763E532-7867-4D7D-8EC0-BADA61A0E806}">
      <dgm:prSet phldr="0"/>
      <dgm:spPr/>
      <dgm:t>
        <a:bodyPr/>
        <a:lstStyle/>
        <a:p>
          <a:r>
            <a:rPr lang="en-GB" dirty="0">
              <a:latin typeface="Calibri Light" panose="020F0302020204030204"/>
            </a:rPr>
            <a:t>Or </a:t>
          </a:r>
        </a:p>
      </dgm:t>
    </dgm:pt>
    <dgm:pt modelId="{30C16172-8F52-4F9F-B95C-AEA26FF5116A}" cxnId="{91B0F1ED-EFCF-4221-BBC2-EBEEF87A286C}" type="parTrans">
      <dgm:prSet/>
      <dgm:spPr/>
      <dgm:t>
        <a:bodyPr/>
        <a:lstStyle/>
        <a:p>
          <a:endParaRPr lang="en-GB"/>
        </a:p>
      </dgm:t>
    </dgm:pt>
    <dgm:pt modelId="{753F4958-155A-4C4F-A238-51F735CFA806}" cxnId="{91B0F1ED-EFCF-4221-BBC2-EBEEF87A286C}" type="sibTrans">
      <dgm:prSet/>
      <dgm:spPr/>
      <dgm:t>
        <a:bodyPr/>
        <a:lstStyle/>
        <a:p>
          <a:endParaRPr lang="en-GB"/>
        </a:p>
      </dgm:t>
    </dgm:pt>
    <dgm:pt modelId="{C113BA65-25B5-443C-942E-A5E23B8EEB1C}">
      <dgm:prSet phldr="0"/>
      <dgm:spPr/>
      <dgm:t>
        <a:bodyPr/>
        <a:lstStyle/>
        <a:p>
          <a:pPr rtl="0"/>
          <a:r>
            <a:rPr lang="en-GB" dirty="0">
              <a:latin typeface="Calibri Light" panose="020F0302020204030204"/>
            </a:rPr>
            <a:t>Recommendation </a:t>
          </a:r>
        </a:p>
      </dgm:t>
    </dgm:pt>
    <dgm:pt modelId="{CA059DA3-CCA4-4399-9D15-31FFF8ADC82B}" cxnId="{8F4D509B-1D75-4225-AE39-4450D207290E}" type="parTrans">
      <dgm:prSet/>
      <dgm:spPr/>
      <dgm:t>
        <a:bodyPr/>
        <a:lstStyle/>
        <a:p>
          <a:endParaRPr lang="en-GB"/>
        </a:p>
      </dgm:t>
    </dgm:pt>
    <dgm:pt modelId="{76BF889A-4C3A-4960-BA2B-0DC1E2D9F1DF}" cxnId="{8F4D509B-1D75-4225-AE39-4450D207290E}" type="sibTrans">
      <dgm:prSet/>
      <dgm:spPr/>
      <dgm:t>
        <a:bodyPr/>
        <a:lstStyle/>
        <a:p>
          <a:endParaRPr lang="en-GB"/>
        </a:p>
      </dgm:t>
    </dgm:pt>
    <dgm:pt modelId="{3B09DE39-D28A-41D4-A532-4D48878E5337}">
      <dgm:prSet phldr="0"/>
      <dgm:spPr/>
      <dgm:t>
        <a:bodyPr/>
        <a:lstStyle/>
        <a:p>
          <a:pPr rtl="0"/>
          <a:r>
            <a:rPr lang="en-GB" dirty="0">
              <a:latin typeface="Calibri Light" panose="020F0302020204030204"/>
            </a:rPr>
            <a:t>I need you to ..</a:t>
          </a:r>
        </a:p>
      </dgm:t>
    </dgm:pt>
    <dgm:pt modelId="{90030686-FAE9-403F-B369-0E208822BAC6}" cxnId="{16FC94A7-F10F-4D4E-AAFB-189EA42FFE50}" type="parTrans">
      <dgm:prSet/>
      <dgm:spPr/>
      <dgm:t>
        <a:bodyPr/>
        <a:lstStyle/>
        <a:p>
          <a:endParaRPr lang="en-GB"/>
        </a:p>
      </dgm:t>
    </dgm:pt>
    <dgm:pt modelId="{B5173166-9EBF-40B3-8509-94EDC4FEE03D}" cxnId="{16FC94A7-F10F-4D4E-AAFB-189EA42FFE50}" type="sibTrans">
      <dgm:prSet/>
      <dgm:spPr/>
      <dgm:t>
        <a:bodyPr/>
        <a:lstStyle/>
        <a:p>
          <a:endParaRPr lang="en-GB"/>
        </a:p>
      </dgm:t>
    </dgm:pt>
    <dgm:pt modelId="{B2C62916-BD85-4E98-B81F-11460CC2A6F7}">
      <dgm:prSet phldr="0"/>
      <dgm:spPr/>
      <dgm:t>
        <a:bodyPr/>
        <a:lstStyle/>
        <a:p>
          <a:pPr rtl="0"/>
          <a:r>
            <a:rPr lang="en-GB" dirty="0">
              <a:latin typeface="Calibri Light" panose="020F0302020204030204"/>
            </a:rPr>
            <a:t>Come and see the patient in the next ( xx mins) </a:t>
          </a:r>
        </a:p>
      </dgm:t>
    </dgm:pt>
    <dgm:pt modelId="{5C3CC5D9-C870-4B7A-809F-11731639AC3A}" cxnId="{D0AE571E-0D91-4E8F-9E34-AD46FCEAD3DD}" type="parTrans">
      <dgm:prSet/>
      <dgm:spPr/>
      <dgm:t>
        <a:bodyPr/>
        <a:lstStyle/>
        <a:p>
          <a:endParaRPr lang="en-GB"/>
        </a:p>
      </dgm:t>
    </dgm:pt>
    <dgm:pt modelId="{698B76B1-BD4F-490E-9CE2-FDB9E26D3E5F}" cxnId="{D0AE571E-0D91-4E8F-9E34-AD46FCEAD3DD}" type="sibTrans">
      <dgm:prSet/>
      <dgm:spPr/>
      <dgm:t>
        <a:bodyPr/>
        <a:lstStyle/>
        <a:p>
          <a:endParaRPr lang="en-GB"/>
        </a:p>
      </dgm:t>
    </dgm:pt>
    <dgm:pt modelId="{D69C5074-36B5-4D59-AF19-19AAB93BFE89}">
      <dgm:prSet phldr="0"/>
      <dgm:spPr/>
      <dgm:t>
        <a:bodyPr/>
        <a:lstStyle/>
        <a:p>
          <a:r>
            <a:rPr lang="en-GB" dirty="0">
              <a:latin typeface="Calibri Light" panose="020F0302020204030204"/>
            </a:rPr>
            <a:t>AND </a:t>
          </a:r>
        </a:p>
      </dgm:t>
    </dgm:pt>
    <dgm:pt modelId="{FC3CA761-29D1-4D69-8E89-53769CAB2B5F}" cxnId="{545B044C-C805-4202-A9D5-CAEF74036E57}" type="parTrans">
      <dgm:prSet/>
      <dgm:spPr/>
      <dgm:t>
        <a:bodyPr/>
        <a:lstStyle/>
        <a:p>
          <a:endParaRPr lang="en-GB"/>
        </a:p>
      </dgm:t>
    </dgm:pt>
    <dgm:pt modelId="{95712471-D060-487D-8A9E-2CBA84CEB302}" cxnId="{545B044C-C805-4202-A9D5-CAEF74036E57}" type="sibTrans">
      <dgm:prSet/>
      <dgm:spPr/>
      <dgm:t>
        <a:bodyPr/>
        <a:lstStyle/>
        <a:p>
          <a:endParaRPr lang="en-GB"/>
        </a:p>
      </dgm:t>
    </dgm:pt>
    <dgm:pt modelId="{FCEB5083-279A-4E75-8421-8D737FAB424B}">
      <dgm:prSet phldr="0"/>
      <dgm:spPr/>
      <dgm:t>
        <a:bodyPr/>
        <a:lstStyle/>
        <a:p>
          <a:pPr rtl="0"/>
          <a:r>
            <a:rPr lang="en-GB" dirty="0">
              <a:latin typeface="Calibri Light" panose="020F0302020204030204"/>
            </a:rPr>
            <a:t>Is there anything I need to do in the mean time ? ( </a:t>
          </a:r>
          <a:r>
            <a:rPr lang="en-GB" dirty="0" err="1">
              <a:latin typeface="Calibri Light" panose="020F0302020204030204"/>
            </a:rPr>
            <a:t>eg</a:t>
          </a:r>
          <a:r>
            <a:rPr lang="en-GB" dirty="0">
              <a:latin typeface="Calibri Light" panose="020F0302020204030204"/>
            </a:rPr>
            <a:t> . Stop the fluid / repeat the </a:t>
          </a:r>
          <a:r>
            <a:rPr lang="en-GB" dirty="0" err="1">
              <a:latin typeface="Calibri Light" panose="020F0302020204030204"/>
            </a:rPr>
            <a:t>obs</a:t>
          </a:r>
          <a:r>
            <a:rPr lang="en-GB" dirty="0">
              <a:latin typeface="Calibri Light" panose="020F0302020204030204"/>
            </a:rPr>
            <a:t>/ give a nebuliser  ) </a:t>
          </a:r>
        </a:p>
      </dgm:t>
    </dgm:pt>
    <dgm:pt modelId="{EFDF4CA4-2C83-498E-A663-5EF83813F0D8}" cxnId="{CFD09A2D-FB0F-46DE-B336-F7D2869D39FC}" type="parTrans">
      <dgm:prSet/>
      <dgm:spPr/>
      <dgm:t>
        <a:bodyPr/>
        <a:lstStyle/>
        <a:p>
          <a:endParaRPr lang="en-GB"/>
        </a:p>
      </dgm:t>
    </dgm:pt>
    <dgm:pt modelId="{95809D33-B269-45CD-A9EC-D53B53C6778B}" cxnId="{CFD09A2D-FB0F-46DE-B336-F7D2869D39FC}" type="sibTrans">
      <dgm:prSet/>
      <dgm:spPr/>
      <dgm:t>
        <a:bodyPr/>
        <a:lstStyle/>
        <a:p>
          <a:endParaRPr lang="en-GB"/>
        </a:p>
      </dgm:t>
    </dgm:pt>
    <dgm:pt modelId="{BAB1D82F-BC89-4736-B837-441B71DF88AF}" type="pres">
      <dgm:prSet presAssocID="{5821BB6C-788B-41AE-AF1D-EE9BEEFD32B6}" presName="Name0" presStyleCnt="0">
        <dgm:presLayoutVars>
          <dgm:dir/>
          <dgm:animLvl val="lvl"/>
          <dgm:resizeHandles/>
        </dgm:presLayoutVars>
      </dgm:prSet>
      <dgm:spPr/>
    </dgm:pt>
    <dgm:pt modelId="{759DCBEA-F43F-4514-9402-1DC63380773B}" type="pres">
      <dgm:prSet presAssocID="{ED9C8757-E4BF-49A8-8585-0B268B6774CE}" presName="linNode" presStyleCnt="0"/>
      <dgm:spPr/>
    </dgm:pt>
    <dgm:pt modelId="{2A34197E-CB6C-4243-BEFB-CC5356B75189}" type="pres">
      <dgm:prSet presAssocID="{ED9C8757-E4BF-49A8-8585-0B268B6774CE}" presName="parentShp" presStyleLbl="node1" presStyleIdx="0" presStyleCnt="4">
        <dgm:presLayoutVars>
          <dgm:bulletEnabled val="1"/>
        </dgm:presLayoutVars>
      </dgm:prSet>
      <dgm:spPr/>
    </dgm:pt>
    <dgm:pt modelId="{8F882249-57A2-49D6-BD29-9FDD660E704F}" type="pres">
      <dgm:prSet presAssocID="{ED9C8757-E4BF-49A8-8585-0B268B6774CE}" presName="childShp" presStyleLbl="bgAccFollowNode1" presStyleIdx="0" presStyleCnt="4">
        <dgm:presLayoutVars>
          <dgm:bulletEnabled val="1"/>
        </dgm:presLayoutVars>
      </dgm:prSet>
      <dgm:spPr/>
    </dgm:pt>
    <dgm:pt modelId="{1F3989ED-0E15-4A1A-BEFB-EC20FE59306C}" type="pres">
      <dgm:prSet presAssocID="{5E7789D9-8AD1-45DD-B6B8-61E96E51F5CD}" presName="spacing" presStyleCnt="0"/>
      <dgm:spPr/>
    </dgm:pt>
    <dgm:pt modelId="{63B90615-B3E6-465F-8A90-1F61EACD7C65}" type="pres">
      <dgm:prSet presAssocID="{562786CA-C5A1-451A-8382-D3BB76719AE5}" presName="linNode" presStyleCnt="0"/>
      <dgm:spPr/>
    </dgm:pt>
    <dgm:pt modelId="{CE4A80DD-B382-486B-A934-81B3092988BB}" type="pres">
      <dgm:prSet presAssocID="{562786CA-C5A1-451A-8382-D3BB76719AE5}" presName="parentShp" presStyleLbl="node1" presStyleIdx="1" presStyleCnt="4">
        <dgm:presLayoutVars>
          <dgm:bulletEnabled val="1"/>
        </dgm:presLayoutVars>
      </dgm:prSet>
      <dgm:spPr/>
    </dgm:pt>
    <dgm:pt modelId="{DC231FBD-BC32-4E87-A6EE-D28D180F5B34}" type="pres">
      <dgm:prSet presAssocID="{562786CA-C5A1-451A-8382-D3BB76719AE5}" presName="childShp" presStyleLbl="bgAccFollowNode1" presStyleIdx="1" presStyleCnt="4">
        <dgm:presLayoutVars>
          <dgm:bulletEnabled val="1"/>
        </dgm:presLayoutVars>
      </dgm:prSet>
      <dgm:spPr/>
    </dgm:pt>
    <dgm:pt modelId="{C6F2D121-4936-49F5-8C07-B61423210628}" type="pres">
      <dgm:prSet presAssocID="{2B4BDF7D-CDF2-4BCA-B2CC-47D9AB6EED73}" presName="spacing" presStyleCnt="0"/>
      <dgm:spPr/>
    </dgm:pt>
    <dgm:pt modelId="{F087A20D-8A39-404C-B403-A2FA314E7AE8}" type="pres">
      <dgm:prSet presAssocID="{36E10EE6-0EB9-49E6-86BE-7334C5871B7F}" presName="linNode" presStyleCnt="0"/>
      <dgm:spPr/>
    </dgm:pt>
    <dgm:pt modelId="{7515D9B8-C036-4AF8-875E-AC308B9A4F0F}" type="pres">
      <dgm:prSet presAssocID="{36E10EE6-0EB9-49E6-86BE-7334C5871B7F}" presName="parentShp" presStyleLbl="node1" presStyleIdx="2" presStyleCnt="4">
        <dgm:presLayoutVars>
          <dgm:bulletEnabled val="1"/>
        </dgm:presLayoutVars>
      </dgm:prSet>
      <dgm:spPr/>
    </dgm:pt>
    <dgm:pt modelId="{CF61796C-4B6B-46C7-9C48-584EDD47E9C1}" type="pres">
      <dgm:prSet presAssocID="{36E10EE6-0EB9-49E6-86BE-7334C5871B7F}" presName="childShp" presStyleLbl="bgAccFollowNode1" presStyleIdx="2" presStyleCnt="4">
        <dgm:presLayoutVars>
          <dgm:bulletEnabled val="1"/>
        </dgm:presLayoutVars>
      </dgm:prSet>
      <dgm:spPr/>
    </dgm:pt>
    <dgm:pt modelId="{269677C4-AC7F-4798-BD52-742845222D99}" type="pres">
      <dgm:prSet presAssocID="{31C60232-F31B-4B65-8767-180466F90A70}" presName="spacing" presStyleCnt="0"/>
      <dgm:spPr/>
    </dgm:pt>
    <dgm:pt modelId="{9360203B-F679-445F-8F96-A7BB8474358D}" type="pres">
      <dgm:prSet presAssocID="{C113BA65-25B5-443C-942E-A5E23B8EEB1C}" presName="linNode" presStyleCnt="0"/>
      <dgm:spPr/>
    </dgm:pt>
    <dgm:pt modelId="{9CF12E5C-BFE4-404D-A3CF-063C5C81581D}" type="pres">
      <dgm:prSet presAssocID="{C113BA65-25B5-443C-942E-A5E23B8EEB1C}" presName="parentShp" presStyleLbl="node1" presStyleIdx="3" presStyleCnt="4">
        <dgm:presLayoutVars>
          <dgm:bulletEnabled val="1"/>
        </dgm:presLayoutVars>
      </dgm:prSet>
      <dgm:spPr/>
    </dgm:pt>
    <dgm:pt modelId="{C9539859-EBB4-4D9C-A806-05253878B1BF}" type="pres">
      <dgm:prSet presAssocID="{C113BA65-25B5-443C-942E-A5E23B8EEB1C}" presName="childShp" presStyleLbl="bgAccFollowNode1" presStyleIdx="3" presStyleCnt="4">
        <dgm:presLayoutVars>
          <dgm:bulletEnabled val="1"/>
        </dgm:presLayoutVars>
      </dgm:prSet>
      <dgm:spPr/>
    </dgm:pt>
  </dgm:ptLst>
  <dgm:cxnLst>
    <dgm:cxn modelId="{2D970A03-84C4-48B2-8DB8-F548B1E59356}" type="presOf" srcId="{5DF85558-34B1-4B2A-AEF9-63E2E5B658A9}" destId="{CF61796C-4B6B-46C7-9C48-584EDD47E9C1}" srcOrd="0" destOrd="1" presId="urn:microsoft.com/office/officeart/2005/8/layout/vList6"/>
    <dgm:cxn modelId="{E888C706-4F27-4005-BBFA-C83153B04B38}" type="presOf" srcId="{E1BD2F0A-77D9-4D2B-8E29-139A47F3B305}" destId="{CF61796C-4B6B-46C7-9C48-584EDD47E9C1}" srcOrd="0" destOrd="2" presId="urn:microsoft.com/office/officeart/2005/8/layout/vList6"/>
    <dgm:cxn modelId="{A51D7A09-AAF8-435B-AB5B-8928685F6433}" srcId="{5821BB6C-788B-41AE-AF1D-EE9BEEFD32B6}" destId="{562786CA-C5A1-451A-8382-D3BB76719AE5}" srcOrd="1" destOrd="0" parTransId="{BEB5DABD-09E0-4361-BDC3-62C83D86BCDE}" sibTransId="{2B4BDF7D-CDF2-4BCA-B2CC-47D9AB6EED73}"/>
    <dgm:cxn modelId="{0D710C0C-FD25-4B58-BE19-332E3201B53A}" type="presOf" srcId="{93EA4F40-5B65-4F6B-BFE6-B24ED448A7AB}" destId="{DC231FBD-BC32-4E87-A6EE-D28D180F5B34}" srcOrd="0" destOrd="4" presId="urn:microsoft.com/office/officeart/2005/8/layout/vList6"/>
    <dgm:cxn modelId="{B611040F-8B13-43C8-B212-0613C7F78779}" srcId="{36E10EE6-0EB9-49E6-86BE-7334C5871B7F}" destId="{E1BD2F0A-77D9-4D2B-8E29-139A47F3B305}" srcOrd="2" destOrd="0" parTransId="{3F85BD5D-569C-4D1E-AAAD-488C72BFADFA}" sibTransId="{6FC44EB1-E6DB-4234-9AD2-BD60CCE53470}"/>
    <dgm:cxn modelId="{CBFAF11D-7601-4388-80E4-DCDA3AFCB833}" type="presOf" srcId="{9E018D2B-44F1-4374-AE33-42EBD9AF31B5}" destId="{DC231FBD-BC32-4E87-A6EE-D28D180F5B34}" srcOrd="0" destOrd="2" presId="urn:microsoft.com/office/officeart/2005/8/layout/vList6"/>
    <dgm:cxn modelId="{D0AE571E-0D91-4E8F-9E34-AD46FCEAD3DD}" srcId="{C113BA65-25B5-443C-942E-A5E23B8EEB1C}" destId="{B2C62916-BD85-4E98-B81F-11460CC2A6F7}" srcOrd="1" destOrd="0" parTransId="{5C3CC5D9-C870-4B7A-809F-11731639AC3A}" sibTransId="{698B76B1-BD4F-490E-9CE2-FDB9E26D3E5F}"/>
    <dgm:cxn modelId="{05EAB221-778F-46AD-8D3B-62F1DBA38AE5}" type="presOf" srcId="{36E10EE6-0EB9-49E6-86BE-7334C5871B7F}" destId="{7515D9B8-C036-4AF8-875E-AC308B9A4F0F}" srcOrd="0" destOrd="0" presId="urn:microsoft.com/office/officeart/2005/8/layout/vList6"/>
    <dgm:cxn modelId="{CFD09A2D-FB0F-46DE-B336-F7D2869D39FC}" srcId="{C113BA65-25B5-443C-942E-A5E23B8EEB1C}" destId="{FCEB5083-279A-4E75-8421-8D737FAB424B}" srcOrd="3" destOrd="0" parTransId="{EFDF4CA4-2C83-498E-A663-5EF83813F0D8}" sibTransId="{95809D33-B269-45CD-A9EC-D53B53C6778B}"/>
    <dgm:cxn modelId="{1F3F3530-2C30-4688-9C2D-748FF0B222B3}" srcId="{ED9C8757-E4BF-49A8-8585-0B268B6774CE}" destId="{2C0A3ABE-4140-401A-8171-479F8E92FBAD}" srcOrd="0" destOrd="0" parTransId="{79B90449-32C2-49AE-AF17-24A7270EFB06}" sibTransId="{07BDA13B-2232-43D1-AEDD-2C9E03B67BF3}"/>
    <dgm:cxn modelId="{20E56131-00E9-4AD2-87C0-720BF1EA3928}" type="presOf" srcId="{2C0A3ABE-4140-401A-8171-479F8E92FBAD}" destId="{8F882249-57A2-49D6-BD29-9FDD660E704F}" srcOrd="0" destOrd="0" presId="urn:microsoft.com/office/officeart/2005/8/layout/vList6"/>
    <dgm:cxn modelId="{69DB8537-D06B-421F-BB3C-D5697EFBA3B3}" type="presOf" srcId="{ED9C8757-E4BF-49A8-8585-0B268B6774CE}" destId="{2A34197E-CB6C-4243-BEFB-CC5356B75189}" srcOrd="0" destOrd="0" presId="urn:microsoft.com/office/officeart/2005/8/layout/vList6"/>
    <dgm:cxn modelId="{9D486438-1D7E-4212-B253-777BDC46CA5F}" type="presOf" srcId="{FCEB5083-279A-4E75-8421-8D737FAB424B}" destId="{C9539859-EBB4-4D9C-A806-05253878B1BF}" srcOrd="0" destOrd="3" presId="urn:microsoft.com/office/officeart/2005/8/layout/vList6"/>
    <dgm:cxn modelId="{AAD83A3F-2531-4E5A-B566-88A8ADEEC2E4}" srcId="{562786CA-C5A1-451A-8382-D3BB76719AE5}" destId="{9E018D2B-44F1-4374-AE33-42EBD9AF31B5}" srcOrd="2" destOrd="0" parTransId="{D2792D43-C5CF-4BF8-9982-6665E8311EA1}" sibTransId="{0779EE35-B8E9-4F6E-B4A2-BF36898DD7C2}"/>
    <dgm:cxn modelId="{A1EE195C-175A-42FC-B1E6-C17F103C670E}" srcId="{36E10EE6-0EB9-49E6-86BE-7334C5871B7F}" destId="{4B9394B6-746A-4D6F-804F-39A458F797F0}" srcOrd="0" destOrd="0" parTransId="{84E68BB9-DD2C-4C2F-8BF0-6E91AC107991}" sibTransId="{1F795E77-FEA1-48A9-BBC4-66C8A2B4AE6E}"/>
    <dgm:cxn modelId="{E7C5B068-9A35-4C0B-AD38-2B28517F0637}" type="presOf" srcId="{6866068D-3924-418E-9C51-67EAB91AB5AA}" destId="{CF61796C-4B6B-46C7-9C48-584EDD47E9C1}" srcOrd="0" destOrd="3" presId="urn:microsoft.com/office/officeart/2005/8/layout/vList6"/>
    <dgm:cxn modelId="{570DB869-B1AD-4633-A7C3-184567FC1429}" type="presOf" srcId="{98C18924-3E74-4E98-952F-861CAF89A937}" destId="{DC231FBD-BC32-4E87-A6EE-D28D180F5B34}" srcOrd="0" destOrd="1" presId="urn:microsoft.com/office/officeart/2005/8/layout/vList6"/>
    <dgm:cxn modelId="{545B044C-C805-4202-A9D5-CAEF74036E57}" srcId="{C113BA65-25B5-443C-942E-A5E23B8EEB1C}" destId="{D69C5074-36B5-4D59-AF19-19AAB93BFE89}" srcOrd="2" destOrd="0" parTransId="{FC3CA761-29D1-4D69-8E89-53769CAB2B5F}" sibTransId="{95712471-D060-487D-8A9E-2CBA84CEB302}"/>
    <dgm:cxn modelId="{38E38353-2013-439D-9B7A-73A860620632}" type="presOf" srcId="{C113BA65-25B5-443C-942E-A5E23B8EEB1C}" destId="{9CF12E5C-BFE4-404D-A3CF-063C5C81581D}" srcOrd="0" destOrd="0" presId="urn:microsoft.com/office/officeart/2005/8/layout/vList6"/>
    <dgm:cxn modelId="{21888355-37B5-47FD-BC6D-BC9DF524878A}" srcId="{36E10EE6-0EB9-49E6-86BE-7334C5871B7F}" destId="{5DF85558-34B1-4B2A-AEF9-63E2E5B658A9}" srcOrd="1" destOrd="0" parTransId="{91622F24-9E8E-43E5-A14A-039052E56A88}" sibTransId="{B8AD1371-6094-442A-94A2-1F5D71226D98}"/>
    <dgm:cxn modelId="{81E8A876-2EFE-46B6-B3B1-AD4F5D87308E}" type="presOf" srcId="{5821BB6C-788B-41AE-AF1D-EE9BEEFD32B6}" destId="{BAB1D82F-BC89-4736-B837-441B71DF88AF}" srcOrd="0" destOrd="0" presId="urn:microsoft.com/office/officeart/2005/8/layout/vList6"/>
    <dgm:cxn modelId="{FDC66F77-1132-42DE-80CE-74D568C825D2}" type="presOf" srcId="{4B9394B6-746A-4D6F-804F-39A458F797F0}" destId="{CF61796C-4B6B-46C7-9C48-584EDD47E9C1}" srcOrd="0" destOrd="0" presId="urn:microsoft.com/office/officeart/2005/8/layout/vList6"/>
    <dgm:cxn modelId="{E60C7278-373A-4EE0-A796-C2BFC6A546F7}" type="presOf" srcId="{4763E532-7867-4D7D-8EC0-BADA61A0E806}" destId="{CF61796C-4B6B-46C7-9C48-584EDD47E9C1}" srcOrd="0" destOrd="4" presId="urn:microsoft.com/office/officeart/2005/8/layout/vList6"/>
    <dgm:cxn modelId="{50BF458C-79AA-4C2D-8B7D-88BA653AF88E}" srcId="{5821BB6C-788B-41AE-AF1D-EE9BEEFD32B6}" destId="{ED9C8757-E4BF-49A8-8585-0B268B6774CE}" srcOrd="0" destOrd="0" parTransId="{8EE80D9F-0EAC-4EE8-9EB8-BC1F3529450E}" sibTransId="{5E7789D9-8AD1-45DD-B6B8-61E96E51F5CD}"/>
    <dgm:cxn modelId="{0CBA2891-F015-470B-AE4C-7867A333FFCE}" type="presOf" srcId="{8EB197AE-7BE3-4B62-8AF6-D12B7327E579}" destId="{8F882249-57A2-49D6-BD29-9FDD660E704F}" srcOrd="0" destOrd="2" presId="urn:microsoft.com/office/officeart/2005/8/layout/vList6"/>
    <dgm:cxn modelId="{F09B1999-5006-4B9E-B8C9-E369A5EACBCB}" type="presOf" srcId="{1D23B954-A0FC-4921-B172-8B6E2D231F51}" destId="{CF61796C-4B6B-46C7-9C48-584EDD47E9C1}" srcOrd="0" destOrd="5" presId="urn:microsoft.com/office/officeart/2005/8/layout/vList6"/>
    <dgm:cxn modelId="{2E834D9A-26AE-4B87-8A00-AA3694B8DF0E}" srcId="{ED9C8757-E4BF-49A8-8585-0B268B6774CE}" destId="{8EB197AE-7BE3-4B62-8AF6-D12B7327E579}" srcOrd="2" destOrd="0" parTransId="{CD349CF5-495E-4BCE-B183-DF78483F6ED8}" sibTransId="{716BAF22-CECE-4CF7-949C-8FA5D88151F2}"/>
    <dgm:cxn modelId="{8F4D509B-1D75-4225-AE39-4450D207290E}" srcId="{5821BB6C-788B-41AE-AF1D-EE9BEEFD32B6}" destId="{C113BA65-25B5-443C-942E-A5E23B8EEB1C}" srcOrd="3" destOrd="0" parTransId="{CA059DA3-CCA4-4399-9D15-31FFF8ADC82B}" sibTransId="{76BF889A-4C3A-4960-BA2B-0DC1E2D9F1DF}"/>
    <dgm:cxn modelId="{053EF49F-3C5F-4072-8D5B-3E63AFBFF895}" srcId="{36E10EE6-0EB9-49E6-86BE-7334C5871B7F}" destId="{6866068D-3924-418E-9C51-67EAB91AB5AA}" srcOrd="3" destOrd="0" parTransId="{B9FA81DE-F339-4CD5-BEC6-0E9F97ECCA17}" sibTransId="{24E9F232-7B95-48DC-BB72-6FF2E020B575}"/>
    <dgm:cxn modelId="{0F481DA1-7F72-407E-92B4-48689172E616}" type="presOf" srcId="{8F233B3B-3A83-4299-8C49-7812356EDFE2}" destId="{DC231FBD-BC32-4E87-A6EE-D28D180F5B34}" srcOrd="0" destOrd="3" presId="urn:microsoft.com/office/officeart/2005/8/layout/vList6"/>
    <dgm:cxn modelId="{6DF9B8A6-EF63-4F49-8160-1B68D5220CAF}" type="presOf" srcId="{D69C5074-36B5-4D59-AF19-19AAB93BFE89}" destId="{C9539859-EBB4-4D9C-A806-05253878B1BF}" srcOrd="0" destOrd="2" presId="urn:microsoft.com/office/officeart/2005/8/layout/vList6"/>
    <dgm:cxn modelId="{16FC94A7-F10F-4D4E-AAFB-189EA42FFE50}" srcId="{C113BA65-25B5-443C-942E-A5E23B8EEB1C}" destId="{3B09DE39-D28A-41D4-A532-4D48878E5337}" srcOrd="0" destOrd="0" parTransId="{90030686-FAE9-403F-B369-0E208822BAC6}" sibTransId="{B5173166-9EBF-40B3-8509-94EDC4FEE03D}"/>
    <dgm:cxn modelId="{40DD85AA-16FF-4BBC-9DD2-AAAD70E9FCEA}" srcId="{562786CA-C5A1-451A-8382-D3BB76719AE5}" destId="{886E11D1-81CF-4B41-9657-C457C00663D3}" srcOrd="0" destOrd="0" parTransId="{C5C41997-3CCF-4012-B09F-E85D82F646C7}" sibTransId="{66E9370F-9E32-49D4-B592-18230749F610}"/>
    <dgm:cxn modelId="{423317B2-B608-43DE-ADDD-EC27B62BFC86}" srcId="{562786CA-C5A1-451A-8382-D3BB76719AE5}" destId="{98C18924-3E74-4E98-952F-861CAF89A937}" srcOrd="1" destOrd="0" parTransId="{E7304886-5E4C-45C4-8E22-5A091819452F}" sibTransId="{CBAEC671-5E3C-4785-877E-D587692627B5}"/>
    <dgm:cxn modelId="{E01427B6-EBF0-4B51-9A1F-E8B702F1BA9E}" srcId="{ED9C8757-E4BF-49A8-8585-0B268B6774CE}" destId="{F441AF59-57EF-4464-81BA-2FA285A857F8}" srcOrd="1" destOrd="0" parTransId="{8BC2C9CD-A814-45E5-84CC-70523888D277}" sibTransId="{437AF007-889E-47AD-B70E-3F5D0EA1A4EE}"/>
    <dgm:cxn modelId="{892719BD-6471-40CF-A93A-1B3694A8BE8A}" type="presOf" srcId="{562786CA-C5A1-451A-8382-D3BB76719AE5}" destId="{CE4A80DD-B382-486B-A934-81B3092988BB}" srcOrd="0" destOrd="0" presId="urn:microsoft.com/office/officeart/2005/8/layout/vList6"/>
    <dgm:cxn modelId="{9DED2AC4-AE5F-468C-9785-EAC774170108}" srcId="{562786CA-C5A1-451A-8382-D3BB76719AE5}" destId="{93EA4F40-5B65-4F6B-BFE6-B24ED448A7AB}" srcOrd="4" destOrd="0" parTransId="{6ACEA8A0-40B2-4171-9957-C5397D1C83E8}" sibTransId="{6057DD53-E623-4939-B4C9-63480588C213}"/>
    <dgm:cxn modelId="{90165BCE-4509-4346-B5AB-27593B94D094}" type="presOf" srcId="{B2C62916-BD85-4E98-B81F-11460CC2A6F7}" destId="{C9539859-EBB4-4D9C-A806-05253878B1BF}" srcOrd="0" destOrd="1" presId="urn:microsoft.com/office/officeart/2005/8/layout/vList6"/>
    <dgm:cxn modelId="{FEDFB4D4-F88D-4A8B-BFD6-D11140FFE14E}" type="presOf" srcId="{F441AF59-57EF-4464-81BA-2FA285A857F8}" destId="{8F882249-57A2-49D6-BD29-9FDD660E704F}" srcOrd="0" destOrd="1" presId="urn:microsoft.com/office/officeart/2005/8/layout/vList6"/>
    <dgm:cxn modelId="{AE649DD5-1E69-4FC0-AA01-1C671F8F3302}" type="presOf" srcId="{886E11D1-81CF-4B41-9657-C457C00663D3}" destId="{DC231FBD-BC32-4E87-A6EE-D28D180F5B34}" srcOrd="0" destOrd="0" presId="urn:microsoft.com/office/officeart/2005/8/layout/vList6"/>
    <dgm:cxn modelId="{957EE9DC-885B-4727-82E0-64CE861C752A}" srcId="{5821BB6C-788B-41AE-AF1D-EE9BEEFD32B6}" destId="{36E10EE6-0EB9-49E6-86BE-7334C5871B7F}" srcOrd="2" destOrd="0" parTransId="{7A859960-8A68-45C5-BC17-F2027349C9B4}" sibTransId="{31C60232-F31B-4B65-8767-180466F90A70}"/>
    <dgm:cxn modelId="{083AB7DE-7D94-4BFA-852C-D0B0545E3EAE}" srcId="{36E10EE6-0EB9-49E6-86BE-7334C5871B7F}" destId="{1D23B954-A0FC-4921-B172-8B6E2D231F51}" srcOrd="5" destOrd="0" parTransId="{7B64C458-E088-4625-A3CF-1DA3D2220D9D}" sibTransId="{025A8098-D642-4445-A09D-8EE558E318DE}"/>
    <dgm:cxn modelId="{91B0F1ED-EFCF-4221-BBC2-EBEEF87A286C}" srcId="{36E10EE6-0EB9-49E6-86BE-7334C5871B7F}" destId="{4763E532-7867-4D7D-8EC0-BADA61A0E806}" srcOrd="4" destOrd="0" parTransId="{30C16172-8F52-4F9F-B95C-AEA26FF5116A}" sibTransId="{753F4958-155A-4C4F-A238-51F735CFA806}"/>
    <dgm:cxn modelId="{107136EF-0320-4C82-A49D-947CF10C22BE}" type="presOf" srcId="{3B09DE39-D28A-41D4-A532-4D48878E5337}" destId="{C9539859-EBB4-4D9C-A806-05253878B1BF}" srcOrd="0" destOrd="0" presId="urn:microsoft.com/office/officeart/2005/8/layout/vList6"/>
    <dgm:cxn modelId="{CEC09DFB-D7EB-4FAE-BEB8-9C273FA8FB98}" srcId="{562786CA-C5A1-451A-8382-D3BB76719AE5}" destId="{8F233B3B-3A83-4299-8C49-7812356EDFE2}" srcOrd="3" destOrd="0" parTransId="{7FE75916-1276-4BC8-8784-B6D0E1F8CB95}" sibTransId="{A48F5C6C-BD66-4C99-B992-7764F0A9EDDB}"/>
    <dgm:cxn modelId="{6C68323F-8803-4CD9-9028-6F199A7CEA91}" type="presParOf" srcId="{BAB1D82F-BC89-4736-B837-441B71DF88AF}" destId="{759DCBEA-F43F-4514-9402-1DC63380773B}" srcOrd="0" destOrd="0" presId="urn:microsoft.com/office/officeart/2005/8/layout/vList6"/>
    <dgm:cxn modelId="{AE005D8A-CE30-4FDE-B16D-5B384F395623}" type="presParOf" srcId="{759DCBEA-F43F-4514-9402-1DC63380773B}" destId="{2A34197E-CB6C-4243-BEFB-CC5356B75189}" srcOrd="0" destOrd="0" presId="urn:microsoft.com/office/officeart/2005/8/layout/vList6"/>
    <dgm:cxn modelId="{0EAAB05E-EA2B-4261-AD54-FDD1FAFBA815}" type="presParOf" srcId="{759DCBEA-F43F-4514-9402-1DC63380773B}" destId="{8F882249-57A2-49D6-BD29-9FDD660E704F}" srcOrd="1" destOrd="0" presId="urn:microsoft.com/office/officeart/2005/8/layout/vList6"/>
    <dgm:cxn modelId="{86F4379E-B254-43B0-A134-DE4C827485C1}" type="presParOf" srcId="{BAB1D82F-BC89-4736-B837-441B71DF88AF}" destId="{1F3989ED-0E15-4A1A-BEFB-EC20FE59306C}" srcOrd="1" destOrd="0" presId="urn:microsoft.com/office/officeart/2005/8/layout/vList6"/>
    <dgm:cxn modelId="{ABE987A4-0E9D-4334-8B9C-7427836894CF}" type="presParOf" srcId="{BAB1D82F-BC89-4736-B837-441B71DF88AF}" destId="{63B90615-B3E6-465F-8A90-1F61EACD7C65}" srcOrd="2" destOrd="0" presId="urn:microsoft.com/office/officeart/2005/8/layout/vList6"/>
    <dgm:cxn modelId="{D3A02317-2AA8-4709-A530-A24A92B2D158}" type="presParOf" srcId="{63B90615-B3E6-465F-8A90-1F61EACD7C65}" destId="{CE4A80DD-B382-486B-A934-81B3092988BB}" srcOrd="0" destOrd="0" presId="urn:microsoft.com/office/officeart/2005/8/layout/vList6"/>
    <dgm:cxn modelId="{89084D99-8815-47F5-8973-E9E94952569D}" type="presParOf" srcId="{63B90615-B3E6-465F-8A90-1F61EACD7C65}" destId="{DC231FBD-BC32-4E87-A6EE-D28D180F5B34}" srcOrd="1" destOrd="0" presId="urn:microsoft.com/office/officeart/2005/8/layout/vList6"/>
    <dgm:cxn modelId="{B81B60B9-BA67-4676-889E-E5DAAF583E52}" type="presParOf" srcId="{BAB1D82F-BC89-4736-B837-441B71DF88AF}" destId="{C6F2D121-4936-49F5-8C07-B61423210628}" srcOrd="3" destOrd="0" presId="urn:microsoft.com/office/officeart/2005/8/layout/vList6"/>
    <dgm:cxn modelId="{4807EA2D-DE9A-418E-86D0-F9B84288432B}" type="presParOf" srcId="{BAB1D82F-BC89-4736-B837-441B71DF88AF}" destId="{F087A20D-8A39-404C-B403-A2FA314E7AE8}" srcOrd="4" destOrd="0" presId="urn:microsoft.com/office/officeart/2005/8/layout/vList6"/>
    <dgm:cxn modelId="{4146694C-C5C0-4035-95A7-D3EA051960D1}" type="presParOf" srcId="{F087A20D-8A39-404C-B403-A2FA314E7AE8}" destId="{7515D9B8-C036-4AF8-875E-AC308B9A4F0F}" srcOrd="0" destOrd="0" presId="urn:microsoft.com/office/officeart/2005/8/layout/vList6"/>
    <dgm:cxn modelId="{73D51FF8-6A57-40B5-BE7F-4BBF8C9163B4}" type="presParOf" srcId="{F087A20D-8A39-404C-B403-A2FA314E7AE8}" destId="{CF61796C-4B6B-46C7-9C48-584EDD47E9C1}" srcOrd="1" destOrd="0" presId="urn:microsoft.com/office/officeart/2005/8/layout/vList6"/>
    <dgm:cxn modelId="{D3D5DCBF-AAD0-4D96-B148-42D26078F227}" type="presParOf" srcId="{BAB1D82F-BC89-4736-B837-441B71DF88AF}" destId="{269677C4-AC7F-4798-BD52-742845222D99}" srcOrd="5" destOrd="0" presId="urn:microsoft.com/office/officeart/2005/8/layout/vList6"/>
    <dgm:cxn modelId="{4AC01A88-88DF-4157-9403-5EAF23AD7734}" type="presParOf" srcId="{BAB1D82F-BC89-4736-B837-441B71DF88AF}" destId="{9360203B-F679-445F-8F96-A7BB8474358D}" srcOrd="6" destOrd="0" presId="urn:microsoft.com/office/officeart/2005/8/layout/vList6"/>
    <dgm:cxn modelId="{092B16FB-B4DA-4499-8C1C-2F735B406EE0}" type="presParOf" srcId="{9360203B-F679-445F-8F96-A7BB8474358D}" destId="{9CF12E5C-BFE4-404D-A3CF-063C5C81581D}" srcOrd="0" destOrd="0" presId="urn:microsoft.com/office/officeart/2005/8/layout/vList6"/>
    <dgm:cxn modelId="{4FF6B2B5-2DAD-4623-B0EF-75F19D6DC3AA}" type="presParOf" srcId="{9360203B-F679-445F-8F96-A7BB8474358D}" destId="{C9539859-EBB4-4D9C-A806-05253878B1BF}" srcOrd="1" destOrd="0" presId="urn:microsoft.com/office/officeart/2005/8/layout/v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21BB6C-788B-41AE-AF1D-EE9BEEFD32B6}" type="doc">
      <dgm:prSet loTypeId="urn:microsoft.com/office/officeart/2005/8/layout/vList6" loCatId="process" qsTypeId="urn:microsoft.com/office/officeart/2005/8/quickstyle/simple1" qsCatId="simple" csTypeId="urn:microsoft.com/office/officeart/2005/8/colors/accent0_3" csCatId="mainScheme" phldr="1"/>
      <dgm:spPr/>
      <dgm:t>
        <a:bodyPr/>
        <a:lstStyle/>
        <a:p>
          <a:endParaRPr lang="en-GB"/>
        </a:p>
      </dgm:t>
    </dgm:pt>
    <dgm:pt modelId="{ED9C8757-E4BF-49A8-8585-0B268B6774CE}">
      <dgm:prSet phldrT="[Text]" phldr="0"/>
      <dgm:spPr/>
      <dgm:t>
        <a:bodyPr/>
        <a:lstStyle/>
        <a:p>
          <a:pPr rtl="0"/>
          <a:r>
            <a:rPr lang="en-GB" dirty="0">
              <a:latin typeface="Calibri Light" panose="020F0302020204030204"/>
            </a:rPr>
            <a:t>Situation </a:t>
          </a:r>
          <a:endParaRPr lang="en-GB" dirty="0"/>
        </a:p>
      </dgm:t>
    </dgm:pt>
    <dgm:pt modelId="{8EE80D9F-0EAC-4EE8-9EB8-BC1F3529450E}" cxnId="{50BF458C-79AA-4C2D-8B7D-88BA653AF88E}" type="parTrans">
      <dgm:prSet/>
      <dgm:spPr/>
      <dgm:t>
        <a:bodyPr/>
        <a:lstStyle/>
        <a:p>
          <a:endParaRPr lang="en-GB"/>
        </a:p>
      </dgm:t>
    </dgm:pt>
    <dgm:pt modelId="{5E7789D9-8AD1-45DD-B6B8-61E96E51F5CD}" cxnId="{50BF458C-79AA-4C2D-8B7D-88BA653AF88E}" type="sibTrans">
      <dgm:prSet/>
      <dgm:spPr/>
      <dgm:t>
        <a:bodyPr/>
        <a:lstStyle/>
        <a:p>
          <a:endParaRPr lang="en-GB"/>
        </a:p>
      </dgm:t>
    </dgm:pt>
    <dgm:pt modelId="{2C0A3ABE-4140-401A-8171-479F8E92FBAD}">
      <dgm:prSet phldrT="[Text]" phldr="0"/>
      <dgm:spPr/>
      <dgm:t>
        <a:bodyPr/>
        <a:lstStyle/>
        <a:p>
          <a:pPr rtl="0"/>
          <a:r>
            <a:rPr lang="en-GB" dirty="0">
              <a:latin typeface="Calibri Light" panose="020F0302020204030204"/>
            </a:rPr>
            <a:t>I am ( name and profession) on ward ( name) </a:t>
          </a:r>
          <a:endParaRPr lang="en-GB" dirty="0"/>
        </a:p>
      </dgm:t>
    </dgm:pt>
    <dgm:pt modelId="{79B90449-32C2-49AE-AF17-24A7270EFB06}" cxnId="{1F3F3530-2C30-4688-9C2D-748FF0B222B3}" type="parTrans">
      <dgm:prSet/>
      <dgm:spPr/>
      <dgm:t>
        <a:bodyPr/>
        <a:lstStyle/>
        <a:p>
          <a:endParaRPr lang="en-GB"/>
        </a:p>
      </dgm:t>
    </dgm:pt>
    <dgm:pt modelId="{07BDA13B-2232-43D1-AEDD-2C9E03B67BF3}" cxnId="{1F3F3530-2C30-4688-9C2D-748FF0B222B3}" type="sibTrans">
      <dgm:prSet/>
      <dgm:spPr/>
      <dgm:t>
        <a:bodyPr/>
        <a:lstStyle/>
        <a:p>
          <a:endParaRPr lang="en-GB"/>
        </a:p>
      </dgm:t>
    </dgm:pt>
    <dgm:pt modelId="{F441AF59-57EF-4464-81BA-2FA285A857F8}">
      <dgm:prSet phldrT="[Text]" phldr="0"/>
      <dgm:spPr/>
      <dgm:t>
        <a:bodyPr/>
        <a:lstStyle/>
        <a:p>
          <a:pPr rtl="0"/>
          <a:r>
            <a:rPr lang="en-GB" dirty="0">
              <a:latin typeface="Calibri Light" panose="020F0302020204030204"/>
            </a:rPr>
            <a:t>I am calling about ( patient x) </a:t>
          </a:r>
          <a:endParaRPr lang="en-GB" dirty="0"/>
        </a:p>
      </dgm:t>
    </dgm:pt>
    <dgm:pt modelId="{8BC2C9CD-A814-45E5-84CC-70523888D277}" cxnId="{E01427B6-EBF0-4B51-9A1F-E8B702F1BA9E}" type="parTrans">
      <dgm:prSet/>
      <dgm:spPr/>
      <dgm:t>
        <a:bodyPr/>
        <a:lstStyle/>
        <a:p>
          <a:endParaRPr lang="en-GB"/>
        </a:p>
      </dgm:t>
    </dgm:pt>
    <dgm:pt modelId="{437AF007-889E-47AD-B70E-3F5D0EA1A4EE}" cxnId="{E01427B6-EBF0-4B51-9A1F-E8B702F1BA9E}" type="sibTrans">
      <dgm:prSet/>
      <dgm:spPr/>
      <dgm:t>
        <a:bodyPr/>
        <a:lstStyle/>
        <a:p>
          <a:endParaRPr lang="en-GB"/>
        </a:p>
      </dgm:t>
    </dgm:pt>
    <dgm:pt modelId="{8EB197AE-7BE3-4B62-8AF6-D12B7327E579}">
      <dgm:prSet phldrT="[Text]" phldr="0"/>
      <dgm:spPr/>
      <dgm:t>
        <a:bodyPr/>
        <a:lstStyle/>
        <a:p>
          <a:pPr rtl="0"/>
          <a:r>
            <a:rPr lang="en-GB" dirty="0">
              <a:latin typeface="Calibri Light" panose="020F0302020204030204"/>
            </a:rPr>
            <a:t>I am calling because I am concerned that.... ( Spo2 dropping, Bp dropping ) </a:t>
          </a:r>
          <a:endParaRPr lang="en-GB" dirty="0"/>
        </a:p>
      </dgm:t>
    </dgm:pt>
    <dgm:pt modelId="{CD349CF5-495E-4BCE-B183-DF78483F6ED8}" cxnId="{2E834D9A-26AE-4B87-8A00-AA3694B8DF0E}" type="parTrans">
      <dgm:prSet/>
      <dgm:spPr/>
      <dgm:t>
        <a:bodyPr/>
        <a:lstStyle/>
        <a:p>
          <a:endParaRPr lang="en-GB"/>
        </a:p>
      </dgm:t>
    </dgm:pt>
    <dgm:pt modelId="{716BAF22-CECE-4CF7-949C-8FA5D88151F2}" cxnId="{2E834D9A-26AE-4B87-8A00-AA3694B8DF0E}" type="sibTrans">
      <dgm:prSet/>
      <dgm:spPr/>
      <dgm:t>
        <a:bodyPr/>
        <a:lstStyle/>
        <a:p>
          <a:endParaRPr lang="en-GB"/>
        </a:p>
      </dgm:t>
    </dgm:pt>
    <dgm:pt modelId="{562786CA-C5A1-451A-8382-D3BB76719AE5}">
      <dgm:prSet phldrT="[Text]" phldr="0"/>
      <dgm:spPr/>
      <dgm:t>
        <a:bodyPr/>
        <a:lstStyle/>
        <a:p>
          <a:pPr rtl="0"/>
          <a:r>
            <a:rPr lang="en-GB" dirty="0">
              <a:latin typeface="Calibri Light" panose="020F0302020204030204"/>
            </a:rPr>
            <a:t>Background </a:t>
          </a:r>
          <a:endParaRPr lang="en-GB" dirty="0"/>
        </a:p>
      </dgm:t>
    </dgm:pt>
    <dgm:pt modelId="{BEB5DABD-09E0-4361-BDC3-62C83D86BCDE}" cxnId="{A51D7A09-AAF8-435B-AB5B-8928685F6433}" type="parTrans">
      <dgm:prSet/>
      <dgm:spPr/>
      <dgm:t>
        <a:bodyPr/>
        <a:lstStyle/>
        <a:p>
          <a:endParaRPr lang="en-GB"/>
        </a:p>
      </dgm:t>
    </dgm:pt>
    <dgm:pt modelId="{2B4BDF7D-CDF2-4BCA-B2CC-47D9AB6EED73}" cxnId="{A51D7A09-AAF8-435B-AB5B-8928685F6433}" type="sibTrans">
      <dgm:prSet/>
      <dgm:spPr/>
      <dgm:t>
        <a:bodyPr/>
        <a:lstStyle/>
        <a:p>
          <a:endParaRPr lang="en-GB"/>
        </a:p>
      </dgm:t>
    </dgm:pt>
    <dgm:pt modelId="{886E11D1-81CF-4B41-9657-C457C00663D3}">
      <dgm:prSet phldrT="[Text]" phldr="0"/>
      <dgm:spPr/>
      <dgm:t>
        <a:bodyPr/>
        <a:lstStyle/>
        <a:p>
          <a:pPr rtl="0"/>
          <a:r>
            <a:rPr lang="en-GB" dirty="0">
              <a:latin typeface="Calibri Light" panose="020F0302020204030204"/>
            </a:rPr>
            <a:t>Patient ( X was admitted on ( date ) with ( PC) </a:t>
          </a:r>
        </a:p>
      </dgm:t>
    </dgm:pt>
    <dgm:pt modelId="{C5C41997-3CCF-4012-B09F-E85D82F646C7}" cxnId="{40DD85AA-16FF-4BBC-9DD2-AAAD70E9FCEA}" type="parTrans">
      <dgm:prSet/>
      <dgm:spPr/>
      <dgm:t>
        <a:bodyPr/>
        <a:lstStyle/>
        <a:p>
          <a:endParaRPr lang="en-GB"/>
        </a:p>
      </dgm:t>
    </dgm:pt>
    <dgm:pt modelId="{66E9370F-9E32-49D4-B592-18230749F610}" cxnId="{40DD85AA-16FF-4BBC-9DD2-AAAD70E9FCEA}" type="sibTrans">
      <dgm:prSet/>
      <dgm:spPr/>
      <dgm:t>
        <a:bodyPr/>
        <a:lstStyle/>
        <a:p>
          <a:endParaRPr lang="en-GB"/>
        </a:p>
      </dgm:t>
    </dgm:pt>
    <dgm:pt modelId="{98C18924-3E74-4E98-952F-861CAF89A937}">
      <dgm:prSet phldr="0"/>
      <dgm:spPr/>
      <dgm:t>
        <a:bodyPr/>
        <a:lstStyle/>
        <a:p>
          <a:pPr rtl="0"/>
          <a:r>
            <a:rPr lang="en-GB" dirty="0">
              <a:latin typeface="Calibri Light" panose="020F0302020204030204"/>
            </a:rPr>
            <a:t>They have had ( operation, procedure , intervention )</a:t>
          </a:r>
        </a:p>
      </dgm:t>
    </dgm:pt>
    <dgm:pt modelId="{E7304886-5E4C-45C4-8E22-5A091819452F}" cxnId="{423317B2-B608-43DE-ADDD-EC27B62BFC86}" type="parTrans">
      <dgm:prSet/>
      <dgm:spPr/>
      <dgm:t>
        <a:bodyPr/>
        <a:lstStyle/>
        <a:p>
          <a:endParaRPr lang="en-GB"/>
        </a:p>
      </dgm:t>
    </dgm:pt>
    <dgm:pt modelId="{CBAEC671-5E3C-4785-877E-D587692627B5}" cxnId="{423317B2-B608-43DE-ADDD-EC27B62BFC86}" type="sibTrans">
      <dgm:prSet/>
      <dgm:spPr/>
      <dgm:t>
        <a:bodyPr/>
        <a:lstStyle/>
        <a:p>
          <a:endParaRPr lang="en-GB"/>
        </a:p>
      </dgm:t>
    </dgm:pt>
    <dgm:pt modelId="{9E018D2B-44F1-4374-AE33-42EBD9AF31B5}">
      <dgm:prSet phldr="0"/>
      <dgm:spPr/>
      <dgm:t>
        <a:bodyPr/>
        <a:lstStyle/>
        <a:p>
          <a:pPr rtl="0"/>
          <a:r>
            <a:rPr lang="en-GB" dirty="0">
              <a:latin typeface="Calibri Light" panose="020F0302020204030204"/>
            </a:rPr>
            <a:t>Patient ( x's) condition has changed in last ( x min) </a:t>
          </a:r>
        </a:p>
      </dgm:t>
    </dgm:pt>
    <dgm:pt modelId="{D2792D43-C5CF-4BF8-9982-6665E8311EA1}" cxnId="{AAD83A3F-2531-4E5A-B566-88A8ADEEC2E4}" type="parTrans">
      <dgm:prSet/>
      <dgm:spPr/>
      <dgm:t>
        <a:bodyPr/>
        <a:lstStyle/>
        <a:p>
          <a:endParaRPr lang="en-GB"/>
        </a:p>
      </dgm:t>
    </dgm:pt>
    <dgm:pt modelId="{0779EE35-B8E9-4F6E-B4A2-BF36898DD7C2}" cxnId="{AAD83A3F-2531-4E5A-B566-88A8ADEEC2E4}" type="sibTrans">
      <dgm:prSet/>
      <dgm:spPr/>
      <dgm:t>
        <a:bodyPr/>
        <a:lstStyle/>
        <a:p>
          <a:endParaRPr lang="en-GB"/>
        </a:p>
      </dgm:t>
    </dgm:pt>
    <dgm:pt modelId="{8F233B3B-3A83-4299-8C49-7812356EDFE2}">
      <dgm:prSet phldr="0"/>
      <dgm:spPr/>
      <dgm:t>
        <a:bodyPr/>
        <a:lstStyle/>
        <a:p>
          <a:r>
            <a:rPr lang="en-GB" dirty="0">
              <a:latin typeface="Calibri Light" panose="020F0302020204030204"/>
            </a:rPr>
            <a:t>Their last set of </a:t>
          </a:r>
          <a:r>
            <a:rPr lang="en-GB" dirty="0" err="1">
              <a:latin typeface="Calibri Light" panose="020F0302020204030204"/>
            </a:rPr>
            <a:t>obs</a:t>
          </a:r>
          <a:r>
            <a:rPr lang="en-GB" dirty="0">
              <a:latin typeface="Calibri Light" panose="020F0302020204030204"/>
            </a:rPr>
            <a:t> were ( xx) </a:t>
          </a:r>
        </a:p>
      </dgm:t>
    </dgm:pt>
    <dgm:pt modelId="{7FE75916-1276-4BC8-8784-B6D0E1F8CB95}" cxnId="{CEC09DFB-D7EB-4FAE-BEB8-9C273FA8FB98}" type="parTrans">
      <dgm:prSet/>
      <dgm:spPr/>
      <dgm:t>
        <a:bodyPr/>
        <a:lstStyle/>
        <a:p>
          <a:endParaRPr lang="en-GB"/>
        </a:p>
      </dgm:t>
    </dgm:pt>
    <dgm:pt modelId="{A48F5C6C-BD66-4C99-B992-7764F0A9EDDB}" cxnId="{CEC09DFB-D7EB-4FAE-BEB8-9C273FA8FB98}" type="sibTrans">
      <dgm:prSet/>
      <dgm:spPr/>
      <dgm:t>
        <a:bodyPr/>
        <a:lstStyle/>
        <a:p>
          <a:endParaRPr lang="en-GB"/>
        </a:p>
      </dgm:t>
    </dgm:pt>
    <dgm:pt modelId="{93EA4F40-5B65-4F6B-BFE6-B24ED448A7AB}">
      <dgm:prSet phldr="0"/>
      <dgm:spPr/>
      <dgm:t>
        <a:bodyPr/>
        <a:lstStyle/>
        <a:p>
          <a:pPr rtl="0"/>
          <a:r>
            <a:rPr lang="en-GB" dirty="0">
              <a:latin typeface="Calibri Light" panose="020F0302020204030204"/>
            </a:rPr>
            <a:t>Patient ( x) normal condition is .. ( alert/ confused ..) </a:t>
          </a:r>
          <a:endParaRPr lang="en-GB" dirty="0"/>
        </a:p>
      </dgm:t>
    </dgm:pt>
    <dgm:pt modelId="{6ACEA8A0-40B2-4171-9957-C5397D1C83E8}" cxnId="{9DED2AC4-AE5F-468C-9785-EAC774170108}" type="parTrans">
      <dgm:prSet/>
      <dgm:spPr/>
      <dgm:t>
        <a:bodyPr/>
        <a:lstStyle/>
        <a:p>
          <a:endParaRPr lang="en-GB"/>
        </a:p>
      </dgm:t>
    </dgm:pt>
    <dgm:pt modelId="{6057DD53-E623-4939-B4C9-63480588C213}" cxnId="{9DED2AC4-AE5F-468C-9785-EAC774170108}" type="sibTrans">
      <dgm:prSet/>
      <dgm:spPr/>
      <dgm:t>
        <a:bodyPr/>
        <a:lstStyle/>
        <a:p>
          <a:endParaRPr lang="en-GB"/>
        </a:p>
      </dgm:t>
    </dgm:pt>
    <dgm:pt modelId="{4B9394B6-746A-4D6F-804F-39A458F797F0}">
      <dgm:prSet phldr="0"/>
      <dgm:spPr/>
      <dgm:t>
        <a:bodyPr/>
        <a:lstStyle/>
        <a:p>
          <a:pPr rtl="0"/>
          <a:r>
            <a:rPr lang="en-GB" dirty="0">
              <a:latin typeface="Calibri Light" panose="020F0302020204030204"/>
            </a:rPr>
            <a:t>I think the problem is ( XXX) </a:t>
          </a:r>
        </a:p>
      </dgm:t>
    </dgm:pt>
    <dgm:pt modelId="{84E68BB9-DD2C-4C2F-8BF0-6E91AC107991}" cxnId="{A1EE195C-175A-42FC-B1E6-C17F103C670E}" type="parTrans">
      <dgm:prSet/>
      <dgm:spPr/>
      <dgm:t>
        <a:bodyPr/>
        <a:lstStyle/>
        <a:p>
          <a:endParaRPr lang="en-GB"/>
        </a:p>
      </dgm:t>
    </dgm:pt>
    <dgm:pt modelId="{1F795E77-FEA1-48A9-BBC4-66C8A2B4AE6E}" cxnId="{A1EE195C-175A-42FC-B1E6-C17F103C670E}" type="sibTrans">
      <dgm:prSet/>
      <dgm:spPr/>
      <dgm:t>
        <a:bodyPr/>
        <a:lstStyle/>
        <a:p>
          <a:endParaRPr lang="en-GB"/>
        </a:p>
      </dgm:t>
    </dgm:pt>
    <dgm:pt modelId="{E1BD2F0A-77D9-4D2B-8E29-139A47F3B305}">
      <dgm:prSet phldr="0"/>
      <dgm:spPr/>
      <dgm:t>
        <a:bodyPr/>
        <a:lstStyle/>
        <a:p>
          <a:pPr rtl="0"/>
          <a:r>
            <a:rPr lang="en-GB" dirty="0">
              <a:latin typeface="Calibri Light" panose="020F0302020204030204"/>
            </a:rPr>
            <a:t>Or </a:t>
          </a:r>
        </a:p>
      </dgm:t>
    </dgm:pt>
    <dgm:pt modelId="{3F85BD5D-569C-4D1E-AAAD-488C72BFADFA}" cxnId="{B611040F-8B13-43C8-B212-0613C7F78779}" type="parTrans">
      <dgm:prSet/>
      <dgm:spPr/>
      <dgm:t>
        <a:bodyPr/>
        <a:lstStyle/>
        <a:p>
          <a:endParaRPr lang="en-GB"/>
        </a:p>
      </dgm:t>
    </dgm:pt>
    <dgm:pt modelId="{6FC44EB1-E6DB-4234-9AD2-BD60CCE53470}" cxnId="{B611040F-8B13-43C8-B212-0613C7F78779}" type="sibTrans">
      <dgm:prSet/>
      <dgm:spPr/>
      <dgm:t>
        <a:bodyPr/>
        <a:lstStyle/>
        <a:p>
          <a:endParaRPr lang="en-GB"/>
        </a:p>
      </dgm:t>
    </dgm:pt>
    <dgm:pt modelId="{36E10EE6-0EB9-49E6-86BE-7334C5871B7F}">
      <dgm:prSet phldr="0"/>
      <dgm:spPr/>
      <dgm:t>
        <a:bodyPr/>
        <a:lstStyle/>
        <a:p>
          <a:pPr rtl="0"/>
          <a:r>
            <a:rPr lang="en-GB" dirty="0">
              <a:latin typeface="Calibri Light" panose="020F0302020204030204"/>
            </a:rPr>
            <a:t>Assessment </a:t>
          </a:r>
        </a:p>
      </dgm:t>
    </dgm:pt>
    <dgm:pt modelId="{7A859960-8A68-45C5-BC17-F2027349C9B4}" cxnId="{957EE9DC-885B-4727-82E0-64CE861C752A}" type="parTrans">
      <dgm:prSet/>
      <dgm:spPr/>
      <dgm:t>
        <a:bodyPr/>
        <a:lstStyle/>
        <a:p>
          <a:endParaRPr lang="en-GB"/>
        </a:p>
      </dgm:t>
    </dgm:pt>
    <dgm:pt modelId="{31C60232-F31B-4B65-8767-180466F90A70}" cxnId="{957EE9DC-885B-4727-82E0-64CE861C752A}" type="sibTrans">
      <dgm:prSet/>
      <dgm:spPr/>
      <dgm:t>
        <a:bodyPr/>
        <a:lstStyle/>
        <a:p>
          <a:endParaRPr lang="en-GB"/>
        </a:p>
      </dgm:t>
    </dgm:pt>
    <dgm:pt modelId="{5DF85558-34B1-4B2A-AEF9-63E2E5B658A9}">
      <dgm:prSet phldr="0"/>
      <dgm:spPr/>
      <dgm:t>
        <a:bodyPr/>
        <a:lstStyle/>
        <a:p>
          <a:pPr rtl="0"/>
          <a:r>
            <a:rPr lang="en-GB" dirty="0">
              <a:latin typeface="Calibri Light" panose="020F0302020204030204"/>
            </a:rPr>
            <a:t>And I have .. ( given O2, done suction ) </a:t>
          </a:r>
          <a:endParaRPr lang="en-GB" dirty="0"/>
        </a:p>
      </dgm:t>
    </dgm:pt>
    <dgm:pt modelId="{91622F24-9E8E-43E5-A14A-039052E56A88}" cxnId="{21888355-37B5-47FD-BC6D-BC9DF524878A}" type="parTrans">
      <dgm:prSet/>
      <dgm:spPr/>
      <dgm:t>
        <a:bodyPr/>
        <a:lstStyle/>
        <a:p>
          <a:endParaRPr lang="en-GB"/>
        </a:p>
      </dgm:t>
    </dgm:pt>
    <dgm:pt modelId="{B8AD1371-6094-442A-94A2-1F5D71226D98}" cxnId="{21888355-37B5-47FD-BC6D-BC9DF524878A}" type="sibTrans">
      <dgm:prSet/>
      <dgm:spPr/>
      <dgm:t>
        <a:bodyPr/>
        <a:lstStyle/>
        <a:p>
          <a:endParaRPr lang="en-GB"/>
        </a:p>
      </dgm:t>
    </dgm:pt>
    <dgm:pt modelId="{1D23B954-A0FC-4921-B172-8B6E2D231F51}">
      <dgm:prSet phldr="0"/>
      <dgm:spPr/>
      <dgm:t>
        <a:bodyPr/>
        <a:lstStyle/>
        <a:p>
          <a:pPr rtl="0"/>
          <a:r>
            <a:rPr lang="en-GB" dirty="0">
              <a:latin typeface="Calibri Light" panose="020F0302020204030204"/>
            </a:rPr>
            <a:t>I don't know what's wrong but I am really worried </a:t>
          </a:r>
        </a:p>
      </dgm:t>
    </dgm:pt>
    <dgm:pt modelId="{7B64C458-E088-4625-A3CF-1DA3D2220D9D}" cxnId="{083AB7DE-7D94-4BFA-852C-D0B0545E3EAE}" type="parTrans">
      <dgm:prSet/>
      <dgm:spPr/>
      <dgm:t>
        <a:bodyPr/>
        <a:lstStyle/>
        <a:p>
          <a:endParaRPr lang="en-GB"/>
        </a:p>
      </dgm:t>
    </dgm:pt>
    <dgm:pt modelId="{025A8098-D642-4445-A09D-8EE558E318DE}" cxnId="{083AB7DE-7D94-4BFA-852C-D0B0545E3EAE}" type="sibTrans">
      <dgm:prSet/>
      <dgm:spPr/>
      <dgm:t>
        <a:bodyPr/>
        <a:lstStyle/>
        <a:p>
          <a:endParaRPr lang="en-GB"/>
        </a:p>
      </dgm:t>
    </dgm:pt>
    <dgm:pt modelId="{6866068D-3924-418E-9C51-67EAB91AB5AA}">
      <dgm:prSet phldr="0"/>
      <dgm:spPr/>
      <dgm:t>
        <a:bodyPr/>
        <a:lstStyle/>
        <a:p>
          <a:pPr rtl="0"/>
          <a:r>
            <a:rPr lang="en-GB" dirty="0">
              <a:latin typeface="Calibri Light" panose="020F0302020204030204"/>
            </a:rPr>
            <a:t>I am not sure what the problem is but patient x is deteriorating </a:t>
          </a:r>
        </a:p>
      </dgm:t>
    </dgm:pt>
    <dgm:pt modelId="{B9FA81DE-F339-4CD5-BEC6-0E9F97ECCA17}" cxnId="{053EF49F-3C5F-4072-8D5B-3E63AFBFF895}" type="parTrans">
      <dgm:prSet/>
      <dgm:spPr/>
      <dgm:t>
        <a:bodyPr/>
        <a:lstStyle/>
        <a:p>
          <a:endParaRPr lang="en-GB"/>
        </a:p>
      </dgm:t>
    </dgm:pt>
    <dgm:pt modelId="{24E9F232-7B95-48DC-BB72-6FF2E020B575}" cxnId="{053EF49F-3C5F-4072-8D5B-3E63AFBFF895}" type="sibTrans">
      <dgm:prSet/>
      <dgm:spPr/>
      <dgm:t>
        <a:bodyPr/>
        <a:lstStyle/>
        <a:p>
          <a:endParaRPr lang="en-GB"/>
        </a:p>
      </dgm:t>
    </dgm:pt>
    <dgm:pt modelId="{4763E532-7867-4D7D-8EC0-BADA61A0E806}">
      <dgm:prSet phldr="0"/>
      <dgm:spPr/>
      <dgm:t>
        <a:bodyPr/>
        <a:lstStyle/>
        <a:p>
          <a:r>
            <a:rPr lang="en-GB" dirty="0">
              <a:latin typeface="Calibri Light" panose="020F0302020204030204"/>
            </a:rPr>
            <a:t>Or </a:t>
          </a:r>
        </a:p>
      </dgm:t>
    </dgm:pt>
    <dgm:pt modelId="{30C16172-8F52-4F9F-B95C-AEA26FF5116A}" cxnId="{91B0F1ED-EFCF-4221-BBC2-EBEEF87A286C}" type="parTrans">
      <dgm:prSet/>
      <dgm:spPr/>
      <dgm:t>
        <a:bodyPr/>
        <a:lstStyle/>
        <a:p>
          <a:endParaRPr lang="en-GB"/>
        </a:p>
      </dgm:t>
    </dgm:pt>
    <dgm:pt modelId="{753F4958-155A-4C4F-A238-51F735CFA806}" cxnId="{91B0F1ED-EFCF-4221-BBC2-EBEEF87A286C}" type="sibTrans">
      <dgm:prSet/>
      <dgm:spPr/>
      <dgm:t>
        <a:bodyPr/>
        <a:lstStyle/>
        <a:p>
          <a:endParaRPr lang="en-GB"/>
        </a:p>
      </dgm:t>
    </dgm:pt>
    <dgm:pt modelId="{C113BA65-25B5-443C-942E-A5E23B8EEB1C}">
      <dgm:prSet phldr="0"/>
      <dgm:spPr/>
      <dgm:t>
        <a:bodyPr/>
        <a:lstStyle/>
        <a:p>
          <a:pPr rtl="0"/>
          <a:r>
            <a:rPr lang="en-GB" dirty="0">
              <a:latin typeface="Calibri Light" panose="020F0302020204030204"/>
            </a:rPr>
            <a:t>Recommendation </a:t>
          </a:r>
        </a:p>
      </dgm:t>
    </dgm:pt>
    <dgm:pt modelId="{CA059DA3-CCA4-4399-9D15-31FFF8ADC82B}" cxnId="{8F4D509B-1D75-4225-AE39-4450D207290E}" type="parTrans">
      <dgm:prSet/>
      <dgm:spPr/>
      <dgm:t>
        <a:bodyPr/>
        <a:lstStyle/>
        <a:p>
          <a:endParaRPr lang="en-GB"/>
        </a:p>
      </dgm:t>
    </dgm:pt>
    <dgm:pt modelId="{76BF889A-4C3A-4960-BA2B-0DC1E2D9F1DF}" cxnId="{8F4D509B-1D75-4225-AE39-4450D207290E}" type="sibTrans">
      <dgm:prSet/>
      <dgm:spPr/>
      <dgm:t>
        <a:bodyPr/>
        <a:lstStyle/>
        <a:p>
          <a:endParaRPr lang="en-GB"/>
        </a:p>
      </dgm:t>
    </dgm:pt>
    <dgm:pt modelId="{3B09DE39-D28A-41D4-A532-4D48878E5337}">
      <dgm:prSet phldr="0"/>
      <dgm:spPr/>
      <dgm:t>
        <a:bodyPr/>
        <a:lstStyle/>
        <a:p>
          <a:pPr rtl="0"/>
          <a:r>
            <a:rPr lang="en-GB" dirty="0">
              <a:latin typeface="Calibri Light" panose="020F0302020204030204"/>
            </a:rPr>
            <a:t>I need you to ..</a:t>
          </a:r>
        </a:p>
      </dgm:t>
    </dgm:pt>
    <dgm:pt modelId="{90030686-FAE9-403F-B369-0E208822BAC6}" cxnId="{16FC94A7-F10F-4D4E-AAFB-189EA42FFE50}" type="parTrans">
      <dgm:prSet/>
      <dgm:spPr/>
      <dgm:t>
        <a:bodyPr/>
        <a:lstStyle/>
        <a:p>
          <a:endParaRPr lang="en-GB"/>
        </a:p>
      </dgm:t>
    </dgm:pt>
    <dgm:pt modelId="{B5173166-9EBF-40B3-8509-94EDC4FEE03D}" cxnId="{16FC94A7-F10F-4D4E-AAFB-189EA42FFE50}" type="sibTrans">
      <dgm:prSet/>
      <dgm:spPr/>
      <dgm:t>
        <a:bodyPr/>
        <a:lstStyle/>
        <a:p>
          <a:endParaRPr lang="en-GB"/>
        </a:p>
      </dgm:t>
    </dgm:pt>
    <dgm:pt modelId="{B2C62916-BD85-4E98-B81F-11460CC2A6F7}">
      <dgm:prSet phldr="0"/>
      <dgm:spPr/>
      <dgm:t>
        <a:bodyPr/>
        <a:lstStyle/>
        <a:p>
          <a:pPr rtl="0"/>
          <a:r>
            <a:rPr lang="en-GB" dirty="0">
              <a:latin typeface="Calibri Light" panose="020F0302020204030204"/>
            </a:rPr>
            <a:t>Come and see the patient in the next ( xx mins) </a:t>
          </a:r>
        </a:p>
      </dgm:t>
    </dgm:pt>
    <dgm:pt modelId="{5C3CC5D9-C870-4B7A-809F-11731639AC3A}" cxnId="{D0AE571E-0D91-4E8F-9E34-AD46FCEAD3DD}" type="parTrans">
      <dgm:prSet/>
      <dgm:spPr/>
      <dgm:t>
        <a:bodyPr/>
        <a:lstStyle/>
        <a:p>
          <a:endParaRPr lang="en-GB"/>
        </a:p>
      </dgm:t>
    </dgm:pt>
    <dgm:pt modelId="{698B76B1-BD4F-490E-9CE2-FDB9E26D3E5F}" cxnId="{D0AE571E-0D91-4E8F-9E34-AD46FCEAD3DD}" type="sibTrans">
      <dgm:prSet/>
      <dgm:spPr/>
      <dgm:t>
        <a:bodyPr/>
        <a:lstStyle/>
        <a:p>
          <a:endParaRPr lang="en-GB"/>
        </a:p>
      </dgm:t>
    </dgm:pt>
    <dgm:pt modelId="{D69C5074-36B5-4D59-AF19-19AAB93BFE89}">
      <dgm:prSet phldr="0"/>
      <dgm:spPr/>
      <dgm:t>
        <a:bodyPr/>
        <a:lstStyle/>
        <a:p>
          <a:r>
            <a:rPr lang="en-GB" dirty="0">
              <a:latin typeface="Calibri Light" panose="020F0302020204030204"/>
            </a:rPr>
            <a:t>AND </a:t>
          </a:r>
        </a:p>
      </dgm:t>
    </dgm:pt>
    <dgm:pt modelId="{FC3CA761-29D1-4D69-8E89-53769CAB2B5F}" cxnId="{545B044C-C805-4202-A9D5-CAEF74036E57}" type="parTrans">
      <dgm:prSet/>
      <dgm:spPr/>
      <dgm:t>
        <a:bodyPr/>
        <a:lstStyle/>
        <a:p>
          <a:endParaRPr lang="en-GB"/>
        </a:p>
      </dgm:t>
    </dgm:pt>
    <dgm:pt modelId="{95712471-D060-487D-8A9E-2CBA84CEB302}" cxnId="{545B044C-C805-4202-A9D5-CAEF74036E57}" type="sibTrans">
      <dgm:prSet/>
      <dgm:spPr/>
      <dgm:t>
        <a:bodyPr/>
        <a:lstStyle/>
        <a:p>
          <a:endParaRPr lang="en-GB"/>
        </a:p>
      </dgm:t>
    </dgm:pt>
    <dgm:pt modelId="{FCEB5083-279A-4E75-8421-8D737FAB424B}">
      <dgm:prSet phldr="0"/>
      <dgm:spPr/>
      <dgm:t>
        <a:bodyPr/>
        <a:lstStyle/>
        <a:p>
          <a:pPr rtl="0"/>
          <a:r>
            <a:rPr lang="en-GB" dirty="0">
              <a:latin typeface="Calibri Light" panose="020F0302020204030204"/>
            </a:rPr>
            <a:t>Is there anything I need to do in the mean time ? ( </a:t>
          </a:r>
          <a:r>
            <a:rPr lang="en-GB" dirty="0" err="1">
              <a:latin typeface="Calibri Light" panose="020F0302020204030204"/>
            </a:rPr>
            <a:t>eg</a:t>
          </a:r>
          <a:r>
            <a:rPr lang="en-GB" dirty="0">
              <a:latin typeface="Calibri Light" panose="020F0302020204030204"/>
            </a:rPr>
            <a:t> . Stop the fluid / repeat the </a:t>
          </a:r>
          <a:r>
            <a:rPr lang="en-GB" dirty="0" err="1">
              <a:latin typeface="Calibri Light" panose="020F0302020204030204"/>
            </a:rPr>
            <a:t>obs</a:t>
          </a:r>
          <a:r>
            <a:rPr lang="en-GB" dirty="0">
              <a:latin typeface="Calibri Light" panose="020F0302020204030204"/>
            </a:rPr>
            <a:t>/ give a nebuliser  ) </a:t>
          </a:r>
        </a:p>
      </dgm:t>
    </dgm:pt>
    <dgm:pt modelId="{EFDF4CA4-2C83-498E-A663-5EF83813F0D8}" cxnId="{CFD09A2D-FB0F-46DE-B336-F7D2869D39FC}" type="parTrans">
      <dgm:prSet/>
      <dgm:spPr/>
      <dgm:t>
        <a:bodyPr/>
        <a:lstStyle/>
        <a:p>
          <a:endParaRPr lang="en-GB"/>
        </a:p>
      </dgm:t>
    </dgm:pt>
    <dgm:pt modelId="{95809D33-B269-45CD-A9EC-D53B53C6778B}" cxnId="{CFD09A2D-FB0F-46DE-B336-F7D2869D39FC}" type="sibTrans">
      <dgm:prSet/>
      <dgm:spPr/>
      <dgm:t>
        <a:bodyPr/>
        <a:lstStyle/>
        <a:p>
          <a:endParaRPr lang="en-GB"/>
        </a:p>
      </dgm:t>
    </dgm:pt>
    <dgm:pt modelId="{BAB1D82F-BC89-4736-B837-441B71DF88AF}" type="pres">
      <dgm:prSet presAssocID="{5821BB6C-788B-41AE-AF1D-EE9BEEFD32B6}" presName="Name0" presStyleCnt="0">
        <dgm:presLayoutVars>
          <dgm:dir/>
          <dgm:animLvl val="lvl"/>
          <dgm:resizeHandles/>
        </dgm:presLayoutVars>
      </dgm:prSet>
      <dgm:spPr/>
    </dgm:pt>
    <dgm:pt modelId="{759DCBEA-F43F-4514-9402-1DC63380773B}" type="pres">
      <dgm:prSet presAssocID="{ED9C8757-E4BF-49A8-8585-0B268B6774CE}" presName="linNode" presStyleCnt="0"/>
      <dgm:spPr/>
    </dgm:pt>
    <dgm:pt modelId="{2A34197E-CB6C-4243-BEFB-CC5356B75189}" type="pres">
      <dgm:prSet presAssocID="{ED9C8757-E4BF-49A8-8585-0B268B6774CE}" presName="parentShp" presStyleLbl="node1" presStyleIdx="0" presStyleCnt="4">
        <dgm:presLayoutVars>
          <dgm:bulletEnabled val="1"/>
        </dgm:presLayoutVars>
      </dgm:prSet>
      <dgm:spPr/>
    </dgm:pt>
    <dgm:pt modelId="{8F882249-57A2-49D6-BD29-9FDD660E704F}" type="pres">
      <dgm:prSet presAssocID="{ED9C8757-E4BF-49A8-8585-0B268B6774CE}" presName="childShp" presStyleLbl="bgAccFollowNode1" presStyleIdx="0" presStyleCnt="4">
        <dgm:presLayoutVars>
          <dgm:bulletEnabled val="1"/>
        </dgm:presLayoutVars>
      </dgm:prSet>
      <dgm:spPr/>
    </dgm:pt>
    <dgm:pt modelId="{1F3989ED-0E15-4A1A-BEFB-EC20FE59306C}" type="pres">
      <dgm:prSet presAssocID="{5E7789D9-8AD1-45DD-B6B8-61E96E51F5CD}" presName="spacing" presStyleCnt="0"/>
      <dgm:spPr/>
    </dgm:pt>
    <dgm:pt modelId="{63B90615-B3E6-465F-8A90-1F61EACD7C65}" type="pres">
      <dgm:prSet presAssocID="{562786CA-C5A1-451A-8382-D3BB76719AE5}" presName="linNode" presStyleCnt="0"/>
      <dgm:spPr/>
    </dgm:pt>
    <dgm:pt modelId="{CE4A80DD-B382-486B-A934-81B3092988BB}" type="pres">
      <dgm:prSet presAssocID="{562786CA-C5A1-451A-8382-D3BB76719AE5}" presName="parentShp" presStyleLbl="node1" presStyleIdx="1" presStyleCnt="4">
        <dgm:presLayoutVars>
          <dgm:bulletEnabled val="1"/>
        </dgm:presLayoutVars>
      </dgm:prSet>
      <dgm:spPr/>
    </dgm:pt>
    <dgm:pt modelId="{DC231FBD-BC32-4E87-A6EE-D28D180F5B34}" type="pres">
      <dgm:prSet presAssocID="{562786CA-C5A1-451A-8382-D3BB76719AE5}" presName="childShp" presStyleLbl="bgAccFollowNode1" presStyleIdx="1" presStyleCnt="4">
        <dgm:presLayoutVars>
          <dgm:bulletEnabled val="1"/>
        </dgm:presLayoutVars>
      </dgm:prSet>
      <dgm:spPr/>
    </dgm:pt>
    <dgm:pt modelId="{C6F2D121-4936-49F5-8C07-B61423210628}" type="pres">
      <dgm:prSet presAssocID="{2B4BDF7D-CDF2-4BCA-B2CC-47D9AB6EED73}" presName="spacing" presStyleCnt="0"/>
      <dgm:spPr/>
    </dgm:pt>
    <dgm:pt modelId="{F087A20D-8A39-404C-B403-A2FA314E7AE8}" type="pres">
      <dgm:prSet presAssocID="{36E10EE6-0EB9-49E6-86BE-7334C5871B7F}" presName="linNode" presStyleCnt="0"/>
      <dgm:spPr/>
    </dgm:pt>
    <dgm:pt modelId="{7515D9B8-C036-4AF8-875E-AC308B9A4F0F}" type="pres">
      <dgm:prSet presAssocID="{36E10EE6-0EB9-49E6-86BE-7334C5871B7F}" presName="parentShp" presStyleLbl="node1" presStyleIdx="2" presStyleCnt="4">
        <dgm:presLayoutVars>
          <dgm:bulletEnabled val="1"/>
        </dgm:presLayoutVars>
      </dgm:prSet>
      <dgm:spPr/>
    </dgm:pt>
    <dgm:pt modelId="{CF61796C-4B6B-46C7-9C48-584EDD47E9C1}" type="pres">
      <dgm:prSet presAssocID="{36E10EE6-0EB9-49E6-86BE-7334C5871B7F}" presName="childShp" presStyleLbl="bgAccFollowNode1" presStyleIdx="2" presStyleCnt="4">
        <dgm:presLayoutVars>
          <dgm:bulletEnabled val="1"/>
        </dgm:presLayoutVars>
      </dgm:prSet>
      <dgm:spPr/>
    </dgm:pt>
    <dgm:pt modelId="{269677C4-AC7F-4798-BD52-742845222D99}" type="pres">
      <dgm:prSet presAssocID="{31C60232-F31B-4B65-8767-180466F90A70}" presName="spacing" presStyleCnt="0"/>
      <dgm:spPr/>
    </dgm:pt>
    <dgm:pt modelId="{9360203B-F679-445F-8F96-A7BB8474358D}" type="pres">
      <dgm:prSet presAssocID="{C113BA65-25B5-443C-942E-A5E23B8EEB1C}" presName="linNode" presStyleCnt="0"/>
      <dgm:spPr/>
    </dgm:pt>
    <dgm:pt modelId="{9CF12E5C-BFE4-404D-A3CF-063C5C81581D}" type="pres">
      <dgm:prSet presAssocID="{C113BA65-25B5-443C-942E-A5E23B8EEB1C}" presName="parentShp" presStyleLbl="node1" presStyleIdx="3" presStyleCnt="4">
        <dgm:presLayoutVars>
          <dgm:bulletEnabled val="1"/>
        </dgm:presLayoutVars>
      </dgm:prSet>
      <dgm:spPr/>
    </dgm:pt>
    <dgm:pt modelId="{C9539859-EBB4-4D9C-A806-05253878B1BF}" type="pres">
      <dgm:prSet presAssocID="{C113BA65-25B5-443C-942E-A5E23B8EEB1C}" presName="childShp" presStyleLbl="bgAccFollowNode1" presStyleIdx="3" presStyleCnt="4">
        <dgm:presLayoutVars>
          <dgm:bulletEnabled val="1"/>
        </dgm:presLayoutVars>
      </dgm:prSet>
      <dgm:spPr/>
    </dgm:pt>
  </dgm:ptLst>
  <dgm:cxnLst>
    <dgm:cxn modelId="{2D970A03-84C4-48B2-8DB8-F548B1E59356}" type="presOf" srcId="{5DF85558-34B1-4B2A-AEF9-63E2E5B658A9}" destId="{CF61796C-4B6B-46C7-9C48-584EDD47E9C1}" srcOrd="0" destOrd="1" presId="urn:microsoft.com/office/officeart/2005/8/layout/vList6"/>
    <dgm:cxn modelId="{E888C706-4F27-4005-BBFA-C83153B04B38}" type="presOf" srcId="{E1BD2F0A-77D9-4D2B-8E29-139A47F3B305}" destId="{CF61796C-4B6B-46C7-9C48-584EDD47E9C1}" srcOrd="0" destOrd="2" presId="urn:microsoft.com/office/officeart/2005/8/layout/vList6"/>
    <dgm:cxn modelId="{A51D7A09-AAF8-435B-AB5B-8928685F6433}" srcId="{5821BB6C-788B-41AE-AF1D-EE9BEEFD32B6}" destId="{562786CA-C5A1-451A-8382-D3BB76719AE5}" srcOrd="1" destOrd="0" parTransId="{BEB5DABD-09E0-4361-BDC3-62C83D86BCDE}" sibTransId="{2B4BDF7D-CDF2-4BCA-B2CC-47D9AB6EED73}"/>
    <dgm:cxn modelId="{0D710C0C-FD25-4B58-BE19-332E3201B53A}" type="presOf" srcId="{93EA4F40-5B65-4F6B-BFE6-B24ED448A7AB}" destId="{DC231FBD-BC32-4E87-A6EE-D28D180F5B34}" srcOrd="0" destOrd="4" presId="urn:microsoft.com/office/officeart/2005/8/layout/vList6"/>
    <dgm:cxn modelId="{B611040F-8B13-43C8-B212-0613C7F78779}" srcId="{36E10EE6-0EB9-49E6-86BE-7334C5871B7F}" destId="{E1BD2F0A-77D9-4D2B-8E29-139A47F3B305}" srcOrd="2" destOrd="0" parTransId="{3F85BD5D-569C-4D1E-AAAD-488C72BFADFA}" sibTransId="{6FC44EB1-E6DB-4234-9AD2-BD60CCE53470}"/>
    <dgm:cxn modelId="{CBFAF11D-7601-4388-80E4-DCDA3AFCB833}" type="presOf" srcId="{9E018D2B-44F1-4374-AE33-42EBD9AF31B5}" destId="{DC231FBD-BC32-4E87-A6EE-D28D180F5B34}" srcOrd="0" destOrd="2" presId="urn:microsoft.com/office/officeart/2005/8/layout/vList6"/>
    <dgm:cxn modelId="{D0AE571E-0D91-4E8F-9E34-AD46FCEAD3DD}" srcId="{C113BA65-25B5-443C-942E-A5E23B8EEB1C}" destId="{B2C62916-BD85-4E98-B81F-11460CC2A6F7}" srcOrd="1" destOrd="0" parTransId="{5C3CC5D9-C870-4B7A-809F-11731639AC3A}" sibTransId="{698B76B1-BD4F-490E-9CE2-FDB9E26D3E5F}"/>
    <dgm:cxn modelId="{05EAB221-778F-46AD-8D3B-62F1DBA38AE5}" type="presOf" srcId="{36E10EE6-0EB9-49E6-86BE-7334C5871B7F}" destId="{7515D9B8-C036-4AF8-875E-AC308B9A4F0F}" srcOrd="0" destOrd="0" presId="urn:microsoft.com/office/officeart/2005/8/layout/vList6"/>
    <dgm:cxn modelId="{CFD09A2D-FB0F-46DE-B336-F7D2869D39FC}" srcId="{C113BA65-25B5-443C-942E-A5E23B8EEB1C}" destId="{FCEB5083-279A-4E75-8421-8D737FAB424B}" srcOrd="3" destOrd="0" parTransId="{EFDF4CA4-2C83-498E-A663-5EF83813F0D8}" sibTransId="{95809D33-B269-45CD-A9EC-D53B53C6778B}"/>
    <dgm:cxn modelId="{1F3F3530-2C30-4688-9C2D-748FF0B222B3}" srcId="{ED9C8757-E4BF-49A8-8585-0B268B6774CE}" destId="{2C0A3ABE-4140-401A-8171-479F8E92FBAD}" srcOrd="0" destOrd="0" parTransId="{79B90449-32C2-49AE-AF17-24A7270EFB06}" sibTransId="{07BDA13B-2232-43D1-AEDD-2C9E03B67BF3}"/>
    <dgm:cxn modelId="{20E56131-00E9-4AD2-87C0-720BF1EA3928}" type="presOf" srcId="{2C0A3ABE-4140-401A-8171-479F8E92FBAD}" destId="{8F882249-57A2-49D6-BD29-9FDD660E704F}" srcOrd="0" destOrd="0" presId="urn:microsoft.com/office/officeart/2005/8/layout/vList6"/>
    <dgm:cxn modelId="{69DB8537-D06B-421F-BB3C-D5697EFBA3B3}" type="presOf" srcId="{ED9C8757-E4BF-49A8-8585-0B268B6774CE}" destId="{2A34197E-CB6C-4243-BEFB-CC5356B75189}" srcOrd="0" destOrd="0" presId="urn:microsoft.com/office/officeart/2005/8/layout/vList6"/>
    <dgm:cxn modelId="{9D486438-1D7E-4212-B253-777BDC46CA5F}" type="presOf" srcId="{FCEB5083-279A-4E75-8421-8D737FAB424B}" destId="{C9539859-EBB4-4D9C-A806-05253878B1BF}" srcOrd="0" destOrd="3" presId="urn:microsoft.com/office/officeart/2005/8/layout/vList6"/>
    <dgm:cxn modelId="{AAD83A3F-2531-4E5A-B566-88A8ADEEC2E4}" srcId="{562786CA-C5A1-451A-8382-D3BB76719AE5}" destId="{9E018D2B-44F1-4374-AE33-42EBD9AF31B5}" srcOrd="2" destOrd="0" parTransId="{D2792D43-C5CF-4BF8-9982-6665E8311EA1}" sibTransId="{0779EE35-B8E9-4F6E-B4A2-BF36898DD7C2}"/>
    <dgm:cxn modelId="{A1EE195C-175A-42FC-B1E6-C17F103C670E}" srcId="{36E10EE6-0EB9-49E6-86BE-7334C5871B7F}" destId="{4B9394B6-746A-4D6F-804F-39A458F797F0}" srcOrd="0" destOrd="0" parTransId="{84E68BB9-DD2C-4C2F-8BF0-6E91AC107991}" sibTransId="{1F795E77-FEA1-48A9-BBC4-66C8A2B4AE6E}"/>
    <dgm:cxn modelId="{E7C5B068-9A35-4C0B-AD38-2B28517F0637}" type="presOf" srcId="{6866068D-3924-418E-9C51-67EAB91AB5AA}" destId="{CF61796C-4B6B-46C7-9C48-584EDD47E9C1}" srcOrd="0" destOrd="3" presId="urn:microsoft.com/office/officeart/2005/8/layout/vList6"/>
    <dgm:cxn modelId="{570DB869-B1AD-4633-A7C3-184567FC1429}" type="presOf" srcId="{98C18924-3E74-4E98-952F-861CAF89A937}" destId="{DC231FBD-BC32-4E87-A6EE-D28D180F5B34}" srcOrd="0" destOrd="1" presId="urn:microsoft.com/office/officeart/2005/8/layout/vList6"/>
    <dgm:cxn modelId="{545B044C-C805-4202-A9D5-CAEF74036E57}" srcId="{C113BA65-25B5-443C-942E-A5E23B8EEB1C}" destId="{D69C5074-36B5-4D59-AF19-19AAB93BFE89}" srcOrd="2" destOrd="0" parTransId="{FC3CA761-29D1-4D69-8E89-53769CAB2B5F}" sibTransId="{95712471-D060-487D-8A9E-2CBA84CEB302}"/>
    <dgm:cxn modelId="{38E38353-2013-439D-9B7A-73A860620632}" type="presOf" srcId="{C113BA65-25B5-443C-942E-A5E23B8EEB1C}" destId="{9CF12E5C-BFE4-404D-A3CF-063C5C81581D}" srcOrd="0" destOrd="0" presId="urn:microsoft.com/office/officeart/2005/8/layout/vList6"/>
    <dgm:cxn modelId="{21888355-37B5-47FD-BC6D-BC9DF524878A}" srcId="{36E10EE6-0EB9-49E6-86BE-7334C5871B7F}" destId="{5DF85558-34B1-4B2A-AEF9-63E2E5B658A9}" srcOrd="1" destOrd="0" parTransId="{91622F24-9E8E-43E5-A14A-039052E56A88}" sibTransId="{B8AD1371-6094-442A-94A2-1F5D71226D98}"/>
    <dgm:cxn modelId="{81E8A876-2EFE-46B6-B3B1-AD4F5D87308E}" type="presOf" srcId="{5821BB6C-788B-41AE-AF1D-EE9BEEFD32B6}" destId="{BAB1D82F-BC89-4736-B837-441B71DF88AF}" srcOrd="0" destOrd="0" presId="urn:microsoft.com/office/officeart/2005/8/layout/vList6"/>
    <dgm:cxn modelId="{FDC66F77-1132-42DE-80CE-74D568C825D2}" type="presOf" srcId="{4B9394B6-746A-4D6F-804F-39A458F797F0}" destId="{CF61796C-4B6B-46C7-9C48-584EDD47E9C1}" srcOrd="0" destOrd="0" presId="urn:microsoft.com/office/officeart/2005/8/layout/vList6"/>
    <dgm:cxn modelId="{E60C7278-373A-4EE0-A796-C2BFC6A546F7}" type="presOf" srcId="{4763E532-7867-4D7D-8EC0-BADA61A0E806}" destId="{CF61796C-4B6B-46C7-9C48-584EDD47E9C1}" srcOrd="0" destOrd="4" presId="urn:microsoft.com/office/officeart/2005/8/layout/vList6"/>
    <dgm:cxn modelId="{50BF458C-79AA-4C2D-8B7D-88BA653AF88E}" srcId="{5821BB6C-788B-41AE-AF1D-EE9BEEFD32B6}" destId="{ED9C8757-E4BF-49A8-8585-0B268B6774CE}" srcOrd="0" destOrd="0" parTransId="{8EE80D9F-0EAC-4EE8-9EB8-BC1F3529450E}" sibTransId="{5E7789D9-8AD1-45DD-B6B8-61E96E51F5CD}"/>
    <dgm:cxn modelId="{0CBA2891-F015-470B-AE4C-7867A333FFCE}" type="presOf" srcId="{8EB197AE-7BE3-4B62-8AF6-D12B7327E579}" destId="{8F882249-57A2-49D6-BD29-9FDD660E704F}" srcOrd="0" destOrd="2" presId="urn:microsoft.com/office/officeart/2005/8/layout/vList6"/>
    <dgm:cxn modelId="{F09B1999-5006-4B9E-B8C9-E369A5EACBCB}" type="presOf" srcId="{1D23B954-A0FC-4921-B172-8B6E2D231F51}" destId="{CF61796C-4B6B-46C7-9C48-584EDD47E9C1}" srcOrd="0" destOrd="5" presId="urn:microsoft.com/office/officeart/2005/8/layout/vList6"/>
    <dgm:cxn modelId="{2E834D9A-26AE-4B87-8A00-AA3694B8DF0E}" srcId="{ED9C8757-E4BF-49A8-8585-0B268B6774CE}" destId="{8EB197AE-7BE3-4B62-8AF6-D12B7327E579}" srcOrd="2" destOrd="0" parTransId="{CD349CF5-495E-4BCE-B183-DF78483F6ED8}" sibTransId="{716BAF22-CECE-4CF7-949C-8FA5D88151F2}"/>
    <dgm:cxn modelId="{8F4D509B-1D75-4225-AE39-4450D207290E}" srcId="{5821BB6C-788B-41AE-AF1D-EE9BEEFD32B6}" destId="{C113BA65-25B5-443C-942E-A5E23B8EEB1C}" srcOrd="3" destOrd="0" parTransId="{CA059DA3-CCA4-4399-9D15-31FFF8ADC82B}" sibTransId="{76BF889A-4C3A-4960-BA2B-0DC1E2D9F1DF}"/>
    <dgm:cxn modelId="{053EF49F-3C5F-4072-8D5B-3E63AFBFF895}" srcId="{36E10EE6-0EB9-49E6-86BE-7334C5871B7F}" destId="{6866068D-3924-418E-9C51-67EAB91AB5AA}" srcOrd="3" destOrd="0" parTransId="{B9FA81DE-F339-4CD5-BEC6-0E9F97ECCA17}" sibTransId="{24E9F232-7B95-48DC-BB72-6FF2E020B575}"/>
    <dgm:cxn modelId="{0F481DA1-7F72-407E-92B4-48689172E616}" type="presOf" srcId="{8F233B3B-3A83-4299-8C49-7812356EDFE2}" destId="{DC231FBD-BC32-4E87-A6EE-D28D180F5B34}" srcOrd="0" destOrd="3" presId="urn:microsoft.com/office/officeart/2005/8/layout/vList6"/>
    <dgm:cxn modelId="{6DF9B8A6-EF63-4F49-8160-1B68D5220CAF}" type="presOf" srcId="{D69C5074-36B5-4D59-AF19-19AAB93BFE89}" destId="{C9539859-EBB4-4D9C-A806-05253878B1BF}" srcOrd="0" destOrd="2" presId="urn:microsoft.com/office/officeart/2005/8/layout/vList6"/>
    <dgm:cxn modelId="{16FC94A7-F10F-4D4E-AAFB-189EA42FFE50}" srcId="{C113BA65-25B5-443C-942E-A5E23B8EEB1C}" destId="{3B09DE39-D28A-41D4-A532-4D48878E5337}" srcOrd="0" destOrd="0" parTransId="{90030686-FAE9-403F-B369-0E208822BAC6}" sibTransId="{B5173166-9EBF-40B3-8509-94EDC4FEE03D}"/>
    <dgm:cxn modelId="{40DD85AA-16FF-4BBC-9DD2-AAAD70E9FCEA}" srcId="{562786CA-C5A1-451A-8382-D3BB76719AE5}" destId="{886E11D1-81CF-4B41-9657-C457C00663D3}" srcOrd="0" destOrd="0" parTransId="{C5C41997-3CCF-4012-B09F-E85D82F646C7}" sibTransId="{66E9370F-9E32-49D4-B592-18230749F610}"/>
    <dgm:cxn modelId="{423317B2-B608-43DE-ADDD-EC27B62BFC86}" srcId="{562786CA-C5A1-451A-8382-D3BB76719AE5}" destId="{98C18924-3E74-4E98-952F-861CAF89A937}" srcOrd="1" destOrd="0" parTransId="{E7304886-5E4C-45C4-8E22-5A091819452F}" sibTransId="{CBAEC671-5E3C-4785-877E-D587692627B5}"/>
    <dgm:cxn modelId="{E01427B6-EBF0-4B51-9A1F-E8B702F1BA9E}" srcId="{ED9C8757-E4BF-49A8-8585-0B268B6774CE}" destId="{F441AF59-57EF-4464-81BA-2FA285A857F8}" srcOrd="1" destOrd="0" parTransId="{8BC2C9CD-A814-45E5-84CC-70523888D277}" sibTransId="{437AF007-889E-47AD-B70E-3F5D0EA1A4EE}"/>
    <dgm:cxn modelId="{892719BD-6471-40CF-A93A-1B3694A8BE8A}" type="presOf" srcId="{562786CA-C5A1-451A-8382-D3BB76719AE5}" destId="{CE4A80DD-B382-486B-A934-81B3092988BB}" srcOrd="0" destOrd="0" presId="urn:microsoft.com/office/officeart/2005/8/layout/vList6"/>
    <dgm:cxn modelId="{9DED2AC4-AE5F-468C-9785-EAC774170108}" srcId="{562786CA-C5A1-451A-8382-D3BB76719AE5}" destId="{93EA4F40-5B65-4F6B-BFE6-B24ED448A7AB}" srcOrd="4" destOrd="0" parTransId="{6ACEA8A0-40B2-4171-9957-C5397D1C83E8}" sibTransId="{6057DD53-E623-4939-B4C9-63480588C213}"/>
    <dgm:cxn modelId="{90165BCE-4509-4346-B5AB-27593B94D094}" type="presOf" srcId="{B2C62916-BD85-4E98-B81F-11460CC2A6F7}" destId="{C9539859-EBB4-4D9C-A806-05253878B1BF}" srcOrd="0" destOrd="1" presId="urn:microsoft.com/office/officeart/2005/8/layout/vList6"/>
    <dgm:cxn modelId="{FEDFB4D4-F88D-4A8B-BFD6-D11140FFE14E}" type="presOf" srcId="{F441AF59-57EF-4464-81BA-2FA285A857F8}" destId="{8F882249-57A2-49D6-BD29-9FDD660E704F}" srcOrd="0" destOrd="1" presId="urn:microsoft.com/office/officeart/2005/8/layout/vList6"/>
    <dgm:cxn modelId="{AE649DD5-1E69-4FC0-AA01-1C671F8F3302}" type="presOf" srcId="{886E11D1-81CF-4B41-9657-C457C00663D3}" destId="{DC231FBD-BC32-4E87-A6EE-D28D180F5B34}" srcOrd="0" destOrd="0" presId="urn:microsoft.com/office/officeart/2005/8/layout/vList6"/>
    <dgm:cxn modelId="{957EE9DC-885B-4727-82E0-64CE861C752A}" srcId="{5821BB6C-788B-41AE-AF1D-EE9BEEFD32B6}" destId="{36E10EE6-0EB9-49E6-86BE-7334C5871B7F}" srcOrd="2" destOrd="0" parTransId="{7A859960-8A68-45C5-BC17-F2027349C9B4}" sibTransId="{31C60232-F31B-4B65-8767-180466F90A70}"/>
    <dgm:cxn modelId="{083AB7DE-7D94-4BFA-852C-D0B0545E3EAE}" srcId="{36E10EE6-0EB9-49E6-86BE-7334C5871B7F}" destId="{1D23B954-A0FC-4921-B172-8B6E2D231F51}" srcOrd="5" destOrd="0" parTransId="{7B64C458-E088-4625-A3CF-1DA3D2220D9D}" sibTransId="{025A8098-D642-4445-A09D-8EE558E318DE}"/>
    <dgm:cxn modelId="{91B0F1ED-EFCF-4221-BBC2-EBEEF87A286C}" srcId="{36E10EE6-0EB9-49E6-86BE-7334C5871B7F}" destId="{4763E532-7867-4D7D-8EC0-BADA61A0E806}" srcOrd="4" destOrd="0" parTransId="{30C16172-8F52-4F9F-B95C-AEA26FF5116A}" sibTransId="{753F4958-155A-4C4F-A238-51F735CFA806}"/>
    <dgm:cxn modelId="{107136EF-0320-4C82-A49D-947CF10C22BE}" type="presOf" srcId="{3B09DE39-D28A-41D4-A532-4D48878E5337}" destId="{C9539859-EBB4-4D9C-A806-05253878B1BF}" srcOrd="0" destOrd="0" presId="urn:microsoft.com/office/officeart/2005/8/layout/vList6"/>
    <dgm:cxn modelId="{CEC09DFB-D7EB-4FAE-BEB8-9C273FA8FB98}" srcId="{562786CA-C5A1-451A-8382-D3BB76719AE5}" destId="{8F233B3B-3A83-4299-8C49-7812356EDFE2}" srcOrd="3" destOrd="0" parTransId="{7FE75916-1276-4BC8-8784-B6D0E1F8CB95}" sibTransId="{A48F5C6C-BD66-4C99-B992-7764F0A9EDDB}"/>
    <dgm:cxn modelId="{6C68323F-8803-4CD9-9028-6F199A7CEA91}" type="presParOf" srcId="{BAB1D82F-BC89-4736-B837-441B71DF88AF}" destId="{759DCBEA-F43F-4514-9402-1DC63380773B}" srcOrd="0" destOrd="0" presId="urn:microsoft.com/office/officeart/2005/8/layout/vList6"/>
    <dgm:cxn modelId="{AE005D8A-CE30-4FDE-B16D-5B384F395623}" type="presParOf" srcId="{759DCBEA-F43F-4514-9402-1DC63380773B}" destId="{2A34197E-CB6C-4243-BEFB-CC5356B75189}" srcOrd="0" destOrd="0" presId="urn:microsoft.com/office/officeart/2005/8/layout/vList6"/>
    <dgm:cxn modelId="{0EAAB05E-EA2B-4261-AD54-FDD1FAFBA815}" type="presParOf" srcId="{759DCBEA-F43F-4514-9402-1DC63380773B}" destId="{8F882249-57A2-49D6-BD29-9FDD660E704F}" srcOrd="1" destOrd="0" presId="urn:microsoft.com/office/officeart/2005/8/layout/vList6"/>
    <dgm:cxn modelId="{86F4379E-B254-43B0-A134-DE4C827485C1}" type="presParOf" srcId="{BAB1D82F-BC89-4736-B837-441B71DF88AF}" destId="{1F3989ED-0E15-4A1A-BEFB-EC20FE59306C}" srcOrd="1" destOrd="0" presId="urn:microsoft.com/office/officeart/2005/8/layout/vList6"/>
    <dgm:cxn modelId="{ABE987A4-0E9D-4334-8B9C-7427836894CF}" type="presParOf" srcId="{BAB1D82F-BC89-4736-B837-441B71DF88AF}" destId="{63B90615-B3E6-465F-8A90-1F61EACD7C65}" srcOrd="2" destOrd="0" presId="urn:microsoft.com/office/officeart/2005/8/layout/vList6"/>
    <dgm:cxn modelId="{D3A02317-2AA8-4709-A530-A24A92B2D158}" type="presParOf" srcId="{63B90615-B3E6-465F-8A90-1F61EACD7C65}" destId="{CE4A80DD-B382-486B-A934-81B3092988BB}" srcOrd="0" destOrd="0" presId="urn:microsoft.com/office/officeart/2005/8/layout/vList6"/>
    <dgm:cxn modelId="{89084D99-8815-47F5-8973-E9E94952569D}" type="presParOf" srcId="{63B90615-B3E6-465F-8A90-1F61EACD7C65}" destId="{DC231FBD-BC32-4E87-A6EE-D28D180F5B34}" srcOrd="1" destOrd="0" presId="urn:microsoft.com/office/officeart/2005/8/layout/vList6"/>
    <dgm:cxn modelId="{B81B60B9-BA67-4676-889E-E5DAAF583E52}" type="presParOf" srcId="{BAB1D82F-BC89-4736-B837-441B71DF88AF}" destId="{C6F2D121-4936-49F5-8C07-B61423210628}" srcOrd="3" destOrd="0" presId="urn:microsoft.com/office/officeart/2005/8/layout/vList6"/>
    <dgm:cxn modelId="{4807EA2D-DE9A-418E-86D0-F9B84288432B}" type="presParOf" srcId="{BAB1D82F-BC89-4736-B837-441B71DF88AF}" destId="{F087A20D-8A39-404C-B403-A2FA314E7AE8}" srcOrd="4" destOrd="0" presId="urn:microsoft.com/office/officeart/2005/8/layout/vList6"/>
    <dgm:cxn modelId="{4146694C-C5C0-4035-95A7-D3EA051960D1}" type="presParOf" srcId="{F087A20D-8A39-404C-B403-A2FA314E7AE8}" destId="{7515D9B8-C036-4AF8-875E-AC308B9A4F0F}" srcOrd="0" destOrd="0" presId="urn:microsoft.com/office/officeart/2005/8/layout/vList6"/>
    <dgm:cxn modelId="{73D51FF8-6A57-40B5-BE7F-4BBF8C9163B4}" type="presParOf" srcId="{F087A20D-8A39-404C-B403-A2FA314E7AE8}" destId="{CF61796C-4B6B-46C7-9C48-584EDD47E9C1}" srcOrd="1" destOrd="0" presId="urn:microsoft.com/office/officeart/2005/8/layout/vList6"/>
    <dgm:cxn modelId="{D3D5DCBF-AAD0-4D96-B148-42D26078F227}" type="presParOf" srcId="{BAB1D82F-BC89-4736-B837-441B71DF88AF}" destId="{269677C4-AC7F-4798-BD52-742845222D99}" srcOrd="5" destOrd="0" presId="urn:microsoft.com/office/officeart/2005/8/layout/vList6"/>
    <dgm:cxn modelId="{4AC01A88-88DF-4157-9403-5EAF23AD7734}" type="presParOf" srcId="{BAB1D82F-BC89-4736-B837-441B71DF88AF}" destId="{9360203B-F679-445F-8F96-A7BB8474358D}" srcOrd="6" destOrd="0" presId="urn:microsoft.com/office/officeart/2005/8/layout/vList6"/>
    <dgm:cxn modelId="{092B16FB-B4DA-4499-8C1C-2F735B406EE0}" type="presParOf" srcId="{9360203B-F679-445F-8F96-A7BB8474358D}" destId="{9CF12E5C-BFE4-404D-A3CF-063C5C81581D}" srcOrd="0" destOrd="0" presId="urn:microsoft.com/office/officeart/2005/8/layout/vList6"/>
    <dgm:cxn modelId="{4FF6B2B5-2DAD-4623-B0EF-75F19D6DC3AA}" type="presParOf" srcId="{9360203B-F679-445F-8F96-A7BB8474358D}" destId="{C9539859-EBB4-4D9C-A806-05253878B1BF}" srcOrd="1" destOrd="0" presId="urn:microsoft.com/office/officeart/2005/8/layout/v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821BB6C-788B-41AE-AF1D-EE9BEEFD32B6}" type="doc">
      <dgm:prSet loTypeId="urn:microsoft.com/office/officeart/2005/8/layout/vList6" loCatId="process" qsTypeId="urn:microsoft.com/office/officeart/2005/8/quickstyle/simple1" qsCatId="simple" csTypeId="urn:microsoft.com/office/officeart/2005/8/colors/accent0_3" csCatId="mainScheme" phldr="1"/>
      <dgm:spPr/>
      <dgm:t>
        <a:bodyPr/>
        <a:lstStyle/>
        <a:p>
          <a:endParaRPr lang="en-GB"/>
        </a:p>
      </dgm:t>
    </dgm:pt>
    <dgm:pt modelId="{ED9C8757-E4BF-49A8-8585-0B268B6774CE}">
      <dgm:prSet phldrT="[Text]" phldr="0"/>
      <dgm:spPr/>
      <dgm:t>
        <a:bodyPr/>
        <a:lstStyle/>
        <a:p>
          <a:pPr rtl="0"/>
          <a:r>
            <a:rPr lang="en-GB" dirty="0">
              <a:latin typeface="Calibri Light" panose="020F0302020204030204"/>
            </a:rPr>
            <a:t>Situation </a:t>
          </a:r>
          <a:endParaRPr lang="en-GB" dirty="0"/>
        </a:p>
      </dgm:t>
    </dgm:pt>
    <dgm:pt modelId="{8EE80D9F-0EAC-4EE8-9EB8-BC1F3529450E}" cxnId="{50BF458C-79AA-4C2D-8B7D-88BA653AF88E}" type="parTrans">
      <dgm:prSet/>
      <dgm:spPr/>
      <dgm:t>
        <a:bodyPr/>
        <a:lstStyle/>
        <a:p>
          <a:endParaRPr lang="en-GB"/>
        </a:p>
      </dgm:t>
    </dgm:pt>
    <dgm:pt modelId="{5E7789D9-8AD1-45DD-B6B8-61E96E51F5CD}" cxnId="{50BF458C-79AA-4C2D-8B7D-88BA653AF88E}" type="sibTrans">
      <dgm:prSet/>
      <dgm:spPr/>
      <dgm:t>
        <a:bodyPr/>
        <a:lstStyle/>
        <a:p>
          <a:endParaRPr lang="en-GB"/>
        </a:p>
      </dgm:t>
    </dgm:pt>
    <dgm:pt modelId="{2C0A3ABE-4140-401A-8171-479F8E92FBAD}">
      <dgm:prSet phldrT="[Text]" phldr="0"/>
      <dgm:spPr/>
      <dgm:t>
        <a:bodyPr/>
        <a:lstStyle/>
        <a:p>
          <a:pPr rtl="0"/>
          <a:r>
            <a:rPr lang="en-GB" dirty="0">
              <a:latin typeface="Calibri Light" panose="020F0302020204030204"/>
            </a:rPr>
            <a:t>I am ( name and profession) on ward ( name) </a:t>
          </a:r>
          <a:endParaRPr lang="en-GB" dirty="0"/>
        </a:p>
      </dgm:t>
    </dgm:pt>
    <dgm:pt modelId="{79B90449-32C2-49AE-AF17-24A7270EFB06}" cxnId="{1F3F3530-2C30-4688-9C2D-748FF0B222B3}" type="parTrans">
      <dgm:prSet/>
      <dgm:spPr/>
      <dgm:t>
        <a:bodyPr/>
        <a:lstStyle/>
        <a:p>
          <a:endParaRPr lang="en-GB"/>
        </a:p>
      </dgm:t>
    </dgm:pt>
    <dgm:pt modelId="{07BDA13B-2232-43D1-AEDD-2C9E03B67BF3}" cxnId="{1F3F3530-2C30-4688-9C2D-748FF0B222B3}" type="sibTrans">
      <dgm:prSet/>
      <dgm:spPr/>
      <dgm:t>
        <a:bodyPr/>
        <a:lstStyle/>
        <a:p>
          <a:endParaRPr lang="en-GB"/>
        </a:p>
      </dgm:t>
    </dgm:pt>
    <dgm:pt modelId="{F441AF59-57EF-4464-81BA-2FA285A857F8}">
      <dgm:prSet phldrT="[Text]" phldr="0"/>
      <dgm:spPr/>
      <dgm:t>
        <a:bodyPr/>
        <a:lstStyle/>
        <a:p>
          <a:pPr rtl="0"/>
          <a:r>
            <a:rPr lang="en-GB" dirty="0">
              <a:latin typeface="Calibri Light" panose="020F0302020204030204"/>
            </a:rPr>
            <a:t>I am calling about ( patient x) </a:t>
          </a:r>
          <a:endParaRPr lang="en-GB" dirty="0"/>
        </a:p>
      </dgm:t>
    </dgm:pt>
    <dgm:pt modelId="{8BC2C9CD-A814-45E5-84CC-70523888D277}" cxnId="{E01427B6-EBF0-4B51-9A1F-E8B702F1BA9E}" type="parTrans">
      <dgm:prSet/>
      <dgm:spPr/>
      <dgm:t>
        <a:bodyPr/>
        <a:lstStyle/>
        <a:p>
          <a:endParaRPr lang="en-GB"/>
        </a:p>
      </dgm:t>
    </dgm:pt>
    <dgm:pt modelId="{437AF007-889E-47AD-B70E-3F5D0EA1A4EE}" cxnId="{E01427B6-EBF0-4B51-9A1F-E8B702F1BA9E}" type="sibTrans">
      <dgm:prSet/>
      <dgm:spPr/>
      <dgm:t>
        <a:bodyPr/>
        <a:lstStyle/>
        <a:p>
          <a:endParaRPr lang="en-GB"/>
        </a:p>
      </dgm:t>
    </dgm:pt>
    <dgm:pt modelId="{8EB197AE-7BE3-4B62-8AF6-D12B7327E579}">
      <dgm:prSet phldrT="[Text]" phldr="0"/>
      <dgm:spPr/>
      <dgm:t>
        <a:bodyPr/>
        <a:lstStyle/>
        <a:p>
          <a:pPr rtl="0"/>
          <a:r>
            <a:rPr lang="en-GB" dirty="0">
              <a:latin typeface="Calibri Light" panose="020F0302020204030204"/>
            </a:rPr>
            <a:t>I am calling because I am concerned that.... ( Spo2 dropping, Bp dropping ) </a:t>
          </a:r>
          <a:endParaRPr lang="en-GB" dirty="0"/>
        </a:p>
      </dgm:t>
    </dgm:pt>
    <dgm:pt modelId="{CD349CF5-495E-4BCE-B183-DF78483F6ED8}" cxnId="{2E834D9A-26AE-4B87-8A00-AA3694B8DF0E}" type="parTrans">
      <dgm:prSet/>
      <dgm:spPr/>
      <dgm:t>
        <a:bodyPr/>
        <a:lstStyle/>
        <a:p>
          <a:endParaRPr lang="en-GB"/>
        </a:p>
      </dgm:t>
    </dgm:pt>
    <dgm:pt modelId="{716BAF22-CECE-4CF7-949C-8FA5D88151F2}" cxnId="{2E834D9A-26AE-4B87-8A00-AA3694B8DF0E}" type="sibTrans">
      <dgm:prSet/>
      <dgm:spPr/>
      <dgm:t>
        <a:bodyPr/>
        <a:lstStyle/>
        <a:p>
          <a:endParaRPr lang="en-GB"/>
        </a:p>
      </dgm:t>
    </dgm:pt>
    <dgm:pt modelId="{562786CA-C5A1-451A-8382-D3BB76719AE5}">
      <dgm:prSet phldrT="[Text]" phldr="0"/>
      <dgm:spPr/>
      <dgm:t>
        <a:bodyPr/>
        <a:lstStyle/>
        <a:p>
          <a:pPr rtl="0"/>
          <a:r>
            <a:rPr lang="en-GB" dirty="0">
              <a:latin typeface="Calibri Light" panose="020F0302020204030204"/>
            </a:rPr>
            <a:t>Background </a:t>
          </a:r>
          <a:endParaRPr lang="en-GB" dirty="0"/>
        </a:p>
      </dgm:t>
    </dgm:pt>
    <dgm:pt modelId="{BEB5DABD-09E0-4361-BDC3-62C83D86BCDE}" cxnId="{A51D7A09-AAF8-435B-AB5B-8928685F6433}" type="parTrans">
      <dgm:prSet/>
      <dgm:spPr/>
      <dgm:t>
        <a:bodyPr/>
        <a:lstStyle/>
        <a:p>
          <a:endParaRPr lang="en-GB"/>
        </a:p>
      </dgm:t>
    </dgm:pt>
    <dgm:pt modelId="{2B4BDF7D-CDF2-4BCA-B2CC-47D9AB6EED73}" cxnId="{A51D7A09-AAF8-435B-AB5B-8928685F6433}" type="sibTrans">
      <dgm:prSet/>
      <dgm:spPr/>
      <dgm:t>
        <a:bodyPr/>
        <a:lstStyle/>
        <a:p>
          <a:endParaRPr lang="en-GB"/>
        </a:p>
      </dgm:t>
    </dgm:pt>
    <dgm:pt modelId="{886E11D1-81CF-4B41-9657-C457C00663D3}">
      <dgm:prSet phldrT="[Text]" phldr="0"/>
      <dgm:spPr/>
      <dgm:t>
        <a:bodyPr/>
        <a:lstStyle/>
        <a:p>
          <a:pPr rtl="0"/>
          <a:r>
            <a:rPr lang="en-GB" dirty="0">
              <a:latin typeface="Calibri Light" panose="020F0302020204030204"/>
            </a:rPr>
            <a:t>Patient ( X was admitted on ( date ) with ( PC) </a:t>
          </a:r>
        </a:p>
      </dgm:t>
    </dgm:pt>
    <dgm:pt modelId="{C5C41997-3CCF-4012-B09F-E85D82F646C7}" cxnId="{40DD85AA-16FF-4BBC-9DD2-AAAD70E9FCEA}" type="parTrans">
      <dgm:prSet/>
      <dgm:spPr/>
      <dgm:t>
        <a:bodyPr/>
        <a:lstStyle/>
        <a:p>
          <a:endParaRPr lang="en-GB"/>
        </a:p>
      </dgm:t>
    </dgm:pt>
    <dgm:pt modelId="{66E9370F-9E32-49D4-B592-18230749F610}" cxnId="{40DD85AA-16FF-4BBC-9DD2-AAAD70E9FCEA}" type="sibTrans">
      <dgm:prSet/>
      <dgm:spPr/>
      <dgm:t>
        <a:bodyPr/>
        <a:lstStyle/>
        <a:p>
          <a:endParaRPr lang="en-GB"/>
        </a:p>
      </dgm:t>
    </dgm:pt>
    <dgm:pt modelId="{98C18924-3E74-4E98-952F-861CAF89A937}">
      <dgm:prSet phldr="0"/>
      <dgm:spPr/>
      <dgm:t>
        <a:bodyPr/>
        <a:lstStyle/>
        <a:p>
          <a:pPr rtl="0"/>
          <a:r>
            <a:rPr lang="en-GB" dirty="0">
              <a:latin typeface="Calibri Light" panose="020F0302020204030204"/>
            </a:rPr>
            <a:t>They have had ( operation, procedure , intervention )</a:t>
          </a:r>
        </a:p>
      </dgm:t>
    </dgm:pt>
    <dgm:pt modelId="{E7304886-5E4C-45C4-8E22-5A091819452F}" cxnId="{423317B2-B608-43DE-ADDD-EC27B62BFC86}" type="parTrans">
      <dgm:prSet/>
      <dgm:spPr/>
      <dgm:t>
        <a:bodyPr/>
        <a:lstStyle/>
        <a:p>
          <a:endParaRPr lang="en-GB"/>
        </a:p>
      </dgm:t>
    </dgm:pt>
    <dgm:pt modelId="{CBAEC671-5E3C-4785-877E-D587692627B5}" cxnId="{423317B2-B608-43DE-ADDD-EC27B62BFC86}" type="sibTrans">
      <dgm:prSet/>
      <dgm:spPr/>
      <dgm:t>
        <a:bodyPr/>
        <a:lstStyle/>
        <a:p>
          <a:endParaRPr lang="en-GB"/>
        </a:p>
      </dgm:t>
    </dgm:pt>
    <dgm:pt modelId="{9E018D2B-44F1-4374-AE33-42EBD9AF31B5}">
      <dgm:prSet phldr="0"/>
      <dgm:spPr/>
      <dgm:t>
        <a:bodyPr/>
        <a:lstStyle/>
        <a:p>
          <a:pPr rtl="0"/>
          <a:r>
            <a:rPr lang="en-GB" dirty="0">
              <a:latin typeface="Calibri Light" panose="020F0302020204030204"/>
            </a:rPr>
            <a:t>Patient ( x's) condition has changed in last ( x min) </a:t>
          </a:r>
        </a:p>
      </dgm:t>
    </dgm:pt>
    <dgm:pt modelId="{D2792D43-C5CF-4BF8-9982-6665E8311EA1}" cxnId="{AAD83A3F-2531-4E5A-B566-88A8ADEEC2E4}" type="parTrans">
      <dgm:prSet/>
      <dgm:spPr/>
      <dgm:t>
        <a:bodyPr/>
        <a:lstStyle/>
        <a:p>
          <a:endParaRPr lang="en-GB"/>
        </a:p>
      </dgm:t>
    </dgm:pt>
    <dgm:pt modelId="{0779EE35-B8E9-4F6E-B4A2-BF36898DD7C2}" cxnId="{AAD83A3F-2531-4E5A-B566-88A8ADEEC2E4}" type="sibTrans">
      <dgm:prSet/>
      <dgm:spPr/>
      <dgm:t>
        <a:bodyPr/>
        <a:lstStyle/>
        <a:p>
          <a:endParaRPr lang="en-GB"/>
        </a:p>
      </dgm:t>
    </dgm:pt>
    <dgm:pt modelId="{8F233B3B-3A83-4299-8C49-7812356EDFE2}">
      <dgm:prSet phldr="0"/>
      <dgm:spPr/>
      <dgm:t>
        <a:bodyPr/>
        <a:lstStyle/>
        <a:p>
          <a:r>
            <a:rPr lang="en-GB" dirty="0">
              <a:latin typeface="Calibri Light" panose="020F0302020204030204"/>
            </a:rPr>
            <a:t>Their last set of </a:t>
          </a:r>
          <a:r>
            <a:rPr lang="en-GB" dirty="0" err="1">
              <a:latin typeface="Calibri Light" panose="020F0302020204030204"/>
            </a:rPr>
            <a:t>obs</a:t>
          </a:r>
          <a:r>
            <a:rPr lang="en-GB" dirty="0">
              <a:latin typeface="Calibri Light" panose="020F0302020204030204"/>
            </a:rPr>
            <a:t> were ( xx) </a:t>
          </a:r>
        </a:p>
      </dgm:t>
    </dgm:pt>
    <dgm:pt modelId="{7FE75916-1276-4BC8-8784-B6D0E1F8CB95}" cxnId="{CEC09DFB-D7EB-4FAE-BEB8-9C273FA8FB98}" type="parTrans">
      <dgm:prSet/>
      <dgm:spPr/>
      <dgm:t>
        <a:bodyPr/>
        <a:lstStyle/>
        <a:p>
          <a:endParaRPr lang="en-GB"/>
        </a:p>
      </dgm:t>
    </dgm:pt>
    <dgm:pt modelId="{A48F5C6C-BD66-4C99-B992-7764F0A9EDDB}" cxnId="{CEC09DFB-D7EB-4FAE-BEB8-9C273FA8FB98}" type="sibTrans">
      <dgm:prSet/>
      <dgm:spPr/>
      <dgm:t>
        <a:bodyPr/>
        <a:lstStyle/>
        <a:p>
          <a:endParaRPr lang="en-GB"/>
        </a:p>
      </dgm:t>
    </dgm:pt>
    <dgm:pt modelId="{93EA4F40-5B65-4F6B-BFE6-B24ED448A7AB}">
      <dgm:prSet phldr="0"/>
      <dgm:spPr/>
      <dgm:t>
        <a:bodyPr/>
        <a:lstStyle/>
        <a:p>
          <a:pPr rtl="0"/>
          <a:r>
            <a:rPr lang="en-GB" dirty="0">
              <a:latin typeface="Calibri Light" panose="020F0302020204030204"/>
            </a:rPr>
            <a:t>Patient ( x) normal condition is .. ( alert/ confused ..) </a:t>
          </a:r>
          <a:endParaRPr lang="en-GB" dirty="0"/>
        </a:p>
      </dgm:t>
    </dgm:pt>
    <dgm:pt modelId="{6ACEA8A0-40B2-4171-9957-C5397D1C83E8}" cxnId="{9DED2AC4-AE5F-468C-9785-EAC774170108}" type="parTrans">
      <dgm:prSet/>
      <dgm:spPr/>
      <dgm:t>
        <a:bodyPr/>
        <a:lstStyle/>
        <a:p>
          <a:endParaRPr lang="en-GB"/>
        </a:p>
      </dgm:t>
    </dgm:pt>
    <dgm:pt modelId="{6057DD53-E623-4939-B4C9-63480588C213}" cxnId="{9DED2AC4-AE5F-468C-9785-EAC774170108}" type="sibTrans">
      <dgm:prSet/>
      <dgm:spPr/>
      <dgm:t>
        <a:bodyPr/>
        <a:lstStyle/>
        <a:p>
          <a:endParaRPr lang="en-GB"/>
        </a:p>
      </dgm:t>
    </dgm:pt>
    <dgm:pt modelId="{4B9394B6-746A-4D6F-804F-39A458F797F0}">
      <dgm:prSet phldr="0"/>
      <dgm:spPr/>
      <dgm:t>
        <a:bodyPr/>
        <a:lstStyle/>
        <a:p>
          <a:pPr rtl="0"/>
          <a:r>
            <a:rPr lang="en-GB" dirty="0">
              <a:latin typeface="Calibri Light" panose="020F0302020204030204"/>
            </a:rPr>
            <a:t>I think the problem is ( XXX) </a:t>
          </a:r>
        </a:p>
      </dgm:t>
    </dgm:pt>
    <dgm:pt modelId="{84E68BB9-DD2C-4C2F-8BF0-6E91AC107991}" cxnId="{A1EE195C-175A-42FC-B1E6-C17F103C670E}" type="parTrans">
      <dgm:prSet/>
      <dgm:spPr/>
      <dgm:t>
        <a:bodyPr/>
        <a:lstStyle/>
        <a:p>
          <a:endParaRPr lang="en-GB"/>
        </a:p>
      </dgm:t>
    </dgm:pt>
    <dgm:pt modelId="{1F795E77-FEA1-48A9-BBC4-66C8A2B4AE6E}" cxnId="{A1EE195C-175A-42FC-B1E6-C17F103C670E}" type="sibTrans">
      <dgm:prSet/>
      <dgm:spPr/>
      <dgm:t>
        <a:bodyPr/>
        <a:lstStyle/>
        <a:p>
          <a:endParaRPr lang="en-GB"/>
        </a:p>
      </dgm:t>
    </dgm:pt>
    <dgm:pt modelId="{E1BD2F0A-77D9-4D2B-8E29-139A47F3B305}">
      <dgm:prSet phldr="0"/>
      <dgm:spPr/>
      <dgm:t>
        <a:bodyPr/>
        <a:lstStyle/>
        <a:p>
          <a:pPr rtl="0"/>
          <a:r>
            <a:rPr lang="en-GB" dirty="0">
              <a:latin typeface="Calibri Light" panose="020F0302020204030204"/>
            </a:rPr>
            <a:t>Or </a:t>
          </a:r>
        </a:p>
      </dgm:t>
    </dgm:pt>
    <dgm:pt modelId="{3F85BD5D-569C-4D1E-AAAD-488C72BFADFA}" cxnId="{B611040F-8B13-43C8-B212-0613C7F78779}" type="parTrans">
      <dgm:prSet/>
      <dgm:spPr/>
      <dgm:t>
        <a:bodyPr/>
        <a:lstStyle/>
        <a:p>
          <a:endParaRPr lang="en-GB"/>
        </a:p>
      </dgm:t>
    </dgm:pt>
    <dgm:pt modelId="{6FC44EB1-E6DB-4234-9AD2-BD60CCE53470}" cxnId="{B611040F-8B13-43C8-B212-0613C7F78779}" type="sibTrans">
      <dgm:prSet/>
      <dgm:spPr/>
      <dgm:t>
        <a:bodyPr/>
        <a:lstStyle/>
        <a:p>
          <a:endParaRPr lang="en-GB"/>
        </a:p>
      </dgm:t>
    </dgm:pt>
    <dgm:pt modelId="{36E10EE6-0EB9-49E6-86BE-7334C5871B7F}">
      <dgm:prSet phldr="0"/>
      <dgm:spPr/>
      <dgm:t>
        <a:bodyPr/>
        <a:lstStyle/>
        <a:p>
          <a:pPr rtl="0"/>
          <a:r>
            <a:rPr lang="en-GB" dirty="0">
              <a:latin typeface="Calibri Light" panose="020F0302020204030204"/>
            </a:rPr>
            <a:t>Assessment </a:t>
          </a:r>
        </a:p>
      </dgm:t>
    </dgm:pt>
    <dgm:pt modelId="{7A859960-8A68-45C5-BC17-F2027349C9B4}" cxnId="{957EE9DC-885B-4727-82E0-64CE861C752A}" type="parTrans">
      <dgm:prSet/>
      <dgm:spPr/>
      <dgm:t>
        <a:bodyPr/>
        <a:lstStyle/>
        <a:p>
          <a:endParaRPr lang="en-GB"/>
        </a:p>
      </dgm:t>
    </dgm:pt>
    <dgm:pt modelId="{31C60232-F31B-4B65-8767-180466F90A70}" cxnId="{957EE9DC-885B-4727-82E0-64CE861C752A}" type="sibTrans">
      <dgm:prSet/>
      <dgm:spPr/>
      <dgm:t>
        <a:bodyPr/>
        <a:lstStyle/>
        <a:p>
          <a:endParaRPr lang="en-GB"/>
        </a:p>
      </dgm:t>
    </dgm:pt>
    <dgm:pt modelId="{5DF85558-34B1-4B2A-AEF9-63E2E5B658A9}">
      <dgm:prSet phldr="0"/>
      <dgm:spPr/>
      <dgm:t>
        <a:bodyPr/>
        <a:lstStyle/>
        <a:p>
          <a:pPr rtl="0"/>
          <a:r>
            <a:rPr lang="en-GB" dirty="0">
              <a:latin typeface="Calibri Light" panose="020F0302020204030204"/>
            </a:rPr>
            <a:t>And I have .. ( given O2, done suction ) </a:t>
          </a:r>
          <a:endParaRPr lang="en-GB" dirty="0"/>
        </a:p>
      </dgm:t>
    </dgm:pt>
    <dgm:pt modelId="{91622F24-9E8E-43E5-A14A-039052E56A88}" cxnId="{21888355-37B5-47FD-BC6D-BC9DF524878A}" type="parTrans">
      <dgm:prSet/>
      <dgm:spPr/>
      <dgm:t>
        <a:bodyPr/>
        <a:lstStyle/>
        <a:p>
          <a:endParaRPr lang="en-GB"/>
        </a:p>
      </dgm:t>
    </dgm:pt>
    <dgm:pt modelId="{B8AD1371-6094-442A-94A2-1F5D71226D98}" cxnId="{21888355-37B5-47FD-BC6D-BC9DF524878A}" type="sibTrans">
      <dgm:prSet/>
      <dgm:spPr/>
      <dgm:t>
        <a:bodyPr/>
        <a:lstStyle/>
        <a:p>
          <a:endParaRPr lang="en-GB"/>
        </a:p>
      </dgm:t>
    </dgm:pt>
    <dgm:pt modelId="{1D23B954-A0FC-4921-B172-8B6E2D231F51}">
      <dgm:prSet phldr="0"/>
      <dgm:spPr/>
      <dgm:t>
        <a:bodyPr/>
        <a:lstStyle/>
        <a:p>
          <a:pPr rtl="0"/>
          <a:r>
            <a:rPr lang="en-GB" dirty="0">
              <a:latin typeface="Calibri Light" panose="020F0302020204030204"/>
            </a:rPr>
            <a:t>I don't know what's wrong but I am really worried </a:t>
          </a:r>
        </a:p>
      </dgm:t>
    </dgm:pt>
    <dgm:pt modelId="{7B64C458-E088-4625-A3CF-1DA3D2220D9D}" cxnId="{083AB7DE-7D94-4BFA-852C-D0B0545E3EAE}" type="parTrans">
      <dgm:prSet/>
      <dgm:spPr/>
      <dgm:t>
        <a:bodyPr/>
        <a:lstStyle/>
        <a:p>
          <a:endParaRPr lang="en-GB"/>
        </a:p>
      </dgm:t>
    </dgm:pt>
    <dgm:pt modelId="{025A8098-D642-4445-A09D-8EE558E318DE}" cxnId="{083AB7DE-7D94-4BFA-852C-D0B0545E3EAE}" type="sibTrans">
      <dgm:prSet/>
      <dgm:spPr/>
      <dgm:t>
        <a:bodyPr/>
        <a:lstStyle/>
        <a:p>
          <a:endParaRPr lang="en-GB"/>
        </a:p>
      </dgm:t>
    </dgm:pt>
    <dgm:pt modelId="{6866068D-3924-418E-9C51-67EAB91AB5AA}">
      <dgm:prSet phldr="0"/>
      <dgm:spPr/>
      <dgm:t>
        <a:bodyPr/>
        <a:lstStyle/>
        <a:p>
          <a:pPr rtl="0"/>
          <a:r>
            <a:rPr lang="en-GB" dirty="0">
              <a:latin typeface="Calibri Light" panose="020F0302020204030204"/>
            </a:rPr>
            <a:t>I am not sure what the problem is but patient x is deteriorating </a:t>
          </a:r>
        </a:p>
      </dgm:t>
    </dgm:pt>
    <dgm:pt modelId="{B9FA81DE-F339-4CD5-BEC6-0E9F97ECCA17}" cxnId="{053EF49F-3C5F-4072-8D5B-3E63AFBFF895}" type="parTrans">
      <dgm:prSet/>
      <dgm:spPr/>
      <dgm:t>
        <a:bodyPr/>
        <a:lstStyle/>
        <a:p>
          <a:endParaRPr lang="en-GB"/>
        </a:p>
      </dgm:t>
    </dgm:pt>
    <dgm:pt modelId="{24E9F232-7B95-48DC-BB72-6FF2E020B575}" cxnId="{053EF49F-3C5F-4072-8D5B-3E63AFBFF895}" type="sibTrans">
      <dgm:prSet/>
      <dgm:spPr/>
      <dgm:t>
        <a:bodyPr/>
        <a:lstStyle/>
        <a:p>
          <a:endParaRPr lang="en-GB"/>
        </a:p>
      </dgm:t>
    </dgm:pt>
    <dgm:pt modelId="{4763E532-7867-4D7D-8EC0-BADA61A0E806}">
      <dgm:prSet phldr="0"/>
      <dgm:spPr/>
      <dgm:t>
        <a:bodyPr/>
        <a:lstStyle/>
        <a:p>
          <a:r>
            <a:rPr lang="en-GB" dirty="0">
              <a:latin typeface="Calibri Light" panose="020F0302020204030204"/>
            </a:rPr>
            <a:t>Or </a:t>
          </a:r>
        </a:p>
      </dgm:t>
    </dgm:pt>
    <dgm:pt modelId="{30C16172-8F52-4F9F-B95C-AEA26FF5116A}" cxnId="{91B0F1ED-EFCF-4221-BBC2-EBEEF87A286C}" type="parTrans">
      <dgm:prSet/>
      <dgm:spPr/>
      <dgm:t>
        <a:bodyPr/>
        <a:lstStyle/>
        <a:p>
          <a:endParaRPr lang="en-GB"/>
        </a:p>
      </dgm:t>
    </dgm:pt>
    <dgm:pt modelId="{753F4958-155A-4C4F-A238-51F735CFA806}" cxnId="{91B0F1ED-EFCF-4221-BBC2-EBEEF87A286C}" type="sibTrans">
      <dgm:prSet/>
      <dgm:spPr/>
      <dgm:t>
        <a:bodyPr/>
        <a:lstStyle/>
        <a:p>
          <a:endParaRPr lang="en-GB"/>
        </a:p>
      </dgm:t>
    </dgm:pt>
    <dgm:pt modelId="{C113BA65-25B5-443C-942E-A5E23B8EEB1C}">
      <dgm:prSet phldr="0"/>
      <dgm:spPr/>
      <dgm:t>
        <a:bodyPr/>
        <a:lstStyle/>
        <a:p>
          <a:pPr rtl="0"/>
          <a:r>
            <a:rPr lang="en-GB" dirty="0">
              <a:latin typeface="Calibri Light" panose="020F0302020204030204"/>
            </a:rPr>
            <a:t>Recommendation </a:t>
          </a:r>
        </a:p>
      </dgm:t>
    </dgm:pt>
    <dgm:pt modelId="{CA059DA3-CCA4-4399-9D15-31FFF8ADC82B}" cxnId="{8F4D509B-1D75-4225-AE39-4450D207290E}" type="parTrans">
      <dgm:prSet/>
      <dgm:spPr/>
      <dgm:t>
        <a:bodyPr/>
        <a:lstStyle/>
        <a:p>
          <a:endParaRPr lang="en-GB"/>
        </a:p>
      </dgm:t>
    </dgm:pt>
    <dgm:pt modelId="{76BF889A-4C3A-4960-BA2B-0DC1E2D9F1DF}" cxnId="{8F4D509B-1D75-4225-AE39-4450D207290E}" type="sibTrans">
      <dgm:prSet/>
      <dgm:spPr/>
      <dgm:t>
        <a:bodyPr/>
        <a:lstStyle/>
        <a:p>
          <a:endParaRPr lang="en-GB"/>
        </a:p>
      </dgm:t>
    </dgm:pt>
    <dgm:pt modelId="{3B09DE39-D28A-41D4-A532-4D48878E5337}">
      <dgm:prSet phldr="0"/>
      <dgm:spPr/>
      <dgm:t>
        <a:bodyPr/>
        <a:lstStyle/>
        <a:p>
          <a:pPr rtl="0"/>
          <a:r>
            <a:rPr lang="en-GB" dirty="0">
              <a:latin typeface="Calibri Light" panose="020F0302020204030204"/>
            </a:rPr>
            <a:t>I need you to ..</a:t>
          </a:r>
        </a:p>
      </dgm:t>
    </dgm:pt>
    <dgm:pt modelId="{90030686-FAE9-403F-B369-0E208822BAC6}" cxnId="{16FC94A7-F10F-4D4E-AAFB-189EA42FFE50}" type="parTrans">
      <dgm:prSet/>
      <dgm:spPr/>
      <dgm:t>
        <a:bodyPr/>
        <a:lstStyle/>
        <a:p>
          <a:endParaRPr lang="en-GB"/>
        </a:p>
      </dgm:t>
    </dgm:pt>
    <dgm:pt modelId="{B5173166-9EBF-40B3-8509-94EDC4FEE03D}" cxnId="{16FC94A7-F10F-4D4E-AAFB-189EA42FFE50}" type="sibTrans">
      <dgm:prSet/>
      <dgm:spPr/>
      <dgm:t>
        <a:bodyPr/>
        <a:lstStyle/>
        <a:p>
          <a:endParaRPr lang="en-GB"/>
        </a:p>
      </dgm:t>
    </dgm:pt>
    <dgm:pt modelId="{B2C62916-BD85-4E98-B81F-11460CC2A6F7}">
      <dgm:prSet phldr="0"/>
      <dgm:spPr/>
      <dgm:t>
        <a:bodyPr/>
        <a:lstStyle/>
        <a:p>
          <a:pPr rtl="0"/>
          <a:r>
            <a:rPr lang="en-GB" dirty="0">
              <a:latin typeface="Calibri Light" panose="020F0302020204030204"/>
            </a:rPr>
            <a:t>Come and see the patient in the next ( xx mins) </a:t>
          </a:r>
        </a:p>
      </dgm:t>
    </dgm:pt>
    <dgm:pt modelId="{5C3CC5D9-C870-4B7A-809F-11731639AC3A}" cxnId="{D0AE571E-0D91-4E8F-9E34-AD46FCEAD3DD}" type="parTrans">
      <dgm:prSet/>
      <dgm:spPr/>
      <dgm:t>
        <a:bodyPr/>
        <a:lstStyle/>
        <a:p>
          <a:endParaRPr lang="en-GB"/>
        </a:p>
      </dgm:t>
    </dgm:pt>
    <dgm:pt modelId="{698B76B1-BD4F-490E-9CE2-FDB9E26D3E5F}" cxnId="{D0AE571E-0D91-4E8F-9E34-AD46FCEAD3DD}" type="sibTrans">
      <dgm:prSet/>
      <dgm:spPr/>
      <dgm:t>
        <a:bodyPr/>
        <a:lstStyle/>
        <a:p>
          <a:endParaRPr lang="en-GB"/>
        </a:p>
      </dgm:t>
    </dgm:pt>
    <dgm:pt modelId="{D69C5074-36B5-4D59-AF19-19AAB93BFE89}">
      <dgm:prSet phldr="0"/>
      <dgm:spPr/>
      <dgm:t>
        <a:bodyPr/>
        <a:lstStyle/>
        <a:p>
          <a:r>
            <a:rPr lang="en-GB" dirty="0">
              <a:latin typeface="Calibri Light" panose="020F0302020204030204"/>
            </a:rPr>
            <a:t>AND </a:t>
          </a:r>
        </a:p>
      </dgm:t>
    </dgm:pt>
    <dgm:pt modelId="{FC3CA761-29D1-4D69-8E89-53769CAB2B5F}" cxnId="{545B044C-C805-4202-A9D5-CAEF74036E57}" type="parTrans">
      <dgm:prSet/>
      <dgm:spPr/>
      <dgm:t>
        <a:bodyPr/>
        <a:lstStyle/>
        <a:p>
          <a:endParaRPr lang="en-GB"/>
        </a:p>
      </dgm:t>
    </dgm:pt>
    <dgm:pt modelId="{95712471-D060-487D-8A9E-2CBA84CEB302}" cxnId="{545B044C-C805-4202-A9D5-CAEF74036E57}" type="sibTrans">
      <dgm:prSet/>
      <dgm:spPr/>
      <dgm:t>
        <a:bodyPr/>
        <a:lstStyle/>
        <a:p>
          <a:endParaRPr lang="en-GB"/>
        </a:p>
      </dgm:t>
    </dgm:pt>
    <dgm:pt modelId="{FCEB5083-279A-4E75-8421-8D737FAB424B}">
      <dgm:prSet phldr="0"/>
      <dgm:spPr/>
      <dgm:t>
        <a:bodyPr/>
        <a:lstStyle/>
        <a:p>
          <a:pPr rtl="0"/>
          <a:r>
            <a:rPr lang="en-GB" dirty="0">
              <a:latin typeface="Calibri Light" panose="020F0302020204030204"/>
            </a:rPr>
            <a:t>Is there anything I need to do in the mean time ? ( </a:t>
          </a:r>
          <a:r>
            <a:rPr lang="en-GB" dirty="0" err="1">
              <a:latin typeface="Calibri Light" panose="020F0302020204030204"/>
            </a:rPr>
            <a:t>eg</a:t>
          </a:r>
          <a:r>
            <a:rPr lang="en-GB" dirty="0">
              <a:latin typeface="Calibri Light" panose="020F0302020204030204"/>
            </a:rPr>
            <a:t> . Stop the fluid / repeat the </a:t>
          </a:r>
          <a:r>
            <a:rPr lang="en-GB" dirty="0" err="1">
              <a:latin typeface="Calibri Light" panose="020F0302020204030204"/>
            </a:rPr>
            <a:t>obs</a:t>
          </a:r>
          <a:r>
            <a:rPr lang="en-GB" dirty="0">
              <a:latin typeface="Calibri Light" panose="020F0302020204030204"/>
            </a:rPr>
            <a:t>/ give a nebuliser  ) </a:t>
          </a:r>
        </a:p>
      </dgm:t>
    </dgm:pt>
    <dgm:pt modelId="{EFDF4CA4-2C83-498E-A663-5EF83813F0D8}" cxnId="{CFD09A2D-FB0F-46DE-B336-F7D2869D39FC}" type="parTrans">
      <dgm:prSet/>
      <dgm:spPr/>
      <dgm:t>
        <a:bodyPr/>
        <a:lstStyle/>
        <a:p>
          <a:endParaRPr lang="en-GB"/>
        </a:p>
      </dgm:t>
    </dgm:pt>
    <dgm:pt modelId="{95809D33-B269-45CD-A9EC-D53B53C6778B}" cxnId="{CFD09A2D-FB0F-46DE-B336-F7D2869D39FC}" type="sibTrans">
      <dgm:prSet/>
      <dgm:spPr/>
      <dgm:t>
        <a:bodyPr/>
        <a:lstStyle/>
        <a:p>
          <a:endParaRPr lang="en-GB"/>
        </a:p>
      </dgm:t>
    </dgm:pt>
    <dgm:pt modelId="{BAB1D82F-BC89-4736-B837-441B71DF88AF}" type="pres">
      <dgm:prSet presAssocID="{5821BB6C-788B-41AE-AF1D-EE9BEEFD32B6}" presName="Name0" presStyleCnt="0">
        <dgm:presLayoutVars>
          <dgm:dir/>
          <dgm:animLvl val="lvl"/>
          <dgm:resizeHandles/>
        </dgm:presLayoutVars>
      </dgm:prSet>
      <dgm:spPr/>
    </dgm:pt>
    <dgm:pt modelId="{759DCBEA-F43F-4514-9402-1DC63380773B}" type="pres">
      <dgm:prSet presAssocID="{ED9C8757-E4BF-49A8-8585-0B268B6774CE}" presName="linNode" presStyleCnt="0"/>
      <dgm:spPr/>
    </dgm:pt>
    <dgm:pt modelId="{2A34197E-CB6C-4243-BEFB-CC5356B75189}" type="pres">
      <dgm:prSet presAssocID="{ED9C8757-E4BF-49A8-8585-0B268B6774CE}" presName="parentShp" presStyleLbl="node1" presStyleIdx="0" presStyleCnt="4">
        <dgm:presLayoutVars>
          <dgm:bulletEnabled val="1"/>
        </dgm:presLayoutVars>
      </dgm:prSet>
      <dgm:spPr/>
    </dgm:pt>
    <dgm:pt modelId="{8F882249-57A2-49D6-BD29-9FDD660E704F}" type="pres">
      <dgm:prSet presAssocID="{ED9C8757-E4BF-49A8-8585-0B268B6774CE}" presName="childShp" presStyleLbl="bgAccFollowNode1" presStyleIdx="0" presStyleCnt="4">
        <dgm:presLayoutVars>
          <dgm:bulletEnabled val="1"/>
        </dgm:presLayoutVars>
      </dgm:prSet>
      <dgm:spPr/>
    </dgm:pt>
    <dgm:pt modelId="{1F3989ED-0E15-4A1A-BEFB-EC20FE59306C}" type="pres">
      <dgm:prSet presAssocID="{5E7789D9-8AD1-45DD-B6B8-61E96E51F5CD}" presName="spacing" presStyleCnt="0"/>
      <dgm:spPr/>
    </dgm:pt>
    <dgm:pt modelId="{63B90615-B3E6-465F-8A90-1F61EACD7C65}" type="pres">
      <dgm:prSet presAssocID="{562786CA-C5A1-451A-8382-D3BB76719AE5}" presName="linNode" presStyleCnt="0"/>
      <dgm:spPr/>
    </dgm:pt>
    <dgm:pt modelId="{CE4A80DD-B382-486B-A934-81B3092988BB}" type="pres">
      <dgm:prSet presAssocID="{562786CA-C5A1-451A-8382-D3BB76719AE5}" presName="parentShp" presStyleLbl="node1" presStyleIdx="1" presStyleCnt="4">
        <dgm:presLayoutVars>
          <dgm:bulletEnabled val="1"/>
        </dgm:presLayoutVars>
      </dgm:prSet>
      <dgm:spPr/>
    </dgm:pt>
    <dgm:pt modelId="{DC231FBD-BC32-4E87-A6EE-D28D180F5B34}" type="pres">
      <dgm:prSet presAssocID="{562786CA-C5A1-451A-8382-D3BB76719AE5}" presName="childShp" presStyleLbl="bgAccFollowNode1" presStyleIdx="1" presStyleCnt="4">
        <dgm:presLayoutVars>
          <dgm:bulletEnabled val="1"/>
        </dgm:presLayoutVars>
      </dgm:prSet>
      <dgm:spPr/>
    </dgm:pt>
    <dgm:pt modelId="{C6F2D121-4936-49F5-8C07-B61423210628}" type="pres">
      <dgm:prSet presAssocID="{2B4BDF7D-CDF2-4BCA-B2CC-47D9AB6EED73}" presName="spacing" presStyleCnt="0"/>
      <dgm:spPr/>
    </dgm:pt>
    <dgm:pt modelId="{F087A20D-8A39-404C-B403-A2FA314E7AE8}" type="pres">
      <dgm:prSet presAssocID="{36E10EE6-0EB9-49E6-86BE-7334C5871B7F}" presName="linNode" presStyleCnt="0"/>
      <dgm:spPr/>
    </dgm:pt>
    <dgm:pt modelId="{7515D9B8-C036-4AF8-875E-AC308B9A4F0F}" type="pres">
      <dgm:prSet presAssocID="{36E10EE6-0EB9-49E6-86BE-7334C5871B7F}" presName="parentShp" presStyleLbl="node1" presStyleIdx="2" presStyleCnt="4">
        <dgm:presLayoutVars>
          <dgm:bulletEnabled val="1"/>
        </dgm:presLayoutVars>
      </dgm:prSet>
      <dgm:spPr/>
    </dgm:pt>
    <dgm:pt modelId="{CF61796C-4B6B-46C7-9C48-584EDD47E9C1}" type="pres">
      <dgm:prSet presAssocID="{36E10EE6-0EB9-49E6-86BE-7334C5871B7F}" presName="childShp" presStyleLbl="bgAccFollowNode1" presStyleIdx="2" presStyleCnt="4">
        <dgm:presLayoutVars>
          <dgm:bulletEnabled val="1"/>
        </dgm:presLayoutVars>
      </dgm:prSet>
      <dgm:spPr/>
    </dgm:pt>
    <dgm:pt modelId="{269677C4-AC7F-4798-BD52-742845222D99}" type="pres">
      <dgm:prSet presAssocID="{31C60232-F31B-4B65-8767-180466F90A70}" presName="spacing" presStyleCnt="0"/>
      <dgm:spPr/>
    </dgm:pt>
    <dgm:pt modelId="{9360203B-F679-445F-8F96-A7BB8474358D}" type="pres">
      <dgm:prSet presAssocID="{C113BA65-25B5-443C-942E-A5E23B8EEB1C}" presName="linNode" presStyleCnt="0"/>
      <dgm:spPr/>
    </dgm:pt>
    <dgm:pt modelId="{9CF12E5C-BFE4-404D-A3CF-063C5C81581D}" type="pres">
      <dgm:prSet presAssocID="{C113BA65-25B5-443C-942E-A5E23B8EEB1C}" presName="parentShp" presStyleLbl="node1" presStyleIdx="3" presStyleCnt="4">
        <dgm:presLayoutVars>
          <dgm:bulletEnabled val="1"/>
        </dgm:presLayoutVars>
      </dgm:prSet>
      <dgm:spPr/>
    </dgm:pt>
    <dgm:pt modelId="{C9539859-EBB4-4D9C-A806-05253878B1BF}" type="pres">
      <dgm:prSet presAssocID="{C113BA65-25B5-443C-942E-A5E23B8EEB1C}" presName="childShp" presStyleLbl="bgAccFollowNode1" presStyleIdx="3" presStyleCnt="4">
        <dgm:presLayoutVars>
          <dgm:bulletEnabled val="1"/>
        </dgm:presLayoutVars>
      </dgm:prSet>
      <dgm:spPr/>
    </dgm:pt>
  </dgm:ptLst>
  <dgm:cxnLst>
    <dgm:cxn modelId="{2D970A03-84C4-48B2-8DB8-F548B1E59356}" type="presOf" srcId="{5DF85558-34B1-4B2A-AEF9-63E2E5B658A9}" destId="{CF61796C-4B6B-46C7-9C48-584EDD47E9C1}" srcOrd="0" destOrd="1" presId="urn:microsoft.com/office/officeart/2005/8/layout/vList6"/>
    <dgm:cxn modelId="{E888C706-4F27-4005-BBFA-C83153B04B38}" type="presOf" srcId="{E1BD2F0A-77D9-4D2B-8E29-139A47F3B305}" destId="{CF61796C-4B6B-46C7-9C48-584EDD47E9C1}" srcOrd="0" destOrd="2" presId="urn:microsoft.com/office/officeart/2005/8/layout/vList6"/>
    <dgm:cxn modelId="{A51D7A09-AAF8-435B-AB5B-8928685F6433}" srcId="{5821BB6C-788B-41AE-AF1D-EE9BEEFD32B6}" destId="{562786CA-C5A1-451A-8382-D3BB76719AE5}" srcOrd="1" destOrd="0" parTransId="{BEB5DABD-09E0-4361-BDC3-62C83D86BCDE}" sibTransId="{2B4BDF7D-CDF2-4BCA-B2CC-47D9AB6EED73}"/>
    <dgm:cxn modelId="{0D710C0C-FD25-4B58-BE19-332E3201B53A}" type="presOf" srcId="{93EA4F40-5B65-4F6B-BFE6-B24ED448A7AB}" destId="{DC231FBD-BC32-4E87-A6EE-D28D180F5B34}" srcOrd="0" destOrd="4" presId="urn:microsoft.com/office/officeart/2005/8/layout/vList6"/>
    <dgm:cxn modelId="{B611040F-8B13-43C8-B212-0613C7F78779}" srcId="{36E10EE6-0EB9-49E6-86BE-7334C5871B7F}" destId="{E1BD2F0A-77D9-4D2B-8E29-139A47F3B305}" srcOrd="2" destOrd="0" parTransId="{3F85BD5D-569C-4D1E-AAAD-488C72BFADFA}" sibTransId="{6FC44EB1-E6DB-4234-9AD2-BD60CCE53470}"/>
    <dgm:cxn modelId="{CBFAF11D-7601-4388-80E4-DCDA3AFCB833}" type="presOf" srcId="{9E018D2B-44F1-4374-AE33-42EBD9AF31B5}" destId="{DC231FBD-BC32-4E87-A6EE-D28D180F5B34}" srcOrd="0" destOrd="2" presId="urn:microsoft.com/office/officeart/2005/8/layout/vList6"/>
    <dgm:cxn modelId="{D0AE571E-0D91-4E8F-9E34-AD46FCEAD3DD}" srcId="{C113BA65-25B5-443C-942E-A5E23B8EEB1C}" destId="{B2C62916-BD85-4E98-B81F-11460CC2A6F7}" srcOrd="1" destOrd="0" parTransId="{5C3CC5D9-C870-4B7A-809F-11731639AC3A}" sibTransId="{698B76B1-BD4F-490E-9CE2-FDB9E26D3E5F}"/>
    <dgm:cxn modelId="{05EAB221-778F-46AD-8D3B-62F1DBA38AE5}" type="presOf" srcId="{36E10EE6-0EB9-49E6-86BE-7334C5871B7F}" destId="{7515D9B8-C036-4AF8-875E-AC308B9A4F0F}" srcOrd="0" destOrd="0" presId="urn:microsoft.com/office/officeart/2005/8/layout/vList6"/>
    <dgm:cxn modelId="{CFD09A2D-FB0F-46DE-B336-F7D2869D39FC}" srcId="{C113BA65-25B5-443C-942E-A5E23B8EEB1C}" destId="{FCEB5083-279A-4E75-8421-8D737FAB424B}" srcOrd="3" destOrd="0" parTransId="{EFDF4CA4-2C83-498E-A663-5EF83813F0D8}" sibTransId="{95809D33-B269-45CD-A9EC-D53B53C6778B}"/>
    <dgm:cxn modelId="{1F3F3530-2C30-4688-9C2D-748FF0B222B3}" srcId="{ED9C8757-E4BF-49A8-8585-0B268B6774CE}" destId="{2C0A3ABE-4140-401A-8171-479F8E92FBAD}" srcOrd="0" destOrd="0" parTransId="{79B90449-32C2-49AE-AF17-24A7270EFB06}" sibTransId="{07BDA13B-2232-43D1-AEDD-2C9E03B67BF3}"/>
    <dgm:cxn modelId="{20E56131-00E9-4AD2-87C0-720BF1EA3928}" type="presOf" srcId="{2C0A3ABE-4140-401A-8171-479F8E92FBAD}" destId="{8F882249-57A2-49D6-BD29-9FDD660E704F}" srcOrd="0" destOrd="0" presId="urn:microsoft.com/office/officeart/2005/8/layout/vList6"/>
    <dgm:cxn modelId="{69DB8537-D06B-421F-BB3C-D5697EFBA3B3}" type="presOf" srcId="{ED9C8757-E4BF-49A8-8585-0B268B6774CE}" destId="{2A34197E-CB6C-4243-BEFB-CC5356B75189}" srcOrd="0" destOrd="0" presId="urn:microsoft.com/office/officeart/2005/8/layout/vList6"/>
    <dgm:cxn modelId="{9D486438-1D7E-4212-B253-777BDC46CA5F}" type="presOf" srcId="{FCEB5083-279A-4E75-8421-8D737FAB424B}" destId="{C9539859-EBB4-4D9C-A806-05253878B1BF}" srcOrd="0" destOrd="3" presId="urn:microsoft.com/office/officeart/2005/8/layout/vList6"/>
    <dgm:cxn modelId="{AAD83A3F-2531-4E5A-B566-88A8ADEEC2E4}" srcId="{562786CA-C5A1-451A-8382-D3BB76719AE5}" destId="{9E018D2B-44F1-4374-AE33-42EBD9AF31B5}" srcOrd="2" destOrd="0" parTransId="{D2792D43-C5CF-4BF8-9982-6665E8311EA1}" sibTransId="{0779EE35-B8E9-4F6E-B4A2-BF36898DD7C2}"/>
    <dgm:cxn modelId="{A1EE195C-175A-42FC-B1E6-C17F103C670E}" srcId="{36E10EE6-0EB9-49E6-86BE-7334C5871B7F}" destId="{4B9394B6-746A-4D6F-804F-39A458F797F0}" srcOrd="0" destOrd="0" parTransId="{84E68BB9-DD2C-4C2F-8BF0-6E91AC107991}" sibTransId="{1F795E77-FEA1-48A9-BBC4-66C8A2B4AE6E}"/>
    <dgm:cxn modelId="{E7C5B068-9A35-4C0B-AD38-2B28517F0637}" type="presOf" srcId="{6866068D-3924-418E-9C51-67EAB91AB5AA}" destId="{CF61796C-4B6B-46C7-9C48-584EDD47E9C1}" srcOrd="0" destOrd="3" presId="urn:microsoft.com/office/officeart/2005/8/layout/vList6"/>
    <dgm:cxn modelId="{570DB869-B1AD-4633-A7C3-184567FC1429}" type="presOf" srcId="{98C18924-3E74-4E98-952F-861CAF89A937}" destId="{DC231FBD-BC32-4E87-A6EE-D28D180F5B34}" srcOrd="0" destOrd="1" presId="urn:microsoft.com/office/officeart/2005/8/layout/vList6"/>
    <dgm:cxn modelId="{545B044C-C805-4202-A9D5-CAEF74036E57}" srcId="{C113BA65-25B5-443C-942E-A5E23B8EEB1C}" destId="{D69C5074-36B5-4D59-AF19-19AAB93BFE89}" srcOrd="2" destOrd="0" parTransId="{FC3CA761-29D1-4D69-8E89-53769CAB2B5F}" sibTransId="{95712471-D060-487D-8A9E-2CBA84CEB302}"/>
    <dgm:cxn modelId="{38E38353-2013-439D-9B7A-73A860620632}" type="presOf" srcId="{C113BA65-25B5-443C-942E-A5E23B8EEB1C}" destId="{9CF12E5C-BFE4-404D-A3CF-063C5C81581D}" srcOrd="0" destOrd="0" presId="urn:microsoft.com/office/officeart/2005/8/layout/vList6"/>
    <dgm:cxn modelId="{21888355-37B5-47FD-BC6D-BC9DF524878A}" srcId="{36E10EE6-0EB9-49E6-86BE-7334C5871B7F}" destId="{5DF85558-34B1-4B2A-AEF9-63E2E5B658A9}" srcOrd="1" destOrd="0" parTransId="{91622F24-9E8E-43E5-A14A-039052E56A88}" sibTransId="{B8AD1371-6094-442A-94A2-1F5D71226D98}"/>
    <dgm:cxn modelId="{81E8A876-2EFE-46B6-B3B1-AD4F5D87308E}" type="presOf" srcId="{5821BB6C-788B-41AE-AF1D-EE9BEEFD32B6}" destId="{BAB1D82F-BC89-4736-B837-441B71DF88AF}" srcOrd="0" destOrd="0" presId="urn:microsoft.com/office/officeart/2005/8/layout/vList6"/>
    <dgm:cxn modelId="{FDC66F77-1132-42DE-80CE-74D568C825D2}" type="presOf" srcId="{4B9394B6-746A-4D6F-804F-39A458F797F0}" destId="{CF61796C-4B6B-46C7-9C48-584EDD47E9C1}" srcOrd="0" destOrd="0" presId="urn:microsoft.com/office/officeart/2005/8/layout/vList6"/>
    <dgm:cxn modelId="{E60C7278-373A-4EE0-A796-C2BFC6A546F7}" type="presOf" srcId="{4763E532-7867-4D7D-8EC0-BADA61A0E806}" destId="{CF61796C-4B6B-46C7-9C48-584EDD47E9C1}" srcOrd="0" destOrd="4" presId="urn:microsoft.com/office/officeart/2005/8/layout/vList6"/>
    <dgm:cxn modelId="{50BF458C-79AA-4C2D-8B7D-88BA653AF88E}" srcId="{5821BB6C-788B-41AE-AF1D-EE9BEEFD32B6}" destId="{ED9C8757-E4BF-49A8-8585-0B268B6774CE}" srcOrd="0" destOrd="0" parTransId="{8EE80D9F-0EAC-4EE8-9EB8-BC1F3529450E}" sibTransId="{5E7789D9-8AD1-45DD-B6B8-61E96E51F5CD}"/>
    <dgm:cxn modelId="{0CBA2891-F015-470B-AE4C-7867A333FFCE}" type="presOf" srcId="{8EB197AE-7BE3-4B62-8AF6-D12B7327E579}" destId="{8F882249-57A2-49D6-BD29-9FDD660E704F}" srcOrd="0" destOrd="2" presId="urn:microsoft.com/office/officeart/2005/8/layout/vList6"/>
    <dgm:cxn modelId="{F09B1999-5006-4B9E-B8C9-E369A5EACBCB}" type="presOf" srcId="{1D23B954-A0FC-4921-B172-8B6E2D231F51}" destId="{CF61796C-4B6B-46C7-9C48-584EDD47E9C1}" srcOrd="0" destOrd="5" presId="urn:microsoft.com/office/officeart/2005/8/layout/vList6"/>
    <dgm:cxn modelId="{2E834D9A-26AE-4B87-8A00-AA3694B8DF0E}" srcId="{ED9C8757-E4BF-49A8-8585-0B268B6774CE}" destId="{8EB197AE-7BE3-4B62-8AF6-D12B7327E579}" srcOrd="2" destOrd="0" parTransId="{CD349CF5-495E-4BCE-B183-DF78483F6ED8}" sibTransId="{716BAF22-CECE-4CF7-949C-8FA5D88151F2}"/>
    <dgm:cxn modelId="{8F4D509B-1D75-4225-AE39-4450D207290E}" srcId="{5821BB6C-788B-41AE-AF1D-EE9BEEFD32B6}" destId="{C113BA65-25B5-443C-942E-A5E23B8EEB1C}" srcOrd="3" destOrd="0" parTransId="{CA059DA3-CCA4-4399-9D15-31FFF8ADC82B}" sibTransId="{76BF889A-4C3A-4960-BA2B-0DC1E2D9F1DF}"/>
    <dgm:cxn modelId="{053EF49F-3C5F-4072-8D5B-3E63AFBFF895}" srcId="{36E10EE6-0EB9-49E6-86BE-7334C5871B7F}" destId="{6866068D-3924-418E-9C51-67EAB91AB5AA}" srcOrd="3" destOrd="0" parTransId="{B9FA81DE-F339-4CD5-BEC6-0E9F97ECCA17}" sibTransId="{24E9F232-7B95-48DC-BB72-6FF2E020B575}"/>
    <dgm:cxn modelId="{0F481DA1-7F72-407E-92B4-48689172E616}" type="presOf" srcId="{8F233B3B-3A83-4299-8C49-7812356EDFE2}" destId="{DC231FBD-BC32-4E87-A6EE-D28D180F5B34}" srcOrd="0" destOrd="3" presId="urn:microsoft.com/office/officeart/2005/8/layout/vList6"/>
    <dgm:cxn modelId="{6DF9B8A6-EF63-4F49-8160-1B68D5220CAF}" type="presOf" srcId="{D69C5074-36B5-4D59-AF19-19AAB93BFE89}" destId="{C9539859-EBB4-4D9C-A806-05253878B1BF}" srcOrd="0" destOrd="2" presId="urn:microsoft.com/office/officeart/2005/8/layout/vList6"/>
    <dgm:cxn modelId="{16FC94A7-F10F-4D4E-AAFB-189EA42FFE50}" srcId="{C113BA65-25B5-443C-942E-A5E23B8EEB1C}" destId="{3B09DE39-D28A-41D4-A532-4D48878E5337}" srcOrd="0" destOrd="0" parTransId="{90030686-FAE9-403F-B369-0E208822BAC6}" sibTransId="{B5173166-9EBF-40B3-8509-94EDC4FEE03D}"/>
    <dgm:cxn modelId="{40DD85AA-16FF-4BBC-9DD2-AAAD70E9FCEA}" srcId="{562786CA-C5A1-451A-8382-D3BB76719AE5}" destId="{886E11D1-81CF-4B41-9657-C457C00663D3}" srcOrd="0" destOrd="0" parTransId="{C5C41997-3CCF-4012-B09F-E85D82F646C7}" sibTransId="{66E9370F-9E32-49D4-B592-18230749F610}"/>
    <dgm:cxn modelId="{423317B2-B608-43DE-ADDD-EC27B62BFC86}" srcId="{562786CA-C5A1-451A-8382-D3BB76719AE5}" destId="{98C18924-3E74-4E98-952F-861CAF89A937}" srcOrd="1" destOrd="0" parTransId="{E7304886-5E4C-45C4-8E22-5A091819452F}" sibTransId="{CBAEC671-5E3C-4785-877E-D587692627B5}"/>
    <dgm:cxn modelId="{E01427B6-EBF0-4B51-9A1F-E8B702F1BA9E}" srcId="{ED9C8757-E4BF-49A8-8585-0B268B6774CE}" destId="{F441AF59-57EF-4464-81BA-2FA285A857F8}" srcOrd="1" destOrd="0" parTransId="{8BC2C9CD-A814-45E5-84CC-70523888D277}" sibTransId="{437AF007-889E-47AD-B70E-3F5D0EA1A4EE}"/>
    <dgm:cxn modelId="{892719BD-6471-40CF-A93A-1B3694A8BE8A}" type="presOf" srcId="{562786CA-C5A1-451A-8382-D3BB76719AE5}" destId="{CE4A80DD-B382-486B-A934-81B3092988BB}" srcOrd="0" destOrd="0" presId="urn:microsoft.com/office/officeart/2005/8/layout/vList6"/>
    <dgm:cxn modelId="{9DED2AC4-AE5F-468C-9785-EAC774170108}" srcId="{562786CA-C5A1-451A-8382-D3BB76719AE5}" destId="{93EA4F40-5B65-4F6B-BFE6-B24ED448A7AB}" srcOrd="4" destOrd="0" parTransId="{6ACEA8A0-40B2-4171-9957-C5397D1C83E8}" sibTransId="{6057DD53-E623-4939-B4C9-63480588C213}"/>
    <dgm:cxn modelId="{90165BCE-4509-4346-B5AB-27593B94D094}" type="presOf" srcId="{B2C62916-BD85-4E98-B81F-11460CC2A6F7}" destId="{C9539859-EBB4-4D9C-A806-05253878B1BF}" srcOrd="0" destOrd="1" presId="urn:microsoft.com/office/officeart/2005/8/layout/vList6"/>
    <dgm:cxn modelId="{FEDFB4D4-F88D-4A8B-BFD6-D11140FFE14E}" type="presOf" srcId="{F441AF59-57EF-4464-81BA-2FA285A857F8}" destId="{8F882249-57A2-49D6-BD29-9FDD660E704F}" srcOrd="0" destOrd="1" presId="urn:microsoft.com/office/officeart/2005/8/layout/vList6"/>
    <dgm:cxn modelId="{AE649DD5-1E69-4FC0-AA01-1C671F8F3302}" type="presOf" srcId="{886E11D1-81CF-4B41-9657-C457C00663D3}" destId="{DC231FBD-BC32-4E87-A6EE-D28D180F5B34}" srcOrd="0" destOrd="0" presId="urn:microsoft.com/office/officeart/2005/8/layout/vList6"/>
    <dgm:cxn modelId="{957EE9DC-885B-4727-82E0-64CE861C752A}" srcId="{5821BB6C-788B-41AE-AF1D-EE9BEEFD32B6}" destId="{36E10EE6-0EB9-49E6-86BE-7334C5871B7F}" srcOrd="2" destOrd="0" parTransId="{7A859960-8A68-45C5-BC17-F2027349C9B4}" sibTransId="{31C60232-F31B-4B65-8767-180466F90A70}"/>
    <dgm:cxn modelId="{083AB7DE-7D94-4BFA-852C-D0B0545E3EAE}" srcId="{36E10EE6-0EB9-49E6-86BE-7334C5871B7F}" destId="{1D23B954-A0FC-4921-B172-8B6E2D231F51}" srcOrd="5" destOrd="0" parTransId="{7B64C458-E088-4625-A3CF-1DA3D2220D9D}" sibTransId="{025A8098-D642-4445-A09D-8EE558E318DE}"/>
    <dgm:cxn modelId="{91B0F1ED-EFCF-4221-BBC2-EBEEF87A286C}" srcId="{36E10EE6-0EB9-49E6-86BE-7334C5871B7F}" destId="{4763E532-7867-4D7D-8EC0-BADA61A0E806}" srcOrd="4" destOrd="0" parTransId="{30C16172-8F52-4F9F-B95C-AEA26FF5116A}" sibTransId="{753F4958-155A-4C4F-A238-51F735CFA806}"/>
    <dgm:cxn modelId="{107136EF-0320-4C82-A49D-947CF10C22BE}" type="presOf" srcId="{3B09DE39-D28A-41D4-A532-4D48878E5337}" destId="{C9539859-EBB4-4D9C-A806-05253878B1BF}" srcOrd="0" destOrd="0" presId="urn:microsoft.com/office/officeart/2005/8/layout/vList6"/>
    <dgm:cxn modelId="{CEC09DFB-D7EB-4FAE-BEB8-9C273FA8FB98}" srcId="{562786CA-C5A1-451A-8382-D3BB76719AE5}" destId="{8F233B3B-3A83-4299-8C49-7812356EDFE2}" srcOrd="3" destOrd="0" parTransId="{7FE75916-1276-4BC8-8784-B6D0E1F8CB95}" sibTransId="{A48F5C6C-BD66-4C99-B992-7764F0A9EDDB}"/>
    <dgm:cxn modelId="{6C68323F-8803-4CD9-9028-6F199A7CEA91}" type="presParOf" srcId="{BAB1D82F-BC89-4736-B837-441B71DF88AF}" destId="{759DCBEA-F43F-4514-9402-1DC63380773B}" srcOrd="0" destOrd="0" presId="urn:microsoft.com/office/officeart/2005/8/layout/vList6"/>
    <dgm:cxn modelId="{AE005D8A-CE30-4FDE-B16D-5B384F395623}" type="presParOf" srcId="{759DCBEA-F43F-4514-9402-1DC63380773B}" destId="{2A34197E-CB6C-4243-BEFB-CC5356B75189}" srcOrd="0" destOrd="0" presId="urn:microsoft.com/office/officeart/2005/8/layout/vList6"/>
    <dgm:cxn modelId="{0EAAB05E-EA2B-4261-AD54-FDD1FAFBA815}" type="presParOf" srcId="{759DCBEA-F43F-4514-9402-1DC63380773B}" destId="{8F882249-57A2-49D6-BD29-9FDD660E704F}" srcOrd="1" destOrd="0" presId="urn:microsoft.com/office/officeart/2005/8/layout/vList6"/>
    <dgm:cxn modelId="{86F4379E-B254-43B0-A134-DE4C827485C1}" type="presParOf" srcId="{BAB1D82F-BC89-4736-B837-441B71DF88AF}" destId="{1F3989ED-0E15-4A1A-BEFB-EC20FE59306C}" srcOrd="1" destOrd="0" presId="urn:microsoft.com/office/officeart/2005/8/layout/vList6"/>
    <dgm:cxn modelId="{ABE987A4-0E9D-4334-8B9C-7427836894CF}" type="presParOf" srcId="{BAB1D82F-BC89-4736-B837-441B71DF88AF}" destId="{63B90615-B3E6-465F-8A90-1F61EACD7C65}" srcOrd="2" destOrd="0" presId="urn:microsoft.com/office/officeart/2005/8/layout/vList6"/>
    <dgm:cxn modelId="{D3A02317-2AA8-4709-A530-A24A92B2D158}" type="presParOf" srcId="{63B90615-B3E6-465F-8A90-1F61EACD7C65}" destId="{CE4A80DD-B382-486B-A934-81B3092988BB}" srcOrd="0" destOrd="0" presId="urn:microsoft.com/office/officeart/2005/8/layout/vList6"/>
    <dgm:cxn modelId="{89084D99-8815-47F5-8973-E9E94952569D}" type="presParOf" srcId="{63B90615-B3E6-465F-8A90-1F61EACD7C65}" destId="{DC231FBD-BC32-4E87-A6EE-D28D180F5B34}" srcOrd="1" destOrd="0" presId="urn:microsoft.com/office/officeart/2005/8/layout/vList6"/>
    <dgm:cxn modelId="{B81B60B9-BA67-4676-889E-E5DAAF583E52}" type="presParOf" srcId="{BAB1D82F-BC89-4736-B837-441B71DF88AF}" destId="{C6F2D121-4936-49F5-8C07-B61423210628}" srcOrd="3" destOrd="0" presId="urn:microsoft.com/office/officeart/2005/8/layout/vList6"/>
    <dgm:cxn modelId="{4807EA2D-DE9A-418E-86D0-F9B84288432B}" type="presParOf" srcId="{BAB1D82F-BC89-4736-B837-441B71DF88AF}" destId="{F087A20D-8A39-404C-B403-A2FA314E7AE8}" srcOrd="4" destOrd="0" presId="urn:microsoft.com/office/officeart/2005/8/layout/vList6"/>
    <dgm:cxn modelId="{4146694C-C5C0-4035-95A7-D3EA051960D1}" type="presParOf" srcId="{F087A20D-8A39-404C-B403-A2FA314E7AE8}" destId="{7515D9B8-C036-4AF8-875E-AC308B9A4F0F}" srcOrd="0" destOrd="0" presId="urn:microsoft.com/office/officeart/2005/8/layout/vList6"/>
    <dgm:cxn modelId="{73D51FF8-6A57-40B5-BE7F-4BBF8C9163B4}" type="presParOf" srcId="{F087A20D-8A39-404C-B403-A2FA314E7AE8}" destId="{CF61796C-4B6B-46C7-9C48-584EDD47E9C1}" srcOrd="1" destOrd="0" presId="urn:microsoft.com/office/officeart/2005/8/layout/vList6"/>
    <dgm:cxn modelId="{D3D5DCBF-AAD0-4D96-B148-42D26078F227}" type="presParOf" srcId="{BAB1D82F-BC89-4736-B837-441B71DF88AF}" destId="{269677C4-AC7F-4798-BD52-742845222D99}" srcOrd="5" destOrd="0" presId="urn:microsoft.com/office/officeart/2005/8/layout/vList6"/>
    <dgm:cxn modelId="{4AC01A88-88DF-4157-9403-5EAF23AD7734}" type="presParOf" srcId="{BAB1D82F-BC89-4736-B837-441B71DF88AF}" destId="{9360203B-F679-445F-8F96-A7BB8474358D}" srcOrd="6" destOrd="0" presId="urn:microsoft.com/office/officeart/2005/8/layout/vList6"/>
    <dgm:cxn modelId="{092B16FB-B4DA-4499-8C1C-2F735B406EE0}" type="presParOf" srcId="{9360203B-F679-445F-8F96-A7BB8474358D}" destId="{9CF12E5C-BFE4-404D-A3CF-063C5C81581D}" srcOrd="0" destOrd="0" presId="urn:microsoft.com/office/officeart/2005/8/layout/vList6"/>
    <dgm:cxn modelId="{4FF6B2B5-2DAD-4623-B0EF-75F19D6DC3AA}" type="presParOf" srcId="{9360203B-F679-445F-8F96-A7BB8474358D}" destId="{C9539859-EBB4-4D9C-A806-05253878B1BF}" srcOrd="1" destOrd="0" presId="urn:microsoft.com/office/officeart/2005/8/layout/vList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351338"/>
        <a:chOff x="0" y="0"/>
        <a:chExt cx="10515600" cy="4351338"/>
      </a:xfrm>
    </dsp:grpSpPr>
    <dsp:sp modelId="{69E24407-38E8-4C86-BDE8-CE2863DCE906}">
      <dsp:nvSpPr>
        <dsp:cNvPr id="5" name="Rectangles 4"/>
        <dsp:cNvSpPr/>
      </dsp:nvSpPr>
      <dsp:spPr bwMode="white">
        <a:xfrm>
          <a:off x="0" y="378909"/>
          <a:ext cx="10515600" cy="1343660"/>
        </a:xfrm>
        <a:prstGeom prst="rect">
          <a:avLst/>
        </a:prstGeom>
      </dsp:spPr>
      <dsp:style>
        <a:lnRef idx="1">
          <a:schemeClr val="dk2"/>
        </a:lnRef>
        <a:fillRef idx="1">
          <a:schemeClr val="lt2">
            <a:alpha val="90000"/>
          </a:schemeClr>
        </a:fillRef>
        <a:effectRef idx="2">
          <a:scrgbClr r="0" g="0" b="0"/>
        </a:effectRef>
        <a:fontRef idx="minor"/>
      </dsp:style>
      <dsp:txBody>
        <a:bodyPr lIns="816127" tIns="458216" rIns="816127" bIns="15646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nSpc>
              <a:spcPct val="100000"/>
            </a:lnSpc>
            <a:spcBef>
              <a:spcPct val="0"/>
            </a:spcBef>
            <a:spcAft>
              <a:spcPct val="15000"/>
            </a:spcAft>
            <a:buChar char="•"/>
          </a:pPr>
          <a:r>
            <a:rPr lang="en-GB">
              <a:solidFill>
                <a:schemeClr val="dk1"/>
              </a:solidFill>
            </a:rPr>
            <a:t>Acronym : Situation, Background, Assessment, Recommendation </a:t>
          </a:r>
          <a:endParaRPr lang="en-US">
            <a:solidFill>
              <a:schemeClr val="dk1"/>
            </a:solidFill>
          </a:endParaRPr>
        </a:p>
        <a:p>
          <a:pPr lvl="1">
            <a:lnSpc>
              <a:spcPct val="100000"/>
            </a:lnSpc>
            <a:spcBef>
              <a:spcPct val="0"/>
            </a:spcBef>
            <a:spcAft>
              <a:spcPct val="15000"/>
            </a:spcAft>
            <a:buChar char="•"/>
          </a:pPr>
          <a:r>
            <a:rPr lang="en-GB">
              <a:solidFill>
                <a:schemeClr val="dk1"/>
              </a:solidFill>
            </a:rPr>
            <a:t>Structured communication technique for healthcare professionals</a:t>
          </a:r>
          <a:endParaRPr lang="en-US">
            <a:solidFill>
              <a:schemeClr val="dk1"/>
            </a:solidFill>
          </a:endParaRPr>
        </a:p>
      </dsp:txBody>
      <dsp:txXfrm>
        <a:off x="0" y="378909"/>
        <a:ext cx="10515600" cy="1343660"/>
      </dsp:txXfrm>
    </dsp:sp>
    <dsp:sp modelId="{C1797FC0-D994-42B1-A200-93497A8619FC}">
      <dsp:nvSpPr>
        <dsp:cNvPr id="4" name="Rounded Rectangle 3"/>
        <dsp:cNvSpPr/>
      </dsp:nvSpPr>
      <dsp:spPr bwMode="white">
        <a:xfrm>
          <a:off x="525780" y="0"/>
          <a:ext cx="7360920" cy="649440"/>
        </a:xfrm>
        <a:prstGeom prst="roundRect">
          <a:avLst/>
        </a:prstGeom>
      </dsp:spPr>
      <dsp:style>
        <a:lnRef idx="0">
          <a:schemeClr val="lt2"/>
        </a:lnRef>
        <a:fillRef idx="3">
          <a:schemeClr val="dk2"/>
        </a:fillRef>
        <a:effectRef idx="3">
          <a:scrgbClr r="0" g="0" b="0"/>
        </a:effectRef>
        <a:fontRef idx="minor">
          <a:schemeClr val="lt1"/>
        </a:fontRef>
      </dsp:style>
      <dsp:txBody>
        <a:bodyPr lIns="278225" tIns="0" rIns="278225"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GB"/>
            <a:t>What is SBAR ? </a:t>
          </a:r>
          <a:endParaRPr lang="en-US"/>
        </a:p>
      </dsp:txBody>
      <dsp:txXfrm>
        <a:off x="525780" y="0"/>
        <a:ext cx="7360920" cy="649440"/>
      </dsp:txXfrm>
    </dsp:sp>
    <dsp:sp modelId="{E4EC73D6-9A5E-4716-9179-497416372E5C}">
      <dsp:nvSpPr>
        <dsp:cNvPr id="8" name="Rectangles 7"/>
        <dsp:cNvSpPr/>
      </dsp:nvSpPr>
      <dsp:spPr bwMode="white">
        <a:xfrm>
          <a:off x="0" y="2166089"/>
          <a:ext cx="10515600" cy="2131060"/>
        </a:xfrm>
        <a:prstGeom prst="rect">
          <a:avLst/>
        </a:prstGeom>
      </dsp:spPr>
      <dsp:style>
        <a:lnRef idx="1">
          <a:schemeClr val="dk2"/>
        </a:lnRef>
        <a:fillRef idx="1">
          <a:schemeClr val="lt2">
            <a:alpha val="90000"/>
          </a:schemeClr>
        </a:fillRef>
        <a:effectRef idx="2">
          <a:scrgbClr r="0" g="0" b="0"/>
        </a:effectRef>
        <a:fontRef idx="minor"/>
      </dsp:style>
      <dsp:txBody>
        <a:bodyPr lIns="816127" tIns="458216" rIns="816127" bIns="156464" anchor="t"/>
        <a:lstStyle>
          <a:lvl1pPr algn="l">
            <a:defRPr sz="2200"/>
          </a:lvl1pPr>
          <a:lvl2pPr marL="228600" indent="-228600" algn="l">
            <a:defRPr sz="2200"/>
          </a:lvl2pPr>
          <a:lvl3pPr marL="457200" indent="-228600" algn="l">
            <a:defRPr sz="2200"/>
          </a:lvl3pPr>
          <a:lvl4pPr marL="685800" indent="-228600" algn="l">
            <a:defRPr sz="2200"/>
          </a:lvl4pPr>
          <a:lvl5pPr marL="914400" indent="-228600" algn="l">
            <a:defRPr sz="2200"/>
          </a:lvl5pPr>
          <a:lvl6pPr marL="1143000" indent="-228600" algn="l">
            <a:defRPr sz="2200"/>
          </a:lvl6pPr>
          <a:lvl7pPr marL="1371600" indent="-228600" algn="l">
            <a:defRPr sz="2200"/>
          </a:lvl7pPr>
          <a:lvl8pPr marL="1600200" indent="-228600" algn="l">
            <a:defRPr sz="2200"/>
          </a:lvl8pPr>
          <a:lvl9pPr marL="1828800" indent="-228600" algn="l">
            <a:defRPr sz="2200"/>
          </a:lvl9pPr>
        </a:lstStyle>
        <a:p>
          <a:pPr lvl="1">
            <a:lnSpc>
              <a:spcPct val="100000"/>
            </a:lnSpc>
            <a:spcBef>
              <a:spcPct val="0"/>
            </a:spcBef>
            <a:spcAft>
              <a:spcPct val="15000"/>
            </a:spcAft>
            <a:buChar char="•"/>
          </a:pPr>
          <a:r>
            <a:rPr lang="en-GB">
              <a:solidFill>
                <a:schemeClr val="dk1"/>
              </a:solidFill>
            </a:rPr>
            <a:t>Improves clarity and completeness of communication </a:t>
          </a:r>
          <a:endParaRPr lang="en-US">
            <a:solidFill>
              <a:schemeClr val="dk1"/>
            </a:solidFill>
          </a:endParaRPr>
        </a:p>
        <a:p>
          <a:pPr lvl="1">
            <a:lnSpc>
              <a:spcPct val="100000"/>
            </a:lnSpc>
            <a:spcBef>
              <a:spcPct val="0"/>
            </a:spcBef>
            <a:spcAft>
              <a:spcPct val="15000"/>
            </a:spcAft>
            <a:buChar char="•"/>
          </a:pPr>
          <a:r>
            <a:rPr lang="en-GB">
              <a:solidFill>
                <a:schemeClr val="dk1"/>
              </a:solidFill>
            </a:rPr>
            <a:t>Reduced errors in information transfer </a:t>
          </a:r>
          <a:endParaRPr lang="en-US">
            <a:solidFill>
              <a:schemeClr val="dk1"/>
            </a:solidFill>
          </a:endParaRPr>
        </a:p>
        <a:p>
          <a:pPr lvl="1">
            <a:lnSpc>
              <a:spcPct val="100000"/>
            </a:lnSpc>
            <a:spcBef>
              <a:spcPct val="0"/>
            </a:spcBef>
            <a:spcAft>
              <a:spcPct val="15000"/>
            </a:spcAft>
            <a:buChar char="•"/>
          </a:pPr>
          <a:r>
            <a:rPr lang="en-GB">
              <a:solidFill>
                <a:schemeClr val="dk1"/>
              </a:solidFill>
            </a:rPr>
            <a:t>Enhances pt safety and care quality </a:t>
          </a:r>
          <a:endParaRPr lang="en-US">
            <a:solidFill>
              <a:schemeClr val="dk1"/>
            </a:solidFill>
          </a:endParaRPr>
        </a:p>
        <a:p>
          <a:pPr lvl="1">
            <a:lnSpc>
              <a:spcPct val="100000"/>
            </a:lnSpc>
            <a:spcBef>
              <a:spcPct val="0"/>
            </a:spcBef>
            <a:spcAft>
              <a:spcPct val="15000"/>
            </a:spcAft>
            <a:buChar char="•"/>
          </a:pPr>
          <a:r>
            <a:rPr lang="en-GB">
              <a:solidFill>
                <a:schemeClr val="dk1"/>
              </a:solidFill>
            </a:rPr>
            <a:t>Facilitates effective interdisciplinary communication  </a:t>
          </a:r>
          <a:endParaRPr lang="en-US">
            <a:solidFill>
              <a:schemeClr val="dk1"/>
            </a:solidFill>
          </a:endParaRPr>
        </a:p>
      </dsp:txBody>
      <dsp:txXfrm>
        <a:off x="0" y="2166089"/>
        <a:ext cx="10515600" cy="2131060"/>
      </dsp:txXfrm>
    </dsp:sp>
    <dsp:sp modelId="{750CB6E9-2BB6-4268-A2E7-B380942C85D5}">
      <dsp:nvSpPr>
        <dsp:cNvPr id="7" name="Rounded Rectangle 6"/>
        <dsp:cNvSpPr/>
      </dsp:nvSpPr>
      <dsp:spPr bwMode="white">
        <a:xfrm>
          <a:off x="525780" y="1841369"/>
          <a:ext cx="7360920" cy="649440"/>
        </a:xfrm>
        <a:prstGeom prst="roundRect">
          <a:avLst/>
        </a:prstGeom>
      </dsp:spPr>
      <dsp:style>
        <a:lnRef idx="0">
          <a:schemeClr val="lt2"/>
        </a:lnRef>
        <a:fillRef idx="3">
          <a:schemeClr val="dk2"/>
        </a:fillRef>
        <a:effectRef idx="3">
          <a:scrgbClr r="0" g="0" b="0"/>
        </a:effectRef>
        <a:fontRef idx="minor">
          <a:schemeClr val="lt1"/>
        </a:fontRef>
      </dsp:style>
      <dsp:txBody>
        <a:bodyPr lIns="278225" tIns="0" rIns="278225" bIns="0" anchor="ctr"/>
        <a:lstStyle>
          <a:lvl1pPr algn="l">
            <a:defRPr sz="22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en-GB" dirty="0"/>
            <a:t>Why use SBAR? </a:t>
          </a:r>
          <a:endParaRPr lang="en-US" dirty="0"/>
        </a:p>
      </dsp:txBody>
      <dsp:txXfrm>
        <a:off x="525780" y="1841369"/>
        <a:ext cx="7360920" cy="649440"/>
      </dsp:txXfrm>
    </dsp:sp>
    <dsp:sp modelId="{45CA806C-A360-4182-AD80-812C93490B60}">
      <dsp:nvSpPr>
        <dsp:cNvPr id="3" name="Rectangles 2" hidden="1"/>
        <dsp:cNvSpPr/>
      </dsp:nvSpPr>
      <dsp:spPr>
        <a:xfrm>
          <a:off x="0" y="54189"/>
          <a:ext cx="525780" cy="649440"/>
        </a:xfrm>
        <a:prstGeom prst="rect">
          <a:avLst/>
        </a:prstGeom>
      </dsp:spPr>
      <dsp:txXfrm>
        <a:off x="0" y="54189"/>
        <a:ext cx="525780" cy="649440"/>
      </dsp:txXfrm>
    </dsp:sp>
    <dsp:sp modelId="{EC65B145-F012-45C9-B8A6-BB3115452814}">
      <dsp:nvSpPr>
        <dsp:cNvPr id="6" name="Rectangles 5" hidden="1"/>
        <dsp:cNvSpPr/>
      </dsp:nvSpPr>
      <dsp:spPr>
        <a:xfrm>
          <a:off x="0" y="1841369"/>
          <a:ext cx="525780" cy="649440"/>
        </a:xfrm>
        <a:prstGeom prst="rect">
          <a:avLst/>
        </a:prstGeom>
      </dsp:spPr>
      <dsp:txXfrm>
        <a:off x="0" y="1841369"/>
        <a:ext cx="525780" cy="64944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181600" cy="4351338"/>
        <a:chOff x="0" y="0"/>
        <a:chExt cx="5181600" cy="4351338"/>
      </a:xfrm>
    </dsp:grpSpPr>
    <dsp:sp modelId="{8F882249-57A2-49D6-BD29-9FDD660E704F}">
      <dsp:nvSpPr>
        <dsp:cNvPr id="4" name="Right Arrow 3"/>
        <dsp:cNvSpPr/>
      </dsp:nvSpPr>
      <dsp:spPr bwMode="white">
        <a:xfrm>
          <a:off x="2072640" y="0"/>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am ( name and profession) on ward ( name)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about ( patient x)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because I am concerned that.... ( Spo2 dropping, Bp dropping ) </a:t>
          </a:r>
          <a:endParaRPr lang="en-GB" dirty="0">
            <a:solidFill>
              <a:schemeClr val="dk1"/>
            </a:solidFill>
          </a:endParaRPr>
        </a:p>
      </dsp:txBody>
      <dsp:txXfrm>
        <a:off x="2072640" y="0"/>
        <a:ext cx="3108960" cy="1011939"/>
      </dsp:txXfrm>
    </dsp:sp>
    <dsp:sp modelId="{2A34197E-CB6C-4243-BEFB-CC5356B75189}">
      <dsp:nvSpPr>
        <dsp:cNvPr id="3" name="Rounded Rectangle 2"/>
        <dsp:cNvSpPr/>
      </dsp:nvSpPr>
      <dsp:spPr bwMode="white">
        <a:xfrm>
          <a:off x="0" y="0"/>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Situation </a:t>
          </a:r>
          <a:endParaRPr lang="en-GB" dirty="0"/>
        </a:p>
      </dsp:txBody>
      <dsp:txXfrm>
        <a:off x="0" y="0"/>
        <a:ext cx="2072640" cy="1011939"/>
      </dsp:txXfrm>
    </dsp:sp>
    <dsp:sp modelId="{DC231FBD-BC32-4E87-A6EE-D28D180F5B34}">
      <dsp:nvSpPr>
        <dsp:cNvPr id="6" name="Right Arrow 5"/>
        <dsp:cNvSpPr/>
      </dsp:nvSpPr>
      <dsp:spPr bwMode="white">
        <a:xfrm>
          <a:off x="2072640" y="1113133"/>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Patient ( X was admitted on ( date ) with ( PC)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They have had ( operation, procedure , intervention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x's) condition has changed in last ( x min)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Their last set of </a:t>
          </a:r>
          <a:r>
            <a:rPr lang="en-GB" dirty="0" err="1">
              <a:solidFill>
                <a:schemeClr val="dk1"/>
              </a:solidFill>
              <a:latin typeface="Calibri Light" panose="020F0302020204030204"/>
            </a:rPr>
            <a:t>obs</a:t>
          </a:r>
          <a:r>
            <a:rPr lang="en-GB" dirty="0">
              <a:solidFill>
                <a:schemeClr val="dk1"/>
              </a:solidFill>
              <a:latin typeface="Calibri Light" panose="020F0302020204030204"/>
            </a:rPr>
            <a:t> were ( 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 normal condition is .. ( alert/ confused ..) </a:t>
          </a:r>
          <a:endParaRPr lang="en-GB" dirty="0">
            <a:solidFill>
              <a:schemeClr val="dk1"/>
            </a:solidFill>
          </a:endParaRPr>
        </a:p>
      </dsp:txBody>
      <dsp:txXfrm>
        <a:off x="2072640" y="1113133"/>
        <a:ext cx="3108960" cy="1011939"/>
      </dsp:txXfrm>
    </dsp:sp>
    <dsp:sp modelId="{CE4A80DD-B382-486B-A934-81B3092988BB}">
      <dsp:nvSpPr>
        <dsp:cNvPr id="5" name="Rounded Rectangle 4"/>
        <dsp:cNvSpPr/>
      </dsp:nvSpPr>
      <dsp:spPr bwMode="white">
        <a:xfrm>
          <a:off x="0" y="1113133"/>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Background </a:t>
          </a:r>
          <a:endParaRPr lang="en-GB" dirty="0"/>
        </a:p>
      </dsp:txBody>
      <dsp:txXfrm>
        <a:off x="0" y="1113133"/>
        <a:ext cx="2072640" cy="1011939"/>
      </dsp:txXfrm>
    </dsp:sp>
    <dsp:sp modelId="{CF61796C-4B6B-46C7-9C48-584EDD47E9C1}">
      <dsp:nvSpPr>
        <dsp:cNvPr id="8" name="Right Arrow 7"/>
        <dsp:cNvSpPr/>
      </dsp:nvSpPr>
      <dsp:spPr bwMode="white">
        <a:xfrm>
          <a:off x="2072640" y="2226266"/>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think the problem is ( XXX)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And I have .. ( given O2, done suction )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am not sure what the problem is but patient x is deteriorating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don't know what's wrong but I am really worried </a:t>
          </a:r>
          <a:endParaRPr>
            <a:solidFill>
              <a:schemeClr val="dk1"/>
            </a:solidFill>
          </a:endParaRPr>
        </a:p>
      </dsp:txBody>
      <dsp:txXfrm>
        <a:off x="2072640" y="2226266"/>
        <a:ext cx="3108960" cy="1011939"/>
      </dsp:txXfrm>
    </dsp:sp>
    <dsp:sp modelId="{7515D9B8-C036-4AF8-875E-AC308B9A4F0F}">
      <dsp:nvSpPr>
        <dsp:cNvPr id="7" name="Rounded Rectangle 6"/>
        <dsp:cNvSpPr/>
      </dsp:nvSpPr>
      <dsp:spPr bwMode="white">
        <a:xfrm>
          <a:off x="0" y="2226266"/>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Assessment </a:t>
          </a:r>
        </a:p>
      </dsp:txBody>
      <dsp:txXfrm>
        <a:off x="0" y="2226266"/>
        <a:ext cx="2072640" cy="1011939"/>
      </dsp:txXfrm>
    </dsp:sp>
    <dsp:sp modelId="{C9539859-EBB4-4D9C-A806-05253878B1BF}">
      <dsp:nvSpPr>
        <dsp:cNvPr id="10" name="Right Arrow 9"/>
        <dsp:cNvSpPr/>
      </dsp:nvSpPr>
      <dsp:spPr bwMode="white">
        <a:xfrm>
          <a:off x="2072640" y="3339399"/>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need you to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Come and see the patient in the next ( xx mins)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AND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Is there anything I need to do in the mean time ? ( </a:t>
          </a:r>
          <a:r>
            <a:rPr lang="en-GB" dirty="0" err="1">
              <a:solidFill>
                <a:schemeClr val="dk1"/>
              </a:solidFill>
              <a:latin typeface="Calibri Light" panose="020F0302020204030204"/>
            </a:rPr>
            <a:t>eg</a:t>
          </a:r>
          <a:r>
            <a:rPr lang="en-GB" dirty="0">
              <a:solidFill>
                <a:schemeClr val="dk1"/>
              </a:solidFill>
              <a:latin typeface="Calibri Light" panose="020F0302020204030204"/>
            </a:rPr>
            <a:t> . Stop the fluid / repeat the </a:t>
          </a:r>
          <a:r>
            <a:rPr lang="en-GB" dirty="0" err="1">
              <a:solidFill>
                <a:schemeClr val="dk1"/>
              </a:solidFill>
              <a:latin typeface="Calibri Light" panose="020F0302020204030204"/>
            </a:rPr>
            <a:t>obs</a:t>
          </a:r>
          <a:r>
            <a:rPr lang="en-GB" dirty="0">
              <a:solidFill>
                <a:schemeClr val="dk1"/>
              </a:solidFill>
              <a:latin typeface="Calibri Light" panose="020F0302020204030204"/>
            </a:rPr>
            <a:t>/ give a nebuliser  ) </a:t>
          </a:r>
          <a:endParaRPr>
            <a:solidFill>
              <a:schemeClr val="dk1"/>
            </a:solidFill>
          </a:endParaRPr>
        </a:p>
      </dsp:txBody>
      <dsp:txXfrm>
        <a:off x="2072640" y="3339399"/>
        <a:ext cx="3108960" cy="1011939"/>
      </dsp:txXfrm>
    </dsp:sp>
    <dsp:sp modelId="{9CF12E5C-BFE4-404D-A3CF-063C5C81581D}">
      <dsp:nvSpPr>
        <dsp:cNvPr id="9" name="Rounded Rectangle 8"/>
        <dsp:cNvSpPr/>
      </dsp:nvSpPr>
      <dsp:spPr bwMode="white">
        <a:xfrm>
          <a:off x="0" y="3339399"/>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Recommendation </a:t>
          </a:r>
        </a:p>
      </dsp:txBody>
      <dsp:txXfrm>
        <a:off x="0" y="3339399"/>
        <a:ext cx="2072640" cy="1011939"/>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181600" cy="4351338"/>
        <a:chOff x="0" y="0"/>
        <a:chExt cx="5181600" cy="4351338"/>
      </a:xfrm>
    </dsp:grpSpPr>
    <dsp:sp modelId="{8F882249-57A2-49D6-BD29-9FDD660E704F}">
      <dsp:nvSpPr>
        <dsp:cNvPr id="4" name="Right Arrow 3"/>
        <dsp:cNvSpPr/>
      </dsp:nvSpPr>
      <dsp:spPr bwMode="white">
        <a:xfrm>
          <a:off x="2072640" y="0"/>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am ( name and profession) on ward ( name)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about ( patient x)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because I am concerned that.... ( Spo2 dropping, Bp dropping ) </a:t>
          </a:r>
          <a:endParaRPr lang="en-GB" dirty="0">
            <a:solidFill>
              <a:schemeClr val="dk1"/>
            </a:solidFill>
          </a:endParaRPr>
        </a:p>
      </dsp:txBody>
      <dsp:txXfrm>
        <a:off x="2072640" y="0"/>
        <a:ext cx="3108960" cy="1011939"/>
      </dsp:txXfrm>
    </dsp:sp>
    <dsp:sp modelId="{2A34197E-CB6C-4243-BEFB-CC5356B75189}">
      <dsp:nvSpPr>
        <dsp:cNvPr id="3" name="Rounded Rectangle 2"/>
        <dsp:cNvSpPr/>
      </dsp:nvSpPr>
      <dsp:spPr bwMode="white">
        <a:xfrm>
          <a:off x="0" y="0"/>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Situation </a:t>
          </a:r>
          <a:endParaRPr lang="en-GB" dirty="0"/>
        </a:p>
      </dsp:txBody>
      <dsp:txXfrm>
        <a:off x="0" y="0"/>
        <a:ext cx="2072640" cy="1011939"/>
      </dsp:txXfrm>
    </dsp:sp>
    <dsp:sp modelId="{DC231FBD-BC32-4E87-A6EE-D28D180F5B34}">
      <dsp:nvSpPr>
        <dsp:cNvPr id="6" name="Right Arrow 5"/>
        <dsp:cNvSpPr/>
      </dsp:nvSpPr>
      <dsp:spPr bwMode="white">
        <a:xfrm>
          <a:off x="2072640" y="1113133"/>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Patient ( X was admitted on ( date ) with ( PC)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They have had ( operation, procedure , intervention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x's) condition has changed in last ( x min)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Their last set of </a:t>
          </a:r>
          <a:r>
            <a:rPr lang="en-GB" dirty="0" err="1">
              <a:solidFill>
                <a:schemeClr val="dk1"/>
              </a:solidFill>
              <a:latin typeface="Calibri Light" panose="020F0302020204030204"/>
            </a:rPr>
            <a:t>obs</a:t>
          </a:r>
          <a:r>
            <a:rPr lang="en-GB" dirty="0">
              <a:solidFill>
                <a:schemeClr val="dk1"/>
              </a:solidFill>
              <a:latin typeface="Calibri Light" panose="020F0302020204030204"/>
            </a:rPr>
            <a:t> were ( 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 normal condition is .. ( alert/ confused ..) </a:t>
          </a:r>
          <a:endParaRPr lang="en-GB" dirty="0">
            <a:solidFill>
              <a:schemeClr val="dk1"/>
            </a:solidFill>
          </a:endParaRPr>
        </a:p>
      </dsp:txBody>
      <dsp:txXfrm>
        <a:off x="2072640" y="1113133"/>
        <a:ext cx="3108960" cy="1011939"/>
      </dsp:txXfrm>
    </dsp:sp>
    <dsp:sp modelId="{CE4A80DD-B382-486B-A934-81B3092988BB}">
      <dsp:nvSpPr>
        <dsp:cNvPr id="5" name="Rounded Rectangle 4"/>
        <dsp:cNvSpPr/>
      </dsp:nvSpPr>
      <dsp:spPr bwMode="white">
        <a:xfrm>
          <a:off x="0" y="1113133"/>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Background </a:t>
          </a:r>
          <a:endParaRPr lang="en-GB" dirty="0"/>
        </a:p>
      </dsp:txBody>
      <dsp:txXfrm>
        <a:off x="0" y="1113133"/>
        <a:ext cx="2072640" cy="1011939"/>
      </dsp:txXfrm>
    </dsp:sp>
    <dsp:sp modelId="{CF61796C-4B6B-46C7-9C48-584EDD47E9C1}">
      <dsp:nvSpPr>
        <dsp:cNvPr id="8" name="Right Arrow 7"/>
        <dsp:cNvSpPr/>
      </dsp:nvSpPr>
      <dsp:spPr bwMode="white">
        <a:xfrm>
          <a:off x="2072640" y="2226266"/>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think the problem is ( XXX)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And I have .. ( given O2, done suction )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am not sure what the problem is but patient x is deteriorating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don't know what's wrong but I am really worried </a:t>
          </a:r>
          <a:endParaRPr>
            <a:solidFill>
              <a:schemeClr val="dk1"/>
            </a:solidFill>
          </a:endParaRPr>
        </a:p>
      </dsp:txBody>
      <dsp:txXfrm>
        <a:off x="2072640" y="2226266"/>
        <a:ext cx="3108960" cy="1011939"/>
      </dsp:txXfrm>
    </dsp:sp>
    <dsp:sp modelId="{7515D9B8-C036-4AF8-875E-AC308B9A4F0F}">
      <dsp:nvSpPr>
        <dsp:cNvPr id="7" name="Rounded Rectangle 6"/>
        <dsp:cNvSpPr/>
      </dsp:nvSpPr>
      <dsp:spPr bwMode="white">
        <a:xfrm>
          <a:off x="0" y="2226266"/>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Assessment </a:t>
          </a:r>
        </a:p>
      </dsp:txBody>
      <dsp:txXfrm>
        <a:off x="0" y="2226266"/>
        <a:ext cx="2072640" cy="1011939"/>
      </dsp:txXfrm>
    </dsp:sp>
    <dsp:sp modelId="{C9539859-EBB4-4D9C-A806-05253878B1BF}">
      <dsp:nvSpPr>
        <dsp:cNvPr id="10" name="Right Arrow 9"/>
        <dsp:cNvSpPr/>
      </dsp:nvSpPr>
      <dsp:spPr bwMode="white">
        <a:xfrm>
          <a:off x="2072640" y="3339399"/>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need you to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Come and see the patient in the next ( xx mins)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AND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Is there anything I need to do in the mean time ? ( </a:t>
          </a:r>
          <a:r>
            <a:rPr lang="en-GB" dirty="0" err="1">
              <a:solidFill>
                <a:schemeClr val="dk1"/>
              </a:solidFill>
              <a:latin typeface="Calibri Light" panose="020F0302020204030204"/>
            </a:rPr>
            <a:t>eg</a:t>
          </a:r>
          <a:r>
            <a:rPr lang="en-GB" dirty="0">
              <a:solidFill>
                <a:schemeClr val="dk1"/>
              </a:solidFill>
              <a:latin typeface="Calibri Light" panose="020F0302020204030204"/>
            </a:rPr>
            <a:t> . Stop the fluid / repeat the </a:t>
          </a:r>
          <a:r>
            <a:rPr lang="en-GB" dirty="0" err="1">
              <a:solidFill>
                <a:schemeClr val="dk1"/>
              </a:solidFill>
              <a:latin typeface="Calibri Light" panose="020F0302020204030204"/>
            </a:rPr>
            <a:t>obs</a:t>
          </a:r>
          <a:r>
            <a:rPr lang="en-GB" dirty="0">
              <a:solidFill>
                <a:schemeClr val="dk1"/>
              </a:solidFill>
              <a:latin typeface="Calibri Light" panose="020F0302020204030204"/>
            </a:rPr>
            <a:t>/ give a nebuliser  ) </a:t>
          </a:r>
          <a:endParaRPr>
            <a:solidFill>
              <a:schemeClr val="dk1"/>
            </a:solidFill>
          </a:endParaRPr>
        </a:p>
      </dsp:txBody>
      <dsp:txXfrm>
        <a:off x="2072640" y="3339399"/>
        <a:ext cx="3108960" cy="1011939"/>
      </dsp:txXfrm>
    </dsp:sp>
    <dsp:sp modelId="{9CF12E5C-BFE4-404D-A3CF-063C5C81581D}">
      <dsp:nvSpPr>
        <dsp:cNvPr id="9" name="Rounded Rectangle 8"/>
        <dsp:cNvSpPr/>
      </dsp:nvSpPr>
      <dsp:spPr bwMode="white">
        <a:xfrm>
          <a:off x="0" y="3339399"/>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Recommendation </a:t>
          </a:r>
        </a:p>
      </dsp:txBody>
      <dsp:txXfrm>
        <a:off x="0" y="3339399"/>
        <a:ext cx="2072640" cy="1011939"/>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181600" cy="4351338"/>
        <a:chOff x="0" y="0"/>
        <a:chExt cx="5181600" cy="4351338"/>
      </a:xfrm>
    </dsp:grpSpPr>
    <dsp:sp modelId="{8F882249-57A2-49D6-BD29-9FDD660E704F}">
      <dsp:nvSpPr>
        <dsp:cNvPr id="4" name="Right Arrow 3"/>
        <dsp:cNvSpPr/>
      </dsp:nvSpPr>
      <dsp:spPr bwMode="white">
        <a:xfrm>
          <a:off x="2072640" y="0"/>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am ( name and profession) on ward ( name)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about ( patient x)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because I am concerned that.... ( Spo2 dropping, Bp dropping ) </a:t>
          </a:r>
          <a:endParaRPr lang="en-GB" dirty="0">
            <a:solidFill>
              <a:schemeClr val="dk1"/>
            </a:solidFill>
          </a:endParaRPr>
        </a:p>
      </dsp:txBody>
      <dsp:txXfrm>
        <a:off x="2072640" y="0"/>
        <a:ext cx="3108960" cy="1011939"/>
      </dsp:txXfrm>
    </dsp:sp>
    <dsp:sp modelId="{2A34197E-CB6C-4243-BEFB-CC5356B75189}">
      <dsp:nvSpPr>
        <dsp:cNvPr id="3" name="Rounded Rectangle 2"/>
        <dsp:cNvSpPr/>
      </dsp:nvSpPr>
      <dsp:spPr bwMode="white">
        <a:xfrm>
          <a:off x="0" y="0"/>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Situation </a:t>
          </a:r>
          <a:endParaRPr lang="en-GB" dirty="0"/>
        </a:p>
      </dsp:txBody>
      <dsp:txXfrm>
        <a:off x="0" y="0"/>
        <a:ext cx="2072640" cy="1011939"/>
      </dsp:txXfrm>
    </dsp:sp>
    <dsp:sp modelId="{DC231FBD-BC32-4E87-A6EE-D28D180F5B34}">
      <dsp:nvSpPr>
        <dsp:cNvPr id="6" name="Right Arrow 5"/>
        <dsp:cNvSpPr/>
      </dsp:nvSpPr>
      <dsp:spPr bwMode="white">
        <a:xfrm>
          <a:off x="2072640" y="1113133"/>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Patient ( X was admitted on ( date ) with ( PC)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They have had ( operation, procedure , intervention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x's) condition has changed in last ( x min)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Their last set of </a:t>
          </a:r>
          <a:r>
            <a:rPr lang="en-GB" dirty="0" err="1">
              <a:solidFill>
                <a:schemeClr val="dk1"/>
              </a:solidFill>
              <a:latin typeface="Calibri Light" panose="020F0302020204030204"/>
            </a:rPr>
            <a:t>obs</a:t>
          </a:r>
          <a:r>
            <a:rPr lang="en-GB" dirty="0">
              <a:solidFill>
                <a:schemeClr val="dk1"/>
              </a:solidFill>
              <a:latin typeface="Calibri Light" panose="020F0302020204030204"/>
            </a:rPr>
            <a:t> were ( 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 normal condition is .. ( alert/ confused ..) </a:t>
          </a:r>
          <a:endParaRPr lang="en-GB" dirty="0">
            <a:solidFill>
              <a:schemeClr val="dk1"/>
            </a:solidFill>
          </a:endParaRPr>
        </a:p>
      </dsp:txBody>
      <dsp:txXfrm>
        <a:off x="2072640" y="1113133"/>
        <a:ext cx="3108960" cy="1011939"/>
      </dsp:txXfrm>
    </dsp:sp>
    <dsp:sp modelId="{CE4A80DD-B382-486B-A934-81B3092988BB}">
      <dsp:nvSpPr>
        <dsp:cNvPr id="5" name="Rounded Rectangle 4"/>
        <dsp:cNvSpPr/>
      </dsp:nvSpPr>
      <dsp:spPr bwMode="white">
        <a:xfrm>
          <a:off x="0" y="1113133"/>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Background </a:t>
          </a:r>
          <a:endParaRPr lang="en-GB" dirty="0"/>
        </a:p>
      </dsp:txBody>
      <dsp:txXfrm>
        <a:off x="0" y="1113133"/>
        <a:ext cx="2072640" cy="1011939"/>
      </dsp:txXfrm>
    </dsp:sp>
    <dsp:sp modelId="{CF61796C-4B6B-46C7-9C48-584EDD47E9C1}">
      <dsp:nvSpPr>
        <dsp:cNvPr id="8" name="Right Arrow 7"/>
        <dsp:cNvSpPr/>
      </dsp:nvSpPr>
      <dsp:spPr bwMode="white">
        <a:xfrm>
          <a:off x="2072640" y="2226266"/>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think the problem is ( XXX)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And I have .. ( given O2, done suction )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am not sure what the problem is but patient x is deteriorating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don't know what's wrong but I am really worried </a:t>
          </a:r>
          <a:endParaRPr>
            <a:solidFill>
              <a:schemeClr val="dk1"/>
            </a:solidFill>
          </a:endParaRPr>
        </a:p>
      </dsp:txBody>
      <dsp:txXfrm>
        <a:off x="2072640" y="2226266"/>
        <a:ext cx="3108960" cy="1011939"/>
      </dsp:txXfrm>
    </dsp:sp>
    <dsp:sp modelId="{7515D9B8-C036-4AF8-875E-AC308B9A4F0F}">
      <dsp:nvSpPr>
        <dsp:cNvPr id="7" name="Rounded Rectangle 6"/>
        <dsp:cNvSpPr/>
      </dsp:nvSpPr>
      <dsp:spPr bwMode="white">
        <a:xfrm>
          <a:off x="0" y="2226266"/>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Assessment </a:t>
          </a:r>
        </a:p>
      </dsp:txBody>
      <dsp:txXfrm>
        <a:off x="0" y="2226266"/>
        <a:ext cx="2072640" cy="1011939"/>
      </dsp:txXfrm>
    </dsp:sp>
    <dsp:sp modelId="{C9539859-EBB4-4D9C-A806-05253878B1BF}">
      <dsp:nvSpPr>
        <dsp:cNvPr id="10" name="Right Arrow 9"/>
        <dsp:cNvSpPr/>
      </dsp:nvSpPr>
      <dsp:spPr bwMode="white">
        <a:xfrm>
          <a:off x="2072640" y="3339399"/>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need you to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Come and see the patient in the next ( xx mins)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AND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Is there anything I need to do in the mean time ? ( </a:t>
          </a:r>
          <a:r>
            <a:rPr lang="en-GB" dirty="0" err="1">
              <a:solidFill>
                <a:schemeClr val="dk1"/>
              </a:solidFill>
              <a:latin typeface="Calibri Light" panose="020F0302020204030204"/>
            </a:rPr>
            <a:t>eg</a:t>
          </a:r>
          <a:r>
            <a:rPr lang="en-GB" dirty="0">
              <a:solidFill>
                <a:schemeClr val="dk1"/>
              </a:solidFill>
              <a:latin typeface="Calibri Light" panose="020F0302020204030204"/>
            </a:rPr>
            <a:t> . Stop the fluid / repeat the </a:t>
          </a:r>
          <a:r>
            <a:rPr lang="en-GB" dirty="0" err="1">
              <a:solidFill>
                <a:schemeClr val="dk1"/>
              </a:solidFill>
              <a:latin typeface="Calibri Light" panose="020F0302020204030204"/>
            </a:rPr>
            <a:t>obs</a:t>
          </a:r>
          <a:r>
            <a:rPr lang="en-GB" dirty="0">
              <a:solidFill>
                <a:schemeClr val="dk1"/>
              </a:solidFill>
              <a:latin typeface="Calibri Light" panose="020F0302020204030204"/>
            </a:rPr>
            <a:t>/ give a nebuliser  ) </a:t>
          </a:r>
          <a:endParaRPr>
            <a:solidFill>
              <a:schemeClr val="dk1"/>
            </a:solidFill>
          </a:endParaRPr>
        </a:p>
      </dsp:txBody>
      <dsp:txXfrm>
        <a:off x="2072640" y="3339399"/>
        <a:ext cx="3108960" cy="1011939"/>
      </dsp:txXfrm>
    </dsp:sp>
    <dsp:sp modelId="{9CF12E5C-BFE4-404D-A3CF-063C5C81581D}">
      <dsp:nvSpPr>
        <dsp:cNvPr id="9" name="Rounded Rectangle 8"/>
        <dsp:cNvSpPr/>
      </dsp:nvSpPr>
      <dsp:spPr bwMode="white">
        <a:xfrm>
          <a:off x="0" y="3339399"/>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Recommendation </a:t>
          </a:r>
        </a:p>
      </dsp:txBody>
      <dsp:txXfrm>
        <a:off x="0" y="3339399"/>
        <a:ext cx="2072640" cy="1011939"/>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5181600" cy="4351338"/>
        <a:chOff x="0" y="0"/>
        <a:chExt cx="5181600" cy="4351338"/>
      </a:xfrm>
    </dsp:grpSpPr>
    <dsp:sp modelId="{8F882249-57A2-49D6-BD29-9FDD660E704F}">
      <dsp:nvSpPr>
        <dsp:cNvPr id="4" name="Right Arrow 3"/>
        <dsp:cNvSpPr/>
      </dsp:nvSpPr>
      <dsp:spPr bwMode="white">
        <a:xfrm>
          <a:off x="2072640" y="0"/>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am ( name and profession) on ward ( name)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about ( patient x)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I am calling because I am concerned that.... ( Spo2 dropping, Bp dropping ) </a:t>
          </a:r>
          <a:endParaRPr lang="en-GB" dirty="0">
            <a:solidFill>
              <a:schemeClr val="dk1"/>
            </a:solidFill>
          </a:endParaRPr>
        </a:p>
      </dsp:txBody>
      <dsp:txXfrm>
        <a:off x="2072640" y="0"/>
        <a:ext cx="3108960" cy="1011939"/>
      </dsp:txXfrm>
    </dsp:sp>
    <dsp:sp modelId="{2A34197E-CB6C-4243-BEFB-CC5356B75189}">
      <dsp:nvSpPr>
        <dsp:cNvPr id="3" name="Rounded Rectangle 2"/>
        <dsp:cNvSpPr/>
      </dsp:nvSpPr>
      <dsp:spPr bwMode="white">
        <a:xfrm>
          <a:off x="0" y="0"/>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Situation </a:t>
          </a:r>
          <a:endParaRPr lang="en-GB" dirty="0"/>
        </a:p>
      </dsp:txBody>
      <dsp:txXfrm>
        <a:off x="0" y="0"/>
        <a:ext cx="2072640" cy="1011939"/>
      </dsp:txXfrm>
    </dsp:sp>
    <dsp:sp modelId="{DC231FBD-BC32-4E87-A6EE-D28D180F5B34}">
      <dsp:nvSpPr>
        <dsp:cNvPr id="6" name="Right Arrow 5"/>
        <dsp:cNvSpPr/>
      </dsp:nvSpPr>
      <dsp:spPr bwMode="white">
        <a:xfrm>
          <a:off x="2072640" y="1113133"/>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Patient ( X was admitted on ( date ) with ( PC)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They have had ( operation, procedure , intervention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x's) condition has changed in last ( x min)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Their last set of </a:t>
          </a:r>
          <a:r>
            <a:rPr lang="en-GB" dirty="0" err="1">
              <a:solidFill>
                <a:schemeClr val="dk1"/>
              </a:solidFill>
              <a:latin typeface="Calibri Light" panose="020F0302020204030204"/>
            </a:rPr>
            <a:t>obs</a:t>
          </a:r>
          <a:r>
            <a:rPr lang="en-GB" dirty="0">
              <a:solidFill>
                <a:schemeClr val="dk1"/>
              </a:solidFill>
              <a:latin typeface="Calibri Light" panose="020F0302020204030204"/>
            </a:rPr>
            <a:t> were ( 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Patient ( x) normal condition is .. ( alert/ confused ..) </a:t>
          </a:r>
          <a:endParaRPr lang="en-GB" dirty="0">
            <a:solidFill>
              <a:schemeClr val="dk1"/>
            </a:solidFill>
          </a:endParaRPr>
        </a:p>
      </dsp:txBody>
      <dsp:txXfrm>
        <a:off x="2072640" y="1113133"/>
        <a:ext cx="3108960" cy="1011939"/>
      </dsp:txXfrm>
    </dsp:sp>
    <dsp:sp modelId="{CE4A80DD-B382-486B-A934-81B3092988BB}">
      <dsp:nvSpPr>
        <dsp:cNvPr id="5" name="Rounded Rectangle 4"/>
        <dsp:cNvSpPr/>
      </dsp:nvSpPr>
      <dsp:spPr bwMode="white">
        <a:xfrm>
          <a:off x="0" y="1113133"/>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Background </a:t>
          </a:r>
          <a:endParaRPr lang="en-GB" dirty="0"/>
        </a:p>
      </dsp:txBody>
      <dsp:txXfrm>
        <a:off x="0" y="1113133"/>
        <a:ext cx="2072640" cy="1011939"/>
      </dsp:txXfrm>
    </dsp:sp>
    <dsp:sp modelId="{CF61796C-4B6B-46C7-9C48-584EDD47E9C1}">
      <dsp:nvSpPr>
        <dsp:cNvPr id="8" name="Right Arrow 7"/>
        <dsp:cNvSpPr/>
      </dsp:nvSpPr>
      <dsp:spPr bwMode="white">
        <a:xfrm>
          <a:off x="2072640" y="2226266"/>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think the problem is ( XXX)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And I have .. ( given O2, done suction ) </a:t>
          </a:r>
          <a:endParaRPr lang="en-GB" dirty="0">
            <a:solidFill>
              <a:schemeClr val="dk1"/>
            </a:solidFill>
          </a:endParaRPr>
        </a:p>
        <a:p>
          <a:pPr lvl="1" rtl="0">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am not sure what the problem is but patient x is deteriorating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Or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 don't know what's wrong but I am really worried </a:t>
          </a:r>
          <a:endParaRPr>
            <a:solidFill>
              <a:schemeClr val="dk1"/>
            </a:solidFill>
          </a:endParaRPr>
        </a:p>
      </dsp:txBody>
      <dsp:txXfrm>
        <a:off x="2072640" y="2226266"/>
        <a:ext cx="3108960" cy="1011939"/>
      </dsp:txXfrm>
    </dsp:sp>
    <dsp:sp modelId="{7515D9B8-C036-4AF8-875E-AC308B9A4F0F}">
      <dsp:nvSpPr>
        <dsp:cNvPr id="7" name="Rounded Rectangle 6"/>
        <dsp:cNvSpPr/>
      </dsp:nvSpPr>
      <dsp:spPr bwMode="white">
        <a:xfrm>
          <a:off x="0" y="2226266"/>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Assessment </a:t>
          </a:r>
        </a:p>
      </dsp:txBody>
      <dsp:txXfrm>
        <a:off x="0" y="2226266"/>
        <a:ext cx="2072640" cy="1011939"/>
      </dsp:txXfrm>
    </dsp:sp>
    <dsp:sp modelId="{C9539859-EBB4-4D9C-A806-05253878B1BF}">
      <dsp:nvSpPr>
        <dsp:cNvPr id="10" name="Right Arrow 9"/>
        <dsp:cNvSpPr/>
      </dsp:nvSpPr>
      <dsp:spPr bwMode="white">
        <a:xfrm>
          <a:off x="2072640" y="3339399"/>
          <a:ext cx="3108960" cy="1011939"/>
        </a:xfrm>
        <a:prstGeom prst="rightArrow">
          <a:avLst>
            <a:gd name="adj1" fmla="val 75000"/>
            <a:gd name="adj2" fmla="val 50000"/>
          </a:avLst>
        </a:prstGeom>
      </dsp:spPr>
      <dsp:style>
        <a:lnRef idx="2">
          <a:schemeClr val="dk2">
            <a:alpha val="90000"/>
            <a:tint val="40000"/>
          </a:schemeClr>
        </a:lnRef>
        <a:fillRef idx="1">
          <a:schemeClr val="dk2">
            <a:alpha val="90000"/>
            <a:tint val="40000"/>
          </a:schemeClr>
        </a:fillRef>
        <a:effectRef idx="0">
          <a:scrgbClr r="0" g="0" b="0"/>
        </a:effectRef>
        <a:fontRef idx="minor"/>
      </dsp:style>
      <dsp:txBody>
        <a:bodyPr lIns="4445" tIns="4445" rIns="4445" bIns="4445" anchor="t"/>
        <a:lstStyle>
          <a:lvl1pPr algn="l">
            <a:defRPr sz="700"/>
          </a:lvl1pPr>
          <a:lvl2pPr marL="57150" indent="-57150" algn="l">
            <a:defRPr sz="700"/>
          </a:lvl2pPr>
          <a:lvl3pPr marL="114300" indent="-57150" algn="l">
            <a:defRPr sz="700"/>
          </a:lvl3pPr>
          <a:lvl4pPr marL="171450" indent="-57150" algn="l">
            <a:defRPr sz="700"/>
          </a:lvl4pPr>
          <a:lvl5pPr marL="228600" indent="-57150" algn="l">
            <a:defRPr sz="700"/>
          </a:lvl5pPr>
          <a:lvl6pPr marL="285750" indent="-57150" algn="l">
            <a:defRPr sz="700"/>
          </a:lvl6pPr>
          <a:lvl7pPr marL="342900" indent="-57150" algn="l">
            <a:defRPr sz="700"/>
          </a:lvl7pPr>
          <a:lvl8pPr marL="400050" indent="-57150" algn="l">
            <a:defRPr sz="700"/>
          </a:lvl8pPr>
          <a:lvl9pPr marL="457200" indent="-57150" algn="l">
            <a:defRPr sz="700"/>
          </a:lvl9pPr>
        </a:lstStyle>
        <a:p>
          <a:pPr lvl="1" rtl="0">
            <a:lnSpc>
              <a:spcPct val="100000"/>
            </a:lnSpc>
            <a:spcBef>
              <a:spcPct val="0"/>
            </a:spcBef>
            <a:spcAft>
              <a:spcPct val="15000"/>
            </a:spcAft>
            <a:buChar char="•"/>
          </a:pPr>
          <a:r>
            <a:rPr lang="en-GB" dirty="0">
              <a:solidFill>
                <a:schemeClr val="dk1"/>
              </a:solidFill>
              <a:latin typeface="Calibri Light" panose="020F0302020204030204"/>
            </a:rPr>
            <a:t>I need you to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Come and see the patient in the next ( xx mins) </a:t>
          </a:r>
          <a:endParaRPr lang="en-GB" dirty="0">
            <a:solidFill>
              <a:schemeClr val="dk1"/>
            </a:solidFill>
            <a:latin typeface="Calibri Light" panose="020F0302020204030204"/>
          </a:endParaRPr>
        </a:p>
        <a:p>
          <a:pPr lvl="1">
            <a:lnSpc>
              <a:spcPct val="100000"/>
            </a:lnSpc>
            <a:spcBef>
              <a:spcPct val="0"/>
            </a:spcBef>
            <a:spcAft>
              <a:spcPct val="15000"/>
            </a:spcAft>
            <a:buChar char="•"/>
          </a:pPr>
          <a:r>
            <a:rPr lang="en-GB" dirty="0">
              <a:solidFill>
                <a:schemeClr val="dk1"/>
              </a:solidFill>
              <a:latin typeface="Calibri Light" panose="020F0302020204030204"/>
            </a:rPr>
            <a:t>AND </a:t>
          </a:r>
          <a:endParaRPr lang="en-GB" dirty="0">
            <a:solidFill>
              <a:schemeClr val="dk1"/>
            </a:solidFill>
            <a:latin typeface="Calibri Light" panose="020F0302020204030204"/>
          </a:endParaRPr>
        </a:p>
        <a:p>
          <a:pPr lvl="1" rtl="0">
            <a:lnSpc>
              <a:spcPct val="100000"/>
            </a:lnSpc>
            <a:spcBef>
              <a:spcPct val="0"/>
            </a:spcBef>
            <a:spcAft>
              <a:spcPct val="15000"/>
            </a:spcAft>
            <a:buChar char="•"/>
          </a:pPr>
          <a:r>
            <a:rPr lang="en-GB" dirty="0">
              <a:solidFill>
                <a:schemeClr val="dk1"/>
              </a:solidFill>
              <a:latin typeface="Calibri Light" panose="020F0302020204030204"/>
            </a:rPr>
            <a:t>Is there anything I need to do in the mean time ? ( </a:t>
          </a:r>
          <a:r>
            <a:rPr lang="en-GB" dirty="0" err="1">
              <a:solidFill>
                <a:schemeClr val="dk1"/>
              </a:solidFill>
              <a:latin typeface="Calibri Light" panose="020F0302020204030204"/>
            </a:rPr>
            <a:t>eg</a:t>
          </a:r>
          <a:r>
            <a:rPr lang="en-GB" dirty="0">
              <a:solidFill>
                <a:schemeClr val="dk1"/>
              </a:solidFill>
              <a:latin typeface="Calibri Light" panose="020F0302020204030204"/>
            </a:rPr>
            <a:t> . Stop the fluid / repeat the </a:t>
          </a:r>
          <a:r>
            <a:rPr lang="en-GB" dirty="0" err="1">
              <a:solidFill>
                <a:schemeClr val="dk1"/>
              </a:solidFill>
              <a:latin typeface="Calibri Light" panose="020F0302020204030204"/>
            </a:rPr>
            <a:t>obs</a:t>
          </a:r>
          <a:r>
            <a:rPr lang="en-GB" dirty="0">
              <a:solidFill>
                <a:schemeClr val="dk1"/>
              </a:solidFill>
              <a:latin typeface="Calibri Light" panose="020F0302020204030204"/>
            </a:rPr>
            <a:t>/ give a nebuliser  ) </a:t>
          </a:r>
          <a:endParaRPr>
            <a:solidFill>
              <a:schemeClr val="dk1"/>
            </a:solidFill>
          </a:endParaRPr>
        </a:p>
      </dsp:txBody>
      <dsp:txXfrm>
        <a:off x="2072640" y="3339399"/>
        <a:ext cx="3108960" cy="1011939"/>
      </dsp:txXfrm>
    </dsp:sp>
    <dsp:sp modelId="{9CF12E5C-BFE4-404D-A3CF-063C5C81581D}">
      <dsp:nvSpPr>
        <dsp:cNvPr id="9" name="Rounded Rectangle 8"/>
        <dsp:cNvSpPr/>
      </dsp:nvSpPr>
      <dsp:spPr bwMode="white">
        <a:xfrm>
          <a:off x="0" y="3339399"/>
          <a:ext cx="2072640" cy="1011939"/>
        </a:xfrm>
        <a:prstGeom prst="roundRect">
          <a:avLst/>
        </a:prstGeom>
      </dsp:spPr>
      <dsp:style>
        <a:lnRef idx="2">
          <a:schemeClr val="lt2"/>
        </a:lnRef>
        <a:fillRef idx="1">
          <a:schemeClr val="dk2"/>
        </a:fillRef>
        <a:effectRef idx="0">
          <a:scrgbClr r="0" g="0" b="0"/>
        </a:effectRef>
        <a:fontRef idx="minor">
          <a:schemeClr val="lt1"/>
        </a:fontRef>
      </dsp:style>
      <dsp:txBody>
        <a:bodyPr lIns="72390" tIns="36195" rIns="72390" bIns="36195" anchor="ctr"/>
        <a:lstStyle>
          <a:lvl1pPr algn="ctr">
            <a:defRPr sz="19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rtl="0">
            <a:lnSpc>
              <a:spcPct val="100000"/>
            </a:lnSpc>
            <a:spcBef>
              <a:spcPct val="0"/>
            </a:spcBef>
            <a:spcAft>
              <a:spcPct val="35000"/>
            </a:spcAft>
          </a:pPr>
          <a:r>
            <a:rPr lang="en-GB" dirty="0">
              <a:latin typeface="Calibri Light" panose="020F0302020204030204"/>
            </a:rPr>
            <a:t>Recommendation </a:t>
          </a:r>
        </a:p>
      </dsp:txBody>
      <dsp:txXfrm>
        <a:off x="0" y="3339399"/>
        <a:ext cx="2072640" cy="1011939"/>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type="rightArrow" r:blip="" rot="180"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C239E4-4F4F-4002-9B8B-F8952EE4D57E}" type="datetimeFigureOut">
              <a:rPr lang="en-GB" smtClean="0"/>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71257D-2DB3-4186-A5C4-4890A7000CC3}"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Originally developed in the US military for communication on nuclear submarines </a:t>
            </a:r>
            <a:endParaRPr lang="en-GB" dirty="0"/>
          </a:p>
        </p:txBody>
      </p:sp>
      <p:sp>
        <p:nvSpPr>
          <p:cNvPr id="4" name="Slide Number Placeholder 3"/>
          <p:cNvSpPr>
            <a:spLocks noGrp="1"/>
          </p:cNvSpPr>
          <p:nvPr>
            <p:ph type="sldNum" sz="quarter" idx="5"/>
          </p:nvPr>
        </p:nvSpPr>
        <p:spPr/>
        <p:txBody>
          <a:bodyPr/>
          <a:lstStyle/>
          <a:p>
            <a:fld id="{9871257D-2DB3-4186-A5C4-4890A7000CC3}"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71257D-2DB3-4186-A5C4-4890A7000CC3}"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 y="2887133"/>
            <a:ext cx="12192000" cy="39708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0" y="2965185"/>
            <a:ext cx="9144000" cy="2387600"/>
          </a:xfrm>
        </p:spPr>
        <p:txBody>
          <a:bodyPr anchor="b"/>
          <a:lstStyle>
            <a:lvl1pPr algn="l">
              <a:defRPr sz="6000">
                <a:solidFill>
                  <a:schemeClr val="bg1"/>
                </a:solidFill>
              </a:defRPr>
            </a:lvl1pPr>
          </a:lstStyle>
          <a:p>
            <a:r>
              <a:rPr lang="en-US"/>
              <a:t>Click to edit Master title style</a:t>
            </a:r>
            <a:endParaRPr lang="en-GB" dirty="0"/>
          </a:p>
        </p:txBody>
      </p:sp>
      <p:sp>
        <p:nvSpPr>
          <p:cNvPr id="3" name="Subtitle 2"/>
          <p:cNvSpPr>
            <a:spLocks noGrp="1"/>
          </p:cNvSpPr>
          <p:nvPr>
            <p:ph type="subTitle" idx="1" hasCustomPrompt="1"/>
          </p:nvPr>
        </p:nvSpPr>
        <p:spPr>
          <a:xfrm>
            <a:off x="59267" y="6163734"/>
            <a:ext cx="4411134" cy="62653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Isobel Davies </a:t>
            </a:r>
            <a:endParaRPr lang="en-GB" dirty="0"/>
          </a:p>
        </p:txBody>
      </p:sp>
      <p:pic>
        <p:nvPicPr>
          <p:cNvPr id="8" name="Picture 7"/>
          <p:cNvPicPr>
            <a:picLocks noChangeAspect="1"/>
          </p:cNvPicPr>
          <p:nvPr/>
        </p:nvPicPr>
        <p:blipFill>
          <a:blip r:embed="rId2"/>
          <a:stretch>
            <a:fillRect/>
          </a:stretch>
        </p:blipFill>
        <p:spPr>
          <a:xfrm>
            <a:off x="10414001" y="0"/>
            <a:ext cx="1777999" cy="100012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14490"/>
            <a:ext cx="12192000" cy="1690688"/>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0" y="379615"/>
            <a:ext cx="10515600" cy="1325563"/>
          </a:xfrm>
        </p:spPr>
        <p:txBody>
          <a:bodyPr/>
          <a:lstStyle>
            <a:lvl1pPr>
              <a:defRPr>
                <a:solidFill>
                  <a:schemeClr val="bg1"/>
                </a:solidFill>
              </a:defRPr>
            </a:lvl1pPr>
          </a:lstStyle>
          <a:p>
            <a:r>
              <a:rPr lang="en-US"/>
              <a:t>Click to edit Master title style</a:t>
            </a:r>
            <a:endParaRPr lang="en-GB" dirty="0"/>
          </a:p>
        </p:txBody>
      </p:sp>
      <p:sp>
        <p:nvSpPr>
          <p:cNvPr id="3" name="Content Placeholder 2"/>
          <p:cNvSpPr>
            <a:spLocks noGrp="1"/>
          </p:cNvSpPr>
          <p:nvPr>
            <p:ph idx="1"/>
          </p:nvPr>
        </p:nvSpPr>
        <p:spPr>
          <a:xfrm>
            <a:off x="838200" y="2313764"/>
            <a:ext cx="10515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pic>
        <p:nvPicPr>
          <p:cNvPr id="1026" name="Picture 2" descr="London Metropolitan University | Diversity Abr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a:xfrm>
            <a:off x="302508" y="1993805"/>
            <a:ext cx="2585071" cy="0"/>
          </a:xfrm>
          <a:prstGeom prst="line">
            <a:avLst/>
          </a:prstGeom>
          <a:ln w="57150"/>
        </p:spPr>
        <p:style>
          <a:lnRef idx="3">
            <a:schemeClr val="dk1"/>
          </a:lnRef>
          <a:fillRef idx="0">
            <a:schemeClr val="dk1"/>
          </a:fillRef>
          <a:effectRef idx="2">
            <a:schemeClr val="dk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1BC331C-9C15-4EBF-B28C-C496046A8A37}"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AA190A-0A17-4259-A608-575D6F13E893}"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8" name="Rectangle 7"/>
          <p:cNvSpPr/>
          <p:nvPr/>
        </p:nvSpPr>
        <p:spPr>
          <a:xfrm>
            <a:off x="0" y="1"/>
            <a:ext cx="12192000" cy="132003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0" y="410368"/>
            <a:ext cx="10515600" cy="1325563"/>
          </a:xfrm>
        </p:spPr>
        <p:txBody>
          <a:bodyPr/>
          <a:lstStyle>
            <a:lvl1pPr>
              <a:defRPr>
                <a:solidFill>
                  <a:schemeClr val="bg1"/>
                </a:solidFill>
              </a:defRPr>
            </a:lvl1pPr>
          </a:lstStyle>
          <a:p>
            <a:r>
              <a:rPr lang="en-US"/>
              <a:t>Click to edit Master title style</a:t>
            </a:r>
            <a:endParaRPr lang="en-GB"/>
          </a:p>
        </p:txBody>
      </p:sp>
      <p:cxnSp>
        <p:nvCxnSpPr>
          <p:cNvPr id="10" name="Straight Connector 9"/>
          <p:cNvCxnSpPr/>
          <p:nvPr/>
        </p:nvCxnSpPr>
        <p:spPr>
          <a:xfrm>
            <a:off x="653143" y="1629420"/>
            <a:ext cx="1395663" cy="0"/>
          </a:xfrm>
          <a:prstGeom prst="line">
            <a:avLst/>
          </a:prstGeom>
          <a:ln w="57150"/>
        </p:spPr>
        <p:style>
          <a:lnRef idx="3">
            <a:schemeClr val="dk1"/>
          </a:lnRef>
          <a:fillRef idx="0">
            <a:schemeClr val="dk1"/>
          </a:fillRef>
          <a:effectRef idx="2">
            <a:schemeClr val="dk1"/>
          </a:effectRef>
          <a:fontRef idx="minor">
            <a:schemeClr val="tx1"/>
          </a:fontRef>
        </p:style>
      </p:cxnSp>
      <p:cxnSp>
        <p:nvCxnSpPr>
          <p:cNvPr id="11" name="Straight Connector 10"/>
          <p:cNvCxnSpPr/>
          <p:nvPr/>
        </p:nvCxnSpPr>
        <p:spPr>
          <a:xfrm>
            <a:off x="6172200" y="1603066"/>
            <a:ext cx="1395663" cy="0"/>
          </a:xfrm>
          <a:prstGeom prst="line">
            <a:avLst/>
          </a:prstGeom>
          <a:ln w="57150"/>
        </p:spPr>
        <p:style>
          <a:lnRef idx="3">
            <a:schemeClr val="dk1"/>
          </a:lnRef>
          <a:fillRef idx="0">
            <a:schemeClr val="dk1"/>
          </a:fillRef>
          <a:effectRef idx="2">
            <a:schemeClr val="dk1"/>
          </a:effectRef>
          <a:fontRef idx="minor">
            <a:schemeClr val="tx1"/>
          </a:fontRef>
        </p:style>
      </p:cxnSp>
      <p:pic>
        <p:nvPicPr>
          <p:cNvPr id="12" name="Picture 2" descr="London Metropolitan University | Diversity Abr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fld id="{01BC331C-9C15-4EBF-B28C-C496046A8A37}"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7AA190A-0A17-4259-A608-575D6F13E893}"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59504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 name="Title 1"/>
          <p:cNvSpPr>
            <a:spLocks noGrp="1"/>
          </p:cNvSpPr>
          <p:nvPr>
            <p:ph type="title"/>
          </p:nvPr>
        </p:nvSpPr>
        <p:spPr>
          <a:xfrm>
            <a:off x="0" y="730250"/>
            <a:ext cx="10515600" cy="1325563"/>
          </a:xfrm>
        </p:spPr>
        <p:txBody>
          <a:bodyPr/>
          <a:lstStyle>
            <a:lvl1pPr>
              <a:defRPr>
                <a:solidFill>
                  <a:schemeClr val="bg1"/>
                </a:solidFill>
              </a:defRPr>
            </a:lvl1pPr>
          </a:lstStyle>
          <a:p>
            <a:r>
              <a:rPr lang="en-US"/>
              <a:t>Click to edit Master title style</a:t>
            </a:r>
            <a:endParaRPr lang="en-GB"/>
          </a:p>
        </p:txBody>
      </p:sp>
      <p:pic>
        <p:nvPicPr>
          <p:cNvPr id="7" name="Picture 2" descr="London Metropolitan University | Diversity Abr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2" descr="London Metropolitan University | Diversity Abro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44521" y="6113896"/>
            <a:ext cx="1347479" cy="75795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0" y="0"/>
            <a:ext cx="4152614"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7" name="TextBox 6"/>
          <p:cNvSpPr txBox="1"/>
          <p:nvPr/>
        </p:nvSpPr>
        <p:spPr>
          <a:xfrm>
            <a:off x="4723254" y="2509444"/>
            <a:ext cx="6503928" cy="1569660"/>
          </a:xfrm>
          <a:prstGeom prst="rect">
            <a:avLst/>
          </a:prstGeom>
          <a:noFill/>
        </p:spPr>
        <p:txBody>
          <a:bodyPr wrap="square" rtlCol="0">
            <a:spAutoFit/>
          </a:bodyPr>
          <a:lstStyle/>
          <a:p>
            <a:r>
              <a:rPr lang="en-GB" sz="9600" dirty="0"/>
              <a:t>Questions? </a:t>
            </a:r>
            <a:endParaRPr lang="en-GB" sz="96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1BC331C-9C15-4EBF-B28C-C496046A8A37}"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AA190A-0A17-4259-A608-575D6F13E893}"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1BC331C-9C15-4EBF-B28C-C496046A8A37}"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AA190A-0A17-4259-A608-575D6F13E893}"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01BC331C-9C15-4EBF-B28C-C496046A8A37}"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AA190A-0A17-4259-A608-575D6F13E893}"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01BC331C-9C15-4EBF-B28C-C496046A8A37}"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AA190A-0A17-4259-A608-575D6F13E893}"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BC331C-9C15-4EBF-B28C-C496046A8A37}" type="datetimeFigureOut">
              <a:rPr lang="en-GB" smtClean="0"/>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AA190A-0A17-4259-A608-575D6F13E893}"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6.GIF"/></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7.GIF"/></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9.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20.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550401"/>
            <a:ext cx="9144000" cy="2387600"/>
          </a:xfrm>
        </p:spPr>
        <p:txBody>
          <a:bodyPr>
            <a:normAutofit fontScale="90000"/>
          </a:bodyPr>
          <a:lstStyle/>
          <a:p>
            <a:r>
              <a:rPr lang="en-GB" dirty="0"/>
              <a:t>Core communication 3: Communicating remotely, SBAR communication and communication with the MDT</a:t>
            </a:r>
            <a:endParaRPr lang="en-GB" dirty="0"/>
          </a:p>
        </p:txBody>
      </p:sp>
      <p:sp>
        <p:nvSpPr>
          <p:cNvPr id="3" name="Subtitle 2"/>
          <p:cNvSpPr>
            <a:spLocks noGrp="1"/>
          </p:cNvSpPr>
          <p:nvPr>
            <p:ph type="subTitle" idx="1"/>
          </p:nvPr>
        </p:nvSpPr>
        <p:spPr/>
        <p:txBody>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outcomes</a:t>
            </a:r>
            <a:endParaRPr lang="en-GB" dirty="0"/>
          </a:p>
        </p:txBody>
      </p:sp>
      <p:sp>
        <p:nvSpPr>
          <p:cNvPr id="3" name="Content Placeholder 2"/>
          <p:cNvSpPr>
            <a:spLocks noGrp="1"/>
          </p:cNvSpPr>
          <p:nvPr>
            <p:ph idx="1"/>
          </p:nvPr>
        </p:nvSpPr>
        <p:spPr>
          <a:xfrm>
            <a:off x="774192" y="3173300"/>
            <a:ext cx="10515600" cy="2349676"/>
          </a:xfrm>
        </p:spPr>
        <p:txBody>
          <a:bodyPr/>
          <a:lstStyle/>
          <a:p>
            <a:pPr algn="l" rtl="0" fontAlgn="base">
              <a:buFont typeface="Arial" panose="020B0604020202020204" pitchFamily="34" charset="0"/>
              <a:buChar char="•"/>
            </a:pPr>
            <a:r>
              <a:rPr lang="en-GB" sz="1800" b="0" i="0" dirty="0">
                <a:solidFill>
                  <a:srgbClr val="000000"/>
                </a:solidFill>
                <a:effectLst/>
                <a:latin typeface="Calibri" panose="020F0502020204030204" pitchFamily="34" charset="0"/>
              </a:rPr>
              <a:t>Interaction in a professional manner with a patient and members of the team (Interpersonal skills)  </a:t>
            </a:r>
            <a:endParaRPr lang="en-GB" sz="1800" b="0" i="0" dirty="0">
              <a:solidFill>
                <a:srgbClr val="000000"/>
              </a:solidFill>
              <a:effectLst/>
              <a:latin typeface="Calibri" panose="020F0502020204030204" pitchFamily="34" charset="0"/>
            </a:endParaRPr>
          </a:p>
          <a:p>
            <a:pPr algn="l" rtl="0" fontAlgn="base">
              <a:buFont typeface="Arial" panose="020B0604020202020204" pitchFamily="34" charset="0"/>
              <a:buChar char="•"/>
            </a:pPr>
            <a:r>
              <a:rPr lang="en-GB" sz="1800" b="0" i="0" dirty="0">
                <a:solidFill>
                  <a:srgbClr val="000000"/>
                </a:solidFill>
                <a:effectLst/>
                <a:latin typeface="Calibri" panose="020F0502020204030204" pitchFamily="34" charset="0"/>
              </a:rPr>
              <a:t>Communicate effectively using verbal, non-verbal, listening and writing skills via digital methods (inter-personal skills) </a:t>
            </a:r>
            <a:endParaRPr lang="en-GB" sz="1800" b="0" i="0" dirty="0">
              <a:solidFill>
                <a:srgbClr val="000000"/>
              </a:solidFill>
              <a:effectLst/>
              <a:latin typeface="Calibri" panose="020F0502020204030204" pitchFamily="34" charset="0"/>
            </a:endParaRPr>
          </a:p>
          <a:p>
            <a:pPr algn="l" rtl="0" fontAlgn="base">
              <a:buFont typeface="Arial" panose="020B0604020202020204" pitchFamily="34" charset="0"/>
              <a:buChar char="•"/>
            </a:pPr>
            <a:r>
              <a:rPr lang="en-GB" sz="1800" b="0" i="0" dirty="0">
                <a:solidFill>
                  <a:srgbClr val="000000"/>
                </a:solidFill>
                <a:effectLst/>
                <a:latin typeface="Calibri" panose="020F0502020204030204" pitchFamily="34" charset="0"/>
              </a:rPr>
              <a:t>Reflect on practice and respond appropriately to feedback (professionalism)  </a:t>
            </a:r>
            <a:endParaRPr lang="en-GB" sz="1800" b="0" i="0" dirty="0">
              <a:solidFill>
                <a:srgbClr val="000000"/>
              </a:solidFill>
              <a:effectLst/>
              <a:latin typeface="Calibri" panose="020F0502020204030204" pitchFamily="34" charset="0"/>
            </a:endParaRPr>
          </a:p>
          <a:p>
            <a:pPr algn="l" rtl="0" fontAlgn="base">
              <a:buFont typeface="Arial" panose="020B0604020202020204" pitchFamily="34" charset="0"/>
              <a:buChar char="•"/>
            </a:pPr>
            <a:r>
              <a:rPr lang="en-GB" sz="1800" b="0" i="0" dirty="0">
                <a:solidFill>
                  <a:srgbClr val="000000"/>
                </a:solidFill>
                <a:effectLst/>
                <a:latin typeface="Calibri" panose="020F0502020204030204" pitchFamily="34" charset="0"/>
              </a:rPr>
              <a:t>Document your findings accurately (assessment treatment and management) </a:t>
            </a:r>
            <a:endParaRPr lang="en-GB" sz="1800" b="0" i="0" dirty="0">
              <a:solidFill>
                <a:srgbClr val="000000"/>
              </a:solidFill>
              <a:effectLst/>
              <a:latin typeface="Calibri" panose="020F0502020204030204" pitchFamily="34" charset="0"/>
            </a:endParaRPr>
          </a:p>
          <a:p>
            <a:pPr algn="l" rtl="0" fontAlgn="base">
              <a:buFont typeface="Arial" panose="020B0604020202020204" pitchFamily="34" charset="0"/>
              <a:buChar char="•"/>
            </a:pPr>
            <a:r>
              <a:rPr lang="en-GB" sz="1800" b="0" i="0" dirty="0">
                <a:solidFill>
                  <a:srgbClr val="000000"/>
                </a:solidFill>
                <a:effectLst/>
                <a:latin typeface="Calibri" panose="020F0502020204030204" pitchFamily="34" charset="0"/>
              </a:rPr>
              <a:t>Formulate a problem list (clinical reasoning) </a:t>
            </a:r>
            <a:endParaRPr lang="en-GB" sz="1800" b="0" i="0" dirty="0">
              <a:solidFill>
                <a:srgbClr val="000000"/>
              </a:solidFill>
              <a:effectLst/>
              <a:latin typeface="Calibri" panose="020F0502020204030204" pitchFamily="34" charset="0"/>
            </a:endParaRPr>
          </a:p>
          <a:p>
            <a:pPr marL="0" indent="0">
              <a:buNone/>
            </a:pP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Doctor speaking with patient"/>
          <p:cNvPicPr>
            <a:picLocks noChangeAspect="1"/>
          </p:cNvPicPr>
          <p:nvPr/>
        </p:nvPicPr>
        <p:blipFill>
          <a:blip r:embed="rId1">
            <a:extLst>
              <a:ext uri="{28A0092B-C50C-407E-A947-70E740481C1C}">
                <a14:useLocalDpi xmlns:a14="http://schemas.microsoft.com/office/drawing/2010/main" val="0"/>
              </a:ext>
            </a:extLst>
          </a:blip>
          <a:srcRect l="10757" r="9756" b="-1"/>
          <a:stretch>
            <a:fillRect/>
          </a:stretch>
        </p:blipFill>
        <p:spPr>
          <a:xfrm>
            <a:off x="838200" y="1825625"/>
            <a:ext cx="5181600" cy="4351338"/>
          </a:xfrm>
          <a:prstGeom prst="rect">
            <a:avLst/>
          </a:prstGeom>
          <a:noFill/>
        </p:spPr>
      </p:pic>
      <p:sp>
        <p:nvSpPr>
          <p:cNvPr id="3" name="Content Placeholder 2"/>
          <p:cNvSpPr>
            <a:spLocks noGrp="1"/>
          </p:cNvSpPr>
          <p:nvPr>
            <p:ph sz="half" idx="2"/>
          </p:nvPr>
        </p:nvSpPr>
        <p:spPr>
          <a:xfrm>
            <a:off x="6172202" y="3429000"/>
            <a:ext cx="5181600" cy="1228942"/>
          </a:xfrm>
        </p:spPr>
        <p:txBody>
          <a:bodyPr>
            <a:normAutofit/>
          </a:bodyPr>
          <a:lstStyle/>
          <a:p>
            <a:pPr marL="0" indent="0">
              <a:buNone/>
            </a:pPr>
            <a:r>
              <a:rPr lang="en-GB" dirty="0"/>
              <a:t>Why is effective communication important in physiotherapy ? </a:t>
            </a:r>
            <a:endParaRPr lang="en-GB" dirty="0"/>
          </a:p>
        </p:txBody>
      </p:sp>
      <p:sp>
        <p:nvSpPr>
          <p:cNvPr id="2" name="Title 1"/>
          <p:cNvSpPr>
            <a:spLocks noGrp="1"/>
          </p:cNvSpPr>
          <p:nvPr>
            <p:ph type="title"/>
          </p:nvPr>
        </p:nvSpPr>
        <p:spPr>
          <a:xfrm>
            <a:off x="0" y="410368"/>
            <a:ext cx="10515600" cy="1325563"/>
          </a:xfrm>
        </p:spPr>
        <p:txBody>
          <a:bodyPr anchor="ctr">
            <a:normAutofit/>
          </a:bodyPr>
          <a:lstStyle/>
          <a:p>
            <a:r>
              <a:rPr lang="en-GB" dirty="0"/>
              <a:t>Communication </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92500" lnSpcReduction="10000"/>
          </a:bodyPr>
          <a:lstStyle/>
          <a:p>
            <a:r>
              <a:rPr lang="en-GB" dirty="0"/>
              <a:t>Fundamental to patient centred care: </a:t>
            </a:r>
            <a:endParaRPr lang="en-GB" dirty="0"/>
          </a:p>
          <a:p>
            <a:pPr lvl="1"/>
            <a:r>
              <a:rPr lang="en-GB" dirty="0"/>
              <a:t>Understand a patient’s needs</a:t>
            </a:r>
            <a:endParaRPr lang="en-GB" dirty="0"/>
          </a:p>
          <a:p>
            <a:pPr lvl="1"/>
            <a:r>
              <a:rPr lang="en-GB" dirty="0"/>
              <a:t>Understand a patient’s preferences and concerns </a:t>
            </a:r>
            <a:endParaRPr lang="en-GB" dirty="0"/>
          </a:p>
          <a:p>
            <a:pPr lvl="1"/>
            <a:r>
              <a:rPr lang="en-GB" dirty="0"/>
              <a:t>Involve patient’s in decision making </a:t>
            </a:r>
            <a:endParaRPr lang="en-GB" dirty="0"/>
          </a:p>
          <a:p>
            <a:pPr lvl="1"/>
            <a:r>
              <a:rPr lang="en-GB" dirty="0"/>
              <a:t>Tailor treatment plans to an individual </a:t>
            </a:r>
            <a:endParaRPr lang="en-GB" dirty="0"/>
          </a:p>
          <a:p>
            <a:r>
              <a:rPr lang="en-GB" dirty="0"/>
              <a:t>Create the therapeutic alliance:</a:t>
            </a:r>
            <a:endParaRPr lang="en-GB" dirty="0"/>
          </a:p>
          <a:p>
            <a:pPr lvl="1"/>
            <a:r>
              <a:rPr lang="en-GB" dirty="0"/>
              <a:t>Build trust and rapport </a:t>
            </a:r>
            <a:endParaRPr lang="en-GB" dirty="0"/>
          </a:p>
          <a:p>
            <a:pPr lvl="1"/>
            <a:r>
              <a:rPr lang="en-GB" dirty="0"/>
              <a:t>Build joint goals </a:t>
            </a:r>
            <a:endParaRPr lang="en-GB" dirty="0"/>
          </a:p>
          <a:p>
            <a:pPr lvl="1"/>
            <a:r>
              <a:rPr lang="en-GB" dirty="0"/>
              <a:t>Collaborate problem solving </a:t>
            </a:r>
            <a:endParaRPr lang="en-GB" dirty="0"/>
          </a:p>
        </p:txBody>
      </p:sp>
      <p:pic>
        <p:nvPicPr>
          <p:cNvPr id="6" name="Content Placeholder 5" descr="Person holding hand"/>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272217"/>
            <a:ext cx="5181600" cy="3458154"/>
          </a:xfrm>
        </p:spPr>
      </p:pic>
      <p:sp>
        <p:nvSpPr>
          <p:cNvPr id="4" name="Title 3"/>
          <p:cNvSpPr>
            <a:spLocks noGrp="1"/>
          </p:cNvSpPr>
          <p:nvPr>
            <p:ph type="title"/>
          </p:nvPr>
        </p:nvSpPr>
        <p:spPr/>
        <p:txBody>
          <a:bodyPr/>
          <a:lstStyle/>
          <a:p>
            <a:r>
              <a:rPr lang="en-GB" dirty="0"/>
              <a:t>Communication </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r>
              <a:rPr lang="en-GB" dirty="0"/>
              <a:t>Enable patient education and empowerment: </a:t>
            </a:r>
            <a:endParaRPr lang="en-GB" dirty="0"/>
          </a:p>
          <a:p>
            <a:pPr lvl="1"/>
            <a:r>
              <a:rPr lang="en-GB" dirty="0"/>
              <a:t>Give patients autonomy over their treatment choices </a:t>
            </a:r>
            <a:endParaRPr lang="en-GB" dirty="0"/>
          </a:p>
          <a:p>
            <a:pPr lvl="1"/>
            <a:r>
              <a:rPr lang="en-GB" dirty="0"/>
              <a:t>Empower patients to take an active role in recovery </a:t>
            </a:r>
            <a:endParaRPr lang="en-GB" dirty="0"/>
          </a:p>
          <a:p>
            <a:pPr lvl="1"/>
            <a:r>
              <a:rPr lang="en-GB" dirty="0"/>
              <a:t>Address misconceptions and alleviate fears </a:t>
            </a:r>
            <a:endParaRPr lang="en-GB" dirty="0"/>
          </a:p>
          <a:p>
            <a:pPr lvl="1"/>
            <a:r>
              <a:rPr lang="en-GB" dirty="0"/>
              <a:t>Reduce patient anxiety </a:t>
            </a:r>
            <a:endParaRPr lang="en-GB" dirty="0"/>
          </a:p>
          <a:p>
            <a:pPr marL="0" indent="0">
              <a:buNone/>
            </a:pPr>
            <a:endParaRPr lang="en-GB" dirty="0"/>
          </a:p>
        </p:txBody>
      </p:sp>
      <p:pic>
        <p:nvPicPr>
          <p:cNvPr id="6" name="Content Placeholder 5" descr="Person helping old woman"/>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277464"/>
            <a:ext cx="5181600" cy="3447659"/>
          </a:xfrm>
        </p:spPr>
      </p:pic>
      <p:sp>
        <p:nvSpPr>
          <p:cNvPr id="4" name="Title 3"/>
          <p:cNvSpPr>
            <a:spLocks noGrp="1"/>
          </p:cNvSpPr>
          <p:nvPr>
            <p:ph type="title"/>
          </p:nvPr>
        </p:nvSpPr>
        <p:spPr/>
        <p:txBody>
          <a:bodyPr/>
          <a:lstStyle/>
          <a:p>
            <a:r>
              <a:rPr lang="en-GB" dirty="0"/>
              <a:t>Communication </a:t>
            </a:r>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92500" lnSpcReduction="20000"/>
          </a:bodyPr>
          <a:lstStyle/>
          <a:p>
            <a:r>
              <a:rPr lang="en-GB" dirty="0"/>
              <a:t>Interdisciplinary collaboration: </a:t>
            </a:r>
            <a:endParaRPr lang="en-GB" dirty="0"/>
          </a:p>
          <a:p>
            <a:pPr lvl="1"/>
            <a:r>
              <a:rPr lang="en-GB" dirty="0"/>
              <a:t>Coordinate care</a:t>
            </a:r>
            <a:endParaRPr lang="en-GB" dirty="0"/>
          </a:p>
          <a:p>
            <a:pPr lvl="1"/>
            <a:r>
              <a:rPr lang="en-GB" dirty="0"/>
              <a:t>Share critical or emergency information </a:t>
            </a:r>
            <a:endParaRPr lang="en-GB" dirty="0"/>
          </a:p>
          <a:p>
            <a:pPr lvl="1"/>
            <a:r>
              <a:rPr lang="en-GB" dirty="0"/>
              <a:t>Ensure continuity of care </a:t>
            </a:r>
            <a:endParaRPr lang="en-GB" dirty="0"/>
          </a:p>
          <a:p>
            <a:r>
              <a:rPr lang="en-GB" dirty="0"/>
              <a:t>Patient safety and risk management : </a:t>
            </a:r>
            <a:endParaRPr lang="en-GB" dirty="0"/>
          </a:p>
          <a:p>
            <a:pPr lvl="1"/>
            <a:r>
              <a:rPr lang="en-GB" dirty="0"/>
              <a:t>Prevent misunderstandings and errors</a:t>
            </a:r>
            <a:endParaRPr lang="en-GB" dirty="0"/>
          </a:p>
          <a:p>
            <a:pPr lvl="1"/>
            <a:r>
              <a:rPr lang="en-GB" dirty="0"/>
              <a:t>Ensure we obtain informed consent </a:t>
            </a:r>
            <a:endParaRPr lang="en-GB" dirty="0"/>
          </a:p>
          <a:p>
            <a:pPr lvl="1"/>
            <a:r>
              <a:rPr lang="en-GB" dirty="0"/>
              <a:t>Manage patient expectations </a:t>
            </a:r>
            <a:endParaRPr lang="en-GB" dirty="0"/>
          </a:p>
          <a:p>
            <a:r>
              <a:rPr lang="en-GB" dirty="0"/>
              <a:t>In line with HCPC guidelines: </a:t>
            </a:r>
            <a:endParaRPr lang="en-GB" dirty="0"/>
          </a:p>
          <a:p>
            <a:pPr lvl="1"/>
            <a:r>
              <a:rPr lang="en-GB" dirty="0"/>
              <a:t>“Communicate appropriately and effectively” </a:t>
            </a:r>
            <a:endParaRPr lang="en-GB" dirty="0"/>
          </a:p>
        </p:txBody>
      </p:sp>
      <p:pic>
        <p:nvPicPr>
          <p:cNvPr id="6" name="Content Placeholder 5" descr="Healthcare colleagues meeting"/>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503058"/>
            <a:ext cx="5181600" cy="2996472"/>
          </a:xfrm>
        </p:spPr>
      </p:pic>
      <p:sp>
        <p:nvSpPr>
          <p:cNvPr id="4" name="Title 3"/>
          <p:cNvSpPr>
            <a:spLocks noGrp="1"/>
          </p:cNvSpPr>
          <p:nvPr>
            <p:ph type="title"/>
          </p:nvPr>
        </p:nvSpPr>
        <p:spPr/>
        <p:txBody>
          <a:bodyPr/>
          <a:lstStyle/>
          <a:p>
            <a:r>
              <a:rPr lang="en-GB" dirty="0"/>
              <a:t>Communication </a:t>
            </a:r>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r>
              <a:rPr lang="en-GB" dirty="0"/>
              <a:t>A new challenge in physiotherapy </a:t>
            </a:r>
            <a:endParaRPr lang="en-GB" dirty="0"/>
          </a:p>
          <a:p>
            <a:pPr lvl="1"/>
            <a:r>
              <a:rPr lang="en-GB" dirty="0"/>
              <a:t>COVID </a:t>
            </a:r>
            <a:endParaRPr lang="en-GB" dirty="0"/>
          </a:p>
          <a:p>
            <a:pPr lvl="1"/>
            <a:r>
              <a:rPr lang="en-GB" dirty="0"/>
              <a:t>Advancement of technology </a:t>
            </a:r>
            <a:endParaRPr lang="en-GB" dirty="0"/>
          </a:p>
          <a:p>
            <a:r>
              <a:rPr lang="en-GB" dirty="0"/>
              <a:t>Virtual clinics </a:t>
            </a:r>
            <a:endParaRPr lang="en-GB" dirty="0"/>
          </a:p>
          <a:p>
            <a:r>
              <a:rPr lang="en-GB" dirty="0"/>
              <a:t>Remote reviews </a:t>
            </a:r>
            <a:endParaRPr lang="en-GB" dirty="0"/>
          </a:p>
          <a:p>
            <a:r>
              <a:rPr lang="en-GB" dirty="0"/>
              <a:t>Remote meetings and MDT sessions </a:t>
            </a:r>
            <a:endParaRPr lang="en-GB" dirty="0"/>
          </a:p>
        </p:txBody>
      </p:sp>
      <p:pic>
        <p:nvPicPr>
          <p:cNvPr id="5" name="Content Placeholder 4"/>
          <p:cNvPicPr>
            <a:picLocks noGrp="1" noChangeAspect="1"/>
          </p:cNvPicPr>
          <p:nvPr>
            <p:ph sz="half" idx="2"/>
          </p:nvPr>
        </p:nvPicPr>
        <p:blipFill>
          <a:blip r:embed="rId1"/>
          <a:stretch>
            <a:fillRect/>
          </a:stretch>
        </p:blipFill>
        <p:spPr>
          <a:xfrm>
            <a:off x="6172200" y="2274094"/>
            <a:ext cx="5181600" cy="3454400"/>
          </a:xfrm>
          <a:prstGeom prst="rect">
            <a:avLst/>
          </a:prstGeom>
        </p:spPr>
      </p:pic>
      <p:sp>
        <p:nvSpPr>
          <p:cNvPr id="4" name="Title 3"/>
          <p:cNvSpPr>
            <a:spLocks noGrp="1"/>
          </p:cNvSpPr>
          <p:nvPr>
            <p:ph type="title"/>
          </p:nvPr>
        </p:nvSpPr>
        <p:spPr/>
        <p:txBody>
          <a:bodyPr/>
          <a:lstStyle/>
          <a:p>
            <a:r>
              <a:rPr lang="en-GB" dirty="0"/>
              <a:t>Remote communication </a:t>
            </a:r>
            <a:endParaRPr lang="en-GB"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r>
              <a:rPr lang="en-GB" dirty="0"/>
              <a:t>You should consider: </a:t>
            </a:r>
            <a:endParaRPr lang="en-GB" dirty="0"/>
          </a:p>
          <a:p>
            <a:pPr lvl="1"/>
            <a:r>
              <a:rPr lang="en-GB" dirty="0"/>
              <a:t>The patient’s needs/ preference </a:t>
            </a:r>
            <a:endParaRPr lang="en-GB" dirty="0"/>
          </a:p>
          <a:p>
            <a:pPr lvl="1"/>
            <a:r>
              <a:rPr lang="en-GB" dirty="0"/>
              <a:t>The patient’s clinical picture </a:t>
            </a:r>
            <a:endParaRPr lang="en-GB" dirty="0"/>
          </a:p>
          <a:p>
            <a:pPr lvl="2"/>
            <a:r>
              <a:rPr lang="en-GB" dirty="0"/>
              <a:t>Be flexible around changing needs</a:t>
            </a:r>
            <a:endParaRPr lang="en-GB" dirty="0"/>
          </a:p>
          <a:p>
            <a:pPr lvl="1"/>
            <a:r>
              <a:rPr lang="en-GB" dirty="0"/>
              <a:t>The communication needs of the patient</a:t>
            </a:r>
            <a:endParaRPr lang="en-GB" dirty="0"/>
          </a:p>
          <a:p>
            <a:pPr lvl="1"/>
            <a:r>
              <a:rPr lang="en-GB" dirty="0"/>
              <a:t>The purpose of the consultation </a:t>
            </a:r>
            <a:endParaRPr lang="en-GB" dirty="0"/>
          </a:p>
          <a:p>
            <a:pPr lvl="1"/>
            <a:r>
              <a:rPr lang="en-GB" dirty="0"/>
              <a:t>The resources available : </a:t>
            </a:r>
            <a:endParaRPr lang="en-GB" dirty="0"/>
          </a:p>
          <a:p>
            <a:pPr lvl="2"/>
            <a:r>
              <a:rPr lang="en-GB" dirty="0"/>
              <a:t>To you </a:t>
            </a:r>
            <a:endParaRPr lang="en-GB" dirty="0"/>
          </a:p>
          <a:p>
            <a:pPr lvl="2"/>
            <a:r>
              <a:rPr lang="en-GB" dirty="0"/>
              <a:t>To the patient </a:t>
            </a:r>
            <a:endParaRPr lang="en-GB" dirty="0"/>
          </a:p>
        </p:txBody>
      </p:sp>
      <p:pic>
        <p:nvPicPr>
          <p:cNvPr id="6" name="Content Placeholder 5" descr="Hedge maze"/>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277046"/>
            <a:ext cx="5181600" cy="3448496"/>
          </a:xfrm>
        </p:spPr>
      </p:pic>
      <p:sp>
        <p:nvSpPr>
          <p:cNvPr id="4" name="Title 3"/>
          <p:cNvSpPr>
            <a:spLocks noGrp="1"/>
          </p:cNvSpPr>
          <p:nvPr>
            <p:ph type="title"/>
          </p:nvPr>
        </p:nvSpPr>
        <p:spPr/>
        <p:txBody>
          <a:bodyPr/>
          <a:lstStyle/>
          <a:p>
            <a:r>
              <a:rPr lang="en-GB" dirty="0"/>
              <a:t>CSP guidance </a:t>
            </a: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r>
              <a:rPr lang="en-GB" dirty="0"/>
              <a:t>Examples where remote physio is already in place: </a:t>
            </a:r>
            <a:endParaRPr lang="en-GB" dirty="0"/>
          </a:p>
          <a:p>
            <a:pPr lvl="1"/>
            <a:r>
              <a:rPr lang="en-GB" dirty="0"/>
              <a:t>MSK outpatient follow ups </a:t>
            </a:r>
            <a:endParaRPr lang="en-GB" dirty="0"/>
          </a:p>
          <a:p>
            <a:pPr lvl="1"/>
            <a:r>
              <a:rPr lang="en-GB" dirty="0"/>
              <a:t>Post surgery follow ups </a:t>
            </a:r>
            <a:endParaRPr lang="en-GB" dirty="0"/>
          </a:p>
          <a:p>
            <a:pPr lvl="1"/>
            <a:r>
              <a:rPr lang="en-GB" dirty="0"/>
              <a:t>Fracture clinics </a:t>
            </a:r>
            <a:endParaRPr lang="en-GB" dirty="0"/>
          </a:p>
          <a:p>
            <a:pPr lvl="1"/>
            <a:r>
              <a:rPr lang="en-GB" dirty="0"/>
              <a:t>Respiratory outpatients: </a:t>
            </a:r>
            <a:endParaRPr lang="en-GB" dirty="0"/>
          </a:p>
          <a:p>
            <a:pPr lvl="2"/>
            <a:r>
              <a:rPr lang="en-GB" dirty="0"/>
              <a:t>Breathing pattern disorder</a:t>
            </a:r>
            <a:endParaRPr lang="en-GB" dirty="0"/>
          </a:p>
          <a:p>
            <a:pPr lvl="2"/>
            <a:r>
              <a:rPr lang="en-GB" dirty="0"/>
              <a:t>NIV clinic</a:t>
            </a:r>
            <a:endParaRPr lang="en-GB" dirty="0"/>
          </a:p>
          <a:p>
            <a:pPr lvl="1"/>
            <a:r>
              <a:rPr lang="en-GB" dirty="0"/>
              <a:t>Exercise classes: </a:t>
            </a:r>
            <a:endParaRPr lang="en-GB" dirty="0"/>
          </a:p>
          <a:p>
            <a:pPr lvl="2"/>
            <a:r>
              <a:rPr lang="en-GB" dirty="0"/>
              <a:t>Cardiac rehab </a:t>
            </a:r>
            <a:endParaRPr lang="en-GB" dirty="0"/>
          </a:p>
          <a:p>
            <a:pPr lvl="2"/>
            <a:r>
              <a:rPr lang="en-GB" dirty="0"/>
              <a:t>Pulmonary rehab</a:t>
            </a:r>
            <a:endParaRPr lang="en-GB" dirty="0"/>
          </a:p>
        </p:txBody>
      </p:sp>
      <p:pic>
        <p:nvPicPr>
          <p:cNvPr id="5" name="Content Placeholder 4"/>
          <p:cNvPicPr>
            <a:picLocks noGrp="1" noChangeAspect="1"/>
          </p:cNvPicPr>
          <p:nvPr>
            <p:ph sz="half" idx="2"/>
          </p:nvPr>
        </p:nvPicPr>
        <p:blipFill>
          <a:blip r:embed="rId1"/>
          <a:stretch>
            <a:fillRect/>
          </a:stretch>
        </p:blipFill>
        <p:spPr>
          <a:xfrm>
            <a:off x="6172200" y="2545307"/>
            <a:ext cx="5181600" cy="2911973"/>
          </a:xfrm>
          <a:prstGeom prst="rect">
            <a:avLst/>
          </a:prstGeom>
        </p:spPr>
      </p:pic>
      <p:sp>
        <p:nvSpPr>
          <p:cNvPr id="4" name="Title 3"/>
          <p:cNvSpPr>
            <a:spLocks noGrp="1"/>
          </p:cNvSpPr>
          <p:nvPr>
            <p:ph type="title"/>
          </p:nvPr>
        </p:nvSpPr>
        <p:spPr/>
        <p:txBody>
          <a:bodyPr/>
          <a:lstStyle/>
          <a:p>
            <a:r>
              <a:rPr lang="en-GB" dirty="0"/>
              <a:t>Communicating remotely </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77500" lnSpcReduction="20000"/>
          </a:bodyPr>
          <a:lstStyle/>
          <a:p>
            <a:r>
              <a:rPr lang="en-GB" dirty="0"/>
              <a:t>Improved access and convenience: </a:t>
            </a:r>
            <a:endParaRPr lang="en-GB" dirty="0"/>
          </a:p>
          <a:p>
            <a:pPr lvl="1"/>
            <a:r>
              <a:rPr lang="en-GB" dirty="0"/>
              <a:t>Saves time and money </a:t>
            </a:r>
            <a:endParaRPr lang="en-GB" dirty="0"/>
          </a:p>
          <a:p>
            <a:pPr lvl="1"/>
            <a:r>
              <a:rPr lang="en-GB" dirty="0"/>
              <a:t>Reduced disruption to pt day </a:t>
            </a:r>
            <a:endParaRPr lang="en-GB" dirty="0"/>
          </a:p>
          <a:p>
            <a:pPr lvl="1"/>
            <a:r>
              <a:rPr lang="en-GB" dirty="0"/>
              <a:t>Enables faster access </a:t>
            </a:r>
            <a:endParaRPr lang="en-GB" dirty="0"/>
          </a:p>
          <a:p>
            <a:pPr lvl="1"/>
            <a:r>
              <a:rPr lang="en-GB" dirty="0"/>
              <a:t>Improves access for some communities </a:t>
            </a:r>
            <a:endParaRPr lang="en-GB" dirty="0"/>
          </a:p>
          <a:p>
            <a:r>
              <a:rPr lang="en-GB" dirty="0"/>
              <a:t>Enhances patient experience:</a:t>
            </a:r>
            <a:endParaRPr lang="en-GB" dirty="0"/>
          </a:p>
          <a:p>
            <a:pPr lvl="1"/>
            <a:r>
              <a:rPr lang="en-GB" dirty="0"/>
              <a:t>More flexibility and choice for the pt </a:t>
            </a:r>
            <a:endParaRPr lang="en-GB" dirty="0"/>
          </a:p>
          <a:p>
            <a:pPr lvl="1"/>
            <a:r>
              <a:rPr lang="en-GB" dirty="0"/>
              <a:t>Reduced stress </a:t>
            </a:r>
            <a:endParaRPr lang="en-GB" dirty="0"/>
          </a:p>
          <a:p>
            <a:pPr lvl="1"/>
            <a:r>
              <a:rPr lang="en-GB" dirty="0"/>
              <a:t>Can improve pt comfort </a:t>
            </a:r>
            <a:endParaRPr lang="en-GB" dirty="0"/>
          </a:p>
          <a:p>
            <a:r>
              <a:rPr lang="en-GB" dirty="0"/>
              <a:t>Improved service delivery : </a:t>
            </a:r>
            <a:endParaRPr lang="en-GB" dirty="0"/>
          </a:p>
          <a:p>
            <a:pPr lvl="1"/>
            <a:r>
              <a:rPr lang="en-GB" dirty="0"/>
              <a:t>Supports flexible working </a:t>
            </a:r>
            <a:endParaRPr lang="en-GB" dirty="0"/>
          </a:p>
          <a:p>
            <a:pPr lvl="1"/>
            <a:r>
              <a:rPr lang="en-GB" dirty="0"/>
              <a:t>Reduced community travel time </a:t>
            </a:r>
            <a:endParaRPr lang="en-GB" dirty="0"/>
          </a:p>
          <a:p>
            <a:pPr lvl="1"/>
            <a:r>
              <a:rPr lang="en-GB" dirty="0"/>
              <a:t>Collaboration is easier </a:t>
            </a:r>
            <a:endParaRPr lang="en-GB" dirty="0"/>
          </a:p>
          <a:p>
            <a:r>
              <a:rPr lang="en-GB" dirty="0"/>
              <a:t>In line with digital innovations of NHS long term plan </a:t>
            </a:r>
            <a:endParaRPr lang="en-GB" dirty="0"/>
          </a:p>
        </p:txBody>
      </p:sp>
      <p:pic>
        <p:nvPicPr>
          <p:cNvPr id="5" name="Content Placeholder 4"/>
          <p:cNvPicPr>
            <a:picLocks noGrp="1" noChangeAspect="1"/>
          </p:cNvPicPr>
          <p:nvPr>
            <p:ph sz="half" idx="2"/>
          </p:nvPr>
        </p:nvPicPr>
        <p:blipFill>
          <a:blip r:embed="rId1"/>
          <a:stretch>
            <a:fillRect/>
          </a:stretch>
        </p:blipFill>
        <p:spPr>
          <a:xfrm>
            <a:off x="6172200" y="2058194"/>
            <a:ext cx="5181600" cy="3886200"/>
          </a:xfrm>
          <a:prstGeom prst="rect">
            <a:avLst/>
          </a:prstGeom>
        </p:spPr>
      </p:pic>
      <p:sp>
        <p:nvSpPr>
          <p:cNvPr id="4" name="Title 3"/>
          <p:cNvSpPr>
            <a:spLocks noGrp="1"/>
          </p:cNvSpPr>
          <p:nvPr>
            <p:ph type="title"/>
          </p:nvPr>
        </p:nvSpPr>
        <p:spPr/>
        <p:txBody>
          <a:bodyPr/>
          <a:lstStyle/>
          <a:p>
            <a:r>
              <a:rPr lang="en-GB" dirty="0"/>
              <a:t>Pros of remote / virtual consultations </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1"/>
          <a:stretch>
            <a:fillRect/>
          </a:stretch>
        </p:blipFill>
        <p:spPr>
          <a:xfrm>
            <a:off x="838200" y="2278311"/>
            <a:ext cx="5181600" cy="3445966"/>
          </a:xfrm>
          <a:prstGeom prst="rect">
            <a:avLst/>
          </a:prstGeom>
        </p:spPr>
      </p:pic>
      <p:sp>
        <p:nvSpPr>
          <p:cNvPr id="3" name="Content Placeholder 2"/>
          <p:cNvSpPr>
            <a:spLocks noGrp="1"/>
          </p:cNvSpPr>
          <p:nvPr>
            <p:ph sz="half" idx="2"/>
          </p:nvPr>
        </p:nvSpPr>
        <p:spPr/>
        <p:txBody>
          <a:bodyPr>
            <a:normAutofit fontScale="62500" lnSpcReduction="20000"/>
          </a:bodyPr>
          <a:lstStyle/>
          <a:p>
            <a:r>
              <a:rPr lang="en-GB" dirty="0"/>
              <a:t>Clinical limitations</a:t>
            </a:r>
            <a:endParaRPr lang="en-GB" dirty="0"/>
          </a:p>
          <a:p>
            <a:pPr lvl="1"/>
            <a:r>
              <a:rPr lang="en-GB" dirty="0"/>
              <a:t>May lead to delayed diagnosis or missed diagnosis </a:t>
            </a:r>
            <a:endParaRPr lang="en-GB" dirty="0"/>
          </a:p>
          <a:p>
            <a:pPr lvl="1"/>
            <a:r>
              <a:rPr lang="en-GB" dirty="0"/>
              <a:t>Risk of over/ under investigation </a:t>
            </a:r>
            <a:endParaRPr lang="en-GB" dirty="0"/>
          </a:p>
          <a:p>
            <a:pPr lvl="1"/>
            <a:r>
              <a:rPr lang="en-GB" dirty="0"/>
              <a:t>Compromised efficacy particularly in complex cases </a:t>
            </a:r>
            <a:endParaRPr lang="en-GB" dirty="0"/>
          </a:p>
          <a:p>
            <a:pPr lvl="1"/>
            <a:r>
              <a:rPr lang="en-GB" dirty="0"/>
              <a:t>Potential overreliance on imaging </a:t>
            </a:r>
            <a:endParaRPr lang="en-GB" dirty="0"/>
          </a:p>
          <a:p>
            <a:r>
              <a:rPr lang="en-GB" dirty="0"/>
              <a:t>Communication challenges : </a:t>
            </a:r>
            <a:endParaRPr lang="en-GB" dirty="0"/>
          </a:p>
          <a:p>
            <a:pPr lvl="1"/>
            <a:r>
              <a:rPr lang="en-GB" dirty="0"/>
              <a:t>Reduction in therapeutic relationship</a:t>
            </a:r>
            <a:endParaRPr lang="en-GB" dirty="0"/>
          </a:p>
          <a:p>
            <a:pPr lvl="1"/>
            <a:r>
              <a:rPr lang="en-GB" dirty="0"/>
              <a:t>Missed opportunity to pick up non -verbal cues </a:t>
            </a:r>
            <a:endParaRPr lang="en-GB" dirty="0"/>
          </a:p>
          <a:p>
            <a:pPr lvl="1"/>
            <a:r>
              <a:rPr lang="en-GB" dirty="0"/>
              <a:t>Potential miscommunication/ misunderstanding </a:t>
            </a:r>
            <a:endParaRPr lang="en-GB" dirty="0"/>
          </a:p>
          <a:p>
            <a:r>
              <a:rPr lang="en-GB" dirty="0"/>
              <a:t>Technological and practical issues </a:t>
            </a:r>
            <a:endParaRPr lang="en-GB" dirty="0"/>
          </a:p>
          <a:p>
            <a:r>
              <a:rPr lang="en-GB" dirty="0"/>
              <a:t>Impact on physiotherapists: </a:t>
            </a:r>
            <a:endParaRPr lang="en-GB" dirty="0"/>
          </a:p>
          <a:p>
            <a:pPr lvl="1"/>
            <a:r>
              <a:rPr lang="en-GB" dirty="0"/>
              <a:t>Potential increase in stress and anxiety </a:t>
            </a:r>
            <a:endParaRPr lang="en-GB" dirty="0"/>
          </a:p>
          <a:p>
            <a:pPr lvl="1"/>
            <a:r>
              <a:rPr lang="en-GB" dirty="0"/>
              <a:t>Risk of isolation </a:t>
            </a:r>
            <a:endParaRPr lang="en-GB" dirty="0"/>
          </a:p>
          <a:p>
            <a:pPr lvl="1"/>
            <a:r>
              <a:rPr lang="en-GB" dirty="0"/>
              <a:t>Challenges in balance of work-life </a:t>
            </a:r>
            <a:endParaRPr lang="en-GB" dirty="0"/>
          </a:p>
        </p:txBody>
      </p:sp>
      <p:sp>
        <p:nvSpPr>
          <p:cNvPr id="4" name="Title 3"/>
          <p:cNvSpPr>
            <a:spLocks noGrp="1"/>
          </p:cNvSpPr>
          <p:nvPr>
            <p:ph type="title"/>
          </p:nvPr>
        </p:nvSpPr>
        <p:spPr/>
        <p:txBody>
          <a:bodyPr/>
          <a:lstStyle/>
          <a:p>
            <a:r>
              <a:rPr lang="en-GB" dirty="0"/>
              <a:t>Cons of remote/virtual consultations </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62500" lnSpcReduction="20000"/>
          </a:bodyPr>
          <a:lstStyle/>
          <a:p>
            <a:r>
              <a:rPr lang="en-GB" dirty="0"/>
              <a:t>Preparation and setup: </a:t>
            </a:r>
            <a:endParaRPr lang="en-GB" dirty="0"/>
          </a:p>
          <a:p>
            <a:pPr lvl="1"/>
            <a:r>
              <a:rPr lang="en-GB" dirty="0"/>
              <a:t>Quiet, private and confidential </a:t>
            </a:r>
            <a:endParaRPr lang="en-GB" dirty="0"/>
          </a:p>
          <a:p>
            <a:pPr lvl="1"/>
            <a:r>
              <a:rPr lang="en-GB" dirty="0"/>
              <a:t>Maintain professional attire </a:t>
            </a:r>
            <a:endParaRPr lang="en-GB" dirty="0"/>
          </a:p>
          <a:p>
            <a:pPr lvl="1"/>
            <a:r>
              <a:rPr lang="en-GB" dirty="0"/>
              <a:t>Position yourself appropriately in front of the camera </a:t>
            </a:r>
            <a:endParaRPr lang="en-GB" dirty="0"/>
          </a:p>
          <a:p>
            <a:r>
              <a:rPr lang="en-GB" dirty="0"/>
              <a:t>Patient selection and triage : </a:t>
            </a:r>
            <a:endParaRPr lang="en-GB" dirty="0"/>
          </a:p>
          <a:p>
            <a:pPr lvl="1"/>
            <a:r>
              <a:rPr lang="en-GB" dirty="0"/>
              <a:t>Ensure the patient is suitable for remote consultation </a:t>
            </a:r>
            <a:endParaRPr lang="en-GB" dirty="0"/>
          </a:p>
          <a:p>
            <a:pPr lvl="1"/>
            <a:r>
              <a:rPr lang="en-GB" dirty="0"/>
              <a:t>Patient preference is also important </a:t>
            </a:r>
            <a:endParaRPr lang="en-GB" dirty="0"/>
          </a:p>
          <a:p>
            <a:r>
              <a:rPr lang="en-GB" dirty="0"/>
              <a:t>Clinical considerations: </a:t>
            </a:r>
            <a:endParaRPr lang="en-GB" dirty="0"/>
          </a:p>
          <a:p>
            <a:pPr lvl="1"/>
            <a:r>
              <a:rPr lang="en-GB" dirty="0"/>
              <a:t>Remote consultations compliment in person reviews</a:t>
            </a:r>
            <a:endParaRPr lang="en-GB" dirty="0"/>
          </a:p>
          <a:p>
            <a:pPr lvl="1"/>
            <a:r>
              <a:rPr lang="en-GB" dirty="0"/>
              <a:t>Implement safety netting </a:t>
            </a:r>
            <a:endParaRPr lang="en-GB" dirty="0"/>
          </a:p>
          <a:p>
            <a:pPr lvl="1"/>
            <a:r>
              <a:rPr lang="en-GB" dirty="0"/>
              <a:t>Ensure that the medium is accessible for patients and provide extra input if needed e.g. pdfs, videos etc </a:t>
            </a:r>
            <a:endParaRPr lang="en-GB" dirty="0"/>
          </a:p>
          <a:p>
            <a:r>
              <a:rPr lang="en-GB" dirty="0"/>
              <a:t>Ethical and legal considerations: </a:t>
            </a:r>
            <a:endParaRPr lang="en-GB" dirty="0"/>
          </a:p>
          <a:p>
            <a:pPr lvl="1"/>
            <a:r>
              <a:rPr lang="en-GB" dirty="0"/>
              <a:t>Adhere to the professional standards </a:t>
            </a:r>
            <a:endParaRPr lang="en-GB" dirty="0"/>
          </a:p>
          <a:p>
            <a:pPr lvl="1"/>
            <a:r>
              <a:rPr lang="en-GB" dirty="0"/>
              <a:t>Ensure you gain consent </a:t>
            </a:r>
            <a:endParaRPr lang="en-GB" dirty="0"/>
          </a:p>
          <a:p>
            <a:pPr lvl="1"/>
            <a:r>
              <a:rPr lang="en-GB" dirty="0"/>
              <a:t>Maintain confidentiality </a:t>
            </a:r>
            <a:br>
              <a:rPr lang="en-GB" dirty="0"/>
            </a:br>
            <a:endParaRPr lang="en-GB" dirty="0"/>
          </a:p>
        </p:txBody>
      </p:sp>
      <p:pic>
        <p:nvPicPr>
          <p:cNvPr id="5" name="Content Placeholder 4"/>
          <p:cNvPicPr>
            <a:picLocks noGrp="1" noChangeAspect="1"/>
          </p:cNvPicPr>
          <p:nvPr>
            <p:ph sz="half" idx="2"/>
          </p:nvPr>
        </p:nvPicPr>
        <p:blipFill>
          <a:blip r:embed="rId1"/>
          <a:stretch>
            <a:fillRect/>
          </a:stretch>
        </p:blipFill>
        <p:spPr>
          <a:xfrm>
            <a:off x="5597236" y="1626682"/>
            <a:ext cx="3937000" cy="2460625"/>
          </a:xfrm>
          <a:prstGeom prst="rect">
            <a:avLst/>
          </a:prstGeom>
        </p:spPr>
      </p:pic>
      <p:sp>
        <p:nvSpPr>
          <p:cNvPr id="4" name="Title 3"/>
          <p:cNvSpPr>
            <a:spLocks noGrp="1"/>
          </p:cNvSpPr>
          <p:nvPr>
            <p:ph type="title"/>
          </p:nvPr>
        </p:nvSpPr>
        <p:spPr/>
        <p:txBody>
          <a:bodyPr/>
          <a:lstStyle/>
          <a:p>
            <a:r>
              <a:rPr lang="en-GB" dirty="0"/>
              <a:t>Best practice : NHS, NICE, CSP and HCPC </a:t>
            </a:r>
            <a:endParaRPr lang="en-GB" dirty="0"/>
          </a:p>
        </p:txBody>
      </p:sp>
      <p:pic>
        <p:nvPicPr>
          <p:cNvPr id="6" name="Picture 5"/>
          <p:cNvPicPr>
            <a:picLocks noChangeAspect="1"/>
          </p:cNvPicPr>
          <p:nvPr/>
        </p:nvPicPr>
        <p:blipFill>
          <a:blip r:embed="rId2"/>
          <a:stretch>
            <a:fillRect/>
          </a:stretch>
        </p:blipFill>
        <p:spPr>
          <a:xfrm>
            <a:off x="9134763" y="3798095"/>
            <a:ext cx="2286000" cy="1323975"/>
          </a:xfrm>
          <a:prstGeom prst="rect">
            <a:avLst/>
          </a:prstGeom>
        </p:spPr>
      </p:pic>
      <p:pic>
        <p:nvPicPr>
          <p:cNvPr id="7" name="Picture 6"/>
          <p:cNvPicPr>
            <a:picLocks noChangeAspect="1"/>
          </p:cNvPicPr>
          <p:nvPr/>
        </p:nvPicPr>
        <p:blipFill>
          <a:blip r:embed="rId3"/>
          <a:stretch>
            <a:fillRect/>
          </a:stretch>
        </p:blipFill>
        <p:spPr>
          <a:xfrm>
            <a:off x="6634451" y="4876078"/>
            <a:ext cx="5000625" cy="17716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Communicating with colleagues and the MDT </a:t>
            </a:r>
            <a:endParaRPr lang="en-GB" dirty="0"/>
          </a:p>
        </p:txBody>
      </p:sp>
      <p:pic>
        <p:nvPicPr>
          <p:cNvPr id="6" name="Content Placeholder 5"/>
          <p:cNvPicPr>
            <a:picLocks noGrp="1" noChangeAspect="1"/>
          </p:cNvPicPr>
          <p:nvPr>
            <p:ph idx="1"/>
          </p:nvPr>
        </p:nvPicPr>
        <p:blipFill>
          <a:blip r:embed="rId1"/>
          <a:stretch>
            <a:fillRect/>
          </a:stretch>
        </p:blipFill>
        <p:spPr>
          <a:xfrm>
            <a:off x="3052762" y="2774156"/>
            <a:ext cx="6086475" cy="3429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eam High Five GIFs | Tenor"/>
          <p:cNvPicPr>
            <a:picLocks noGrp="1" noChangeAspect="1" noChangeArrowheads="1"/>
          </p:cNvPicPr>
          <p:nvPr>
            <p:ph sz="half" idx="1"/>
          </p:nvPr>
        </p:nvPicPr>
        <p:blipFill>
          <a:blip r:embed="rId1">
            <a:extLst>
              <a:ext uri="{28A0092B-C50C-407E-A947-70E740481C1C}">
                <a14:useLocalDpi xmlns:a14="http://schemas.microsoft.com/office/drawing/2010/main" val="0"/>
              </a:ext>
            </a:extLst>
          </a:blip>
          <a:stretch>
            <a:fillRect/>
          </a:stretch>
        </p:blipFill>
        <p:spPr bwMode="auto">
          <a:xfrm>
            <a:off x="838200" y="2317274"/>
            <a:ext cx="5181600" cy="3368040"/>
          </a:xfrm>
          <a:prstGeom prst="rect">
            <a:avLst/>
          </a:prstGeom>
          <a:solidFill>
            <a:srgbClr val="FFFFFF"/>
          </a:solidFill>
        </p:spPr>
      </p:pic>
      <p:sp>
        <p:nvSpPr>
          <p:cNvPr id="2" name="Content Placeholder 1"/>
          <p:cNvSpPr>
            <a:spLocks noGrp="1"/>
          </p:cNvSpPr>
          <p:nvPr>
            <p:ph sz="half" idx="2"/>
          </p:nvPr>
        </p:nvSpPr>
        <p:spPr>
          <a:xfrm>
            <a:off x="6172200" y="1825625"/>
            <a:ext cx="5181600" cy="4351338"/>
          </a:xfrm>
        </p:spPr>
        <p:txBody>
          <a:bodyPr>
            <a:normAutofit lnSpcReduction="10000"/>
          </a:bodyPr>
          <a:lstStyle/>
          <a:p>
            <a:r>
              <a:rPr lang="en-GB" sz="2400" dirty="0"/>
              <a:t>Importance of MDT collaboration : </a:t>
            </a:r>
            <a:endParaRPr lang="en-GB" sz="2400" dirty="0"/>
          </a:p>
          <a:p>
            <a:pPr lvl="1"/>
            <a:r>
              <a:rPr lang="en-GB" dirty="0"/>
              <a:t>Enhances understanding of each team member’s role and responsibilities </a:t>
            </a:r>
            <a:endParaRPr lang="en-GB" dirty="0"/>
          </a:p>
          <a:p>
            <a:pPr lvl="1"/>
            <a:r>
              <a:rPr lang="en-GB" dirty="0"/>
              <a:t>Fosters trust and collaboration between diverse professionals </a:t>
            </a:r>
            <a:endParaRPr lang="en-GB" dirty="0"/>
          </a:p>
          <a:p>
            <a:pPr lvl="1"/>
            <a:r>
              <a:rPr lang="en-GB" dirty="0"/>
              <a:t>Leads to more holistic and personalised care </a:t>
            </a:r>
            <a:endParaRPr lang="en-GB" dirty="0"/>
          </a:p>
          <a:p>
            <a:pPr lvl="1"/>
            <a:r>
              <a:rPr lang="en-GB" dirty="0"/>
              <a:t>Reduces error and potential harm </a:t>
            </a:r>
            <a:endParaRPr lang="en-GB" dirty="0"/>
          </a:p>
          <a:p>
            <a:pPr lvl="1"/>
            <a:r>
              <a:rPr lang="en-GB" dirty="0"/>
              <a:t>Improves resource efficiency </a:t>
            </a:r>
            <a:endParaRPr lang="en-GB" dirty="0"/>
          </a:p>
          <a:p>
            <a:pPr lvl="1"/>
            <a:r>
              <a:rPr lang="en-GB" dirty="0"/>
              <a:t>Also one of the HCPC SOPs </a:t>
            </a:r>
            <a:endParaRPr lang="en-GB" dirty="0"/>
          </a:p>
        </p:txBody>
      </p:sp>
      <p:sp>
        <p:nvSpPr>
          <p:cNvPr id="4" name="Title 3"/>
          <p:cNvSpPr>
            <a:spLocks noGrp="1"/>
          </p:cNvSpPr>
          <p:nvPr>
            <p:ph type="title"/>
          </p:nvPr>
        </p:nvSpPr>
        <p:spPr>
          <a:xfrm>
            <a:off x="0" y="410368"/>
            <a:ext cx="10515600" cy="1325563"/>
          </a:xfrm>
        </p:spPr>
        <p:txBody>
          <a:bodyPr anchor="ctr">
            <a:normAutofit/>
          </a:bodyPr>
          <a:lstStyle/>
          <a:p>
            <a:r>
              <a:rPr lang="en-GB" dirty="0"/>
              <a:t>Communication with the MDT </a:t>
            </a: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r>
              <a:rPr lang="en-GB" dirty="0"/>
              <a:t>Lots of different mediums: </a:t>
            </a:r>
            <a:endParaRPr lang="en-GB" dirty="0"/>
          </a:p>
          <a:p>
            <a:pPr lvl="1"/>
            <a:r>
              <a:rPr lang="en-GB" dirty="0"/>
              <a:t>In person </a:t>
            </a:r>
            <a:endParaRPr lang="en-GB" dirty="0"/>
          </a:p>
          <a:p>
            <a:pPr lvl="1"/>
            <a:r>
              <a:rPr lang="en-GB" dirty="0"/>
              <a:t>Via email </a:t>
            </a:r>
            <a:endParaRPr lang="en-GB" dirty="0"/>
          </a:p>
          <a:p>
            <a:pPr lvl="1"/>
            <a:r>
              <a:rPr lang="en-GB" dirty="0"/>
              <a:t>Via zoom </a:t>
            </a:r>
            <a:endParaRPr lang="en-GB" dirty="0"/>
          </a:p>
          <a:p>
            <a:pPr lvl="1"/>
            <a:r>
              <a:rPr lang="en-GB" dirty="0"/>
              <a:t>On the phone: </a:t>
            </a:r>
            <a:endParaRPr lang="en-GB" dirty="0"/>
          </a:p>
          <a:p>
            <a:pPr lvl="2"/>
            <a:r>
              <a:rPr lang="en-GB" dirty="0"/>
              <a:t>Pager or bleep system </a:t>
            </a:r>
            <a:endParaRPr lang="en-GB" dirty="0"/>
          </a:p>
          <a:p>
            <a:pPr lvl="2"/>
            <a:r>
              <a:rPr lang="en-GB" dirty="0"/>
              <a:t>Deck phone </a:t>
            </a:r>
            <a:endParaRPr lang="en-GB" dirty="0"/>
          </a:p>
          <a:p>
            <a:pPr lvl="2"/>
            <a:r>
              <a:rPr lang="en-GB" dirty="0"/>
              <a:t>Direct number </a:t>
            </a:r>
            <a:endParaRPr lang="en-GB" dirty="0"/>
          </a:p>
        </p:txBody>
      </p:sp>
      <p:sp>
        <p:nvSpPr>
          <p:cNvPr id="4" name="Title 3"/>
          <p:cNvSpPr>
            <a:spLocks noGrp="1"/>
          </p:cNvSpPr>
          <p:nvPr>
            <p:ph type="title"/>
          </p:nvPr>
        </p:nvSpPr>
        <p:spPr/>
        <p:txBody>
          <a:bodyPr/>
          <a:lstStyle/>
          <a:p>
            <a:r>
              <a:rPr lang="en-GB" dirty="0"/>
              <a:t>Communication with the MDT </a:t>
            </a:r>
            <a:endParaRPr lang="en-GB" dirty="0"/>
          </a:p>
        </p:txBody>
      </p:sp>
      <p:pic>
        <p:nvPicPr>
          <p:cNvPr id="3074" name="Picture 2" descr="GCSE Results Day Advice - Preparing for What Happens Next"/>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858000" y="2824956"/>
            <a:ext cx="3810000" cy="2352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79615"/>
            <a:ext cx="10515600" cy="1325563"/>
          </a:xfrm>
        </p:spPr>
        <p:txBody>
          <a:bodyPr anchor="ctr">
            <a:normAutofit/>
          </a:bodyPr>
          <a:lstStyle/>
          <a:p>
            <a:r>
              <a:rPr lang="en-GB" dirty="0"/>
              <a:t>Emergency or urgent communication: SBAR </a:t>
            </a:r>
            <a:endParaRPr lang="en-GB" dirty="0"/>
          </a:p>
        </p:txBody>
      </p:sp>
      <p:graphicFrame>
        <p:nvGraphicFramePr>
          <p:cNvPr id="11" name="Content Placeholder 2"/>
          <p:cNvGraphicFramePr>
            <a:graphicFrameLocks noGrp="1"/>
          </p:cNvGraphicFramePr>
          <p:nvPr>
            <p:ph idx="1"/>
          </p:nvPr>
        </p:nvGraphicFramePr>
        <p:xfrm>
          <a:off x="838200" y="2048588"/>
          <a:ext cx="10515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GB" dirty="0"/>
              <a:t>Briefly state the current situation or problem </a:t>
            </a:r>
            <a:endParaRPr lang="en-GB" dirty="0"/>
          </a:p>
          <a:p>
            <a:pPr lvl="1"/>
            <a:r>
              <a:rPr lang="en-GB" dirty="0">
                <a:solidFill>
                  <a:srgbClr val="FF0000"/>
                </a:solidFill>
              </a:rPr>
              <a:t>Who, What, When and Where </a:t>
            </a:r>
            <a:endParaRPr lang="en-GB" dirty="0">
              <a:solidFill>
                <a:srgbClr val="FF0000"/>
              </a:solidFill>
            </a:endParaRPr>
          </a:p>
          <a:p>
            <a:pPr lvl="1"/>
            <a:endParaRPr lang="en-GB" dirty="0"/>
          </a:p>
          <a:p>
            <a:pPr lvl="1"/>
            <a:endParaRPr lang="en-GB" dirty="0"/>
          </a:p>
          <a:p>
            <a:r>
              <a:rPr lang="en-GB" dirty="0"/>
              <a:t>E.g. I’m Samantha a student physio calling from Cedar ward. I’m calling about Mr Smith a patient who’s blood pressure keeps dropping. </a:t>
            </a:r>
            <a:endParaRPr lang="en-GB" dirty="0"/>
          </a:p>
        </p:txBody>
      </p:sp>
      <p:sp>
        <p:nvSpPr>
          <p:cNvPr id="2" name="Title 1"/>
          <p:cNvSpPr>
            <a:spLocks noGrp="1"/>
          </p:cNvSpPr>
          <p:nvPr>
            <p:ph type="title"/>
          </p:nvPr>
        </p:nvSpPr>
        <p:spPr/>
        <p:txBody>
          <a:bodyPr/>
          <a:lstStyle/>
          <a:p>
            <a:r>
              <a:rPr lang="en-GB" dirty="0"/>
              <a:t>SBAR : SITUATION</a:t>
            </a:r>
            <a:endParaRPr lang="en-GB"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fontScale="85000" lnSpcReduction="10000"/>
          </a:bodyPr>
          <a:lstStyle/>
          <a:p>
            <a:r>
              <a:rPr lang="en-GB" dirty="0"/>
              <a:t>Provide </a:t>
            </a:r>
            <a:r>
              <a:rPr lang="en-GB" dirty="0">
                <a:solidFill>
                  <a:srgbClr val="FF0000"/>
                </a:solidFill>
              </a:rPr>
              <a:t>relevant context </a:t>
            </a:r>
            <a:r>
              <a:rPr lang="en-GB" dirty="0"/>
              <a:t>and background </a:t>
            </a:r>
            <a:endParaRPr lang="en-GB" dirty="0"/>
          </a:p>
          <a:p>
            <a:pPr lvl="1"/>
            <a:r>
              <a:rPr lang="en-GB" dirty="0"/>
              <a:t>The presenting condition of the patient </a:t>
            </a:r>
            <a:endParaRPr lang="en-GB" dirty="0"/>
          </a:p>
          <a:p>
            <a:pPr lvl="1"/>
            <a:r>
              <a:rPr lang="en-GB" dirty="0"/>
              <a:t>Any procedures/ operations </a:t>
            </a:r>
            <a:endParaRPr lang="en-GB" dirty="0"/>
          </a:p>
          <a:p>
            <a:pPr lvl="1"/>
            <a:r>
              <a:rPr lang="en-GB" dirty="0"/>
              <a:t>How the pt condition has changed </a:t>
            </a:r>
            <a:endParaRPr lang="en-GB" dirty="0"/>
          </a:p>
          <a:p>
            <a:pPr lvl="1"/>
            <a:r>
              <a:rPr lang="en-GB" dirty="0"/>
              <a:t>Observations and outline how they differ from their baseline</a:t>
            </a:r>
            <a:endParaRPr lang="en-GB" dirty="0"/>
          </a:p>
          <a:p>
            <a:r>
              <a:rPr lang="en-GB" dirty="0"/>
              <a:t>E.g. Mr Smith came in for a heart operation 3 days ago. He has been having some low blood pressure when I stand him up. I measured his last blood pressure and it was 60 systolic. He was previously stable with no issues. </a:t>
            </a:r>
            <a:endParaRPr lang="en-GB" dirty="0"/>
          </a:p>
          <a:p>
            <a:pPr lvl="1"/>
            <a:endParaRPr lang="en-GB" dirty="0"/>
          </a:p>
        </p:txBody>
      </p:sp>
      <p:sp>
        <p:nvSpPr>
          <p:cNvPr id="2" name="Title 1"/>
          <p:cNvSpPr>
            <a:spLocks noGrp="1"/>
          </p:cNvSpPr>
          <p:nvPr>
            <p:ph type="title"/>
          </p:nvPr>
        </p:nvSpPr>
        <p:spPr/>
        <p:txBody>
          <a:bodyPr/>
          <a:lstStyle/>
          <a:p>
            <a:r>
              <a:rPr lang="en-GB" dirty="0"/>
              <a:t>SBAR : Background</a:t>
            </a:r>
            <a:endParaRPr lang="en-GB"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a:bodyPr>
          <a:lstStyle/>
          <a:p>
            <a:r>
              <a:rPr lang="en-GB" dirty="0"/>
              <a:t>Share you professional evaluation of the situation if you can or share your concern/ worry </a:t>
            </a:r>
            <a:endParaRPr lang="en-GB" dirty="0"/>
          </a:p>
          <a:p>
            <a:pPr marL="0" indent="0">
              <a:buNone/>
            </a:pPr>
            <a:endParaRPr lang="en-GB" dirty="0"/>
          </a:p>
          <a:p>
            <a:r>
              <a:rPr lang="en-GB" dirty="0"/>
              <a:t>E.g. I mobilised with him yesterday and I am unsure what has caused this change in his blood pressure. It is not safe to mobilise him. </a:t>
            </a:r>
            <a:endParaRPr lang="en-GB" dirty="0"/>
          </a:p>
        </p:txBody>
      </p:sp>
      <p:sp>
        <p:nvSpPr>
          <p:cNvPr id="2" name="Title 1"/>
          <p:cNvSpPr>
            <a:spLocks noGrp="1"/>
          </p:cNvSpPr>
          <p:nvPr>
            <p:ph type="title"/>
          </p:nvPr>
        </p:nvSpPr>
        <p:spPr/>
        <p:txBody>
          <a:bodyPr/>
          <a:lstStyle/>
          <a:p>
            <a:r>
              <a:rPr lang="en-GB" dirty="0"/>
              <a:t>SBAR : Assessment</a:t>
            </a:r>
            <a:endParaRPr lang="en-GB"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normAutofit fontScale="92500"/>
          </a:bodyPr>
          <a:lstStyle/>
          <a:p>
            <a:r>
              <a:rPr lang="en-GB" dirty="0"/>
              <a:t>State your suggestion for addressing the situation </a:t>
            </a:r>
            <a:endParaRPr lang="en-GB" dirty="0"/>
          </a:p>
          <a:p>
            <a:endParaRPr lang="en-GB" dirty="0"/>
          </a:p>
          <a:p>
            <a:r>
              <a:rPr lang="en-GB" dirty="0"/>
              <a:t>Establish if there is anything you can do in the meantime </a:t>
            </a:r>
            <a:endParaRPr lang="en-GB" dirty="0"/>
          </a:p>
          <a:p>
            <a:endParaRPr lang="en-GB" dirty="0"/>
          </a:p>
          <a:p>
            <a:r>
              <a:rPr lang="en-GB" dirty="0"/>
              <a:t>E.g. Please can you come and review Mr smith? Is there anything you would recommend I do whilst I wait for you ? </a:t>
            </a:r>
            <a:endParaRPr lang="en-GB" dirty="0"/>
          </a:p>
        </p:txBody>
      </p:sp>
      <p:sp>
        <p:nvSpPr>
          <p:cNvPr id="2" name="Title 1"/>
          <p:cNvSpPr>
            <a:spLocks noGrp="1"/>
          </p:cNvSpPr>
          <p:nvPr>
            <p:ph type="title"/>
          </p:nvPr>
        </p:nvSpPr>
        <p:spPr/>
        <p:txBody>
          <a:bodyPr/>
          <a:lstStyle/>
          <a:p>
            <a:r>
              <a:rPr lang="en-GB" dirty="0"/>
              <a:t>SBAR : Recommendation </a:t>
            </a:r>
            <a:endParaRPr lang="en-GB" dirty="0"/>
          </a:p>
        </p:txBody>
      </p:sp>
      <p:graphicFrame>
        <p:nvGraphicFramePr>
          <p:cNvPr id="7" name="Content Placeholder 6"/>
          <p:cNvGraphicFramePr>
            <a:graphicFrameLocks noGrp="1"/>
          </p:cNvGraphicFramePr>
          <p:nvPr>
            <p:ph sz="half" idx="2"/>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92500" lnSpcReduction="20000"/>
          </a:bodyPr>
          <a:lstStyle/>
          <a:p>
            <a:r>
              <a:rPr lang="en-GB" dirty="0"/>
              <a:t>Hand over this patient to your neighbour using SBAR: </a:t>
            </a:r>
            <a:endParaRPr lang="en-GB" dirty="0"/>
          </a:p>
          <a:p>
            <a:endParaRPr lang="en-GB" dirty="0"/>
          </a:p>
          <a:p>
            <a:pPr marL="0" indent="0">
              <a:buNone/>
            </a:pPr>
            <a:r>
              <a:rPr lang="en-GB" dirty="0"/>
              <a:t>Mr Brown, he is a day 1 post knee replacement. He’s been mobilising well but this morning has increased pain, his knee is also hot and very swollen. You are a student physio that was sent to review him for mobility and you are on the ortho ward 14G. You want the surgeon to come and review him urgently </a:t>
            </a:r>
            <a:endParaRPr lang="en-GB" dirty="0"/>
          </a:p>
        </p:txBody>
      </p:sp>
      <p:pic>
        <p:nvPicPr>
          <p:cNvPr id="5" name="Content Placeholder 4"/>
          <p:cNvPicPr>
            <a:picLocks noGrp="1" noChangeAspect="1"/>
          </p:cNvPicPr>
          <p:nvPr>
            <p:ph sz="half" idx="2"/>
          </p:nvPr>
        </p:nvPicPr>
        <p:blipFill>
          <a:blip r:embed="rId1"/>
          <a:stretch>
            <a:fillRect/>
          </a:stretch>
        </p:blipFill>
        <p:spPr>
          <a:xfrm>
            <a:off x="6370512" y="1825625"/>
            <a:ext cx="4784976" cy="4351338"/>
          </a:xfrm>
          <a:prstGeom prst="rect">
            <a:avLst/>
          </a:prstGeom>
        </p:spPr>
      </p:pic>
      <p:sp>
        <p:nvSpPr>
          <p:cNvPr id="4" name="Title 3"/>
          <p:cNvSpPr>
            <a:spLocks noGrp="1"/>
          </p:cNvSpPr>
          <p:nvPr>
            <p:ph type="title"/>
          </p:nvPr>
        </p:nvSpPr>
        <p:spPr/>
        <p:txBody>
          <a:bodyPr/>
          <a:lstStyle/>
          <a:p>
            <a:r>
              <a:rPr lang="en-GB" dirty="0"/>
              <a:t>Now it’s your turn </a:t>
            </a:r>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marL="0" indent="0">
              <a:buNone/>
            </a:pPr>
            <a:r>
              <a:rPr lang="en-GB" dirty="0"/>
              <a:t>Mrs Peterson is a stroke patient in room 415 on Tremblay ward. You are ringing the Occupational therapist because you want them to come and do a cognitive review. Mrs Peterson is confused and forgetful. She can’t recall your session from yesterday and her family have reported that she is more confused today after visiting. </a:t>
            </a:r>
            <a:endParaRPr lang="en-GB" dirty="0"/>
          </a:p>
        </p:txBody>
      </p:sp>
      <p:pic>
        <p:nvPicPr>
          <p:cNvPr id="5" name="Content Placeholder 4"/>
          <p:cNvPicPr>
            <a:picLocks noGrp="1" noChangeAspect="1"/>
          </p:cNvPicPr>
          <p:nvPr>
            <p:ph sz="half" idx="2"/>
          </p:nvPr>
        </p:nvPicPr>
        <p:blipFill>
          <a:blip r:embed="rId1"/>
          <a:stretch>
            <a:fillRect/>
          </a:stretch>
        </p:blipFill>
        <p:spPr>
          <a:xfrm>
            <a:off x="6370512" y="1825625"/>
            <a:ext cx="4784976" cy="4351338"/>
          </a:xfrm>
          <a:prstGeom prst="rect">
            <a:avLst/>
          </a:prstGeom>
        </p:spPr>
      </p:pic>
      <p:sp>
        <p:nvSpPr>
          <p:cNvPr id="4" name="Title 3"/>
          <p:cNvSpPr>
            <a:spLocks noGrp="1"/>
          </p:cNvSpPr>
          <p:nvPr>
            <p:ph type="title"/>
          </p:nvPr>
        </p:nvSpPr>
        <p:spPr/>
        <p:txBody>
          <a:bodyPr/>
          <a:lstStyle/>
          <a:p>
            <a:r>
              <a:rPr lang="en-GB" dirty="0"/>
              <a:t>SWAP OVER</a:t>
            </a:r>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92500" lnSpcReduction="10000"/>
          </a:bodyPr>
          <a:lstStyle/>
          <a:p>
            <a:r>
              <a:rPr lang="en-GB" dirty="0"/>
              <a:t>Clear documentation is key: </a:t>
            </a:r>
            <a:endParaRPr lang="en-GB" dirty="0"/>
          </a:p>
          <a:p>
            <a:pPr lvl="1"/>
            <a:r>
              <a:rPr lang="en-GB" dirty="0"/>
              <a:t>Ensures good communication in MDT : </a:t>
            </a:r>
            <a:endParaRPr lang="en-GB" dirty="0"/>
          </a:p>
          <a:p>
            <a:pPr lvl="2"/>
            <a:r>
              <a:rPr lang="en-GB" dirty="0"/>
              <a:t>Other physios </a:t>
            </a:r>
            <a:endParaRPr lang="en-GB" dirty="0"/>
          </a:p>
          <a:p>
            <a:pPr lvl="2"/>
            <a:r>
              <a:rPr lang="en-GB" dirty="0"/>
              <a:t>Other professions </a:t>
            </a:r>
            <a:endParaRPr lang="en-GB" dirty="0"/>
          </a:p>
          <a:p>
            <a:pPr lvl="1"/>
            <a:r>
              <a:rPr lang="en-GB" dirty="0"/>
              <a:t>Creates a log of what treatments you have completed </a:t>
            </a:r>
            <a:endParaRPr lang="en-GB" dirty="0"/>
          </a:p>
          <a:p>
            <a:pPr lvl="2"/>
            <a:r>
              <a:rPr lang="en-GB" dirty="0"/>
              <a:t>Continuity of care </a:t>
            </a:r>
            <a:endParaRPr lang="en-GB" dirty="0"/>
          </a:p>
          <a:p>
            <a:pPr lvl="2"/>
            <a:r>
              <a:rPr lang="en-GB" dirty="0"/>
              <a:t>Safety and risk assessment </a:t>
            </a:r>
            <a:endParaRPr lang="en-GB" dirty="0"/>
          </a:p>
          <a:p>
            <a:pPr lvl="2"/>
            <a:r>
              <a:rPr lang="en-GB" dirty="0"/>
              <a:t>Protects you from legal issues </a:t>
            </a:r>
            <a:endParaRPr lang="en-GB" dirty="0"/>
          </a:p>
          <a:p>
            <a:pPr lvl="2"/>
            <a:r>
              <a:rPr lang="en-GB" dirty="0"/>
              <a:t>Demonstrates and documents your clinical reasoning </a:t>
            </a:r>
            <a:endParaRPr lang="en-GB" dirty="0"/>
          </a:p>
          <a:p>
            <a:pPr lvl="1"/>
            <a:r>
              <a:rPr lang="en-GB" dirty="0"/>
              <a:t>Part of your HCPC SOPs……</a:t>
            </a:r>
            <a:endParaRPr lang="en-GB" dirty="0"/>
          </a:p>
          <a:p>
            <a:pPr lvl="1"/>
            <a:r>
              <a:rPr lang="en-GB" dirty="0"/>
              <a:t>Must be completed in 24 hrs </a:t>
            </a:r>
            <a:endParaRPr lang="en-GB" dirty="0"/>
          </a:p>
          <a:p>
            <a:pPr lvl="2"/>
            <a:endParaRPr lang="en-GB" dirty="0"/>
          </a:p>
        </p:txBody>
      </p:sp>
      <p:pic>
        <p:nvPicPr>
          <p:cNvPr id="6" name="Content Placeholder 5" descr="Healthcare worker typing on keyboard"/>
          <p:cNvPicPr>
            <a:picLocks noGrp="1"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6172200" y="2274094"/>
            <a:ext cx="5181600" cy="3454400"/>
          </a:xfrm>
        </p:spPr>
      </p:pic>
      <p:sp>
        <p:nvSpPr>
          <p:cNvPr id="4" name="Title 3"/>
          <p:cNvSpPr>
            <a:spLocks noGrp="1"/>
          </p:cNvSpPr>
          <p:nvPr>
            <p:ph type="title"/>
          </p:nvPr>
        </p:nvSpPr>
        <p:spPr/>
        <p:txBody>
          <a:bodyPr/>
          <a:lstStyle/>
          <a:p>
            <a:r>
              <a:rPr lang="en-GB" dirty="0"/>
              <a:t>Documentation </a:t>
            </a: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lnSpcReduction="10000"/>
          </a:bodyPr>
          <a:lstStyle/>
          <a:p>
            <a:r>
              <a:rPr lang="en-GB" dirty="0"/>
              <a:t>Standard 10 : Keep record of your work </a:t>
            </a:r>
            <a:endParaRPr lang="en-GB" dirty="0"/>
          </a:p>
          <a:p>
            <a:pPr lvl="1"/>
            <a:r>
              <a:rPr lang="en-GB" dirty="0"/>
              <a:t>Keep full clear and accurate records for everyone you treat, care for or provide other services to </a:t>
            </a:r>
            <a:endParaRPr lang="en-GB" dirty="0"/>
          </a:p>
          <a:p>
            <a:pPr lvl="1"/>
            <a:r>
              <a:rPr lang="en-GB" dirty="0"/>
              <a:t>Complete all records promptly and as soon as possible after providing care treatment or other services </a:t>
            </a:r>
            <a:endParaRPr lang="en-GB" dirty="0"/>
          </a:p>
          <a:p>
            <a:pPr lvl="1"/>
            <a:r>
              <a:rPr lang="en-GB" dirty="0"/>
              <a:t>Keep records secure by protecting them from loss, damage or inappropriate access </a:t>
            </a:r>
            <a:endParaRPr lang="en-GB" dirty="0"/>
          </a:p>
        </p:txBody>
      </p:sp>
      <p:sp>
        <p:nvSpPr>
          <p:cNvPr id="3" name="Content Placeholder 2"/>
          <p:cNvSpPr>
            <a:spLocks noGrp="1"/>
          </p:cNvSpPr>
          <p:nvPr>
            <p:ph sz="half" idx="2"/>
          </p:nvPr>
        </p:nvSpPr>
        <p:spPr/>
        <p:txBody>
          <a:bodyPr>
            <a:normAutofit lnSpcReduction="10000"/>
          </a:bodyPr>
          <a:lstStyle/>
          <a:p>
            <a:r>
              <a:rPr lang="en-GB" dirty="0"/>
              <a:t>Standard 2: communicate appropriately and effectively </a:t>
            </a:r>
            <a:endParaRPr lang="en-GB" dirty="0"/>
          </a:p>
          <a:p>
            <a:endParaRPr lang="en-GB" dirty="0"/>
          </a:p>
          <a:p>
            <a:r>
              <a:rPr lang="en-GB" dirty="0"/>
              <a:t>Standard 7 : report concerns about safety </a:t>
            </a:r>
            <a:endParaRPr lang="en-GB" dirty="0"/>
          </a:p>
          <a:p>
            <a:endParaRPr lang="en-GB" dirty="0"/>
          </a:p>
          <a:p>
            <a:r>
              <a:rPr lang="en-GB" dirty="0"/>
              <a:t>Standard 8 : Be open when  things go wrong </a:t>
            </a:r>
            <a:endParaRPr lang="en-GB" dirty="0"/>
          </a:p>
        </p:txBody>
      </p:sp>
      <p:sp>
        <p:nvSpPr>
          <p:cNvPr id="4" name="Title 3"/>
          <p:cNvSpPr>
            <a:spLocks noGrp="1"/>
          </p:cNvSpPr>
          <p:nvPr>
            <p:ph type="title"/>
          </p:nvPr>
        </p:nvSpPr>
        <p:spPr/>
        <p:txBody>
          <a:bodyPr/>
          <a:lstStyle/>
          <a:p>
            <a:r>
              <a:rPr lang="en-GB" dirty="0"/>
              <a:t>HCPC SOP</a:t>
            </a:r>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SOAP NOTES </a:t>
            </a:r>
            <a:endParaRPr lang="en-GB" dirty="0"/>
          </a:p>
        </p:txBody>
      </p:sp>
      <p:sp>
        <p:nvSpPr>
          <p:cNvPr id="5" name="Content Placeholder 1"/>
          <p:cNvSpPr>
            <a:spLocks noGrp="1"/>
          </p:cNvSpPr>
          <p:nvPr>
            <p:ph sz="half" idx="1"/>
          </p:nvPr>
        </p:nvSpPr>
        <p:spPr>
          <a:xfrm>
            <a:off x="838200" y="1825625"/>
            <a:ext cx="5181600" cy="4351338"/>
          </a:xfrm>
        </p:spPr>
        <p:txBody>
          <a:bodyPr>
            <a:normAutofit fontScale="92500" lnSpcReduction="20000"/>
          </a:bodyPr>
          <a:lstStyle/>
          <a:p>
            <a:r>
              <a:rPr lang="en-GB" dirty="0"/>
              <a:t>S : Subjective assessment </a:t>
            </a:r>
            <a:endParaRPr lang="en-GB" dirty="0"/>
          </a:p>
          <a:p>
            <a:pPr lvl="1"/>
            <a:r>
              <a:rPr lang="en-GB" dirty="0"/>
              <a:t>Consent </a:t>
            </a:r>
            <a:endParaRPr lang="en-GB" dirty="0"/>
          </a:p>
          <a:p>
            <a:pPr lvl="1"/>
            <a:r>
              <a:rPr lang="en-GB" dirty="0"/>
              <a:t>PC , HPC,  PMH, MH, SH </a:t>
            </a:r>
            <a:endParaRPr lang="en-GB" dirty="0"/>
          </a:p>
          <a:p>
            <a:pPr lvl="1"/>
            <a:r>
              <a:rPr lang="en-GB" dirty="0"/>
              <a:t>Any updates from you or the patient</a:t>
            </a:r>
            <a:endParaRPr lang="en-GB" dirty="0"/>
          </a:p>
          <a:p>
            <a:pPr marL="457200" lvl="1" indent="0">
              <a:buNone/>
            </a:pPr>
            <a:r>
              <a:rPr lang="en-GB" dirty="0"/>
              <a:t> </a:t>
            </a:r>
            <a:endParaRPr lang="en-GB" dirty="0"/>
          </a:p>
          <a:p>
            <a:r>
              <a:rPr lang="en-GB" dirty="0"/>
              <a:t>O: objective assessment </a:t>
            </a:r>
            <a:endParaRPr lang="en-GB" dirty="0"/>
          </a:p>
          <a:p>
            <a:pPr lvl="1"/>
            <a:r>
              <a:rPr lang="en-GB" dirty="0"/>
              <a:t>A:E assessment </a:t>
            </a:r>
            <a:endParaRPr lang="en-GB" dirty="0"/>
          </a:p>
          <a:p>
            <a:pPr lvl="1"/>
            <a:r>
              <a:rPr lang="en-GB" dirty="0"/>
              <a:t>Risk assessment : how much help is needed for this patient , any special considerations. </a:t>
            </a:r>
            <a:endParaRPr lang="en-GB" dirty="0"/>
          </a:p>
          <a:p>
            <a:pPr lvl="1"/>
            <a:r>
              <a:rPr lang="en-GB" dirty="0"/>
              <a:t>Special tests or outcome measures</a:t>
            </a:r>
            <a:endParaRPr lang="en-GB" dirty="0"/>
          </a:p>
          <a:p>
            <a:pPr lvl="1"/>
            <a:endParaRPr lang="en-GB" dirty="0"/>
          </a:p>
          <a:p>
            <a:r>
              <a:rPr lang="en-GB" dirty="0"/>
              <a:t>Treatment section ( Rx ) </a:t>
            </a:r>
            <a:endParaRPr lang="en-GB" dirty="0"/>
          </a:p>
          <a:p>
            <a:pPr lvl="1"/>
            <a:r>
              <a:rPr lang="en-GB" dirty="0"/>
              <a:t>What you did in your session </a:t>
            </a:r>
            <a:endParaRPr lang="en-GB" dirty="0"/>
          </a:p>
        </p:txBody>
      </p:sp>
      <p:sp>
        <p:nvSpPr>
          <p:cNvPr id="7" name="Content Placeholder 2"/>
          <p:cNvSpPr>
            <a:spLocks noGrp="1"/>
          </p:cNvSpPr>
          <p:nvPr>
            <p:ph sz="half" idx="2"/>
          </p:nvPr>
        </p:nvSpPr>
        <p:spPr>
          <a:xfrm>
            <a:off x="6172200" y="1825625"/>
            <a:ext cx="5181600" cy="4351338"/>
          </a:xfrm>
        </p:spPr>
        <p:txBody>
          <a:bodyPr>
            <a:normAutofit fontScale="92500" lnSpcReduction="20000"/>
          </a:bodyPr>
          <a:lstStyle/>
          <a:p>
            <a:r>
              <a:rPr lang="en-GB" dirty="0"/>
              <a:t>A: Analysis </a:t>
            </a:r>
            <a:endParaRPr lang="en-GB" dirty="0"/>
          </a:p>
          <a:p>
            <a:pPr lvl="1"/>
            <a:r>
              <a:rPr lang="en-GB" dirty="0"/>
              <a:t>Short summary of what you did/ found and any updates </a:t>
            </a:r>
            <a:endParaRPr lang="en-GB" dirty="0"/>
          </a:p>
          <a:p>
            <a:pPr lvl="1"/>
            <a:r>
              <a:rPr lang="en-GB" dirty="0"/>
              <a:t>The clinical reasoning behind your treatment choices </a:t>
            </a:r>
            <a:endParaRPr lang="en-GB" dirty="0"/>
          </a:p>
          <a:p>
            <a:r>
              <a:rPr lang="en-GB" dirty="0"/>
              <a:t>P: Plan </a:t>
            </a:r>
            <a:endParaRPr lang="en-GB" dirty="0"/>
          </a:p>
          <a:p>
            <a:pPr lvl="1"/>
            <a:r>
              <a:rPr lang="en-GB" dirty="0"/>
              <a:t>What you plan to do with the patient in your next session </a:t>
            </a:r>
            <a:endParaRPr lang="en-GB" dirty="0"/>
          </a:p>
          <a:p>
            <a:pPr lvl="1"/>
            <a:r>
              <a:rPr lang="en-GB" dirty="0"/>
              <a:t>Any goals </a:t>
            </a:r>
            <a:endParaRPr lang="en-GB"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lnSpcReduction="10000"/>
          </a:bodyPr>
          <a:lstStyle/>
          <a:p>
            <a:r>
              <a:rPr lang="en-GB" dirty="0"/>
              <a:t>S: consent gained for treatment and assessment. Pt is day 1 post THR, reporting 3/10 pain. Eager to get up and go home. Medical team have no updates or plans, EDD: Friday am. </a:t>
            </a:r>
            <a:endParaRPr lang="en-GB" dirty="0"/>
          </a:p>
          <a:p>
            <a:pPr marL="457200" lvl="1" indent="0">
              <a:buNone/>
            </a:pPr>
            <a:r>
              <a:rPr lang="en-GB" dirty="0"/>
              <a:t>SH: lives in a house with partner, 1 x flight of stairs. Previously some limitation with mobilising longer than 20 mins due to pain otherwise independent</a:t>
            </a:r>
            <a:endParaRPr lang="en-GB" dirty="0"/>
          </a:p>
          <a:p>
            <a:pPr marL="457200" lvl="1" indent="0">
              <a:buNone/>
            </a:pPr>
            <a:r>
              <a:rPr lang="en-GB" dirty="0"/>
              <a:t>				</a:t>
            </a:r>
            <a:endParaRPr lang="en-GB" dirty="0"/>
          </a:p>
        </p:txBody>
      </p:sp>
      <p:sp>
        <p:nvSpPr>
          <p:cNvPr id="3" name="Content Placeholder 2"/>
          <p:cNvSpPr>
            <a:spLocks noGrp="1"/>
          </p:cNvSpPr>
          <p:nvPr>
            <p:ph sz="half" idx="2"/>
          </p:nvPr>
        </p:nvSpPr>
        <p:spPr/>
        <p:txBody>
          <a:bodyPr>
            <a:normAutofit lnSpcReduction="10000"/>
          </a:bodyPr>
          <a:lstStyle/>
          <a:p>
            <a:r>
              <a:rPr lang="en-GB" dirty="0"/>
              <a:t>O: </a:t>
            </a:r>
            <a:endParaRPr lang="en-GB" dirty="0"/>
          </a:p>
          <a:p>
            <a:pPr marL="0" indent="0">
              <a:buNone/>
            </a:pPr>
            <a:r>
              <a:rPr lang="en-GB" dirty="0"/>
              <a:t>A: own, patent </a:t>
            </a:r>
            <a:endParaRPr lang="en-GB" dirty="0"/>
          </a:p>
          <a:p>
            <a:pPr marL="0" indent="0">
              <a:buNone/>
            </a:pPr>
            <a:r>
              <a:rPr lang="en-GB" dirty="0"/>
              <a:t>B: Self ventilating (SV) on Room air (RA) Spo2 98% RR 12 </a:t>
            </a:r>
            <a:endParaRPr lang="en-GB" dirty="0"/>
          </a:p>
          <a:p>
            <a:pPr marL="0" indent="0">
              <a:buNone/>
            </a:pPr>
            <a:r>
              <a:rPr lang="en-GB" dirty="0"/>
              <a:t>C: Hr 60 Bp 120/80 (70) T 36.5 </a:t>
            </a:r>
            <a:br>
              <a:rPr lang="en-GB" dirty="0"/>
            </a:br>
            <a:r>
              <a:rPr lang="en-GB" dirty="0"/>
              <a:t>D: Alert </a:t>
            </a:r>
            <a:endParaRPr lang="en-GB" dirty="0"/>
          </a:p>
          <a:p>
            <a:pPr marL="0" indent="0">
              <a:buNone/>
            </a:pPr>
            <a:r>
              <a:rPr lang="en-GB" dirty="0"/>
              <a:t>E: 1 x cannula in hand, no other attachments </a:t>
            </a:r>
            <a:endParaRPr lang="en-GB" dirty="0"/>
          </a:p>
          <a:p>
            <a:pPr marL="0" indent="0">
              <a:buNone/>
            </a:pPr>
            <a:r>
              <a:rPr lang="en-GB" dirty="0"/>
              <a:t>Pt looks well, sat up in chair on approach </a:t>
            </a:r>
            <a:endParaRPr lang="en-GB" dirty="0"/>
          </a:p>
        </p:txBody>
      </p:sp>
      <p:sp>
        <p:nvSpPr>
          <p:cNvPr id="4" name="Title 3"/>
          <p:cNvSpPr>
            <a:spLocks noGrp="1"/>
          </p:cNvSpPr>
          <p:nvPr>
            <p:ph type="title"/>
          </p:nvPr>
        </p:nvSpPr>
        <p:spPr/>
        <p:txBody>
          <a:bodyPr/>
          <a:lstStyle/>
          <a:p>
            <a:r>
              <a:rPr lang="en-GB" dirty="0"/>
              <a:t>Example </a:t>
            </a:r>
            <a:endParaRPr lang="en-GB"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r>
              <a:rPr lang="en-GB" dirty="0"/>
              <a:t>Rx: </a:t>
            </a:r>
            <a:endParaRPr lang="en-GB" dirty="0"/>
          </a:p>
          <a:p>
            <a:pPr marL="514350" indent="-514350">
              <a:buAutoNum type="arabicPeriod"/>
            </a:pPr>
            <a:r>
              <a:rPr lang="en-GB" dirty="0"/>
              <a:t>Sit to stand (STS) from chair Ao1 minimal </a:t>
            </a:r>
            <a:endParaRPr lang="en-GB" dirty="0"/>
          </a:p>
          <a:p>
            <a:pPr marL="514350" indent="-514350">
              <a:buAutoNum type="arabicPeriod"/>
            </a:pPr>
            <a:r>
              <a:rPr lang="en-GB" dirty="0"/>
              <a:t>Mobilised 50m with WZF and So1, no loss of balance, no deviation in gait , no pain reported </a:t>
            </a:r>
            <a:endParaRPr lang="en-GB" dirty="0"/>
          </a:p>
          <a:p>
            <a:pPr marL="514350" indent="-514350">
              <a:buAutoNum type="arabicPeriod"/>
            </a:pPr>
            <a:r>
              <a:rPr lang="en-GB" dirty="0"/>
              <a:t>Pt returned to bedside and left comfortable in chair with call bell in reach </a:t>
            </a:r>
            <a:endParaRPr lang="en-GB" dirty="0"/>
          </a:p>
        </p:txBody>
      </p:sp>
      <p:sp>
        <p:nvSpPr>
          <p:cNvPr id="3" name="Content Placeholder 2"/>
          <p:cNvSpPr>
            <a:spLocks noGrp="1"/>
          </p:cNvSpPr>
          <p:nvPr>
            <p:ph sz="half" idx="2"/>
          </p:nvPr>
        </p:nvSpPr>
        <p:spPr/>
        <p:txBody>
          <a:bodyPr>
            <a:normAutofit/>
          </a:bodyPr>
          <a:lstStyle/>
          <a:p>
            <a:r>
              <a:rPr lang="en-GB" dirty="0"/>
              <a:t>A: pt is progressing well with mobility. Off baseline as mobilising with WZF, and requiring Ao1 to stand from chair. Pt lives with partner and previously independent. If no improvement by Friday will potentially require POC. Will require stairs assessment before discharge. </a:t>
            </a:r>
            <a:endParaRPr lang="en-GB" dirty="0"/>
          </a:p>
        </p:txBody>
      </p:sp>
      <p:sp>
        <p:nvSpPr>
          <p:cNvPr id="4" name="Title 3"/>
          <p:cNvSpPr>
            <a:spLocks noGrp="1"/>
          </p:cNvSpPr>
          <p:nvPr>
            <p:ph type="title"/>
          </p:nvPr>
        </p:nvSpPr>
        <p:spPr/>
        <p:txBody>
          <a:bodyPr/>
          <a:lstStyle/>
          <a:p>
            <a:r>
              <a:rPr lang="en-GB" dirty="0"/>
              <a:t>Example </a:t>
            </a:r>
            <a:endParaRPr lang="en-GB"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838200" y="1825625"/>
            <a:ext cx="5181600" cy="4351338"/>
          </a:xfrm>
        </p:spPr>
        <p:txBody>
          <a:bodyPr>
            <a:normAutofit/>
          </a:bodyPr>
          <a:lstStyle/>
          <a:p>
            <a:r>
              <a:rPr lang="en-GB" sz="2600" dirty="0"/>
              <a:t>P: Review again in the morning. Assess mobility and STS, progress to hand held Ao1 (HHAO1) from WZF. Complete stairs assessment </a:t>
            </a:r>
            <a:endParaRPr lang="en-GB" sz="2600" dirty="0"/>
          </a:p>
          <a:p>
            <a:endParaRPr lang="en-GB" sz="2600" dirty="0"/>
          </a:p>
          <a:p>
            <a:r>
              <a:rPr lang="en-GB" sz="2600" dirty="0"/>
              <a:t>Goals: </a:t>
            </a:r>
            <a:endParaRPr lang="en-GB" sz="2600" dirty="0"/>
          </a:p>
          <a:p>
            <a:pPr lvl="1"/>
            <a:r>
              <a:rPr lang="en-GB" sz="2600" dirty="0"/>
              <a:t>Mobilise 10m  with So1 only 2/7</a:t>
            </a:r>
            <a:endParaRPr lang="en-GB" sz="2600" dirty="0"/>
          </a:p>
          <a:p>
            <a:pPr lvl="1"/>
            <a:r>
              <a:rPr lang="en-GB" sz="2600" dirty="0"/>
              <a:t>So1 on 1 x flight stairs using single banister in 3/7   </a:t>
            </a:r>
            <a:endParaRPr lang="en-GB" sz="2600" dirty="0"/>
          </a:p>
        </p:txBody>
      </p:sp>
      <p:pic>
        <p:nvPicPr>
          <p:cNvPr id="6" name="Picture 5" descr="Hand typing on keyboard"/>
          <p:cNvPicPr>
            <a:picLocks noChangeAspect="1"/>
          </p:cNvPicPr>
          <p:nvPr/>
        </p:nvPicPr>
        <p:blipFill>
          <a:blip r:embed="rId1">
            <a:extLst>
              <a:ext uri="{28A0092B-C50C-407E-A947-70E740481C1C}">
                <a14:useLocalDpi xmlns:a14="http://schemas.microsoft.com/office/drawing/2010/main" val="0"/>
              </a:ext>
            </a:extLst>
          </a:blip>
          <a:srcRect l="17759" r="2754" b="-1"/>
          <a:stretch>
            <a:fillRect/>
          </a:stretch>
        </p:blipFill>
        <p:spPr>
          <a:xfrm>
            <a:off x="6172200" y="1825625"/>
            <a:ext cx="5181600" cy="4351338"/>
          </a:xfrm>
          <a:prstGeom prst="rect">
            <a:avLst/>
          </a:prstGeom>
          <a:noFill/>
        </p:spPr>
      </p:pic>
      <p:sp>
        <p:nvSpPr>
          <p:cNvPr id="4" name="Title 3"/>
          <p:cNvSpPr>
            <a:spLocks noGrp="1"/>
          </p:cNvSpPr>
          <p:nvPr>
            <p:ph type="title"/>
          </p:nvPr>
        </p:nvSpPr>
        <p:spPr>
          <a:xfrm>
            <a:off x="0" y="410368"/>
            <a:ext cx="10515600" cy="1325563"/>
          </a:xfrm>
        </p:spPr>
        <p:txBody>
          <a:bodyPr anchor="ctr">
            <a:normAutofit/>
          </a:bodyPr>
          <a:lstStyle/>
          <a:p>
            <a:r>
              <a:rPr lang="en-GB" dirty="0"/>
              <a:t>Example </a:t>
            </a:r>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92500" lnSpcReduction="10000"/>
          </a:bodyPr>
          <a:lstStyle/>
          <a:p>
            <a:r>
              <a:rPr lang="en-GB" dirty="0"/>
              <a:t>Forms part of your clinical reasoning and your assessment</a:t>
            </a:r>
            <a:endParaRPr lang="en-GB" dirty="0"/>
          </a:p>
          <a:p>
            <a:endParaRPr lang="en-GB" dirty="0"/>
          </a:p>
          <a:p>
            <a:r>
              <a:rPr lang="en-GB" dirty="0"/>
              <a:t>Helps to organise your thoughts </a:t>
            </a:r>
            <a:endParaRPr lang="en-GB" dirty="0"/>
          </a:p>
          <a:p>
            <a:endParaRPr lang="en-GB" dirty="0"/>
          </a:p>
          <a:p>
            <a:r>
              <a:rPr lang="en-GB" dirty="0"/>
              <a:t>Helps to identify your treatment goals </a:t>
            </a:r>
            <a:endParaRPr lang="en-GB" dirty="0"/>
          </a:p>
          <a:p>
            <a:endParaRPr lang="en-GB" dirty="0"/>
          </a:p>
          <a:p>
            <a:r>
              <a:rPr lang="en-GB" dirty="0"/>
              <a:t>Guides your objective assessment choices </a:t>
            </a:r>
            <a:endParaRPr lang="en-GB" dirty="0"/>
          </a:p>
        </p:txBody>
      </p:sp>
      <p:sp>
        <p:nvSpPr>
          <p:cNvPr id="4" name="Title 3"/>
          <p:cNvSpPr>
            <a:spLocks noGrp="1"/>
          </p:cNvSpPr>
          <p:nvPr>
            <p:ph type="title"/>
          </p:nvPr>
        </p:nvSpPr>
        <p:spPr/>
        <p:txBody>
          <a:bodyPr/>
          <a:lstStyle/>
          <a:p>
            <a:r>
              <a:rPr lang="en-GB" dirty="0"/>
              <a:t>Creating a problem list </a:t>
            </a:r>
            <a:endParaRPr lang="en-GB" dirty="0"/>
          </a:p>
        </p:txBody>
      </p:sp>
      <p:pic>
        <p:nvPicPr>
          <p:cNvPr id="4098" name="Picture 2" descr="Customized Physical Therapy Can Ease Lower Back Pain - Apollo Physical  Therapy- Oswego, NY"/>
          <p:cNvPicPr>
            <a:picLocks noGrp="1" noChangeAspect="1" noChangeArrowheads="1"/>
          </p:cNvPicPr>
          <p:nvPr>
            <p:ph sz="half" idx="2"/>
          </p:nvPr>
        </p:nvPicPr>
        <p:blipFill>
          <a:blip r:embed="rId1">
            <a:extLst>
              <a:ext uri="{28A0092B-C50C-407E-A947-70E740481C1C}">
                <a14:useLocalDpi xmlns:a14="http://schemas.microsoft.com/office/drawing/2010/main" val="0"/>
              </a:ext>
            </a:extLst>
          </a:blip>
          <a:srcRect/>
          <a:stretch>
            <a:fillRect/>
          </a:stretch>
        </p:blipFill>
        <p:spPr bwMode="auto">
          <a:xfrm>
            <a:off x="6172200" y="2292109"/>
            <a:ext cx="5181600" cy="34183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r>
              <a:rPr lang="en-GB" dirty="0"/>
              <a:t>Should be created as soon as you receive the referral :</a:t>
            </a:r>
            <a:endParaRPr lang="en-GB" dirty="0"/>
          </a:p>
          <a:p>
            <a:pPr lvl="1"/>
            <a:r>
              <a:rPr lang="en-GB" dirty="0"/>
              <a:t>When you read the written referral </a:t>
            </a:r>
            <a:endParaRPr lang="en-GB" dirty="0"/>
          </a:p>
          <a:p>
            <a:pPr lvl="1"/>
            <a:r>
              <a:rPr lang="en-GB" dirty="0"/>
              <a:t>When you do your subjective assessment </a:t>
            </a:r>
            <a:endParaRPr lang="en-GB" dirty="0"/>
          </a:p>
          <a:p>
            <a:pPr lvl="1"/>
            <a:r>
              <a:rPr lang="en-GB" dirty="0"/>
              <a:t>When you receive a handover from another member of staff</a:t>
            </a:r>
            <a:endParaRPr lang="en-GB" dirty="0"/>
          </a:p>
          <a:p>
            <a:pPr marL="457200" lvl="1" indent="0">
              <a:buNone/>
            </a:pPr>
            <a:endParaRPr lang="en-GB" dirty="0"/>
          </a:p>
        </p:txBody>
      </p:sp>
      <p:sp>
        <p:nvSpPr>
          <p:cNvPr id="3" name="Content Placeholder 2"/>
          <p:cNvSpPr>
            <a:spLocks noGrp="1"/>
          </p:cNvSpPr>
          <p:nvPr>
            <p:ph sz="half" idx="2"/>
          </p:nvPr>
        </p:nvSpPr>
        <p:spPr/>
        <p:txBody>
          <a:bodyPr/>
          <a:lstStyle/>
          <a:p>
            <a:r>
              <a:rPr lang="en-GB" dirty="0"/>
              <a:t>Briefly summarises the main problems with that patient </a:t>
            </a:r>
            <a:endParaRPr lang="en-GB" dirty="0"/>
          </a:p>
          <a:p>
            <a:endParaRPr lang="en-GB" dirty="0"/>
          </a:p>
          <a:p>
            <a:r>
              <a:rPr lang="en-GB" dirty="0"/>
              <a:t>Should be in order of importance </a:t>
            </a:r>
            <a:endParaRPr lang="en-GB" dirty="0"/>
          </a:p>
        </p:txBody>
      </p:sp>
      <p:sp>
        <p:nvSpPr>
          <p:cNvPr id="4" name="Title 3"/>
          <p:cNvSpPr>
            <a:spLocks noGrp="1"/>
          </p:cNvSpPr>
          <p:nvPr>
            <p:ph type="title"/>
          </p:nvPr>
        </p:nvSpPr>
        <p:spPr/>
        <p:txBody>
          <a:bodyPr/>
          <a:lstStyle/>
          <a:p>
            <a:r>
              <a:rPr lang="en-GB" dirty="0"/>
              <a:t>Creating a problem list </a:t>
            </a:r>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lnSpcReduction="10000"/>
          </a:bodyPr>
          <a:lstStyle/>
          <a:p>
            <a:r>
              <a:rPr lang="en-GB" dirty="0"/>
              <a:t>Problem list : </a:t>
            </a:r>
            <a:endParaRPr lang="en-GB" dirty="0"/>
          </a:p>
          <a:p>
            <a:pPr lvl="1"/>
            <a:r>
              <a:rPr lang="en-GB" dirty="0"/>
              <a:t>Reduced oxygen levels </a:t>
            </a:r>
            <a:endParaRPr lang="en-GB" dirty="0"/>
          </a:p>
          <a:p>
            <a:pPr lvl="1"/>
            <a:r>
              <a:rPr lang="en-GB" dirty="0"/>
              <a:t>Thick sputum </a:t>
            </a:r>
            <a:endParaRPr lang="en-GB" dirty="0"/>
          </a:p>
          <a:p>
            <a:pPr lvl="1"/>
            <a:r>
              <a:rPr lang="en-GB" dirty="0"/>
              <a:t>Weak cough </a:t>
            </a:r>
            <a:endParaRPr lang="en-GB" dirty="0"/>
          </a:p>
          <a:p>
            <a:pPr lvl="1"/>
            <a:endParaRPr lang="en-GB" dirty="0"/>
          </a:p>
          <a:p>
            <a:pPr lvl="1"/>
            <a:endParaRPr lang="en-GB" dirty="0"/>
          </a:p>
          <a:p>
            <a:r>
              <a:rPr lang="en-GB" dirty="0"/>
              <a:t>Problem list : </a:t>
            </a:r>
            <a:endParaRPr lang="en-GB" dirty="0"/>
          </a:p>
          <a:p>
            <a:pPr lvl="1"/>
            <a:r>
              <a:rPr lang="en-GB" dirty="0"/>
              <a:t>Back pain for 3/12 </a:t>
            </a:r>
            <a:endParaRPr lang="en-GB" dirty="0"/>
          </a:p>
          <a:p>
            <a:pPr lvl="1"/>
            <a:r>
              <a:rPr lang="en-GB" dirty="0"/>
              <a:t>Struggling to sit for longer than 15 minutes </a:t>
            </a:r>
            <a:endParaRPr lang="en-GB" dirty="0"/>
          </a:p>
          <a:p>
            <a:pPr lvl="1"/>
            <a:r>
              <a:rPr lang="en-GB" dirty="0"/>
              <a:t>Occasionally affecting sleep </a:t>
            </a:r>
            <a:endParaRPr lang="en-GB" dirty="0"/>
          </a:p>
        </p:txBody>
      </p:sp>
      <p:sp>
        <p:nvSpPr>
          <p:cNvPr id="3" name="Content Placeholder 2"/>
          <p:cNvSpPr>
            <a:spLocks noGrp="1"/>
          </p:cNvSpPr>
          <p:nvPr>
            <p:ph sz="half" idx="2"/>
          </p:nvPr>
        </p:nvSpPr>
        <p:spPr/>
        <p:txBody>
          <a:bodyPr>
            <a:normAutofit lnSpcReduction="10000"/>
          </a:bodyPr>
          <a:lstStyle/>
          <a:p>
            <a:r>
              <a:rPr lang="en-GB" dirty="0"/>
              <a:t>Problem list: </a:t>
            </a:r>
            <a:endParaRPr lang="en-GB" dirty="0"/>
          </a:p>
          <a:p>
            <a:pPr lvl="1"/>
            <a:r>
              <a:rPr lang="en-GB" dirty="0"/>
              <a:t>Weakness in upper limb </a:t>
            </a:r>
            <a:endParaRPr lang="en-GB" dirty="0"/>
          </a:p>
          <a:p>
            <a:pPr lvl="1"/>
            <a:r>
              <a:rPr lang="en-GB" dirty="0"/>
              <a:t>Unable to complete fine motor tasks </a:t>
            </a:r>
            <a:endParaRPr lang="en-GB" dirty="0"/>
          </a:p>
          <a:p>
            <a:pPr lvl="1"/>
            <a:r>
              <a:rPr lang="en-GB" dirty="0"/>
              <a:t>Anxiety about returning home </a:t>
            </a:r>
            <a:endParaRPr lang="en-GB" dirty="0"/>
          </a:p>
          <a:p>
            <a:pPr lvl="1"/>
            <a:endParaRPr lang="en-GB" dirty="0"/>
          </a:p>
          <a:p>
            <a:pPr lvl="1"/>
            <a:endParaRPr lang="en-GB" dirty="0"/>
          </a:p>
          <a:p>
            <a:r>
              <a:rPr lang="en-GB" dirty="0"/>
              <a:t>Problem list: </a:t>
            </a:r>
            <a:endParaRPr lang="en-GB" dirty="0"/>
          </a:p>
          <a:p>
            <a:pPr lvl="1"/>
            <a:r>
              <a:rPr lang="en-GB" dirty="0"/>
              <a:t>Unable to mobilise independently </a:t>
            </a:r>
            <a:endParaRPr lang="en-GB" dirty="0"/>
          </a:p>
          <a:p>
            <a:pPr lvl="1"/>
            <a:r>
              <a:rPr lang="en-GB" dirty="0"/>
              <a:t>Lives alone and has no support </a:t>
            </a:r>
            <a:endParaRPr lang="en-GB" dirty="0"/>
          </a:p>
          <a:p>
            <a:pPr lvl="1"/>
            <a:r>
              <a:rPr lang="en-GB" dirty="0"/>
              <a:t>Has 3 flights of stairs </a:t>
            </a:r>
            <a:endParaRPr lang="en-GB" dirty="0"/>
          </a:p>
        </p:txBody>
      </p:sp>
      <p:sp>
        <p:nvSpPr>
          <p:cNvPr id="4" name="Title 3"/>
          <p:cNvSpPr>
            <a:spLocks noGrp="1"/>
          </p:cNvSpPr>
          <p:nvPr>
            <p:ph type="title"/>
          </p:nvPr>
        </p:nvSpPr>
        <p:spPr/>
        <p:txBody>
          <a:bodyPr/>
          <a:lstStyle/>
          <a:p>
            <a:r>
              <a:rPr lang="en-GB" dirty="0"/>
              <a:t>Examples </a:t>
            </a:r>
            <a:endParaRPr lang="en-GB"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lnSpcReduction="10000"/>
          </a:bodyPr>
          <a:lstStyle/>
          <a:p>
            <a:pPr marL="0" indent="0">
              <a:buNone/>
            </a:pPr>
            <a:r>
              <a:rPr lang="en-GB" dirty="0"/>
              <a:t>You review Mrs Johnson in the ED after falling at home. </a:t>
            </a:r>
            <a:endParaRPr lang="en-GB" dirty="0"/>
          </a:p>
          <a:p>
            <a:pPr marL="0" indent="0">
              <a:buNone/>
            </a:pPr>
            <a:r>
              <a:rPr lang="en-GB" dirty="0"/>
              <a:t>She has R hip pain and is not able to mobilise without 7/10 pain. </a:t>
            </a:r>
            <a:endParaRPr lang="en-GB" dirty="0"/>
          </a:p>
          <a:p>
            <a:pPr marL="0" indent="0">
              <a:buNone/>
            </a:pPr>
            <a:r>
              <a:rPr lang="en-GB" dirty="0"/>
              <a:t>She lives alone and has 3 flights of stairs, she has one daughter who lives abroad. She has had 4 falls in the last 12 months and today was the first time she wasn’t able to get up by herself. </a:t>
            </a:r>
            <a:endParaRPr lang="en-GB" dirty="0"/>
          </a:p>
        </p:txBody>
      </p:sp>
      <p:sp>
        <p:nvSpPr>
          <p:cNvPr id="3" name="Content Placeholder 2"/>
          <p:cNvSpPr>
            <a:spLocks noGrp="1"/>
          </p:cNvSpPr>
          <p:nvPr>
            <p:ph sz="half" idx="2"/>
          </p:nvPr>
        </p:nvSpPr>
        <p:spPr/>
        <p:txBody>
          <a:bodyPr>
            <a:normAutofit lnSpcReduction="10000"/>
          </a:bodyPr>
          <a:lstStyle/>
          <a:p>
            <a:r>
              <a:rPr lang="en-GB" dirty="0"/>
              <a:t>What is the problem list for this patient? </a:t>
            </a:r>
            <a:endParaRPr lang="en-GB" dirty="0"/>
          </a:p>
        </p:txBody>
      </p:sp>
      <p:sp>
        <p:nvSpPr>
          <p:cNvPr id="4" name="Title 3"/>
          <p:cNvSpPr>
            <a:spLocks noGrp="1"/>
          </p:cNvSpPr>
          <p:nvPr>
            <p:ph type="title"/>
          </p:nvPr>
        </p:nvSpPr>
        <p:spPr/>
        <p:txBody>
          <a:bodyPr/>
          <a:lstStyle/>
          <a:p>
            <a:r>
              <a:rPr lang="en-GB" dirty="0"/>
              <a:t>Your turn : create a problem list </a:t>
            </a:r>
            <a:endParaRPr lang="en-GB"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85000" lnSpcReduction="20000"/>
          </a:bodyPr>
          <a:lstStyle/>
          <a:p>
            <a:pPr marL="0" indent="0">
              <a:buNone/>
            </a:pPr>
            <a:r>
              <a:rPr lang="en-GB" dirty="0"/>
              <a:t>You see Sarah in your MSK clinic. She is a 35 year old office worker. She has had 6 months of lower back pain. The pain is worse when sitting and in flexion. </a:t>
            </a:r>
            <a:endParaRPr lang="en-GB" dirty="0"/>
          </a:p>
          <a:p>
            <a:pPr marL="0" indent="0">
              <a:buNone/>
            </a:pPr>
            <a:r>
              <a:rPr lang="en-GB" dirty="0"/>
              <a:t>She has been avoiding the gym and has a sedentary job and has put on a bit of weight because of this. </a:t>
            </a:r>
            <a:endParaRPr lang="en-GB" dirty="0"/>
          </a:p>
          <a:p>
            <a:pPr marL="0" indent="0">
              <a:buNone/>
            </a:pPr>
            <a:r>
              <a:rPr lang="en-GB" dirty="0"/>
              <a:t>She is having trouble sleeping because when she sleeps on her back she wakes up in pain. </a:t>
            </a:r>
            <a:endParaRPr lang="en-GB" dirty="0"/>
          </a:p>
          <a:p>
            <a:pPr marL="0" indent="0">
              <a:buNone/>
            </a:pPr>
            <a:r>
              <a:rPr lang="en-GB" dirty="0"/>
              <a:t>She is stressed that she won’t be able to get back to exercise and that the pain will start affecting her job. </a:t>
            </a:r>
            <a:endParaRPr lang="en-GB" dirty="0"/>
          </a:p>
        </p:txBody>
      </p:sp>
      <p:sp>
        <p:nvSpPr>
          <p:cNvPr id="3" name="Content Placeholder 2"/>
          <p:cNvSpPr>
            <a:spLocks noGrp="1"/>
          </p:cNvSpPr>
          <p:nvPr>
            <p:ph sz="half" idx="2"/>
          </p:nvPr>
        </p:nvSpPr>
        <p:spPr/>
        <p:txBody>
          <a:bodyPr>
            <a:normAutofit fontScale="85000" lnSpcReduction="20000"/>
          </a:bodyPr>
          <a:lstStyle/>
          <a:p>
            <a:r>
              <a:rPr lang="en-GB" dirty="0"/>
              <a:t>Create a problem list for this patient</a:t>
            </a:r>
            <a:endParaRPr lang="en-GB" dirty="0"/>
          </a:p>
        </p:txBody>
      </p:sp>
      <p:sp>
        <p:nvSpPr>
          <p:cNvPr id="4" name="Title 3"/>
          <p:cNvSpPr>
            <a:spLocks noGrp="1"/>
          </p:cNvSpPr>
          <p:nvPr>
            <p:ph type="title"/>
          </p:nvPr>
        </p:nvSpPr>
        <p:spPr/>
        <p:txBody>
          <a:bodyPr/>
          <a:lstStyle/>
          <a:p>
            <a:r>
              <a:rPr lang="en-GB" dirty="0"/>
              <a:t>Your turn: Create a problem list </a:t>
            </a:r>
            <a:endParaRPr lang="en-GB"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fontScale="77500" lnSpcReduction="20000"/>
          </a:bodyPr>
          <a:lstStyle/>
          <a:p>
            <a:pPr marL="0" indent="0">
              <a:buNone/>
            </a:pPr>
            <a:r>
              <a:rPr lang="en-GB" dirty="0"/>
              <a:t>You review Max an 18 year old boy in your cystic fibrosis clinic. </a:t>
            </a:r>
            <a:endParaRPr lang="en-GB" dirty="0"/>
          </a:p>
          <a:p>
            <a:pPr marL="0" indent="0">
              <a:buNone/>
            </a:pPr>
            <a:endParaRPr lang="en-GB" dirty="0"/>
          </a:p>
          <a:p>
            <a:pPr marL="0" indent="0">
              <a:buNone/>
            </a:pPr>
            <a:r>
              <a:rPr lang="en-GB" dirty="0"/>
              <a:t>They are due to transition into the adult clinic in the next 6 months and they are extremely stressed and anxious about this. </a:t>
            </a:r>
            <a:endParaRPr lang="en-GB" dirty="0"/>
          </a:p>
          <a:p>
            <a:pPr marL="0" indent="0">
              <a:buNone/>
            </a:pPr>
            <a:endParaRPr lang="en-GB" dirty="0"/>
          </a:p>
          <a:p>
            <a:pPr marL="0" indent="0">
              <a:buNone/>
            </a:pPr>
            <a:r>
              <a:rPr lang="en-GB" dirty="0"/>
              <a:t>They have been struggling to complete their airway clearance consistently since they started revising for their exams. They have also struggled with keeping up with their gym routine due to increased Shortness of breath </a:t>
            </a:r>
            <a:endParaRPr lang="en-GB" dirty="0"/>
          </a:p>
        </p:txBody>
      </p:sp>
      <p:sp>
        <p:nvSpPr>
          <p:cNvPr id="3" name="Content Placeholder 2"/>
          <p:cNvSpPr>
            <a:spLocks noGrp="1"/>
          </p:cNvSpPr>
          <p:nvPr>
            <p:ph sz="half" idx="2"/>
          </p:nvPr>
        </p:nvSpPr>
        <p:spPr/>
        <p:txBody>
          <a:bodyPr>
            <a:normAutofit fontScale="77500" lnSpcReduction="20000"/>
          </a:bodyPr>
          <a:lstStyle/>
          <a:p>
            <a:r>
              <a:rPr lang="en-GB" dirty="0"/>
              <a:t>Create a problem list for this patient</a:t>
            </a:r>
            <a:endParaRPr lang="en-GB" dirty="0"/>
          </a:p>
        </p:txBody>
      </p:sp>
      <p:sp>
        <p:nvSpPr>
          <p:cNvPr id="4" name="Title 3"/>
          <p:cNvSpPr>
            <a:spLocks noGrp="1"/>
          </p:cNvSpPr>
          <p:nvPr>
            <p:ph type="title"/>
          </p:nvPr>
        </p:nvSpPr>
        <p:spPr/>
        <p:txBody>
          <a:bodyPr/>
          <a:lstStyle/>
          <a:p>
            <a:r>
              <a:rPr lang="en-GB" dirty="0"/>
              <a:t>Your turn: create a problem list </a:t>
            </a:r>
            <a:endParaRPr lang="en-GB"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664464" y="2996057"/>
            <a:ext cx="11003280" cy="3139567"/>
          </a:xfrm>
        </p:spPr>
        <p:txBody>
          <a:bodyPr/>
          <a:lstStyle/>
          <a:p>
            <a:r>
              <a:rPr lang="en-GB" dirty="0"/>
              <a:t>Write a quick 5 minute reflection on communicating with the MDT </a:t>
            </a:r>
            <a:endParaRPr lang="en-GB" dirty="0"/>
          </a:p>
          <a:p>
            <a:pPr lvl="1"/>
            <a:r>
              <a:rPr lang="en-GB" dirty="0"/>
              <a:t>Why is it important </a:t>
            </a:r>
            <a:endParaRPr lang="en-GB" dirty="0"/>
          </a:p>
          <a:p>
            <a:pPr lvl="1"/>
            <a:r>
              <a:rPr lang="en-GB" dirty="0"/>
              <a:t>What strategies can you use </a:t>
            </a:r>
            <a:endParaRPr lang="en-GB" dirty="0"/>
          </a:p>
          <a:p>
            <a:pPr lvl="1"/>
            <a:r>
              <a:rPr lang="en-GB" dirty="0"/>
              <a:t>How might you approach developing these skills for placement </a:t>
            </a:r>
            <a:endParaRPr lang="en-GB" dirty="0"/>
          </a:p>
        </p:txBody>
      </p:sp>
      <p:sp>
        <p:nvSpPr>
          <p:cNvPr id="4" name="Title 3"/>
          <p:cNvSpPr>
            <a:spLocks noGrp="1"/>
          </p:cNvSpPr>
          <p:nvPr>
            <p:ph type="title"/>
          </p:nvPr>
        </p:nvSpPr>
        <p:spPr/>
        <p:txBody>
          <a:bodyPr/>
          <a:lstStyle/>
          <a:p>
            <a:r>
              <a:rPr lang="en-GB" dirty="0"/>
              <a:t>To finish off </a:t>
            </a: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heme for Uni slides">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ambria">
      <a:maj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 for Uni slides</Template>
  <TotalTime>0</TotalTime>
  <Words>11204</Words>
  <Application>WPS Presentation</Application>
  <PresentationFormat>Widescreen</PresentationFormat>
  <Paragraphs>362</Paragraphs>
  <Slides>36</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36</vt:i4>
      </vt:variant>
    </vt:vector>
  </HeadingPairs>
  <TitlesOfParts>
    <vt:vector size="47" baseType="lpstr">
      <vt:lpstr>Arial</vt:lpstr>
      <vt:lpstr>SimSun</vt:lpstr>
      <vt:lpstr>Wingdings</vt:lpstr>
      <vt:lpstr>Calibri</vt:lpstr>
      <vt:lpstr>Cambria</vt:lpstr>
      <vt:lpstr>Microsoft YaHei</vt:lpstr>
      <vt:lpstr>Arial Unicode MS</vt:lpstr>
      <vt:lpstr>Aptos</vt:lpstr>
      <vt:lpstr>Segoe UI</vt:lpstr>
      <vt:lpstr>Calibri Light</vt:lpstr>
      <vt:lpstr>Theme for Uni slides</vt:lpstr>
      <vt:lpstr>Core communication 3: Communicating remotely, SBAR communication and communication with the MDT</vt:lpstr>
      <vt:lpstr>Learning outcomes</vt:lpstr>
      <vt:lpstr>Communication </vt:lpstr>
      <vt:lpstr>Communication </vt:lpstr>
      <vt:lpstr>Communication </vt:lpstr>
      <vt:lpstr>Communication </vt:lpstr>
      <vt:lpstr>Remote communication </vt:lpstr>
      <vt:lpstr>CSP guidance </vt:lpstr>
      <vt:lpstr>Communicating remotely </vt:lpstr>
      <vt:lpstr>Pros of remote / virtual consultations </vt:lpstr>
      <vt:lpstr>Cons of remote/virtual consultations </vt:lpstr>
      <vt:lpstr>Best practice : NHS, NICE, CSP and HCPC </vt:lpstr>
      <vt:lpstr>Communicating with colleagues and the MDT </vt:lpstr>
      <vt:lpstr>Communication with the MDT </vt:lpstr>
      <vt:lpstr>Communication with the MDT </vt:lpstr>
      <vt:lpstr>Emergency or urgent communication: SBAR </vt:lpstr>
      <vt:lpstr>SBAR : SITUATION</vt:lpstr>
      <vt:lpstr>SBAR : Background</vt:lpstr>
      <vt:lpstr>SBAR : Assessment</vt:lpstr>
      <vt:lpstr>SBAR : Recommendation </vt:lpstr>
      <vt:lpstr>Now it’s your turn </vt:lpstr>
      <vt:lpstr>SWAP OVER</vt:lpstr>
      <vt:lpstr>Documentation </vt:lpstr>
      <vt:lpstr>HCPC SOP</vt:lpstr>
      <vt:lpstr>SOAP NOTES </vt:lpstr>
      <vt:lpstr>Example </vt:lpstr>
      <vt:lpstr>Example </vt:lpstr>
      <vt:lpstr>Example </vt:lpstr>
      <vt:lpstr>Creating a problem list </vt:lpstr>
      <vt:lpstr>Creating a problem list </vt:lpstr>
      <vt:lpstr>Examples </vt:lpstr>
      <vt:lpstr>Your turn : create a problem list </vt:lpstr>
      <vt:lpstr>Your turn: Create a problem list </vt:lpstr>
      <vt:lpstr>Your turn: create a problem list </vt:lpstr>
      <vt:lpstr>To finish off </vt:lpstr>
      <vt:lpstr>PowerPoint 演示文稿</vt:lpstr>
    </vt:vector>
  </TitlesOfParts>
  <Company>London Metropolitan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Isobel Davies</dc:creator>
  <cp:lastModifiedBy>ng onu</cp:lastModifiedBy>
  <cp:revision>2</cp:revision>
  <dcterms:created xsi:type="dcterms:W3CDTF">2024-10-21T13:22:00Z</dcterms:created>
  <dcterms:modified xsi:type="dcterms:W3CDTF">2026-03-09T12:50:25Z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D5143EDFA8B64EE5B8363BF182784163_12</vt:lpwstr>
  </property>
  <property fmtid="{D5CDD505-2E9C-101B-9397-08002B2CF9AE}" pid="3" name="KSOProductBuildVer">
    <vt:lpwstr>2057-12.2.0.23196</vt:lpwstr>
  </property>
</Properties>
</file>