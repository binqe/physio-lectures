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6" r:id="rId17"/>
    <p:sldId id="293" r:id="rId18"/>
    <p:sldId id="292" r:id="rId19"/>
    <p:sldId id="277" r:id="rId20"/>
    <p:sldId id="294" r:id="rId21"/>
    <p:sldId id="296" r:id="rId22"/>
    <p:sldId id="271" r:id="rId23"/>
    <p:sldId id="297" r:id="rId24"/>
    <p:sldId id="332" r:id="rId25"/>
    <p:sldId id="330" r:id="rId26"/>
    <p:sldId id="331" r:id="rId27"/>
    <p:sldId id="284" r:id="rId28"/>
    <p:sldId id="337" r:id="rId29"/>
    <p:sldId id="333" r:id="rId30"/>
    <p:sldId id="334" r:id="rId31"/>
    <p:sldId id="335" r:id="rId32"/>
    <p:sldId id="336" r:id="rId33"/>
    <p:sldId id="285" r:id="rId34"/>
    <p:sldId id="275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3" autoAdjust="0"/>
    <p:restoredTop sz="94660"/>
  </p:normalViewPr>
  <p:slideViewPr>
    <p:cSldViewPr snapToGrid="0" snapToObjects="1">
      <p:cViewPr>
        <p:scale>
          <a:sx n="54" d="100"/>
          <a:sy n="54" d="100"/>
        </p:scale>
        <p:origin x="166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07D8F8-9B27-4401-9858-5B7C5E44C20B}" type="doc">
      <dgm:prSet loTypeId="urn:microsoft.com/office/officeart/2005/8/layout/vList5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1FAA3E2-2B22-49B0-8120-90251A00E54A}">
      <dgm:prSet custT="1"/>
      <dgm:spPr/>
      <dgm:t>
        <a:bodyPr/>
        <a:lstStyle/>
        <a:p>
          <a:r>
            <a:rPr lang="en-US" sz="1800">
              <a:latin typeface="Arial" panose="020B0604020202020204" pitchFamily="34" charset="0"/>
              <a:cs typeface="Arial" panose="020B0604020202020204" pitchFamily="34" charset="0"/>
            </a:rPr>
            <a:t>Define</a:t>
          </a:r>
        </a:p>
      </dgm:t>
    </dgm:pt>
    <dgm:pt modelId="{39A7480C-EACF-48BC-8A26-F2E71A5A1201}" type="parTrans" cxnId="{753964C3-0150-4151-A46B-5372DFAC4C05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E931F7A-2B8F-4E2F-B639-A5A4F07E77B9}" type="sibTrans" cxnId="{753964C3-0150-4151-A46B-5372DFAC4C05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CFE065C-D2EA-4152-A6A2-DFA4009FD3D6}">
      <dgm:prSet custT="1"/>
      <dgm:spPr/>
      <dgm:t>
        <a:bodyPr/>
        <a:lstStyle/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Define adherence and explain importance</a:t>
          </a:r>
        </a:p>
      </dgm:t>
    </dgm:pt>
    <dgm:pt modelId="{B74EFEB7-3D2A-4B88-B520-977BFF6A20B1}" type="parTrans" cxnId="{2D4AA98E-1B2A-453C-9B16-9B79D03DB567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A127131-D1B8-47B9-898D-D96E32CD7196}" type="sibTrans" cxnId="{2D4AA98E-1B2A-453C-9B16-9B79D03DB567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9B0C569-FAEE-4B1F-BAA3-93F04301CD9F}">
      <dgm:prSet custT="1"/>
      <dgm:spPr/>
      <dgm:t>
        <a:bodyPr/>
        <a:lstStyle/>
        <a:p>
          <a:r>
            <a:rPr lang="en-US" sz="1800">
              <a:latin typeface="Arial" panose="020B0604020202020204" pitchFamily="34" charset="0"/>
              <a:cs typeface="Arial" panose="020B0604020202020204" pitchFamily="34" charset="0"/>
            </a:rPr>
            <a:t>Identify</a:t>
          </a:r>
        </a:p>
      </dgm:t>
    </dgm:pt>
    <dgm:pt modelId="{C9617F1F-FA64-4026-A4A9-9840FBE4AE50}" type="parTrans" cxnId="{42ABB469-3D74-4984-B292-441E5FD0249B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67DACC6-F284-4DA7-8D16-32DF4E1673AA}" type="sibTrans" cxnId="{42ABB469-3D74-4984-B292-441E5FD0249B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D226312-6727-4684-A54E-BE984A35F363}">
      <dgm:prSet custT="1"/>
      <dgm:spPr/>
      <dgm:t>
        <a:bodyPr/>
        <a:lstStyle/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Identify biological, psychological, social factors</a:t>
          </a:r>
        </a:p>
      </dgm:t>
    </dgm:pt>
    <dgm:pt modelId="{D3866606-9686-4947-B359-4F7174FE206D}" type="parTrans" cxnId="{8605E981-C2B0-4E87-B280-2A96B694D71F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6CCC357-AD6A-4125-9ED3-035136FA4FFA}" type="sibTrans" cxnId="{8605E981-C2B0-4E87-B280-2A96B694D71F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486AFCE-BF72-4AC7-A35D-9292DDEA3A7A}">
      <dgm:prSet custT="1"/>
      <dgm:spPr/>
      <dgm:t>
        <a:bodyPr/>
        <a:lstStyle/>
        <a:p>
          <a:r>
            <a:rPr lang="en-US" sz="1800">
              <a:latin typeface="Arial" panose="020B0604020202020204" pitchFamily="34" charset="0"/>
              <a:cs typeface="Arial" panose="020B0604020202020204" pitchFamily="34" charset="0"/>
            </a:rPr>
            <a:t>Explain</a:t>
          </a:r>
        </a:p>
      </dgm:t>
    </dgm:pt>
    <dgm:pt modelId="{89A7DE1F-2E58-478D-9F58-E9B77724783A}" type="parTrans" cxnId="{FDA6F0A0-DBBD-4345-9BE2-38A439F63387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58EF571-98EE-487B-8415-3317316804D8}" type="sibTrans" cxnId="{FDA6F0A0-DBBD-4345-9BE2-38A439F63387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8EF0DCB-6912-48C2-AE74-389CB3E8CFE3}">
      <dgm:prSet custT="1"/>
      <dgm:spPr/>
      <dgm:t>
        <a:bodyPr/>
        <a:lstStyle/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Explain motivational theories (HBM, SDT)</a:t>
          </a:r>
        </a:p>
      </dgm:t>
    </dgm:pt>
    <dgm:pt modelId="{E1E52B5B-5B1D-4C84-8A5C-D4C487FC30CE}" type="parTrans" cxnId="{BA56A428-F94C-4585-886A-73101921B479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06A57CB-A082-413C-AD79-AA3B336FBE6C}" type="sibTrans" cxnId="{BA56A428-F94C-4585-886A-73101921B479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74673B5-BC7E-4596-BAAE-65FEE6314263}">
      <dgm:prSet custT="1"/>
      <dgm:spPr/>
      <dgm:t>
        <a:bodyPr/>
        <a:lstStyle/>
        <a:p>
          <a:r>
            <a:rPr lang="en-US" sz="1800">
              <a:latin typeface="Arial" panose="020B0604020202020204" pitchFamily="34" charset="0"/>
              <a:cs typeface="Arial" panose="020B0604020202020204" pitchFamily="34" charset="0"/>
            </a:rPr>
            <a:t>Discuss</a:t>
          </a:r>
        </a:p>
      </dgm:t>
    </dgm:pt>
    <dgm:pt modelId="{C20E1124-D466-4748-ACFA-A04242897D63}" type="parTrans" cxnId="{7C5B715E-9C15-48C4-8F19-4CBDEDD507BA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E375247-EF69-4760-BA50-E316AA9A343A}" type="sibTrans" cxnId="{7C5B715E-9C15-48C4-8F19-4CBDEDD507BA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AF7B5DD-2B4D-4868-8AB8-D447F2159884}">
      <dgm:prSet custT="1"/>
      <dgm:spPr/>
      <dgm:t>
        <a:bodyPr/>
        <a:lstStyle/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Discuss barriers &amp; facilitators</a:t>
          </a:r>
        </a:p>
      </dgm:t>
    </dgm:pt>
    <dgm:pt modelId="{32A6FAEE-2C70-4C8A-BE73-587A26E111C5}" type="parTrans" cxnId="{8EC6667A-3E99-4129-843F-269B11E5FB1F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A721ACD-C6A0-48E4-8772-BDFD639B5339}" type="sibTrans" cxnId="{8EC6667A-3E99-4129-843F-269B11E5FB1F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443EA3B-9FF3-4DD2-A166-AD0EC5D8F237}">
      <dgm:prSet custT="1"/>
      <dgm:spPr/>
      <dgm:t>
        <a:bodyPr/>
        <a:lstStyle/>
        <a:p>
          <a:r>
            <a:rPr lang="en-US" sz="1800">
              <a:latin typeface="Arial" panose="020B0604020202020204" pitchFamily="34" charset="0"/>
              <a:cs typeface="Arial" panose="020B0604020202020204" pitchFamily="34" charset="0"/>
            </a:rPr>
            <a:t>Describe</a:t>
          </a:r>
        </a:p>
      </dgm:t>
    </dgm:pt>
    <dgm:pt modelId="{B1DFD649-EA14-47AD-8DA1-2F64FAC87AEE}" type="parTrans" cxnId="{6B9ECC6D-41F5-4B38-960E-415D69EE2383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25218FC-1DF3-41B9-8FA6-DD9D68D2DCDF}" type="sibTrans" cxnId="{6B9ECC6D-41F5-4B38-960E-415D69EE2383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0D2B199-FE94-4877-9073-861CD55C2486}">
      <dgm:prSet custT="1"/>
      <dgm:spPr/>
      <dgm:t>
        <a:bodyPr/>
        <a:lstStyle/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Describe interviewing techniques (MI)</a:t>
          </a:r>
        </a:p>
      </dgm:t>
    </dgm:pt>
    <dgm:pt modelId="{53F221A8-D918-48A8-A95B-5B7F14C193BB}" type="parTrans" cxnId="{D40E5C13-F662-492F-8C96-ACAF47D62E8A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B579783-B507-415E-92E6-64E6720BC875}" type="sibTrans" cxnId="{D40E5C13-F662-492F-8C96-ACAF47D62E8A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A08436E-E4BE-4189-B184-4069F3372607}">
      <dgm:prSet custT="1"/>
      <dgm:spPr/>
      <dgm:t>
        <a:bodyPr/>
        <a:lstStyle/>
        <a:p>
          <a:r>
            <a:rPr lang="en-US" sz="1800">
              <a:latin typeface="Arial" panose="020B0604020202020204" pitchFamily="34" charset="0"/>
              <a:cs typeface="Arial" panose="020B0604020202020204" pitchFamily="34" charset="0"/>
            </a:rPr>
            <a:t>Apply</a:t>
          </a:r>
        </a:p>
      </dgm:t>
    </dgm:pt>
    <dgm:pt modelId="{55ED0E67-B058-4AB7-88F5-754A19945609}" type="parTrans" cxnId="{42659531-76D6-48FD-A661-DEA016113FA1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AFCA184-8C00-4194-AD06-0A736585EC29}" type="sibTrans" cxnId="{42659531-76D6-48FD-A661-DEA016113FA1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FE2B330-72A9-4A49-9B6A-2B7BDC66CF40}">
      <dgm:prSet custT="1"/>
      <dgm:spPr/>
      <dgm:t>
        <a:bodyPr/>
        <a:lstStyle/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Apply interviewing in role-play</a:t>
          </a:r>
        </a:p>
      </dgm:t>
    </dgm:pt>
    <dgm:pt modelId="{CFC71925-602A-438F-8016-7E0C5C626653}" type="parTrans" cxnId="{2995884D-5DC5-4B68-B70A-AB21E9653508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CD21B17-16C3-4C4B-BF84-A382C14FB8BF}" type="sibTrans" cxnId="{2995884D-5DC5-4B68-B70A-AB21E9653508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C725F32-992F-4C15-8AFD-E4EE10DCBE95}">
      <dgm:prSet custT="1"/>
      <dgm:spPr/>
      <dgm:t>
        <a:bodyPr/>
        <a:lstStyle/>
        <a:p>
          <a:r>
            <a:rPr lang="en-US" sz="1800">
              <a:latin typeface="Arial" panose="020B0604020202020204" pitchFamily="34" charset="0"/>
              <a:cs typeface="Arial" panose="020B0604020202020204" pitchFamily="34" charset="0"/>
            </a:rPr>
            <a:t>Evaluate</a:t>
          </a:r>
        </a:p>
      </dgm:t>
    </dgm:pt>
    <dgm:pt modelId="{F09C8B16-6A0A-4B80-AF11-503F243BBE1A}" type="parTrans" cxnId="{BA489F30-1297-49C8-A584-366A621B50A7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5C563A2-8FC9-4FA6-9567-FFA468598C38}" type="sibTrans" cxnId="{BA489F30-1297-49C8-A584-366A621B50A7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574DF53-610F-43E6-86F6-4F1770423BDC}">
      <dgm:prSet custT="1"/>
      <dgm:spPr/>
      <dgm:t>
        <a:bodyPr/>
        <a:lstStyle/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Critically evaluate practice relevance</a:t>
          </a:r>
        </a:p>
      </dgm:t>
    </dgm:pt>
    <dgm:pt modelId="{E0DC17DE-22D2-454B-AF9B-F9CF2CED6B72}" type="parTrans" cxnId="{AFA6B917-B4BE-4C70-8179-4823454CD848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36CC35A-F447-49F9-9A26-B81296077DA3}" type="sibTrans" cxnId="{AFA6B917-B4BE-4C70-8179-4823454CD848}">
      <dgm:prSet/>
      <dgm:spPr/>
      <dgm:t>
        <a:bodyPr/>
        <a:lstStyle/>
        <a:p>
          <a:endParaRPr lang="en-US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298AFB7-5820-4D20-AB85-AA3E7599EBC3}" type="pres">
      <dgm:prSet presAssocID="{BF07D8F8-9B27-4401-9858-5B7C5E44C20B}" presName="Name0" presStyleCnt="0">
        <dgm:presLayoutVars>
          <dgm:dir/>
          <dgm:animLvl val="lvl"/>
          <dgm:resizeHandles val="exact"/>
        </dgm:presLayoutVars>
      </dgm:prSet>
      <dgm:spPr/>
    </dgm:pt>
    <dgm:pt modelId="{82BCED48-B5BD-4E38-8B9D-769E5E6DA155}" type="pres">
      <dgm:prSet presAssocID="{D1FAA3E2-2B22-49B0-8120-90251A00E54A}" presName="linNode" presStyleCnt="0"/>
      <dgm:spPr/>
    </dgm:pt>
    <dgm:pt modelId="{B43F0D0D-3B28-4C76-AD49-B0D90CB7AAEB}" type="pres">
      <dgm:prSet presAssocID="{D1FAA3E2-2B22-49B0-8120-90251A00E54A}" presName="parentText" presStyleLbl="node1" presStyleIdx="0" presStyleCnt="7">
        <dgm:presLayoutVars>
          <dgm:chMax val="1"/>
          <dgm:bulletEnabled val="1"/>
        </dgm:presLayoutVars>
      </dgm:prSet>
      <dgm:spPr/>
    </dgm:pt>
    <dgm:pt modelId="{7D33F9C1-6352-4063-A0C0-40DE9B0673BF}" type="pres">
      <dgm:prSet presAssocID="{D1FAA3E2-2B22-49B0-8120-90251A00E54A}" presName="descendantText" presStyleLbl="alignAccFollowNode1" presStyleIdx="0" presStyleCnt="7">
        <dgm:presLayoutVars>
          <dgm:bulletEnabled val="1"/>
        </dgm:presLayoutVars>
      </dgm:prSet>
      <dgm:spPr/>
    </dgm:pt>
    <dgm:pt modelId="{E4B48CAF-7AB8-45E5-8E1F-F53DBDF6E1F3}" type="pres">
      <dgm:prSet presAssocID="{EE931F7A-2B8F-4E2F-B639-A5A4F07E77B9}" presName="sp" presStyleCnt="0"/>
      <dgm:spPr/>
    </dgm:pt>
    <dgm:pt modelId="{D79C4F42-8134-4F0C-ABE2-9E0CCD25552D}" type="pres">
      <dgm:prSet presAssocID="{A9B0C569-FAEE-4B1F-BAA3-93F04301CD9F}" presName="linNode" presStyleCnt="0"/>
      <dgm:spPr/>
    </dgm:pt>
    <dgm:pt modelId="{153D2376-2FA4-45C9-A08D-BD261BDFA0E3}" type="pres">
      <dgm:prSet presAssocID="{A9B0C569-FAEE-4B1F-BAA3-93F04301CD9F}" presName="parentText" presStyleLbl="node1" presStyleIdx="1" presStyleCnt="7">
        <dgm:presLayoutVars>
          <dgm:chMax val="1"/>
          <dgm:bulletEnabled val="1"/>
        </dgm:presLayoutVars>
      </dgm:prSet>
      <dgm:spPr/>
    </dgm:pt>
    <dgm:pt modelId="{971E9A83-B991-42DE-9DA2-E2619765A9F2}" type="pres">
      <dgm:prSet presAssocID="{A9B0C569-FAEE-4B1F-BAA3-93F04301CD9F}" presName="descendantText" presStyleLbl="alignAccFollowNode1" presStyleIdx="1" presStyleCnt="7">
        <dgm:presLayoutVars>
          <dgm:bulletEnabled val="1"/>
        </dgm:presLayoutVars>
      </dgm:prSet>
      <dgm:spPr/>
    </dgm:pt>
    <dgm:pt modelId="{30773BB8-A5B2-4E51-B344-7E81CA3F8E40}" type="pres">
      <dgm:prSet presAssocID="{267DACC6-F284-4DA7-8D16-32DF4E1673AA}" presName="sp" presStyleCnt="0"/>
      <dgm:spPr/>
    </dgm:pt>
    <dgm:pt modelId="{E4C9B180-A319-476E-87DC-FAAAD5270B4C}" type="pres">
      <dgm:prSet presAssocID="{3486AFCE-BF72-4AC7-A35D-9292DDEA3A7A}" presName="linNode" presStyleCnt="0"/>
      <dgm:spPr/>
    </dgm:pt>
    <dgm:pt modelId="{A1659B0F-5685-4050-AD39-974C9A090EAC}" type="pres">
      <dgm:prSet presAssocID="{3486AFCE-BF72-4AC7-A35D-9292DDEA3A7A}" presName="parentText" presStyleLbl="node1" presStyleIdx="2" presStyleCnt="7">
        <dgm:presLayoutVars>
          <dgm:chMax val="1"/>
          <dgm:bulletEnabled val="1"/>
        </dgm:presLayoutVars>
      </dgm:prSet>
      <dgm:spPr/>
    </dgm:pt>
    <dgm:pt modelId="{BBDB8B24-B22C-4ADD-A128-27D5A3754DCC}" type="pres">
      <dgm:prSet presAssocID="{3486AFCE-BF72-4AC7-A35D-9292DDEA3A7A}" presName="descendantText" presStyleLbl="alignAccFollowNode1" presStyleIdx="2" presStyleCnt="7">
        <dgm:presLayoutVars>
          <dgm:bulletEnabled val="1"/>
        </dgm:presLayoutVars>
      </dgm:prSet>
      <dgm:spPr/>
    </dgm:pt>
    <dgm:pt modelId="{DC6B7606-226F-4337-BD5C-50005C481F61}" type="pres">
      <dgm:prSet presAssocID="{E58EF571-98EE-487B-8415-3317316804D8}" presName="sp" presStyleCnt="0"/>
      <dgm:spPr/>
    </dgm:pt>
    <dgm:pt modelId="{FEE01593-FCD5-4E22-96BE-E53BB15B4235}" type="pres">
      <dgm:prSet presAssocID="{074673B5-BC7E-4596-BAAE-65FEE6314263}" presName="linNode" presStyleCnt="0"/>
      <dgm:spPr/>
    </dgm:pt>
    <dgm:pt modelId="{B2225088-3E90-4533-89C7-EC7A2B351B00}" type="pres">
      <dgm:prSet presAssocID="{074673B5-BC7E-4596-BAAE-65FEE6314263}" presName="parentText" presStyleLbl="node1" presStyleIdx="3" presStyleCnt="7">
        <dgm:presLayoutVars>
          <dgm:chMax val="1"/>
          <dgm:bulletEnabled val="1"/>
        </dgm:presLayoutVars>
      </dgm:prSet>
      <dgm:spPr/>
    </dgm:pt>
    <dgm:pt modelId="{7E159E73-7C4D-4147-B4AA-FEF730630832}" type="pres">
      <dgm:prSet presAssocID="{074673B5-BC7E-4596-BAAE-65FEE6314263}" presName="descendantText" presStyleLbl="alignAccFollowNode1" presStyleIdx="3" presStyleCnt="7">
        <dgm:presLayoutVars>
          <dgm:bulletEnabled val="1"/>
        </dgm:presLayoutVars>
      </dgm:prSet>
      <dgm:spPr/>
    </dgm:pt>
    <dgm:pt modelId="{0F88E2CD-260E-4CC6-A013-9E8AFBDB3E45}" type="pres">
      <dgm:prSet presAssocID="{5E375247-EF69-4760-BA50-E316AA9A343A}" presName="sp" presStyleCnt="0"/>
      <dgm:spPr/>
    </dgm:pt>
    <dgm:pt modelId="{DAC1829B-FB76-4A4D-B08F-0411936C8CB5}" type="pres">
      <dgm:prSet presAssocID="{6443EA3B-9FF3-4DD2-A166-AD0EC5D8F237}" presName="linNode" presStyleCnt="0"/>
      <dgm:spPr/>
    </dgm:pt>
    <dgm:pt modelId="{3CDC913D-421C-4AD5-BEB6-14C2CB483F20}" type="pres">
      <dgm:prSet presAssocID="{6443EA3B-9FF3-4DD2-A166-AD0EC5D8F237}" presName="parentText" presStyleLbl="node1" presStyleIdx="4" presStyleCnt="7">
        <dgm:presLayoutVars>
          <dgm:chMax val="1"/>
          <dgm:bulletEnabled val="1"/>
        </dgm:presLayoutVars>
      </dgm:prSet>
      <dgm:spPr/>
    </dgm:pt>
    <dgm:pt modelId="{0868E4B9-CE5C-4355-8A07-DC91DD61F037}" type="pres">
      <dgm:prSet presAssocID="{6443EA3B-9FF3-4DD2-A166-AD0EC5D8F237}" presName="descendantText" presStyleLbl="alignAccFollowNode1" presStyleIdx="4" presStyleCnt="7">
        <dgm:presLayoutVars>
          <dgm:bulletEnabled val="1"/>
        </dgm:presLayoutVars>
      </dgm:prSet>
      <dgm:spPr/>
    </dgm:pt>
    <dgm:pt modelId="{9305B4A1-5CAA-456B-9A86-7A5470F0452E}" type="pres">
      <dgm:prSet presAssocID="{425218FC-1DF3-41B9-8FA6-DD9D68D2DCDF}" presName="sp" presStyleCnt="0"/>
      <dgm:spPr/>
    </dgm:pt>
    <dgm:pt modelId="{A73A7EA2-CB37-475E-9B36-E8A604944417}" type="pres">
      <dgm:prSet presAssocID="{7A08436E-E4BE-4189-B184-4069F3372607}" presName="linNode" presStyleCnt="0"/>
      <dgm:spPr/>
    </dgm:pt>
    <dgm:pt modelId="{7C6DCC82-4BC1-4B3A-AEDC-6E47B75DA02F}" type="pres">
      <dgm:prSet presAssocID="{7A08436E-E4BE-4189-B184-4069F3372607}" presName="parentText" presStyleLbl="node1" presStyleIdx="5" presStyleCnt="7">
        <dgm:presLayoutVars>
          <dgm:chMax val="1"/>
          <dgm:bulletEnabled val="1"/>
        </dgm:presLayoutVars>
      </dgm:prSet>
      <dgm:spPr/>
    </dgm:pt>
    <dgm:pt modelId="{279D4F5C-5FCF-4F48-8E72-E168F8168ADB}" type="pres">
      <dgm:prSet presAssocID="{7A08436E-E4BE-4189-B184-4069F3372607}" presName="descendantText" presStyleLbl="alignAccFollowNode1" presStyleIdx="5" presStyleCnt="7">
        <dgm:presLayoutVars>
          <dgm:bulletEnabled val="1"/>
        </dgm:presLayoutVars>
      </dgm:prSet>
      <dgm:spPr/>
    </dgm:pt>
    <dgm:pt modelId="{1A87EE7B-B8C9-4DB1-9FA1-ECA2DE31F924}" type="pres">
      <dgm:prSet presAssocID="{2AFCA184-8C00-4194-AD06-0A736585EC29}" presName="sp" presStyleCnt="0"/>
      <dgm:spPr/>
    </dgm:pt>
    <dgm:pt modelId="{DC989178-BBF4-4358-A83D-EB0988BD0ED2}" type="pres">
      <dgm:prSet presAssocID="{AC725F32-992F-4C15-8AFD-E4EE10DCBE95}" presName="linNode" presStyleCnt="0"/>
      <dgm:spPr/>
    </dgm:pt>
    <dgm:pt modelId="{34B60A0F-6F7B-472D-84E8-DF96EC1190B0}" type="pres">
      <dgm:prSet presAssocID="{AC725F32-992F-4C15-8AFD-E4EE10DCBE95}" presName="parentText" presStyleLbl="node1" presStyleIdx="6" presStyleCnt="7">
        <dgm:presLayoutVars>
          <dgm:chMax val="1"/>
          <dgm:bulletEnabled val="1"/>
        </dgm:presLayoutVars>
      </dgm:prSet>
      <dgm:spPr/>
    </dgm:pt>
    <dgm:pt modelId="{58B8FE72-D060-4EA1-90CD-E4BE5073D5FC}" type="pres">
      <dgm:prSet presAssocID="{AC725F32-992F-4C15-8AFD-E4EE10DCBE95}" presName="descendantText" presStyleLbl="alignAccFollowNode1" presStyleIdx="6" presStyleCnt="7">
        <dgm:presLayoutVars>
          <dgm:bulletEnabled val="1"/>
        </dgm:presLayoutVars>
      </dgm:prSet>
      <dgm:spPr/>
    </dgm:pt>
  </dgm:ptLst>
  <dgm:cxnLst>
    <dgm:cxn modelId="{0AEBD50F-93F1-4333-A2FE-FC40DC47FB95}" type="presOf" srcId="{EAF7B5DD-2B4D-4868-8AB8-D447F2159884}" destId="{7E159E73-7C4D-4147-B4AA-FEF730630832}" srcOrd="0" destOrd="0" presId="urn:microsoft.com/office/officeart/2005/8/layout/vList5"/>
    <dgm:cxn modelId="{D40E5C13-F662-492F-8C96-ACAF47D62E8A}" srcId="{6443EA3B-9FF3-4DD2-A166-AD0EC5D8F237}" destId="{B0D2B199-FE94-4877-9073-861CD55C2486}" srcOrd="0" destOrd="0" parTransId="{53F221A8-D918-48A8-A95B-5B7F14C193BB}" sibTransId="{EB579783-B507-415E-92E6-64E6720BC875}"/>
    <dgm:cxn modelId="{AFA6B917-B4BE-4C70-8179-4823454CD848}" srcId="{AC725F32-992F-4C15-8AFD-E4EE10DCBE95}" destId="{4574DF53-610F-43E6-86F6-4F1770423BDC}" srcOrd="0" destOrd="0" parTransId="{E0DC17DE-22D2-454B-AF9B-F9CF2CED6B72}" sibTransId="{F36CC35A-F447-49F9-9A26-B81296077DA3}"/>
    <dgm:cxn modelId="{5938E718-2B3A-477A-843A-53898AD8433D}" type="presOf" srcId="{B0D2B199-FE94-4877-9073-861CD55C2486}" destId="{0868E4B9-CE5C-4355-8A07-DC91DD61F037}" srcOrd="0" destOrd="0" presId="urn:microsoft.com/office/officeart/2005/8/layout/vList5"/>
    <dgm:cxn modelId="{BA56A428-F94C-4585-886A-73101921B479}" srcId="{3486AFCE-BF72-4AC7-A35D-9292DDEA3A7A}" destId="{28EF0DCB-6912-48C2-AE74-389CB3E8CFE3}" srcOrd="0" destOrd="0" parTransId="{E1E52B5B-5B1D-4C84-8A5C-D4C487FC30CE}" sibTransId="{306A57CB-A082-413C-AD79-AA3B336FBE6C}"/>
    <dgm:cxn modelId="{6528F62E-64F2-4E8F-8830-FE394229D3A9}" type="presOf" srcId="{28EF0DCB-6912-48C2-AE74-389CB3E8CFE3}" destId="{BBDB8B24-B22C-4ADD-A128-27D5A3754DCC}" srcOrd="0" destOrd="0" presId="urn:microsoft.com/office/officeart/2005/8/layout/vList5"/>
    <dgm:cxn modelId="{BA489F30-1297-49C8-A584-366A621B50A7}" srcId="{BF07D8F8-9B27-4401-9858-5B7C5E44C20B}" destId="{AC725F32-992F-4C15-8AFD-E4EE10DCBE95}" srcOrd="6" destOrd="0" parTransId="{F09C8B16-6A0A-4B80-AF11-503F243BBE1A}" sibTransId="{15C563A2-8FC9-4FA6-9567-FFA468598C38}"/>
    <dgm:cxn modelId="{42659531-76D6-48FD-A661-DEA016113FA1}" srcId="{BF07D8F8-9B27-4401-9858-5B7C5E44C20B}" destId="{7A08436E-E4BE-4189-B184-4069F3372607}" srcOrd="5" destOrd="0" parTransId="{55ED0E67-B058-4AB7-88F5-754A19945609}" sibTransId="{2AFCA184-8C00-4194-AD06-0A736585EC29}"/>
    <dgm:cxn modelId="{FC880E3F-F298-4BA2-8C25-7F867954DDC4}" type="presOf" srcId="{DFE2B330-72A9-4A49-9B6A-2B7BDC66CF40}" destId="{279D4F5C-5FCF-4F48-8E72-E168F8168ADB}" srcOrd="0" destOrd="0" presId="urn:microsoft.com/office/officeart/2005/8/layout/vList5"/>
    <dgm:cxn modelId="{7C5B715E-9C15-48C4-8F19-4CBDEDD507BA}" srcId="{BF07D8F8-9B27-4401-9858-5B7C5E44C20B}" destId="{074673B5-BC7E-4596-BAAE-65FEE6314263}" srcOrd="3" destOrd="0" parTransId="{C20E1124-D466-4748-ACFA-A04242897D63}" sibTransId="{5E375247-EF69-4760-BA50-E316AA9A343A}"/>
    <dgm:cxn modelId="{1E5D4843-F47A-4CDE-B936-6CC2E23F71E2}" type="presOf" srcId="{7A08436E-E4BE-4189-B184-4069F3372607}" destId="{7C6DCC82-4BC1-4B3A-AEDC-6E47B75DA02F}" srcOrd="0" destOrd="0" presId="urn:microsoft.com/office/officeart/2005/8/layout/vList5"/>
    <dgm:cxn modelId="{42ABB469-3D74-4984-B292-441E5FD0249B}" srcId="{BF07D8F8-9B27-4401-9858-5B7C5E44C20B}" destId="{A9B0C569-FAEE-4B1F-BAA3-93F04301CD9F}" srcOrd="1" destOrd="0" parTransId="{C9617F1F-FA64-4026-A4A9-9840FBE4AE50}" sibTransId="{267DACC6-F284-4DA7-8D16-32DF4E1673AA}"/>
    <dgm:cxn modelId="{2995884D-5DC5-4B68-B70A-AB21E9653508}" srcId="{7A08436E-E4BE-4189-B184-4069F3372607}" destId="{DFE2B330-72A9-4A49-9B6A-2B7BDC66CF40}" srcOrd="0" destOrd="0" parTransId="{CFC71925-602A-438F-8016-7E0C5C626653}" sibTransId="{1CD21B17-16C3-4C4B-BF84-A382C14FB8BF}"/>
    <dgm:cxn modelId="{6B9ECC6D-41F5-4B38-960E-415D69EE2383}" srcId="{BF07D8F8-9B27-4401-9858-5B7C5E44C20B}" destId="{6443EA3B-9FF3-4DD2-A166-AD0EC5D8F237}" srcOrd="4" destOrd="0" parTransId="{B1DFD649-EA14-47AD-8DA1-2F64FAC87AEE}" sibTransId="{425218FC-1DF3-41B9-8FA6-DD9D68D2DCDF}"/>
    <dgm:cxn modelId="{BB2C1E4F-CA49-4970-9DF9-4082E8C3D9A3}" type="presOf" srcId="{6443EA3B-9FF3-4DD2-A166-AD0EC5D8F237}" destId="{3CDC913D-421C-4AD5-BEB6-14C2CB483F20}" srcOrd="0" destOrd="0" presId="urn:microsoft.com/office/officeart/2005/8/layout/vList5"/>
    <dgm:cxn modelId="{778FC674-18B3-4CBF-AE55-AC83DD50A0D2}" type="presOf" srcId="{AC725F32-992F-4C15-8AFD-E4EE10DCBE95}" destId="{34B60A0F-6F7B-472D-84E8-DF96EC1190B0}" srcOrd="0" destOrd="0" presId="urn:microsoft.com/office/officeart/2005/8/layout/vList5"/>
    <dgm:cxn modelId="{8EC6667A-3E99-4129-843F-269B11E5FB1F}" srcId="{074673B5-BC7E-4596-BAAE-65FEE6314263}" destId="{EAF7B5DD-2B4D-4868-8AB8-D447F2159884}" srcOrd="0" destOrd="0" parTransId="{32A6FAEE-2C70-4C8A-BE73-587A26E111C5}" sibTransId="{BA721ACD-C6A0-48E4-8772-BDFD639B5339}"/>
    <dgm:cxn modelId="{8605E981-C2B0-4E87-B280-2A96B694D71F}" srcId="{A9B0C569-FAEE-4B1F-BAA3-93F04301CD9F}" destId="{2D226312-6727-4684-A54E-BE984A35F363}" srcOrd="0" destOrd="0" parTransId="{D3866606-9686-4947-B359-4F7174FE206D}" sibTransId="{16CCC357-AD6A-4125-9ED3-035136FA4FFA}"/>
    <dgm:cxn modelId="{2D4AA98E-1B2A-453C-9B16-9B79D03DB567}" srcId="{D1FAA3E2-2B22-49B0-8120-90251A00E54A}" destId="{8CFE065C-D2EA-4152-A6A2-DFA4009FD3D6}" srcOrd="0" destOrd="0" parTransId="{B74EFEB7-3D2A-4B88-B520-977BFF6A20B1}" sibTransId="{9A127131-D1B8-47B9-898D-D96E32CD7196}"/>
    <dgm:cxn modelId="{6E812AA0-8BBD-45AE-9523-6B22FEB4A8EC}" type="presOf" srcId="{A9B0C569-FAEE-4B1F-BAA3-93F04301CD9F}" destId="{153D2376-2FA4-45C9-A08D-BD261BDFA0E3}" srcOrd="0" destOrd="0" presId="urn:microsoft.com/office/officeart/2005/8/layout/vList5"/>
    <dgm:cxn modelId="{FDA6F0A0-DBBD-4345-9BE2-38A439F63387}" srcId="{BF07D8F8-9B27-4401-9858-5B7C5E44C20B}" destId="{3486AFCE-BF72-4AC7-A35D-9292DDEA3A7A}" srcOrd="2" destOrd="0" parTransId="{89A7DE1F-2E58-478D-9F58-E9B77724783A}" sibTransId="{E58EF571-98EE-487B-8415-3317316804D8}"/>
    <dgm:cxn modelId="{CE3F38A2-1BF6-4085-AB02-A06876D23B14}" type="presOf" srcId="{8CFE065C-D2EA-4152-A6A2-DFA4009FD3D6}" destId="{7D33F9C1-6352-4063-A0C0-40DE9B0673BF}" srcOrd="0" destOrd="0" presId="urn:microsoft.com/office/officeart/2005/8/layout/vList5"/>
    <dgm:cxn modelId="{034A97A3-14B6-45C9-9417-5443E967EFB4}" type="presOf" srcId="{074673B5-BC7E-4596-BAAE-65FEE6314263}" destId="{B2225088-3E90-4533-89C7-EC7A2B351B00}" srcOrd="0" destOrd="0" presId="urn:microsoft.com/office/officeart/2005/8/layout/vList5"/>
    <dgm:cxn modelId="{D3F46FAE-D58E-43A4-97F1-495E13130515}" type="presOf" srcId="{4574DF53-610F-43E6-86F6-4F1770423BDC}" destId="{58B8FE72-D060-4EA1-90CD-E4BE5073D5FC}" srcOrd="0" destOrd="0" presId="urn:microsoft.com/office/officeart/2005/8/layout/vList5"/>
    <dgm:cxn modelId="{2D9F0EBE-2C64-47BE-AA3E-F7BD929C5A73}" type="presOf" srcId="{BF07D8F8-9B27-4401-9858-5B7C5E44C20B}" destId="{0298AFB7-5820-4D20-AB85-AA3E7599EBC3}" srcOrd="0" destOrd="0" presId="urn:microsoft.com/office/officeart/2005/8/layout/vList5"/>
    <dgm:cxn modelId="{753964C3-0150-4151-A46B-5372DFAC4C05}" srcId="{BF07D8F8-9B27-4401-9858-5B7C5E44C20B}" destId="{D1FAA3E2-2B22-49B0-8120-90251A00E54A}" srcOrd="0" destOrd="0" parTransId="{39A7480C-EACF-48BC-8A26-F2E71A5A1201}" sibTransId="{EE931F7A-2B8F-4E2F-B639-A5A4F07E77B9}"/>
    <dgm:cxn modelId="{E1AF01C8-1ACA-4C15-8A86-C45E2BBCA34D}" type="presOf" srcId="{D1FAA3E2-2B22-49B0-8120-90251A00E54A}" destId="{B43F0D0D-3B28-4C76-AD49-B0D90CB7AAEB}" srcOrd="0" destOrd="0" presId="urn:microsoft.com/office/officeart/2005/8/layout/vList5"/>
    <dgm:cxn modelId="{5E622AC8-0B2B-4295-A175-B89ED3EC926A}" type="presOf" srcId="{3486AFCE-BF72-4AC7-A35D-9292DDEA3A7A}" destId="{A1659B0F-5685-4050-AD39-974C9A090EAC}" srcOrd="0" destOrd="0" presId="urn:microsoft.com/office/officeart/2005/8/layout/vList5"/>
    <dgm:cxn modelId="{A4D317CD-FCE8-4B1E-AC3B-71FB8E465AF7}" type="presOf" srcId="{2D226312-6727-4684-A54E-BE984A35F363}" destId="{971E9A83-B991-42DE-9DA2-E2619765A9F2}" srcOrd="0" destOrd="0" presId="urn:microsoft.com/office/officeart/2005/8/layout/vList5"/>
    <dgm:cxn modelId="{D3AAFE40-A3B1-4879-BEDF-948AD1DD7FC5}" type="presParOf" srcId="{0298AFB7-5820-4D20-AB85-AA3E7599EBC3}" destId="{82BCED48-B5BD-4E38-8B9D-769E5E6DA155}" srcOrd="0" destOrd="0" presId="urn:microsoft.com/office/officeart/2005/8/layout/vList5"/>
    <dgm:cxn modelId="{BBFF5856-7D6D-4009-8D48-33A02780AA6C}" type="presParOf" srcId="{82BCED48-B5BD-4E38-8B9D-769E5E6DA155}" destId="{B43F0D0D-3B28-4C76-AD49-B0D90CB7AAEB}" srcOrd="0" destOrd="0" presId="urn:microsoft.com/office/officeart/2005/8/layout/vList5"/>
    <dgm:cxn modelId="{370878C3-319E-42E2-B289-3C9F40924A27}" type="presParOf" srcId="{82BCED48-B5BD-4E38-8B9D-769E5E6DA155}" destId="{7D33F9C1-6352-4063-A0C0-40DE9B0673BF}" srcOrd="1" destOrd="0" presId="urn:microsoft.com/office/officeart/2005/8/layout/vList5"/>
    <dgm:cxn modelId="{D5A0ED9B-3FCA-4EB8-8209-F9D7C7BED4C7}" type="presParOf" srcId="{0298AFB7-5820-4D20-AB85-AA3E7599EBC3}" destId="{E4B48CAF-7AB8-45E5-8E1F-F53DBDF6E1F3}" srcOrd="1" destOrd="0" presId="urn:microsoft.com/office/officeart/2005/8/layout/vList5"/>
    <dgm:cxn modelId="{AA2433B0-890A-4AE4-AF42-BAF773FCE7BA}" type="presParOf" srcId="{0298AFB7-5820-4D20-AB85-AA3E7599EBC3}" destId="{D79C4F42-8134-4F0C-ABE2-9E0CCD25552D}" srcOrd="2" destOrd="0" presId="urn:microsoft.com/office/officeart/2005/8/layout/vList5"/>
    <dgm:cxn modelId="{C7C2F100-B7C1-438E-8E3D-0A0907888EE5}" type="presParOf" srcId="{D79C4F42-8134-4F0C-ABE2-9E0CCD25552D}" destId="{153D2376-2FA4-45C9-A08D-BD261BDFA0E3}" srcOrd="0" destOrd="0" presId="urn:microsoft.com/office/officeart/2005/8/layout/vList5"/>
    <dgm:cxn modelId="{6E972826-DC05-4543-AC7F-B227D081A300}" type="presParOf" srcId="{D79C4F42-8134-4F0C-ABE2-9E0CCD25552D}" destId="{971E9A83-B991-42DE-9DA2-E2619765A9F2}" srcOrd="1" destOrd="0" presId="urn:microsoft.com/office/officeart/2005/8/layout/vList5"/>
    <dgm:cxn modelId="{2BA6E3E8-C2C5-421A-B8B2-4E960737FCED}" type="presParOf" srcId="{0298AFB7-5820-4D20-AB85-AA3E7599EBC3}" destId="{30773BB8-A5B2-4E51-B344-7E81CA3F8E40}" srcOrd="3" destOrd="0" presId="urn:microsoft.com/office/officeart/2005/8/layout/vList5"/>
    <dgm:cxn modelId="{595F0E0F-01F9-43FB-A75C-179057DF1247}" type="presParOf" srcId="{0298AFB7-5820-4D20-AB85-AA3E7599EBC3}" destId="{E4C9B180-A319-476E-87DC-FAAAD5270B4C}" srcOrd="4" destOrd="0" presId="urn:microsoft.com/office/officeart/2005/8/layout/vList5"/>
    <dgm:cxn modelId="{E80948AC-9E1F-41FE-91DC-51DEF4DB3190}" type="presParOf" srcId="{E4C9B180-A319-476E-87DC-FAAAD5270B4C}" destId="{A1659B0F-5685-4050-AD39-974C9A090EAC}" srcOrd="0" destOrd="0" presId="urn:microsoft.com/office/officeart/2005/8/layout/vList5"/>
    <dgm:cxn modelId="{4FF122A8-5284-4C7E-B996-9B510570AAA8}" type="presParOf" srcId="{E4C9B180-A319-476E-87DC-FAAAD5270B4C}" destId="{BBDB8B24-B22C-4ADD-A128-27D5A3754DCC}" srcOrd="1" destOrd="0" presId="urn:microsoft.com/office/officeart/2005/8/layout/vList5"/>
    <dgm:cxn modelId="{CAB26DB1-B51D-4641-8808-4D9CC3041F65}" type="presParOf" srcId="{0298AFB7-5820-4D20-AB85-AA3E7599EBC3}" destId="{DC6B7606-226F-4337-BD5C-50005C481F61}" srcOrd="5" destOrd="0" presId="urn:microsoft.com/office/officeart/2005/8/layout/vList5"/>
    <dgm:cxn modelId="{6235D208-D81D-4E36-9508-D0CD3E9D4802}" type="presParOf" srcId="{0298AFB7-5820-4D20-AB85-AA3E7599EBC3}" destId="{FEE01593-FCD5-4E22-96BE-E53BB15B4235}" srcOrd="6" destOrd="0" presId="urn:microsoft.com/office/officeart/2005/8/layout/vList5"/>
    <dgm:cxn modelId="{F3F6DD3A-A39F-4081-A684-AF92E6C057C6}" type="presParOf" srcId="{FEE01593-FCD5-4E22-96BE-E53BB15B4235}" destId="{B2225088-3E90-4533-89C7-EC7A2B351B00}" srcOrd="0" destOrd="0" presId="urn:microsoft.com/office/officeart/2005/8/layout/vList5"/>
    <dgm:cxn modelId="{590EED89-28B5-413B-82D0-2B5ADA861390}" type="presParOf" srcId="{FEE01593-FCD5-4E22-96BE-E53BB15B4235}" destId="{7E159E73-7C4D-4147-B4AA-FEF730630832}" srcOrd="1" destOrd="0" presId="urn:microsoft.com/office/officeart/2005/8/layout/vList5"/>
    <dgm:cxn modelId="{6101EF82-BA61-4F25-A643-9FA9C8F76397}" type="presParOf" srcId="{0298AFB7-5820-4D20-AB85-AA3E7599EBC3}" destId="{0F88E2CD-260E-4CC6-A013-9E8AFBDB3E45}" srcOrd="7" destOrd="0" presId="urn:microsoft.com/office/officeart/2005/8/layout/vList5"/>
    <dgm:cxn modelId="{11014879-AD9C-40E7-8C36-2C89AF851E92}" type="presParOf" srcId="{0298AFB7-5820-4D20-AB85-AA3E7599EBC3}" destId="{DAC1829B-FB76-4A4D-B08F-0411936C8CB5}" srcOrd="8" destOrd="0" presId="urn:microsoft.com/office/officeart/2005/8/layout/vList5"/>
    <dgm:cxn modelId="{3EDCA6A1-1D8B-4AE3-BFC4-7C6E9CC6D008}" type="presParOf" srcId="{DAC1829B-FB76-4A4D-B08F-0411936C8CB5}" destId="{3CDC913D-421C-4AD5-BEB6-14C2CB483F20}" srcOrd="0" destOrd="0" presId="urn:microsoft.com/office/officeart/2005/8/layout/vList5"/>
    <dgm:cxn modelId="{11076D34-CACC-4FE9-9DF9-996B91BAB56A}" type="presParOf" srcId="{DAC1829B-FB76-4A4D-B08F-0411936C8CB5}" destId="{0868E4B9-CE5C-4355-8A07-DC91DD61F037}" srcOrd="1" destOrd="0" presId="urn:microsoft.com/office/officeart/2005/8/layout/vList5"/>
    <dgm:cxn modelId="{EA462B7F-13DF-4686-9F26-E063C5D149B2}" type="presParOf" srcId="{0298AFB7-5820-4D20-AB85-AA3E7599EBC3}" destId="{9305B4A1-5CAA-456B-9A86-7A5470F0452E}" srcOrd="9" destOrd="0" presId="urn:microsoft.com/office/officeart/2005/8/layout/vList5"/>
    <dgm:cxn modelId="{4E86F0F3-19D2-4186-97BA-A12EFA718EB2}" type="presParOf" srcId="{0298AFB7-5820-4D20-AB85-AA3E7599EBC3}" destId="{A73A7EA2-CB37-475E-9B36-E8A604944417}" srcOrd="10" destOrd="0" presId="urn:microsoft.com/office/officeart/2005/8/layout/vList5"/>
    <dgm:cxn modelId="{31A5E35B-0879-435A-8807-B3F4C9FBDBC6}" type="presParOf" srcId="{A73A7EA2-CB37-475E-9B36-E8A604944417}" destId="{7C6DCC82-4BC1-4B3A-AEDC-6E47B75DA02F}" srcOrd="0" destOrd="0" presId="urn:microsoft.com/office/officeart/2005/8/layout/vList5"/>
    <dgm:cxn modelId="{00D672D4-7807-4875-BB57-C117ECA15842}" type="presParOf" srcId="{A73A7EA2-CB37-475E-9B36-E8A604944417}" destId="{279D4F5C-5FCF-4F48-8E72-E168F8168ADB}" srcOrd="1" destOrd="0" presId="urn:microsoft.com/office/officeart/2005/8/layout/vList5"/>
    <dgm:cxn modelId="{AD94EEAC-1230-4C20-83E0-D534DF7F4F59}" type="presParOf" srcId="{0298AFB7-5820-4D20-AB85-AA3E7599EBC3}" destId="{1A87EE7B-B8C9-4DB1-9FA1-ECA2DE31F924}" srcOrd="11" destOrd="0" presId="urn:microsoft.com/office/officeart/2005/8/layout/vList5"/>
    <dgm:cxn modelId="{1C23FDC0-96C7-4686-96E3-950622232A2B}" type="presParOf" srcId="{0298AFB7-5820-4D20-AB85-AA3E7599EBC3}" destId="{DC989178-BBF4-4358-A83D-EB0988BD0ED2}" srcOrd="12" destOrd="0" presId="urn:microsoft.com/office/officeart/2005/8/layout/vList5"/>
    <dgm:cxn modelId="{43AFBDC9-8E3F-4FC9-973A-E02BD13DC0CB}" type="presParOf" srcId="{DC989178-BBF4-4358-A83D-EB0988BD0ED2}" destId="{34B60A0F-6F7B-472D-84E8-DF96EC1190B0}" srcOrd="0" destOrd="0" presId="urn:microsoft.com/office/officeart/2005/8/layout/vList5"/>
    <dgm:cxn modelId="{9A90CC10-B690-48B0-A2B6-0E31A010FACF}" type="presParOf" srcId="{DC989178-BBF4-4358-A83D-EB0988BD0ED2}" destId="{58B8FE72-D060-4EA1-90CD-E4BE5073D5F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9416AD8-5D74-4229-9A23-D947D23AD4E0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9571078-E11D-4CD4-9B0F-E6F88A96279C}">
      <dgm:prSet custT="1"/>
      <dgm:spPr/>
      <dgm:t>
        <a:bodyPr/>
        <a:lstStyle/>
        <a:p>
          <a:r>
            <a:rPr lang="en-US" sz="2000" dirty="0">
              <a:latin typeface="Arial" panose="020B0604020202020204" pitchFamily="34" charset="0"/>
              <a:cs typeface="Arial" panose="020B0604020202020204" pitchFamily="34" charset="0"/>
            </a:rPr>
            <a:t>- Precontemplation</a:t>
          </a:r>
        </a:p>
      </dgm:t>
    </dgm:pt>
    <dgm:pt modelId="{5CFFCDFA-4FC7-464E-8090-87E1379C8172}" type="parTrans" cxnId="{6B82FBBB-A865-4D1B-8439-E64FA3E76238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BC1A8B3-F545-4AAC-A04E-FF7BF669C8F3}" type="sibTrans" cxnId="{6B82FBBB-A865-4D1B-8439-E64FA3E76238}">
      <dgm:prSet custT="1"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100F0CE-E573-4F04-81FB-3DB3C123D7F7}">
      <dgm:prSet custT="1"/>
      <dgm:spPr/>
      <dgm:t>
        <a:bodyPr/>
        <a:lstStyle/>
        <a:p>
          <a:r>
            <a:rPr lang="en-US" sz="2000">
              <a:latin typeface="Arial" panose="020B0604020202020204" pitchFamily="34" charset="0"/>
              <a:cs typeface="Arial" panose="020B0604020202020204" pitchFamily="34" charset="0"/>
            </a:rPr>
            <a:t>- Contemplation</a:t>
          </a:r>
        </a:p>
      </dgm:t>
    </dgm:pt>
    <dgm:pt modelId="{41CD3D17-7DC0-40D2-9BD5-8AFC318F9569}" type="parTrans" cxnId="{53E158FA-4D2E-42BC-B581-52DC81E7CD83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025B9AF-988B-4D89-805B-1050B4FEFA96}" type="sibTrans" cxnId="{53E158FA-4D2E-42BC-B581-52DC81E7CD83}">
      <dgm:prSet custT="1"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7E0A4C5-9246-42BB-AB46-D2C52DD18BDB}">
      <dgm:prSet custT="1"/>
      <dgm:spPr/>
      <dgm:t>
        <a:bodyPr/>
        <a:lstStyle/>
        <a:p>
          <a:r>
            <a:rPr lang="en-US" sz="2000" dirty="0">
              <a:latin typeface="Arial" panose="020B0604020202020204" pitchFamily="34" charset="0"/>
              <a:cs typeface="Arial" panose="020B0604020202020204" pitchFamily="34" charset="0"/>
            </a:rPr>
            <a:t>- Preparation</a:t>
          </a:r>
        </a:p>
      </dgm:t>
    </dgm:pt>
    <dgm:pt modelId="{67B51629-C8DA-4135-AD9C-B5B8D50CE6E1}" type="parTrans" cxnId="{E7ED81BE-8A48-47FD-AE9B-D324AA193A8E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D9631A5-2F80-44BB-8E47-AF9D2FA54E8B}" type="sibTrans" cxnId="{E7ED81BE-8A48-47FD-AE9B-D324AA193A8E}">
      <dgm:prSet custT="1"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555C2A2-0CF1-4A15-96AD-DF39217828F5}">
      <dgm:prSet custT="1"/>
      <dgm:spPr/>
      <dgm:t>
        <a:bodyPr/>
        <a:lstStyle/>
        <a:p>
          <a:r>
            <a:rPr lang="en-US" sz="2000">
              <a:latin typeface="Arial" panose="020B0604020202020204" pitchFamily="34" charset="0"/>
              <a:cs typeface="Arial" panose="020B0604020202020204" pitchFamily="34" charset="0"/>
            </a:rPr>
            <a:t>- Action</a:t>
          </a:r>
        </a:p>
      </dgm:t>
    </dgm:pt>
    <dgm:pt modelId="{25680FD3-5CD7-4696-A61F-3BCD9C755514}" type="parTrans" cxnId="{2C3D94AD-5161-4E17-BF31-1C1FACB2A901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9E8E1B4-0E94-4C89-B43D-5D6DA5A2B53E}" type="sibTrans" cxnId="{2C3D94AD-5161-4E17-BF31-1C1FACB2A901}">
      <dgm:prSet custT="1"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125986E-CBB6-4A31-BAB0-E6219302B51E}">
      <dgm:prSet custT="1"/>
      <dgm:spPr/>
      <dgm:t>
        <a:bodyPr/>
        <a:lstStyle/>
        <a:p>
          <a:r>
            <a:rPr lang="en-US" sz="2000">
              <a:latin typeface="Arial" panose="020B0604020202020204" pitchFamily="34" charset="0"/>
              <a:cs typeface="Arial" panose="020B0604020202020204" pitchFamily="34" charset="0"/>
            </a:rPr>
            <a:t>- Maintenance</a:t>
          </a:r>
        </a:p>
      </dgm:t>
    </dgm:pt>
    <dgm:pt modelId="{34E353EF-4947-4332-936E-06A6E13E6699}" type="parTrans" cxnId="{8006C701-5AE7-46A6-8D48-5E18B94A7DE8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887D33C-EFD9-4D3C-96C4-7C7B67ADBCB6}" type="sibTrans" cxnId="{8006C701-5AE7-46A6-8D48-5E18B94A7DE8}">
      <dgm:prSet custT="1"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0FD1F8E-6851-4661-A0E1-D0BF2709DC86}">
      <dgm:prSet custT="1"/>
      <dgm:spPr/>
      <dgm:t>
        <a:bodyPr/>
        <a:lstStyle/>
        <a:p>
          <a:r>
            <a:rPr lang="en-US" sz="2000">
              <a:latin typeface="Arial" panose="020B0604020202020204" pitchFamily="34" charset="0"/>
              <a:cs typeface="Arial" panose="020B0604020202020204" pitchFamily="34" charset="0"/>
            </a:rPr>
            <a:t>- Relapse = normal cycle</a:t>
          </a:r>
        </a:p>
      </dgm:t>
    </dgm:pt>
    <dgm:pt modelId="{F57D2695-C46C-4034-A6B6-0191C9527D31}" type="parTrans" cxnId="{8056C8D0-3A86-43E9-914C-9EF148B3B5CC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AF8D8D3-B530-4CAF-9E82-AF246494C1B2}" type="sibTrans" cxnId="{8056C8D0-3A86-43E9-914C-9EF148B3B5CC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AFA3CFC-DB3D-49CD-A0B2-A6936AEFB094}" type="pres">
      <dgm:prSet presAssocID="{49416AD8-5D74-4229-9A23-D947D23AD4E0}" presName="Name0" presStyleCnt="0">
        <dgm:presLayoutVars>
          <dgm:dir/>
          <dgm:resizeHandles val="exact"/>
        </dgm:presLayoutVars>
      </dgm:prSet>
      <dgm:spPr/>
    </dgm:pt>
    <dgm:pt modelId="{21465A6D-29E5-4A61-89CB-E7013592669D}" type="pres">
      <dgm:prSet presAssocID="{39571078-E11D-4CD4-9B0F-E6F88A96279C}" presName="node" presStyleLbl="node1" presStyleIdx="0" presStyleCnt="6" custScaleX="108611">
        <dgm:presLayoutVars>
          <dgm:bulletEnabled val="1"/>
        </dgm:presLayoutVars>
      </dgm:prSet>
      <dgm:spPr/>
    </dgm:pt>
    <dgm:pt modelId="{5B3DCDEB-0F14-4D36-8C41-83ADCB2B3150}" type="pres">
      <dgm:prSet presAssocID="{1BC1A8B3-F545-4AAC-A04E-FF7BF669C8F3}" presName="sibTrans" presStyleLbl="sibTrans1D1" presStyleIdx="0" presStyleCnt="5"/>
      <dgm:spPr/>
    </dgm:pt>
    <dgm:pt modelId="{C6ED6AFB-CBE8-4C1A-A77B-C21DB3226209}" type="pres">
      <dgm:prSet presAssocID="{1BC1A8B3-F545-4AAC-A04E-FF7BF669C8F3}" presName="connectorText" presStyleLbl="sibTrans1D1" presStyleIdx="0" presStyleCnt="5"/>
      <dgm:spPr/>
    </dgm:pt>
    <dgm:pt modelId="{D1CEB803-363E-4C33-9549-BAE7E759035C}" type="pres">
      <dgm:prSet presAssocID="{5100F0CE-E573-4F04-81FB-3DB3C123D7F7}" presName="node" presStyleLbl="node1" presStyleIdx="1" presStyleCnt="6">
        <dgm:presLayoutVars>
          <dgm:bulletEnabled val="1"/>
        </dgm:presLayoutVars>
      </dgm:prSet>
      <dgm:spPr/>
    </dgm:pt>
    <dgm:pt modelId="{EFB71027-A461-44D9-BA2B-A39CE15006C9}" type="pres">
      <dgm:prSet presAssocID="{4025B9AF-988B-4D89-805B-1050B4FEFA96}" presName="sibTrans" presStyleLbl="sibTrans1D1" presStyleIdx="1" presStyleCnt="5"/>
      <dgm:spPr/>
    </dgm:pt>
    <dgm:pt modelId="{15FB3A20-8897-4873-B859-08C8515D72C0}" type="pres">
      <dgm:prSet presAssocID="{4025B9AF-988B-4D89-805B-1050B4FEFA96}" presName="connectorText" presStyleLbl="sibTrans1D1" presStyleIdx="1" presStyleCnt="5"/>
      <dgm:spPr/>
    </dgm:pt>
    <dgm:pt modelId="{6E9E0A6A-94A3-40AD-964D-993F0BE3CF06}" type="pres">
      <dgm:prSet presAssocID="{37E0A4C5-9246-42BB-AB46-D2C52DD18BDB}" presName="node" presStyleLbl="node1" presStyleIdx="2" presStyleCnt="6" custScaleX="112915">
        <dgm:presLayoutVars>
          <dgm:bulletEnabled val="1"/>
        </dgm:presLayoutVars>
      </dgm:prSet>
      <dgm:spPr/>
    </dgm:pt>
    <dgm:pt modelId="{5C342B78-B256-429C-B07D-5BF983BE5348}" type="pres">
      <dgm:prSet presAssocID="{DD9631A5-2F80-44BB-8E47-AF9D2FA54E8B}" presName="sibTrans" presStyleLbl="sibTrans1D1" presStyleIdx="2" presStyleCnt="5"/>
      <dgm:spPr/>
    </dgm:pt>
    <dgm:pt modelId="{38B1A58A-4B44-4B8C-9643-33DABC7203D7}" type="pres">
      <dgm:prSet presAssocID="{DD9631A5-2F80-44BB-8E47-AF9D2FA54E8B}" presName="connectorText" presStyleLbl="sibTrans1D1" presStyleIdx="2" presStyleCnt="5"/>
      <dgm:spPr/>
    </dgm:pt>
    <dgm:pt modelId="{D2A91CAD-ED08-49D9-9060-C22B5E3C068D}" type="pres">
      <dgm:prSet presAssocID="{F555C2A2-0CF1-4A15-96AD-DF39217828F5}" presName="node" presStyleLbl="node1" presStyleIdx="3" presStyleCnt="6">
        <dgm:presLayoutVars>
          <dgm:bulletEnabled val="1"/>
        </dgm:presLayoutVars>
      </dgm:prSet>
      <dgm:spPr/>
    </dgm:pt>
    <dgm:pt modelId="{7730F216-7B9C-49D8-8442-93C3A301F6C2}" type="pres">
      <dgm:prSet presAssocID="{49E8E1B4-0E94-4C89-B43D-5D6DA5A2B53E}" presName="sibTrans" presStyleLbl="sibTrans1D1" presStyleIdx="3" presStyleCnt="5"/>
      <dgm:spPr/>
    </dgm:pt>
    <dgm:pt modelId="{7B434782-E491-4CEC-A214-D816C825AB73}" type="pres">
      <dgm:prSet presAssocID="{49E8E1B4-0E94-4C89-B43D-5D6DA5A2B53E}" presName="connectorText" presStyleLbl="sibTrans1D1" presStyleIdx="3" presStyleCnt="5"/>
      <dgm:spPr/>
    </dgm:pt>
    <dgm:pt modelId="{C6FE60FC-256A-4D6C-AABB-2212AE97F290}" type="pres">
      <dgm:prSet presAssocID="{B125986E-CBB6-4A31-BAB0-E6219302B51E}" presName="node" presStyleLbl="node1" presStyleIdx="4" presStyleCnt="6" custScaleX="115066">
        <dgm:presLayoutVars>
          <dgm:bulletEnabled val="1"/>
        </dgm:presLayoutVars>
      </dgm:prSet>
      <dgm:spPr/>
    </dgm:pt>
    <dgm:pt modelId="{34847CEF-1003-46C6-8303-3FD1365E5809}" type="pres">
      <dgm:prSet presAssocID="{F887D33C-EFD9-4D3C-96C4-7C7B67ADBCB6}" presName="sibTrans" presStyleLbl="sibTrans1D1" presStyleIdx="4" presStyleCnt="5"/>
      <dgm:spPr/>
    </dgm:pt>
    <dgm:pt modelId="{7E1EC265-218F-4426-803B-83C1FC9B6E99}" type="pres">
      <dgm:prSet presAssocID="{F887D33C-EFD9-4D3C-96C4-7C7B67ADBCB6}" presName="connectorText" presStyleLbl="sibTrans1D1" presStyleIdx="4" presStyleCnt="5"/>
      <dgm:spPr/>
    </dgm:pt>
    <dgm:pt modelId="{C5F5CB1D-70E1-4471-8FB8-C978B925769D}" type="pres">
      <dgm:prSet presAssocID="{E0FD1F8E-6851-4661-A0E1-D0BF2709DC86}" presName="node" presStyleLbl="node1" presStyleIdx="5" presStyleCnt="6">
        <dgm:presLayoutVars>
          <dgm:bulletEnabled val="1"/>
        </dgm:presLayoutVars>
      </dgm:prSet>
      <dgm:spPr/>
    </dgm:pt>
  </dgm:ptLst>
  <dgm:cxnLst>
    <dgm:cxn modelId="{8006C701-5AE7-46A6-8D48-5E18B94A7DE8}" srcId="{49416AD8-5D74-4229-9A23-D947D23AD4E0}" destId="{B125986E-CBB6-4A31-BAB0-E6219302B51E}" srcOrd="4" destOrd="0" parTransId="{34E353EF-4947-4332-936E-06A6E13E6699}" sibTransId="{F887D33C-EFD9-4D3C-96C4-7C7B67ADBCB6}"/>
    <dgm:cxn modelId="{92524323-A274-4550-B60B-8DA3FBD36029}" type="presOf" srcId="{4025B9AF-988B-4D89-805B-1050B4FEFA96}" destId="{15FB3A20-8897-4873-B859-08C8515D72C0}" srcOrd="1" destOrd="0" presId="urn:microsoft.com/office/officeart/2016/7/layout/RepeatingBendingProcessNew"/>
    <dgm:cxn modelId="{5C2F5842-0AA9-4E37-B099-8CE2A0AD494B}" type="presOf" srcId="{39571078-E11D-4CD4-9B0F-E6F88A96279C}" destId="{21465A6D-29E5-4A61-89CB-E7013592669D}" srcOrd="0" destOrd="0" presId="urn:microsoft.com/office/officeart/2016/7/layout/RepeatingBendingProcessNew"/>
    <dgm:cxn modelId="{74721568-7D4D-4FAA-87CC-CCABBB51F009}" type="presOf" srcId="{F887D33C-EFD9-4D3C-96C4-7C7B67ADBCB6}" destId="{34847CEF-1003-46C6-8303-3FD1365E5809}" srcOrd="0" destOrd="0" presId="urn:microsoft.com/office/officeart/2016/7/layout/RepeatingBendingProcessNew"/>
    <dgm:cxn modelId="{9A40F16F-EBC2-4B3D-888C-86910A5B5E1C}" type="presOf" srcId="{F887D33C-EFD9-4D3C-96C4-7C7B67ADBCB6}" destId="{7E1EC265-218F-4426-803B-83C1FC9B6E99}" srcOrd="1" destOrd="0" presId="urn:microsoft.com/office/officeart/2016/7/layout/RepeatingBendingProcessNew"/>
    <dgm:cxn modelId="{73EECA5A-F18F-4B97-9AF8-B09743619FDB}" type="presOf" srcId="{B125986E-CBB6-4A31-BAB0-E6219302B51E}" destId="{C6FE60FC-256A-4D6C-AABB-2212AE97F290}" srcOrd="0" destOrd="0" presId="urn:microsoft.com/office/officeart/2016/7/layout/RepeatingBendingProcessNew"/>
    <dgm:cxn modelId="{E0FEFC7D-D131-4360-9803-A4C7D00E1E38}" type="presOf" srcId="{DD9631A5-2F80-44BB-8E47-AF9D2FA54E8B}" destId="{5C342B78-B256-429C-B07D-5BF983BE5348}" srcOrd="0" destOrd="0" presId="urn:microsoft.com/office/officeart/2016/7/layout/RepeatingBendingProcessNew"/>
    <dgm:cxn modelId="{2FCB0983-5046-44B5-9A4C-62375A08AB41}" type="presOf" srcId="{49E8E1B4-0E94-4C89-B43D-5D6DA5A2B53E}" destId="{7730F216-7B9C-49D8-8442-93C3A301F6C2}" srcOrd="0" destOrd="0" presId="urn:microsoft.com/office/officeart/2016/7/layout/RepeatingBendingProcessNew"/>
    <dgm:cxn modelId="{46B00893-B256-45F9-9B66-01A4B50B0E34}" type="presOf" srcId="{1BC1A8B3-F545-4AAC-A04E-FF7BF669C8F3}" destId="{C6ED6AFB-CBE8-4C1A-A77B-C21DB3226209}" srcOrd="1" destOrd="0" presId="urn:microsoft.com/office/officeart/2016/7/layout/RepeatingBendingProcessNew"/>
    <dgm:cxn modelId="{4C934A96-F2F3-42EB-9149-3853FE7BEC02}" type="presOf" srcId="{F555C2A2-0CF1-4A15-96AD-DF39217828F5}" destId="{D2A91CAD-ED08-49D9-9060-C22B5E3C068D}" srcOrd="0" destOrd="0" presId="urn:microsoft.com/office/officeart/2016/7/layout/RepeatingBendingProcessNew"/>
    <dgm:cxn modelId="{B2A8DE98-8C35-4C47-B3F9-92FE5FF433A7}" type="presOf" srcId="{37E0A4C5-9246-42BB-AB46-D2C52DD18BDB}" destId="{6E9E0A6A-94A3-40AD-964D-993F0BE3CF06}" srcOrd="0" destOrd="0" presId="urn:microsoft.com/office/officeart/2016/7/layout/RepeatingBendingProcessNew"/>
    <dgm:cxn modelId="{2B64649F-918D-4AB2-87E2-58A846718A77}" type="presOf" srcId="{4025B9AF-988B-4D89-805B-1050B4FEFA96}" destId="{EFB71027-A461-44D9-BA2B-A39CE15006C9}" srcOrd="0" destOrd="0" presId="urn:microsoft.com/office/officeart/2016/7/layout/RepeatingBendingProcessNew"/>
    <dgm:cxn modelId="{2C3D94AD-5161-4E17-BF31-1C1FACB2A901}" srcId="{49416AD8-5D74-4229-9A23-D947D23AD4E0}" destId="{F555C2A2-0CF1-4A15-96AD-DF39217828F5}" srcOrd="3" destOrd="0" parTransId="{25680FD3-5CD7-4696-A61F-3BCD9C755514}" sibTransId="{49E8E1B4-0E94-4C89-B43D-5D6DA5A2B53E}"/>
    <dgm:cxn modelId="{E5B979B9-31C8-4503-A330-DCCE364A7C63}" type="presOf" srcId="{49416AD8-5D74-4229-9A23-D947D23AD4E0}" destId="{0AFA3CFC-DB3D-49CD-A0B2-A6936AEFB094}" srcOrd="0" destOrd="0" presId="urn:microsoft.com/office/officeart/2016/7/layout/RepeatingBendingProcessNew"/>
    <dgm:cxn modelId="{6B82FBBB-A865-4D1B-8439-E64FA3E76238}" srcId="{49416AD8-5D74-4229-9A23-D947D23AD4E0}" destId="{39571078-E11D-4CD4-9B0F-E6F88A96279C}" srcOrd="0" destOrd="0" parTransId="{5CFFCDFA-4FC7-464E-8090-87E1379C8172}" sibTransId="{1BC1A8B3-F545-4AAC-A04E-FF7BF669C8F3}"/>
    <dgm:cxn modelId="{E7ED81BE-8A48-47FD-AE9B-D324AA193A8E}" srcId="{49416AD8-5D74-4229-9A23-D947D23AD4E0}" destId="{37E0A4C5-9246-42BB-AB46-D2C52DD18BDB}" srcOrd="2" destOrd="0" parTransId="{67B51629-C8DA-4135-AD9C-B5B8D50CE6E1}" sibTransId="{DD9631A5-2F80-44BB-8E47-AF9D2FA54E8B}"/>
    <dgm:cxn modelId="{F16BC9BF-C2C2-49ED-B8C2-173DA18894D5}" type="presOf" srcId="{5100F0CE-E573-4F04-81FB-3DB3C123D7F7}" destId="{D1CEB803-363E-4C33-9549-BAE7E759035C}" srcOrd="0" destOrd="0" presId="urn:microsoft.com/office/officeart/2016/7/layout/RepeatingBendingProcessNew"/>
    <dgm:cxn modelId="{D84780CA-A608-4926-9964-BC71F5C3A7B2}" type="presOf" srcId="{E0FD1F8E-6851-4661-A0E1-D0BF2709DC86}" destId="{C5F5CB1D-70E1-4471-8FB8-C978B925769D}" srcOrd="0" destOrd="0" presId="urn:microsoft.com/office/officeart/2016/7/layout/RepeatingBendingProcessNew"/>
    <dgm:cxn modelId="{918A8FCC-2491-4DE4-AE5C-D31D885883EE}" type="presOf" srcId="{DD9631A5-2F80-44BB-8E47-AF9D2FA54E8B}" destId="{38B1A58A-4B44-4B8C-9643-33DABC7203D7}" srcOrd="1" destOrd="0" presId="urn:microsoft.com/office/officeart/2016/7/layout/RepeatingBendingProcessNew"/>
    <dgm:cxn modelId="{8056C8D0-3A86-43E9-914C-9EF148B3B5CC}" srcId="{49416AD8-5D74-4229-9A23-D947D23AD4E0}" destId="{E0FD1F8E-6851-4661-A0E1-D0BF2709DC86}" srcOrd="5" destOrd="0" parTransId="{F57D2695-C46C-4034-A6B6-0191C9527D31}" sibTransId="{CAF8D8D3-B530-4CAF-9E82-AF246494C1B2}"/>
    <dgm:cxn modelId="{C4A129DF-DD68-442C-865B-71F1D35FB941}" type="presOf" srcId="{49E8E1B4-0E94-4C89-B43D-5D6DA5A2B53E}" destId="{7B434782-E491-4CEC-A214-D816C825AB73}" srcOrd="1" destOrd="0" presId="urn:microsoft.com/office/officeart/2016/7/layout/RepeatingBendingProcessNew"/>
    <dgm:cxn modelId="{6E1E5FF1-634E-48BE-991C-6602E9F6AC15}" type="presOf" srcId="{1BC1A8B3-F545-4AAC-A04E-FF7BF669C8F3}" destId="{5B3DCDEB-0F14-4D36-8C41-83ADCB2B3150}" srcOrd="0" destOrd="0" presId="urn:microsoft.com/office/officeart/2016/7/layout/RepeatingBendingProcessNew"/>
    <dgm:cxn modelId="{53E158FA-4D2E-42BC-B581-52DC81E7CD83}" srcId="{49416AD8-5D74-4229-9A23-D947D23AD4E0}" destId="{5100F0CE-E573-4F04-81FB-3DB3C123D7F7}" srcOrd="1" destOrd="0" parTransId="{41CD3D17-7DC0-40D2-9BD5-8AFC318F9569}" sibTransId="{4025B9AF-988B-4D89-805B-1050B4FEFA96}"/>
    <dgm:cxn modelId="{D33358A9-4C7F-4A72-B9B5-CBDA071C0FF0}" type="presParOf" srcId="{0AFA3CFC-DB3D-49CD-A0B2-A6936AEFB094}" destId="{21465A6D-29E5-4A61-89CB-E7013592669D}" srcOrd="0" destOrd="0" presId="urn:microsoft.com/office/officeart/2016/7/layout/RepeatingBendingProcessNew"/>
    <dgm:cxn modelId="{EE09402E-A5BC-490C-8EE9-1E58B91B968E}" type="presParOf" srcId="{0AFA3CFC-DB3D-49CD-A0B2-A6936AEFB094}" destId="{5B3DCDEB-0F14-4D36-8C41-83ADCB2B3150}" srcOrd="1" destOrd="0" presId="urn:microsoft.com/office/officeart/2016/7/layout/RepeatingBendingProcessNew"/>
    <dgm:cxn modelId="{A42245D7-C981-4AEA-B282-FA33E11BFDB0}" type="presParOf" srcId="{5B3DCDEB-0F14-4D36-8C41-83ADCB2B3150}" destId="{C6ED6AFB-CBE8-4C1A-A77B-C21DB3226209}" srcOrd="0" destOrd="0" presId="urn:microsoft.com/office/officeart/2016/7/layout/RepeatingBendingProcessNew"/>
    <dgm:cxn modelId="{0B7EF7D8-0B14-45D2-B419-7BBA8FB85540}" type="presParOf" srcId="{0AFA3CFC-DB3D-49CD-A0B2-A6936AEFB094}" destId="{D1CEB803-363E-4C33-9549-BAE7E759035C}" srcOrd="2" destOrd="0" presId="urn:microsoft.com/office/officeart/2016/7/layout/RepeatingBendingProcessNew"/>
    <dgm:cxn modelId="{17FA6A3B-D001-4851-9E43-707A4D0C318D}" type="presParOf" srcId="{0AFA3CFC-DB3D-49CD-A0B2-A6936AEFB094}" destId="{EFB71027-A461-44D9-BA2B-A39CE15006C9}" srcOrd="3" destOrd="0" presId="urn:microsoft.com/office/officeart/2016/7/layout/RepeatingBendingProcessNew"/>
    <dgm:cxn modelId="{6DF0FBA9-4FCE-4BCE-9702-86F16AC54D71}" type="presParOf" srcId="{EFB71027-A461-44D9-BA2B-A39CE15006C9}" destId="{15FB3A20-8897-4873-B859-08C8515D72C0}" srcOrd="0" destOrd="0" presId="urn:microsoft.com/office/officeart/2016/7/layout/RepeatingBendingProcessNew"/>
    <dgm:cxn modelId="{DFC711CB-CEF7-4C2B-8510-A63495458262}" type="presParOf" srcId="{0AFA3CFC-DB3D-49CD-A0B2-A6936AEFB094}" destId="{6E9E0A6A-94A3-40AD-964D-993F0BE3CF06}" srcOrd="4" destOrd="0" presId="urn:microsoft.com/office/officeart/2016/7/layout/RepeatingBendingProcessNew"/>
    <dgm:cxn modelId="{26016633-EBE8-4AC5-95BC-61235A3CF382}" type="presParOf" srcId="{0AFA3CFC-DB3D-49CD-A0B2-A6936AEFB094}" destId="{5C342B78-B256-429C-B07D-5BF983BE5348}" srcOrd="5" destOrd="0" presId="urn:microsoft.com/office/officeart/2016/7/layout/RepeatingBendingProcessNew"/>
    <dgm:cxn modelId="{ADB11268-CA4A-4783-AD43-D4A020B586F7}" type="presParOf" srcId="{5C342B78-B256-429C-B07D-5BF983BE5348}" destId="{38B1A58A-4B44-4B8C-9643-33DABC7203D7}" srcOrd="0" destOrd="0" presId="urn:microsoft.com/office/officeart/2016/7/layout/RepeatingBendingProcessNew"/>
    <dgm:cxn modelId="{5F36BAB4-A69B-472A-8887-5AFE72C47787}" type="presParOf" srcId="{0AFA3CFC-DB3D-49CD-A0B2-A6936AEFB094}" destId="{D2A91CAD-ED08-49D9-9060-C22B5E3C068D}" srcOrd="6" destOrd="0" presId="urn:microsoft.com/office/officeart/2016/7/layout/RepeatingBendingProcessNew"/>
    <dgm:cxn modelId="{85B07B5C-831C-4F30-AFFA-33F102FF273F}" type="presParOf" srcId="{0AFA3CFC-DB3D-49CD-A0B2-A6936AEFB094}" destId="{7730F216-7B9C-49D8-8442-93C3A301F6C2}" srcOrd="7" destOrd="0" presId="urn:microsoft.com/office/officeart/2016/7/layout/RepeatingBendingProcessNew"/>
    <dgm:cxn modelId="{29523898-3F71-47D6-83CD-3B16F4B12D4B}" type="presParOf" srcId="{7730F216-7B9C-49D8-8442-93C3A301F6C2}" destId="{7B434782-E491-4CEC-A214-D816C825AB73}" srcOrd="0" destOrd="0" presId="urn:microsoft.com/office/officeart/2016/7/layout/RepeatingBendingProcessNew"/>
    <dgm:cxn modelId="{F7FB1624-65E8-4712-83E1-1F316981004A}" type="presParOf" srcId="{0AFA3CFC-DB3D-49CD-A0B2-A6936AEFB094}" destId="{C6FE60FC-256A-4D6C-AABB-2212AE97F290}" srcOrd="8" destOrd="0" presId="urn:microsoft.com/office/officeart/2016/7/layout/RepeatingBendingProcessNew"/>
    <dgm:cxn modelId="{66D0FD9F-0EAD-41A3-8CC3-D35CF236D075}" type="presParOf" srcId="{0AFA3CFC-DB3D-49CD-A0B2-A6936AEFB094}" destId="{34847CEF-1003-46C6-8303-3FD1365E5809}" srcOrd="9" destOrd="0" presId="urn:microsoft.com/office/officeart/2016/7/layout/RepeatingBendingProcessNew"/>
    <dgm:cxn modelId="{3A96E18D-880F-4B0C-B148-AB648AE43C59}" type="presParOf" srcId="{34847CEF-1003-46C6-8303-3FD1365E5809}" destId="{7E1EC265-218F-4426-803B-83C1FC9B6E99}" srcOrd="0" destOrd="0" presId="urn:microsoft.com/office/officeart/2016/7/layout/RepeatingBendingProcessNew"/>
    <dgm:cxn modelId="{332DA61F-5A17-4BB6-BA9C-2C626799EF53}" type="presParOf" srcId="{0AFA3CFC-DB3D-49CD-A0B2-A6936AEFB094}" destId="{C5F5CB1D-70E1-4471-8FB8-C978B925769D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BC747E7-4EA8-4C2B-9EE9-022D7DAB7375}" type="doc">
      <dgm:prSet loTypeId="urn:microsoft.com/office/officeart/2005/8/layout/matrix3" loCatId="matrix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93C6CD-3307-45D0-A10B-82AF637C12D2}">
      <dgm:prSet custT="1"/>
      <dgm:spPr/>
      <dgm:t>
        <a:bodyPr/>
        <a:lstStyle/>
        <a:p>
          <a:r>
            <a:rPr lang="en-US" sz="2000" dirty="0">
              <a:latin typeface="Arial" panose="020B0604020202020204" pitchFamily="34" charset="0"/>
              <a:cs typeface="Arial" panose="020B0604020202020204" pitchFamily="34" charset="0"/>
            </a:rPr>
            <a:t>Theories </a:t>
          </a:r>
        </a:p>
      </dgm:t>
    </dgm:pt>
    <dgm:pt modelId="{F05619EC-0B3E-4866-B87D-9895087FDAF4}" type="parTrans" cxnId="{E2893C01-B877-4D4E-AE5E-7C2708815268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A36405B-1B31-42A0-B075-4D05793518AA}" type="sibTrans" cxnId="{E2893C01-B877-4D4E-AE5E-7C2708815268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5D4933C-0E49-49D3-B8EF-358D994FF8C4}">
      <dgm:prSet custT="1"/>
      <dgm:spPr/>
      <dgm:t>
        <a:bodyPr/>
        <a:lstStyle/>
        <a:p>
          <a:r>
            <a:rPr lang="en-US" sz="2000" dirty="0">
              <a:latin typeface="Arial" panose="020B0604020202020204" pitchFamily="34" charset="0"/>
              <a:cs typeface="Arial" panose="020B0604020202020204" pitchFamily="34" charset="0"/>
            </a:rPr>
            <a:t>Interviewing </a:t>
          </a:r>
        </a:p>
      </dgm:t>
    </dgm:pt>
    <dgm:pt modelId="{1CD7A4CB-1B2A-4A61-AEF3-FD7AE363B610}" type="parTrans" cxnId="{87065A7C-BEE7-4C7D-8555-032C7B5AE649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1C18572-0DFF-4FC9-9A8C-CE7453F5D43F}" type="sibTrans" cxnId="{87065A7C-BEE7-4C7D-8555-032C7B5AE649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87A371B-A16F-49C9-B3D4-372074AC7BE7}">
      <dgm:prSet custT="1"/>
      <dgm:spPr/>
      <dgm:t>
        <a:bodyPr/>
        <a:lstStyle/>
        <a:p>
          <a:r>
            <a:rPr lang="en-US" sz="2000" dirty="0">
              <a:latin typeface="Arial" panose="020B0604020202020204" pitchFamily="34" charset="0"/>
              <a:cs typeface="Arial" panose="020B0604020202020204" pitchFamily="34" charset="0"/>
            </a:rPr>
            <a:t> HBM → beliefs, SDT → needs, TTM → stage</a:t>
          </a:r>
        </a:p>
      </dgm:t>
    </dgm:pt>
    <dgm:pt modelId="{6FBDA67F-7F51-4218-B4AB-FFF470D124F7}" type="parTrans" cxnId="{51B0260C-7776-4B57-984E-154CF15866FC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9A0D102-EACF-4712-90CB-07DF730FAEE9}" type="sibTrans" cxnId="{51B0260C-7776-4B57-984E-154CF15866FC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4863963-71BC-458A-9850-DF24FABBDD3E}">
      <dgm:prSet custT="1"/>
      <dgm:spPr/>
      <dgm:t>
        <a:bodyPr/>
        <a:lstStyle/>
        <a:p>
          <a:r>
            <a:rPr lang="en-US" sz="2000" dirty="0">
              <a:latin typeface="Arial" panose="020B0604020202020204" pitchFamily="34" charset="0"/>
              <a:cs typeface="Arial" panose="020B0604020202020204" pitchFamily="34" charset="0"/>
            </a:rPr>
            <a:t>Goal: knowledge → conversation → action</a:t>
          </a:r>
        </a:p>
      </dgm:t>
    </dgm:pt>
    <dgm:pt modelId="{65BEDB63-6267-437D-AB13-97EF2FEED3F2}" type="parTrans" cxnId="{5844F3FF-55B7-478B-8D86-1EBF7286AAA0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E9F6E0D-852F-417A-A8F9-4A6404280C1D}" type="sibTrans" cxnId="{5844F3FF-55B7-478B-8D86-1EBF7286AAA0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04AA13C-7F0E-4202-A325-D6456C37D740}" type="pres">
      <dgm:prSet presAssocID="{FBC747E7-4EA8-4C2B-9EE9-022D7DAB7375}" presName="matrix" presStyleCnt="0">
        <dgm:presLayoutVars>
          <dgm:chMax val="1"/>
          <dgm:dir/>
          <dgm:resizeHandles val="exact"/>
        </dgm:presLayoutVars>
      </dgm:prSet>
      <dgm:spPr/>
    </dgm:pt>
    <dgm:pt modelId="{223EB830-BE77-46A8-B4D4-6E5A80162E4B}" type="pres">
      <dgm:prSet presAssocID="{FBC747E7-4EA8-4C2B-9EE9-022D7DAB7375}" presName="diamond" presStyleLbl="bgShp" presStyleIdx="0" presStyleCnt="1"/>
      <dgm:spPr/>
    </dgm:pt>
    <dgm:pt modelId="{971D8902-375A-414C-B1EC-175FEC07ED3B}" type="pres">
      <dgm:prSet presAssocID="{FBC747E7-4EA8-4C2B-9EE9-022D7DAB737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4257174-11F7-412D-BCE2-6A88B7403B80}" type="pres">
      <dgm:prSet presAssocID="{FBC747E7-4EA8-4C2B-9EE9-022D7DAB7375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15315AF-24EC-487D-9F1F-27D6A5213957}" type="pres">
      <dgm:prSet presAssocID="{FBC747E7-4EA8-4C2B-9EE9-022D7DAB737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A311A47-8CCF-49A1-9BE2-0F7411412BD3}" type="pres">
      <dgm:prSet presAssocID="{FBC747E7-4EA8-4C2B-9EE9-022D7DAB7375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2893C01-B877-4D4E-AE5E-7C2708815268}" srcId="{FBC747E7-4EA8-4C2B-9EE9-022D7DAB7375}" destId="{BE93C6CD-3307-45D0-A10B-82AF637C12D2}" srcOrd="0" destOrd="0" parTransId="{F05619EC-0B3E-4866-B87D-9895087FDAF4}" sibTransId="{6A36405B-1B31-42A0-B075-4D05793518AA}"/>
    <dgm:cxn modelId="{51B0260C-7776-4B57-984E-154CF15866FC}" srcId="{FBC747E7-4EA8-4C2B-9EE9-022D7DAB7375}" destId="{B87A371B-A16F-49C9-B3D4-372074AC7BE7}" srcOrd="2" destOrd="0" parTransId="{6FBDA67F-7F51-4218-B4AB-FFF470D124F7}" sibTransId="{69A0D102-EACF-4712-90CB-07DF730FAEE9}"/>
    <dgm:cxn modelId="{472C4D2A-372E-45CA-BAEC-912DFFAAEB47}" type="presOf" srcId="{BE93C6CD-3307-45D0-A10B-82AF637C12D2}" destId="{971D8902-375A-414C-B1EC-175FEC07ED3B}" srcOrd="0" destOrd="0" presId="urn:microsoft.com/office/officeart/2005/8/layout/matrix3"/>
    <dgm:cxn modelId="{7B595744-7897-463D-944A-7C77AE0F8CC8}" type="presOf" srcId="{85D4933C-0E49-49D3-B8EF-358D994FF8C4}" destId="{84257174-11F7-412D-BCE2-6A88B7403B80}" srcOrd="0" destOrd="0" presId="urn:microsoft.com/office/officeart/2005/8/layout/matrix3"/>
    <dgm:cxn modelId="{F34A8A4D-7AB1-42CA-89EF-2DE6B6924B38}" type="presOf" srcId="{A4863963-71BC-458A-9850-DF24FABBDD3E}" destId="{9A311A47-8CCF-49A1-9BE2-0F7411412BD3}" srcOrd="0" destOrd="0" presId="urn:microsoft.com/office/officeart/2005/8/layout/matrix3"/>
    <dgm:cxn modelId="{87065A7C-BEE7-4C7D-8555-032C7B5AE649}" srcId="{FBC747E7-4EA8-4C2B-9EE9-022D7DAB7375}" destId="{85D4933C-0E49-49D3-B8EF-358D994FF8C4}" srcOrd="1" destOrd="0" parTransId="{1CD7A4CB-1B2A-4A61-AEF3-FD7AE363B610}" sibTransId="{91C18572-0DFF-4FC9-9A8C-CE7453F5D43F}"/>
    <dgm:cxn modelId="{2D781592-7D6D-4D88-A424-662B8CB16710}" type="presOf" srcId="{FBC747E7-4EA8-4C2B-9EE9-022D7DAB7375}" destId="{604AA13C-7F0E-4202-A325-D6456C37D740}" srcOrd="0" destOrd="0" presId="urn:microsoft.com/office/officeart/2005/8/layout/matrix3"/>
    <dgm:cxn modelId="{DAFF77A8-A62F-4B6E-B8F4-285FE4419447}" type="presOf" srcId="{B87A371B-A16F-49C9-B3D4-372074AC7BE7}" destId="{A15315AF-24EC-487D-9F1F-27D6A5213957}" srcOrd="0" destOrd="0" presId="urn:microsoft.com/office/officeart/2005/8/layout/matrix3"/>
    <dgm:cxn modelId="{5844F3FF-55B7-478B-8D86-1EBF7286AAA0}" srcId="{FBC747E7-4EA8-4C2B-9EE9-022D7DAB7375}" destId="{A4863963-71BC-458A-9850-DF24FABBDD3E}" srcOrd="3" destOrd="0" parTransId="{65BEDB63-6267-437D-AB13-97EF2FEED3F2}" sibTransId="{2E9F6E0D-852F-417A-A8F9-4A6404280C1D}"/>
    <dgm:cxn modelId="{52E177D3-C1C6-46D7-9146-B4EE361714DB}" type="presParOf" srcId="{604AA13C-7F0E-4202-A325-D6456C37D740}" destId="{223EB830-BE77-46A8-B4D4-6E5A80162E4B}" srcOrd="0" destOrd="0" presId="urn:microsoft.com/office/officeart/2005/8/layout/matrix3"/>
    <dgm:cxn modelId="{DDBA5227-32EF-43DB-B888-A4C7AC61CD85}" type="presParOf" srcId="{604AA13C-7F0E-4202-A325-D6456C37D740}" destId="{971D8902-375A-414C-B1EC-175FEC07ED3B}" srcOrd="1" destOrd="0" presId="urn:microsoft.com/office/officeart/2005/8/layout/matrix3"/>
    <dgm:cxn modelId="{06A28C6B-7E8D-42BC-81AB-E0FE312DB1C1}" type="presParOf" srcId="{604AA13C-7F0E-4202-A325-D6456C37D740}" destId="{84257174-11F7-412D-BCE2-6A88B7403B80}" srcOrd="2" destOrd="0" presId="urn:microsoft.com/office/officeart/2005/8/layout/matrix3"/>
    <dgm:cxn modelId="{DE297D4B-DE54-49C4-81C6-38283D70C28C}" type="presParOf" srcId="{604AA13C-7F0E-4202-A325-D6456C37D740}" destId="{A15315AF-24EC-487D-9F1F-27D6A5213957}" srcOrd="3" destOrd="0" presId="urn:microsoft.com/office/officeart/2005/8/layout/matrix3"/>
    <dgm:cxn modelId="{79967A2C-6A1D-4E52-A50C-1E16E0434BEE}" type="presParOf" srcId="{604AA13C-7F0E-4202-A325-D6456C37D740}" destId="{9A311A47-8CCF-49A1-9BE2-0F7411412BD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53AE629-18E0-46F8-AEA6-691F5A4771B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84CBB4E-9CE1-45F5-BEEE-086E18F9C4C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>
              <a:latin typeface="Arial" panose="020B0604020202020204" pitchFamily="34" charset="0"/>
              <a:cs typeface="Arial" panose="020B0604020202020204" pitchFamily="34" charset="0"/>
            </a:rPr>
            <a:t>- Patient-centered, addresses ambivalence</a:t>
          </a:r>
        </a:p>
      </dgm:t>
    </dgm:pt>
    <dgm:pt modelId="{345DE531-BA06-445C-9108-9DBFE39256C8}" type="parTrans" cxnId="{57D49169-4156-4857-88A2-BD8121CB1627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819AC50-58EF-4DBE-8B5A-9C97F3805C21}" type="sibTrans" cxnId="{57D49169-4156-4857-88A2-BD8121CB1627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A6E007C-0BFD-4FA2-9A3B-3027CAE0E63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>
              <a:latin typeface="Arial" panose="020B0604020202020204" pitchFamily="34" charset="0"/>
              <a:cs typeface="Arial" panose="020B0604020202020204" pitchFamily="34" charset="0"/>
            </a:rPr>
            <a:t>- Collaborative, guiding not telling</a:t>
          </a:r>
        </a:p>
      </dgm:t>
    </dgm:pt>
    <dgm:pt modelId="{E7FA8BBE-8EB5-4E2C-9DA5-C38BF829BBE7}" type="parTrans" cxnId="{200AE0B0-FD1E-40F0-86D1-353AE6CCCC89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719699D-8CB0-4B8A-BBE8-895C3A685195}" type="sibTrans" cxnId="{200AE0B0-FD1E-40F0-86D1-353AE6CCCC89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1EB0E48-5326-488F-84D8-EC9D49D7457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>
              <a:latin typeface="Arial" panose="020B0604020202020204" pitchFamily="34" charset="0"/>
              <a:cs typeface="Arial" panose="020B0604020202020204" pitchFamily="34" charset="0"/>
            </a:rPr>
            <a:t>- Goals: elicit reasons, strengthen commitment</a:t>
          </a:r>
        </a:p>
      </dgm:t>
    </dgm:pt>
    <dgm:pt modelId="{25801485-A550-410E-8512-F8FE3C1B2285}" type="parTrans" cxnId="{710C147F-1C1C-4795-9D5C-E851C0F8BB6D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A1B1213-48C5-40B1-9D15-BF20B4E6D4EB}" type="sibTrans" cxnId="{710C147F-1C1C-4795-9D5C-E851C0F8BB6D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F234AF2-56AC-40FE-B206-3447B4EF19E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>
              <a:latin typeface="Arial" panose="020B0604020202020204" pitchFamily="34" charset="0"/>
              <a:cs typeface="Arial" panose="020B0604020202020204" pitchFamily="34" charset="0"/>
            </a:rPr>
            <a:t>- Evidence-based effectiveness</a:t>
          </a:r>
        </a:p>
      </dgm:t>
    </dgm:pt>
    <dgm:pt modelId="{221C66B0-8B79-4766-ABC4-28685016C642}" type="parTrans" cxnId="{BE9D3200-11F9-4AAD-A946-86496AE47820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E6C6524-204B-477D-BF6A-67392735E8B2}" type="sibTrans" cxnId="{BE9D3200-11F9-4AAD-A946-86496AE47820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9C01E1A-F214-4B18-8D11-B8196C323D6B}" type="pres">
      <dgm:prSet presAssocID="{553AE629-18E0-46F8-AEA6-691F5A4771B0}" presName="root" presStyleCnt="0">
        <dgm:presLayoutVars>
          <dgm:dir/>
          <dgm:resizeHandles val="exact"/>
        </dgm:presLayoutVars>
      </dgm:prSet>
      <dgm:spPr/>
    </dgm:pt>
    <dgm:pt modelId="{7CEEFEBE-4BE5-4F92-91A8-B672C31D1DB4}" type="pres">
      <dgm:prSet presAssocID="{984CBB4E-9CE1-45F5-BEEE-086E18F9C4CB}" presName="compNode" presStyleCnt="0"/>
      <dgm:spPr/>
    </dgm:pt>
    <dgm:pt modelId="{3C31D4D2-406C-4C85-BF2B-0D1AF90C8320}" type="pres">
      <dgm:prSet presAssocID="{984CBB4E-9CE1-45F5-BEEE-086E18F9C4CB}" presName="bgRect" presStyleLbl="bgShp" presStyleIdx="0" presStyleCnt="4"/>
      <dgm:spPr/>
    </dgm:pt>
    <dgm:pt modelId="{B31E50A2-16EB-48DA-A17E-F589243E59CB}" type="pres">
      <dgm:prSet presAssocID="{984CBB4E-9CE1-45F5-BEEE-086E18F9C4C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7B01CB6B-F64B-4A85-9928-E5028566103E}" type="pres">
      <dgm:prSet presAssocID="{984CBB4E-9CE1-45F5-BEEE-086E18F9C4CB}" presName="spaceRect" presStyleCnt="0"/>
      <dgm:spPr/>
    </dgm:pt>
    <dgm:pt modelId="{9209996E-4862-4A40-95FA-EA2066CD47E5}" type="pres">
      <dgm:prSet presAssocID="{984CBB4E-9CE1-45F5-BEEE-086E18F9C4CB}" presName="parTx" presStyleLbl="revTx" presStyleIdx="0" presStyleCnt="4">
        <dgm:presLayoutVars>
          <dgm:chMax val="0"/>
          <dgm:chPref val="0"/>
        </dgm:presLayoutVars>
      </dgm:prSet>
      <dgm:spPr/>
    </dgm:pt>
    <dgm:pt modelId="{BF00234C-18BA-4C8E-A5C8-63A1434CE450}" type="pres">
      <dgm:prSet presAssocID="{B819AC50-58EF-4DBE-8B5A-9C97F3805C21}" presName="sibTrans" presStyleCnt="0"/>
      <dgm:spPr/>
    </dgm:pt>
    <dgm:pt modelId="{13E1FC0C-A610-40C1-A71C-AF7A5D0BB5A6}" type="pres">
      <dgm:prSet presAssocID="{DA6E007C-0BFD-4FA2-9A3B-3027CAE0E637}" presName="compNode" presStyleCnt="0"/>
      <dgm:spPr/>
    </dgm:pt>
    <dgm:pt modelId="{F3CF6FCA-9017-46A7-BB9B-94AE4593D22E}" type="pres">
      <dgm:prSet presAssocID="{DA6E007C-0BFD-4FA2-9A3B-3027CAE0E637}" presName="bgRect" presStyleLbl="bgShp" presStyleIdx="1" presStyleCnt="4"/>
      <dgm:spPr/>
    </dgm:pt>
    <dgm:pt modelId="{BF6F64FB-A220-4A6E-B80E-5527E8D0F87C}" type="pres">
      <dgm:prSet presAssocID="{DA6E007C-0BFD-4FA2-9A3B-3027CAE0E63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"/>
        </a:ext>
      </dgm:extLst>
    </dgm:pt>
    <dgm:pt modelId="{6982B4C3-F43B-4AEE-9304-C9FD4962FC09}" type="pres">
      <dgm:prSet presAssocID="{DA6E007C-0BFD-4FA2-9A3B-3027CAE0E637}" presName="spaceRect" presStyleCnt="0"/>
      <dgm:spPr/>
    </dgm:pt>
    <dgm:pt modelId="{A2EB3EDD-CEF9-47AC-8A8C-D8A4BA387D43}" type="pres">
      <dgm:prSet presAssocID="{DA6E007C-0BFD-4FA2-9A3B-3027CAE0E637}" presName="parTx" presStyleLbl="revTx" presStyleIdx="1" presStyleCnt="4">
        <dgm:presLayoutVars>
          <dgm:chMax val="0"/>
          <dgm:chPref val="0"/>
        </dgm:presLayoutVars>
      </dgm:prSet>
      <dgm:spPr/>
    </dgm:pt>
    <dgm:pt modelId="{977BA73F-72F8-4EC8-A134-658508A3D445}" type="pres">
      <dgm:prSet presAssocID="{D719699D-8CB0-4B8A-BBE8-895C3A685195}" presName="sibTrans" presStyleCnt="0"/>
      <dgm:spPr/>
    </dgm:pt>
    <dgm:pt modelId="{BEB95769-796C-4A5D-8A72-520DA64E441C}" type="pres">
      <dgm:prSet presAssocID="{E1EB0E48-5326-488F-84D8-EC9D49D7457D}" presName="compNode" presStyleCnt="0"/>
      <dgm:spPr/>
    </dgm:pt>
    <dgm:pt modelId="{0C825E35-1FEB-4B9A-AEDF-2516B0C51936}" type="pres">
      <dgm:prSet presAssocID="{E1EB0E48-5326-488F-84D8-EC9D49D7457D}" presName="bgRect" presStyleLbl="bgShp" presStyleIdx="2" presStyleCnt="4"/>
      <dgm:spPr/>
    </dgm:pt>
    <dgm:pt modelId="{6FE59337-6F42-4265-999C-509C9A2B219E}" type="pres">
      <dgm:prSet presAssocID="{E1EB0E48-5326-488F-84D8-EC9D49D7457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3E0E03D1-5A67-473B-A7E0-E5663611A87B}" type="pres">
      <dgm:prSet presAssocID="{E1EB0E48-5326-488F-84D8-EC9D49D7457D}" presName="spaceRect" presStyleCnt="0"/>
      <dgm:spPr/>
    </dgm:pt>
    <dgm:pt modelId="{5943D872-6A8F-450C-AFDB-0793DB37A7D7}" type="pres">
      <dgm:prSet presAssocID="{E1EB0E48-5326-488F-84D8-EC9D49D7457D}" presName="parTx" presStyleLbl="revTx" presStyleIdx="2" presStyleCnt="4">
        <dgm:presLayoutVars>
          <dgm:chMax val="0"/>
          <dgm:chPref val="0"/>
        </dgm:presLayoutVars>
      </dgm:prSet>
      <dgm:spPr/>
    </dgm:pt>
    <dgm:pt modelId="{D4B78FEC-B551-425D-B71E-B14CBB3AF6EA}" type="pres">
      <dgm:prSet presAssocID="{4A1B1213-48C5-40B1-9D15-BF20B4E6D4EB}" presName="sibTrans" presStyleCnt="0"/>
      <dgm:spPr/>
    </dgm:pt>
    <dgm:pt modelId="{953E1CFF-8EB4-40CC-8864-91A8B8E533FC}" type="pres">
      <dgm:prSet presAssocID="{EF234AF2-56AC-40FE-B206-3447B4EF19E0}" presName="compNode" presStyleCnt="0"/>
      <dgm:spPr/>
    </dgm:pt>
    <dgm:pt modelId="{D93C9B2D-DAFB-467D-84D3-4E93470E653E}" type="pres">
      <dgm:prSet presAssocID="{EF234AF2-56AC-40FE-B206-3447B4EF19E0}" presName="bgRect" presStyleLbl="bgShp" presStyleIdx="3" presStyleCnt="4"/>
      <dgm:spPr/>
    </dgm:pt>
    <dgm:pt modelId="{769AD2EA-947B-424B-9379-B8B87447F4EA}" type="pres">
      <dgm:prSet presAssocID="{EF234AF2-56AC-40FE-B206-3447B4EF19E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C8D89785-634E-4D97-87EE-06231687DE16}" type="pres">
      <dgm:prSet presAssocID="{EF234AF2-56AC-40FE-B206-3447B4EF19E0}" presName="spaceRect" presStyleCnt="0"/>
      <dgm:spPr/>
    </dgm:pt>
    <dgm:pt modelId="{0FA3D148-043C-4BE9-800C-3A1E86DD3E96}" type="pres">
      <dgm:prSet presAssocID="{EF234AF2-56AC-40FE-B206-3447B4EF19E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E9D3200-11F9-4AAD-A946-86496AE47820}" srcId="{553AE629-18E0-46F8-AEA6-691F5A4771B0}" destId="{EF234AF2-56AC-40FE-B206-3447B4EF19E0}" srcOrd="3" destOrd="0" parTransId="{221C66B0-8B79-4766-ABC4-28685016C642}" sibTransId="{FE6C6524-204B-477D-BF6A-67392735E8B2}"/>
    <dgm:cxn modelId="{AAB81312-7928-4D74-BDCB-95C687F2073E}" type="presOf" srcId="{E1EB0E48-5326-488F-84D8-EC9D49D7457D}" destId="{5943D872-6A8F-450C-AFDB-0793DB37A7D7}" srcOrd="0" destOrd="0" presId="urn:microsoft.com/office/officeart/2018/2/layout/IconVerticalSolidList"/>
    <dgm:cxn modelId="{30057033-38E0-4EF7-887E-B3ECC0FFD3C0}" type="presOf" srcId="{984CBB4E-9CE1-45F5-BEEE-086E18F9C4CB}" destId="{9209996E-4862-4A40-95FA-EA2066CD47E5}" srcOrd="0" destOrd="0" presId="urn:microsoft.com/office/officeart/2018/2/layout/IconVerticalSolidList"/>
    <dgm:cxn modelId="{6937523E-38C9-4F83-833E-0B1B950D9F64}" type="presOf" srcId="{EF234AF2-56AC-40FE-B206-3447B4EF19E0}" destId="{0FA3D148-043C-4BE9-800C-3A1E86DD3E96}" srcOrd="0" destOrd="0" presId="urn:microsoft.com/office/officeart/2018/2/layout/IconVerticalSolidList"/>
    <dgm:cxn modelId="{1DB62661-95F2-47A4-A425-C6B6B5CF758C}" type="presOf" srcId="{DA6E007C-0BFD-4FA2-9A3B-3027CAE0E637}" destId="{A2EB3EDD-CEF9-47AC-8A8C-D8A4BA387D43}" srcOrd="0" destOrd="0" presId="urn:microsoft.com/office/officeart/2018/2/layout/IconVerticalSolidList"/>
    <dgm:cxn modelId="{57D49169-4156-4857-88A2-BD8121CB1627}" srcId="{553AE629-18E0-46F8-AEA6-691F5A4771B0}" destId="{984CBB4E-9CE1-45F5-BEEE-086E18F9C4CB}" srcOrd="0" destOrd="0" parTransId="{345DE531-BA06-445C-9108-9DBFE39256C8}" sibTransId="{B819AC50-58EF-4DBE-8B5A-9C97F3805C21}"/>
    <dgm:cxn modelId="{710C147F-1C1C-4795-9D5C-E851C0F8BB6D}" srcId="{553AE629-18E0-46F8-AEA6-691F5A4771B0}" destId="{E1EB0E48-5326-488F-84D8-EC9D49D7457D}" srcOrd="2" destOrd="0" parTransId="{25801485-A550-410E-8512-F8FE3C1B2285}" sibTransId="{4A1B1213-48C5-40B1-9D15-BF20B4E6D4EB}"/>
    <dgm:cxn modelId="{200AE0B0-FD1E-40F0-86D1-353AE6CCCC89}" srcId="{553AE629-18E0-46F8-AEA6-691F5A4771B0}" destId="{DA6E007C-0BFD-4FA2-9A3B-3027CAE0E637}" srcOrd="1" destOrd="0" parTransId="{E7FA8BBE-8EB5-4E2C-9DA5-C38BF829BBE7}" sibTransId="{D719699D-8CB0-4B8A-BBE8-895C3A685195}"/>
    <dgm:cxn modelId="{6AE364DC-7A87-43DC-83EF-4B122364AE07}" type="presOf" srcId="{553AE629-18E0-46F8-AEA6-691F5A4771B0}" destId="{99C01E1A-F214-4B18-8D11-B8196C323D6B}" srcOrd="0" destOrd="0" presId="urn:microsoft.com/office/officeart/2018/2/layout/IconVerticalSolidList"/>
    <dgm:cxn modelId="{1845567E-346E-43B1-BBEF-73403CCDDD90}" type="presParOf" srcId="{99C01E1A-F214-4B18-8D11-B8196C323D6B}" destId="{7CEEFEBE-4BE5-4F92-91A8-B672C31D1DB4}" srcOrd="0" destOrd="0" presId="urn:microsoft.com/office/officeart/2018/2/layout/IconVerticalSolidList"/>
    <dgm:cxn modelId="{EE4040E2-49F5-4E21-81CD-E52799BE2542}" type="presParOf" srcId="{7CEEFEBE-4BE5-4F92-91A8-B672C31D1DB4}" destId="{3C31D4D2-406C-4C85-BF2B-0D1AF90C8320}" srcOrd="0" destOrd="0" presId="urn:microsoft.com/office/officeart/2018/2/layout/IconVerticalSolidList"/>
    <dgm:cxn modelId="{B33268F8-9DB1-4D8F-A59F-30F2D06C798D}" type="presParOf" srcId="{7CEEFEBE-4BE5-4F92-91A8-B672C31D1DB4}" destId="{B31E50A2-16EB-48DA-A17E-F589243E59CB}" srcOrd="1" destOrd="0" presId="urn:microsoft.com/office/officeart/2018/2/layout/IconVerticalSolidList"/>
    <dgm:cxn modelId="{7C0DB2FF-84CB-476E-98C3-B002D768983B}" type="presParOf" srcId="{7CEEFEBE-4BE5-4F92-91A8-B672C31D1DB4}" destId="{7B01CB6B-F64B-4A85-9928-E5028566103E}" srcOrd="2" destOrd="0" presId="urn:microsoft.com/office/officeart/2018/2/layout/IconVerticalSolidList"/>
    <dgm:cxn modelId="{8FA57325-157E-4E83-A760-DC821B03F5F3}" type="presParOf" srcId="{7CEEFEBE-4BE5-4F92-91A8-B672C31D1DB4}" destId="{9209996E-4862-4A40-95FA-EA2066CD47E5}" srcOrd="3" destOrd="0" presId="urn:microsoft.com/office/officeart/2018/2/layout/IconVerticalSolidList"/>
    <dgm:cxn modelId="{33241029-1774-4163-A1B2-EDB8E0FC678E}" type="presParOf" srcId="{99C01E1A-F214-4B18-8D11-B8196C323D6B}" destId="{BF00234C-18BA-4C8E-A5C8-63A1434CE450}" srcOrd="1" destOrd="0" presId="urn:microsoft.com/office/officeart/2018/2/layout/IconVerticalSolidList"/>
    <dgm:cxn modelId="{A3EE9D4D-7103-4637-AA86-3710A874B983}" type="presParOf" srcId="{99C01E1A-F214-4B18-8D11-B8196C323D6B}" destId="{13E1FC0C-A610-40C1-A71C-AF7A5D0BB5A6}" srcOrd="2" destOrd="0" presId="urn:microsoft.com/office/officeart/2018/2/layout/IconVerticalSolidList"/>
    <dgm:cxn modelId="{EA03C510-5852-43EE-B711-C3A7F09D1EDD}" type="presParOf" srcId="{13E1FC0C-A610-40C1-A71C-AF7A5D0BB5A6}" destId="{F3CF6FCA-9017-46A7-BB9B-94AE4593D22E}" srcOrd="0" destOrd="0" presId="urn:microsoft.com/office/officeart/2018/2/layout/IconVerticalSolidList"/>
    <dgm:cxn modelId="{7A3F94F8-F254-498D-B578-6C635EC09E5B}" type="presParOf" srcId="{13E1FC0C-A610-40C1-A71C-AF7A5D0BB5A6}" destId="{BF6F64FB-A220-4A6E-B80E-5527E8D0F87C}" srcOrd="1" destOrd="0" presId="urn:microsoft.com/office/officeart/2018/2/layout/IconVerticalSolidList"/>
    <dgm:cxn modelId="{0B01B7B1-CB99-4C3C-89DA-9CBB476F39A2}" type="presParOf" srcId="{13E1FC0C-A610-40C1-A71C-AF7A5D0BB5A6}" destId="{6982B4C3-F43B-4AEE-9304-C9FD4962FC09}" srcOrd="2" destOrd="0" presId="urn:microsoft.com/office/officeart/2018/2/layout/IconVerticalSolidList"/>
    <dgm:cxn modelId="{768315CB-5A6B-4280-8838-BF82D2EAEE77}" type="presParOf" srcId="{13E1FC0C-A610-40C1-A71C-AF7A5D0BB5A6}" destId="{A2EB3EDD-CEF9-47AC-8A8C-D8A4BA387D43}" srcOrd="3" destOrd="0" presId="urn:microsoft.com/office/officeart/2018/2/layout/IconVerticalSolidList"/>
    <dgm:cxn modelId="{5F7BCA9B-1255-4BE0-BAD3-A0D159A5097E}" type="presParOf" srcId="{99C01E1A-F214-4B18-8D11-B8196C323D6B}" destId="{977BA73F-72F8-4EC8-A134-658508A3D445}" srcOrd="3" destOrd="0" presId="urn:microsoft.com/office/officeart/2018/2/layout/IconVerticalSolidList"/>
    <dgm:cxn modelId="{66F75BA7-42C2-46FD-A4F8-FD47BDA5F638}" type="presParOf" srcId="{99C01E1A-F214-4B18-8D11-B8196C323D6B}" destId="{BEB95769-796C-4A5D-8A72-520DA64E441C}" srcOrd="4" destOrd="0" presId="urn:microsoft.com/office/officeart/2018/2/layout/IconVerticalSolidList"/>
    <dgm:cxn modelId="{97A18B7D-9AF8-4587-99AD-C526EF0D44AA}" type="presParOf" srcId="{BEB95769-796C-4A5D-8A72-520DA64E441C}" destId="{0C825E35-1FEB-4B9A-AEDF-2516B0C51936}" srcOrd="0" destOrd="0" presId="urn:microsoft.com/office/officeart/2018/2/layout/IconVerticalSolidList"/>
    <dgm:cxn modelId="{372F0B00-2C73-4B4D-B759-7E126B4F7370}" type="presParOf" srcId="{BEB95769-796C-4A5D-8A72-520DA64E441C}" destId="{6FE59337-6F42-4265-999C-509C9A2B219E}" srcOrd="1" destOrd="0" presId="urn:microsoft.com/office/officeart/2018/2/layout/IconVerticalSolidList"/>
    <dgm:cxn modelId="{6B5D5ED8-E606-4B0C-A692-66E451B30893}" type="presParOf" srcId="{BEB95769-796C-4A5D-8A72-520DA64E441C}" destId="{3E0E03D1-5A67-473B-A7E0-E5663611A87B}" srcOrd="2" destOrd="0" presId="urn:microsoft.com/office/officeart/2018/2/layout/IconVerticalSolidList"/>
    <dgm:cxn modelId="{1933A32E-B980-4A25-AD2C-B084149F95BD}" type="presParOf" srcId="{BEB95769-796C-4A5D-8A72-520DA64E441C}" destId="{5943D872-6A8F-450C-AFDB-0793DB37A7D7}" srcOrd="3" destOrd="0" presId="urn:microsoft.com/office/officeart/2018/2/layout/IconVerticalSolidList"/>
    <dgm:cxn modelId="{3352DCAE-8E97-4440-987A-E815F4DED908}" type="presParOf" srcId="{99C01E1A-F214-4B18-8D11-B8196C323D6B}" destId="{D4B78FEC-B551-425D-B71E-B14CBB3AF6EA}" srcOrd="5" destOrd="0" presId="urn:microsoft.com/office/officeart/2018/2/layout/IconVerticalSolidList"/>
    <dgm:cxn modelId="{C851E652-A537-46BA-8AD9-297194CE736C}" type="presParOf" srcId="{99C01E1A-F214-4B18-8D11-B8196C323D6B}" destId="{953E1CFF-8EB4-40CC-8864-91A8B8E533FC}" srcOrd="6" destOrd="0" presId="urn:microsoft.com/office/officeart/2018/2/layout/IconVerticalSolidList"/>
    <dgm:cxn modelId="{ABE19379-F2A2-496D-A570-253CB6459CDF}" type="presParOf" srcId="{953E1CFF-8EB4-40CC-8864-91A8B8E533FC}" destId="{D93C9B2D-DAFB-467D-84D3-4E93470E653E}" srcOrd="0" destOrd="0" presId="urn:microsoft.com/office/officeart/2018/2/layout/IconVerticalSolidList"/>
    <dgm:cxn modelId="{BB014EA1-9D5D-4AA1-A575-EE1430E587EF}" type="presParOf" srcId="{953E1CFF-8EB4-40CC-8864-91A8B8E533FC}" destId="{769AD2EA-947B-424B-9379-B8B87447F4EA}" srcOrd="1" destOrd="0" presId="urn:microsoft.com/office/officeart/2018/2/layout/IconVerticalSolidList"/>
    <dgm:cxn modelId="{4AB7D12A-F659-43A7-8CDC-A505C9606541}" type="presParOf" srcId="{953E1CFF-8EB4-40CC-8864-91A8B8E533FC}" destId="{C8D89785-634E-4D97-87EE-06231687DE16}" srcOrd="2" destOrd="0" presId="urn:microsoft.com/office/officeart/2018/2/layout/IconVerticalSolidList"/>
    <dgm:cxn modelId="{5EEC1A7E-BCEF-48D1-83C7-4295C7C273F0}" type="presParOf" srcId="{953E1CFF-8EB4-40CC-8864-91A8B8E533FC}" destId="{0FA3D148-043C-4BE9-800C-3A1E86DD3E9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E9AB955-AA29-47DD-BB20-69DE53DE2CA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5FAE142-95D0-41A3-8382-48272F9F9FC9}">
      <dgm:prSet custT="1"/>
      <dgm:spPr/>
      <dgm:t>
        <a:bodyPr/>
        <a:lstStyle/>
        <a:p>
          <a:r>
            <a:rPr lang="en-US" sz="2000" dirty="0">
              <a:latin typeface="Arial" panose="020B0604020202020204" pitchFamily="34" charset="0"/>
              <a:cs typeface="Arial" panose="020B0604020202020204" pitchFamily="34" charset="0"/>
            </a:rPr>
            <a:t>- Express empathy</a:t>
          </a:r>
        </a:p>
      </dgm:t>
    </dgm:pt>
    <dgm:pt modelId="{0EE6777B-8A22-4C87-931A-90422BA8ED43}" type="parTrans" cxnId="{1D9A41D6-C4A2-450A-B004-057BB903724A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8C0B8BC-7244-4261-AAE2-4B73219056FF}" type="sibTrans" cxnId="{1D9A41D6-C4A2-450A-B004-057BB903724A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2059B4B-701C-4916-AB23-79D3BE3C994C}">
      <dgm:prSet custT="1"/>
      <dgm:spPr/>
      <dgm:t>
        <a:bodyPr/>
        <a:lstStyle/>
        <a:p>
          <a:r>
            <a:rPr lang="en-US" sz="2000" dirty="0">
              <a:latin typeface="Arial" panose="020B0604020202020204" pitchFamily="34" charset="0"/>
              <a:cs typeface="Arial" panose="020B0604020202020204" pitchFamily="34" charset="0"/>
            </a:rPr>
            <a:t>- Develop discrepancy</a:t>
          </a:r>
        </a:p>
      </dgm:t>
    </dgm:pt>
    <dgm:pt modelId="{06D5E8E8-FC2F-4046-88B6-2D216CB18B54}" type="parTrans" cxnId="{2C8B0995-0EF5-41DB-A340-271863B1B821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E332CF2-F28F-4537-AA25-D640B36739D2}" type="sibTrans" cxnId="{2C8B0995-0EF5-41DB-A340-271863B1B821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56F53E1-6963-4638-9D63-FD1453667C0C}">
      <dgm:prSet custT="1"/>
      <dgm:spPr/>
      <dgm:t>
        <a:bodyPr/>
        <a:lstStyle/>
        <a:p>
          <a:r>
            <a:rPr lang="en-US" sz="2000" dirty="0">
              <a:latin typeface="Arial" panose="020B0604020202020204" pitchFamily="34" charset="0"/>
              <a:cs typeface="Arial" panose="020B0604020202020204" pitchFamily="34" charset="0"/>
            </a:rPr>
            <a:t>- Roll with resistance</a:t>
          </a:r>
        </a:p>
      </dgm:t>
    </dgm:pt>
    <dgm:pt modelId="{3E02ED43-5DB1-4BFE-AF94-1238991DE47B}" type="parTrans" cxnId="{0DB068E8-2997-4E4C-8AA4-CC93BA61B83E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1218B39-BC2F-4AFC-99F9-01E310BFF097}" type="sibTrans" cxnId="{0DB068E8-2997-4E4C-8AA4-CC93BA61B83E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220D27E-10A6-48A7-81B1-FB361ED54624}">
      <dgm:prSet custT="1"/>
      <dgm:spPr/>
      <dgm:t>
        <a:bodyPr/>
        <a:lstStyle/>
        <a:p>
          <a:r>
            <a:rPr lang="en-US" sz="2000" dirty="0">
              <a:latin typeface="Arial" panose="020B0604020202020204" pitchFamily="34" charset="0"/>
              <a:cs typeface="Arial" panose="020B0604020202020204" pitchFamily="34" charset="0"/>
            </a:rPr>
            <a:t>- Support self-efficacy</a:t>
          </a:r>
        </a:p>
      </dgm:t>
    </dgm:pt>
    <dgm:pt modelId="{7014E16C-5AA5-4A38-9F70-F557E8B0B704}" type="parTrans" cxnId="{BD1257B5-C88C-4A89-9439-DF7435C2367D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9AB2132-933D-40AF-BC74-21134D07B5DA}" type="sibTrans" cxnId="{BD1257B5-C88C-4A89-9439-DF7435C2367D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C93A41A-894C-4E7C-AE1D-C38F233336F7}" type="pres">
      <dgm:prSet presAssocID="{BE9AB955-AA29-47DD-BB20-69DE53DE2CA9}" presName="root" presStyleCnt="0">
        <dgm:presLayoutVars>
          <dgm:dir/>
          <dgm:resizeHandles val="exact"/>
        </dgm:presLayoutVars>
      </dgm:prSet>
      <dgm:spPr/>
    </dgm:pt>
    <dgm:pt modelId="{1132EB3E-66CC-4F7F-95F8-459F2D4F177F}" type="pres">
      <dgm:prSet presAssocID="{85FAE142-95D0-41A3-8382-48272F9F9FC9}" presName="compNode" presStyleCnt="0"/>
      <dgm:spPr/>
    </dgm:pt>
    <dgm:pt modelId="{AC320D85-0577-470C-A084-86BEF256C305}" type="pres">
      <dgm:prSet presAssocID="{85FAE142-95D0-41A3-8382-48272F9F9FC9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2DDBD6D-C884-47AA-AF16-9EF9D96D11FF}" type="pres">
      <dgm:prSet presAssocID="{85FAE142-95D0-41A3-8382-48272F9F9FC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"/>
        </a:ext>
      </dgm:extLst>
    </dgm:pt>
    <dgm:pt modelId="{E97D39C6-BC50-494F-9647-CB567FFAB082}" type="pres">
      <dgm:prSet presAssocID="{85FAE142-95D0-41A3-8382-48272F9F9FC9}" presName="spaceRect" presStyleCnt="0"/>
      <dgm:spPr/>
    </dgm:pt>
    <dgm:pt modelId="{F48C007C-2979-4AF1-8862-04CE255DDD11}" type="pres">
      <dgm:prSet presAssocID="{85FAE142-95D0-41A3-8382-48272F9F9FC9}" presName="textRect" presStyleLbl="revTx" presStyleIdx="0" presStyleCnt="4">
        <dgm:presLayoutVars>
          <dgm:chMax val="1"/>
          <dgm:chPref val="1"/>
        </dgm:presLayoutVars>
      </dgm:prSet>
      <dgm:spPr/>
    </dgm:pt>
    <dgm:pt modelId="{8686EE00-6FFA-4608-AA30-CC8AC3951C1A}" type="pres">
      <dgm:prSet presAssocID="{B8C0B8BC-7244-4261-AAE2-4B73219056FF}" presName="sibTrans" presStyleCnt="0"/>
      <dgm:spPr/>
    </dgm:pt>
    <dgm:pt modelId="{C261D261-C5E4-47AE-9A5B-CFF4EC57D0D0}" type="pres">
      <dgm:prSet presAssocID="{72059B4B-701C-4916-AB23-79D3BE3C994C}" presName="compNode" presStyleCnt="0"/>
      <dgm:spPr/>
    </dgm:pt>
    <dgm:pt modelId="{51D70E1F-BB6A-437E-B567-50BC31A085E5}" type="pres">
      <dgm:prSet presAssocID="{72059B4B-701C-4916-AB23-79D3BE3C994C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B7CD96A2-8057-4225-9972-5B5F32BACF38}" type="pres">
      <dgm:prSet presAssocID="{72059B4B-701C-4916-AB23-79D3BE3C994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E3EDD8E3-B777-4959-B673-DE2BEDA726F4}" type="pres">
      <dgm:prSet presAssocID="{72059B4B-701C-4916-AB23-79D3BE3C994C}" presName="spaceRect" presStyleCnt="0"/>
      <dgm:spPr/>
    </dgm:pt>
    <dgm:pt modelId="{6FE0E72C-34EA-4BBA-8E07-7D331F4CCEFC}" type="pres">
      <dgm:prSet presAssocID="{72059B4B-701C-4916-AB23-79D3BE3C994C}" presName="textRect" presStyleLbl="revTx" presStyleIdx="1" presStyleCnt="4" custScaleX="123832">
        <dgm:presLayoutVars>
          <dgm:chMax val="1"/>
          <dgm:chPref val="1"/>
        </dgm:presLayoutVars>
      </dgm:prSet>
      <dgm:spPr/>
    </dgm:pt>
    <dgm:pt modelId="{98F3BA43-E695-4B6C-A05C-AA1821140C29}" type="pres">
      <dgm:prSet presAssocID="{CE332CF2-F28F-4537-AA25-D640B36739D2}" presName="sibTrans" presStyleCnt="0"/>
      <dgm:spPr/>
    </dgm:pt>
    <dgm:pt modelId="{A665D306-4683-4DE7-A364-334667F39324}" type="pres">
      <dgm:prSet presAssocID="{D56F53E1-6963-4638-9D63-FD1453667C0C}" presName="compNode" presStyleCnt="0"/>
      <dgm:spPr/>
    </dgm:pt>
    <dgm:pt modelId="{7177A8A3-AE01-4156-8679-AAC4ABCF8737}" type="pres">
      <dgm:prSet presAssocID="{D56F53E1-6963-4638-9D63-FD1453667C0C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CE82719-ABC6-4498-802B-448259B2BDE6}" type="pres">
      <dgm:prSet presAssocID="{D56F53E1-6963-4638-9D63-FD1453667C0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mise"/>
        </a:ext>
      </dgm:extLst>
    </dgm:pt>
    <dgm:pt modelId="{C994337E-942E-4DC5-9632-02B7694275F2}" type="pres">
      <dgm:prSet presAssocID="{D56F53E1-6963-4638-9D63-FD1453667C0C}" presName="spaceRect" presStyleCnt="0"/>
      <dgm:spPr/>
    </dgm:pt>
    <dgm:pt modelId="{F5292DF6-9C6D-4C50-9628-B5A0CBA28B76}" type="pres">
      <dgm:prSet presAssocID="{D56F53E1-6963-4638-9D63-FD1453667C0C}" presName="textRect" presStyleLbl="revTx" presStyleIdx="2" presStyleCnt="4">
        <dgm:presLayoutVars>
          <dgm:chMax val="1"/>
          <dgm:chPref val="1"/>
        </dgm:presLayoutVars>
      </dgm:prSet>
      <dgm:spPr/>
    </dgm:pt>
    <dgm:pt modelId="{F546915A-ECBD-448C-81B5-0C884876748E}" type="pres">
      <dgm:prSet presAssocID="{81218B39-BC2F-4AFC-99F9-01E310BFF097}" presName="sibTrans" presStyleCnt="0"/>
      <dgm:spPr/>
    </dgm:pt>
    <dgm:pt modelId="{3A228452-A3A5-407A-B8FB-E35EA8AFDDFA}" type="pres">
      <dgm:prSet presAssocID="{9220D27E-10A6-48A7-81B1-FB361ED54624}" presName="compNode" presStyleCnt="0"/>
      <dgm:spPr/>
    </dgm:pt>
    <dgm:pt modelId="{A18C7719-2840-40C2-81A3-9937235801F5}" type="pres">
      <dgm:prSet presAssocID="{9220D27E-10A6-48A7-81B1-FB361ED54624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07E373D5-8D9D-4EC3-8459-160BF7AA12A3}" type="pres">
      <dgm:prSet presAssocID="{9220D27E-10A6-48A7-81B1-FB361ED5462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9526E3A7-8658-4DAD-9B22-BBACE1E586A0}" type="pres">
      <dgm:prSet presAssocID="{9220D27E-10A6-48A7-81B1-FB361ED54624}" presName="spaceRect" presStyleCnt="0"/>
      <dgm:spPr/>
    </dgm:pt>
    <dgm:pt modelId="{7B261BBA-5451-4194-B4C7-E3F728D5A6C9}" type="pres">
      <dgm:prSet presAssocID="{9220D27E-10A6-48A7-81B1-FB361ED5462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AFB432C-A931-42DF-8C71-500D316CA678}" type="presOf" srcId="{85FAE142-95D0-41A3-8382-48272F9F9FC9}" destId="{F48C007C-2979-4AF1-8862-04CE255DDD11}" srcOrd="0" destOrd="0" presId="urn:microsoft.com/office/officeart/2018/5/layout/IconLeafLabelList"/>
    <dgm:cxn modelId="{48EE4931-5D2D-4983-BAED-C8790FD91025}" type="presOf" srcId="{9220D27E-10A6-48A7-81B1-FB361ED54624}" destId="{7B261BBA-5451-4194-B4C7-E3F728D5A6C9}" srcOrd="0" destOrd="0" presId="urn:microsoft.com/office/officeart/2018/5/layout/IconLeafLabelList"/>
    <dgm:cxn modelId="{24423F69-1C99-409F-A300-0D9CB2F1F1C5}" type="presOf" srcId="{BE9AB955-AA29-47DD-BB20-69DE53DE2CA9}" destId="{AC93A41A-894C-4E7C-AE1D-C38F233336F7}" srcOrd="0" destOrd="0" presId="urn:microsoft.com/office/officeart/2018/5/layout/IconLeafLabelList"/>
    <dgm:cxn modelId="{95C0CE78-00E0-4ECA-BE71-E8AA153666E6}" type="presOf" srcId="{72059B4B-701C-4916-AB23-79D3BE3C994C}" destId="{6FE0E72C-34EA-4BBA-8E07-7D331F4CCEFC}" srcOrd="0" destOrd="0" presId="urn:microsoft.com/office/officeart/2018/5/layout/IconLeafLabelList"/>
    <dgm:cxn modelId="{2C8B0995-0EF5-41DB-A340-271863B1B821}" srcId="{BE9AB955-AA29-47DD-BB20-69DE53DE2CA9}" destId="{72059B4B-701C-4916-AB23-79D3BE3C994C}" srcOrd="1" destOrd="0" parTransId="{06D5E8E8-FC2F-4046-88B6-2D216CB18B54}" sibTransId="{CE332CF2-F28F-4537-AA25-D640B36739D2}"/>
    <dgm:cxn modelId="{BD1257B5-C88C-4A89-9439-DF7435C2367D}" srcId="{BE9AB955-AA29-47DD-BB20-69DE53DE2CA9}" destId="{9220D27E-10A6-48A7-81B1-FB361ED54624}" srcOrd="3" destOrd="0" parTransId="{7014E16C-5AA5-4A38-9F70-F557E8B0B704}" sibTransId="{D9AB2132-933D-40AF-BC74-21134D07B5DA}"/>
    <dgm:cxn modelId="{1D9A41D6-C4A2-450A-B004-057BB903724A}" srcId="{BE9AB955-AA29-47DD-BB20-69DE53DE2CA9}" destId="{85FAE142-95D0-41A3-8382-48272F9F9FC9}" srcOrd="0" destOrd="0" parTransId="{0EE6777B-8A22-4C87-931A-90422BA8ED43}" sibTransId="{B8C0B8BC-7244-4261-AAE2-4B73219056FF}"/>
    <dgm:cxn modelId="{0DB068E8-2997-4E4C-8AA4-CC93BA61B83E}" srcId="{BE9AB955-AA29-47DD-BB20-69DE53DE2CA9}" destId="{D56F53E1-6963-4638-9D63-FD1453667C0C}" srcOrd="2" destOrd="0" parTransId="{3E02ED43-5DB1-4BFE-AF94-1238991DE47B}" sibTransId="{81218B39-BC2F-4AFC-99F9-01E310BFF097}"/>
    <dgm:cxn modelId="{28A0A9EE-AEF0-451C-A09F-77A6063E84C4}" type="presOf" srcId="{D56F53E1-6963-4638-9D63-FD1453667C0C}" destId="{F5292DF6-9C6D-4C50-9628-B5A0CBA28B76}" srcOrd="0" destOrd="0" presId="urn:microsoft.com/office/officeart/2018/5/layout/IconLeafLabelList"/>
    <dgm:cxn modelId="{8DB47FE2-F15B-4EC4-A96E-DBDD8E16BA60}" type="presParOf" srcId="{AC93A41A-894C-4E7C-AE1D-C38F233336F7}" destId="{1132EB3E-66CC-4F7F-95F8-459F2D4F177F}" srcOrd="0" destOrd="0" presId="urn:microsoft.com/office/officeart/2018/5/layout/IconLeafLabelList"/>
    <dgm:cxn modelId="{D4AD60BE-A596-45DC-9F9E-E971D7D4BAA5}" type="presParOf" srcId="{1132EB3E-66CC-4F7F-95F8-459F2D4F177F}" destId="{AC320D85-0577-470C-A084-86BEF256C305}" srcOrd="0" destOrd="0" presId="urn:microsoft.com/office/officeart/2018/5/layout/IconLeafLabelList"/>
    <dgm:cxn modelId="{85154731-51A4-4B8D-8D41-B0EEC807AB89}" type="presParOf" srcId="{1132EB3E-66CC-4F7F-95F8-459F2D4F177F}" destId="{F2DDBD6D-C884-47AA-AF16-9EF9D96D11FF}" srcOrd="1" destOrd="0" presId="urn:microsoft.com/office/officeart/2018/5/layout/IconLeafLabelList"/>
    <dgm:cxn modelId="{BE8DF4E8-65DB-4E13-8349-620526534F8C}" type="presParOf" srcId="{1132EB3E-66CC-4F7F-95F8-459F2D4F177F}" destId="{E97D39C6-BC50-494F-9647-CB567FFAB082}" srcOrd="2" destOrd="0" presId="urn:microsoft.com/office/officeart/2018/5/layout/IconLeafLabelList"/>
    <dgm:cxn modelId="{7E0E3B1D-945F-4232-AC46-E97114F35843}" type="presParOf" srcId="{1132EB3E-66CC-4F7F-95F8-459F2D4F177F}" destId="{F48C007C-2979-4AF1-8862-04CE255DDD11}" srcOrd="3" destOrd="0" presId="urn:microsoft.com/office/officeart/2018/5/layout/IconLeafLabelList"/>
    <dgm:cxn modelId="{7BD09438-E0C9-435F-AAE0-950519367BB3}" type="presParOf" srcId="{AC93A41A-894C-4E7C-AE1D-C38F233336F7}" destId="{8686EE00-6FFA-4608-AA30-CC8AC3951C1A}" srcOrd="1" destOrd="0" presId="urn:microsoft.com/office/officeart/2018/5/layout/IconLeafLabelList"/>
    <dgm:cxn modelId="{CEF87740-0205-46EB-BEF9-FE4FD2D08346}" type="presParOf" srcId="{AC93A41A-894C-4E7C-AE1D-C38F233336F7}" destId="{C261D261-C5E4-47AE-9A5B-CFF4EC57D0D0}" srcOrd="2" destOrd="0" presId="urn:microsoft.com/office/officeart/2018/5/layout/IconLeafLabelList"/>
    <dgm:cxn modelId="{9439C1E1-7BB8-4B40-8D9F-501A966CE025}" type="presParOf" srcId="{C261D261-C5E4-47AE-9A5B-CFF4EC57D0D0}" destId="{51D70E1F-BB6A-437E-B567-50BC31A085E5}" srcOrd="0" destOrd="0" presId="urn:microsoft.com/office/officeart/2018/5/layout/IconLeafLabelList"/>
    <dgm:cxn modelId="{9B5DFD10-2306-46CE-899B-D297F952E340}" type="presParOf" srcId="{C261D261-C5E4-47AE-9A5B-CFF4EC57D0D0}" destId="{B7CD96A2-8057-4225-9972-5B5F32BACF38}" srcOrd="1" destOrd="0" presId="urn:microsoft.com/office/officeart/2018/5/layout/IconLeafLabelList"/>
    <dgm:cxn modelId="{3C0945C9-73FB-47EC-B397-6756E356E0AB}" type="presParOf" srcId="{C261D261-C5E4-47AE-9A5B-CFF4EC57D0D0}" destId="{E3EDD8E3-B777-4959-B673-DE2BEDA726F4}" srcOrd="2" destOrd="0" presId="urn:microsoft.com/office/officeart/2018/5/layout/IconLeafLabelList"/>
    <dgm:cxn modelId="{142899EA-9421-46BF-8C56-7ACC290A9DC1}" type="presParOf" srcId="{C261D261-C5E4-47AE-9A5B-CFF4EC57D0D0}" destId="{6FE0E72C-34EA-4BBA-8E07-7D331F4CCEFC}" srcOrd="3" destOrd="0" presId="urn:microsoft.com/office/officeart/2018/5/layout/IconLeafLabelList"/>
    <dgm:cxn modelId="{D9B98C40-049E-4F44-ADFD-4EF63743F530}" type="presParOf" srcId="{AC93A41A-894C-4E7C-AE1D-C38F233336F7}" destId="{98F3BA43-E695-4B6C-A05C-AA1821140C29}" srcOrd="3" destOrd="0" presId="urn:microsoft.com/office/officeart/2018/5/layout/IconLeafLabelList"/>
    <dgm:cxn modelId="{C86984B8-9C44-49B1-A0A5-C60371C444D9}" type="presParOf" srcId="{AC93A41A-894C-4E7C-AE1D-C38F233336F7}" destId="{A665D306-4683-4DE7-A364-334667F39324}" srcOrd="4" destOrd="0" presId="urn:microsoft.com/office/officeart/2018/5/layout/IconLeafLabelList"/>
    <dgm:cxn modelId="{BAAD1774-3EF6-44AF-9839-AC35B273E0BF}" type="presParOf" srcId="{A665D306-4683-4DE7-A364-334667F39324}" destId="{7177A8A3-AE01-4156-8679-AAC4ABCF8737}" srcOrd="0" destOrd="0" presId="urn:microsoft.com/office/officeart/2018/5/layout/IconLeafLabelList"/>
    <dgm:cxn modelId="{8BAE6C26-8197-48D4-8876-621A8C346A72}" type="presParOf" srcId="{A665D306-4683-4DE7-A364-334667F39324}" destId="{9CE82719-ABC6-4498-802B-448259B2BDE6}" srcOrd="1" destOrd="0" presId="urn:microsoft.com/office/officeart/2018/5/layout/IconLeafLabelList"/>
    <dgm:cxn modelId="{604849BA-0829-4B6B-8C1C-E33D884483D8}" type="presParOf" srcId="{A665D306-4683-4DE7-A364-334667F39324}" destId="{C994337E-942E-4DC5-9632-02B7694275F2}" srcOrd="2" destOrd="0" presId="urn:microsoft.com/office/officeart/2018/5/layout/IconLeafLabelList"/>
    <dgm:cxn modelId="{F6205898-821B-4995-A2F3-02B5FCA6F31A}" type="presParOf" srcId="{A665D306-4683-4DE7-A364-334667F39324}" destId="{F5292DF6-9C6D-4C50-9628-B5A0CBA28B76}" srcOrd="3" destOrd="0" presId="urn:microsoft.com/office/officeart/2018/5/layout/IconLeafLabelList"/>
    <dgm:cxn modelId="{A1BD1A5B-4EB7-40B6-B2FD-AFC84149E74D}" type="presParOf" srcId="{AC93A41A-894C-4E7C-AE1D-C38F233336F7}" destId="{F546915A-ECBD-448C-81B5-0C884876748E}" srcOrd="5" destOrd="0" presId="urn:microsoft.com/office/officeart/2018/5/layout/IconLeafLabelList"/>
    <dgm:cxn modelId="{A0D6D1AE-6200-4CE6-8A45-DAECB71BC9E6}" type="presParOf" srcId="{AC93A41A-894C-4E7C-AE1D-C38F233336F7}" destId="{3A228452-A3A5-407A-B8FB-E35EA8AFDDFA}" srcOrd="6" destOrd="0" presId="urn:microsoft.com/office/officeart/2018/5/layout/IconLeafLabelList"/>
    <dgm:cxn modelId="{23C243A4-05A4-4F7C-AE81-59C0BBAD9D5B}" type="presParOf" srcId="{3A228452-A3A5-407A-B8FB-E35EA8AFDDFA}" destId="{A18C7719-2840-40C2-81A3-9937235801F5}" srcOrd="0" destOrd="0" presId="urn:microsoft.com/office/officeart/2018/5/layout/IconLeafLabelList"/>
    <dgm:cxn modelId="{A1F9EBE8-4120-4299-9490-30F25644AB94}" type="presParOf" srcId="{3A228452-A3A5-407A-B8FB-E35EA8AFDDFA}" destId="{07E373D5-8D9D-4EC3-8459-160BF7AA12A3}" srcOrd="1" destOrd="0" presId="urn:microsoft.com/office/officeart/2018/5/layout/IconLeafLabelList"/>
    <dgm:cxn modelId="{97C21446-8710-4ACD-95F6-BF5CB4BE66D2}" type="presParOf" srcId="{3A228452-A3A5-407A-B8FB-E35EA8AFDDFA}" destId="{9526E3A7-8658-4DAD-9B22-BBACE1E586A0}" srcOrd="2" destOrd="0" presId="urn:microsoft.com/office/officeart/2018/5/layout/IconLeafLabelList"/>
    <dgm:cxn modelId="{92CECAB4-867E-4689-81FF-83B0884FD737}" type="presParOf" srcId="{3A228452-A3A5-407A-B8FB-E35EA8AFDDFA}" destId="{7B261BBA-5451-4194-B4C7-E3F728D5A6C9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E40FD5C-C445-4426-9E0B-B5A0F559A68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9DBE893-8EF0-4D8C-9FEA-1F91CA8EFF65}">
      <dgm:prSet custT="1"/>
      <dgm:spPr/>
      <dgm:t>
        <a:bodyPr/>
        <a:lstStyle/>
        <a:p>
          <a:r>
            <a:rPr lang="en-US" sz="2400">
              <a:latin typeface="Arial" panose="020B0604020202020204" pitchFamily="34" charset="0"/>
              <a:cs typeface="Arial" panose="020B0604020202020204" pitchFamily="34" charset="0"/>
            </a:rPr>
            <a:t>- Open questions</a:t>
          </a:r>
        </a:p>
      </dgm:t>
    </dgm:pt>
    <dgm:pt modelId="{2267272B-2295-416B-99A3-235DFE9E8F16}" type="parTrans" cxnId="{AFF4CA50-7AA6-4FAC-8D44-924307C5ECE8}">
      <dgm:prSet/>
      <dgm:spPr/>
      <dgm:t>
        <a:bodyPr/>
        <a:lstStyle/>
        <a:p>
          <a:endParaRPr lang="en-US" sz="2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D319BDF-3DB7-4DE0-941E-5F6B101F0F5C}" type="sibTrans" cxnId="{AFF4CA50-7AA6-4FAC-8D44-924307C5ECE8}">
      <dgm:prSet/>
      <dgm:spPr/>
      <dgm:t>
        <a:bodyPr/>
        <a:lstStyle/>
        <a:p>
          <a:endParaRPr lang="en-US" sz="2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0A368C8-9C05-4272-9A6D-BD07C59034D1}">
      <dgm:prSet custT="1"/>
      <dgm:spPr/>
      <dgm:t>
        <a:bodyPr/>
        <a:lstStyle/>
        <a:p>
          <a:r>
            <a:rPr lang="en-US" sz="2400">
              <a:latin typeface="Arial" panose="020B0604020202020204" pitchFamily="34" charset="0"/>
              <a:cs typeface="Arial" panose="020B0604020202020204" pitchFamily="34" charset="0"/>
            </a:rPr>
            <a:t>- Affirmations</a:t>
          </a:r>
        </a:p>
      </dgm:t>
    </dgm:pt>
    <dgm:pt modelId="{0535B7FB-40DC-431C-A392-F1665A8BF6B4}" type="parTrans" cxnId="{487FBFAD-8234-4ABB-AA24-5A0D4CC69430}">
      <dgm:prSet/>
      <dgm:spPr/>
      <dgm:t>
        <a:bodyPr/>
        <a:lstStyle/>
        <a:p>
          <a:endParaRPr lang="en-US" sz="2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79FB64A-AF9A-413B-A6F8-D78CA2ABAB0E}" type="sibTrans" cxnId="{487FBFAD-8234-4ABB-AA24-5A0D4CC69430}">
      <dgm:prSet/>
      <dgm:spPr/>
      <dgm:t>
        <a:bodyPr/>
        <a:lstStyle/>
        <a:p>
          <a:endParaRPr lang="en-US" sz="2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D16FDA5-079B-46D4-946B-EF21ABE8DB3E}">
      <dgm:prSet custT="1"/>
      <dgm:spPr/>
      <dgm:t>
        <a:bodyPr/>
        <a:lstStyle/>
        <a:p>
          <a:r>
            <a:rPr lang="en-US" sz="2400">
              <a:latin typeface="Arial" panose="020B0604020202020204" pitchFamily="34" charset="0"/>
              <a:cs typeface="Arial" panose="020B0604020202020204" pitchFamily="34" charset="0"/>
            </a:rPr>
            <a:t>- Reflections</a:t>
          </a:r>
        </a:p>
      </dgm:t>
    </dgm:pt>
    <dgm:pt modelId="{D9BE2012-B524-4555-A564-6AED38C67906}" type="parTrans" cxnId="{9F18C547-0D00-4F04-BD0A-B1AD9C31AD70}">
      <dgm:prSet/>
      <dgm:spPr/>
      <dgm:t>
        <a:bodyPr/>
        <a:lstStyle/>
        <a:p>
          <a:endParaRPr lang="en-US" sz="2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1A39088-6B19-438E-9A1B-9601006C2940}" type="sibTrans" cxnId="{9F18C547-0D00-4F04-BD0A-B1AD9C31AD70}">
      <dgm:prSet/>
      <dgm:spPr/>
      <dgm:t>
        <a:bodyPr/>
        <a:lstStyle/>
        <a:p>
          <a:endParaRPr lang="en-US" sz="2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15F0D05-6F07-45FF-8479-396C09B4A60A}">
      <dgm:prSet custT="1"/>
      <dgm:spPr/>
      <dgm:t>
        <a:bodyPr/>
        <a:lstStyle/>
        <a:p>
          <a:r>
            <a:rPr lang="en-US" sz="2400">
              <a:latin typeface="Arial" panose="020B0604020202020204" pitchFamily="34" charset="0"/>
              <a:cs typeface="Arial" panose="020B0604020202020204" pitchFamily="34" charset="0"/>
            </a:rPr>
            <a:t>- Summaries</a:t>
          </a:r>
        </a:p>
      </dgm:t>
    </dgm:pt>
    <dgm:pt modelId="{FDE73595-7EB3-4C1F-BD2D-77079F1EE596}" type="parTrans" cxnId="{4F3071A5-A6F5-49A8-B5A8-84EF6CFC55EF}">
      <dgm:prSet/>
      <dgm:spPr/>
      <dgm:t>
        <a:bodyPr/>
        <a:lstStyle/>
        <a:p>
          <a:endParaRPr lang="en-US" sz="2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35BBDBE-217F-4DD2-9D88-320499BDF447}" type="sibTrans" cxnId="{4F3071A5-A6F5-49A8-B5A8-84EF6CFC55EF}">
      <dgm:prSet/>
      <dgm:spPr/>
      <dgm:t>
        <a:bodyPr/>
        <a:lstStyle/>
        <a:p>
          <a:endParaRPr lang="en-US" sz="2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4D6CB46-43D6-4A19-9290-729B01500445}" type="pres">
      <dgm:prSet presAssocID="{5E40FD5C-C445-4426-9E0B-B5A0F559A68F}" presName="root" presStyleCnt="0">
        <dgm:presLayoutVars>
          <dgm:dir/>
          <dgm:resizeHandles val="exact"/>
        </dgm:presLayoutVars>
      </dgm:prSet>
      <dgm:spPr/>
    </dgm:pt>
    <dgm:pt modelId="{E5B0E8B3-5B1C-447C-930B-2F872921B52D}" type="pres">
      <dgm:prSet presAssocID="{A9DBE893-8EF0-4D8C-9FEA-1F91CA8EFF65}" presName="compNode" presStyleCnt="0"/>
      <dgm:spPr/>
    </dgm:pt>
    <dgm:pt modelId="{C9685549-CBF4-4C3A-BE9C-989A433E9307}" type="pres">
      <dgm:prSet presAssocID="{A9DBE893-8EF0-4D8C-9FEA-1F91CA8EFF65}" presName="bgRect" presStyleLbl="bgShp" presStyleIdx="0" presStyleCnt="4"/>
      <dgm:spPr/>
    </dgm:pt>
    <dgm:pt modelId="{E1489C2F-C088-46F9-B429-41C24DCCCE7A}" type="pres">
      <dgm:prSet presAssocID="{A9DBE893-8EF0-4D8C-9FEA-1F91CA8EFF6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7CF51FF7-4986-4CDD-9C68-58297CE96094}" type="pres">
      <dgm:prSet presAssocID="{A9DBE893-8EF0-4D8C-9FEA-1F91CA8EFF65}" presName="spaceRect" presStyleCnt="0"/>
      <dgm:spPr/>
    </dgm:pt>
    <dgm:pt modelId="{349ABAE5-9AB8-449E-83A3-ABCC1B5EC008}" type="pres">
      <dgm:prSet presAssocID="{A9DBE893-8EF0-4D8C-9FEA-1F91CA8EFF65}" presName="parTx" presStyleLbl="revTx" presStyleIdx="0" presStyleCnt="4">
        <dgm:presLayoutVars>
          <dgm:chMax val="0"/>
          <dgm:chPref val="0"/>
        </dgm:presLayoutVars>
      </dgm:prSet>
      <dgm:spPr/>
    </dgm:pt>
    <dgm:pt modelId="{A8E78E98-4193-4313-9B45-66C2F0221BEF}" type="pres">
      <dgm:prSet presAssocID="{CD319BDF-3DB7-4DE0-941E-5F6B101F0F5C}" presName="sibTrans" presStyleCnt="0"/>
      <dgm:spPr/>
    </dgm:pt>
    <dgm:pt modelId="{62C908E0-F278-4BD5-8EA2-11EBFCF39BAE}" type="pres">
      <dgm:prSet presAssocID="{C0A368C8-9C05-4272-9A6D-BD07C59034D1}" presName="compNode" presStyleCnt="0"/>
      <dgm:spPr/>
    </dgm:pt>
    <dgm:pt modelId="{95C85B20-520B-4526-8933-0F2DFB4DBD5B}" type="pres">
      <dgm:prSet presAssocID="{C0A368C8-9C05-4272-9A6D-BD07C59034D1}" presName="bgRect" presStyleLbl="bgShp" presStyleIdx="1" presStyleCnt="4"/>
      <dgm:spPr/>
    </dgm:pt>
    <dgm:pt modelId="{3171E99F-2266-40C7-B776-1376589288E3}" type="pres">
      <dgm:prSet presAssocID="{C0A368C8-9C05-4272-9A6D-BD07C59034D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3A4DAAB8-26C2-417D-B83B-F8AFA535FB3C}" type="pres">
      <dgm:prSet presAssocID="{C0A368C8-9C05-4272-9A6D-BD07C59034D1}" presName="spaceRect" presStyleCnt="0"/>
      <dgm:spPr/>
    </dgm:pt>
    <dgm:pt modelId="{5721B997-032B-405C-87E8-B98E1F5E2D34}" type="pres">
      <dgm:prSet presAssocID="{C0A368C8-9C05-4272-9A6D-BD07C59034D1}" presName="parTx" presStyleLbl="revTx" presStyleIdx="1" presStyleCnt="4">
        <dgm:presLayoutVars>
          <dgm:chMax val="0"/>
          <dgm:chPref val="0"/>
        </dgm:presLayoutVars>
      </dgm:prSet>
      <dgm:spPr/>
    </dgm:pt>
    <dgm:pt modelId="{4B77641D-A5EF-4054-B9DC-315D159A03E8}" type="pres">
      <dgm:prSet presAssocID="{479FB64A-AF9A-413B-A6F8-D78CA2ABAB0E}" presName="sibTrans" presStyleCnt="0"/>
      <dgm:spPr/>
    </dgm:pt>
    <dgm:pt modelId="{D75BF35C-DE01-4BDF-9D4E-58EDDAA60F6C}" type="pres">
      <dgm:prSet presAssocID="{CD16FDA5-079B-46D4-946B-EF21ABE8DB3E}" presName="compNode" presStyleCnt="0"/>
      <dgm:spPr/>
    </dgm:pt>
    <dgm:pt modelId="{2098820D-CDD0-4123-A464-81A486C0677F}" type="pres">
      <dgm:prSet presAssocID="{CD16FDA5-079B-46D4-946B-EF21ABE8DB3E}" presName="bgRect" presStyleLbl="bgShp" presStyleIdx="2" presStyleCnt="4"/>
      <dgm:spPr/>
    </dgm:pt>
    <dgm:pt modelId="{7A6BF25B-29F1-4072-AF83-66E7C8B603AD}" type="pres">
      <dgm:prSet presAssocID="{CD16FDA5-079B-46D4-946B-EF21ABE8DB3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ought bubble"/>
        </a:ext>
      </dgm:extLst>
    </dgm:pt>
    <dgm:pt modelId="{C8855129-6086-435B-A157-9606F1EA27CE}" type="pres">
      <dgm:prSet presAssocID="{CD16FDA5-079B-46D4-946B-EF21ABE8DB3E}" presName="spaceRect" presStyleCnt="0"/>
      <dgm:spPr/>
    </dgm:pt>
    <dgm:pt modelId="{6A728F8D-0AE9-46E9-9274-73CCC45A985B}" type="pres">
      <dgm:prSet presAssocID="{CD16FDA5-079B-46D4-946B-EF21ABE8DB3E}" presName="parTx" presStyleLbl="revTx" presStyleIdx="2" presStyleCnt="4">
        <dgm:presLayoutVars>
          <dgm:chMax val="0"/>
          <dgm:chPref val="0"/>
        </dgm:presLayoutVars>
      </dgm:prSet>
      <dgm:spPr/>
    </dgm:pt>
    <dgm:pt modelId="{FB1B67F4-727B-4AEF-A54C-1619C5732A2C}" type="pres">
      <dgm:prSet presAssocID="{41A39088-6B19-438E-9A1B-9601006C2940}" presName="sibTrans" presStyleCnt="0"/>
      <dgm:spPr/>
    </dgm:pt>
    <dgm:pt modelId="{77FAC71A-B8CA-4F6D-9DCA-4F4941BA2920}" type="pres">
      <dgm:prSet presAssocID="{F15F0D05-6F07-45FF-8479-396C09B4A60A}" presName="compNode" presStyleCnt="0"/>
      <dgm:spPr/>
    </dgm:pt>
    <dgm:pt modelId="{267C5D47-DE79-49B7-847E-3E44DEF7151F}" type="pres">
      <dgm:prSet presAssocID="{F15F0D05-6F07-45FF-8479-396C09B4A60A}" presName="bgRect" presStyleLbl="bgShp" presStyleIdx="3" presStyleCnt="4"/>
      <dgm:spPr/>
    </dgm:pt>
    <dgm:pt modelId="{0FBD5E73-88A8-477F-8CB6-FE0C3E6FA9CE}" type="pres">
      <dgm:prSet presAssocID="{F15F0D05-6F07-45FF-8479-396C09B4A60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9D411C73-AA6D-46CF-9778-5E3F092645D1}" type="pres">
      <dgm:prSet presAssocID="{F15F0D05-6F07-45FF-8479-396C09B4A60A}" presName="spaceRect" presStyleCnt="0"/>
      <dgm:spPr/>
    </dgm:pt>
    <dgm:pt modelId="{CCDB7E19-ECBB-4479-94EC-EF06A8719AC6}" type="pres">
      <dgm:prSet presAssocID="{F15F0D05-6F07-45FF-8479-396C09B4A60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127A539-807C-4756-8EC3-853F753977BB}" type="presOf" srcId="{F15F0D05-6F07-45FF-8479-396C09B4A60A}" destId="{CCDB7E19-ECBB-4479-94EC-EF06A8719AC6}" srcOrd="0" destOrd="0" presId="urn:microsoft.com/office/officeart/2018/2/layout/IconVerticalSolidList"/>
    <dgm:cxn modelId="{9F18C547-0D00-4F04-BD0A-B1AD9C31AD70}" srcId="{5E40FD5C-C445-4426-9E0B-B5A0F559A68F}" destId="{CD16FDA5-079B-46D4-946B-EF21ABE8DB3E}" srcOrd="2" destOrd="0" parTransId="{D9BE2012-B524-4555-A564-6AED38C67906}" sibTransId="{41A39088-6B19-438E-9A1B-9601006C2940}"/>
    <dgm:cxn modelId="{AC916D6A-D145-4747-952E-36A1EE25C502}" type="presOf" srcId="{5E40FD5C-C445-4426-9E0B-B5A0F559A68F}" destId="{E4D6CB46-43D6-4A19-9290-729B01500445}" srcOrd="0" destOrd="0" presId="urn:microsoft.com/office/officeart/2018/2/layout/IconVerticalSolidList"/>
    <dgm:cxn modelId="{AFF4CA50-7AA6-4FAC-8D44-924307C5ECE8}" srcId="{5E40FD5C-C445-4426-9E0B-B5A0F559A68F}" destId="{A9DBE893-8EF0-4D8C-9FEA-1F91CA8EFF65}" srcOrd="0" destOrd="0" parTransId="{2267272B-2295-416B-99A3-235DFE9E8F16}" sibTransId="{CD319BDF-3DB7-4DE0-941E-5F6B101F0F5C}"/>
    <dgm:cxn modelId="{4F3071A5-A6F5-49A8-B5A8-84EF6CFC55EF}" srcId="{5E40FD5C-C445-4426-9E0B-B5A0F559A68F}" destId="{F15F0D05-6F07-45FF-8479-396C09B4A60A}" srcOrd="3" destOrd="0" parTransId="{FDE73595-7EB3-4C1F-BD2D-77079F1EE596}" sibTransId="{A35BBDBE-217F-4DD2-9D88-320499BDF447}"/>
    <dgm:cxn modelId="{487FBFAD-8234-4ABB-AA24-5A0D4CC69430}" srcId="{5E40FD5C-C445-4426-9E0B-B5A0F559A68F}" destId="{C0A368C8-9C05-4272-9A6D-BD07C59034D1}" srcOrd="1" destOrd="0" parTransId="{0535B7FB-40DC-431C-A392-F1665A8BF6B4}" sibTransId="{479FB64A-AF9A-413B-A6F8-D78CA2ABAB0E}"/>
    <dgm:cxn modelId="{D32490B0-5223-4A09-AE03-85220FDF1126}" type="presOf" srcId="{C0A368C8-9C05-4272-9A6D-BD07C59034D1}" destId="{5721B997-032B-405C-87E8-B98E1F5E2D34}" srcOrd="0" destOrd="0" presId="urn:microsoft.com/office/officeart/2018/2/layout/IconVerticalSolidList"/>
    <dgm:cxn modelId="{23CC47CD-C2F9-4B02-8E63-143AB552202B}" type="presOf" srcId="{A9DBE893-8EF0-4D8C-9FEA-1F91CA8EFF65}" destId="{349ABAE5-9AB8-449E-83A3-ABCC1B5EC008}" srcOrd="0" destOrd="0" presId="urn:microsoft.com/office/officeart/2018/2/layout/IconVerticalSolidList"/>
    <dgm:cxn modelId="{FE4A36D7-F3D6-4636-8617-C7352424D4F3}" type="presOf" srcId="{CD16FDA5-079B-46D4-946B-EF21ABE8DB3E}" destId="{6A728F8D-0AE9-46E9-9274-73CCC45A985B}" srcOrd="0" destOrd="0" presId="urn:microsoft.com/office/officeart/2018/2/layout/IconVerticalSolidList"/>
    <dgm:cxn modelId="{11C00ED9-CB06-4972-8407-3A134D19CA4B}" type="presParOf" srcId="{E4D6CB46-43D6-4A19-9290-729B01500445}" destId="{E5B0E8B3-5B1C-447C-930B-2F872921B52D}" srcOrd="0" destOrd="0" presId="urn:microsoft.com/office/officeart/2018/2/layout/IconVerticalSolidList"/>
    <dgm:cxn modelId="{D317EB89-5F7F-4137-855E-FD0E7FAA1854}" type="presParOf" srcId="{E5B0E8B3-5B1C-447C-930B-2F872921B52D}" destId="{C9685549-CBF4-4C3A-BE9C-989A433E9307}" srcOrd="0" destOrd="0" presId="urn:microsoft.com/office/officeart/2018/2/layout/IconVerticalSolidList"/>
    <dgm:cxn modelId="{1ECBA083-7929-40A3-9460-671C0E1BF2BD}" type="presParOf" srcId="{E5B0E8B3-5B1C-447C-930B-2F872921B52D}" destId="{E1489C2F-C088-46F9-B429-41C24DCCCE7A}" srcOrd="1" destOrd="0" presId="urn:microsoft.com/office/officeart/2018/2/layout/IconVerticalSolidList"/>
    <dgm:cxn modelId="{D33BC11D-1FEB-4AE6-A84D-FE54C57E4E79}" type="presParOf" srcId="{E5B0E8B3-5B1C-447C-930B-2F872921B52D}" destId="{7CF51FF7-4986-4CDD-9C68-58297CE96094}" srcOrd="2" destOrd="0" presId="urn:microsoft.com/office/officeart/2018/2/layout/IconVerticalSolidList"/>
    <dgm:cxn modelId="{668E1E6A-FAEA-4E59-9435-4561688564E5}" type="presParOf" srcId="{E5B0E8B3-5B1C-447C-930B-2F872921B52D}" destId="{349ABAE5-9AB8-449E-83A3-ABCC1B5EC008}" srcOrd="3" destOrd="0" presId="urn:microsoft.com/office/officeart/2018/2/layout/IconVerticalSolidList"/>
    <dgm:cxn modelId="{E5766869-7D79-4C00-B343-ED3C163EB817}" type="presParOf" srcId="{E4D6CB46-43D6-4A19-9290-729B01500445}" destId="{A8E78E98-4193-4313-9B45-66C2F0221BEF}" srcOrd="1" destOrd="0" presId="urn:microsoft.com/office/officeart/2018/2/layout/IconVerticalSolidList"/>
    <dgm:cxn modelId="{015E917D-A25C-4C77-8C38-FFC994711304}" type="presParOf" srcId="{E4D6CB46-43D6-4A19-9290-729B01500445}" destId="{62C908E0-F278-4BD5-8EA2-11EBFCF39BAE}" srcOrd="2" destOrd="0" presId="urn:microsoft.com/office/officeart/2018/2/layout/IconVerticalSolidList"/>
    <dgm:cxn modelId="{5657BC7D-B82B-4133-BBD2-7A106D74D59D}" type="presParOf" srcId="{62C908E0-F278-4BD5-8EA2-11EBFCF39BAE}" destId="{95C85B20-520B-4526-8933-0F2DFB4DBD5B}" srcOrd="0" destOrd="0" presId="urn:microsoft.com/office/officeart/2018/2/layout/IconVerticalSolidList"/>
    <dgm:cxn modelId="{CCD9079C-E3A5-4298-89A1-89373D17F214}" type="presParOf" srcId="{62C908E0-F278-4BD5-8EA2-11EBFCF39BAE}" destId="{3171E99F-2266-40C7-B776-1376589288E3}" srcOrd="1" destOrd="0" presId="urn:microsoft.com/office/officeart/2018/2/layout/IconVerticalSolidList"/>
    <dgm:cxn modelId="{C5E465A1-545B-4354-965B-57C037812A60}" type="presParOf" srcId="{62C908E0-F278-4BD5-8EA2-11EBFCF39BAE}" destId="{3A4DAAB8-26C2-417D-B83B-F8AFA535FB3C}" srcOrd="2" destOrd="0" presId="urn:microsoft.com/office/officeart/2018/2/layout/IconVerticalSolidList"/>
    <dgm:cxn modelId="{65C161FC-FC3D-4313-B193-282455AEF18A}" type="presParOf" srcId="{62C908E0-F278-4BD5-8EA2-11EBFCF39BAE}" destId="{5721B997-032B-405C-87E8-B98E1F5E2D34}" srcOrd="3" destOrd="0" presId="urn:microsoft.com/office/officeart/2018/2/layout/IconVerticalSolidList"/>
    <dgm:cxn modelId="{74A13D22-BC94-47C6-880E-70CC23473FBC}" type="presParOf" srcId="{E4D6CB46-43D6-4A19-9290-729B01500445}" destId="{4B77641D-A5EF-4054-B9DC-315D159A03E8}" srcOrd="3" destOrd="0" presId="urn:microsoft.com/office/officeart/2018/2/layout/IconVerticalSolidList"/>
    <dgm:cxn modelId="{FEA4E362-5530-477E-8ADA-C3F2889D8B9F}" type="presParOf" srcId="{E4D6CB46-43D6-4A19-9290-729B01500445}" destId="{D75BF35C-DE01-4BDF-9D4E-58EDDAA60F6C}" srcOrd="4" destOrd="0" presId="urn:microsoft.com/office/officeart/2018/2/layout/IconVerticalSolidList"/>
    <dgm:cxn modelId="{CEF41A00-D76D-4D39-BB40-AE2A8103DD31}" type="presParOf" srcId="{D75BF35C-DE01-4BDF-9D4E-58EDDAA60F6C}" destId="{2098820D-CDD0-4123-A464-81A486C0677F}" srcOrd="0" destOrd="0" presId="urn:microsoft.com/office/officeart/2018/2/layout/IconVerticalSolidList"/>
    <dgm:cxn modelId="{21246647-F455-4B36-9E64-142CD1CC41D9}" type="presParOf" srcId="{D75BF35C-DE01-4BDF-9D4E-58EDDAA60F6C}" destId="{7A6BF25B-29F1-4072-AF83-66E7C8B603AD}" srcOrd="1" destOrd="0" presId="urn:microsoft.com/office/officeart/2018/2/layout/IconVerticalSolidList"/>
    <dgm:cxn modelId="{3AD9EA2A-955C-4AB1-AA46-A25EABC5957B}" type="presParOf" srcId="{D75BF35C-DE01-4BDF-9D4E-58EDDAA60F6C}" destId="{C8855129-6086-435B-A157-9606F1EA27CE}" srcOrd="2" destOrd="0" presId="urn:microsoft.com/office/officeart/2018/2/layout/IconVerticalSolidList"/>
    <dgm:cxn modelId="{9C2212FB-0964-47EC-A086-098F6EAF88FB}" type="presParOf" srcId="{D75BF35C-DE01-4BDF-9D4E-58EDDAA60F6C}" destId="{6A728F8D-0AE9-46E9-9274-73CCC45A985B}" srcOrd="3" destOrd="0" presId="urn:microsoft.com/office/officeart/2018/2/layout/IconVerticalSolidList"/>
    <dgm:cxn modelId="{E1B6634E-3C26-4BFF-969C-97CF94BEC57E}" type="presParOf" srcId="{E4D6CB46-43D6-4A19-9290-729B01500445}" destId="{FB1B67F4-727B-4AEF-A54C-1619C5732A2C}" srcOrd="5" destOrd="0" presId="urn:microsoft.com/office/officeart/2018/2/layout/IconVerticalSolidList"/>
    <dgm:cxn modelId="{6CD45EC0-472F-4EEC-884E-7149FD4D0444}" type="presParOf" srcId="{E4D6CB46-43D6-4A19-9290-729B01500445}" destId="{77FAC71A-B8CA-4F6D-9DCA-4F4941BA2920}" srcOrd="6" destOrd="0" presId="urn:microsoft.com/office/officeart/2018/2/layout/IconVerticalSolidList"/>
    <dgm:cxn modelId="{5B2192D8-B4C1-4B96-AF67-CA013230D01C}" type="presParOf" srcId="{77FAC71A-B8CA-4F6D-9DCA-4F4941BA2920}" destId="{267C5D47-DE79-49B7-847E-3E44DEF7151F}" srcOrd="0" destOrd="0" presId="urn:microsoft.com/office/officeart/2018/2/layout/IconVerticalSolidList"/>
    <dgm:cxn modelId="{D8239B88-AAE5-4099-BDB0-AD1E0C925CF8}" type="presParOf" srcId="{77FAC71A-B8CA-4F6D-9DCA-4F4941BA2920}" destId="{0FBD5E73-88A8-477F-8CB6-FE0C3E6FA9CE}" srcOrd="1" destOrd="0" presId="urn:microsoft.com/office/officeart/2018/2/layout/IconVerticalSolidList"/>
    <dgm:cxn modelId="{3AEB2D3E-0DC1-47B1-812A-5C19AF01682C}" type="presParOf" srcId="{77FAC71A-B8CA-4F6D-9DCA-4F4941BA2920}" destId="{9D411C73-AA6D-46CF-9778-5E3F092645D1}" srcOrd="2" destOrd="0" presId="urn:microsoft.com/office/officeart/2018/2/layout/IconVerticalSolidList"/>
    <dgm:cxn modelId="{6E7B865E-3DCA-4EFE-AFAE-0E6B3BCFA2A9}" type="presParOf" srcId="{77FAC71A-B8CA-4F6D-9DCA-4F4941BA2920}" destId="{CCDB7E19-ECBB-4479-94EC-EF06A8719AC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33F9C1-6352-4063-A0C0-40DE9B0673BF}">
      <dsp:nvSpPr>
        <dsp:cNvPr id="0" name=""/>
        <dsp:cNvSpPr/>
      </dsp:nvSpPr>
      <dsp:spPr>
        <a:xfrm rot="5400000">
          <a:off x="4962413" y="-2130038"/>
          <a:ext cx="525537" cy="4917818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Define adherence and explain importance</a:t>
          </a:r>
        </a:p>
      </dsp:txBody>
      <dsp:txXfrm rot="-5400000">
        <a:off x="2766273" y="91757"/>
        <a:ext cx="4892163" cy="474227"/>
      </dsp:txXfrm>
    </dsp:sp>
    <dsp:sp modelId="{B43F0D0D-3B28-4C76-AD49-B0D90CB7AAEB}">
      <dsp:nvSpPr>
        <dsp:cNvPr id="0" name=""/>
        <dsp:cNvSpPr/>
      </dsp:nvSpPr>
      <dsp:spPr>
        <a:xfrm>
          <a:off x="0" y="409"/>
          <a:ext cx="2766272" cy="65692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rial" panose="020B0604020202020204" pitchFamily="34" charset="0"/>
              <a:cs typeface="Arial" panose="020B0604020202020204" pitchFamily="34" charset="0"/>
            </a:rPr>
            <a:t>Define</a:t>
          </a:r>
        </a:p>
      </dsp:txBody>
      <dsp:txXfrm>
        <a:off x="32068" y="32477"/>
        <a:ext cx="2702136" cy="592785"/>
      </dsp:txXfrm>
    </dsp:sp>
    <dsp:sp modelId="{971E9A83-B991-42DE-9DA2-E2619765A9F2}">
      <dsp:nvSpPr>
        <dsp:cNvPr id="0" name=""/>
        <dsp:cNvSpPr/>
      </dsp:nvSpPr>
      <dsp:spPr>
        <a:xfrm rot="5400000">
          <a:off x="4962413" y="-1440270"/>
          <a:ext cx="525537" cy="4917818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Identify biological, psychological, social factors</a:t>
          </a:r>
        </a:p>
      </dsp:txBody>
      <dsp:txXfrm rot="-5400000">
        <a:off x="2766273" y="781525"/>
        <a:ext cx="4892163" cy="474227"/>
      </dsp:txXfrm>
    </dsp:sp>
    <dsp:sp modelId="{153D2376-2FA4-45C9-A08D-BD261BDFA0E3}">
      <dsp:nvSpPr>
        <dsp:cNvPr id="0" name=""/>
        <dsp:cNvSpPr/>
      </dsp:nvSpPr>
      <dsp:spPr>
        <a:xfrm>
          <a:off x="0" y="690177"/>
          <a:ext cx="2766272" cy="656921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rial" panose="020B0604020202020204" pitchFamily="34" charset="0"/>
              <a:cs typeface="Arial" panose="020B0604020202020204" pitchFamily="34" charset="0"/>
            </a:rPr>
            <a:t>Identify</a:t>
          </a:r>
        </a:p>
      </dsp:txBody>
      <dsp:txXfrm>
        <a:off x="32068" y="722245"/>
        <a:ext cx="2702136" cy="592785"/>
      </dsp:txXfrm>
    </dsp:sp>
    <dsp:sp modelId="{BBDB8B24-B22C-4ADD-A128-27D5A3754DCC}">
      <dsp:nvSpPr>
        <dsp:cNvPr id="0" name=""/>
        <dsp:cNvSpPr/>
      </dsp:nvSpPr>
      <dsp:spPr>
        <a:xfrm rot="5400000">
          <a:off x="4962413" y="-750502"/>
          <a:ext cx="525537" cy="4917818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Explain motivational theories (HBM, SDT)</a:t>
          </a:r>
        </a:p>
      </dsp:txBody>
      <dsp:txXfrm rot="-5400000">
        <a:off x="2766273" y="1471293"/>
        <a:ext cx="4892163" cy="474227"/>
      </dsp:txXfrm>
    </dsp:sp>
    <dsp:sp modelId="{A1659B0F-5685-4050-AD39-974C9A090EAC}">
      <dsp:nvSpPr>
        <dsp:cNvPr id="0" name=""/>
        <dsp:cNvSpPr/>
      </dsp:nvSpPr>
      <dsp:spPr>
        <a:xfrm>
          <a:off x="0" y="1379945"/>
          <a:ext cx="2766272" cy="656921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rial" panose="020B0604020202020204" pitchFamily="34" charset="0"/>
              <a:cs typeface="Arial" panose="020B0604020202020204" pitchFamily="34" charset="0"/>
            </a:rPr>
            <a:t>Explain</a:t>
          </a:r>
        </a:p>
      </dsp:txBody>
      <dsp:txXfrm>
        <a:off x="32068" y="1412013"/>
        <a:ext cx="2702136" cy="592785"/>
      </dsp:txXfrm>
    </dsp:sp>
    <dsp:sp modelId="{7E159E73-7C4D-4147-B4AA-FEF730630832}">
      <dsp:nvSpPr>
        <dsp:cNvPr id="0" name=""/>
        <dsp:cNvSpPr/>
      </dsp:nvSpPr>
      <dsp:spPr>
        <a:xfrm rot="5400000">
          <a:off x="4962413" y="-60734"/>
          <a:ext cx="525537" cy="4917818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Discuss barriers &amp; facilitators</a:t>
          </a:r>
        </a:p>
      </dsp:txBody>
      <dsp:txXfrm rot="-5400000">
        <a:off x="2766273" y="2161061"/>
        <a:ext cx="4892163" cy="474227"/>
      </dsp:txXfrm>
    </dsp:sp>
    <dsp:sp modelId="{B2225088-3E90-4533-89C7-EC7A2B351B00}">
      <dsp:nvSpPr>
        <dsp:cNvPr id="0" name=""/>
        <dsp:cNvSpPr/>
      </dsp:nvSpPr>
      <dsp:spPr>
        <a:xfrm>
          <a:off x="0" y="2069713"/>
          <a:ext cx="2766272" cy="656921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rial" panose="020B0604020202020204" pitchFamily="34" charset="0"/>
              <a:cs typeface="Arial" panose="020B0604020202020204" pitchFamily="34" charset="0"/>
            </a:rPr>
            <a:t>Discuss</a:t>
          </a:r>
        </a:p>
      </dsp:txBody>
      <dsp:txXfrm>
        <a:off x="32068" y="2101781"/>
        <a:ext cx="2702136" cy="592785"/>
      </dsp:txXfrm>
    </dsp:sp>
    <dsp:sp modelId="{0868E4B9-CE5C-4355-8A07-DC91DD61F037}">
      <dsp:nvSpPr>
        <dsp:cNvPr id="0" name=""/>
        <dsp:cNvSpPr/>
      </dsp:nvSpPr>
      <dsp:spPr>
        <a:xfrm rot="5400000">
          <a:off x="4962413" y="629033"/>
          <a:ext cx="525537" cy="4917818"/>
        </a:xfrm>
        <a:prstGeom prst="round2Same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Describe interviewing techniques (MI)</a:t>
          </a:r>
        </a:p>
      </dsp:txBody>
      <dsp:txXfrm rot="-5400000">
        <a:off x="2766273" y="2850829"/>
        <a:ext cx="4892163" cy="474227"/>
      </dsp:txXfrm>
    </dsp:sp>
    <dsp:sp modelId="{3CDC913D-421C-4AD5-BEB6-14C2CB483F20}">
      <dsp:nvSpPr>
        <dsp:cNvPr id="0" name=""/>
        <dsp:cNvSpPr/>
      </dsp:nvSpPr>
      <dsp:spPr>
        <a:xfrm>
          <a:off x="0" y="2759481"/>
          <a:ext cx="2766272" cy="656921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rial" panose="020B0604020202020204" pitchFamily="34" charset="0"/>
              <a:cs typeface="Arial" panose="020B0604020202020204" pitchFamily="34" charset="0"/>
            </a:rPr>
            <a:t>Describe</a:t>
          </a:r>
        </a:p>
      </dsp:txBody>
      <dsp:txXfrm>
        <a:off x="32068" y="2791549"/>
        <a:ext cx="2702136" cy="592785"/>
      </dsp:txXfrm>
    </dsp:sp>
    <dsp:sp modelId="{279D4F5C-5FCF-4F48-8E72-E168F8168ADB}">
      <dsp:nvSpPr>
        <dsp:cNvPr id="0" name=""/>
        <dsp:cNvSpPr/>
      </dsp:nvSpPr>
      <dsp:spPr>
        <a:xfrm rot="5400000">
          <a:off x="4962413" y="1318801"/>
          <a:ext cx="525537" cy="4917818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Apply interviewing in role-play</a:t>
          </a:r>
        </a:p>
      </dsp:txBody>
      <dsp:txXfrm rot="-5400000">
        <a:off x="2766273" y="3540597"/>
        <a:ext cx="4892163" cy="474227"/>
      </dsp:txXfrm>
    </dsp:sp>
    <dsp:sp modelId="{7C6DCC82-4BC1-4B3A-AEDC-6E47B75DA02F}">
      <dsp:nvSpPr>
        <dsp:cNvPr id="0" name=""/>
        <dsp:cNvSpPr/>
      </dsp:nvSpPr>
      <dsp:spPr>
        <a:xfrm>
          <a:off x="0" y="3449249"/>
          <a:ext cx="2766272" cy="65692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rial" panose="020B0604020202020204" pitchFamily="34" charset="0"/>
              <a:cs typeface="Arial" panose="020B0604020202020204" pitchFamily="34" charset="0"/>
            </a:rPr>
            <a:t>Apply</a:t>
          </a:r>
        </a:p>
      </dsp:txBody>
      <dsp:txXfrm>
        <a:off x="32068" y="3481317"/>
        <a:ext cx="2702136" cy="592785"/>
      </dsp:txXfrm>
    </dsp:sp>
    <dsp:sp modelId="{58B8FE72-D060-4EA1-90CD-E4BE5073D5FC}">
      <dsp:nvSpPr>
        <dsp:cNvPr id="0" name=""/>
        <dsp:cNvSpPr/>
      </dsp:nvSpPr>
      <dsp:spPr>
        <a:xfrm rot="5400000">
          <a:off x="4962413" y="2008569"/>
          <a:ext cx="525537" cy="4917818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Critically evaluate practice relevance</a:t>
          </a:r>
        </a:p>
      </dsp:txBody>
      <dsp:txXfrm rot="-5400000">
        <a:off x="2766273" y="4230365"/>
        <a:ext cx="4892163" cy="474227"/>
      </dsp:txXfrm>
    </dsp:sp>
    <dsp:sp modelId="{34B60A0F-6F7B-472D-84E8-DF96EC1190B0}">
      <dsp:nvSpPr>
        <dsp:cNvPr id="0" name=""/>
        <dsp:cNvSpPr/>
      </dsp:nvSpPr>
      <dsp:spPr>
        <a:xfrm>
          <a:off x="0" y="4139017"/>
          <a:ext cx="2766272" cy="656921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rial" panose="020B0604020202020204" pitchFamily="34" charset="0"/>
              <a:cs typeface="Arial" panose="020B0604020202020204" pitchFamily="34" charset="0"/>
            </a:rPr>
            <a:t>Evaluate</a:t>
          </a:r>
        </a:p>
      </dsp:txBody>
      <dsp:txXfrm>
        <a:off x="32068" y="4171085"/>
        <a:ext cx="2702136" cy="5927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3DCDEB-0F14-4D36-8C41-83ADCB2B3150}">
      <dsp:nvSpPr>
        <dsp:cNvPr id="0" name=""/>
        <dsp:cNvSpPr/>
      </dsp:nvSpPr>
      <dsp:spPr>
        <a:xfrm>
          <a:off x="2656926" y="653510"/>
          <a:ext cx="50509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094" y="45720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896081" y="696552"/>
        <a:ext cx="26784" cy="5356"/>
      </dsp:txXfrm>
    </dsp:sp>
    <dsp:sp modelId="{21465A6D-29E5-4A61-89CB-E7013592669D}">
      <dsp:nvSpPr>
        <dsp:cNvPr id="0" name=""/>
        <dsp:cNvSpPr/>
      </dsp:nvSpPr>
      <dsp:spPr>
        <a:xfrm>
          <a:off x="129060" y="498"/>
          <a:ext cx="2529666" cy="139746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8" rIns="114128" bIns="11979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- Precontemplation</a:t>
          </a:r>
        </a:p>
      </dsp:txBody>
      <dsp:txXfrm>
        <a:off x="129060" y="498"/>
        <a:ext cx="2529666" cy="1397464"/>
      </dsp:txXfrm>
    </dsp:sp>
    <dsp:sp modelId="{EFB71027-A461-44D9-BA2B-A39CE15006C9}">
      <dsp:nvSpPr>
        <dsp:cNvPr id="0" name=""/>
        <dsp:cNvSpPr/>
      </dsp:nvSpPr>
      <dsp:spPr>
        <a:xfrm>
          <a:off x="1444016" y="1396162"/>
          <a:ext cx="2914958" cy="505094"/>
        </a:xfrm>
        <a:custGeom>
          <a:avLst/>
          <a:gdLst/>
          <a:ahLst/>
          <a:cxnLst/>
          <a:rect l="0" t="0" r="0" b="0"/>
          <a:pathLst>
            <a:path>
              <a:moveTo>
                <a:pt x="2914958" y="0"/>
              </a:moveTo>
              <a:lnTo>
                <a:pt x="2914958" y="269647"/>
              </a:lnTo>
              <a:lnTo>
                <a:pt x="0" y="269647"/>
              </a:lnTo>
              <a:lnTo>
                <a:pt x="0" y="505094"/>
              </a:lnTo>
            </a:path>
          </a:pathLst>
        </a:custGeom>
        <a:noFill/>
        <a:ln w="9525" cap="rnd" cmpd="sng" algn="ctr">
          <a:solidFill>
            <a:schemeClr val="accent2">
              <a:hueOff val="113291"/>
              <a:satOff val="-11998"/>
              <a:lumOff val="-29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827401" y="1646031"/>
        <a:ext cx="148188" cy="5356"/>
      </dsp:txXfrm>
    </dsp:sp>
    <dsp:sp modelId="{D1CEB803-363E-4C33-9549-BAE7E759035C}">
      <dsp:nvSpPr>
        <dsp:cNvPr id="0" name=""/>
        <dsp:cNvSpPr/>
      </dsp:nvSpPr>
      <dsp:spPr>
        <a:xfrm>
          <a:off x="3194421" y="498"/>
          <a:ext cx="2329106" cy="1397464"/>
        </a:xfrm>
        <a:prstGeom prst="rect">
          <a:avLst/>
        </a:prstGeom>
        <a:gradFill rotWithShape="0">
          <a:gsLst>
            <a:gs pos="0">
              <a:schemeClr val="accent2">
                <a:hueOff val="90633"/>
                <a:satOff val="-9599"/>
                <a:lumOff val="-235"/>
                <a:alphaOff val="0"/>
                <a:tint val="96000"/>
                <a:lumMod val="104000"/>
              </a:schemeClr>
            </a:gs>
            <a:gs pos="100000">
              <a:schemeClr val="accent2">
                <a:hueOff val="90633"/>
                <a:satOff val="-9599"/>
                <a:lumOff val="-235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8" rIns="114128" bIns="11979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rial" panose="020B0604020202020204" pitchFamily="34" charset="0"/>
              <a:cs typeface="Arial" panose="020B0604020202020204" pitchFamily="34" charset="0"/>
            </a:rPr>
            <a:t>- Contemplation</a:t>
          </a:r>
        </a:p>
      </dsp:txBody>
      <dsp:txXfrm>
        <a:off x="3194421" y="498"/>
        <a:ext cx="2329106" cy="1397464"/>
      </dsp:txXfrm>
    </dsp:sp>
    <dsp:sp modelId="{5C342B78-B256-429C-B07D-5BF983BE5348}">
      <dsp:nvSpPr>
        <dsp:cNvPr id="0" name=""/>
        <dsp:cNvSpPr/>
      </dsp:nvSpPr>
      <dsp:spPr>
        <a:xfrm>
          <a:off x="2757171" y="2586669"/>
          <a:ext cx="50509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094" y="45720"/>
              </a:lnTo>
            </a:path>
          </a:pathLst>
        </a:custGeom>
        <a:noFill/>
        <a:ln w="9525" cap="rnd" cmpd="sng" algn="ctr">
          <a:solidFill>
            <a:schemeClr val="accent2">
              <a:hueOff val="226582"/>
              <a:satOff val="-23996"/>
              <a:lumOff val="-58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96326" y="2629711"/>
        <a:ext cx="26784" cy="5356"/>
      </dsp:txXfrm>
    </dsp:sp>
    <dsp:sp modelId="{6E9E0A6A-94A3-40AD-964D-993F0BE3CF06}">
      <dsp:nvSpPr>
        <dsp:cNvPr id="0" name=""/>
        <dsp:cNvSpPr/>
      </dsp:nvSpPr>
      <dsp:spPr>
        <a:xfrm>
          <a:off x="129060" y="1933657"/>
          <a:ext cx="2629911" cy="1397464"/>
        </a:xfrm>
        <a:prstGeom prst="rect">
          <a:avLst/>
        </a:prstGeom>
        <a:gradFill rotWithShape="0">
          <a:gsLst>
            <a:gs pos="0">
              <a:schemeClr val="accent2">
                <a:hueOff val="181266"/>
                <a:satOff val="-19197"/>
                <a:lumOff val="-470"/>
                <a:alphaOff val="0"/>
                <a:tint val="96000"/>
                <a:lumMod val="104000"/>
              </a:schemeClr>
            </a:gs>
            <a:gs pos="100000">
              <a:schemeClr val="accent2">
                <a:hueOff val="181266"/>
                <a:satOff val="-19197"/>
                <a:lumOff val="-47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8" rIns="114128" bIns="11979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- Preparation</a:t>
          </a:r>
        </a:p>
      </dsp:txBody>
      <dsp:txXfrm>
        <a:off x="129060" y="1933657"/>
        <a:ext cx="2629911" cy="1397464"/>
      </dsp:txXfrm>
    </dsp:sp>
    <dsp:sp modelId="{7730F216-7B9C-49D8-8442-93C3A301F6C2}">
      <dsp:nvSpPr>
        <dsp:cNvPr id="0" name=""/>
        <dsp:cNvSpPr/>
      </dsp:nvSpPr>
      <dsp:spPr>
        <a:xfrm>
          <a:off x="1469065" y="3329321"/>
          <a:ext cx="2990154" cy="505094"/>
        </a:xfrm>
        <a:custGeom>
          <a:avLst/>
          <a:gdLst/>
          <a:ahLst/>
          <a:cxnLst/>
          <a:rect l="0" t="0" r="0" b="0"/>
          <a:pathLst>
            <a:path>
              <a:moveTo>
                <a:pt x="2990154" y="0"/>
              </a:moveTo>
              <a:lnTo>
                <a:pt x="2990154" y="269647"/>
              </a:lnTo>
              <a:lnTo>
                <a:pt x="0" y="269647"/>
              </a:lnTo>
              <a:lnTo>
                <a:pt x="0" y="505094"/>
              </a:lnTo>
            </a:path>
          </a:pathLst>
        </a:custGeom>
        <a:noFill/>
        <a:ln w="9525" cap="rnd" cmpd="sng" algn="ctr">
          <a:solidFill>
            <a:schemeClr val="accent2">
              <a:hueOff val="339874"/>
              <a:satOff val="-35995"/>
              <a:lumOff val="-88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888198" y="3579190"/>
        <a:ext cx="151888" cy="5356"/>
      </dsp:txXfrm>
    </dsp:sp>
    <dsp:sp modelId="{D2A91CAD-ED08-49D9-9060-C22B5E3C068D}">
      <dsp:nvSpPr>
        <dsp:cNvPr id="0" name=""/>
        <dsp:cNvSpPr/>
      </dsp:nvSpPr>
      <dsp:spPr>
        <a:xfrm>
          <a:off x="3294666" y="1933657"/>
          <a:ext cx="2329106" cy="1397464"/>
        </a:xfrm>
        <a:prstGeom prst="rect">
          <a:avLst/>
        </a:prstGeom>
        <a:gradFill rotWithShape="0">
          <a:gsLst>
            <a:gs pos="0">
              <a:schemeClr val="accent2">
                <a:hueOff val="271899"/>
                <a:satOff val="-28796"/>
                <a:lumOff val="-706"/>
                <a:alphaOff val="0"/>
                <a:tint val="96000"/>
                <a:lumMod val="104000"/>
              </a:schemeClr>
            </a:gs>
            <a:gs pos="100000">
              <a:schemeClr val="accent2">
                <a:hueOff val="271899"/>
                <a:satOff val="-28796"/>
                <a:lumOff val="-706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8" rIns="114128" bIns="11979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rial" panose="020B0604020202020204" pitchFamily="34" charset="0"/>
              <a:cs typeface="Arial" panose="020B0604020202020204" pitchFamily="34" charset="0"/>
            </a:rPr>
            <a:t>- Action</a:t>
          </a:r>
        </a:p>
      </dsp:txBody>
      <dsp:txXfrm>
        <a:off x="3294666" y="1933657"/>
        <a:ext cx="2329106" cy="1397464"/>
      </dsp:txXfrm>
    </dsp:sp>
    <dsp:sp modelId="{34847CEF-1003-46C6-8303-3FD1365E5809}">
      <dsp:nvSpPr>
        <dsp:cNvPr id="0" name=""/>
        <dsp:cNvSpPr/>
      </dsp:nvSpPr>
      <dsp:spPr>
        <a:xfrm>
          <a:off x="2807270" y="4519828"/>
          <a:ext cx="50509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094" y="45720"/>
              </a:lnTo>
            </a:path>
          </a:pathLst>
        </a:custGeom>
        <a:noFill/>
        <a:ln w="9525" cap="rnd" cmpd="sng" algn="ctr">
          <a:solidFill>
            <a:schemeClr val="accent2">
              <a:hueOff val="453165"/>
              <a:satOff val="-47993"/>
              <a:lumOff val="-117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046425" y="4562869"/>
        <a:ext cx="26784" cy="5356"/>
      </dsp:txXfrm>
    </dsp:sp>
    <dsp:sp modelId="{C6FE60FC-256A-4D6C-AABB-2212AE97F290}">
      <dsp:nvSpPr>
        <dsp:cNvPr id="0" name=""/>
        <dsp:cNvSpPr/>
      </dsp:nvSpPr>
      <dsp:spPr>
        <a:xfrm>
          <a:off x="129060" y="3866816"/>
          <a:ext cx="2680010" cy="1397464"/>
        </a:xfrm>
        <a:prstGeom prst="rect">
          <a:avLst/>
        </a:prstGeom>
        <a:gradFill rotWithShape="0">
          <a:gsLst>
            <a:gs pos="0">
              <a:schemeClr val="accent2">
                <a:hueOff val="362532"/>
                <a:satOff val="-38394"/>
                <a:lumOff val="-941"/>
                <a:alphaOff val="0"/>
                <a:tint val="96000"/>
                <a:lumMod val="104000"/>
              </a:schemeClr>
            </a:gs>
            <a:gs pos="100000">
              <a:schemeClr val="accent2">
                <a:hueOff val="362532"/>
                <a:satOff val="-38394"/>
                <a:lumOff val="-941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8" rIns="114128" bIns="11979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rial" panose="020B0604020202020204" pitchFamily="34" charset="0"/>
              <a:cs typeface="Arial" panose="020B0604020202020204" pitchFamily="34" charset="0"/>
            </a:rPr>
            <a:t>- Maintenance</a:t>
          </a:r>
        </a:p>
      </dsp:txBody>
      <dsp:txXfrm>
        <a:off x="129060" y="3866816"/>
        <a:ext cx="2680010" cy="1397464"/>
      </dsp:txXfrm>
    </dsp:sp>
    <dsp:sp modelId="{C5F5CB1D-70E1-4471-8FB8-C978B925769D}">
      <dsp:nvSpPr>
        <dsp:cNvPr id="0" name=""/>
        <dsp:cNvSpPr/>
      </dsp:nvSpPr>
      <dsp:spPr>
        <a:xfrm>
          <a:off x="3344765" y="3866816"/>
          <a:ext cx="2329106" cy="1397464"/>
        </a:xfrm>
        <a:prstGeom prst="rect">
          <a:avLst/>
        </a:prstGeom>
        <a:gradFill rotWithShape="0">
          <a:gsLst>
            <a:gs pos="0">
              <a:schemeClr val="accent2">
                <a:hueOff val="453165"/>
                <a:satOff val="-47993"/>
                <a:lumOff val="-1176"/>
                <a:alphaOff val="0"/>
                <a:tint val="96000"/>
                <a:lumMod val="104000"/>
              </a:schemeClr>
            </a:gs>
            <a:gs pos="100000">
              <a:schemeClr val="accent2">
                <a:hueOff val="453165"/>
                <a:satOff val="-47993"/>
                <a:lumOff val="-1176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8" rIns="114128" bIns="11979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rial" panose="020B0604020202020204" pitchFamily="34" charset="0"/>
              <a:cs typeface="Arial" panose="020B0604020202020204" pitchFamily="34" charset="0"/>
            </a:rPr>
            <a:t>- Relapse = normal cycle</a:t>
          </a:r>
        </a:p>
      </dsp:txBody>
      <dsp:txXfrm>
        <a:off x="3344765" y="3866816"/>
        <a:ext cx="2329106" cy="13974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3EB830-BE77-46A8-B4D4-6E5A80162E4B}">
      <dsp:nvSpPr>
        <dsp:cNvPr id="0" name=""/>
        <dsp:cNvSpPr/>
      </dsp:nvSpPr>
      <dsp:spPr>
        <a:xfrm>
          <a:off x="0" y="70309"/>
          <a:ext cx="5124159" cy="5124159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71D8902-375A-414C-B1EC-175FEC07ED3B}">
      <dsp:nvSpPr>
        <dsp:cNvPr id="0" name=""/>
        <dsp:cNvSpPr/>
      </dsp:nvSpPr>
      <dsp:spPr>
        <a:xfrm>
          <a:off x="486795" y="557105"/>
          <a:ext cx="1998422" cy="199842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Theories </a:t>
          </a:r>
        </a:p>
      </dsp:txBody>
      <dsp:txXfrm>
        <a:off x="584350" y="654660"/>
        <a:ext cx="1803312" cy="1803312"/>
      </dsp:txXfrm>
    </dsp:sp>
    <dsp:sp modelId="{84257174-11F7-412D-BCE2-6A88B7403B80}">
      <dsp:nvSpPr>
        <dsp:cNvPr id="0" name=""/>
        <dsp:cNvSpPr/>
      </dsp:nvSpPr>
      <dsp:spPr>
        <a:xfrm>
          <a:off x="2638941" y="557105"/>
          <a:ext cx="1998422" cy="199842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Interviewing </a:t>
          </a:r>
        </a:p>
      </dsp:txBody>
      <dsp:txXfrm>
        <a:off x="2736496" y="654660"/>
        <a:ext cx="1803312" cy="1803312"/>
      </dsp:txXfrm>
    </dsp:sp>
    <dsp:sp modelId="{A15315AF-24EC-487D-9F1F-27D6A5213957}">
      <dsp:nvSpPr>
        <dsp:cNvPr id="0" name=""/>
        <dsp:cNvSpPr/>
      </dsp:nvSpPr>
      <dsp:spPr>
        <a:xfrm>
          <a:off x="486795" y="2709251"/>
          <a:ext cx="1998422" cy="199842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 HBM → beliefs, SDT → needs, TTM → stage</a:t>
          </a:r>
        </a:p>
      </dsp:txBody>
      <dsp:txXfrm>
        <a:off x="584350" y="2806806"/>
        <a:ext cx="1803312" cy="1803312"/>
      </dsp:txXfrm>
    </dsp:sp>
    <dsp:sp modelId="{9A311A47-8CCF-49A1-9BE2-0F7411412BD3}">
      <dsp:nvSpPr>
        <dsp:cNvPr id="0" name=""/>
        <dsp:cNvSpPr/>
      </dsp:nvSpPr>
      <dsp:spPr>
        <a:xfrm>
          <a:off x="2638941" y="2709251"/>
          <a:ext cx="1998422" cy="199842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Goal: knowledge → conversation → action</a:t>
          </a:r>
        </a:p>
      </dsp:txBody>
      <dsp:txXfrm>
        <a:off x="2736496" y="2806806"/>
        <a:ext cx="1803312" cy="18033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31D4D2-406C-4C85-BF2B-0D1AF90C8320}">
      <dsp:nvSpPr>
        <dsp:cNvPr id="0" name=""/>
        <dsp:cNvSpPr/>
      </dsp:nvSpPr>
      <dsp:spPr>
        <a:xfrm>
          <a:off x="0" y="2185"/>
          <a:ext cx="5124159" cy="11074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1E50A2-16EB-48DA-A17E-F589243E59CB}">
      <dsp:nvSpPr>
        <dsp:cNvPr id="0" name=""/>
        <dsp:cNvSpPr/>
      </dsp:nvSpPr>
      <dsp:spPr>
        <a:xfrm>
          <a:off x="335004" y="251362"/>
          <a:ext cx="609099" cy="6090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09996E-4862-4A40-95FA-EA2066CD47E5}">
      <dsp:nvSpPr>
        <dsp:cNvPr id="0" name=""/>
        <dsp:cNvSpPr/>
      </dsp:nvSpPr>
      <dsp:spPr>
        <a:xfrm>
          <a:off x="1279109" y="2185"/>
          <a:ext cx="3845049" cy="110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06" tIns="117206" rIns="117206" bIns="117206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rial" panose="020B0604020202020204" pitchFamily="34" charset="0"/>
              <a:cs typeface="Arial" panose="020B0604020202020204" pitchFamily="34" charset="0"/>
            </a:rPr>
            <a:t>- Patient-centered, addresses ambivalence</a:t>
          </a:r>
        </a:p>
      </dsp:txBody>
      <dsp:txXfrm>
        <a:off x="1279109" y="2185"/>
        <a:ext cx="3845049" cy="1107454"/>
      </dsp:txXfrm>
    </dsp:sp>
    <dsp:sp modelId="{F3CF6FCA-9017-46A7-BB9B-94AE4593D22E}">
      <dsp:nvSpPr>
        <dsp:cNvPr id="0" name=""/>
        <dsp:cNvSpPr/>
      </dsp:nvSpPr>
      <dsp:spPr>
        <a:xfrm>
          <a:off x="0" y="1386503"/>
          <a:ext cx="5124159" cy="11074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6F64FB-A220-4A6E-B80E-5527E8D0F87C}">
      <dsp:nvSpPr>
        <dsp:cNvPr id="0" name=""/>
        <dsp:cNvSpPr/>
      </dsp:nvSpPr>
      <dsp:spPr>
        <a:xfrm>
          <a:off x="335004" y="1635680"/>
          <a:ext cx="609099" cy="6090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EB3EDD-CEF9-47AC-8A8C-D8A4BA387D43}">
      <dsp:nvSpPr>
        <dsp:cNvPr id="0" name=""/>
        <dsp:cNvSpPr/>
      </dsp:nvSpPr>
      <dsp:spPr>
        <a:xfrm>
          <a:off x="1279109" y="1386503"/>
          <a:ext cx="3845049" cy="110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06" tIns="117206" rIns="117206" bIns="117206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rial" panose="020B0604020202020204" pitchFamily="34" charset="0"/>
              <a:cs typeface="Arial" panose="020B0604020202020204" pitchFamily="34" charset="0"/>
            </a:rPr>
            <a:t>- Collaborative, guiding not telling</a:t>
          </a:r>
        </a:p>
      </dsp:txBody>
      <dsp:txXfrm>
        <a:off x="1279109" y="1386503"/>
        <a:ext cx="3845049" cy="1107454"/>
      </dsp:txXfrm>
    </dsp:sp>
    <dsp:sp modelId="{0C825E35-1FEB-4B9A-AEDF-2516B0C51936}">
      <dsp:nvSpPr>
        <dsp:cNvPr id="0" name=""/>
        <dsp:cNvSpPr/>
      </dsp:nvSpPr>
      <dsp:spPr>
        <a:xfrm>
          <a:off x="0" y="2770821"/>
          <a:ext cx="5124159" cy="11074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E59337-6F42-4265-999C-509C9A2B219E}">
      <dsp:nvSpPr>
        <dsp:cNvPr id="0" name=""/>
        <dsp:cNvSpPr/>
      </dsp:nvSpPr>
      <dsp:spPr>
        <a:xfrm>
          <a:off x="335004" y="3019998"/>
          <a:ext cx="609099" cy="6090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43D872-6A8F-450C-AFDB-0793DB37A7D7}">
      <dsp:nvSpPr>
        <dsp:cNvPr id="0" name=""/>
        <dsp:cNvSpPr/>
      </dsp:nvSpPr>
      <dsp:spPr>
        <a:xfrm>
          <a:off x="1279109" y="2770821"/>
          <a:ext cx="3845049" cy="110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06" tIns="117206" rIns="117206" bIns="117206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rial" panose="020B0604020202020204" pitchFamily="34" charset="0"/>
              <a:cs typeface="Arial" panose="020B0604020202020204" pitchFamily="34" charset="0"/>
            </a:rPr>
            <a:t>- Goals: elicit reasons, strengthen commitment</a:t>
          </a:r>
        </a:p>
      </dsp:txBody>
      <dsp:txXfrm>
        <a:off x="1279109" y="2770821"/>
        <a:ext cx="3845049" cy="1107454"/>
      </dsp:txXfrm>
    </dsp:sp>
    <dsp:sp modelId="{D93C9B2D-DAFB-467D-84D3-4E93470E653E}">
      <dsp:nvSpPr>
        <dsp:cNvPr id="0" name=""/>
        <dsp:cNvSpPr/>
      </dsp:nvSpPr>
      <dsp:spPr>
        <a:xfrm>
          <a:off x="0" y="4155139"/>
          <a:ext cx="5124159" cy="11074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9AD2EA-947B-424B-9379-B8B87447F4EA}">
      <dsp:nvSpPr>
        <dsp:cNvPr id="0" name=""/>
        <dsp:cNvSpPr/>
      </dsp:nvSpPr>
      <dsp:spPr>
        <a:xfrm>
          <a:off x="335004" y="4404316"/>
          <a:ext cx="609099" cy="6090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A3D148-043C-4BE9-800C-3A1E86DD3E96}">
      <dsp:nvSpPr>
        <dsp:cNvPr id="0" name=""/>
        <dsp:cNvSpPr/>
      </dsp:nvSpPr>
      <dsp:spPr>
        <a:xfrm>
          <a:off x="1279109" y="4155139"/>
          <a:ext cx="3845049" cy="110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06" tIns="117206" rIns="117206" bIns="117206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rial" panose="020B0604020202020204" pitchFamily="34" charset="0"/>
              <a:cs typeface="Arial" panose="020B0604020202020204" pitchFamily="34" charset="0"/>
            </a:rPr>
            <a:t>- Evidence-based effectiveness</a:t>
          </a:r>
        </a:p>
      </dsp:txBody>
      <dsp:txXfrm>
        <a:off x="1279109" y="4155139"/>
        <a:ext cx="3845049" cy="11074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320D85-0577-470C-A084-86BEF256C305}">
      <dsp:nvSpPr>
        <dsp:cNvPr id="0" name=""/>
        <dsp:cNvSpPr/>
      </dsp:nvSpPr>
      <dsp:spPr>
        <a:xfrm>
          <a:off x="317274" y="511740"/>
          <a:ext cx="985412" cy="9854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DDBD6D-C884-47AA-AF16-9EF9D96D11FF}">
      <dsp:nvSpPr>
        <dsp:cNvPr id="0" name=""/>
        <dsp:cNvSpPr/>
      </dsp:nvSpPr>
      <dsp:spPr>
        <a:xfrm>
          <a:off x="527279" y="721746"/>
          <a:ext cx="565400" cy="5654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8C007C-2979-4AF1-8862-04CE255DDD11}">
      <dsp:nvSpPr>
        <dsp:cNvPr id="0" name=""/>
        <dsp:cNvSpPr/>
      </dsp:nvSpPr>
      <dsp:spPr>
        <a:xfrm>
          <a:off x="2265" y="1804083"/>
          <a:ext cx="1615429" cy="64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- Express empathy</a:t>
          </a:r>
        </a:p>
      </dsp:txBody>
      <dsp:txXfrm>
        <a:off x="2265" y="1804083"/>
        <a:ext cx="1615429" cy="646171"/>
      </dsp:txXfrm>
    </dsp:sp>
    <dsp:sp modelId="{51D70E1F-BB6A-437E-B567-50BC31A085E5}">
      <dsp:nvSpPr>
        <dsp:cNvPr id="0" name=""/>
        <dsp:cNvSpPr/>
      </dsp:nvSpPr>
      <dsp:spPr>
        <a:xfrm>
          <a:off x="2407898" y="511740"/>
          <a:ext cx="985412" cy="9854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CD96A2-8057-4225-9972-5B5F32BACF38}">
      <dsp:nvSpPr>
        <dsp:cNvPr id="0" name=""/>
        <dsp:cNvSpPr/>
      </dsp:nvSpPr>
      <dsp:spPr>
        <a:xfrm>
          <a:off x="2617904" y="721746"/>
          <a:ext cx="565400" cy="5654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E0E72C-34EA-4BBA-8E07-7D331F4CCEFC}">
      <dsp:nvSpPr>
        <dsp:cNvPr id="0" name=""/>
        <dsp:cNvSpPr/>
      </dsp:nvSpPr>
      <dsp:spPr>
        <a:xfrm>
          <a:off x="1900395" y="1804083"/>
          <a:ext cx="2000418" cy="64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- Develop discrepancy</a:t>
          </a:r>
        </a:p>
      </dsp:txBody>
      <dsp:txXfrm>
        <a:off x="1900395" y="1804083"/>
        <a:ext cx="2000418" cy="646171"/>
      </dsp:txXfrm>
    </dsp:sp>
    <dsp:sp modelId="{7177A8A3-AE01-4156-8679-AAC4ABCF8737}">
      <dsp:nvSpPr>
        <dsp:cNvPr id="0" name=""/>
        <dsp:cNvSpPr/>
      </dsp:nvSpPr>
      <dsp:spPr>
        <a:xfrm>
          <a:off x="4498522" y="511740"/>
          <a:ext cx="985412" cy="9854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E82719-ABC6-4498-802B-448259B2BDE6}">
      <dsp:nvSpPr>
        <dsp:cNvPr id="0" name=""/>
        <dsp:cNvSpPr/>
      </dsp:nvSpPr>
      <dsp:spPr>
        <a:xfrm>
          <a:off x="4708528" y="721746"/>
          <a:ext cx="565400" cy="5654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292DF6-9C6D-4C50-9628-B5A0CBA28B76}">
      <dsp:nvSpPr>
        <dsp:cNvPr id="0" name=""/>
        <dsp:cNvSpPr/>
      </dsp:nvSpPr>
      <dsp:spPr>
        <a:xfrm>
          <a:off x="4183514" y="1804083"/>
          <a:ext cx="1615429" cy="64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- Roll with resistance</a:t>
          </a:r>
        </a:p>
      </dsp:txBody>
      <dsp:txXfrm>
        <a:off x="4183514" y="1804083"/>
        <a:ext cx="1615429" cy="646171"/>
      </dsp:txXfrm>
    </dsp:sp>
    <dsp:sp modelId="{A18C7719-2840-40C2-81A3-9937235801F5}">
      <dsp:nvSpPr>
        <dsp:cNvPr id="0" name=""/>
        <dsp:cNvSpPr/>
      </dsp:nvSpPr>
      <dsp:spPr>
        <a:xfrm>
          <a:off x="6396652" y="511740"/>
          <a:ext cx="985412" cy="9854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E373D5-8D9D-4EC3-8459-160BF7AA12A3}">
      <dsp:nvSpPr>
        <dsp:cNvPr id="0" name=""/>
        <dsp:cNvSpPr/>
      </dsp:nvSpPr>
      <dsp:spPr>
        <a:xfrm>
          <a:off x="6606658" y="721746"/>
          <a:ext cx="565400" cy="5654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261BBA-5451-4194-B4C7-E3F728D5A6C9}">
      <dsp:nvSpPr>
        <dsp:cNvPr id="0" name=""/>
        <dsp:cNvSpPr/>
      </dsp:nvSpPr>
      <dsp:spPr>
        <a:xfrm>
          <a:off x="6081644" y="1804083"/>
          <a:ext cx="1615429" cy="64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- Support self-efficacy</a:t>
          </a:r>
        </a:p>
      </dsp:txBody>
      <dsp:txXfrm>
        <a:off x="6081644" y="1804083"/>
        <a:ext cx="1615429" cy="64617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685549-CBF4-4C3A-BE9C-989A433E9307}">
      <dsp:nvSpPr>
        <dsp:cNvPr id="0" name=""/>
        <dsp:cNvSpPr/>
      </dsp:nvSpPr>
      <dsp:spPr>
        <a:xfrm>
          <a:off x="0" y="1516"/>
          <a:ext cx="6740553" cy="76861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489C2F-C088-46F9-B429-41C24DCCCE7A}">
      <dsp:nvSpPr>
        <dsp:cNvPr id="0" name=""/>
        <dsp:cNvSpPr/>
      </dsp:nvSpPr>
      <dsp:spPr>
        <a:xfrm>
          <a:off x="232505" y="174454"/>
          <a:ext cx="422736" cy="4227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9ABAE5-9AB8-449E-83A3-ABCC1B5EC008}">
      <dsp:nvSpPr>
        <dsp:cNvPr id="0" name=""/>
        <dsp:cNvSpPr/>
      </dsp:nvSpPr>
      <dsp:spPr>
        <a:xfrm>
          <a:off x="887747" y="1516"/>
          <a:ext cx="5852805" cy="768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345" tIns="81345" rIns="81345" bIns="81345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Arial" panose="020B0604020202020204" pitchFamily="34" charset="0"/>
              <a:cs typeface="Arial" panose="020B0604020202020204" pitchFamily="34" charset="0"/>
            </a:rPr>
            <a:t>- Open questions</a:t>
          </a:r>
        </a:p>
      </dsp:txBody>
      <dsp:txXfrm>
        <a:off x="887747" y="1516"/>
        <a:ext cx="5852805" cy="768612"/>
      </dsp:txXfrm>
    </dsp:sp>
    <dsp:sp modelId="{95C85B20-520B-4526-8933-0F2DFB4DBD5B}">
      <dsp:nvSpPr>
        <dsp:cNvPr id="0" name=""/>
        <dsp:cNvSpPr/>
      </dsp:nvSpPr>
      <dsp:spPr>
        <a:xfrm>
          <a:off x="0" y="962281"/>
          <a:ext cx="6740553" cy="76861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71E99F-2266-40C7-B776-1376589288E3}">
      <dsp:nvSpPr>
        <dsp:cNvPr id="0" name=""/>
        <dsp:cNvSpPr/>
      </dsp:nvSpPr>
      <dsp:spPr>
        <a:xfrm>
          <a:off x="232505" y="1135219"/>
          <a:ext cx="422736" cy="4227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21B997-032B-405C-87E8-B98E1F5E2D34}">
      <dsp:nvSpPr>
        <dsp:cNvPr id="0" name=""/>
        <dsp:cNvSpPr/>
      </dsp:nvSpPr>
      <dsp:spPr>
        <a:xfrm>
          <a:off x="887747" y="962281"/>
          <a:ext cx="5852805" cy="768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345" tIns="81345" rIns="81345" bIns="81345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Arial" panose="020B0604020202020204" pitchFamily="34" charset="0"/>
              <a:cs typeface="Arial" panose="020B0604020202020204" pitchFamily="34" charset="0"/>
            </a:rPr>
            <a:t>- Affirmations</a:t>
          </a:r>
        </a:p>
      </dsp:txBody>
      <dsp:txXfrm>
        <a:off x="887747" y="962281"/>
        <a:ext cx="5852805" cy="768612"/>
      </dsp:txXfrm>
    </dsp:sp>
    <dsp:sp modelId="{2098820D-CDD0-4123-A464-81A486C0677F}">
      <dsp:nvSpPr>
        <dsp:cNvPr id="0" name=""/>
        <dsp:cNvSpPr/>
      </dsp:nvSpPr>
      <dsp:spPr>
        <a:xfrm>
          <a:off x="0" y="1923047"/>
          <a:ext cx="6740553" cy="76861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6BF25B-29F1-4072-AF83-66E7C8B603AD}">
      <dsp:nvSpPr>
        <dsp:cNvPr id="0" name=""/>
        <dsp:cNvSpPr/>
      </dsp:nvSpPr>
      <dsp:spPr>
        <a:xfrm>
          <a:off x="232505" y="2095984"/>
          <a:ext cx="422736" cy="4227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728F8D-0AE9-46E9-9274-73CCC45A985B}">
      <dsp:nvSpPr>
        <dsp:cNvPr id="0" name=""/>
        <dsp:cNvSpPr/>
      </dsp:nvSpPr>
      <dsp:spPr>
        <a:xfrm>
          <a:off x="887747" y="1923047"/>
          <a:ext cx="5852805" cy="768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345" tIns="81345" rIns="81345" bIns="81345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Arial" panose="020B0604020202020204" pitchFamily="34" charset="0"/>
              <a:cs typeface="Arial" panose="020B0604020202020204" pitchFamily="34" charset="0"/>
            </a:rPr>
            <a:t>- Reflections</a:t>
          </a:r>
        </a:p>
      </dsp:txBody>
      <dsp:txXfrm>
        <a:off x="887747" y="1923047"/>
        <a:ext cx="5852805" cy="768612"/>
      </dsp:txXfrm>
    </dsp:sp>
    <dsp:sp modelId="{267C5D47-DE79-49B7-847E-3E44DEF7151F}">
      <dsp:nvSpPr>
        <dsp:cNvPr id="0" name=""/>
        <dsp:cNvSpPr/>
      </dsp:nvSpPr>
      <dsp:spPr>
        <a:xfrm>
          <a:off x="0" y="2883812"/>
          <a:ext cx="6740553" cy="76861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BD5E73-88A8-477F-8CB6-FE0C3E6FA9CE}">
      <dsp:nvSpPr>
        <dsp:cNvPr id="0" name=""/>
        <dsp:cNvSpPr/>
      </dsp:nvSpPr>
      <dsp:spPr>
        <a:xfrm>
          <a:off x="232505" y="3056750"/>
          <a:ext cx="422736" cy="4227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DB7E19-ECBB-4479-94EC-EF06A8719AC6}">
      <dsp:nvSpPr>
        <dsp:cNvPr id="0" name=""/>
        <dsp:cNvSpPr/>
      </dsp:nvSpPr>
      <dsp:spPr>
        <a:xfrm>
          <a:off x="887747" y="2883812"/>
          <a:ext cx="5852805" cy="768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345" tIns="81345" rIns="81345" bIns="81345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Arial" panose="020B0604020202020204" pitchFamily="34" charset="0"/>
              <a:cs typeface="Arial" panose="020B0604020202020204" pitchFamily="34" charset="0"/>
            </a:rPr>
            <a:t>- Summaries</a:t>
          </a:r>
        </a:p>
      </dsp:txBody>
      <dsp:txXfrm>
        <a:off x="887747" y="2883812"/>
        <a:ext cx="5852805" cy="7686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543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>
            <a:normAutofit/>
          </a:bodyPr>
          <a:lstStyle>
            <a:lvl1pPr>
              <a:defRPr sz="3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>
            <a:norm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397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319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254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342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743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365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145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129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878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14103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22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552528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9362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2539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671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768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ontiersin.org/articles/10.3389/fnut.2023.1213223/full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irjamglessmer.com/2020/10/07/teaching-field-courses-in-a-virtual-setting/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dm-rJJPCuTE?feature=oembed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85354-text-question-blog-questions-logo-any" TargetMode="Externa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steamonedu.eu/news/steam-edu-practices-and-competences-workshop/" TargetMode="External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80XyNE89eCs?feature=oembed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DDeXwF8Ff3E?feature=oembed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oup 133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35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7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8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9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0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1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2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3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4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5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6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149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0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1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2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3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4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5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6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7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8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9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0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62" name="Rectangle 161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4" name="Freeform 6">
            <a:extLst>
              <a:ext uri="{FF2B5EF4-FFF2-40B4-BE49-F238E27FC236}">
                <a16:creationId xmlns:a16="http://schemas.microsoft.com/office/drawing/2014/main" id="{3623DEAC-F39C-45D6-86DC-1033F6429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 useBgFill="1">
        <p:nvSpPr>
          <p:cNvPr id="166" name="Rectangle 165">
            <a:extLst>
              <a:ext uri="{FF2B5EF4-FFF2-40B4-BE49-F238E27FC236}">
                <a16:creationId xmlns:a16="http://schemas.microsoft.com/office/drawing/2014/main" id="{22589B50-D615-4630-B6F7-29E99FF2C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B87A83DF-4E7A-4A81-867E-10E29C4BD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4583431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00" y="278054"/>
            <a:ext cx="4417848" cy="39432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br>
              <a:rPr lang="en-US" sz="2500" dirty="0">
                <a:solidFill>
                  <a:srgbClr val="FEFFFF"/>
                </a:solidFill>
              </a:rPr>
            </a:br>
            <a:br>
              <a:rPr lang="en-US" sz="2500" dirty="0">
                <a:solidFill>
                  <a:srgbClr val="FEFFFF"/>
                </a:solidFill>
              </a:rPr>
            </a:br>
            <a:br>
              <a:rPr lang="en-US" sz="2500" dirty="0">
                <a:solidFill>
                  <a:srgbClr val="FEFFFF"/>
                </a:solidFill>
              </a:rPr>
            </a:br>
            <a:r>
              <a:rPr lang="en-US" sz="2500" dirty="0">
                <a:solidFill>
                  <a:srgbClr val="FEFFFF"/>
                </a:solidFill>
              </a:rPr>
              <a:t>Adherence to Treatment and Determinants (Motivational Interviewing)</a:t>
            </a:r>
            <a:br>
              <a:rPr lang="en-US" sz="2500" dirty="0">
                <a:solidFill>
                  <a:srgbClr val="FEFFFF"/>
                </a:solidFill>
              </a:rPr>
            </a:br>
            <a:br>
              <a:rPr lang="en-US" sz="2500" dirty="0">
                <a:solidFill>
                  <a:srgbClr val="FEFFFF"/>
                </a:solidFill>
              </a:rPr>
            </a:br>
            <a:r>
              <a:rPr lang="en-US" sz="1800" dirty="0">
                <a:solidFill>
                  <a:srgbClr val="FEFFFF"/>
                </a:solidFill>
              </a:rPr>
              <a:t>Lubna Syed</a:t>
            </a:r>
            <a:br>
              <a:rPr lang="en-US" sz="1800" dirty="0">
                <a:solidFill>
                  <a:srgbClr val="FEFFFF"/>
                </a:solidFill>
              </a:rPr>
            </a:br>
            <a:br>
              <a:rPr lang="en-US" sz="1800" dirty="0">
                <a:solidFill>
                  <a:srgbClr val="FEFFFF"/>
                </a:solidFill>
              </a:rPr>
            </a:br>
            <a:r>
              <a:rPr lang="en-US" sz="1800" dirty="0">
                <a:solidFill>
                  <a:srgbClr val="FEFFFF"/>
                </a:solidFill>
              </a:rPr>
              <a:t>Module PT5050</a:t>
            </a:r>
          </a:p>
        </p:txBody>
      </p:sp>
      <p:sp>
        <p:nvSpPr>
          <p:cNvPr id="170" name="Freeform 27">
            <a:extLst>
              <a:ext uri="{FF2B5EF4-FFF2-40B4-BE49-F238E27FC236}">
                <a16:creationId xmlns:a16="http://schemas.microsoft.com/office/drawing/2014/main" id="{435515D7-4CE9-4558-BA93-E245EFB64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5160904" cy="857047"/>
          </a:xfrm>
          <a:custGeom>
            <a:avLst/>
            <a:gdLst>
              <a:gd name="connsiteX0" fmla="*/ 0 w 6881206"/>
              <a:gd name="connsiteY0" fmla="*/ 0 h 857047"/>
              <a:gd name="connsiteX1" fmla="*/ 653445 w 6881206"/>
              <a:gd name="connsiteY1" fmla="*/ 0 h 857047"/>
              <a:gd name="connsiteX2" fmla="*/ 1156123 w 6881206"/>
              <a:gd name="connsiteY2" fmla="*/ 0 h 857047"/>
              <a:gd name="connsiteX3" fmla="*/ 1380221 w 6881206"/>
              <a:gd name="connsiteY3" fmla="*/ 0 h 857047"/>
              <a:gd name="connsiteX4" fmla="*/ 1444324 w 6881206"/>
              <a:gd name="connsiteY4" fmla="*/ 0 h 857047"/>
              <a:gd name="connsiteX5" fmla="*/ 1522072 w 6881206"/>
              <a:gd name="connsiteY5" fmla="*/ 0 h 857047"/>
              <a:gd name="connsiteX6" fmla="*/ 1596570 w 6881206"/>
              <a:gd name="connsiteY6" fmla="*/ 0 h 857047"/>
              <a:gd name="connsiteX7" fmla="*/ 1893047 w 6881206"/>
              <a:gd name="connsiteY7" fmla="*/ 0 h 857047"/>
              <a:gd name="connsiteX8" fmla="*/ 1978260 w 6881206"/>
              <a:gd name="connsiteY8" fmla="*/ 0 h 857047"/>
              <a:gd name="connsiteX9" fmla="*/ 2032793 w 6881206"/>
              <a:gd name="connsiteY9" fmla="*/ 0 h 857047"/>
              <a:gd name="connsiteX10" fmla="*/ 2095032 w 6881206"/>
              <a:gd name="connsiteY10" fmla="*/ 0 h 857047"/>
              <a:gd name="connsiteX11" fmla="*/ 2574748 w 6881206"/>
              <a:gd name="connsiteY11" fmla="*/ 0 h 857047"/>
              <a:gd name="connsiteX12" fmla="*/ 2712413 w 6881206"/>
              <a:gd name="connsiteY12" fmla="*/ 0 h 857047"/>
              <a:gd name="connsiteX13" fmla="*/ 2724164 w 6881206"/>
              <a:gd name="connsiteY13" fmla="*/ 0 h 857047"/>
              <a:gd name="connsiteX14" fmla="*/ 2806423 w 6881206"/>
              <a:gd name="connsiteY14" fmla="*/ 0 h 857047"/>
              <a:gd name="connsiteX15" fmla="*/ 2975563 w 6881206"/>
              <a:gd name="connsiteY15" fmla="*/ 0 h 857047"/>
              <a:gd name="connsiteX16" fmla="*/ 3029696 w 6881206"/>
              <a:gd name="connsiteY16" fmla="*/ 0 h 857047"/>
              <a:gd name="connsiteX17" fmla="*/ 3216247 w 6881206"/>
              <a:gd name="connsiteY17" fmla="*/ 0 h 857047"/>
              <a:gd name="connsiteX18" fmla="*/ 3464491 w 6881206"/>
              <a:gd name="connsiteY18" fmla="*/ 0 h 857047"/>
              <a:gd name="connsiteX19" fmla="*/ 3476820 w 6881206"/>
              <a:gd name="connsiteY19" fmla="*/ 0 h 857047"/>
              <a:gd name="connsiteX20" fmla="*/ 3508932 w 6881206"/>
              <a:gd name="connsiteY20" fmla="*/ 0 h 857047"/>
              <a:gd name="connsiteX21" fmla="*/ 3518154 w 6881206"/>
              <a:gd name="connsiteY21" fmla="*/ 0 h 857047"/>
              <a:gd name="connsiteX22" fmla="*/ 3563124 w 6881206"/>
              <a:gd name="connsiteY22" fmla="*/ 0 h 857047"/>
              <a:gd name="connsiteX23" fmla="*/ 3568615 w 6881206"/>
              <a:gd name="connsiteY23" fmla="*/ 0 h 857047"/>
              <a:gd name="connsiteX24" fmla="*/ 3582711 w 6881206"/>
              <a:gd name="connsiteY24" fmla="*/ 0 h 857047"/>
              <a:gd name="connsiteX25" fmla="*/ 3607047 w 6881206"/>
              <a:gd name="connsiteY25" fmla="*/ 0 h 857047"/>
              <a:gd name="connsiteX26" fmla="*/ 3711363 w 6881206"/>
              <a:gd name="connsiteY26" fmla="*/ 0 h 857047"/>
              <a:gd name="connsiteX27" fmla="*/ 3757936 w 6881206"/>
              <a:gd name="connsiteY27" fmla="*/ 0 h 857047"/>
              <a:gd name="connsiteX28" fmla="*/ 3914505 w 6881206"/>
              <a:gd name="connsiteY28" fmla="*/ 0 h 857047"/>
              <a:gd name="connsiteX29" fmla="*/ 4099165 w 6881206"/>
              <a:gd name="connsiteY29" fmla="*/ 0 h 857047"/>
              <a:gd name="connsiteX30" fmla="*/ 4176573 w 6881206"/>
              <a:gd name="connsiteY30" fmla="*/ 0 h 857047"/>
              <a:gd name="connsiteX31" fmla="*/ 4211043 w 6881206"/>
              <a:gd name="connsiteY31" fmla="*/ 0 h 857047"/>
              <a:gd name="connsiteX32" fmla="*/ 4249415 w 6881206"/>
              <a:gd name="connsiteY32" fmla="*/ 0 h 857047"/>
              <a:gd name="connsiteX33" fmla="*/ 4292911 w 6881206"/>
              <a:gd name="connsiteY33" fmla="*/ 0 h 857047"/>
              <a:gd name="connsiteX34" fmla="*/ 4715176 w 6881206"/>
              <a:gd name="connsiteY34" fmla="*/ 0 h 857047"/>
              <a:gd name="connsiteX35" fmla="*/ 4749035 w 6881206"/>
              <a:gd name="connsiteY35" fmla="*/ 0 h 857047"/>
              <a:gd name="connsiteX36" fmla="*/ 5107279 w 6881206"/>
              <a:gd name="connsiteY36" fmla="*/ 0 h 857047"/>
              <a:gd name="connsiteX37" fmla="*/ 5446306 w 6881206"/>
              <a:gd name="connsiteY37" fmla="*/ 0 h 857047"/>
              <a:gd name="connsiteX38" fmla="*/ 5654500 w 6881206"/>
              <a:gd name="connsiteY38" fmla="*/ 0 h 857047"/>
              <a:gd name="connsiteX39" fmla="*/ 5879355 w 6881206"/>
              <a:gd name="connsiteY39" fmla="*/ 0 h 857047"/>
              <a:gd name="connsiteX40" fmla="*/ 6374171 w 6881206"/>
              <a:gd name="connsiteY40" fmla="*/ 0 h 857047"/>
              <a:gd name="connsiteX41" fmla="*/ 6382691 w 6881206"/>
              <a:gd name="connsiteY41" fmla="*/ 0 h 857047"/>
              <a:gd name="connsiteX42" fmla="*/ 6406881 w 6881206"/>
              <a:gd name="connsiteY42" fmla="*/ 10516 h 857047"/>
              <a:gd name="connsiteX43" fmla="*/ 6411719 w 6881206"/>
              <a:gd name="connsiteY43" fmla="*/ 15774 h 857047"/>
              <a:gd name="connsiteX44" fmla="*/ 6412418 w 6881206"/>
              <a:gd name="connsiteY44" fmla="*/ 16534 h 857047"/>
              <a:gd name="connsiteX45" fmla="*/ 6413765 w 6881206"/>
              <a:gd name="connsiteY45" fmla="*/ 17998 h 857047"/>
              <a:gd name="connsiteX46" fmla="*/ 6418286 w 6881206"/>
              <a:gd name="connsiteY46" fmla="*/ 21854 h 857047"/>
              <a:gd name="connsiteX47" fmla="*/ 6867337 w 6881206"/>
              <a:gd name="connsiteY47" fmla="*/ 404863 h 857047"/>
              <a:gd name="connsiteX48" fmla="*/ 6867337 w 6881206"/>
              <a:gd name="connsiteY48" fmla="*/ 452185 h 857047"/>
              <a:gd name="connsiteX49" fmla="*/ 6491457 w 6881206"/>
              <a:gd name="connsiteY49" fmla="*/ 772784 h 857047"/>
              <a:gd name="connsiteX50" fmla="*/ 6413765 w 6881206"/>
              <a:gd name="connsiteY50" fmla="*/ 839050 h 857047"/>
              <a:gd name="connsiteX51" fmla="*/ 6411719 w 6881206"/>
              <a:gd name="connsiteY51" fmla="*/ 841273 h 857047"/>
              <a:gd name="connsiteX52" fmla="*/ 6406881 w 6881206"/>
              <a:gd name="connsiteY52" fmla="*/ 846531 h 857047"/>
              <a:gd name="connsiteX53" fmla="*/ 6382691 w 6881206"/>
              <a:gd name="connsiteY53" fmla="*/ 857047 h 857047"/>
              <a:gd name="connsiteX54" fmla="*/ 6374171 w 6881206"/>
              <a:gd name="connsiteY54" fmla="*/ 857047 h 857047"/>
              <a:gd name="connsiteX55" fmla="*/ 6368680 w 6881206"/>
              <a:gd name="connsiteY55" fmla="*/ 857047 h 857047"/>
              <a:gd name="connsiteX56" fmla="*/ 6348221 w 6881206"/>
              <a:gd name="connsiteY56" fmla="*/ 857047 h 857047"/>
              <a:gd name="connsiteX57" fmla="*/ 6330248 w 6881206"/>
              <a:gd name="connsiteY57" fmla="*/ 857047 h 857047"/>
              <a:gd name="connsiteX58" fmla="*/ 6266353 w 6881206"/>
              <a:gd name="connsiteY58" fmla="*/ 857047 h 857047"/>
              <a:gd name="connsiteX59" fmla="*/ 6225932 w 6881206"/>
              <a:gd name="connsiteY59" fmla="*/ 857047 h 857047"/>
              <a:gd name="connsiteX60" fmla="*/ 6106926 w 6881206"/>
              <a:gd name="connsiteY60" fmla="*/ 857047 h 857047"/>
              <a:gd name="connsiteX61" fmla="*/ 6022790 w 6881206"/>
              <a:gd name="connsiteY61" fmla="*/ 857047 h 857047"/>
              <a:gd name="connsiteX62" fmla="*/ 5844088 w 6881206"/>
              <a:gd name="connsiteY62" fmla="*/ 857047 h 857047"/>
              <a:gd name="connsiteX63" fmla="*/ 5687880 w 6881206"/>
              <a:gd name="connsiteY63" fmla="*/ 857047 h 857047"/>
              <a:gd name="connsiteX64" fmla="*/ 5451985 w 6881206"/>
              <a:gd name="connsiteY64" fmla="*/ 857047 h 857047"/>
              <a:gd name="connsiteX65" fmla="*/ 5188261 w 6881206"/>
              <a:gd name="connsiteY65" fmla="*/ 857047 h 857047"/>
              <a:gd name="connsiteX66" fmla="*/ 4904764 w 6881206"/>
              <a:gd name="connsiteY66" fmla="*/ 857047 h 857047"/>
              <a:gd name="connsiteX67" fmla="*/ 4490989 w 6881206"/>
              <a:gd name="connsiteY67" fmla="*/ 857047 h 857047"/>
              <a:gd name="connsiteX68" fmla="*/ 4176573 w 6881206"/>
              <a:gd name="connsiteY68" fmla="*/ 857047 h 857047"/>
              <a:gd name="connsiteX69" fmla="*/ 4099165 w 6881206"/>
              <a:gd name="connsiteY69" fmla="*/ 857047 h 857047"/>
              <a:gd name="connsiteX70" fmla="*/ 4089943 w 6881206"/>
              <a:gd name="connsiteY70" fmla="*/ 857047 h 857047"/>
              <a:gd name="connsiteX71" fmla="*/ 4057940 w 6881206"/>
              <a:gd name="connsiteY71" fmla="*/ 857047 h 857047"/>
              <a:gd name="connsiteX72" fmla="*/ 4025386 w 6881206"/>
              <a:gd name="connsiteY72" fmla="*/ 857047 h 857047"/>
              <a:gd name="connsiteX73" fmla="*/ 3850160 w 6881206"/>
              <a:gd name="connsiteY73" fmla="*/ 857047 h 857047"/>
              <a:gd name="connsiteX74" fmla="*/ 3563124 w 6881206"/>
              <a:gd name="connsiteY74" fmla="*/ 857047 h 857047"/>
              <a:gd name="connsiteX75" fmla="*/ 3550795 w 6881206"/>
              <a:gd name="connsiteY75" fmla="*/ 857047 h 857047"/>
              <a:gd name="connsiteX76" fmla="*/ 3508932 w 6881206"/>
              <a:gd name="connsiteY76" fmla="*/ 857047 h 857047"/>
              <a:gd name="connsiteX77" fmla="*/ 3483683 w 6881206"/>
              <a:gd name="connsiteY77" fmla="*/ 857047 h 857047"/>
              <a:gd name="connsiteX78" fmla="*/ 3464491 w 6881206"/>
              <a:gd name="connsiteY78" fmla="*/ 857047 h 857047"/>
              <a:gd name="connsiteX79" fmla="*/ 3452740 w 6881206"/>
              <a:gd name="connsiteY79" fmla="*/ 857047 h 857047"/>
              <a:gd name="connsiteX80" fmla="*/ 3423719 w 6881206"/>
              <a:gd name="connsiteY80" fmla="*/ 857047 h 857047"/>
              <a:gd name="connsiteX81" fmla="*/ 3370481 w 6881206"/>
              <a:gd name="connsiteY81" fmla="*/ 857047 h 857047"/>
              <a:gd name="connsiteX82" fmla="*/ 3306946 w 6881206"/>
              <a:gd name="connsiteY82" fmla="*/ 857047 h 857047"/>
              <a:gd name="connsiteX83" fmla="*/ 3147208 w 6881206"/>
              <a:gd name="connsiteY83" fmla="*/ 857047 h 857047"/>
              <a:gd name="connsiteX84" fmla="*/ 3114429 w 6881206"/>
              <a:gd name="connsiteY84" fmla="*/ 857047 h 857047"/>
              <a:gd name="connsiteX85" fmla="*/ 2960658 w 6881206"/>
              <a:gd name="connsiteY85" fmla="*/ 857047 h 857047"/>
              <a:gd name="connsiteX86" fmla="*/ 2827230 w 6881206"/>
              <a:gd name="connsiteY86" fmla="*/ 857047 h 857047"/>
              <a:gd name="connsiteX87" fmla="*/ 2712413 w 6881206"/>
              <a:gd name="connsiteY87" fmla="*/ 857047 h 857047"/>
              <a:gd name="connsiteX88" fmla="*/ 2680242 w 6881206"/>
              <a:gd name="connsiteY88" fmla="*/ 857047 h 857047"/>
              <a:gd name="connsiteX89" fmla="*/ 2603835 w 6881206"/>
              <a:gd name="connsiteY89" fmla="*/ 857047 h 857047"/>
              <a:gd name="connsiteX90" fmla="*/ 2455042 w 6881206"/>
              <a:gd name="connsiteY90" fmla="*/ 857047 h 857047"/>
              <a:gd name="connsiteX91" fmla="*/ 2426415 w 6881206"/>
              <a:gd name="connsiteY91" fmla="*/ 857047 h 857047"/>
              <a:gd name="connsiteX92" fmla="*/ 2209736 w 6881206"/>
              <a:gd name="connsiteY92" fmla="*/ 857047 h 857047"/>
              <a:gd name="connsiteX93" fmla="*/ 1893047 w 6881206"/>
              <a:gd name="connsiteY93" fmla="*/ 857047 h 857047"/>
              <a:gd name="connsiteX94" fmla="*/ 1885034 w 6881206"/>
              <a:gd name="connsiteY94" fmla="*/ 857047 h 857047"/>
              <a:gd name="connsiteX95" fmla="*/ 1843786 w 6881206"/>
              <a:gd name="connsiteY95" fmla="*/ 857047 h 857047"/>
              <a:gd name="connsiteX96" fmla="*/ 1828944 w 6881206"/>
              <a:gd name="connsiteY96" fmla="*/ 857047 h 857047"/>
              <a:gd name="connsiteX97" fmla="*/ 1380221 w 6881206"/>
              <a:gd name="connsiteY97" fmla="*/ 857047 h 857047"/>
              <a:gd name="connsiteX98" fmla="*/ 1333065 w 6881206"/>
              <a:gd name="connsiteY98" fmla="*/ 857047 h 857047"/>
              <a:gd name="connsiteX99" fmla="*/ 653445 w 6881206"/>
              <a:gd name="connsiteY99" fmla="*/ 857047 h 857047"/>
              <a:gd name="connsiteX100" fmla="*/ 0 w 6881206"/>
              <a:gd name="connsiteY100" fmla="*/ 857047 h 857047"/>
              <a:gd name="connsiteX101" fmla="*/ 0 w 6881206"/>
              <a:gd name="connsiteY101" fmla="*/ 0 h 857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6881206" h="857047">
                <a:moveTo>
                  <a:pt x="0" y="0"/>
                </a:moveTo>
                <a:cubicBezTo>
                  <a:pt x="0" y="0"/>
                  <a:pt x="0" y="0"/>
                  <a:pt x="653445" y="0"/>
                </a:cubicBezTo>
                <a:cubicBezTo>
                  <a:pt x="653445" y="0"/>
                  <a:pt x="653445" y="0"/>
                  <a:pt x="1156123" y="0"/>
                </a:cubicBezTo>
                <a:lnTo>
                  <a:pt x="1380221" y="0"/>
                </a:lnTo>
                <a:cubicBezTo>
                  <a:pt x="1380221" y="0"/>
                  <a:pt x="1380221" y="0"/>
                  <a:pt x="1444324" y="0"/>
                </a:cubicBezTo>
                <a:lnTo>
                  <a:pt x="1522072" y="0"/>
                </a:lnTo>
                <a:lnTo>
                  <a:pt x="1596570" y="0"/>
                </a:lnTo>
                <a:cubicBezTo>
                  <a:pt x="1668686" y="0"/>
                  <a:pt x="1764840" y="0"/>
                  <a:pt x="1893047" y="0"/>
                </a:cubicBezTo>
                <a:cubicBezTo>
                  <a:pt x="1893047" y="0"/>
                  <a:pt x="1893047" y="0"/>
                  <a:pt x="1978260" y="0"/>
                </a:cubicBezTo>
                <a:lnTo>
                  <a:pt x="2032793" y="0"/>
                </a:lnTo>
                <a:lnTo>
                  <a:pt x="2095032" y="0"/>
                </a:lnTo>
                <a:cubicBezTo>
                  <a:pt x="2196025" y="0"/>
                  <a:pt x="2347515" y="0"/>
                  <a:pt x="2574748" y="0"/>
                </a:cubicBezTo>
                <a:lnTo>
                  <a:pt x="2712413" y="0"/>
                </a:lnTo>
                <a:lnTo>
                  <a:pt x="2724164" y="0"/>
                </a:lnTo>
                <a:lnTo>
                  <a:pt x="2806423" y="0"/>
                </a:lnTo>
                <a:lnTo>
                  <a:pt x="2975563" y="0"/>
                </a:lnTo>
                <a:lnTo>
                  <a:pt x="3029696" y="0"/>
                </a:lnTo>
                <a:lnTo>
                  <a:pt x="3216247" y="0"/>
                </a:lnTo>
                <a:lnTo>
                  <a:pt x="3464491" y="0"/>
                </a:lnTo>
                <a:lnTo>
                  <a:pt x="3476820" y="0"/>
                </a:lnTo>
                <a:lnTo>
                  <a:pt x="3508932" y="0"/>
                </a:lnTo>
                <a:cubicBezTo>
                  <a:pt x="3508932" y="0"/>
                  <a:pt x="3508932" y="0"/>
                  <a:pt x="3518154" y="0"/>
                </a:cubicBezTo>
                <a:lnTo>
                  <a:pt x="3563124" y="0"/>
                </a:lnTo>
                <a:lnTo>
                  <a:pt x="3568615" y="0"/>
                </a:lnTo>
                <a:lnTo>
                  <a:pt x="3582711" y="0"/>
                </a:lnTo>
                <a:lnTo>
                  <a:pt x="3607047" y="0"/>
                </a:lnTo>
                <a:lnTo>
                  <a:pt x="3711363" y="0"/>
                </a:lnTo>
                <a:lnTo>
                  <a:pt x="3757936" y="0"/>
                </a:lnTo>
                <a:lnTo>
                  <a:pt x="3914505" y="0"/>
                </a:lnTo>
                <a:lnTo>
                  <a:pt x="4099165" y="0"/>
                </a:lnTo>
                <a:cubicBezTo>
                  <a:pt x="4099165" y="0"/>
                  <a:pt x="4099165" y="0"/>
                  <a:pt x="4176573" y="0"/>
                </a:cubicBezTo>
                <a:cubicBezTo>
                  <a:pt x="4176573" y="0"/>
                  <a:pt x="4176573" y="0"/>
                  <a:pt x="4211043" y="0"/>
                </a:cubicBezTo>
                <a:lnTo>
                  <a:pt x="4249415" y="0"/>
                </a:lnTo>
                <a:lnTo>
                  <a:pt x="4292911" y="0"/>
                </a:lnTo>
                <a:cubicBezTo>
                  <a:pt x="4370470" y="0"/>
                  <a:pt x="4499735" y="0"/>
                  <a:pt x="4715176" y="0"/>
                </a:cubicBezTo>
                <a:lnTo>
                  <a:pt x="4749035" y="0"/>
                </a:lnTo>
                <a:lnTo>
                  <a:pt x="5107279" y="0"/>
                </a:lnTo>
                <a:lnTo>
                  <a:pt x="5446306" y="0"/>
                </a:lnTo>
                <a:lnTo>
                  <a:pt x="5654500" y="0"/>
                </a:lnTo>
                <a:lnTo>
                  <a:pt x="5879355" y="0"/>
                </a:lnTo>
                <a:lnTo>
                  <a:pt x="6374171" y="0"/>
                </a:lnTo>
                <a:lnTo>
                  <a:pt x="6382691" y="0"/>
                </a:lnTo>
                <a:cubicBezTo>
                  <a:pt x="6392367" y="0"/>
                  <a:pt x="6402043" y="5258"/>
                  <a:pt x="6406881" y="10516"/>
                </a:cubicBezTo>
                <a:cubicBezTo>
                  <a:pt x="6406881" y="10516"/>
                  <a:pt x="6411719" y="10516"/>
                  <a:pt x="6411719" y="15774"/>
                </a:cubicBezTo>
                <a:cubicBezTo>
                  <a:pt x="6411719" y="15774"/>
                  <a:pt x="6411719" y="15774"/>
                  <a:pt x="6412418" y="16534"/>
                </a:cubicBezTo>
                <a:lnTo>
                  <a:pt x="6413765" y="17998"/>
                </a:lnTo>
                <a:lnTo>
                  <a:pt x="6418286" y="21854"/>
                </a:lnTo>
                <a:cubicBezTo>
                  <a:pt x="6439669" y="40092"/>
                  <a:pt x="6525203" y="113046"/>
                  <a:pt x="6867337" y="404863"/>
                </a:cubicBezTo>
                <a:cubicBezTo>
                  <a:pt x="6885830" y="415379"/>
                  <a:pt x="6885830" y="436411"/>
                  <a:pt x="6867337" y="452185"/>
                </a:cubicBezTo>
                <a:cubicBezTo>
                  <a:pt x="6867337" y="452185"/>
                  <a:pt x="6867337" y="452185"/>
                  <a:pt x="6491457" y="772784"/>
                </a:cubicBezTo>
                <a:lnTo>
                  <a:pt x="6413765" y="839050"/>
                </a:lnTo>
                <a:lnTo>
                  <a:pt x="6411719" y="841273"/>
                </a:lnTo>
                <a:cubicBezTo>
                  <a:pt x="6411719" y="841273"/>
                  <a:pt x="6406881" y="841273"/>
                  <a:pt x="6406881" y="846531"/>
                </a:cubicBezTo>
                <a:cubicBezTo>
                  <a:pt x="6402043" y="851789"/>
                  <a:pt x="6392367" y="857047"/>
                  <a:pt x="6382691" y="857047"/>
                </a:cubicBezTo>
                <a:lnTo>
                  <a:pt x="6374171" y="857047"/>
                </a:lnTo>
                <a:lnTo>
                  <a:pt x="6368680" y="857047"/>
                </a:lnTo>
                <a:lnTo>
                  <a:pt x="6348221" y="857047"/>
                </a:lnTo>
                <a:lnTo>
                  <a:pt x="6330248" y="857047"/>
                </a:lnTo>
                <a:lnTo>
                  <a:pt x="6266353" y="857047"/>
                </a:lnTo>
                <a:lnTo>
                  <a:pt x="6225932" y="857047"/>
                </a:lnTo>
                <a:lnTo>
                  <a:pt x="6106926" y="857047"/>
                </a:lnTo>
                <a:lnTo>
                  <a:pt x="6022790" y="857047"/>
                </a:lnTo>
                <a:lnTo>
                  <a:pt x="5844088" y="857047"/>
                </a:lnTo>
                <a:lnTo>
                  <a:pt x="5687880" y="857047"/>
                </a:lnTo>
                <a:lnTo>
                  <a:pt x="5451985" y="857047"/>
                </a:lnTo>
                <a:lnTo>
                  <a:pt x="5188261" y="857047"/>
                </a:lnTo>
                <a:lnTo>
                  <a:pt x="4904764" y="857047"/>
                </a:lnTo>
                <a:lnTo>
                  <a:pt x="4490989" y="857047"/>
                </a:lnTo>
                <a:lnTo>
                  <a:pt x="4176573" y="857047"/>
                </a:lnTo>
                <a:cubicBezTo>
                  <a:pt x="4176573" y="857047"/>
                  <a:pt x="4176573" y="857047"/>
                  <a:pt x="4099165" y="857047"/>
                </a:cubicBezTo>
                <a:cubicBezTo>
                  <a:pt x="4099165" y="857047"/>
                  <a:pt x="4099165" y="857047"/>
                  <a:pt x="4089943" y="857047"/>
                </a:cubicBezTo>
                <a:lnTo>
                  <a:pt x="4057940" y="857047"/>
                </a:lnTo>
                <a:lnTo>
                  <a:pt x="4025386" y="857047"/>
                </a:lnTo>
                <a:cubicBezTo>
                  <a:pt x="3988496" y="857047"/>
                  <a:pt x="3933162" y="857047"/>
                  <a:pt x="3850160" y="857047"/>
                </a:cubicBezTo>
                <a:lnTo>
                  <a:pt x="3563124" y="857047"/>
                </a:lnTo>
                <a:lnTo>
                  <a:pt x="3550795" y="857047"/>
                </a:lnTo>
                <a:lnTo>
                  <a:pt x="3508932" y="857047"/>
                </a:lnTo>
                <a:cubicBezTo>
                  <a:pt x="3508932" y="857047"/>
                  <a:pt x="3508932" y="857047"/>
                  <a:pt x="3483683" y="857047"/>
                </a:cubicBezTo>
                <a:lnTo>
                  <a:pt x="3464491" y="857047"/>
                </a:lnTo>
                <a:lnTo>
                  <a:pt x="3452740" y="857047"/>
                </a:lnTo>
                <a:lnTo>
                  <a:pt x="3423719" y="857047"/>
                </a:lnTo>
                <a:lnTo>
                  <a:pt x="3370481" y="857047"/>
                </a:lnTo>
                <a:lnTo>
                  <a:pt x="3306946" y="857047"/>
                </a:lnTo>
                <a:lnTo>
                  <a:pt x="3147208" y="857047"/>
                </a:lnTo>
                <a:lnTo>
                  <a:pt x="3114429" y="857047"/>
                </a:lnTo>
                <a:lnTo>
                  <a:pt x="2960658" y="857047"/>
                </a:lnTo>
                <a:lnTo>
                  <a:pt x="2827230" y="857047"/>
                </a:lnTo>
                <a:lnTo>
                  <a:pt x="2712413" y="857047"/>
                </a:lnTo>
                <a:lnTo>
                  <a:pt x="2680242" y="857047"/>
                </a:lnTo>
                <a:lnTo>
                  <a:pt x="2603835" y="857047"/>
                </a:lnTo>
                <a:lnTo>
                  <a:pt x="2455042" y="857047"/>
                </a:lnTo>
                <a:lnTo>
                  <a:pt x="2426415" y="857047"/>
                </a:lnTo>
                <a:lnTo>
                  <a:pt x="2209736" y="857047"/>
                </a:lnTo>
                <a:lnTo>
                  <a:pt x="1893047" y="857047"/>
                </a:lnTo>
                <a:cubicBezTo>
                  <a:pt x="1893047" y="857047"/>
                  <a:pt x="1893047" y="857047"/>
                  <a:pt x="1885034" y="857047"/>
                </a:cubicBezTo>
                <a:lnTo>
                  <a:pt x="1843786" y="857047"/>
                </a:lnTo>
                <a:lnTo>
                  <a:pt x="1828944" y="857047"/>
                </a:lnTo>
                <a:cubicBezTo>
                  <a:pt x="1764840" y="857047"/>
                  <a:pt x="1636634" y="857047"/>
                  <a:pt x="1380221" y="857047"/>
                </a:cubicBezTo>
                <a:lnTo>
                  <a:pt x="1333065" y="857047"/>
                </a:lnTo>
                <a:cubicBezTo>
                  <a:pt x="1136016" y="857047"/>
                  <a:pt x="910816" y="857047"/>
                  <a:pt x="653445" y="857047"/>
                </a:cubicBezTo>
                <a:cubicBezTo>
                  <a:pt x="653445" y="857047"/>
                  <a:pt x="653445" y="857047"/>
                  <a:pt x="0" y="857047"/>
                </a:cubicBezTo>
                <a:cubicBezTo>
                  <a:pt x="0" y="857047"/>
                  <a:pt x="0" y="857047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5" name="Picture 4" descr="A circular diagram of a health and wellness center&#10;&#10;AI-generated content may be incorrect.">
            <a:extLst>
              <a:ext uri="{FF2B5EF4-FFF2-40B4-BE49-F238E27FC236}">
                <a16:creationId xmlns:a16="http://schemas.microsoft.com/office/drawing/2014/main" id="{8E6A5345-402E-A482-0DF7-1A41DB232B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306058" y="1895595"/>
            <a:ext cx="3115313" cy="30607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08ED74B-06F2-4BD5-838F-1AAD0033E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715" y="-1"/>
            <a:ext cx="915543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2CC1E5-576D-5B59-A0B4-6651DF2164F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</a:blip>
          <a:srcRect l="7138" r="386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9F586E1-75B5-49B8-9A21-DD14CA0F6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8ECF1231-6B06-42A7-9653-F6A738AAC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reeform 12">
              <a:extLst>
                <a:ext uri="{FF2B5EF4-FFF2-40B4-BE49-F238E27FC236}">
                  <a16:creationId xmlns:a16="http://schemas.microsoft.com/office/drawing/2014/main" id="{DD0D424C-4930-4745-B075-4AF5691E38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8CD110D4-7970-4333-ACA2-F5A0DFCE9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94C2DE85-6DF9-48B6-AC63-963A52242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2B527314-243D-423D-9285-A30290D18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857798C9-0A62-400E-B105-429ABFC4D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Freeform 17">
              <a:extLst>
                <a:ext uri="{FF2B5EF4-FFF2-40B4-BE49-F238E27FC236}">
                  <a16:creationId xmlns:a16="http://schemas.microsoft.com/office/drawing/2014/main" id="{40E214F1-D642-41FF-8FBB-F1484108E9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24EBEFE9-8F4F-41C2-9022-FF9730C4E0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389BEA2F-6457-431A-941E-840A670CA1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D32D9258-EB54-414B-A2D5-458339569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495967EF-C4BF-4A5F-90E5-A603A6654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253675EB-03CE-4B59-BEBD-4D0D98710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3" y="624110"/>
            <a:ext cx="6683766" cy="1280890"/>
          </a:xfrm>
        </p:spPr>
        <p:txBody>
          <a:bodyPr>
            <a:normAutofit/>
          </a:bodyPr>
          <a:lstStyle/>
          <a:p>
            <a:r>
              <a:rPr lang="en-GB"/>
              <a:t>Learning Outcomes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9CAF6A1-77C7-4ABC-9E4A-E74A8DB16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6B3F65AF-943F-4D0E-B890-AA058F48B3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660B5807-5995-44AD-9E16-10337DC83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80AC2A9-A86D-45A4-B218-B52F22B3E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DB7D344-D8A0-46BE-8BD4-70DEC451E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90B7E18B-6B64-4711-94DE-715DE0CB7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7CCF1B9C-A47F-4AC1-8164-F13CD42887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A7694E0F-733F-4E78-A250-B7840DA06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7DE4B38A-BCE4-48FC-9109-41F73413B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36605C57-20A9-46A2-A6DB-2EA83ADC9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23EFA4B2-9313-4409-9BAE-FC04D2AF1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C8A794CC-8846-4A65-8227-1001468DB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87046215-2C6C-4EFD-9689-6EBF98CA9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CC9387DA-2D8E-4E5D-BD65-274370B65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3" name="Freeform 11">
            <a:extLst>
              <a:ext uri="{FF2B5EF4-FFF2-40B4-BE49-F238E27FC236}">
                <a16:creationId xmlns:a16="http://schemas.microsoft.com/office/drawing/2014/main" id="{18BFC65B-9706-4EE1-8B75-FEEC1C530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A72FCA-3D2A-67E7-1894-3E60D16F88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2242591"/>
              </p:ext>
            </p:extLst>
          </p:nvPr>
        </p:nvGraphicFramePr>
        <p:xfrm>
          <a:off x="944368" y="1707447"/>
          <a:ext cx="7684091" cy="47963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9EE869B-085D-43B3-AED8-9B0655612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715" y="-1"/>
            <a:ext cx="915543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4E744A-A072-47AF-981A-3718617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6172199" cy="6858000"/>
          </a:xfrm>
          <a:prstGeom prst="rect">
            <a:avLst/>
          </a:prstGeom>
          <a:solidFill>
            <a:schemeClr val="tx2">
              <a:lumMod val="1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5" name="Picture 4" descr="People holding hands">
            <a:extLst>
              <a:ext uri="{FF2B5EF4-FFF2-40B4-BE49-F238E27FC236}">
                <a16:creationId xmlns:a16="http://schemas.microsoft.com/office/drawing/2014/main" id="{17294075-0888-B625-7B9A-2D09E72C87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618" r="29456" b="-1"/>
          <a:stretch>
            <a:fillRect/>
          </a:stretch>
        </p:blipFill>
        <p:spPr>
          <a:xfrm>
            <a:off x="6172198" y="10"/>
            <a:ext cx="2971801" cy="6857990"/>
          </a:xfrm>
          <a:prstGeom prst="rect">
            <a:avLst/>
          </a:prstGeom>
        </p:spPr>
      </p:pic>
      <p:sp>
        <p:nvSpPr>
          <p:cNvPr id="13" name="Freeform 5">
            <a:extLst>
              <a:ext uri="{FF2B5EF4-FFF2-40B4-BE49-F238E27FC236}">
                <a16:creationId xmlns:a16="http://schemas.microsoft.com/office/drawing/2014/main" id="{F0254341-1068-4FB7-8AEF-220C6EB41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59027"/>
            <a:ext cx="6782018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787400"/>
            <a:ext cx="5359399" cy="778933"/>
          </a:xfrm>
        </p:spPr>
        <p:txBody>
          <a:bodyPr anchor="ctr">
            <a:normAutofit fontScale="90000"/>
          </a:bodyPr>
          <a:lstStyle/>
          <a:p>
            <a:r>
              <a:rPr lang="en-GB" sz="2800">
                <a:solidFill>
                  <a:srgbClr val="FEFFFF"/>
                </a:solidFill>
              </a:rPr>
              <a:t>What is Treatment Adherence?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399" y="2032000"/>
            <a:ext cx="5359400" cy="3879222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EFFFF"/>
                </a:solidFill>
              </a:rPr>
              <a:t>- Definition: extent behaviour matches agreed recommendations</a:t>
            </a:r>
          </a:p>
          <a:p>
            <a:r>
              <a:rPr lang="en-GB" dirty="0">
                <a:solidFill>
                  <a:srgbClr val="FEFFFF"/>
                </a:solidFill>
              </a:rPr>
              <a:t>- Adherence vs. compliance</a:t>
            </a:r>
          </a:p>
          <a:p>
            <a:r>
              <a:rPr lang="en-GB" dirty="0">
                <a:solidFill>
                  <a:srgbClr val="FEFFFF"/>
                </a:solidFill>
              </a:rPr>
              <a:t>- Importance: outcomes, complications, costs</a:t>
            </a:r>
          </a:p>
          <a:p>
            <a:endParaRPr lang="en-GB" dirty="0">
              <a:solidFill>
                <a:srgbClr val="FEFFFF"/>
              </a:solidFill>
            </a:endParaRPr>
          </a:p>
          <a:p>
            <a:r>
              <a:rPr lang="en-GB" dirty="0">
                <a:solidFill>
                  <a:srgbClr val="FEFFFF"/>
                </a:solidFill>
              </a:rPr>
              <a:t>WHO: Only ~50% of patients with chronic illness adhere</a:t>
            </a:r>
          </a:p>
          <a:p>
            <a:endParaRPr lang="en-GB" dirty="0">
              <a:solidFill>
                <a:srgbClr val="FEFFFF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9EE869B-085D-43B3-AED8-9B0655612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715" y="-1"/>
            <a:ext cx="915543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4E744A-A072-47AF-981A-3718617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6172199" cy="6858000"/>
          </a:xfrm>
          <a:prstGeom prst="rect">
            <a:avLst/>
          </a:prstGeom>
          <a:solidFill>
            <a:schemeClr val="tx2">
              <a:lumMod val="1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5" name="Picture 4" descr="Floating chemistry structure">
            <a:extLst>
              <a:ext uri="{FF2B5EF4-FFF2-40B4-BE49-F238E27FC236}">
                <a16:creationId xmlns:a16="http://schemas.microsoft.com/office/drawing/2014/main" id="{6D57F66D-DCAC-4C73-A0A6-E2B9C4C997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331" r="34877" b="-366"/>
          <a:stretch>
            <a:fillRect/>
          </a:stretch>
        </p:blipFill>
        <p:spPr>
          <a:xfrm>
            <a:off x="6172198" y="10"/>
            <a:ext cx="2971801" cy="6857990"/>
          </a:xfrm>
          <a:prstGeom prst="rect">
            <a:avLst/>
          </a:prstGeom>
        </p:spPr>
      </p:pic>
      <p:sp>
        <p:nvSpPr>
          <p:cNvPr id="13" name="Freeform 5">
            <a:extLst>
              <a:ext uri="{FF2B5EF4-FFF2-40B4-BE49-F238E27FC236}">
                <a16:creationId xmlns:a16="http://schemas.microsoft.com/office/drawing/2014/main" id="{F0254341-1068-4FB7-8AEF-220C6EB41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59027"/>
            <a:ext cx="6782018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787400"/>
            <a:ext cx="5359399" cy="77893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solidFill>
                  <a:srgbClr val="FEFFFF"/>
                </a:solidFill>
              </a:rPr>
              <a:t>Factors Influencing Adherence (Overview)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982" y="2590800"/>
            <a:ext cx="5359400" cy="27305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EFFFF"/>
                </a:solidFill>
              </a:rPr>
              <a:t>- Biological/clinical</a:t>
            </a:r>
          </a:p>
          <a:p>
            <a:r>
              <a:rPr lang="en-GB" dirty="0">
                <a:solidFill>
                  <a:srgbClr val="FEFFFF"/>
                </a:solidFill>
              </a:rPr>
              <a:t>- Psychological</a:t>
            </a:r>
          </a:p>
          <a:p>
            <a:r>
              <a:rPr lang="en-GB" dirty="0">
                <a:solidFill>
                  <a:srgbClr val="FEFFFF"/>
                </a:solidFill>
              </a:rPr>
              <a:t>- Social/environmental</a:t>
            </a:r>
          </a:p>
          <a:p>
            <a:r>
              <a:rPr lang="en-GB" dirty="0">
                <a:solidFill>
                  <a:srgbClr val="FEFFFF"/>
                </a:solidFill>
              </a:rPr>
              <a:t>- Provider/system</a:t>
            </a:r>
          </a:p>
          <a:p>
            <a:pPr marL="0" indent="0">
              <a:buNone/>
            </a:pPr>
            <a:endParaRPr lang="en-GB" dirty="0">
              <a:solidFill>
                <a:srgbClr val="FEFFFF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6AFD431-09B7-42CA-BF39-9FE5DBE53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711C96E-3D2D-48C8-AAB9-C1CB02D1D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507495" y="0"/>
            <a:ext cx="4632727" cy="6853245"/>
            <a:chOff x="2487613" y="285750"/>
            <a:chExt cx="2428876" cy="5654676"/>
          </a:xfrm>
          <a:solidFill>
            <a:schemeClr val="tx2">
              <a:lumMod val="90000"/>
            </a:schemeClr>
          </a:solidFill>
        </p:grpSpPr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0D18AF42-7CD5-4754-91D4-1BE53B5D1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Freeform 12">
              <a:extLst>
                <a:ext uri="{FF2B5EF4-FFF2-40B4-BE49-F238E27FC236}">
                  <a16:creationId xmlns:a16="http://schemas.microsoft.com/office/drawing/2014/main" id="{A28C8F1A-9407-4D67-8250-D8923BC6DD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5CE0A2B0-F7F1-442C-A287-CD6F729E2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9E69CFA3-AE12-4EAF-A3A1-564BEEFEF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Freeform 15">
              <a:extLst>
                <a:ext uri="{FF2B5EF4-FFF2-40B4-BE49-F238E27FC236}">
                  <a16:creationId xmlns:a16="http://schemas.microsoft.com/office/drawing/2014/main" id="{ECB64037-2AE8-4CA9-AD8E-7ACC8618F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Freeform 16">
              <a:extLst>
                <a:ext uri="{FF2B5EF4-FFF2-40B4-BE49-F238E27FC236}">
                  <a16:creationId xmlns:a16="http://schemas.microsoft.com/office/drawing/2014/main" id="{8D319B10-EE8E-453F-A137-D7EEFA208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Freeform 17">
              <a:extLst>
                <a:ext uri="{FF2B5EF4-FFF2-40B4-BE49-F238E27FC236}">
                  <a16:creationId xmlns:a16="http://schemas.microsoft.com/office/drawing/2014/main" id="{3283F486-509C-4A42-8EED-794A991D2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Freeform 18">
              <a:extLst>
                <a:ext uri="{FF2B5EF4-FFF2-40B4-BE49-F238E27FC236}">
                  <a16:creationId xmlns:a16="http://schemas.microsoft.com/office/drawing/2014/main" id="{EBBFBB12-E756-4386-9C17-CA5743838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6" name="Freeform 19">
              <a:extLst>
                <a:ext uri="{FF2B5EF4-FFF2-40B4-BE49-F238E27FC236}">
                  <a16:creationId xmlns:a16="http://schemas.microsoft.com/office/drawing/2014/main" id="{7ADD0E7E-F4A6-4B3F-8A2F-BCBFAFBA23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Freeform 20">
              <a:extLst>
                <a:ext uri="{FF2B5EF4-FFF2-40B4-BE49-F238E27FC236}">
                  <a16:creationId xmlns:a16="http://schemas.microsoft.com/office/drawing/2014/main" id="{C19FCFB7-5E71-4197-8EC7-2ACB6DB028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Freeform 21">
              <a:extLst>
                <a:ext uri="{FF2B5EF4-FFF2-40B4-BE49-F238E27FC236}">
                  <a16:creationId xmlns:a16="http://schemas.microsoft.com/office/drawing/2014/main" id="{EAA533FE-4903-48DD-A921-421A9C44AF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Freeform 22">
              <a:extLst>
                <a:ext uri="{FF2B5EF4-FFF2-40B4-BE49-F238E27FC236}">
                  <a16:creationId xmlns:a16="http://schemas.microsoft.com/office/drawing/2014/main" id="{54CC5D8E-0D6C-4021-B84E-5D6182C0E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9817" y="1159566"/>
            <a:ext cx="2747204" cy="4568264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chemeClr val="bg1">
                    <a:lumMod val="95000"/>
                    <a:lumOff val="5000"/>
                  </a:schemeClr>
                </a:solidFill>
              </a:rPr>
              <a:t>Biological &amp; Clinical Factors</a:t>
            </a:r>
          </a:p>
        </p:txBody>
      </p:sp>
      <p:sp>
        <p:nvSpPr>
          <p:cNvPr id="40" name="Freeform 6">
            <a:extLst>
              <a:ext uri="{FF2B5EF4-FFF2-40B4-BE49-F238E27FC236}">
                <a16:creationId xmlns:a16="http://schemas.microsoft.com/office/drawing/2014/main" id="{E7D63BAB-D0DB-4F66-92F9-4D2E0A2E5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643468"/>
            <a:ext cx="5670183" cy="5571066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982" y="1286934"/>
            <a:ext cx="4449618" cy="4284134"/>
          </a:xfrm>
        </p:spPr>
        <p:txBody>
          <a:bodyPr anchor="ctr"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- Disease: chronic vs. acute</a:t>
            </a:r>
          </a:p>
          <a:p>
            <a:r>
              <a:rPr lang="en-GB" dirty="0">
                <a:solidFill>
                  <a:srgbClr val="FFFFFF"/>
                </a:solidFill>
              </a:rPr>
              <a:t>- Treatment regimen: complexity, side effects</a:t>
            </a:r>
          </a:p>
          <a:p>
            <a:r>
              <a:rPr lang="en-GB" dirty="0">
                <a:solidFill>
                  <a:srgbClr val="FFFFFF"/>
                </a:solidFill>
              </a:rPr>
              <a:t>- Patient’s physical ability</a:t>
            </a:r>
          </a:p>
          <a:p>
            <a:endParaRPr lang="en-GB" dirty="0">
              <a:solidFill>
                <a:srgbClr val="FFFFFF"/>
              </a:solidFill>
            </a:endParaRPr>
          </a:p>
          <a:p>
            <a:r>
              <a:rPr lang="en-GB" dirty="0">
                <a:solidFill>
                  <a:srgbClr val="FFFFFF"/>
                </a:solidFill>
              </a:rPr>
              <a:t>Example: HIV treatment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9EE869B-085D-43B3-AED8-9B0655612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715" y="-1"/>
            <a:ext cx="915543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4E744A-A072-47AF-981A-3718617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6172199" cy="6858000"/>
          </a:xfrm>
          <a:prstGeom prst="rect">
            <a:avLst/>
          </a:prstGeom>
          <a:solidFill>
            <a:schemeClr val="tx2">
              <a:lumMod val="1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5" name="Picture 4" descr="Wood human figure">
            <a:extLst>
              <a:ext uri="{FF2B5EF4-FFF2-40B4-BE49-F238E27FC236}">
                <a16:creationId xmlns:a16="http://schemas.microsoft.com/office/drawing/2014/main" id="{B3B0F9AB-B1CF-6D29-DB78-92C03C0887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51" r="60824" b="-1"/>
          <a:stretch>
            <a:fillRect/>
          </a:stretch>
        </p:blipFill>
        <p:spPr>
          <a:xfrm>
            <a:off x="6172198" y="10"/>
            <a:ext cx="2971801" cy="6857990"/>
          </a:xfrm>
          <a:prstGeom prst="rect">
            <a:avLst/>
          </a:prstGeom>
        </p:spPr>
      </p:pic>
      <p:sp>
        <p:nvSpPr>
          <p:cNvPr id="13" name="Freeform 5">
            <a:extLst>
              <a:ext uri="{FF2B5EF4-FFF2-40B4-BE49-F238E27FC236}">
                <a16:creationId xmlns:a16="http://schemas.microsoft.com/office/drawing/2014/main" id="{F0254341-1068-4FB7-8AEF-220C6EB41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59027"/>
            <a:ext cx="6782018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787400"/>
            <a:ext cx="5359399" cy="778933"/>
          </a:xfrm>
        </p:spPr>
        <p:txBody>
          <a:bodyPr anchor="ctr">
            <a:normAutofit/>
          </a:bodyPr>
          <a:lstStyle/>
          <a:p>
            <a:r>
              <a:rPr lang="en-GB" sz="2800">
                <a:solidFill>
                  <a:srgbClr val="FEFFFF"/>
                </a:solidFill>
              </a:rPr>
              <a:t>Psychological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982" y="2792021"/>
            <a:ext cx="5359400" cy="3879222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EFFFF"/>
                </a:solidFill>
              </a:rPr>
              <a:t>- Beliefs about illness &amp; treatment</a:t>
            </a:r>
          </a:p>
          <a:p>
            <a:r>
              <a:rPr lang="en-GB" dirty="0">
                <a:solidFill>
                  <a:srgbClr val="FEFFFF"/>
                </a:solidFill>
              </a:rPr>
              <a:t>- Motivation &amp; attitudes</a:t>
            </a:r>
          </a:p>
          <a:p>
            <a:r>
              <a:rPr lang="en-GB" dirty="0">
                <a:solidFill>
                  <a:srgbClr val="FEFFFF"/>
                </a:solidFill>
              </a:rPr>
              <a:t>- Mental health: depression, anxiety</a:t>
            </a:r>
          </a:p>
          <a:p>
            <a:r>
              <a:rPr lang="en-GB" dirty="0">
                <a:solidFill>
                  <a:srgbClr val="FEFFFF"/>
                </a:solidFill>
              </a:rPr>
              <a:t>- Self-efficacy &amp; control</a:t>
            </a:r>
          </a:p>
          <a:p>
            <a:endParaRPr lang="en-GB" dirty="0">
              <a:solidFill>
                <a:srgbClr val="FEFFFF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9EE869B-085D-43B3-AED8-9B0655612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715" y="-1"/>
            <a:ext cx="915543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4E744A-A072-47AF-981A-3718617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6172199" cy="6858000"/>
          </a:xfrm>
          <a:prstGeom prst="rect">
            <a:avLst/>
          </a:prstGeom>
          <a:solidFill>
            <a:schemeClr val="tx2">
              <a:lumMod val="1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5" name="Picture 4" descr="Colourful carved figures of humans">
            <a:extLst>
              <a:ext uri="{FF2B5EF4-FFF2-40B4-BE49-F238E27FC236}">
                <a16:creationId xmlns:a16="http://schemas.microsoft.com/office/drawing/2014/main" id="{64CFD8A2-5B4D-1466-8C29-170A978920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679" r="34446" b="-1"/>
          <a:stretch>
            <a:fillRect/>
          </a:stretch>
        </p:blipFill>
        <p:spPr>
          <a:xfrm>
            <a:off x="6172198" y="10"/>
            <a:ext cx="2971801" cy="6857990"/>
          </a:xfrm>
          <a:prstGeom prst="rect">
            <a:avLst/>
          </a:prstGeom>
        </p:spPr>
      </p:pic>
      <p:sp>
        <p:nvSpPr>
          <p:cNvPr id="13" name="Freeform 5">
            <a:extLst>
              <a:ext uri="{FF2B5EF4-FFF2-40B4-BE49-F238E27FC236}">
                <a16:creationId xmlns:a16="http://schemas.microsoft.com/office/drawing/2014/main" id="{F0254341-1068-4FB7-8AEF-220C6EB41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59027"/>
            <a:ext cx="6782018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787400"/>
            <a:ext cx="5359399" cy="778933"/>
          </a:xfrm>
        </p:spPr>
        <p:txBody>
          <a:bodyPr anchor="ctr">
            <a:normAutofit fontScale="90000"/>
          </a:bodyPr>
          <a:lstStyle/>
          <a:p>
            <a:r>
              <a:rPr lang="en-GB" sz="2800">
                <a:solidFill>
                  <a:srgbClr val="FEFFFF"/>
                </a:solidFill>
              </a:rPr>
              <a:t>Social &amp; Environmental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399" y="2720769"/>
            <a:ext cx="5359400" cy="3879222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EFFFF"/>
                </a:solidFill>
              </a:rPr>
              <a:t>- Family &amp; peer support</a:t>
            </a:r>
          </a:p>
          <a:p>
            <a:r>
              <a:rPr lang="en-GB" dirty="0">
                <a:solidFill>
                  <a:srgbClr val="FEFFFF"/>
                </a:solidFill>
              </a:rPr>
              <a:t>- Cultural norms</a:t>
            </a:r>
          </a:p>
          <a:p>
            <a:r>
              <a:rPr lang="en-GB" dirty="0">
                <a:solidFill>
                  <a:srgbClr val="FEFFFF"/>
                </a:solidFill>
              </a:rPr>
              <a:t>- Barriers: cost, transport</a:t>
            </a:r>
          </a:p>
          <a:p>
            <a:r>
              <a:rPr lang="en-GB" dirty="0">
                <a:solidFill>
                  <a:srgbClr val="FEFFFF"/>
                </a:solidFill>
              </a:rPr>
              <a:t>- Living conditions</a:t>
            </a:r>
          </a:p>
          <a:p>
            <a:pPr marL="0" indent="0">
              <a:buNone/>
            </a:pPr>
            <a:endParaRPr lang="en-GB" dirty="0">
              <a:solidFill>
                <a:srgbClr val="FEFFFF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9EE869B-085D-43B3-AED8-9B0655612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715" y="-1"/>
            <a:ext cx="915543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4E744A-A072-47AF-981A-3718617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6172199" cy="6858000"/>
          </a:xfrm>
          <a:prstGeom prst="rect">
            <a:avLst/>
          </a:prstGeom>
          <a:solidFill>
            <a:schemeClr val="tx2">
              <a:lumMod val="1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5" name="Picture 4" descr="An image of a stethoscope within a blue background">
            <a:extLst>
              <a:ext uri="{FF2B5EF4-FFF2-40B4-BE49-F238E27FC236}">
                <a16:creationId xmlns:a16="http://schemas.microsoft.com/office/drawing/2014/main" id="{BCF520F9-0D18-8C8D-13E0-E02B743A75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358" r="9659"/>
          <a:stretch>
            <a:fillRect/>
          </a:stretch>
        </p:blipFill>
        <p:spPr>
          <a:xfrm>
            <a:off x="6172198" y="10"/>
            <a:ext cx="2971801" cy="6857990"/>
          </a:xfrm>
          <a:prstGeom prst="rect">
            <a:avLst/>
          </a:prstGeom>
        </p:spPr>
      </p:pic>
      <p:sp>
        <p:nvSpPr>
          <p:cNvPr id="13" name="Freeform 5">
            <a:extLst>
              <a:ext uri="{FF2B5EF4-FFF2-40B4-BE49-F238E27FC236}">
                <a16:creationId xmlns:a16="http://schemas.microsoft.com/office/drawing/2014/main" id="{F0254341-1068-4FB7-8AEF-220C6EB41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59027"/>
            <a:ext cx="6782018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787400"/>
            <a:ext cx="5359399" cy="77893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solidFill>
                  <a:srgbClr val="FEFFFF"/>
                </a:solidFill>
              </a:rPr>
              <a:t>Healthcare Provider &amp; System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399" y="2032000"/>
            <a:ext cx="5359400" cy="3879222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EFFFF"/>
                </a:solidFill>
              </a:rPr>
              <a:t>- Communication clarity</a:t>
            </a:r>
          </a:p>
          <a:p>
            <a:r>
              <a:rPr lang="en-GB">
                <a:solidFill>
                  <a:srgbClr val="FEFFFF"/>
                </a:solidFill>
              </a:rPr>
              <a:t>- Trust &amp; empathy</a:t>
            </a:r>
          </a:p>
          <a:p>
            <a:r>
              <a:rPr lang="en-GB">
                <a:solidFill>
                  <a:srgbClr val="FEFFFF"/>
                </a:solidFill>
              </a:rPr>
              <a:t>- System barriers: wait times, continuity</a:t>
            </a:r>
          </a:p>
          <a:p>
            <a:r>
              <a:rPr lang="en-GB">
                <a:solidFill>
                  <a:srgbClr val="FEFFFF"/>
                </a:solidFill>
              </a:rPr>
              <a:t>- Reminders &amp; support tools (apps, SMS)</a:t>
            </a:r>
          </a:p>
          <a:p>
            <a:endParaRPr lang="en-GB">
              <a:solidFill>
                <a:srgbClr val="FEFFFF"/>
              </a:solidFill>
            </a:endParaRPr>
          </a:p>
          <a:p>
            <a:r>
              <a:rPr lang="en-GB">
                <a:solidFill>
                  <a:srgbClr val="FEFFFF"/>
                </a:solidFill>
              </a:rPr>
              <a:t>Reflection: impact of poor healthcare experience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6AFD431-09B7-42CA-BF39-9FE5DBE53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11C96E-3D2D-48C8-AAB9-C1CB02D1D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507495" y="0"/>
            <a:ext cx="4632727" cy="6853245"/>
            <a:chOff x="2487613" y="285750"/>
            <a:chExt cx="2428876" cy="5654676"/>
          </a:xfrm>
          <a:solidFill>
            <a:schemeClr val="tx2">
              <a:lumMod val="90000"/>
            </a:schemeClr>
          </a:solidFill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D18AF42-7CD5-4754-91D4-1BE53B5D1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28C8F1A-9407-4D67-8250-D8923BC6DD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5CE0A2B0-F7F1-442C-A287-CD6F729E2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E69CFA3-AE12-4EAF-A3A1-564BEEFEF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ECB64037-2AE8-4CA9-AD8E-7ACC8618F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8D319B10-EE8E-453F-A137-D7EEFA208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283F486-509C-4A42-8EED-794A991D2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EBBFBB12-E756-4386-9C17-CA5743838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7ADD0E7E-F4A6-4B3F-8A2F-BCBFAFBA23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C19FCFB7-5E71-4197-8EC7-2ACB6DB028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EAA533FE-4903-48DD-A921-421A9C44AF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54CC5D8E-0D6C-4021-B84E-5D6182C0E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9817" y="1159566"/>
            <a:ext cx="2747204" cy="4568264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chemeClr val="bg1">
                    <a:lumMod val="95000"/>
                    <a:lumOff val="5000"/>
                  </a:schemeClr>
                </a:solidFill>
              </a:rPr>
              <a:t>Motivation &amp; Health Behaviors</a:t>
            </a:r>
          </a:p>
        </p:txBody>
      </p:sp>
      <p:sp>
        <p:nvSpPr>
          <p:cNvPr id="24" name="Freeform 6">
            <a:extLst>
              <a:ext uri="{FF2B5EF4-FFF2-40B4-BE49-F238E27FC236}">
                <a16:creationId xmlns:a16="http://schemas.microsoft.com/office/drawing/2014/main" id="{E7D63BAB-D0DB-4F66-92F9-4D2E0A2E5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643468"/>
            <a:ext cx="5670183" cy="5571066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982" y="1286934"/>
            <a:ext cx="3969327" cy="4284134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- Adherence depends on motivation, not just instructions</a:t>
            </a:r>
          </a:p>
          <a:p>
            <a:r>
              <a:rPr lang="en-GB">
                <a:solidFill>
                  <a:srgbClr val="FFFFFF"/>
                </a:solidFill>
              </a:rPr>
              <a:t>- Motivation = energy + direction</a:t>
            </a:r>
          </a:p>
          <a:p>
            <a:r>
              <a:rPr lang="en-GB">
                <a:solidFill>
                  <a:srgbClr val="FFFFFF"/>
                </a:solidFill>
              </a:rPr>
              <a:t>- Theories explain why behaviors start/continue/stop</a:t>
            </a:r>
          </a:p>
          <a:p>
            <a:endParaRPr lang="en-GB">
              <a:solidFill>
                <a:srgbClr val="FFFFFF"/>
              </a:solidFill>
            </a:endParaRPr>
          </a:p>
          <a:p>
            <a:r>
              <a:rPr lang="en-GB">
                <a:solidFill>
                  <a:srgbClr val="FFFFFF"/>
                </a:solidFill>
              </a:rPr>
              <a:t>Think: Why continue smoking despite risks?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9EE869B-085D-43B3-AED8-9B0655612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715" y="-1"/>
            <a:ext cx="915543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4E744A-A072-47AF-981A-3718617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6172199" cy="6858000"/>
          </a:xfrm>
          <a:prstGeom prst="rect">
            <a:avLst/>
          </a:prstGeom>
          <a:solidFill>
            <a:schemeClr val="tx2">
              <a:lumMod val="1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5" name="Picture 4" descr="Capsules and pills inside a glass bowl">
            <a:extLst>
              <a:ext uri="{FF2B5EF4-FFF2-40B4-BE49-F238E27FC236}">
                <a16:creationId xmlns:a16="http://schemas.microsoft.com/office/drawing/2014/main" id="{640C08AE-8A6E-0234-04D2-A573B078F5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23" r="60477"/>
          <a:stretch>
            <a:fillRect/>
          </a:stretch>
        </p:blipFill>
        <p:spPr>
          <a:xfrm>
            <a:off x="6172198" y="10"/>
            <a:ext cx="2971801" cy="6857990"/>
          </a:xfrm>
          <a:prstGeom prst="rect">
            <a:avLst/>
          </a:prstGeom>
        </p:spPr>
      </p:pic>
      <p:sp>
        <p:nvSpPr>
          <p:cNvPr id="13" name="Freeform 5">
            <a:extLst>
              <a:ext uri="{FF2B5EF4-FFF2-40B4-BE49-F238E27FC236}">
                <a16:creationId xmlns:a16="http://schemas.microsoft.com/office/drawing/2014/main" id="{F0254341-1068-4FB7-8AEF-220C6EB41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59027"/>
            <a:ext cx="6782018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787400"/>
            <a:ext cx="5359399" cy="778933"/>
          </a:xfrm>
        </p:spPr>
        <p:txBody>
          <a:bodyPr anchor="ctr">
            <a:normAutofit/>
          </a:bodyPr>
          <a:lstStyle/>
          <a:p>
            <a:r>
              <a:rPr lang="en-GB" sz="2800">
                <a:solidFill>
                  <a:srgbClr val="FEFFFF"/>
                </a:solidFill>
              </a:rPr>
              <a:t>Health Belief Model (HBM)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399" y="2032000"/>
            <a:ext cx="5359400" cy="3879222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EFFFF"/>
                </a:solidFill>
              </a:rPr>
              <a:t>- Susceptibility</a:t>
            </a:r>
          </a:p>
          <a:p>
            <a:r>
              <a:rPr lang="en-GB">
                <a:solidFill>
                  <a:srgbClr val="FEFFFF"/>
                </a:solidFill>
              </a:rPr>
              <a:t>- Severity</a:t>
            </a:r>
          </a:p>
          <a:p>
            <a:r>
              <a:rPr lang="en-GB">
                <a:solidFill>
                  <a:srgbClr val="FEFFFF"/>
                </a:solidFill>
              </a:rPr>
              <a:t>- Benefits</a:t>
            </a:r>
          </a:p>
          <a:p>
            <a:r>
              <a:rPr lang="en-GB">
                <a:solidFill>
                  <a:srgbClr val="FEFFFF"/>
                </a:solidFill>
              </a:rPr>
              <a:t>- Barriers</a:t>
            </a:r>
          </a:p>
          <a:p>
            <a:r>
              <a:rPr lang="en-GB">
                <a:solidFill>
                  <a:srgbClr val="FEFFFF"/>
                </a:solidFill>
              </a:rPr>
              <a:t>- Cues to action</a:t>
            </a:r>
          </a:p>
          <a:p>
            <a:r>
              <a:rPr lang="en-GB">
                <a:solidFill>
                  <a:srgbClr val="FEFFFF"/>
                </a:solidFill>
              </a:rPr>
              <a:t>- Self-efficacy</a:t>
            </a:r>
          </a:p>
          <a:p>
            <a:endParaRPr lang="en-GB">
              <a:solidFill>
                <a:srgbClr val="FEFFFF"/>
              </a:solidFill>
            </a:endParaRPr>
          </a:p>
          <a:p>
            <a:r>
              <a:rPr lang="en-GB">
                <a:solidFill>
                  <a:srgbClr val="FEFFFF"/>
                </a:solidFill>
              </a:rPr>
              <a:t>Case: Hypertension patient feels fine → missing HBM factors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Self-Determination Theory (SDT)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9605" y="2596522"/>
            <a:ext cx="4564196" cy="3777622"/>
          </a:xfrm>
        </p:spPr>
        <p:txBody>
          <a:bodyPr/>
          <a:lstStyle/>
          <a:p>
            <a:r>
              <a:rPr dirty="0"/>
              <a:t>- Extrinsic vs. Intrinsic motivation</a:t>
            </a:r>
          </a:p>
          <a:p>
            <a:r>
              <a:rPr dirty="0"/>
              <a:t>- Needs: Autonomy, Competence, Relatedness</a:t>
            </a:r>
          </a:p>
          <a:p>
            <a:r>
              <a:rPr dirty="0"/>
              <a:t>- Meeting needs → stronger adherence</a:t>
            </a:r>
          </a:p>
          <a:p>
            <a:endParaRPr dirty="0"/>
          </a:p>
        </p:txBody>
      </p:sp>
      <p:pic>
        <p:nvPicPr>
          <p:cNvPr id="5" name="Picture 4" descr="A drawing of a signpost and a mountain&#10;&#10;AI-generated content may be incorrect.">
            <a:extLst>
              <a:ext uri="{FF2B5EF4-FFF2-40B4-BE49-F238E27FC236}">
                <a16:creationId xmlns:a16="http://schemas.microsoft.com/office/drawing/2014/main" id="{3C318E86-B0CF-A230-4BBA-EE1F738B0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998500" y="2453844"/>
            <a:ext cx="3915811" cy="27686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199BDF-2E15-DF78-6D60-132B4B1066B6}"/>
              </a:ext>
            </a:extLst>
          </p:cNvPr>
          <p:cNvSpPr txBox="1"/>
          <p:nvPr/>
        </p:nvSpPr>
        <p:spPr>
          <a:xfrm>
            <a:off x="0" y="6661547"/>
            <a:ext cx="91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>
                <a:hlinkClick r:id="rId3" tooltip="https://mirjamglessmer.com/2020/10/07/teaching-field-courses-in-a-virtual-setting/"/>
              </a:rPr>
              <a:t>This Photo</a:t>
            </a:r>
            <a:r>
              <a:rPr lang="en-GB" sz="900"/>
              <a:t> by Unknown Author is licensed under </a:t>
            </a:r>
            <a:r>
              <a:rPr lang="en-GB" sz="900">
                <a:hlinkClick r:id="rId4" tooltip="https://creativecommons.org/licenses/by-nc-sa/3.0/"/>
              </a:rPr>
              <a:t>CC BY-SA-NC</a:t>
            </a:r>
            <a:endParaRPr lang="en-GB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184" y="719431"/>
            <a:ext cx="2171600" cy="3029344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Transtheoretical Model (Stages of Change)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0AE1C4-F1C5-264F-8478-F923C33B21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566997"/>
              </p:ext>
            </p:extLst>
          </p:nvPr>
        </p:nvGraphicFramePr>
        <p:xfrm>
          <a:off x="3165702" y="719431"/>
          <a:ext cx="5802933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804" y="1247241"/>
            <a:ext cx="1840539" cy="3029344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From Theory to Practice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4E70BA-132D-ADDF-E9C9-9977C88FAD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0358906"/>
              </p:ext>
            </p:extLst>
          </p:nvPr>
        </p:nvGraphicFramePr>
        <p:xfrm>
          <a:off x="3534858" y="641551"/>
          <a:ext cx="5124159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03" y="1002826"/>
            <a:ext cx="2626327" cy="3029344"/>
          </a:xfrm>
        </p:spPr>
        <p:txBody>
          <a:bodyPr>
            <a:normAutofit/>
          </a:bodyPr>
          <a:lstStyle/>
          <a:p>
            <a:r>
              <a:rPr lang="en-GB" sz="2800">
                <a:solidFill>
                  <a:schemeClr val="bg1"/>
                </a:solidFill>
              </a:rPr>
              <a:t>Motivational Interviewing (MI)</a:t>
            </a: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7816B1-C349-EB52-148E-5C1072A235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1625169"/>
              </p:ext>
            </p:extLst>
          </p:nvPr>
        </p:nvGraphicFramePr>
        <p:xfrm>
          <a:off x="3534858" y="641551"/>
          <a:ext cx="5124159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F7E8610-2DF7-4AF0-B876-0F3B7882A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C8C023-62A6-4DA0-8DF4-3F4EA9409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30669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2543" y="624110"/>
            <a:ext cx="7037556" cy="128089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bg1"/>
                </a:solidFill>
              </a:rPr>
              <a:t>Core Principles of MI</a:t>
            </a: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26B9FE07-322E-43FB-8707-C9826BD90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625491-FF24-8CDF-DD76-20CD2950ED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2433046"/>
              </p:ext>
            </p:extLst>
          </p:nvPr>
        </p:nvGraphicFramePr>
        <p:xfrm>
          <a:off x="720759" y="2930805"/>
          <a:ext cx="7699339" cy="29619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1591F7-3CD7-072A-07B0-60F0BC443699}"/>
              </a:ext>
            </a:extLst>
          </p:cNvPr>
          <p:cNvSpPr txBox="1"/>
          <p:nvPr/>
        </p:nvSpPr>
        <p:spPr>
          <a:xfrm>
            <a:off x="744492" y="670379"/>
            <a:ext cx="5509884" cy="45102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algn="ctr"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r>
              <a:rPr lang="en-US"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The 4 principles of MI</a:t>
            </a:r>
          </a:p>
          <a:p>
            <a:pPr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endParaRPr lang="en-US" sz="2000" b="1" spc="1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r>
              <a:rPr lang="en-US" sz="2000" b="1" spc="15" dirty="0">
                <a:latin typeface="Arial" panose="020B0604020202020204" pitchFamily="34" charset="0"/>
                <a:cs typeface="Arial" panose="020B0604020202020204" pitchFamily="34" charset="0"/>
              </a:rPr>
              <a:t>Empathy</a:t>
            </a:r>
            <a:endParaRPr lang="en-US" sz="2000" spc="1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"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  <a:buSzPts val="1000"/>
              <a:tabLst>
                <a:tab pos="342900" algn="l"/>
              </a:tabLst>
            </a:pPr>
            <a:endParaRPr lang="en-US" sz="2000" spc="1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5763" lvl="1"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  <a:buSzPts val="1000"/>
              <a:tabLst>
                <a:tab pos="685800" algn="l"/>
              </a:tabLst>
            </a:pPr>
            <a:r>
              <a:rPr lang="en-US" sz="2000" b="1" spc="15" dirty="0">
                <a:latin typeface="Arial" panose="020B0604020202020204" pitchFamily="34" charset="0"/>
                <a:cs typeface="Arial" panose="020B0604020202020204" pitchFamily="34" charset="0"/>
              </a:rPr>
              <a:t>Reflective listening.</a:t>
            </a:r>
          </a:p>
          <a:p>
            <a:pPr marL="385763" lvl="1"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  <a:buSzPts val="1000"/>
              <a:tabLst>
                <a:tab pos="685800" algn="l"/>
              </a:tabLst>
            </a:pPr>
            <a:r>
              <a:rPr lang="en-GB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communication strategy that involves actively listening to the speaker and then reflecting what has been said.</a:t>
            </a:r>
          </a:p>
          <a:p>
            <a:pPr marL="385763" lvl="1"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  <a:buSzPts val="1000"/>
              <a:tabLst>
                <a:tab pos="685800" algn="l"/>
              </a:tabLst>
            </a:pPr>
            <a:endParaRPr lang="en-US" sz="2000" spc="1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5763" lvl="1"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  <a:buSzPts val="1000"/>
              <a:tabLst>
                <a:tab pos="685800" algn="l"/>
              </a:tabLst>
            </a:pPr>
            <a:r>
              <a:rPr lang="en-US" sz="2000" b="1" spc="15" dirty="0">
                <a:latin typeface="Arial" panose="020B0604020202020204" pitchFamily="34" charset="0"/>
                <a:cs typeface="Arial" panose="020B0604020202020204" pitchFamily="34" charset="0"/>
              </a:rPr>
              <a:t>Avoid judgmental statements.</a:t>
            </a:r>
          </a:p>
          <a:p>
            <a:pPr marL="385763" lvl="1"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  <a:buSzPts val="1000"/>
              <a:tabLst>
                <a:tab pos="685800" algn="l"/>
              </a:tabLst>
            </a:pPr>
            <a:r>
              <a:rPr lang="en-GB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Judgmental language can create barriers between therapists and patients, leading to resistance or disengagement from treatment.</a:t>
            </a:r>
            <a:endParaRPr lang="en-US" sz="2000" spc="1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"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  <a:buSzPts val="1000"/>
              <a:tabLst>
                <a:tab pos="342900" algn="l"/>
              </a:tabLst>
            </a:pPr>
            <a:br>
              <a:rPr lang="en-US" sz="2000" spc="15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spc="1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person talking to another person&#10;&#10;Description automatically generated">
            <a:extLst>
              <a:ext uri="{FF2B5EF4-FFF2-40B4-BE49-F238E27FC236}">
                <a16:creationId xmlns:a16="http://schemas.microsoft.com/office/drawing/2014/main" id="{323DBFDD-2BC2-CF2E-DC53-266A2C830B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8" r="-2" b="-2"/>
          <a:stretch/>
        </p:blipFill>
        <p:spPr>
          <a:xfrm>
            <a:off x="6129116" y="2383286"/>
            <a:ext cx="2775322" cy="2797358"/>
          </a:xfrm>
          <a:custGeom>
            <a:avLst/>
            <a:gdLst/>
            <a:ahLst/>
            <a:cxnLst/>
            <a:rect l="l" t="t" r="r" b="b"/>
            <a:pathLst>
              <a:path w="5361537" h="5404109">
                <a:moveTo>
                  <a:pt x="2870828" y="1041"/>
                </a:moveTo>
                <a:cubicBezTo>
                  <a:pt x="3203581" y="14830"/>
                  <a:pt x="3513736" y="163111"/>
                  <a:pt x="3800184" y="290250"/>
                </a:cubicBezTo>
                <a:cubicBezTo>
                  <a:pt x="4171154" y="479730"/>
                  <a:pt x="4508586" y="661721"/>
                  <a:pt x="4702438" y="1026076"/>
                </a:cubicBezTo>
                <a:lnTo>
                  <a:pt x="4959549" y="1326248"/>
                </a:lnTo>
                <a:cubicBezTo>
                  <a:pt x="5129003" y="1601579"/>
                  <a:pt x="5186377" y="1874538"/>
                  <a:pt x="5266423" y="2173276"/>
                </a:cubicBezTo>
                <a:cubicBezTo>
                  <a:pt x="5322579" y="2382854"/>
                  <a:pt x="5370498" y="2561686"/>
                  <a:pt x="5358128" y="2694064"/>
                </a:cubicBezTo>
                <a:cubicBezTo>
                  <a:pt x="5387135" y="3102588"/>
                  <a:pt x="5225012" y="3513996"/>
                  <a:pt x="5101614" y="3771685"/>
                </a:cubicBezTo>
                <a:cubicBezTo>
                  <a:pt x="4997551" y="4040670"/>
                  <a:pt x="4756585" y="4494622"/>
                  <a:pt x="4442699" y="4781934"/>
                </a:cubicBezTo>
                <a:cubicBezTo>
                  <a:pt x="4128813" y="5069245"/>
                  <a:pt x="3867535" y="5122778"/>
                  <a:pt x="3526897" y="5225036"/>
                </a:cubicBezTo>
                <a:cubicBezTo>
                  <a:pt x="3186396" y="5327806"/>
                  <a:pt x="2777866" y="5432329"/>
                  <a:pt x="2398771" y="5397154"/>
                </a:cubicBezTo>
                <a:cubicBezTo>
                  <a:pt x="2019540" y="5361468"/>
                  <a:pt x="1637694" y="5196321"/>
                  <a:pt x="1251137" y="5011566"/>
                </a:cubicBezTo>
                <a:cubicBezTo>
                  <a:pt x="928921" y="4825498"/>
                  <a:pt x="428548" y="4335676"/>
                  <a:pt x="348364" y="4036426"/>
                </a:cubicBezTo>
                <a:cubicBezTo>
                  <a:pt x="268180" y="3737176"/>
                  <a:pt x="-82248" y="2964977"/>
                  <a:pt x="17820" y="2441683"/>
                </a:cubicBezTo>
                <a:cubicBezTo>
                  <a:pt x="117889" y="1918389"/>
                  <a:pt x="122569" y="1757316"/>
                  <a:pt x="362894" y="1276624"/>
                </a:cubicBezTo>
                <a:cubicBezTo>
                  <a:pt x="659155" y="828176"/>
                  <a:pt x="1338551" y="373177"/>
                  <a:pt x="1764257" y="227256"/>
                </a:cubicBezTo>
                <a:cubicBezTo>
                  <a:pt x="2005919" y="114722"/>
                  <a:pt x="2440806" y="61902"/>
                  <a:pt x="2530583" y="37846"/>
                </a:cubicBezTo>
                <a:cubicBezTo>
                  <a:pt x="2646482" y="6791"/>
                  <a:pt x="2759910" y="-3556"/>
                  <a:pt x="2870828" y="104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26659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778A2-6B51-0E26-F582-8F63554B4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F71420-6ACD-9346-ECBF-E1497D004CBE}"/>
              </a:ext>
            </a:extLst>
          </p:cNvPr>
          <p:cNvSpPr txBox="1"/>
          <p:nvPr/>
        </p:nvSpPr>
        <p:spPr>
          <a:xfrm>
            <a:off x="1274649" y="1996406"/>
            <a:ext cx="3886201" cy="28651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sz="2400" b="1" spc="15" dirty="0">
                <a:latin typeface="Arial" panose="020B0604020202020204" pitchFamily="34" charset="0"/>
                <a:cs typeface="Arial" panose="020B0604020202020204" pitchFamily="34" charset="0"/>
              </a:rPr>
              <a:t>The 4 principles of MI</a:t>
            </a:r>
          </a:p>
          <a:p>
            <a:pPr lvl="0"/>
            <a:endParaRPr lang="en-US" sz="2400" b="1" spc="1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b="1" spc="15" dirty="0">
                <a:latin typeface="Arial" panose="020B0604020202020204" pitchFamily="34" charset="0"/>
                <a:cs typeface="Arial" panose="020B0604020202020204" pitchFamily="34" charset="0"/>
              </a:rPr>
              <a:t>Developing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Discrepancy</a:t>
            </a:r>
          </a:p>
          <a:p>
            <a:endParaRPr lang="en-GB" b="1" kern="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GB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How Cognitive Dissonance Occurs</a:t>
            </a:r>
            <a:endParaRPr lang="en-GB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en-GB" b="1" kern="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Changing Beliefs</a:t>
            </a:r>
            <a:endParaRPr lang="en-GB" kern="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Changing Actions</a:t>
            </a:r>
          </a:p>
          <a:p>
            <a:r>
              <a:rPr lang="en-GB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Adding New Cognitions</a:t>
            </a:r>
          </a:p>
          <a:p>
            <a:r>
              <a:rPr lang="en-GB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Trivialising</a:t>
            </a:r>
          </a:p>
          <a:p>
            <a:endParaRPr lang="en-GB" kern="1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GB" kern="1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lvl="0"/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"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  <a:buSzPts val="1000"/>
              <a:tabLst>
                <a:tab pos="342900" algn="l"/>
              </a:tabLst>
            </a:pPr>
            <a:endParaRPr lang="en-US" b="1" spc="1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 descr="A collage of different stages of life&#10;&#10;Description automatically generated">
            <a:extLst>
              <a:ext uri="{FF2B5EF4-FFF2-40B4-BE49-F238E27FC236}">
                <a16:creationId xmlns:a16="http://schemas.microsoft.com/office/drawing/2014/main" id="{C035DB82-0705-1B15-D3BA-09D53CA872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72" r="3343"/>
          <a:stretch/>
        </p:blipFill>
        <p:spPr>
          <a:xfrm>
            <a:off x="5495305" y="1652897"/>
            <a:ext cx="3302809" cy="3845379"/>
          </a:xfrm>
          <a:custGeom>
            <a:avLst/>
            <a:gdLst/>
            <a:ahLst/>
            <a:cxnLst/>
            <a:rect l="l" t="t" r="r" b="b"/>
            <a:pathLst>
              <a:path w="5903724" h="6858000">
                <a:moveTo>
                  <a:pt x="0" y="0"/>
                </a:moveTo>
                <a:lnTo>
                  <a:pt x="5886178" y="0"/>
                </a:lnTo>
                <a:lnTo>
                  <a:pt x="5890522" y="42009"/>
                </a:lnTo>
                <a:cubicBezTo>
                  <a:pt x="5948302" y="788432"/>
                  <a:pt x="5795211" y="5194623"/>
                  <a:pt x="5836720" y="6279216"/>
                </a:cubicBezTo>
                <a:cubicBezTo>
                  <a:pt x="5842686" y="6384211"/>
                  <a:pt x="5845802" y="6526851"/>
                  <a:pt x="5846540" y="6699667"/>
                </a:cubicBezTo>
                <a:lnTo>
                  <a:pt x="5846508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752588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71DD0-727B-68CB-B4A3-B07DFEA91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looking at himself in a mirror&#10;&#10;Description automatically generated">
            <a:extLst>
              <a:ext uri="{FF2B5EF4-FFF2-40B4-BE49-F238E27FC236}">
                <a16:creationId xmlns:a16="http://schemas.microsoft.com/office/drawing/2014/main" id="{DDD71093-2912-27EC-C849-BA6BCA6BB9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15"/>
          <a:stretch/>
        </p:blipFill>
        <p:spPr>
          <a:xfrm>
            <a:off x="144222" y="1641028"/>
            <a:ext cx="3524970" cy="4094753"/>
          </a:xfrm>
          <a:custGeom>
            <a:avLst/>
            <a:gdLst/>
            <a:ahLst/>
            <a:cxnLst/>
            <a:rect l="l" t="t" r="r" b="b"/>
            <a:pathLst>
              <a:path w="5903724" h="6858000">
                <a:moveTo>
                  <a:pt x="0" y="0"/>
                </a:moveTo>
                <a:lnTo>
                  <a:pt x="5886178" y="0"/>
                </a:lnTo>
                <a:lnTo>
                  <a:pt x="5890522" y="42009"/>
                </a:lnTo>
                <a:cubicBezTo>
                  <a:pt x="5948302" y="788432"/>
                  <a:pt x="5795211" y="5194623"/>
                  <a:pt x="5836720" y="6279216"/>
                </a:cubicBezTo>
                <a:cubicBezTo>
                  <a:pt x="5842686" y="6384211"/>
                  <a:pt x="5845802" y="6526851"/>
                  <a:pt x="5846540" y="6699667"/>
                </a:cubicBezTo>
                <a:lnTo>
                  <a:pt x="584650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CA684A-F5FF-A997-DC41-3834C4749624}"/>
              </a:ext>
            </a:extLst>
          </p:cNvPr>
          <p:cNvSpPr txBox="1"/>
          <p:nvPr/>
        </p:nvSpPr>
        <p:spPr>
          <a:xfrm>
            <a:off x="4417621" y="1217504"/>
            <a:ext cx="4427777" cy="4422991"/>
          </a:xfrm>
          <a:prstGeom prst="rect">
            <a:avLst/>
          </a:prstGeom>
        </p:spPr>
        <p:txBody>
          <a:bodyPr vert="horz" lIns="0" tIns="0" rIns="0" bIns="0" rtlCol="0" anchorCtr="0">
            <a:noAutofit/>
          </a:bodyPr>
          <a:lstStyle/>
          <a:p>
            <a:pPr algn="ctr" defTabSz="685800">
              <a:lnSpc>
                <a:spcPct val="110000"/>
              </a:lnSpc>
              <a:spcBef>
                <a:spcPct val="0"/>
              </a:spcBef>
              <a:buClr>
                <a:schemeClr val="accent4"/>
              </a:buClr>
            </a:pPr>
            <a:r>
              <a:rPr lang="en-US" sz="2400" b="1" spc="15" dirty="0">
                <a:latin typeface="Arial" panose="020B0604020202020204" pitchFamily="34" charset="0"/>
                <a:cs typeface="Arial" panose="020B0604020202020204" pitchFamily="34" charset="0"/>
              </a:rPr>
              <a:t>The 4 principles of MI</a:t>
            </a:r>
          </a:p>
          <a:p>
            <a:pPr algn="ctr" defTabSz="685800">
              <a:lnSpc>
                <a:spcPct val="110000"/>
              </a:lnSpc>
              <a:spcBef>
                <a:spcPct val="0"/>
              </a:spcBef>
              <a:buClr>
                <a:schemeClr val="accent4"/>
              </a:buClr>
            </a:pPr>
            <a:endParaRPr lang="en-US" sz="2400" b="1" spc="1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685800">
              <a:lnSpc>
                <a:spcPct val="110000"/>
              </a:lnSpc>
              <a:spcBef>
                <a:spcPct val="0"/>
              </a:spcBef>
              <a:buClr>
                <a:schemeClr val="accent4"/>
              </a:buClr>
            </a:pPr>
            <a:r>
              <a:rPr lang="en-US" b="1" spc="15" dirty="0">
                <a:latin typeface="Arial" panose="020B0604020202020204" pitchFamily="34" charset="0"/>
                <a:cs typeface="Arial" panose="020B0604020202020204" pitchFamily="34" charset="0"/>
              </a:rPr>
              <a:t>Developing Discrepancy</a:t>
            </a:r>
          </a:p>
          <a:p>
            <a:pPr defTabSz="685800">
              <a:lnSpc>
                <a:spcPct val="110000"/>
              </a:lnSpc>
              <a:spcBef>
                <a:spcPct val="0"/>
              </a:spcBef>
              <a:buClr>
                <a:schemeClr val="accent4"/>
              </a:buClr>
            </a:pPr>
            <a:endParaRPr lang="en-US" b="1" spc="1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685800">
              <a:lnSpc>
                <a:spcPct val="110000"/>
              </a:lnSpc>
              <a:spcBef>
                <a:spcPct val="0"/>
              </a:spcBef>
              <a:buClr>
                <a:schemeClr val="accent4"/>
              </a:buClr>
            </a:pPr>
            <a:endParaRPr lang="en-US" b="1" spc="1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68580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accent4"/>
              </a:buClr>
            </a:pPr>
            <a:r>
              <a:rPr lang="en-US" b="1" spc="15" dirty="0">
                <a:latin typeface="Arial" panose="020B0604020202020204" pitchFamily="34" charset="0"/>
                <a:cs typeface="Arial" panose="020B0604020202020204" pitchFamily="34" charset="0"/>
              </a:rPr>
              <a:t>Practical Application</a:t>
            </a:r>
          </a:p>
          <a:p>
            <a:pPr defTabSz="68580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accent4"/>
              </a:buClr>
            </a:pPr>
            <a:endParaRPr lang="en-US" spc="1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" defTabSz="68580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accent4"/>
              </a:buClr>
            </a:pPr>
            <a:r>
              <a:rPr lang="en-US" spc="15" dirty="0">
                <a:latin typeface="Arial" panose="020B0604020202020204" pitchFamily="34" charset="0"/>
                <a:cs typeface="Arial" panose="020B0604020202020204" pitchFamily="34" charset="0"/>
              </a:rPr>
              <a:t>Eliciting Values and Goals</a:t>
            </a:r>
          </a:p>
          <a:p>
            <a:pPr marL="85725" defTabSz="68580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accent4"/>
              </a:buClr>
            </a:pPr>
            <a:r>
              <a:rPr lang="en-US" spc="15" dirty="0">
                <a:latin typeface="Arial" panose="020B0604020202020204" pitchFamily="34" charset="0"/>
                <a:cs typeface="Arial" panose="020B0604020202020204" pitchFamily="34" charset="0"/>
              </a:rPr>
              <a:t>Highlighting Mismatches</a:t>
            </a:r>
          </a:p>
          <a:p>
            <a:pPr marL="85725" defTabSz="68580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accent4"/>
              </a:buClr>
            </a:pPr>
            <a:r>
              <a:rPr lang="en-US" spc="15" dirty="0">
                <a:latin typeface="Arial" panose="020B0604020202020204" pitchFamily="34" charset="0"/>
                <a:cs typeface="Arial" panose="020B0604020202020204" pitchFamily="34" charset="0"/>
              </a:rPr>
              <a:t>Reflective Listening</a:t>
            </a:r>
          </a:p>
          <a:p>
            <a:pPr marL="85725" defTabSz="68580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accent4"/>
              </a:buClr>
            </a:pPr>
            <a:r>
              <a:rPr lang="en-US" spc="15" dirty="0">
                <a:latin typeface="Arial" panose="020B0604020202020204" pitchFamily="34" charset="0"/>
                <a:cs typeface="Arial" panose="020B0604020202020204" pitchFamily="34" charset="0"/>
              </a:rPr>
              <a:t>Encouraging Self-Motivation</a:t>
            </a:r>
          </a:p>
          <a:p>
            <a:pPr defTabSz="685800">
              <a:lnSpc>
                <a:spcPct val="110000"/>
              </a:lnSpc>
              <a:spcBef>
                <a:spcPct val="0"/>
              </a:spcBef>
              <a:buClr>
                <a:schemeClr val="accent4"/>
              </a:buClr>
            </a:pPr>
            <a:endParaRPr lang="en-US" spc="1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685800">
              <a:lnSpc>
                <a:spcPct val="110000"/>
              </a:lnSpc>
              <a:spcBef>
                <a:spcPct val="0"/>
              </a:spcBef>
              <a:buClr>
                <a:schemeClr val="accent4"/>
              </a:buClr>
            </a:pPr>
            <a:r>
              <a:rPr lang="en-US" spc="15" dirty="0">
                <a:latin typeface="Arial" panose="020B0604020202020204" pitchFamily="34" charset="0"/>
                <a:cs typeface="Arial" panose="020B0604020202020204" pitchFamily="34" charset="0"/>
              </a:rPr>
              <a:t>Benefits of Developing Discrepancy</a:t>
            </a:r>
          </a:p>
          <a:p>
            <a:pPr indent="-171450" defTabSz="685800">
              <a:lnSpc>
                <a:spcPct val="110000"/>
              </a:lnSpc>
              <a:spcBef>
                <a:spcPct val="0"/>
              </a:spcBef>
              <a:buClr>
                <a:schemeClr val="accent4"/>
              </a:buClr>
              <a:buFont typeface="The Hand Extrablack" panose="03070A02030502020204" pitchFamily="66" charset="0"/>
              <a:buChar char="•"/>
            </a:pPr>
            <a:endParaRPr lang="en-US" spc="1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" indent="-171450" defTabSz="68580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accent4"/>
              </a:buClr>
              <a:buSzPts val="1000"/>
              <a:buFont typeface="The Hand Extrablack" panose="03070A02030502020204" pitchFamily="66" charset="0"/>
              <a:buChar char="•"/>
              <a:tabLst>
                <a:tab pos="342900" algn="l"/>
              </a:tabLst>
            </a:pPr>
            <a:endParaRPr lang="en-US" spc="1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806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AC7A08-92ED-CA32-12A7-793144AF27B4}"/>
              </a:ext>
            </a:extLst>
          </p:cNvPr>
          <p:cNvSpPr txBox="1"/>
          <p:nvPr/>
        </p:nvSpPr>
        <p:spPr>
          <a:xfrm>
            <a:off x="4090013" y="1248151"/>
            <a:ext cx="4354418" cy="3980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algn="ctr"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r>
              <a:rPr lang="en-US" sz="2400" b="1" spc="15" dirty="0">
                <a:latin typeface="Arial" panose="020B0604020202020204" pitchFamily="34" charset="0"/>
                <a:cs typeface="Arial" panose="020B0604020202020204" pitchFamily="34" charset="0"/>
              </a:rPr>
              <a:t>The 4 principles of MI</a:t>
            </a:r>
          </a:p>
          <a:p>
            <a:pPr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endParaRPr lang="en-US" b="1" spc="1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r>
              <a:rPr lang="en-US" b="1" spc="15" dirty="0">
                <a:latin typeface="Arial" panose="020B0604020202020204" pitchFamily="34" charset="0"/>
                <a:cs typeface="Arial" panose="020B0604020202020204" pitchFamily="34" charset="0"/>
              </a:rPr>
              <a:t>Rolling with Resistance</a:t>
            </a:r>
            <a:endParaRPr lang="en-US" spc="1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"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  <a:buSzPts val="1000"/>
              <a:tabLst>
                <a:tab pos="342900" algn="l"/>
              </a:tabLst>
            </a:pPr>
            <a:endParaRPr lang="en-US" b="1" spc="1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This technique is crucial for helping clients overcome defensiveness and move towards change.</a:t>
            </a:r>
          </a:p>
          <a:p>
            <a:pPr marL="85725"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  <a:buSzPts val="1000"/>
              <a:tabLst>
                <a:tab pos="342900" algn="l"/>
              </a:tabLst>
            </a:pPr>
            <a:endParaRPr lang="en-US" spc="1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"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  <a:buSzPts val="1000"/>
              <a:tabLst>
                <a:tab pos="342900" algn="l"/>
              </a:tabLst>
            </a:pPr>
            <a:r>
              <a:rPr lang="en-GB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Understanding Resistance</a:t>
            </a:r>
            <a:endParaRPr lang="en-US" spc="1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"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  <a:buSzPts val="1000"/>
              <a:tabLst>
                <a:tab pos="342900" algn="l"/>
              </a:tabLst>
            </a:pPr>
            <a:r>
              <a:rPr lang="en-GB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Resistance in MI can manifest as “sustain talk” or “discord.” </a:t>
            </a:r>
            <a:br>
              <a:rPr lang="en-US" spc="15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pc="1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group of people pulling a rope&#10;&#10;Description automatically generated">
            <a:extLst>
              <a:ext uri="{FF2B5EF4-FFF2-40B4-BE49-F238E27FC236}">
                <a16:creationId xmlns:a16="http://schemas.microsoft.com/office/drawing/2014/main" id="{99A9897E-8A18-5E90-45E3-E0360A815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17" y="1989233"/>
            <a:ext cx="3122594" cy="312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344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84F38-423E-1DE6-D673-0275A5BA8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589437-7047-89EF-649E-4D6879AC70E5}"/>
              </a:ext>
            </a:extLst>
          </p:cNvPr>
          <p:cNvSpPr txBox="1"/>
          <p:nvPr/>
        </p:nvSpPr>
        <p:spPr>
          <a:xfrm>
            <a:off x="3575160" y="1309844"/>
            <a:ext cx="5353323" cy="3946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algn="ctr"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r>
              <a:rPr lang="en-US" sz="2000" b="1" spc="15" dirty="0">
                <a:latin typeface="Arial" panose="020B0604020202020204" pitchFamily="34" charset="0"/>
                <a:cs typeface="Arial" panose="020B0604020202020204" pitchFamily="34" charset="0"/>
              </a:rPr>
              <a:t>The 4 principles of MI</a:t>
            </a:r>
          </a:p>
          <a:p>
            <a:pPr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endParaRPr lang="en-US" b="1" spc="1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r>
              <a:rPr lang="en-US" b="1" spc="15" dirty="0">
                <a:latin typeface="Arial" panose="020B0604020202020204" pitchFamily="34" charset="0"/>
                <a:cs typeface="Arial" panose="020B0604020202020204" pitchFamily="34" charset="0"/>
              </a:rPr>
              <a:t>Rolling with Resistance</a:t>
            </a:r>
          </a:p>
          <a:p>
            <a:endParaRPr lang="en-GB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GB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Strategies for Rolling with Resistance</a:t>
            </a:r>
            <a:endParaRPr lang="en-US" spc="1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257175"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  <a:buSzPts val="1000"/>
              <a:buFont typeface="Arial" panose="020B0604020202020204" pitchFamily="34" charset="0"/>
              <a:buChar char="•"/>
              <a:tabLst>
                <a:tab pos="342900" algn="l"/>
              </a:tabLst>
            </a:pPr>
            <a:r>
              <a:rPr lang="en-GB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Recognize and Reflect</a:t>
            </a:r>
            <a:endParaRPr lang="en-US" spc="15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257175"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  <a:buSzPts val="1000"/>
              <a:buFont typeface="Arial" panose="020B0604020202020204" pitchFamily="34" charset="0"/>
              <a:buChar char="•"/>
              <a:tabLst>
                <a:tab pos="342900" algn="l"/>
              </a:tabLst>
            </a:pPr>
            <a:r>
              <a:rPr lang="en-GB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Avoid Direct Refutation</a:t>
            </a:r>
            <a:endParaRPr lang="en-US" spc="15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257175"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  <a:buSzPts val="1000"/>
              <a:buFont typeface="Arial" panose="020B0604020202020204" pitchFamily="34" charset="0"/>
              <a:buChar char="•"/>
              <a:tabLst>
                <a:tab pos="342900" algn="l"/>
              </a:tabLst>
            </a:pPr>
            <a:r>
              <a:rPr lang="en-GB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Use OARS Techniques</a:t>
            </a:r>
            <a:endParaRPr lang="en-US" spc="15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257175"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  <a:buSzPts val="1000"/>
              <a:buFont typeface="Arial" panose="020B0604020202020204" pitchFamily="34" charset="0"/>
              <a:buChar char="•"/>
              <a:tabLst>
                <a:tab pos="342900" algn="l"/>
              </a:tabLst>
            </a:pPr>
            <a:r>
              <a:rPr lang="en-GB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Amplified and Double-Sided Reflections</a:t>
            </a:r>
            <a:endParaRPr lang="en-US" spc="15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257175"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  <a:buSzPts val="1000"/>
              <a:buFont typeface="Arial" panose="020B0604020202020204" pitchFamily="34" charset="0"/>
              <a:buChar char="•"/>
              <a:tabLst>
                <a:tab pos="342900" algn="l"/>
              </a:tabLst>
            </a:pPr>
            <a:r>
              <a:rPr lang="en-GB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Re-emphasize Autonomy</a:t>
            </a:r>
            <a:endParaRPr lang="en-US" spc="15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257175"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  <a:buSzPts val="1000"/>
              <a:buFont typeface="Arial" panose="020B0604020202020204" pitchFamily="34" charset="0"/>
              <a:buChar char="•"/>
              <a:tabLst>
                <a:tab pos="342900" algn="l"/>
              </a:tabLst>
            </a:pPr>
            <a:r>
              <a:rPr lang="en-GB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Shift Focus</a:t>
            </a:r>
            <a:endParaRPr lang="en-US" spc="15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257175"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  <a:buSzPts val="1000"/>
              <a:buFont typeface="Arial" panose="020B0604020202020204" pitchFamily="34" charset="0"/>
              <a:buChar char="•"/>
              <a:tabLst>
                <a:tab pos="342900" algn="l"/>
              </a:tabLst>
            </a:pPr>
            <a:r>
              <a:rPr lang="en-GB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Explore Pros and Cons</a:t>
            </a:r>
            <a:br>
              <a:rPr lang="en-US" spc="15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pc="1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group of people pulling a rope&#10;&#10;Description automatically generated">
            <a:extLst>
              <a:ext uri="{FF2B5EF4-FFF2-40B4-BE49-F238E27FC236}">
                <a16:creationId xmlns:a16="http://schemas.microsoft.com/office/drawing/2014/main" id="{561989C1-FDE4-C2F5-A141-D108AF4B3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17" y="1989233"/>
            <a:ext cx="3122594" cy="312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1812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DB2B4-B1AB-7571-EAD9-5ED881893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580793-BD37-6FA6-219B-73B609EAC200}"/>
              </a:ext>
            </a:extLst>
          </p:cNvPr>
          <p:cNvSpPr txBox="1"/>
          <p:nvPr/>
        </p:nvSpPr>
        <p:spPr>
          <a:xfrm>
            <a:off x="1340298" y="524741"/>
            <a:ext cx="4469920" cy="60007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algn="ctr"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r>
              <a:rPr lang="en-US" sz="2400" b="1" spc="15" dirty="0">
                <a:latin typeface="Arial" panose="020B0604020202020204" pitchFamily="34" charset="0"/>
                <a:cs typeface="Arial" panose="020B0604020202020204" pitchFamily="34" charset="0"/>
              </a:rPr>
              <a:t>The 4 principles of MI</a:t>
            </a:r>
          </a:p>
          <a:p>
            <a:pPr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endParaRPr lang="en-US" spc="1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r>
              <a:rPr lang="en-US" b="1" spc="15" dirty="0">
                <a:latin typeface="Arial" panose="020B0604020202020204" pitchFamily="34" charset="0"/>
                <a:cs typeface="Arial" panose="020B0604020202020204" pitchFamily="34" charset="0"/>
              </a:rPr>
              <a:t>Supporting Self-Efficacy</a:t>
            </a:r>
          </a:p>
          <a:p>
            <a:pPr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endParaRPr lang="en-US" b="1" spc="1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supporting self-efficacy involves helping clients recognize their strengths and past successes, thereby increasing their confidence in making changes.</a:t>
            </a:r>
          </a:p>
          <a:p>
            <a:endParaRPr lang="en-GB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r>
              <a:rPr lang="en-GB" b="1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Techniques for Supporting Self-Efficacy</a:t>
            </a:r>
          </a:p>
          <a:p>
            <a:pPr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endParaRPr lang="en-GB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r>
              <a:rPr lang="en-GB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Express Empathy</a:t>
            </a:r>
          </a:p>
          <a:p>
            <a:pPr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r>
              <a:rPr lang="en-GB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Highlight Past Successes</a:t>
            </a:r>
          </a:p>
          <a:p>
            <a:pPr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r>
              <a:rPr lang="en-GB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Normalize Ambivalence</a:t>
            </a:r>
          </a:p>
          <a:p>
            <a:pPr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r>
              <a:rPr lang="en-GB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Develop Discrepancy</a:t>
            </a:r>
          </a:p>
          <a:p>
            <a:pPr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r>
              <a:rPr lang="en-GB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Encourage Small Steps</a:t>
            </a:r>
          </a:p>
          <a:p>
            <a:endParaRPr lang="en-GB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4" name="Picture 3" descr="A person walking up stairs on a beach&#10;&#10;Description automatically generated">
            <a:extLst>
              <a:ext uri="{FF2B5EF4-FFF2-40B4-BE49-F238E27FC236}">
                <a16:creationId xmlns:a16="http://schemas.microsoft.com/office/drawing/2014/main" id="{A6E3AFC8-6B19-C277-EB0F-D695353FDC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62" r="10363"/>
          <a:stretch/>
        </p:blipFill>
        <p:spPr>
          <a:xfrm>
            <a:off x="4896799" y="857257"/>
            <a:ext cx="4247203" cy="5143493"/>
          </a:xfrm>
          <a:custGeom>
            <a:avLst/>
            <a:gdLst/>
            <a:ahLst/>
            <a:cxnLst/>
            <a:rect l="l" t="t" r="r" b="b"/>
            <a:pathLst>
              <a:path w="5662937" h="6858000">
                <a:moveTo>
                  <a:pt x="598332" y="0"/>
                </a:moveTo>
                <a:lnTo>
                  <a:pt x="5662937" y="0"/>
                </a:lnTo>
                <a:lnTo>
                  <a:pt x="5662937" y="6858000"/>
                </a:lnTo>
                <a:lnTo>
                  <a:pt x="0" y="6858000"/>
                </a:lnTo>
                <a:lnTo>
                  <a:pt x="78957" y="6777438"/>
                </a:lnTo>
                <a:cubicBezTo>
                  <a:pt x="291624" y="6544265"/>
                  <a:pt x="490445" y="6275955"/>
                  <a:pt x="672224" y="5969316"/>
                </a:cubicBezTo>
                <a:cubicBezTo>
                  <a:pt x="914596" y="5515036"/>
                  <a:pt x="1066079" y="5030470"/>
                  <a:pt x="1217562" y="4515619"/>
                </a:cubicBezTo>
                <a:cubicBezTo>
                  <a:pt x="1338748" y="3970483"/>
                  <a:pt x="1399341" y="3516203"/>
                  <a:pt x="1399341" y="3061922"/>
                </a:cubicBezTo>
                <a:cubicBezTo>
                  <a:pt x="1399341" y="1948936"/>
                  <a:pt x="1190579" y="1021447"/>
                  <a:pt x="773055" y="27945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52112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966DD2F-FBF5-41CE-A3F4-565352D95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6172" y="624110"/>
            <a:ext cx="7284749" cy="1280890"/>
          </a:xfrm>
        </p:spPr>
        <p:txBody>
          <a:bodyPr>
            <a:normAutofit/>
          </a:bodyPr>
          <a:lstStyle/>
          <a:p>
            <a:r>
              <a:rPr dirty="0"/>
              <a:t>MI Techniques – OARS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6FCE2B-F2D2-466E-B0AA-8E341DB49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2BD31C98-199A-4722-A1A5-4393A43E7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3A916C-4921-41DC-76F9-50747CB418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8852979"/>
              </p:ext>
            </p:extLst>
          </p:nvPr>
        </p:nvGraphicFramePr>
        <p:xfrm>
          <a:off x="1346172" y="2222983"/>
          <a:ext cx="6740553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12D4-44D1-1409-3E35-FD998EE5D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 Techniques – OARS</a:t>
            </a:r>
          </a:p>
        </p:txBody>
      </p:sp>
      <p:pic>
        <p:nvPicPr>
          <p:cNvPr id="7" name="Online Media 6" title="Motivational Interviewing: Evoking Commitment to Change">
            <a:hlinkClick r:id="" action="ppaction://media"/>
            <a:extLst>
              <a:ext uri="{FF2B5EF4-FFF2-40B4-BE49-F238E27FC236}">
                <a16:creationId xmlns:a16="http://schemas.microsoft.com/office/drawing/2014/main" id="{97DEA0FD-66EE-3557-F1F4-6FFE3557D360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719388" y="2133600"/>
            <a:ext cx="5037137" cy="377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110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ue blot with green text&#10;&#10;AI-generated content may be incorrect.">
            <a:extLst>
              <a:ext uri="{FF2B5EF4-FFF2-40B4-BE49-F238E27FC236}">
                <a16:creationId xmlns:a16="http://schemas.microsoft.com/office/drawing/2014/main" id="{45DA67D8-9880-C2FA-94B2-243C91D852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86269" y="951978"/>
            <a:ext cx="7339648" cy="5285549"/>
          </a:xfrm>
        </p:spPr>
      </p:pic>
    </p:spTree>
    <p:extLst>
      <p:ext uri="{BB962C8B-B14F-4D97-AF65-F5344CB8AC3E}">
        <p14:creationId xmlns:p14="http://schemas.microsoft.com/office/powerpoint/2010/main" val="2039727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E1F9-B4BE-311A-165D-9B00235CC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2F3040-CC9A-E3DF-160E-7B6A7F8BDD0F}"/>
              </a:ext>
            </a:extLst>
          </p:cNvPr>
          <p:cNvSpPr txBox="1"/>
          <p:nvPr/>
        </p:nvSpPr>
        <p:spPr>
          <a:xfrm>
            <a:off x="1351651" y="3894828"/>
            <a:ext cx="6239121" cy="208008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GB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GB" sz="4000" b="1" dirty="0">
                <a:latin typeface="Arial" panose="020B0604020202020204" pitchFamily="34" charset="0"/>
                <a:cs typeface="Arial" panose="020B0604020202020204" pitchFamily="34" charset="0"/>
              </a:rPr>
              <a:t>Motivational Interviewing (MI) in Practice</a:t>
            </a:r>
          </a:p>
          <a:p>
            <a:pPr indent="-171450" algn="ctr" defTabSz="685800">
              <a:lnSpc>
                <a:spcPct val="120000"/>
              </a:lnSpc>
              <a:spcAft>
                <a:spcPts val="600"/>
              </a:spcAft>
              <a:buClr>
                <a:schemeClr val="accent4"/>
              </a:buClr>
              <a:buFont typeface="The Hand Extrablack" panose="03070A02030502020204" pitchFamily="66" charset="0"/>
              <a:buChar char="•"/>
            </a:pPr>
            <a:endParaRPr lang="en-US" sz="4000" spc="1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close-up of a workshop&#10;&#10;Description automatically generated">
            <a:extLst>
              <a:ext uri="{FF2B5EF4-FFF2-40B4-BE49-F238E27FC236}">
                <a16:creationId xmlns:a16="http://schemas.microsoft.com/office/drawing/2014/main" id="{5D99F191-949A-A38A-6EB0-905605692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58786" y="538619"/>
            <a:ext cx="7626427" cy="311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869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id="{7326F4E6-9131-42DA-97B2-0BA8D1E25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B5A23F-7276-435D-91DA-09104D7777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016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F3ECD7F-BF61-4CB1-AA15-464BB771E7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66F1B29-3A08-4DB7-9F92-4C09B3BCF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6172199" cy="6858000"/>
          </a:xfrm>
          <a:prstGeom prst="rect">
            <a:avLst/>
          </a:prstGeom>
          <a:solidFill>
            <a:schemeClr val="bg2">
              <a:lumMod val="1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8" name="Freeform 5">
            <a:extLst>
              <a:ext uri="{FF2B5EF4-FFF2-40B4-BE49-F238E27FC236}">
                <a16:creationId xmlns:a16="http://schemas.microsoft.com/office/drawing/2014/main" id="{44A5AAD1-9616-4E1C-B3AC-E5497A6A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59027"/>
            <a:ext cx="6782018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4CE09A-9F0A-53FB-325D-9403C1D3E92F}"/>
              </a:ext>
            </a:extLst>
          </p:cNvPr>
          <p:cNvSpPr txBox="1"/>
          <p:nvPr/>
        </p:nvSpPr>
        <p:spPr>
          <a:xfrm>
            <a:off x="286292" y="2795939"/>
            <a:ext cx="5359400" cy="157555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557213" lvl="1" indent="-171450">
              <a:spcBef>
                <a:spcPts val="1000"/>
              </a:spcBef>
              <a:buClr>
                <a:schemeClr val="accent1"/>
              </a:buClr>
              <a:buSzPts val="1000"/>
              <a:buFont typeface="Wingdings 3" charset="2"/>
              <a:buChar char=""/>
              <a:tabLst>
                <a:tab pos="685800" algn="l"/>
              </a:tabLst>
            </a:pPr>
            <a:r>
              <a:rPr lang="en-US" sz="2400" spc="15" dirty="0">
                <a:solidFill>
                  <a:srgbClr val="FE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Reinforce lecture content through active practice.</a:t>
            </a:r>
          </a:p>
          <a:p>
            <a:pPr marL="557213" lvl="1" indent="-171450">
              <a:spcBef>
                <a:spcPts val="1000"/>
              </a:spcBef>
              <a:buClr>
                <a:schemeClr val="accent1"/>
              </a:buClr>
              <a:buSzPts val="1000"/>
              <a:buFont typeface="Wingdings 3" charset="2"/>
              <a:buChar char=""/>
              <a:tabLst>
                <a:tab pos="685800" algn="l"/>
              </a:tabLst>
            </a:pPr>
            <a:r>
              <a:rPr lang="en-US" sz="2400" spc="15" dirty="0">
                <a:solidFill>
                  <a:srgbClr val="FE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confidence in using MI techniques with patients.</a:t>
            </a:r>
          </a:p>
        </p:txBody>
      </p:sp>
      <p:pic>
        <p:nvPicPr>
          <p:cNvPr id="7" name="Graphic 6" descr="Teacher">
            <a:extLst>
              <a:ext uri="{FF2B5EF4-FFF2-40B4-BE49-F238E27FC236}">
                <a16:creationId xmlns:a16="http://schemas.microsoft.com/office/drawing/2014/main" id="{8D803FEA-6752-DE1B-6883-627A1460C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34792" y="2837523"/>
            <a:ext cx="2251449" cy="22514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B7DDB3-67F6-E51E-0307-6E65B92AACA7}"/>
              </a:ext>
            </a:extLst>
          </p:cNvPr>
          <p:cNvSpPr txBox="1"/>
          <p:nvPr/>
        </p:nvSpPr>
        <p:spPr>
          <a:xfrm>
            <a:off x="598084" y="90515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171450">
              <a:spcBef>
                <a:spcPts val="1000"/>
              </a:spcBef>
              <a:buClr>
                <a:schemeClr val="accent1"/>
              </a:buClr>
              <a:buSzPts val="1000"/>
              <a:buFont typeface="Wingdings 3" charset="2"/>
              <a:buChar char=""/>
              <a:tabLst>
                <a:tab pos="342900" algn="l"/>
              </a:tabLst>
            </a:pPr>
            <a:r>
              <a:rPr lang="en-US" b="1" spc="15" dirty="0">
                <a:solidFill>
                  <a:srgbClr val="FEFFFF"/>
                </a:solidFill>
              </a:rPr>
              <a:t>Objectives of the Workshop</a:t>
            </a:r>
            <a:r>
              <a:rPr lang="en-US" spc="15" dirty="0">
                <a:solidFill>
                  <a:srgbClr val="FEFFFF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7198462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CD25866-F15D-40A4-AEC5-47C044637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DCB8E995-36E8-40B6-82D4-F52DE2987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DF54AEB5-68B5-46AE-B8F0-EEBE5DFED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E3F708CB-F094-4EE7-8AD5-A462F1DF8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ECFCFB22-E8B5-4FAC-A354-E7E0CE6F2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ED1DB3B4-A6DC-476F-986E-DF361EE84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4EE13DFA-3489-4DE6-9154-34D9CB40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5CD12D51-F9A8-4CC9-B9C9-206EAFD8C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266B326C-1178-40F9-A265-6067D363B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12F3B319-F00B-4755-BC54-95511E21D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3079D7BD-8A3F-47F6-8407-D9DA96FF3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1F97C31C-8585-43FB-924B-8ADD65123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A33E1C89-7E74-49BF-A5D1-9A352ED03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C4A17ED-96AA-44A6-A050-E1A7A1CDD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23" name="Freeform 27">
              <a:extLst>
                <a:ext uri="{FF2B5EF4-FFF2-40B4-BE49-F238E27FC236}">
                  <a16:creationId xmlns:a16="http://schemas.microsoft.com/office/drawing/2014/main" id="{FBB2A87E-3E24-4A6F-9FD8-0F1436D4D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257F945B-2AA3-4328-BFF5-20DE64011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id="{E1A7230F-6A6F-403C-9D83-7176E2852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E33E315A-9CB0-460E-A8B7-0A064BBF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22CAAD33-CFAD-4E61-82AE-0C6F8385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1A20E13C-2540-4000-A13B-8F781100E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Freeform 33">
              <a:extLst>
                <a:ext uri="{FF2B5EF4-FFF2-40B4-BE49-F238E27FC236}">
                  <a16:creationId xmlns:a16="http://schemas.microsoft.com/office/drawing/2014/main" id="{51EF0A01-E03D-448B-B12E-D5BFC6D0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id="{58286A03-168E-477B-8876-2C53E4950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3DFFC705-1899-4E4C-AE76-F85BAF2F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01C9598D-BDF6-4A24-83B6-4DCA4D134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Freeform 37">
              <a:extLst>
                <a:ext uri="{FF2B5EF4-FFF2-40B4-BE49-F238E27FC236}">
                  <a16:creationId xmlns:a16="http://schemas.microsoft.com/office/drawing/2014/main" id="{950C8213-67CD-4DEF-AA44-8BB31013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2016FE1D-E3EB-4CF6-809B-159872CC7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CE6C63DC-BAE4-42B6-8FDF-F6467C2D2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8" name="Freeform 11">
            <a:extLst>
              <a:ext uri="{FF2B5EF4-FFF2-40B4-BE49-F238E27FC236}">
                <a16:creationId xmlns:a16="http://schemas.microsoft.com/office/drawing/2014/main" id="{BFE4781A-41C7-4F27-8792-A74EFB8E5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0A46F010-D160-4609-8979-FFD8C1EA6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1B8C4F6-C3AC-4C94-8EC7-E4F7B7E9C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3863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B789310-9859-4942-98C8-3D2F12AAA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id="{FE9E5460-2AA9-4786-B69C-23DBEF356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E344A2AF-3860-4427-B13E-98021C17AB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id="{DDBDD44E-1DC0-48AB-8FEC-E098D9197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3151FF3E-5E3F-4D82-A684-0003BACEA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9" name="Freeform 15">
              <a:extLst>
                <a:ext uri="{FF2B5EF4-FFF2-40B4-BE49-F238E27FC236}">
                  <a16:creationId xmlns:a16="http://schemas.microsoft.com/office/drawing/2014/main" id="{C6CBF27E-7F0C-4489-95A7-82DE1C046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233BE304-221E-425E-A484-4B2E5F405B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10D5734E-EAEA-4A08-86A9-39BD5563E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4D47FE86-98D1-4E35-86E4-16E9A19A6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F00661F9-B224-4DB1-8EFB-ABF9402BDE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679DCB4E-8D36-4B7A-AF0C-8399F113A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4FAD51F6-D24C-4FD6-BEAE-41F0E5A825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87AC773F-6D31-458A-9DD7-76566C8A9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F1CEC7A-E419-4950-AA57-B00546C29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59" name="Freeform 27">
              <a:extLst>
                <a:ext uri="{FF2B5EF4-FFF2-40B4-BE49-F238E27FC236}">
                  <a16:creationId xmlns:a16="http://schemas.microsoft.com/office/drawing/2014/main" id="{7AE7DCD1-5235-45E8-B229-15A3E3962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0" name="Freeform 28">
              <a:extLst>
                <a:ext uri="{FF2B5EF4-FFF2-40B4-BE49-F238E27FC236}">
                  <a16:creationId xmlns:a16="http://schemas.microsoft.com/office/drawing/2014/main" id="{C82E58C3-65A5-4079-BF94-E675AA410C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1" name="Freeform 29">
              <a:extLst>
                <a:ext uri="{FF2B5EF4-FFF2-40B4-BE49-F238E27FC236}">
                  <a16:creationId xmlns:a16="http://schemas.microsoft.com/office/drawing/2014/main" id="{7AABE1FA-6DC8-4A47-AC5C-F05B9C111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2" name="Freeform 30">
              <a:extLst>
                <a:ext uri="{FF2B5EF4-FFF2-40B4-BE49-F238E27FC236}">
                  <a16:creationId xmlns:a16="http://schemas.microsoft.com/office/drawing/2014/main" id="{17BB7298-8900-4C67-B800-BD241F019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Freeform 31">
              <a:extLst>
                <a:ext uri="{FF2B5EF4-FFF2-40B4-BE49-F238E27FC236}">
                  <a16:creationId xmlns:a16="http://schemas.microsoft.com/office/drawing/2014/main" id="{EE3442F8-53C2-490C-94EF-E423ECB95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4" name="Freeform 32">
              <a:extLst>
                <a:ext uri="{FF2B5EF4-FFF2-40B4-BE49-F238E27FC236}">
                  <a16:creationId xmlns:a16="http://schemas.microsoft.com/office/drawing/2014/main" id="{3DBEA916-8B10-493A-8CBF-9B5FA2A4A0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5" name="Freeform 33">
              <a:extLst>
                <a:ext uri="{FF2B5EF4-FFF2-40B4-BE49-F238E27FC236}">
                  <a16:creationId xmlns:a16="http://schemas.microsoft.com/office/drawing/2014/main" id="{248DB27B-F9EA-4F81-A746-7D57B768E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6" name="Freeform 34">
              <a:extLst>
                <a:ext uri="{FF2B5EF4-FFF2-40B4-BE49-F238E27FC236}">
                  <a16:creationId xmlns:a16="http://schemas.microsoft.com/office/drawing/2014/main" id="{998E5C90-2A81-4013-AE09-2023B4407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7" name="Freeform 35">
              <a:extLst>
                <a:ext uri="{FF2B5EF4-FFF2-40B4-BE49-F238E27FC236}">
                  <a16:creationId xmlns:a16="http://schemas.microsoft.com/office/drawing/2014/main" id="{86A8318B-7607-4519-8EEB-C7DD509653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8" name="Freeform 36">
              <a:extLst>
                <a:ext uri="{FF2B5EF4-FFF2-40B4-BE49-F238E27FC236}">
                  <a16:creationId xmlns:a16="http://schemas.microsoft.com/office/drawing/2014/main" id="{5009FB1B-4865-45DB-8727-F012E3ACA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9" name="Freeform 37">
              <a:extLst>
                <a:ext uri="{FF2B5EF4-FFF2-40B4-BE49-F238E27FC236}">
                  <a16:creationId xmlns:a16="http://schemas.microsoft.com/office/drawing/2014/main" id="{5B209B64-3A98-4B1A-857A-2368AFED6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0" name="Freeform 38">
              <a:extLst>
                <a:ext uri="{FF2B5EF4-FFF2-40B4-BE49-F238E27FC236}">
                  <a16:creationId xmlns:a16="http://schemas.microsoft.com/office/drawing/2014/main" id="{EB3B5D03-7AE3-411C-A820-6844E7D0C6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2" name="Freeform 11">
            <a:extLst>
              <a:ext uri="{FF2B5EF4-FFF2-40B4-BE49-F238E27FC236}">
                <a16:creationId xmlns:a16="http://schemas.microsoft.com/office/drawing/2014/main" id="{91328346-8BAD-4616-B50B-5CFDA5648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411452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E26D66-71DA-605C-56DB-B6DB41A5BD74}"/>
              </a:ext>
            </a:extLst>
          </p:cNvPr>
          <p:cNvSpPr txBox="1"/>
          <p:nvPr/>
        </p:nvSpPr>
        <p:spPr>
          <a:xfrm>
            <a:off x="2501442" y="914024"/>
            <a:ext cx="6098663" cy="37776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Outcomes</a:t>
            </a:r>
          </a:p>
          <a:p>
            <a:pPr>
              <a:spcBef>
                <a:spcPts val="1000"/>
              </a:spcBef>
              <a:buClr>
                <a:schemeClr val="accent1"/>
              </a:buClr>
            </a:pP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the end of the workshop, students should be able to:</a:t>
            </a:r>
          </a:p>
          <a:p>
            <a:pPr marL="257175" indent="-257175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tabLst>
                <a:tab pos="342900" algn="l"/>
              </a:tabLst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Confidently apply MI principles and tools in patient interactions.</a:t>
            </a:r>
          </a:p>
          <a:p>
            <a:pPr marL="257175" indent="-257175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tabLst>
                <a:tab pos="342900" algn="l"/>
              </a:tabLst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 patient ambivalence using specific MI strategies.</a:t>
            </a:r>
          </a:p>
          <a:p>
            <a:pPr marL="257175" indent="-257175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tabLst>
                <a:tab pos="342900" algn="l"/>
              </a:tabLst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tailored MI-based interventions for real-world scenarios.</a:t>
            </a:r>
          </a:p>
        </p:txBody>
      </p:sp>
    </p:spTree>
    <p:extLst>
      <p:ext uri="{BB962C8B-B14F-4D97-AF65-F5344CB8AC3E}">
        <p14:creationId xmlns:p14="http://schemas.microsoft.com/office/powerpoint/2010/main" val="25900071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qr code on a blue background&#10;&#10;AI-generated content may be incorrect.">
            <a:extLst>
              <a:ext uri="{FF2B5EF4-FFF2-40B4-BE49-F238E27FC236}">
                <a16:creationId xmlns:a16="http://schemas.microsoft.com/office/drawing/2014/main" id="{7005CABA-99A3-5E7F-9189-C28D39FADD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9662" y="2082800"/>
            <a:ext cx="4384675" cy="438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6B3B50-8971-6A9A-4265-28DA20BC22AD}"/>
              </a:ext>
            </a:extLst>
          </p:cNvPr>
          <p:cNvSpPr txBox="1"/>
          <p:nvPr/>
        </p:nvSpPr>
        <p:spPr>
          <a:xfrm>
            <a:off x="1847850" y="990600"/>
            <a:ext cx="5448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Scane the code and Answer the question base on What we have learnt today</a:t>
            </a:r>
          </a:p>
        </p:txBody>
      </p:sp>
    </p:spTree>
    <p:extLst>
      <p:ext uri="{BB962C8B-B14F-4D97-AF65-F5344CB8AC3E}">
        <p14:creationId xmlns:p14="http://schemas.microsoft.com/office/powerpoint/2010/main" val="2553616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The Ineffective Physician: Non-Motivational Approach">
            <a:hlinkClick r:id="" action="ppaction://media"/>
            <a:extLst>
              <a:ext uri="{FF2B5EF4-FFF2-40B4-BE49-F238E27FC236}">
                <a16:creationId xmlns:a16="http://schemas.microsoft.com/office/drawing/2014/main" id="{005F1775-08AC-D7E8-4761-49EB5944F73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994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The Effective Physician  Motivational Interviewing Demonstration">
            <a:hlinkClick r:id="" action="ppaction://media"/>
            <a:extLst>
              <a:ext uri="{FF2B5EF4-FFF2-40B4-BE49-F238E27FC236}">
                <a16:creationId xmlns:a16="http://schemas.microsoft.com/office/drawing/2014/main" id="{FD735A36-9D5C-BF9C-E5A7-1D0BD6D020A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642938"/>
            <a:ext cx="9144000" cy="516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78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CA30D-A235-7780-1310-5EFBF2B7B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AFE9E7-124E-AEFF-60E3-C7D0EB0E0CDD}"/>
              </a:ext>
            </a:extLst>
          </p:cNvPr>
          <p:cNvSpPr txBox="1"/>
          <p:nvPr/>
        </p:nvSpPr>
        <p:spPr>
          <a:xfrm>
            <a:off x="1005788" y="1328707"/>
            <a:ext cx="6091829" cy="44943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r>
              <a:rPr lang="en-GB"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Activity (15 minutes)</a:t>
            </a:r>
          </a:p>
          <a:p>
            <a:pPr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endParaRPr lang="en-GB" b="1" spc="15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r>
              <a:rPr lang="en-GB" b="1" spc="15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Divide yourself in Group of 3, </a:t>
            </a:r>
          </a:p>
          <a:p>
            <a:pPr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endParaRPr lang="en-GB" b="1" spc="15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r>
              <a:rPr lang="en-GB" b="1" spc="15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You have 15 minutes to prepare for the MI interview according to your role in this activity.</a:t>
            </a:r>
          </a:p>
          <a:p>
            <a:pPr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endParaRPr lang="en-GB" b="1" spc="15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r>
              <a:rPr lang="en-GB" b="1" spc="15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Discus and create Open Ended questions using given scenario</a:t>
            </a:r>
          </a:p>
          <a:p>
            <a:pPr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endParaRPr lang="en-GB" b="1" spc="15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r>
              <a:rPr lang="en-GB" b="1" spc="15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and close Ended Questions </a:t>
            </a:r>
          </a:p>
          <a:p>
            <a:pPr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endParaRPr lang="en-GB" b="1" spc="15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defTabSz="685800">
              <a:lnSpc>
                <a:spcPct val="110000"/>
              </a:lnSpc>
              <a:spcAft>
                <a:spcPts val="600"/>
              </a:spcAft>
              <a:buClr>
                <a:schemeClr val="accent4"/>
              </a:buClr>
            </a:pPr>
            <a:r>
              <a:rPr lang="en-GB" b="1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Resolving Ambivalence Using Scaling Questions</a:t>
            </a:r>
            <a:r>
              <a:rPr lang="en-GB" b="1" kern="0" spc="15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GB" b="1" dirty="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4220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AB831-1561-02AE-6F9D-45EF857EA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F77F4E-BED8-D4CD-C6F4-61DD4A1326BF}"/>
              </a:ext>
            </a:extLst>
          </p:cNvPr>
          <p:cNvSpPr txBox="1"/>
          <p:nvPr/>
        </p:nvSpPr>
        <p:spPr>
          <a:xfrm>
            <a:off x="1087150" y="1110110"/>
            <a:ext cx="7917149" cy="502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GB" sz="2800" b="1" kern="0" dirty="0">
                <a:latin typeface="Abadi" panose="020B0604020104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Activity: 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GB" sz="2100" b="1" kern="0" dirty="0">
              <a:latin typeface="Abadi" panose="020B0604020104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GB" sz="2400" b="1" kern="0" dirty="0">
                <a:latin typeface="Abadi" panose="020B0604020104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Guided Role-Play of the OARS Framework</a:t>
            </a:r>
            <a:endParaRPr lang="en-GB" sz="2400" kern="100" dirty="0">
              <a:latin typeface="Abadi" panose="020B0604020104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57175" indent="-257175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342900" algn="l"/>
              </a:tabLst>
            </a:pPr>
            <a:r>
              <a:rPr lang="en-GB" sz="2100" kern="0" dirty="0">
                <a:latin typeface="Abadi" panose="020B0604020104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Divide yourself into groups of three</a:t>
            </a:r>
            <a:endParaRPr lang="en-GB" sz="2100" kern="100" dirty="0">
              <a:latin typeface="Abadi" panose="020B0604020104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557213" lvl="1" indent="-214313">
              <a:lnSpc>
                <a:spcPct val="115000"/>
              </a:lnSpc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GB" sz="2100" b="1" kern="0" dirty="0">
                <a:latin typeface="Abadi" panose="020B06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Role 1</a:t>
            </a:r>
            <a:r>
              <a:rPr lang="en-GB" sz="2100" kern="0" dirty="0">
                <a:latin typeface="Abadi" panose="020B06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the </a:t>
            </a:r>
            <a:r>
              <a:rPr lang="en-GB" sz="2100" i="1" kern="0" dirty="0">
                <a:latin typeface="Abadi" panose="020B06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therapist</a:t>
            </a:r>
            <a:r>
              <a:rPr lang="en-GB" sz="2100" kern="0" dirty="0">
                <a:latin typeface="Abadi" panose="020B06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practicing MI.</a:t>
            </a:r>
            <a:endParaRPr lang="en-GB" sz="2100" kern="100" dirty="0">
              <a:latin typeface="Abadi" panose="020B0604020104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557213" lvl="1" indent="-214313">
              <a:lnSpc>
                <a:spcPct val="115000"/>
              </a:lnSpc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GB" sz="2100" b="1" kern="0" dirty="0">
                <a:latin typeface="Abadi" panose="020B06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Role 2</a:t>
            </a:r>
            <a:r>
              <a:rPr lang="en-GB" sz="2100" kern="0" dirty="0">
                <a:latin typeface="Abadi" panose="020B06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2100" i="1" kern="0" dirty="0">
                <a:latin typeface="Abadi" panose="020B06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Patient</a:t>
            </a:r>
            <a:r>
              <a:rPr lang="en-GB" sz="2100" kern="0" dirty="0">
                <a:latin typeface="Abadi" panose="020B06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based on a provided scenario.</a:t>
            </a:r>
            <a:endParaRPr lang="en-GB" sz="2100" kern="100" dirty="0">
              <a:latin typeface="Abadi" panose="020B0604020104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557213" lvl="1" indent="-214313">
              <a:lnSpc>
                <a:spcPct val="115000"/>
              </a:lnSpc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GB" sz="2100" b="1" kern="0" dirty="0">
                <a:latin typeface="Abadi" panose="020B06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Role 3</a:t>
            </a:r>
            <a:r>
              <a:rPr lang="en-GB" sz="2100" kern="0" dirty="0">
                <a:latin typeface="Abadi" panose="020B06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2100" i="1" kern="0" dirty="0">
                <a:latin typeface="Abadi" panose="020B06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Observer</a:t>
            </a:r>
            <a:r>
              <a:rPr lang="en-GB" sz="2100" kern="0" dirty="0">
                <a:latin typeface="Abadi" panose="020B06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providing feedback on MI technique usage.</a:t>
            </a:r>
          </a:p>
          <a:p>
            <a:pPr marL="557213" lvl="1" indent="-214313">
              <a:lnSpc>
                <a:spcPct val="115000"/>
              </a:lnSpc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GB" sz="2100" kern="0" dirty="0">
                <a:latin typeface="Abadi" panose="020B06040201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 minute each role</a:t>
            </a:r>
            <a:endParaRPr lang="en-GB" sz="2100" kern="100" dirty="0">
              <a:latin typeface="Abadi" panose="020B0604020104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342900" algn="l"/>
              </a:tabLst>
            </a:pPr>
            <a:r>
              <a:rPr lang="en-GB" sz="2100" b="1" kern="0" dirty="0">
                <a:latin typeface="Abadi" panose="020B0604020104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Scenario Assignments</a:t>
            </a:r>
            <a:r>
              <a:rPr lang="en-GB" sz="2100" kern="0" dirty="0">
                <a:latin typeface="Abadi" panose="020B0604020104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Each group gets a unique case from the scenarios shared earlier.</a:t>
            </a:r>
          </a:p>
          <a:p>
            <a:pPr marL="257175" indent="-257175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342900" algn="l"/>
              </a:tabLst>
            </a:pPr>
            <a:r>
              <a:rPr lang="en-GB" sz="2100" b="1" kern="0" dirty="0">
                <a:latin typeface="Abadi" panose="020B0604020104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Skill Practice: OARS in Action (30 Minutes)</a:t>
            </a:r>
            <a:endParaRPr lang="en-GB" sz="2100" kern="100" dirty="0">
              <a:latin typeface="Abadi" panose="020B0604020104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31282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F3BB69-3DC0-BA27-F1EF-B523B3806C88}"/>
              </a:ext>
            </a:extLst>
          </p:cNvPr>
          <p:cNvSpPr txBox="1"/>
          <p:nvPr/>
        </p:nvSpPr>
        <p:spPr>
          <a:xfrm>
            <a:off x="1362038" y="1162257"/>
            <a:ext cx="6959217" cy="4533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-256032" algn="l" rtl="0" eaLnBrk="1" latinLnBrk="0" hangingPunct="1">
              <a:lnSpc>
                <a:spcPct val="115000"/>
              </a:lnSpc>
              <a:spcAft>
                <a:spcPts val="600"/>
              </a:spcAft>
              <a:buNone/>
            </a:pPr>
            <a:r>
              <a:rPr lang="en-GB" sz="2100" b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Debrief Questions for Each Pair</a:t>
            </a:r>
            <a:endParaRPr lang="en-GB" sz="21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56032" indent="-256032" algn="l" rtl="0" eaLnBrk="1" latinLnBrk="0" hangingPunct="1">
              <a:lnSpc>
                <a:spcPct val="115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GB" sz="21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Which motivational interviewing (MI) techniques were effectively applied by the physiotherapist?</a:t>
            </a:r>
          </a:p>
          <a:p>
            <a:pPr marL="256032" indent="-256032" algn="l" rtl="0" eaLnBrk="1" latinLnBrk="0" hangingPunct="1">
              <a:lnSpc>
                <a:spcPct val="115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GB" sz="21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How did the patient react to these techniques?</a:t>
            </a:r>
          </a:p>
          <a:p>
            <a:pPr marL="256032" indent="-256032" algn="l" rtl="0" eaLnBrk="1" latinLnBrk="0" hangingPunct="1">
              <a:lnSpc>
                <a:spcPct val="115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GB" sz="21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What alternative approaches could the physiotherapist adopt to enhance the interaction?</a:t>
            </a:r>
          </a:p>
          <a:p>
            <a:pPr algn="l" rtl="0" eaLnBrk="1" latinLnBrk="0" hangingPunct="1">
              <a:lnSpc>
                <a:spcPct val="115000"/>
              </a:lnSpc>
              <a:spcAft>
                <a:spcPts val="600"/>
              </a:spcAft>
            </a:pPr>
            <a:endParaRPr lang="en-GB" sz="21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56032" indent="-256032" algn="l" rtl="0" eaLnBrk="1" latinLnBrk="0" hangingPunct="1">
              <a:lnSpc>
                <a:spcPct val="115000"/>
              </a:lnSpc>
              <a:spcAft>
                <a:spcPts val="600"/>
              </a:spcAft>
              <a:buFont typeface="+mj-lt"/>
              <a:buAutoNum type="arabicPeriod" startAt="4"/>
            </a:pPr>
            <a:r>
              <a:rPr lang="en-GB" sz="21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Assign a score from 1 to 10 for each question, providing a rationale for the rating, including what was successful, what challenges arose, and suggestions for improvement.</a:t>
            </a:r>
            <a:endParaRPr lang="en-GB" sz="2100" kern="1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9445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957" y="1413189"/>
            <a:ext cx="6589199" cy="819778"/>
          </a:xfrm>
        </p:spPr>
        <p:txBody>
          <a:bodyPr>
            <a:normAutofit/>
          </a:bodyPr>
          <a:lstStyle/>
          <a:p>
            <a:r>
              <a:rPr lang="en-GB" dirty="0"/>
              <a:t>References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315" y="2413000"/>
            <a:ext cx="8382685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dirty="0"/>
              <a:t>Taylor, S. E. (2018). Health Psychology (10th ed.). New York, NY: McGraw-Hill Education. This edition, a paperback, has an ISBN of 978-1-259-87047-7 </a:t>
            </a:r>
          </a:p>
          <a:p>
            <a:pPr marL="0" indent="0">
              <a:buNone/>
            </a:pPr>
            <a:r>
              <a:rPr dirty="0"/>
              <a:t> </a:t>
            </a:r>
            <a:r>
              <a:rPr lang="en-GB" dirty="0"/>
              <a:t>Rollnick, S., Miller, W.R. and Butler, C.C. (2008) Motivational Interviewing in Health Care: Helping Patients Change </a:t>
            </a:r>
            <a:r>
              <a:rPr lang="en-GB" dirty="0" err="1"/>
              <a:t>Behavior</a:t>
            </a:r>
            <a:r>
              <a:rPr lang="en-GB" dirty="0"/>
              <a:t>. Guilford Press, New York, US.</a:t>
            </a:r>
            <a:endParaRPr dirty="0"/>
          </a:p>
          <a:p>
            <a:pPr marL="0" indent="0">
              <a:buNone/>
            </a:pPr>
            <a:r>
              <a:rPr lang="en-GB" dirty="0"/>
              <a:t>World Health Organization (2003) Adherence to Long-Term Therapies: Evidence for Action. 1-198.</a:t>
            </a:r>
            <a:br>
              <a:rPr lang="en-GB" dirty="0"/>
            </a:br>
            <a:r>
              <a:rPr lang="en-GB" dirty="0"/>
              <a:t>http://apps.who.int/iris/bitstream/10665/42682/1/9241545992.pdf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2466</TotalTime>
  <Words>1037</Words>
  <Application>Microsoft Office PowerPoint</Application>
  <PresentationFormat>On-screen Show (4:3)</PresentationFormat>
  <Paragraphs>209</Paragraphs>
  <Slides>34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Abadi</vt:lpstr>
      <vt:lpstr>Aptos</vt:lpstr>
      <vt:lpstr>Arial</vt:lpstr>
      <vt:lpstr>Century Gothic</vt:lpstr>
      <vt:lpstr>Courier New</vt:lpstr>
      <vt:lpstr>Symbol</vt:lpstr>
      <vt:lpstr>The Hand Extrablack</vt:lpstr>
      <vt:lpstr>Wingdings 3</vt:lpstr>
      <vt:lpstr>Wisp</vt:lpstr>
      <vt:lpstr>   Adherence to Treatment and Determinants (Motivational Interviewing)  Lubna Syed  Module PT5050</vt:lpstr>
      <vt:lpstr>Learning Outcomes</vt:lpstr>
      <vt:lpstr>What is Treatment Adherence?</vt:lpstr>
      <vt:lpstr>Factors Influencing Adherence (Overview)</vt:lpstr>
      <vt:lpstr>Biological &amp; Clinical Factors</vt:lpstr>
      <vt:lpstr>Psychological Factors</vt:lpstr>
      <vt:lpstr>Social &amp; Environmental Factors</vt:lpstr>
      <vt:lpstr>Healthcare Provider &amp; System Factors</vt:lpstr>
      <vt:lpstr>Motivation &amp; Health Behaviors</vt:lpstr>
      <vt:lpstr>Health Belief Model (HBM)</vt:lpstr>
      <vt:lpstr>Self-Determination Theory (SDT)</vt:lpstr>
      <vt:lpstr>Transtheoretical Model (Stages of Change)</vt:lpstr>
      <vt:lpstr>From Theory to Practice</vt:lpstr>
      <vt:lpstr>Motivational Interviewing (MI)</vt:lpstr>
      <vt:lpstr>Core Principles of MI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 Techniques – OARS</vt:lpstr>
      <vt:lpstr>MI Techniques – OARS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Lubna Syed</dc:creator>
  <cp:keywords/>
  <dc:description>generated using python-pptx</dc:description>
  <cp:lastModifiedBy>Lubna Syed</cp:lastModifiedBy>
  <cp:revision>9</cp:revision>
  <dcterms:created xsi:type="dcterms:W3CDTF">2013-01-27T09:14:16Z</dcterms:created>
  <dcterms:modified xsi:type="dcterms:W3CDTF">2025-09-30T06:12:31Z</dcterms:modified>
  <cp:category/>
</cp:coreProperties>
</file>