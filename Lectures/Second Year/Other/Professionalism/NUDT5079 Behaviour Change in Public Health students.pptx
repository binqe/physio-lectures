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4"/>
    <p:sldMasterId id="2147483705" r:id="rId5"/>
  </p:sldMasterIdLst>
  <p:notesMasterIdLst>
    <p:notesMasterId r:id="rId30"/>
  </p:notesMasterIdLst>
  <p:sldIdLst>
    <p:sldId id="553" r:id="rId6"/>
    <p:sldId id="570" r:id="rId7"/>
    <p:sldId id="571" r:id="rId8"/>
    <p:sldId id="498" r:id="rId9"/>
    <p:sldId id="574" r:id="rId10"/>
    <p:sldId id="575" r:id="rId11"/>
    <p:sldId id="567" r:id="rId12"/>
    <p:sldId id="259" r:id="rId13"/>
    <p:sldId id="260" r:id="rId14"/>
    <p:sldId id="263" r:id="rId15"/>
    <p:sldId id="266" r:id="rId16"/>
    <p:sldId id="586" r:id="rId17"/>
    <p:sldId id="258" r:id="rId18"/>
    <p:sldId id="585" r:id="rId19"/>
    <p:sldId id="526" r:id="rId20"/>
    <p:sldId id="577" r:id="rId21"/>
    <p:sldId id="589" r:id="rId22"/>
    <p:sldId id="273" r:id="rId23"/>
    <p:sldId id="581" r:id="rId24"/>
    <p:sldId id="488" r:id="rId25"/>
    <p:sldId id="547" r:id="rId26"/>
    <p:sldId id="587" r:id="rId27"/>
    <p:sldId id="573" r:id="rId28"/>
    <p:sldId id="58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14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8" Type="http://schemas.openxmlformats.org/officeDocument/2006/relationships/slide" Target="slides/slide3.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C1A66C-217F-4BA9-B012-317E2D500860}" type="doc">
      <dgm:prSet loTypeId="urn:microsoft.com/office/officeart/2018/2/layout/IconVerticalSolidList" loCatId="icon" qsTypeId="urn:microsoft.com/office/officeart/2005/8/quickstyle/simple4" qsCatId="simple" csTypeId="urn:microsoft.com/office/officeart/2018/5/colors/Iconchunking_neutralbg_colorful1" csCatId="colorful" phldr="1"/>
      <dgm:spPr/>
      <dgm:t>
        <a:bodyPr/>
        <a:lstStyle/>
        <a:p>
          <a:endParaRPr lang="en-US"/>
        </a:p>
      </dgm:t>
    </dgm:pt>
    <dgm:pt modelId="{5F91C68E-FC1D-402B-8A2E-07CAC1D2B1D9}">
      <dgm:prSet custT="1"/>
      <dgm:spPr/>
      <dgm:t>
        <a:bodyPr/>
        <a:lstStyle/>
        <a:p>
          <a:r>
            <a:rPr lang="en-GB" sz="2800">
              <a:latin typeface="Arial" panose="020B0604020202020204" pitchFamily="34" charset="0"/>
              <a:cs typeface="Arial" panose="020B0604020202020204" pitchFamily="34" charset="0"/>
            </a:rPr>
            <a:t>If we do not smoke…</a:t>
          </a:r>
          <a:endParaRPr lang="en-US" sz="2800">
            <a:latin typeface="Arial" panose="020B0604020202020204" pitchFamily="34" charset="0"/>
            <a:cs typeface="Arial" panose="020B0604020202020204" pitchFamily="34" charset="0"/>
          </a:endParaRPr>
        </a:p>
      </dgm:t>
    </dgm:pt>
    <dgm:pt modelId="{428C82F9-25E4-4C46-BE89-F0BA794A0576}" type="parTrans" cxnId="{7F8E912F-3D18-4409-955C-E7780AC42E4A}">
      <dgm:prSet/>
      <dgm:spPr/>
      <dgm:t>
        <a:bodyPr/>
        <a:lstStyle/>
        <a:p>
          <a:endParaRPr lang="en-US"/>
        </a:p>
      </dgm:t>
    </dgm:pt>
    <dgm:pt modelId="{B592B251-8255-4649-AEED-3629710ECF6E}" type="sibTrans" cxnId="{7F8E912F-3D18-4409-955C-E7780AC42E4A}">
      <dgm:prSet/>
      <dgm:spPr/>
      <dgm:t>
        <a:bodyPr/>
        <a:lstStyle/>
        <a:p>
          <a:endParaRPr lang="en-US"/>
        </a:p>
      </dgm:t>
    </dgm:pt>
    <dgm:pt modelId="{BC3F65CD-3AFE-4BC5-9498-3CA447B7D8A5}">
      <dgm:prSet custT="1"/>
      <dgm:spPr/>
      <dgm:t>
        <a:bodyPr/>
        <a:lstStyle/>
        <a:p>
          <a:r>
            <a:rPr lang="en-GB" sz="2800">
              <a:latin typeface="Arial" panose="020B0604020202020204" pitchFamily="34" charset="0"/>
              <a:cs typeface="Arial" panose="020B0604020202020204" pitchFamily="34" charset="0"/>
            </a:rPr>
            <a:t>Do not drink or drink less…</a:t>
          </a:r>
          <a:endParaRPr lang="en-US" sz="2800">
            <a:latin typeface="Arial" panose="020B0604020202020204" pitchFamily="34" charset="0"/>
            <a:cs typeface="Arial" panose="020B0604020202020204" pitchFamily="34" charset="0"/>
          </a:endParaRPr>
        </a:p>
      </dgm:t>
    </dgm:pt>
    <dgm:pt modelId="{AFACE0D6-6D6B-4A94-83B8-4A0AB6B1F82B}" type="parTrans" cxnId="{E6DC8E8A-33D0-4BA2-A3D9-A476BACDCA29}">
      <dgm:prSet/>
      <dgm:spPr/>
      <dgm:t>
        <a:bodyPr/>
        <a:lstStyle/>
        <a:p>
          <a:endParaRPr lang="en-US"/>
        </a:p>
      </dgm:t>
    </dgm:pt>
    <dgm:pt modelId="{872E5CE2-AE91-426F-8677-E3E0E75860CC}" type="sibTrans" cxnId="{E6DC8E8A-33D0-4BA2-A3D9-A476BACDCA29}">
      <dgm:prSet/>
      <dgm:spPr/>
      <dgm:t>
        <a:bodyPr/>
        <a:lstStyle/>
        <a:p>
          <a:endParaRPr lang="en-US"/>
        </a:p>
      </dgm:t>
    </dgm:pt>
    <dgm:pt modelId="{8AC067D6-837A-48F0-8ED1-6DA7C4A78F68}">
      <dgm:prSet custT="1"/>
      <dgm:spPr/>
      <dgm:t>
        <a:bodyPr/>
        <a:lstStyle/>
        <a:p>
          <a:r>
            <a:rPr lang="en-GB" sz="2800">
              <a:latin typeface="Arial" panose="020B0604020202020204" pitchFamily="34" charset="0"/>
              <a:cs typeface="Arial" panose="020B0604020202020204" pitchFamily="34" charset="0"/>
            </a:rPr>
            <a:t>Eat healthier diets....</a:t>
          </a:r>
          <a:endParaRPr lang="en-US" sz="2800">
            <a:latin typeface="Arial" panose="020B0604020202020204" pitchFamily="34" charset="0"/>
            <a:cs typeface="Arial" panose="020B0604020202020204" pitchFamily="34" charset="0"/>
          </a:endParaRPr>
        </a:p>
      </dgm:t>
    </dgm:pt>
    <dgm:pt modelId="{6146A3D9-86D6-4849-AF5F-D8AC93475853}" type="parTrans" cxnId="{0E00500C-55D5-4F48-B187-519A287175AF}">
      <dgm:prSet/>
      <dgm:spPr/>
      <dgm:t>
        <a:bodyPr/>
        <a:lstStyle/>
        <a:p>
          <a:endParaRPr lang="en-US"/>
        </a:p>
      </dgm:t>
    </dgm:pt>
    <dgm:pt modelId="{06FABABD-89A7-4975-99A0-BBE4800CC1E2}" type="sibTrans" cxnId="{0E00500C-55D5-4F48-B187-519A287175AF}">
      <dgm:prSet/>
      <dgm:spPr/>
      <dgm:t>
        <a:bodyPr/>
        <a:lstStyle/>
        <a:p>
          <a:endParaRPr lang="en-US"/>
        </a:p>
      </dgm:t>
    </dgm:pt>
    <dgm:pt modelId="{9DD2BE38-2A1D-4D61-81A9-04719F6D85C3}">
      <dgm:prSet custT="1"/>
      <dgm:spPr/>
      <dgm:t>
        <a:bodyPr/>
        <a:lstStyle/>
        <a:p>
          <a:r>
            <a:rPr lang="en-GB" sz="2800">
              <a:latin typeface="Arial" panose="020B0604020202020204" pitchFamily="34" charset="0"/>
              <a:cs typeface="Arial" panose="020B0604020202020204" pitchFamily="34" charset="0"/>
            </a:rPr>
            <a:t>Become more physically active…..and less sedentary….</a:t>
          </a:r>
          <a:endParaRPr lang="en-US" sz="2800">
            <a:latin typeface="Arial" panose="020B0604020202020204" pitchFamily="34" charset="0"/>
            <a:cs typeface="Arial" panose="020B0604020202020204" pitchFamily="34" charset="0"/>
          </a:endParaRPr>
        </a:p>
      </dgm:t>
    </dgm:pt>
    <dgm:pt modelId="{AA592D1C-4552-4488-8899-909E24D5E700}" type="parTrans" cxnId="{24FC6B08-F6A8-4620-8091-BFBE378CF6F1}">
      <dgm:prSet/>
      <dgm:spPr/>
      <dgm:t>
        <a:bodyPr/>
        <a:lstStyle/>
        <a:p>
          <a:endParaRPr lang="en-US"/>
        </a:p>
      </dgm:t>
    </dgm:pt>
    <dgm:pt modelId="{C60E5722-AAF3-4EA3-95A5-C662D52514F2}" type="sibTrans" cxnId="{24FC6B08-F6A8-4620-8091-BFBE378CF6F1}">
      <dgm:prSet/>
      <dgm:spPr/>
      <dgm:t>
        <a:bodyPr/>
        <a:lstStyle/>
        <a:p>
          <a:endParaRPr lang="en-US"/>
        </a:p>
      </dgm:t>
    </dgm:pt>
    <dgm:pt modelId="{A7E0286C-BCD9-4685-806E-E4B4F06CCCE1}">
      <dgm:prSet custT="1"/>
      <dgm:spPr/>
      <dgm:t>
        <a:bodyPr/>
        <a:lstStyle/>
        <a:p>
          <a:r>
            <a:rPr lang="en-GB" sz="2800">
              <a:latin typeface="Arial" panose="020B0604020202020204" pitchFamily="34" charset="0"/>
              <a:cs typeface="Arial" panose="020B0604020202020204" pitchFamily="34" charset="0"/>
            </a:rPr>
            <a:t>The prevalence of disease could be reduced</a:t>
          </a:r>
          <a:endParaRPr lang="en-US" sz="2800">
            <a:latin typeface="Arial" panose="020B0604020202020204" pitchFamily="34" charset="0"/>
            <a:cs typeface="Arial" panose="020B0604020202020204" pitchFamily="34" charset="0"/>
          </a:endParaRPr>
        </a:p>
      </dgm:t>
    </dgm:pt>
    <dgm:pt modelId="{866FEDEA-5F96-4D02-82B1-725D0ACB60CC}" type="parTrans" cxnId="{EA998144-F958-445C-ACD0-6EB2E41ACC65}">
      <dgm:prSet/>
      <dgm:spPr/>
      <dgm:t>
        <a:bodyPr/>
        <a:lstStyle/>
        <a:p>
          <a:endParaRPr lang="en-US"/>
        </a:p>
      </dgm:t>
    </dgm:pt>
    <dgm:pt modelId="{00757841-DCC6-42C0-AA5C-ED0473A5CF72}" type="sibTrans" cxnId="{EA998144-F958-445C-ACD0-6EB2E41ACC65}">
      <dgm:prSet/>
      <dgm:spPr/>
      <dgm:t>
        <a:bodyPr/>
        <a:lstStyle/>
        <a:p>
          <a:endParaRPr lang="en-US"/>
        </a:p>
      </dgm:t>
    </dgm:pt>
    <dgm:pt modelId="{0CC3A9D8-1F87-41C6-A515-BEC40A38682C}">
      <dgm:prSet custT="1"/>
      <dgm:spPr/>
      <dgm:t>
        <a:bodyPr/>
        <a:lstStyle/>
        <a:p>
          <a:r>
            <a:rPr lang="en-GB" sz="2800">
              <a:latin typeface="Arial" panose="020B0604020202020204" pitchFamily="34" charset="0"/>
              <a:cs typeface="Arial" panose="020B0604020202020204" pitchFamily="34" charset="0"/>
            </a:rPr>
            <a:t>What is the role of PH in helping people to lead healthier lives?</a:t>
          </a:r>
          <a:endParaRPr lang="en-US" sz="2800">
            <a:latin typeface="Arial" panose="020B0604020202020204" pitchFamily="34" charset="0"/>
            <a:cs typeface="Arial" panose="020B0604020202020204" pitchFamily="34" charset="0"/>
          </a:endParaRPr>
        </a:p>
      </dgm:t>
    </dgm:pt>
    <dgm:pt modelId="{420752BB-2437-4B76-9CC0-1CD1C27C6BB8}" type="parTrans" cxnId="{BAB62C37-FE47-4DBA-9CF0-E337966CE6CC}">
      <dgm:prSet/>
      <dgm:spPr/>
      <dgm:t>
        <a:bodyPr/>
        <a:lstStyle/>
        <a:p>
          <a:endParaRPr lang="en-US"/>
        </a:p>
      </dgm:t>
    </dgm:pt>
    <dgm:pt modelId="{E3874DCC-D90C-445D-8FA6-21A61CFC6212}" type="sibTrans" cxnId="{BAB62C37-FE47-4DBA-9CF0-E337966CE6CC}">
      <dgm:prSet/>
      <dgm:spPr/>
      <dgm:t>
        <a:bodyPr/>
        <a:lstStyle/>
        <a:p>
          <a:endParaRPr lang="en-US"/>
        </a:p>
      </dgm:t>
    </dgm:pt>
    <dgm:pt modelId="{957D9F55-5DB3-4CA7-B366-7B494C1A7C7D}" type="pres">
      <dgm:prSet presAssocID="{5DC1A66C-217F-4BA9-B012-317E2D500860}" presName="root" presStyleCnt="0">
        <dgm:presLayoutVars>
          <dgm:dir/>
          <dgm:resizeHandles val="exact"/>
        </dgm:presLayoutVars>
      </dgm:prSet>
      <dgm:spPr/>
    </dgm:pt>
    <dgm:pt modelId="{7E13EBA0-1320-488D-A4AF-B915BADC536F}" type="pres">
      <dgm:prSet presAssocID="{5F91C68E-FC1D-402B-8A2E-07CAC1D2B1D9}" presName="compNode" presStyleCnt="0"/>
      <dgm:spPr/>
    </dgm:pt>
    <dgm:pt modelId="{EFA1349E-8C3E-4717-B470-D5D2F678AD23}" type="pres">
      <dgm:prSet presAssocID="{5F91C68E-FC1D-402B-8A2E-07CAC1D2B1D9}" presName="bgRect" presStyleLbl="bgShp" presStyleIdx="0" presStyleCnt="6" custLinFactNeighborX="-1823" custLinFactNeighborY="-49084"/>
      <dgm:spPr/>
    </dgm:pt>
    <dgm:pt modelId="{4A0DE3C9-E19A-45DB-AA5B-125A4B1EEE1E}" type="pres">
      <dgm:prSet presAssocID="{5F91C68E-FC1D-402B-8A2E-07CAC1D2B1D9}"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oking"/>
        </a:ext>
      </dgm:extLst>
    </dgm:pt>
    <dgm:pt modelId="{91200A13-687A-495A-9EEF-5AB45F132DAD}" type="pres">
      <dgm:prSet presAssocID="{5F91C68E-FC1D-402B-8A2E-07CAC1D2B1D9}" presName="spaceRect" presStyleCnt="0"/>
      <dgm:spPr/>
    </dgm:pt>
    <dgm:pt modelId="{433063E5-6FD5-44FE-84B1-0F4B8C91E3D9}" type="pres">
      <dgm:prSet presAssocID="{5F91C68E-FC1D-402B-8A2E-07CAC1D2B1D9}" presName="parTx" presStyleLbl="revTx" presStyleIdx="0" presStyleCnt="6">
        <dgm:presLayoutVars>
          <dgm:chMax val="0"/>
          <dgm:chPref val="0"/>
        </dgm:presLayoutVars>
      </dgm:prSet>
      <dgm:spPr/>
    </dgm:pt>
    <dgm:pt modelId="{1EB022FC-EDBE-4CDF-BCC4-FFD51DBF959E}" type="pres">
      <dgm:prSet presAssocID="{B592B251-8255-4649-AEED-3629710ECF6E}" presName="sibTrans" presStyleCnt="0"/>
      <dgm:spPr/>
    </dgm:pt>
    <dgm:pt modelId="{48F2961D-F87B-49D6-B0DB-A48A89328363}" type="pres">
      <dgm:prSet presAssocID="{BC3F65CD-3AFE-4BC5-9498-3CA447B7D8A5}" presName="compNode" presStyleCnt="0"/>
      <dgm:spPr/>
    </dgm:pt>
    <dgm:pt modelId="{FCC727C5-D461-43B1-AFFB-A966BB2C7ADB}" type="pres">
      <dgm:prSet presAssocID="{BC3F65CD-3AFE-4BC5-9498-3CA447B7D8A5}" presName="bgRect" presStyleLbl="bgShp" presStyleIdx="1" presStyleCnt="6"/>
      <dgm:spPr/>
    </dgm:pt>
    <dgm:pt modelId="{403E0E12-17DA-490A-AA00-A25D74D10F9D}" type="pres">
      <dgm:prSet presAssocID="{BC3F65CD-3AFE-4BC5-9498-3CA447B7D8A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ttle"/>
        </a:ext>
      </dgm:extLst>
    </dgm:pt>
    <dgm:pt modelId="{9566D0D7-D0AD-49CC-9F0B-997749B638B0}" type="pres">
      <dgm:prSet presAssocID="{BC3F65CD-3AFE-4BC5-9498-3CA447B7D8A5}" presName="spaceRect" presStyleCnt="0"/>
      <dgm:spPr/>
    </dgm:pt>
    <dgm:pt modelId="{91B2E683-F798-4424-8C23-7B7AAA6319C6}" type="pres">
      <dgm:prSet presAssocID="{BC3F65CD-3AFE-4BC5-9498-3CA447B7D8A5}" presName="parTx" presStyleLbl="revTx" presStyleIdx="1" presStyleCnt="6">
        <dgm:presLayoutVars>
          <dgm:chMax val="0"/>
          <dgm:chPref val="0"/>
        </dgm:presLayoutVars>
      </dgm:prSet>
      <dgm:spPr/>
    </dgm:pt>
    <dgm:pt modelId="{E83121BC-AD0B-4631-BC87-370E5E88472D}" type="pres">
      <dgm:prSet presAssocID="{872E5CE2-AE91-426F-8677-E3E0E75860CC}" presName="sibTrans" presStyleCnt="0"/>
      <dgm:spPr/>
    </dgm:pt>
    <dgm:pt modelId="{C5E6064D-FC0B-463E-9392-E02A6F386D16}" type="pres">
      <dgm:prSet presAssocID="{8AC067D6-837A-48F0-8ED1-6DA7C4A78F68}" presName="compNode" presStyleCnt="0"/>
      <dgm:spPr/>
    </dgm:pt>
    <dgm:pt modelId="{ECA56B23-B634-434E-A236-E885AA3A0D19}" type="pres">
      <dgm:prSet presAssocID="{8AC067D6-837A-48F0-8ED1-6DA7C4A78F68}" presName="bgRect" presStyleLbl="bgShp" presStyleIdx="2" presStyleCnt="6"/>
      <dgm:spPr/>
    </dgm:pt>
    <dgm:pt modelId="{8D7A3DA3-FBF5-4BFE-B30E-EAA1A9751005}" type="pres">
      <dgm:prSet presAssocID="{8AC067D6-837A-48F0-8ED1-6DA7C4A78F6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ork and knife"/>
        </a:ext>
      </dgm:extLst>
    </dgm:pt>
    <dgm:pt modelId="{C1C0EFD6-DB7A-4D97-8209-9CAE98AF772D}" type="pres">
      <dgm:prSet presAssocID="{8AC067D6-837A-48F0-8ED1-6DA7C4A78F68}" presName="spaceRect" presStyleCnt="0"/>
      <dgm:spPr/>
    </dgm:pt>
    <dgm:pt modelId="{B7696F59-3CF9-4E3F-A8B7-9743A01BD3F6}" type="pres">
      <dgm:prSet presAssocID="{8AC067D6-837A-48F0-8ED1-6DA7C4A78F68}" presName="parTx" presStyleLbl="revTx" presStyleIdx="2" presStyleCnt="6">
        <dgm:presLayoutVars>
          <dgm:chMax val="0"/>
          <dgm:chPref val="0"/>
        </dgm:presLayoutVars>
      </dgm:prSet>
      <dgm:spPr/>
    </dgm:pt>
    <dgm:pt modelId="{C9AE41D6-5EAD-431C-AF53-258C770399F3}" type="pres">
      <dgm:prSet presAssocID="{06FABABD-89A7-4975-99A0-BBE4800CC1E2}" presName="sibTrans" presStyleCnt="0"/>
      <dgm:spPr/>
    </dgm:pt>
    <dgm:pt modelId="{D0184C74-B775-4856-A72F-DAA2D65959F2}" type="pres">
      <dgm:prSet presAssocID="{9DD2BE38-2A1D-4D61-81A9-04719F6D85C3}" presName="compNode" presStyleCnt="0"/>
      <dgm:spPr/>
    </dgm:pt>
    <dgm:pt modelId="{209173EF-3475-4DA7-9CF5-514D43CBFEEB}" type="pres">
      <dgm:prSet presAssocID="{9DD2BE38-2A1D-4D61-81A9-04719F6D85C3}" presName="bgRect" presStyleLbl="bgShp" presStyleIdx="3" presStyleCnt="6"/>
      <dgm:spPr/>
    </dgm:pt>
    <dgm:pt modelId="{103D063C-92CE-4114-929D-02C05B2DE306}" type="pres">
      <dgm:prSet presAssocID="{9DD2BE38-2A1D-4D61-81A9-04719F6D85C3}"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un"/>
        </a:ext>
      </dgm:extLst>
    </dgm:pt>
    <dgm:pt modelId="{5125BE3F-C2EA-4F30-BE4B-076B0EF43A46}" type="pres">
      <dgm:prSet presAssocID="{9DD2BE38-2A1D-4D61-81A9-04719F6D85C3}" presName="spaceRect" presStyleCnt="0"/>
      <dgm:spPr/>
    </dgm:pt>
    <dgm:pt modelId="{731440EF-30EB-4FEC-8054-183CECDB8459}" type="pres">
      <dgm:prSet presAssocID="{9DD2BE38-2A1D-4D61-81A9-04719F6D85C3}" presName="parTx" presStyleLbl="revTx" presStyleIdx="3" presStyleCnt="6">
        <dgm:presLayoutVars>
          <dgm:chMax val="0"/>
          <dgm:chPref val="0"/>
        </dgm:presLayoutVars>
      </dgm:prSet>
      <dgm:spPr/>
    </dgm:pt>
    <dgm:pt modelId="{8BDCEF02-C15D-4F21-AB69-3DD108B88D2A}" type="pres">
      <dgm:prSet presAssocID="{C60E5722-AAF3-4EA3-95A5-C662D52514F2}" presName="sibTrans" presStyleCnt="0"/>
      <dgm:spPr/>
    </dgm:pt>
    <dgm:pt modelId="{326A5ADA-FB47-4268-8327-F8BFAEE00702}" type="pres">
      <dgm:prSet presAssocID="{A7E0286C-BCD9-4685-806E-E4B4F06CCCE1}" presName="compNode" presStyleCnt="0"/>
      <dgm:spPr/>
    </dgm:pt>
    <dgm:pt modelId="{A2D388F2-9851-4C1B-8304-F3267C73E58E}" type="pres">
      <dgm:prSet presAssocID="{A7E0286C-BCD9-4685-806E-E4B4F06CCCE1}" presName="bgRect" presStyleLbl="bgShp" presStyleIdx="4" presStyleCnt="6"/>
      <dgm:spPr/>
    </dgm:pt>
    <dgm:pt modelId="{4DDE1E54-C695-4C84-A43E-FCCDC514EC75}" type="pres">
      <dgm:prSet presAssocID="{A7E0286C-BCD9-4685-806E-E4B4F06CCCE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wnward trend"/>
        </a:ext>
      </dgm:extLst>
    </dgm:pt>
    <dgm:pt modelId="{8348535F-B7BC-486E-8E92-0C4AA7C5B5D1}" type="pres">
      <dgm:prSet presAssocID="{A7E0286C-BCD9-4685-806E-E4B4F06CCCE1}" presName="spaceRect" presStyleCnt="0"/>
      <dgm:spPr/>
    </dgm:pt>
    <dgm:pt modelId="{3C49DFC6-8836-41F5-9B34-817D6A901119}" type="pres">
      <dgm:prSet presAssocID="{A7E0286C-BCD9-4685-806E-E4B4F06CCCE1}" presName="parTx" presStyleLbl="revTx" presStyleIdx="4" presStyleCnt="6">
        <dgm:presLayoutVars>
          <dgm:chMax val="0"/>
          <dgm:chPref val="0"/>
        </dgm:presLayoutVars>
      </dgm:prSet>
      <dgm:spPr/>
    </dgm:pt>
    <dgm:pt modelId="{E2CE79EA-6327-4C47-A473-A5BF0AE90E7F}" type="pres">
      <dgm:prSet presAssocID="{00757841-DCC6-42C0-AA5C-ED0473A5CF72}" presName="sibTrans" presStyleCnt="0"/>
      <dgm:spPr/>
    </dgm:pt>
    <dgm:pt modelId="{9043D995-0BF9-49BD-884A-4DC773D3A154}" type="pres">
      <dgm:prSet presAssocID="{0CC3A9D8-1F87-41C6-A515-BEC40A38682C}" presName="compNode" presStyleCnt="0"/>
      <dgm:spPr/>
    </dgm:pt>
    <dgm:pt modelId="{10F09014-D2D0-4664-BAB5-47726611D459}" type="pres">
      <dgm:prSet presAssocID="{0CC3A9D8-1F87-41C6-A515-BEC40A38682C}" presName="bgRect" presStyleLbl="bgShp" presStyleIdx="5" presStyleCnt="6"/>
      <dgm:spPr/>
    </dgm:pt>
    <dgm:pt modelId="{7D974799-D207-42CA-AFD5-7AC504098708}" type="pres">
      <dgm:prSet presAssocID="{0CC3A9D8-1F87-41C6-A515-BEC40A38682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Team"/>
        </a:ext>
      </dgm:extLst>
    </dgm:pt>
    <dgm:pt modelId="{E2B3342A-D014-4D4F-BE37-05CA54C02B90}" type="pres">
      <dgm:prSet presAssocID="{0CC3A9D8-1F87-41C6-A515-BEC40A38682C}" presName="spaceRect" presStyleCnt="0"/>
      <dgm:spPr/>
    </dgm:pt>
    <dgm:pt modelId="{9C118217-02C8-41C6-B395-D6C15AE62092}" type="pres">
      <dgm:prSet presAssocID="{0CC3A9D8-1F87-41C6-A515-BEC40A38682C}" presName="parTx" presStyleLbl="revTx" presStyleIdx="5" presStyleCnt="6">
        <dgm:presLayoutVars>
          <dgm:chMax val="0"/>
          <dgm:chPref val="0"/>
        </dgm:presLayoutVars>
      </dgm:prSet>
      <dgm:spPr/>
    </dgm:pt>
  </dgm:ptLst>
  <dgm:cxnLst>
    <dgm:cxn modelId="{EC11A606-061F-4A5E-BF87-863E6827C169}" type="presOf" srcId="{5DC1A66C-217F-4BA9-B012-317E2D500860}" destId="{957D9F55-5DB3-4CA7-B366-7B494C1A7C7D}" srcOrd="0" destOrd="0" presId="urn:microsoft.com/office/officeart/2018/2/layout/IconVerticalSolidList"/>
    <dgm:cxn modelId="{24FC6B08-F6A8-4620-8091-BFBE378CF6F1}" srcId="{5DC1A66C-217F-4BA9-B012-317E2D500860}" destId="{9DD2BE38-2A1D-4D61-81A9-04719F6D85C3}" srcOrd="3" destOrd="0" parTransId="{AA592D1C-4552-4488-8899-909E24D5E700}" sibTransId="{C60E5722-AAF3-4EA3-95A5-C662D52514F2}"/>
    <dgm:cxn modelId="{4722E809-AC03-407E-BB9A-5791C532A982}" type="presOf" srcId="{8AC067D6-837A-48F0-8ED1-6DA7C4A78F68}" destId="{B7696F59-3CF9-4E3F-A8B7-9743A01BD3F6}" srcOrd="0" destOrd="0" presId="urn:microsoft.com/office/officeart/2018/2/layout/IconVerticalSolidList"/>
    <dgm:cxn modelId="{0E00500C-55D5-4F48-B187-519A287175AF}" srcId="{5DC1A66C-217F-4BA9-B012-317E2D500860}" destId="{8AC067D6-837A-48F0-8ED1-6DA7C4A78F68}" srcOrd="2" destOrd="0" parTransId="{6146A3D9-86D6-4849-AF5F-D8AC93475853}" sibTransId="{06FABABD-89A7-4975-99A0-BBE4800CC1E2}"/>
    <dgm:cxn modelId="{7F8E912F-3D18-4409-955C-E7780AC42E4A}" srcId="{5DC1A66C-217F-4BA9-B012-317E2D500860}" destId="{5F91C68E-FC1D-402B-8A2E-07CAC1D2B1D9}" srcOrd="0" destOrd="0" parTransId="{428C82F9-25E4-4C46-BE89-F0BA794A0576}" sibTransId="{B592B251-8255-4649-AEED-3629710ECF6E}"/>
    <dgm:cxn modelId="{BAB62C37-FE47-4DBA-9CF0-E337966CE6CC}" srcId="{5DC1A66C-217F-4BA9-B012-317E2D500860}" destId="{0CC3A9D8-1F87-41C6-A515-BEC40A38682C}" srcOrd="5" destOrd="0" parTransId="{420752BB-2437-4B76-9CC0-1CD1C27C6BB8}" sibTransId="{E3874DCC-D90C-445D-8FA6-21A61CFC6212}"/>
    <dgm:cxn modelId="{C826C73D-037D-4AE5-8D95-10C7F729ABFA}" type="presOf" srcId="{0CC3A9D8-1F87-41C6-A515-BEC40A38682C}" destId="{9C118217-02C8-41C6-B395-D6C15AE62092}" srcOrd="0" destOrd="0" presId="urn:microsoft.com/office/officeart/2018/2/layout/IconVerticalSolidList"/>
    <dgm:cxn modelId="{EA998144-F958-445C-ACD0-6EB2E41ACC65}" srcId="{5DC1A66C-217F-4BA9-B012-317E2D500860}" destId="{A7E0286C-BCD9-4685-806E-E4B4F06CCCE1}" srcOrd="4" destOrd="0" parTransId="{866FEDEA-5F96-4D02-82B1-725D0ACB60CC}" sibTransId="{00757841-DCC6-42C0-AA5C-ED0473A5CF72}"/>
    <dgm:cxn modelId="{4521A845-2C0B-4011-8565-BDE82733D274}" type="presOf" srcId="{5F91C68E-FC1D-402B-8A2E-07CAC1D2B1D9}" destId="{433063E5-6FD5-44FE-84B1-0F4B8C91E3D9}" srcOrd="0" destOrd="0" presId="urn:microsoft.com/office/officeart/2018/2/layout/IconVerticalSolidList"/>
    <dgm:cxn modelId="{E6DC8E8A-33D0-4BA2-A3D9-A476BACDCA29}" srcId="{5DC1A66C-217F-4BA9-B012-317E2D500860}" destId="{BC3F65CD-3AFE-4BC5-9498-3CA447B7D8A5}" srcOrd="1" destOrd="0" parTransId="{AFACE0D6-6D6B-4A94-83B8-4A0AB6B1F82B}" sibTransId="{872E5CE2-AE91-426F-8677-E3E0E75860CC}"/>
    <dgm:cxn modelId="{FD90F6A0-040D-4F72-AC5B-D315A1D496D2}" type="presOf" srcId="{A7E0286C-BCD9-4685-806E-E4B4F06CCCE1}" destId="{3C49DFC6-8836-41F5-9B34-817D6A901119}" srcOrd="0" destOrd="0" presId="urn:microsoft.com/office/officeart/2018/2/layout/IconVerticalSolidList"/>
    <dgm:cxn modelId="{D87371CC-E723-4253-BFCE-6FBECF59A8F2}" type="presOf" srcId="{BC3F65CD-3AFE-4BC5-9498-3CA447B7D8A5}" destId="{91B2E683-F798-4424-8C23-7B7AAA6319C6}" srcOrd="0" destOrd="0" presId="urn:microsoft.com/office/officeart/2018/2/layout/IconVerticalSolidList"/>
    <dgm:cxn modelId="{738DB9E1-2BE2-404A-93B2-5464A319BF18}" type="presOf" srcId="{9DD2BE38-2A1D-4D61-81A9-04719F6D85C3}" destId="{731440EF-30EB-4FEC-8054-183CECDB8459}" srcOrd="0" destOrd="0" presId="urn:microsoft.com/office/officeart/2018/2/layout/IconVerticalSolidList"/>
    <dgm:cxn modelId="{EED3A29B-E1DE-4F87-B2C9-2EB5433AD887}" type="presParOf" srcId="{957D9F55-5DB3-4CA7-B366-7B494C1A7C7D}" destId="{7E13EBA0-1320-488D-A4AF-B915BADC536F}" srcOrd="0" destOrd="0" presId="urn:microsoft.com/office/officeart/2018/2/layout/IconVerticalSolidList"/>
    <dgm:cxn modelId="{195B20C8-598F-4951-A757-597B8565D333}" type="presParOf" srcId="{7E13EBA0-1320-488D-A4AF-B915BADC536F}" destId="{EFA1349E-8C3E-4717-B470-D5D2F678AD23}" srcOrd="0" destOrd="0" presId="urn:microsoft.com/office/officeart/2018/2/layout/IconVerticalSolidList"/>
    <dgm:cxn modelId="{208F53AC-85DE-4FB9-B52E-29838CCAEDAF}" type="presParOf" srcId="{7E13EBA0-1320-488D-A4AF-B915BADC536F}" destId="{4A0DE3C9-E19A-45DB-AA5B-125A4B1EEE1E}" srcOrd="1" destOrd="0" presId="urn:microsoft.com/office/officeart/2018/2/layout/IconVerticalSolidList"/>
    <dgm:cxn modelId="{55E1E726-775E-4275-A761-7349EA74F8E7}" type="presParOf" srcId="{7E13EBA0-1320-488D-A4AF-B915BADC536F}" destId="{91200A13-687A-495A-9EEF-5AB45F132DAD}" srcOrd="2" destOrd="0" presId="urn:microsoft.com/office/officeart/2018/2/layout/IconVerticalSolidList"/>
    <dgm:cxn modelId="{40E1E112-6B4C-4C0A-9B93-80C06210FEDF}" type="presParOf" srcId="{7E13EBA0-1320-488D-A4AF-B915BADC536F}" destId="{433063E5-6FD5-44FE-84B1-0F4B8C91E3D9}" srcOrd="3" destOrd="0" presId="urn:microsoft.com/office/officeart/2018/2/layout/IconVerticalSolidList"/>
    <dgm:cxn modelId="{4AE29CDA-D978-4CE4-A93E-20219AC7BD45}" type="presParOf" srcId="{957D9F55-5DB3-4CA7-B366-7B494C1A7C7D}" destId="{1EB022FC-EDBE-4CDF-BCC4-FFD51DBF959E}" srcOrd="1" destOrd="0" presId="urn:microsoft.com/office/officeart/2018/2/layout/IconVerticalSolidList"/>
    <dgm:cxn modelId="{F08D18C5-7F57-41DE-99CC-D325A90DC3F4}" type="presParOf" srcId="{957D9F55-5DB3-4CA7-B366-7B494C1A7C7D}" destId="{48F2961D-F87B-49D6-B0DB-A48A89328363}" srcOrd="2" destOrd="0" presId="urn:microsoft.com/office/officeart/2018/2/layout/IconVerticalSolidList"/>
    <dgm:cxn modelId="{E0127386-BFBB-4492-A57E-A57D33517926}" type="presParOf" srcId="{48F2961D-F87B-49D6-B0DB-A48A89328363}" destId="{FCC727C5-D461-43B1-AFFB-A966BB2C7ADB}" srcOrd="0" destOrd="0" presId="urn:microsoft.com/office/officeart/2018/2/layout/IconVerticalSolidList"/>
    <dgm:cxn modelId="{CCD01CB3-6092-40C9-9C9B-4FA95A923A7E}" type="presParOf" srcId="{48F2961D-F87B-49D6-B0DB-A48A89328363}" destId="{403E0E12-17DA-490A-AA00-A25D74D10F9D}" srcOrd="1" destOrd="0" presId="urn:microsoft.com/office/officeart/2018/2/layout/IconVerticalSolidList"/>
    <dgm:cxn modelId="{57F21108-5DC8-4267-AD11-AAA6005FFC26}" type="presParOf" srcId="{48F2961D-F87B-49D6-B0DB-A48A89328363}" destId="{9566D0D7-D0AD-49CC-9F0B-997749B638B0}" srcOrd="2" destOrd="0" presId="urn:microsoft.com/office/officeart/2018/2/layout/IconVerticalSolidList"/>
    <dgm:cxn modelId="{E1604FDB-F02D-4020-9140-DBA0F134EE4D}" type="presParOf" srcId="{48F2961D-F87B-49D6-B0DB-A48A89328363}" destId="{91B2E683-F798-4424-8C23-7B7AAA6319C6}" srcOrd="3" destOrd="0" presId="urn:microsoft.com/office/officeart/2018/2/layout/IconVerticalSolidList"/>
    <dgm:cxn modelId="{8F478AF9-5D1E-45A5-B2BC-5AFCFC96579C}" type="presParOf" srcId="{957D9F55-5DB3-4CA7-B366-7B494C1A7C7D}" destId="{E83121BC-AD0B-4631-BC87-370E5E88472D}" srcOrd="3" destOrd="0" presId="urn:microsoft.com/office/officeart/2018/2/layout/IconVerticalSolidList"/>
    <dgm:cxn modelId="{3F2EDEA9-2F62-46DA-81AD-AAF8829DC717}" type="presParOf" srcId="{957D9F55-5DB3-4CA7-B366-7B494C1A7C7D}" destId="{C5E6064D-FC0B-463E-9392-E02A6F386D16}" srcOrd="4" destOrd="0" presId="urn:microsoft.com/office/officeart/2018/2/layout/IconVerticalSolidList"/>
    <dgm:cxn modelId="{923812C2-6749-4C8B-8C85-5C6E747369D4}" type="presParOf" srcId="{C5E6064D-FC0B-463E-9392-E02A6F386D16}" destId="{ECA56B23-B634-434E-A236-E885AA3A0D19}" srcOrd="0" destOrd="0" presId="urn:microsoft.com/office/officeart/2018/2/layout/IconVerticalSolidList"/>
    <dgm:cxn modelId="{29C53DE0-7A30-41F8-8421-43C8BE5B604A}" type="presParOf" srcId="{C5E6064D-FC0B-463E-9392-E02A6F386D16}" destId="{8D7A3DA3-FBF5-4BFE-B30E-EAA1A9751005}" srcOrd="1" destOrd="0" presId="urn:microsoft.com/office/officeart/2018/2/layout/IconVerticalSolidList"/>
    <dgm:cxn modelId="{9DD9BF47-1644-4F02-9118-A7CC2E6758B0}" type="presParOf" srcId="{C5E6064D-FC0B-463E-9392-E02A6F386D16}" destId="{C1C0EFD6-DB7A-4D97-8209-9CAE98AF772D}" srcOrd="2" destOrd="0" presId="urn:microsoft.com/office/officeart/2018/2/layout/IconVerticalSolidList"/>
    <dgm:cxn modelId="{B21B870D-892C-4394-8656-42F53CAB8805}" type="presParOf" srcId="{C5E6064D-FC0B-463E-9392-E02A6F386D16}" destId="{B7696F59-3CF9-4E3F-A8B7-9743A01BD3F6}" srcOrd="3" destOrd="0" presId="urn:microsoft.com/office/officeart/2018/2/layout/IconVerticalSolidList"/>
    <dgm:cxn modelId="{7A955C0E-DB98-4831-9FB9-2B66EF130F95}" type="presParOf" srcId="{957D9F55-5DB3-4CA7-B366-7B494C1A7C7D}" destId="{C9AE41D6-5EAD-431C-AF53-258C770399F3}" srcOrd="5" destOrd="0" presId="urn:microsoft.com/office/officeart/2018/2/layout/IconVerticalSolidList"/>
    <dgm:cxn modelId="{08E6EE89-4E8C-44AF-9386-F2204062321F}" type="presParOf" srcId="{957D9F55-5DB3-4CA7-B366-7B494C1A7C7D}" destId="{D0184C74-B775-4856-A72F-DAA2D65959F2}" srcOrd="6" destOrd="0" presId="urn:microsoft.com/office/officeart/2018/2/layout/IconVerticalSolidList"/>
    <dgm:cxn modelId="{E4A508B8-5E67-4FA3-BC7E-373D3C4E2FDF}" type="presParOf" srcId="{D0184C74-B775-4856-A72F-DAA2D65959F2}" destId="{209173EF-3475-4DA7-9CF5-514D43CBFEEB}" srcOrd="0" destOrd="0" presId="urn:microsoft.com/office/officeart/2018/2/layout/IconVerticalSolidList"/>
    <dgm:cxn modelId="{3F9851C3-57FA-4DA7-84F2-4B109716B44A}" type="presParOf" srcId="{D0184C74-B775-4856-A72F-DAA2D65959F2}" destId="{103D063C-92CE-4114-929D-02C05B2DE306}" srcOrd="1" destOrd="0" presId="urn:microsoft.com/office/officeart/2018/2/layout/IconVerticalSolidList"/>
    <dgm:cxn modelId="{F000FE49-779C-44CC-835F-EDCC520A4852}" type="presParOf" srcId="{D0184C74-B775-4856-A72F-DAA2D65959F2}" destId="{5125BE3F-C2EA-4F30-BE4B-076B0EF43A46}" srcOrd="2" destOrd="0" presId="urn:microsoft.com/office/officeart/2018/2/layout/IconVerticalSolidList"/>
    <dgm:cxn modelId="{31C55455-B67D-4884-B1B0-A5FA9A689854}" type="presParOf" srcId="{D0184C74-B775-4856-A72F-DAA2D65959F2}" destId="{731440EF-30EB-4FEC-8054-183CECDB8459}" srcOrd="3" destOrd="0" presId="urn:microsoft.com/office/officeart/2018/2/layout/IconVerticalSolidList"/>
    <dgm:cxn modelId="{EF9188EF-A5F1-4BC8-9592-6C0A07159F46}" type="presParOf" srcId="{957D9F55-5DB3-4CA7-B366-7B494C1A7C7D}" destId="{8BDCEF02-C15D-4F21-AB69-3DD108B88D2A}" srcOrd="7" destOrd="0" presId="urn:microsoft.com/office/officeart/2018/2/layout/IconVerticalSolidList"/>
    <dgm:cxn modelId="{55C7442B-00B6-42B6-AB60-59AC1512D5D8}" type="presParOf" srcId="{957D9F55-5DB3-4CA7-B366-7B494C1A7C7D}" destId="{326A5ADA-FB47-4268-8327-F8BFAEE00702}" srcOrd="8" destOrd="0" presId="urn:microsoft.com/office/officeart/2018/2/layout/IconVerticalSolidList"/>
    <dgm:cxn modelId="{F14C20CF-8ECA-43E7-8311-28E5DB6EE794}" type="presParOf" srcId="{326A5ADA-FB47-4268-8327-F8BFAEE00702}" destId="{A2D388F2-9851-4C1B-8304-F3267C73E58E}" srcOrd="0" destOrd="0" presId="urn:microsoft.com/office/officeart/2018/2/layout/IconVerticalSolidList"/>
    <dgm:cxn modelId="{227F323D-2749-43AC-AD87-ABAA0519340D}" type="presParOf" srcId="{326A5ADA-FB47-4268-8327-F8BFAEE00702}" destId="{4DDE1E54-C695-4C84-A43E-FCCDC514EC75}" srcOrd="1" destOrd="0" presId="urn:microsoft.com/office/officeart/2018/2/layout/IconVerticalSolidList"/>
    <dgm:cxn modelId="{24D8FACE-10D8-4865-8EC4-90AFCCA74BCC}" type="presParOf" srcId="{326A5ADA-FB47-4268-8327-F8BFAEE00702}" destId="{8348535F-B7BC-486E-8E92-0C4AA7C5B5D1}" srcOrd="2" destOrd="0" presId="urn:microsoft.com/office/officeart/2018/2/layout/IconVerticalSolidList"/>
    <dgm:cxn modelId="{D11A602A-DC78-44B8-8FED-08739A74F558}" type="presParOf" srcId="{326A5ADA-FB47-4268-8327-F8BFAEE00702}" destId="{3C49DFC6-8836-41F5-9B34-817D6A901119}" srcOrd="3" destOrd="0" presId="urn:microsoft.com/office/officeart/2018/2/layout/IconVerticalSolidList"/>
    <dgm:cxn modelId="{AB8D2F7B-7181-4A8A-90B8-2A119A1EE07C}" type="presParOf" srcId="{957D9F55-5DB3-4CA7-B366-7B494C1A7C7D}" destId="{E2CE79EA-6327-4C47-A473-A5BF0AE90E7F}" srcOrd="9" destOrd="0" presId="urn:microsoft.com/office/officeart/2018/2/layout/IconVerticalSolidList"/>
    <dgm:cxn modelId="{6695C69E-2DD3-4454-A9A3-FCC51756A857}" type="presParOf" srcId="{957D9F55-5DB3-4CA7-B366-7B494C1A7C7D}" destId="{9043D995-0BF9-49BD-884A-4DC773D3A154}" srcOrd="10" destOrd="0" presId="urn:microsoft.com/office/officeart/2018/2/layout/IconVerticalSolidList"/>
    <dgm:cxn modelId="{3F71FEB5-E501-4375-8D50-CFCB8F55AC03}" type="presParOf" srcId="{9043D995-0BF9-49BD-884A-4DC773D3A154}" destId="{10F09014-D2D0-4664-BAB5-47726611D459}" srcOrd="0" destOrd="0" presId="urn:microsoft.com/office/officeart/2018/2/layout/IconVerticalSolidList"/>
    <dgm:cxn modelId="{2F242E57-D8A2-4A7F-90B6-89683310768D}" type="presParOf" srcId="{9043D995-0BF9-49BD-884A-4DC773D3A154}" destId="{7D974799-D207-42CA-AFD5-7AC504098708}" srcOrd="1" destOrd="0" presId="urn:microsoft.com/office/officeart/2018/2/layout/IconVerticalSolidList"/>
    <dgm:cxn modelId="{F45533CE-7293-4D40-92F6-DB631060B0E0}" type="presParOf" srcId="{9043D995-0BF9-49BD-884A-4DC773D3A154}" destId="{E2B3342A-D014-4D4F-BE37-05CA54C02B90}" srcOrd="2" destOrd="0" presId="urn:microsoft.com/office/officeart/2018/2/layout/IconVerticalSolidList"/>
    <dgm:cxn modelId="{F13032EE-B477-48E9-92F3-FCE49D6E2506}" type="presParOf" srcId="{9043D995-0BF9-49BD-884A-4DC773D3A154}" destId="{9C118217-02C8-41C6-B395-D6C15AE6209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21FB7D-C4CE-482C-85B4-E6B6017A6275}" type="doc">
      <dgm:prSet loTypeId="urn:microsoft.com/office/officeart/2018/2/layout/IconVerticalSolidList" loCatId="icon" qsTypeId="urn:microsoft.com/office/officeart/2005/8/quickstyle/simple4" qsCatId="simple" csTypeId="urn:microsoft.com/office/officeart/2018/5/colors/Iconchunking_neutralbg_colorful5" csCatId="colorful" phldr="1"/>
      <dgm:spPr/>
      <dgm:t>
        <a:bodyPr/>
        <a:lstStyle/>
        <a:p>
          <a:endParaRPr lang="en-US"/>
        </a:p>
      </dgm:t>
    </dgm:pt>
    <dgm:pt modelId="{A89858DC-EC75-4C93-9515-EBE7F71D641D}">
      <dgm:prSet custT="1"/>
      <dgm:spPr/>
      <dgm:t>
        <a:bodyPr/>
        <a:lstStyle/>
        <a:p>
          <a:r>
            <a:rPr lang="en-GB" sz="2800">
              <a:latin typeface="Arial" panose="020B0604020202020204" pitchFamily="34" charset="0"/>
              <a:cs typeface="Arial" panose="020B0604020202020204" pitchFamily="34" charset="0"/>
            </a:rPr>
            <a:t>Policy makers have so far banned items that cause serious harm e.g. drugs</a:t>
          </a:r>
          <a:endParaRPr lang="en-US" sz="2800">
            <a:latin typeface="Arial" panose="020B0604020202020204" pitchFamily="34" charset="0"/>
            <a:cs typeface="Arial" panose="020B0604020202020204" pitchFamily="34" charset="0"/>
          </a:endParaRPr>
        </a:p>
      </dgm:t>
    </dgm:pt>
    <dgm:pt modelId="{0FC4140E-39C0-4AF5-B318-E0D105A6914D}" type="parTrans" cxnId="{7E32AD97-9BF6-451D-9E54-C6144039F3BC}">
      <dgm:prSet/>
      <dgm:spPr/>
      <dgm:t>
        <a:bodyPr/>
        <a:lstStyle/>
        <a:p>
          <a:endParaRPr lang="en-US"/>
        </a:p>
      </dgm:t>
    </dgm:pt>
    <dgm:pt modelId="{22A010B2-2FF3-4E51-B866-60D6A691D2C3}" type="sibTrans" cxnId="{7E32AD97-9BF6-451D-9E54-C6144039F3BC}">
      <dgm:prSet/>
      <dgm:spPr/>
      <dgm:t>
        <a:bodyPr/>
        <a:lstStyle/>
        <a:p>
          <a:endParaRPr lang="en-US"/>
        </a:p>
      </dgm:t>
    </dgm:pt>
    <dgm:pt modelId="{9BC0FBA2-53E3-4C98-AFD2-753F29D40FB8}">
      <dgm:prSet custT="1"/>
      <dgm:spPr/>
      <dgm:t>
        <a:bodyPr/>
        <a:lstStyle/>
        <a:p>
          <a:r>
            <a:rPr lang="en-GB" sz="2800">
              <a:latin typeface="Arial" panose="020B0604020202020204" pitchFamily="34" charset="0"/>
              <a:cs typeface="Arial" panose="020B0604020202020204" pitchFamily="34" charset="0"/>
            </a:rPr>
            <a:t>How do we deal with less harmful effects?</a:t>
          </a:r>
          <a:endParaRPr lang="en-US" sz="2800">
            <a:latin typeface="Arial" panose="020B0604020202020204" pitchFamily="34" charset="0"/>
            <a:cs typeface="Arial" panose="020B0604020202020204" pitchFamily="34" charset="0"/>
          </a:endParaRPr>
        </a:p>
      </dgm:t>
    </dgm:pt>
    <dgm:pt modelId="{03477801-2BEE-4C02-9EC6-6116145AB359}" type="parTrans" cxnId="{085A960A-180D-4C27-843F-32DB5640719B}">
      <dgm:prSet/>
      <dgm:spPr/>
      <dgm:t>
        <a:bodyPr/>
        <a:lstStyle/>
        <a:p>
          <a:endParaRPr lang="en-US"/>
        </a:p>
      </dgm:t>
    </dgm:pt>
    <dgm:pt modelId="{DA8DF14C-D020-4D6B-8F7B-7204B6BCA506}" type="sibTrans" cxnId="{085A960A-180D-4C27-843F-32DB5640719B}">
      <dgm:prSet/>
      <dgm:spPr/>
      <dgm:t>
        <a:bodyPr/>
        <a:lstStyle/>
        <a:p>
          <a:endParaRPr lang="en-US"/>
        </a:p>
      </dgm:t>
    </dgm:pt>
    <dgm:pt modelId="{1CCD4212-A743-4CC7-A76E-04183FF5F78E}">
      <dgm:prSet custT="1"/>
      <dgm:spPr/>
      <dgm:t>
        <a:bodyPr/>
        <a:lstStyle/>
        <a:p>
          <a:r>
            <a:rPr lang="en-GB" sz="2800" b="1">
              <a:latin typeface="Arial" panose="020B0604020202020204" pitchFamily="34" charset="0"/>
              <a:cs typeface="Arial" panose="020B0604020202020204" pitchFamily="34" charset="0"/>
            </a:rPr>
            <a:t>Behaviour</a:t>
          </a:r>
          <a:r>
            <a:rPr lang="en-GB" sz="2800">
              <a:latin typeface="Arial" panose="020B0604020202020204" pitchFamily="34" charset="0"/>
              <a:cs typeface="Arial" panose="020B0604020202020204" pitchFamily="34" charset="0"/>
            </a:rPr>
            <a:t> can be influenced in a variety of ways:</a:t>
          </a:r>
          <a:endParaRPr lang="en-US" sz="2800">
            <a:latin typeface="Arial" panose="020B0604020202020204" pitchFamily="34" charset="0"/>
            <a:cs typeface="Arial" panose="020B0604020202020204" pitchFamily="34" charset="0"/>
          </a:endParaRPr>
        </a:p>
      </dgm:t>
    </dgm:pt>
    <dgm:pt modelId="{55AB470F-63D1-4323-854B-E9A56E4897E6}" type="parTrans" cxnId="{B8447529-D1E7-4113-973D-7A83436B3280}">
      <dgm:prSet/>
      <dgm:spPr/>
      <dgm:t>
        <a:bodyPr/>
        <a:lstStyle/>
        <a:p>
          <a:endParaRPr lang="en-US"/>
        </a:p>
      </dgm:t>
    </dgm:pt>
    <dgm:pt modelId="{FAED9958-4204-480C-9981-C8E01779C833}" type="sibTrans" cxnId="{B8447529-D1E7-4113-973D-7A83436B3280}">
      <dgm:prSet/>
      <dgm:spPr/>
      <dgm:t>
        <a:bodyPr/>
        <a:lstStyle/>
        <a:p>
          <a:endParaRPr lang="en-US"/>
        </a:p>
      </dgm:t>
    </dgm:pt>
    <dgm:pt modelId="{A1490D44-711C-43FE-BF02-DD3759DB400B}">
      <dgm:prSet custT="1"/>
      <dgm:spPr/>
      <dgm:t>
        <a:bodyPr/>
        <a:lstStyle/>
        <a:p>
          <a:r>
            <a:rPr lang="en-GB" sz="2800">
              <a:latin typeface="Arial" panose="020B0604020202020204" pitchFamily="34" charset="0"/>
              <a:cs typeface="Arial" panose="020B0604020202020204" pitchFamily="34" charset="0"/>
            </a:rPr>
            <a:t>encouraging, incentivising, disincentivising ± guiding choice in the right direction</a:t>
          </a:r>
          <a:endParaRPr lang="en-US" sz="2800">
            <a:latin typeface="Arial" panose="020B0604020202020204" pitchFamily="34" charset="0"/>
            <a:cs typeface="Arial" panose="020B0604020202020204" pitchFamily="34" charset="0"/>
          </a:endParaRPr>
        </a:p>
      </dgm:t>
    </dgm:pt>
    <dgm:pt modelId="{05515FAC-9120-43C2-83B5-E33BE3B9390A}" type="parTrans" cxnId="{567AC39B-9541-4959-8B5A-8170B538DCBA}">
      <dgm:prSet/>
      <dgm:spPr/>
      <dgm:t>
        <a:bodyPr/>
        <a:lstStyle/>
        <a:p>
          <a:endParaRPr lang="en-US"/>
        </a:p>
      </dgm:t>
    </dgm:pt>
    <dgm:pt modelId="{495C3784-E9FC-4640-B7FB-31D29623DDBA}" type="sibTrans" cxnId="{567AC39B-9541-4959-8B5A-8170B538DCBA}">
      <dgm:prSet/>
      <dgm:spPr/>
      <dgm:t>
        <a:bodyPr/>
        <a:lstStyle/>
        <a:p>
          <a:endParaRPr lang="en-US"/>
        </a:p>
      </dgm:t>
    </dgm:pt>
    <dgm:pt modelId="{93C2905C-0D99-4030-911A-28C4D2280708}" type="pres">
      <dgm:prSet presAssocID="{9521FB7D-C4CE-482C-85B4-E6B6017A6275}" presName="root" presStyleCnt="0">
        <dgm:presLayoutVars>
          <dgm:dir/>
          <dgm:resizeHandles val="exact"/>
        </dgm:presLayoutVars>
      </dgm:prSet>
      <dgm:spPr/>
    </dgm:pt>
    <dgm:pt modelId="{2C9013C5-122A-47AB-8006-0404F4EEB054}" type="pres">
      <dgm:prSet presAssocID="{A89858DC-EC75-4C93-9515-EBE7F71D641D}" presName="compNode" presStyleCnt="0"/>
      <dgm:spPr/>
    </dgm:pt>
    <dgm:pt modelId="{C750843F-3BBF-477D-A586-33DDB37BDAF4}" type="pres">
      <dgm:prSet presAssocID="{A89858DC-EC75-4C93-9515-EBE7F71D641D}" presName="bgRect" presStyleLbl="bgShp" presStyleIdx="0" presStyleCnt="4"/>
      <dgm:spPr/>
    </dgm:pt>
    <dgm:pt modelId="{F32B33F0-F4B7-4BC4-A39A-EA6AE520904A}" type="pres">
      <dgm:prSet presAssocID="{A89858DC-EC75-4C93-9515-EBE7F71D641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dical"/>
        </a:ext>
      </dgm:extLst>
    </dgm:pt>
    <dgm:pt modelId="{DF45A744-8097-4236-8C73-4695D5549BC8}" type="pres">
      <dgm:prSet presAssocID="{A89858DC-EC75-4C93-9515-EBE7F71D641D}" presName="spaceRect" presStyleCnt="0"/>
      <dgm:spPr/>
    </dgm:pt>
    <dgm:pt modelId="{43E15619-961A-4A12-B60B-A25D1C2D4303}" type="pres">
      <dgm:prSet presAssocID="{A89858DC-EC75-4C93-9515-EBE7F71D641D}" presName="parTx" presStyleLbl="revTx" presStyleIdx="0" presStyleCnt="4" custScaleX="112216" custScaleY="78950" custLinFactNeighborX="-238" custLinFactNeighborY="87471">
        <dgm:presLayoutVars>
          <dgm:chMax val="0"/>
          <dgm:chPref val="0"/>
        </dgm:presLayoutVars>
      </dgm:prSet>
      <dgm:spPr/>
    </dgm:pt>
    <dgm:pt modelId="{8942217E-4F75-4533-80A0-B889AE481C55}" type="pres">
      <dgm:prSet presAssocID="{22A010B2-2FF3-4E51-B866-60D6A691D2C3}" presName="sibTrans" presStyleCnt="0"/>
      <dgm:spPr/>
    </dgm:pt>
    <dgm:pt modelId="{1564438B-60DF-4C68-BE7F-B6F2870AF733}" type="pres">
      <dgm:prSet presAssocID="{9BC0FBA2-53E3-4C98-AFD2-753F29D40FB8}" presName="compNode" presStyleCnt="0"/>
      <dgm:spPr/>
    </dgm:pt>
    <dgm:pt modelId="{041CFC1A-2516-4E82-9CFC-5A23266897AD}" type="pres">
      <dgm:prSet presAssocID="{9BC0FBA2-53E3-4C98-AFD2-753F29D40FB8}" presName="bgRect" presStyleLbl="bgShp" presStyleIdx="1" presStyleCnt="4"/>
      <dgm:spPr/>
    </dgm:pt>
    <dgm:pt modelId="{9A5F78FA-D0EE-43B3-9A82-F25741563DB4}" type="pres">
      <dgm:prSet presAssocID="{9BC0FBA2-53E3-4C98-AFD2-753F29D40FB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B2AF8C75-8B49-495B-8CE2-EDA48AB0FCA4}" type="pres">
      <dgm:prSet presAssocID="{9BC0FBA2-53E3-4C98-AFD2-753F29D40FB8}" presName="spaceRect" presStyleCnt="0"/>
      <dgm:spPr/>
    </dgm:pt>
    <dgm:pt modelId="{F5282C88-66DE-4B9F-A1D2-347BD8423F8F}" type="pres">
      <dgm:prSet presAssocID="{9BC0FBA2-53E3-4C98-AFD2-753F29D40FB8}" presName="parTx" presStyleLbl="revTx" presStyleIdx="1" presStyleCnt="4" custLinFactNeighborX="-239" custLinFactNeighborY="66332">
        <dgm:presLayoutVars>
          <dgm:chMax val="0"/>
          <dgm:chPref val="0"/>
        </dgm:presLayoutVars>
      </dgm:prSet>
      <dgm:spPr/>
    </dgm:pt>
    <dgm:pt modelId="{399C9903-5A01-4F49-B779-1471B79963F2}" type="pres">
      <dgm:prSet presAssocID="{DA8DF14C-D020-4D6B-8F7B-7204B6BCA506}" presName="sibTrans" presStyleCnt="0"/>
      <dgm:spPr/>
    </dgm:pt>
    <dgm:pt modelId="{B1B9B02D-21D2-49D1-AB72-835A971CE1D3}" type="pres">
      <dgm:prSet presAssocID="{1CCD4212-A743-4CC7-A76E-04183FF5F78E}" presName="compNode" presStyleCnt="0"/>
      <dgm:spPr/>
    </dgm:pt>
    <dgm:pt modelId="{ED82DDE9-40BC-4BDA-BE76-E15454459AA9}" type="pres">
      <dgm:prSet presAssocID="{1CCD4212-A743-4CC7-A76E-04183FF5F78E}" presName="bgRect" presStyleLbl="bgShp" presStyleIdx="2" presStyleCnt="4"/>
      <dgm:spPr/>
    </dgm:pt>
    <dgm:pt modelId="{115D7C6F-B557-4843-B157-A7AEB482CC50}" type="pres">
      <dgm:prSet presAssocID="{1CCD4212-A743-4CC7-A76E-04183FF5F78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erson with Idea"/>
        </a:ext>
      </dgm:extLst>
    </dgm:pt>
    <dgm:pt modelId="{0959BFD1-9E19-488F-90EB-84198C5D5AC7}" type="pres">
      <dgm:prSet presAssocID="{1CCD4212-A743-4CC7-A76E-04183FF5F78E}" presName="spaceRect" presStyleCnt="0"/>
      <dgm:spPr/>
    </dgm:pt>
    <dgm:pt modelId="{2D108DD3-9212-497C-9615-9C411D39D59A}" type="pres">
      <dgm:prSet presAssocID="{1CCD4212-A743-4CC7-A76E-04183FF5F78E}" presName="parTx" presStyleLbl="revTx" presStyleIdx="2" presStyleCnt="4" custLinFactNeighborY="86918">
        <dgm:presLayoutVars>
          <dgm:chMax val="0"/>
          <dgm:chPref val="0"/>
        </dgm:presLayoutVars>
      </dgm:prSet>
      <dgm:spPr/>
    </dgm:pt>
    <dgm:pt modelId="{206819ED-E707-4C4A-8D78-3772C51A883D}" type="pres">
      <dgm:prSet presAssocID="{FAED9958-4204-480C-9981-C8E01779C833}" presName="sibTrans" presStyleCnt="0"/>
      <dgm:spPr/>
    </dgm:pt>
    <dgm:pt modelId="{06D70A02-C944-4DAD-8ECC-17C1B74BAA9C}" type="pres">
      <dgm:prSet presAssocID="{A1490D44-711C-43FE-BF02-DD3759DB400B}" presName="compNode" presStyleCnt="0"/>
      <dgm:spPr/>
    </dgm:pt>
    <dgm:pt modelId="{8C10876B-0B44-4893-820D-55815EF4DE05}" type="pres">
      <dgm:prSet presAssocID="{A1490D44-711C-43FE-BF02-DD3759DB400B}" presName="bgRect" presStyleLbl="bgShp" presStyleIdx="3" presStyleCnt="4"/>
      <dgm:spPr/>
    </dgm:pt>
    <dgm:pt modelId="{840EF2A3-4F6B-42DD-B365-9FE4BD0BDDAF}" type="pres">
      <dgm:prSet presAssocID="{A1490D44-711C-43FE-BF02-DD3759DB400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humbs Up Sign"/>
        </a:ext>
      </dgm:extLst>
    </dgm:pt>
    <dgm:pt modelId="{0A4B06BB-A7C3-456C-91EB-9130879B191F}" type="pres">
      <dgm:prSet presAssocID="{A1490D44-711C-43FE-BF02-DD3759DB400B}" presName="spaceRect" presStyleCnt="0"/>
      <dgm:spPr/>
    </dgm:pt>
    <dgm:pt modelId="{ABF20527-E91B-4B5C-BF1C-2462BDFD05EA}" type="pres">
      <dgm:prSet presAssocID="{A1490D44-711C-43FE-BF02-DD3759DB400B}" presName="parTx" presStyleLbl="revTx" presStyleIdx="3" presStyleCnt="4" custLinFactNeighborX="-1431" custLinFactNeighborY="64044">
        <dgm:presLayoutVars>
          <dgm:chMax val="0"/>
          <dgm:chPref val="0"/>
        </dgm:presLayoutVars>
      </dgm:prSet>
      <dgm:spPr/>
    </dgm:pt>
  </dgm:ptLst>
  <dgm:cxnLst>
    <dgm:cxn modelId="{37223000-1AB8-4A23-96C7-129FD2629596}" type="presOf" srcId="{1CCD4212-A743-4CC7-A76E-04183FF5F78E}" destId="{2D108DD3-9212-497C-9615-9C411D39D59A}" srcOrd="0" destOrd="0" presId="urn:microsoft.com/office/officeart/2018/2/layout/IconVerticalSolidList"/>
    <dgm:cxn modelId="{085A960A-180D-4C27-843F-32DB5640719B}" srcId="{9521FB7D-C4CE-482C-85B4-E6B6017A6275}" destId="{9BC0FBA2-53E3-4C98-AFD2-753F29D40FB8}" srcOrd="1" destOrd="0" parTransId="{03477801-2BEE-4C02-9EC6-6116145AB359}" sibTransId="{DA8DF14C-D020-4D6B-8F7B-7204B6BCA506}"/>
    <dgm:cxn modelId="{5CB48B16-9E60-4A26-816F-DF3E366D5780}" type="presOf" srcId="{A89858DC-EC75-4C93-9515-EBE7F71D641D}" destId="{43E15619-961A-4A12-B60B-A25D1C2D4303}" srcOrd="0" destOrd="0" presId="urn:microsoft.com/office/officeart/2018/2/layout/IconVerticalSolidList"/>
    <dgm:cxn modelId="{B8447529-D1E7-4113-973D-7A83436B3280}" srcId="{9521FB7D-C4CE-482C-85B4-E6B6017A6275}" destId="{1CCD4212-A743-4CC7-A76E-04183FF5F78E}" srcOrd="2" destOrd="0" parTransId="{55AB470F-63D1-4323-854B-E9A56E4897E6}" sibTransId="{FAED9958-4204-480C-9981-C8E01779C833}"/>
    <dgm:cxn modelId="{5F735A34-5927-4EC4-9577-A0A609DA123B}" type="presOf" srcId="{9BC0FBA2-53E3-4C98-AFD2-753F29D40FB8}" destId="{F5282C88-66DE-4B9F-A1D2-347BD8423F8F}" srcOrd="0" destOrd="0" presId="urn:microsoft.com/office/officeart/2018/2/layout/IconVerticalSolidList"/>
    <dgm:cxn modelId="{7E32AD97-9BF6-451D-9E54-C6144039F3BC}" srcId="{9521FB7D-C4CE-482C-85B4-E6B6017A6275}" destId="{A89858DC-EC75-4C93-9515-EBE7F71D641D}" srcOrd="0" destOrd="0" parTransId="{0FC4140E-39C0-4AF5-B318-E0D105A6914D}" sibTransId="{22A010B2-2FF3-4E51-B866-60D6A691D2C3}"/>
    <dgm:cxn modelId="{567AC39B-9541-4959-8B5A-8170B538DCBA}" srcId="{9521FB7D-C4CE-482C-85B4-E6B6017A6275}" destId="{A1490D44-711C-43FE-BF02-DD3759DB400B}" srcOrd="3" destOrd="0" parTransId="{05515FAC-9120-43C2-83B5-E33BE3B9390A}" sibTransId="{495C3784-E9FC-4640-B7FB-31D29623DDBA}"/>
    <dgm:cxn modelId="{0FAE75A6-ACC3-4894-9EC4-CD2E2F89C955}" type="presOf" srcId="{9521FB7D-C4CE-482C-85B4-E6B6017A6275}" destId="{93C2905C-0D99-4030-911A-28C4D2280708}" srcOrd="0" destOrd="0" presId="urn:microsoft.com/office/officeart/2018/2/layout/IconVerticalSolidList"/>
    <dgm:cxn modelId="{1252ACDF-7714-400C-953A-FF20CC0196F9}" type="presOf" srcId="{A1490D44-711C-43FE-BF02-DD3759DB400B}" destId="{ABF20527-E91B-4B5C-BF1C-2462BDFD05EA}" srcOrd="0" destOrd="0" presId="urn:microsoft.com/office/officeart/2018/2/layout/IconVerticalSolidList"/>
    <dgm:cxn modelId="{322560B0-185C-4297-9EC7-B3CE5AD768AF}" type="presParOf" srcId="{93C2905C-0D99-4030-911A-28C4D2280708}" destId="{2C9013C5-122A-47AB-8006-0404F4EEB054}" srcOrd="0" destOrd="0" presId="urn:microsoft.com/office/officeart/2018/2/layout/IconVerticalSolidList"/>
    <dgm:cxn modelId="{8065928A-658C-459B-958F-D886E6B46812}" type="presParOf" srcId="{2C9013C5-122A-47AB-8006-0404F4EEB054}" destId="{C750843F-3BBF-477D-A586-33DDB37BDAF4}" srcOrd="0" destOrd="0" presId="urn:microsoft.com/office/officeart/2018/2/layout/IconVerticalSolidList"/>
    <dgm:cxn modelId="{EBB9F84D-A49A-491B-8E66-F1EE5D8CAE68}" type="presParOf" srcId="{2C9013C5-122A-47AB-8006-0404F4EEB054}" destId="{F32B33F0-F4B7-4BC4-A39A-EA6AE520904A}" srcOrd="1" destOrd="0" presId="urn:microsoft.com/office/officeart/2018/2/layout/IconVerticalSolidList"/>
    <dgm:cxn modelId="{C0F738CB-E527-4471-BCB3-FF91F9D6982F}" type="presParOf" srcId="{2C9013C5-122A-47AB-8006-0404F4EEB054}" destId="{DF45A744-8097-4236-8C73-4695D5549BC8}" srcOrd="2" destOrd="0" presId="urn:microsoft.com/office/officeart/2018/2/layout/IconVerticalSolidList"/>
    <dgm:cxn modelId="{711B8289-9DC0-45A2-BAB5-227228BFAA60}" type="presParOf" srcId="{2C9013C5-122A-47AB-8006-0404F4EEB054}" destId="{43E15619-961A-4A12-B60B-A25D1C2D4303}" srcOrd="3" destOrd="0" presId="urn:microsoft.com/office/officeart/2018/2/layout/IconVerticalSolidList"/>
    <dgm:cxn modelId="{3EBCAFD3-3D37-4BE9-BD67-1F669F5F9B5D}" type="presParOf" srcId="{93C2905C-0D99-4030-911A-28C4D2280708}" destId="{8942217E-4F75-4533-80A0-B889AE481C55}" srcOrd="1" destOrd="0" presId="urn:microsoft.com/office/officeart/2018/2/layout/IconVerticalSolidList"/>
    <dgm:cxn modelId="{9C206AD9-C0C7-4D65-8DB5-0A41D800C3FE}" type="presParOf" srcId="{93C2905C-0D99-4030-911A-28C4D2280708}" destId="{1564438B-60DF-4C68-BE7F-B6F2870AF733}" srcOrd="2" destOrd="0" presId="urn:microsoft.com/office/officeart/2018/2/layout/IconVerticalSolidList"/>
    <dgm:cxn modelId="{4F5FC13E-9596-4425-9A28-10878F2952C1}" type="presParOf" srcId="{1564438B-60DF-4C68-BE7F-B6F2870AF733}" destId="{041CFC1A-2516-4E82-9CFC-5A23266897AD}" srcOrd="0" destOrd="0" presId="urn:microsoft.com/office/officeart/2018/2/layout/IconVerticalSolidList"/>
    <dgm:cxn modelId="{0807B679-DFC7-41FA-9C6D-F186B8160E82}" type="presParOf" srcId="{1564438B-60DF-4C68-BE7F-B6F2870AF733}" destId="{9A5F78FA-D0EE-43B3-9A82-F25741563DB4}" srcOrd="1" destOrd="0" presId="urn:microsoft.com/office/officeart/2018/2/layout/IconVerticalSolidList"/>
    <dgm:cxn modelId="{225159F3-B285-4ABF-8D8C-86D502D06BE1}" type="presParOf" srcId="{1564438B-60DF-4C68-BE7F-B6F2870AF733}" destId="{B2AF8C75-8B49-495B-8CE2-EDA48AB0FCA4}" srcOrd="2" destOrd="0" presId="urn:microsoft.com/office/officeart/2018/2/layout/IconVerticalSolidList"/>
    <dgm:cxn modelId="{41BBB858-7E4C-4592-8E4E-E7C8377731C8}" type="presParOf" srcId="{1564438B-60DF-4C68-BE7F-B6F2870AF733}" destId="{F5282C88-66DE-4B9F-A1D2-347BD8423F8F}" srcOrd="3" destOrd="0" presId="urn:microsoft.com/office/officeart/2018/2/layout/IconVerticalSolidList"/>
    <dgm:cxn modelId="{7A63AB81-FE64-4848-8060-712D7ABFECD1}" type="presParOf" srcId="{93C2905C-0D99-4030-911A-28C4D2280708}" destId="{399C9903-5A01-4F49-B779-1471B79963F2}" srcOrd="3" destOrd="0" presId="urn:microsoft.com/office/officeart/2018/2/layout/IconVerticalSolidList"/>
    <dgm:cxn modelId="{27AD6F4F-73BA-4674-9FFA-2632049FC49C}" type="presParOf" srcId="{93C2905C-0D99-4030-911A-28C4D2280708}" destId="{B1B9B02D-21D2-49D1-AB72-835A971CE1D3}" srcOrd="4" destOrd="0" presId="urn:microsoft.com/office/officeart/2018/2/layout/IconVerticalSolidList"/>
    <dgm:cxn modelId="{79FAE0D3-559B-470E-8844-23FF18824195}" type="presParOf" srcId="{B1B9B02D-21D2-49D1-AB72-835A971CE1D3}" destId="{ED82DDE9-40BC-4BDA-BE76-E15454459AA9}" srcOrd="0" destOrd="0" presId="urn:microsoft.com/office/officeart/2018/2/layout/IconVerticalSolidList"/>
    <dgm:cxn modelId="{B14E1485-AFCD-4FA5-8873-A001DE14E71A}" type="presParOf" srcId="{B1B9B02D-21D2-49D1-AB72-835A971CE1D3}" destId="{115D7C6F-B557-4843-B157-A7AEB482CC50}" srcOrd="1" destOrd="0" presId="urn:microsoft.com/office/officeart/2018/2/layout/IconVerticalSolidList"/>
    <dgm:cxn modelId="{D6E18A9C-E12F-48EF-AE04-3DBA36F522B9}" type="presParOf" srcId="{B1B9B02D-21D2-49D1-AB72-835A971CE1D3}" destId="{0959BFD1-9E19-488F-90EB-84198C5D5AC7}" srcOrd="2" destOrd="0" presId="urn:microsoft.com/office/officeart/2018/2/layout/IconVerticalSolidList"/>
    <dgm:cxn modelId="{145381E4-72A9-46AE-BB48-42599DB8B553}" type="presParOf" srcId="{B1B9B02D-21D2-49D1-AB72-835A971CE1D3}" destId="{2D108DD3-9212-497C-9615-9C411D39D59A}" srcOrd="3" destOrd="0" presId="urn:microsoft.com/office/officeart/2018/2/layout/IconVerticalSolidList"/>
    <dgm:cxn modelId="{491F7746-6C55-42BF-9DBA-83FE91625924}" type="presParOf" srcId="{93C2905C-0D99-4030-911A-28C4D2280708}" destId="{206819ED-E707-4C4A-8D78-3772C51A883D}" srcOrd="5" destOrd="0" presId="urn:microsoft.com/office/officeart/2018/2/layout/IconVerticalSolidList"/>
    <dgm:cxn modelId="{2FE6FD89-1405-49E7-B916-2F30C4A02444}" type="presParOf" srcId="{93C2905C-0D99-4030-911A-28C4D2280708}" destId="{06D70A02-C944-4DAD-8ECC-17C1B74BAA9C}" srcOrd="6" destOrd="0" presId="urn:microsoft.com/office/officeart/2018/2/layout/IconVerticalSolidList"/>
    <dgm:cxn modelId="{970D030F-3B26-4161-8C55-76C42954130E}" type="presParOf" srcId="{06D70A02-C944-4DAD-8ECC-17C1B74BAA9C}" destId="{8C10876B-0B44-4893-820D-55815EF4DE05}" srcOrd="0" destOrd="0" presId="urn:microsoft.com/office/officeart/2018/2/layout/IconVerticalSolidList"/>
    <dgm:cxn modelId="{8C77CAFE-E043-4C84-9C5A-9E5F54EB472F}" type="presParOf" srcId="{06D70A02-C944-4DAD-8ECC-17C1B74BAA9C}" destId="{840EF2A3-4F6B-42DD-B365-9FE4BD0BDDAF}" srcOrd="1" destOrd="0" presId="urn:microsoft.com/office/officeart/2018/2/layout/IconVerticalSolidList"/>
    <dgm:cxn modelId="{3E6C09D2-97AA-41CB-8EC5-85E650677058}" type="presParOf" srcId="{06D70A02-C944-4DAD-8ECC-17C1B74BAA9C}" destId="{0A4B06BB-A7C3-456C-91EB-9130879B191F}" srcOrd="2" destOrd="0" presId="urn:microsoft.com/office/officeart/2018/2/layout/IconVerticalSolidList"/>
    <dgm:cxn modelId="{961C27B1-F373-4E4C-A2C7-09EA20575FD3}" type="presParOf" srcId="{06D70A02-C944-4DAD-8ECC-17C1B74BAA9C}" destId="{ABF20527-E91B-4B5C-BF1C-2462BDFD05E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A1349E-8C3E-4717-B470-D5D2F678AD23}">
      <dsp:nvSpPr>
        <dsp:cNvPr id="0" name=""/>
        <dsp:cNvSpPr/>
      </dsp:nvSpPr>
      <dsp:spPr>
        <a:xfrm>
          <a:off x="0" y="0"/>
          <a:ext cx="6513603" cy="8378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4A0DE3C9-E19A-45DB-AA5B-125A4B1EEE1E}">
      <dsp:nvSpPr>
        <dsp:cNvPr id="0" name=""/>
        <dsp:cNvSpPr/>
      </dsp:nvSpPr>
      <dsp:spPr>
        <a:xfrm>
          <a:off x="253438" y="193753"/>
          <a:ext cx="461247" cy="4607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33063E5-6FD5-44FE-84B1-0F4B8C91E3D9}">
      <dsp:nvSpPr>
        <dsp:cNvPr id="0" name=""/>
        <dsp:cNvSpPr/>
      </dsp:nvSpPr>
      <dsp:spPr>
        <a:xfrm>
          <a:off x="968123" y="5245"/>
          <a:ext cx="5516156" cy="890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210" tIns="94210" rIns="94210" bIns="94210" numCol="1" spcCol="1270" anchor="ctr" anchorCtr="0">
          <a:noAutofit/>
        </a:bodyPr>
        <a:lstStyle/>
        <a:p>
          <a:pPr marL="0" lvl="0" indent="0" algn="l" defTabSz="1244600">
            <a:lnSpc>
              <a:spcPct val="90000"/>
            </a:lnSpc>
            <a:spcBef>
              <a:spcPct val="0"/>
            </a:spcBef>
            <a:spcAft>
              <a:spcPct val="35000"/>
            </a:spcAft>
            <a:buNone/>
          </a:pPr>
          <a:r>
            <a:rPr lang="en-GB" sz="2800" kern="1200">
              <a:latin typeface="Arial" panose="020B0604020202020204" pitchFamily="34" charset="0"/>
              <a:cs typeface="Arial" panose="020B0604020202020204" pitchFamily="34" charset="0"/>
            </a:rPr>
            <a:t>If we do not smoke…</a:t>
          </a:r>
          <a:endParaRPr lang="en-US" sz="2800" kern="1200">
            <a:latin typeface="Arial" panose="020B0604020202020204" pitchFamily="34" charset="0"/>
            <a:cs typeface="Arial" panose="020B0604020202020204" pitchFamily="34" charset="0"/>
          </a:endParaRPr>
        </a:p>
      </dsp:txBody>
      <dsp:txXfrm>
        <a:off x="968123" y="5245"/>
        <a:ext cx="5516156" cy="890175"/>
      </dsp:txXfrm>
    </dsp:sp>
    <dsp:sp modelId="{FCC727C5-D461-43B1-AFFB-A966BB2C7ADB}">
      <dsp:nvSpPr>
        <dsp:cNvPr id="0" name=""/>
        <dsp:cNvSpPr/>
      </dsp:nvSpPr>
      <dsp:spPr>
        <a:xfrm>
          <a:off x="0" y="1117965"/>
          <a:ext cx="6513603" cy="8378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403E0E12-17DA-490A-AA00-A25D74D10F9D}">
      <dsp:nvSpPr>
        <dsp:cNvPr id="0" name=""/>
        <dsp:cNvSpPr/>
      </dsp:nvSpPr>
      <dsp:spPr>
        <a:xfrm>
          <a:off x="253438" y="1306473"/>
          <a:ext cx="461247" cy="4607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1B2E683-F798-4424-8C23-7B7AAA6319C6}">
      <dsp:nvSpPr>
        <dsp:cNvPr id="0" name=""/>
        <dsp:cNvSpPr/>
      </dsp:nvSpPr>
      <dsp:spPr>
        <a:xfrm>
          <a:off x="968123" y="1117965"/>
          <a:ext cx="5516156" cy="890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210" tIns="94210" rIns="94210" bIns="94210" numCol="1" spcCol="1270" anchor="ctr" anchorCtr="0">
          <a:noAutofit/>
        </a:bodyPr>
        <a:lstStyle/>
        <a:p>
          <a:pPr marL="0" lvl="0" indent="0" algn="l" defTabSz="1244600">
            <a:lnSpc>
              <a:spcPct val="90000"/>
            </a:lnSpc>
            <a:spcBef>
              <a:spcPct val="0"/>
            </a:spcBef>
            <a:spcAft>
              <a:spcPct val="35000"/>
            </a:spcAft>
            <a:buNone/>
          </a:pPr>
          <a:r>
            <a:rPr lang="en-GB" sz="2800" kern="1200">
              <a:latin typeface="Arial" panose="020B0604020202020204" pitchFamily="34" charset="0"/>
              <a:cs typeface="Arial" panose="020B0604020202020204" pitchFamily="34" charset="0"/>
            </a:rPr>
            <a:t>Do not drink or drink less…</a:t>
          </a:r>
          <a:endParaRPr lang="en-US" sz="2800" kern="1200">
            <a:latin typeface="Arial" panose="020B0604020202020204" pitchFamily="34" charset="0"/>
            <a:cs typeface="Arial" panose="020B0604020202020204" pitchFamily="34" charset="0"/>
          </a:endParaRPr>
        </a:p>
      </dsp:txBody>
      <dsp:txXfrm>
        <a:off x="968123" y="1117965"/>
        <a:ext cx="5516156" cy="890175"/>
      </dsp:txXfrm>
    </dsp:sp>
    <dsp:sp modelId="{ECA56B23-B634-434E-A236-E885AA3A0D19}">
      <dsp:nvSpPr>
        <dsp:cNvPr id="0" name=""/>
        <dsp:cNvSpPr/>
      </dsp:nvSpPr>
      <dsp:spPr>
        <a:xfrm>
          <a:off x="0" y="2230685"/>
          <a:ext cx="6513603" cy="8378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D7A3DA3-FBF5-4BFE-B30E-EAA1A9751005}">
      <dsp:nvSpPr>
        <dsp:cNvPr id="0" name=""/>
        <dsp:cNvSpPr/>
      </dsp:nvSpPr>
      <dsp:spPr>
        <a:xfrm>
          <a:off x="253438" y="2419192"/>
          <a:ext cx="461247" cy="4607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B7696F59-3CF9-4E3F-A8B7-9743A01BD3F6}">
      <dsp:nvSpPr>
        <dsp:cNvPr id="0" name=""/>
        <dsp:cNvSpPr/>
      </dsp:nvSpPr>
      <dsp:spPr>
        <a:xfrm>
          <a:off x="968123" y="2230685"/>
          <a:ext cx="5516156" cy="890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210" tIns="94210" rIns="94210" bIns="94210" numCol="1" spcCol="1270" anchor="ctr" anchorCtr="0">
          <a:noAutofit/>
        </a:bodyPr>
        <a:lstStyle/>
        <a:p>
          <a:pPr marL="0" lvl="0" indent="0" algn="l" defTabSz="1244600">
            <a:lnSpc>
              <a:spcPct val="90000"/>
            </a:lnSpc>
            <a:spcBef>
              <a:spcPct val="0"/>
            </a:spcBef>
            <a:spcAft>
              <a:spcPct val="35000"/>
            </a:spcAft>
            <a:buNone/>
          </a:pPr>
          <a:r>
            <a:rPr lang="en-GB" sz="2800" kern="1200">
              <a:latin typeface="Arial" panose="020B0604020202020204" pitchFamily="34" charset="0"/>
              <a:cs typeface="Arial" panose="020B0604020202020204" pitchFamily="34" charset="0"/>
            </a:rPr>
            <a:t>Eat healthier diets....</a:t>
          </a:r>
          <a:endParaRPr lang="en-US" sz="2800" kern="1200">
            <a:latin typeface="Arial" panose="020B0604020202020204" pitchFamily="34" charset="0"/>
            <a:cs typeface="Arial" panose="020B0604020202020204" pitchFamily="34" charset="0"/>
          </a:endParaRPr>
        </a:p>
      </dsp:txBody>
      <dsp:txXfrm>
        <a:off x="968123" y="2230685"/>
        <a:ext cx="5516156" cy="890175"/>
      </dsp:txXfrm>
    </dsp:sp>
    <dsp:sp modelId="{209173EF-3475-4DA7-9CF5-514D43CBFEEB}">
      <dsp:nvSpPr>
        <dsp:cNvPr id="0" name=""/>
        <dsp:cNvSpPr/>
      </dsp:nvSpPr>
      <dsp:spPr>
        <a:xfrm>
          <a:off x="0" y="3343404"/>
          <a:ext cx="6513603" cy="8378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103D063C-92CE-4114-929D-02C05B2DE306}">
      <dsp:nvSpPr>
        <dsp:cNvPr id="0" name=""/>
        <dsp:cNvSpPr/>
      </dsp:nvSpPr>
      <dsp:spPr>
        <a:xfrm>
          <a:off x="253438" y="3531912"/>
          <a:ext cx="461247" cy="4607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31440EF-30EB-4FEC-8054-183CECDB8459}">
      <dsp:nvSpPr>
        <dsp:cNvPr id="0" name=""/>
        <dsp:cNvSpPr/>
      </dsp:nvSpPr>
      <dsp:spPr>
        <a:xfrm>
          <a:off x="968123" y="3343404"/>
          <a:ext cx="5516156" cy="890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210" tIns="94210" rIns="94210" bIns="94210" numCol="1" spcCol="1270" anchor="ctr" anchorCtr="0">
          <a:noAutofit/>
        </a:bodyPr>
        <a:lstStyle/>
        <a:p>
          <a:pPr marL="0" lvl="0" indent="0" algn="l" defTabSz="1244600">
            <a:lnSpc>
              <a:spcPct val="90000"/>
            </a:lnSpc>
            <a:spcBef>
              <a:spcPct val="0"/>
            </a:spcBef>
            <a:spcAft>
              <a:spcPct val="35000"/>
            </a:spcAft>
            <a:buNone/>
          </a:pPr>
          <a:r>
            <a:rPr lang="en-GB" sz="2800" kern="1200">
              <a:latin typeface="Arial" panose="020B0604020202020204" pitchFamily="34" charset="0"/>
              <a:cs typeface="Arial" panose="020B0604020202020204" pitchFamily="34" charset="0"/>
            </a:rPr>
            <a:t>Become more physically active…..and less sedentary….</a:t>
          </a:r>
          <a:endParaRPr lang="en-US" sz="2800" kern="1200">
            <a:latin typeface="Arial" panose="020B0604020202020204" pitchFamily="34" charset="0"/>
            <a:cs typeface="Arial" panose="020B0604020202020204" pitchFamily="34" charset="0"/>
          </a:endParaRPr>
        </a:p>
      </dsp:txBody>
      <dsp:txXfrm>
        <a:off x="968123" y="3343404"/>
        <a:ext cx="5516156" cy="890175"/>
      </dsp:txXfrm>
    </dsp:sp>
    <dsp:sp modelId="{A2D388F2-9851-4C1B-8304-F3267C73E58E}">
      <dsp:nvSpPr>
        <dsp:cNvPr id="0" name=""/>
        <dsp:cNvSpPr/>
      </dsp:nvSpPr>
      <dsp:spPr>
        <a:xfrm>
          <a:off x="0" y="4456124"/>
          <a:ext cx="6513603" cy="8378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4DDE1E54-C695-4C84-A43E-FCCDC514EC75}">
      <dsp:nvSpPr>
        <dsp:cNvPr id="0" name=""/>
        <dsp:cNvSpPr/>
      </dsp:nvSpPr>
      <dsp:spPr>
        <a:xfrm>
          <a:off x="253438" y="4644632"/>
          <a:ext cx="461247" cy="46079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3C49DFC6-8836-41F5-9B34-817D6A901119}">
      <dsp:nvSpPr>
        <dsp:cNvPr id="0" name=""/>
        <dsp:cNvSpPr/>
      </dsp:nvSpPr>
      <dsp:spPr>
        <a:xfrm>
          <a:off x="968123" y="4456124"/>
          <a:ext cx="5516156" cy="890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210" tIns="94210" rIns="94210" bIns="94210" numCol="1" spcCol="1270" anchor="ctr" anchorCtr="0">
          <a:noAutofit/>
        </a:bodyPr>
        <a:lstStyle/>
        <a:p>
          <a:pPr marL="0" lvl="0" indent="0" algn="l" defTabSz="1244600">
            <a:lnSpc>
              <a:spcPct val="90000"/>
            </a:lnSpc>
            <a:spcBef>
              <a:spcPct val="0"/>
            </a:spcBef>
            <a:spcAft>
              <a:spcPct val="35000"/>
            </a:spcAft>
            <a:buNone/>
          </a:pPr>
          <a:r>
            <a:rPr lang="en-GB" sz="2800" kern="1200">
              <a:latin typeface="Arial" panose="020B0604020202020204" pitchFamily="34" charset="0"/>
              <a:cs typeface="Arial" panose="020B0604020202020204" pitchFamily="34" charset="0"/>
            </a:rPr>
            <a:t>The prevalence of disease could be reduced</a:t>
          </a:r>
          <a:endParaRPr lang="en-US" sz="2800" kern="1200">
            <a:latin typeface="Arial" panose="020B0604020202020204" pitchFamily="34" charset="0"/>
            <a:cs typeface="Arial" panose="020B0604020202020204" pitchFamily="34" charset="0"/>
          </a:endParaRPr>
        </a:p>
      </dsp:txBody>
      <dsp:txXfrm>
        <a:off x="968123" y="4456124"/>
        <a:ext cx="5516156" cy="890175"/>
      </dsp:txXfrm>
    </dsp:sp>
    <dsp:sp modelId="{10F09014-D2D0-4664-BAB5-47726611D459}">
      <dsp:nvSpPr>
        <dsp:cNvPr id="0" name=""/>
        <dsp:cNvSpPr/>
      </dsp:nvSpPr>
      <dsp:spPr>
        <a:xfrm>
          <a:off x="0" y="5568844"/>
          <a:ext cx="6513603" cy="8378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7D974799-D207-42CA-AFD5-7AC504098708}">
      <dsp:nvSpPr>
        <dsp:cNvPr id="0" name=""/>
        <dsp:cNvSpPr/>
      </dsp:nvSpPr>
      <dsp:spPr>
        <a:xfrm>
          <a:off x="253438" y="5757352"/>
          <a:ext cx="461247" cy="46079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C118217-02C8-41C6-B395-D6C15AE62092}">
      <dsp:nvSpPr>
        <dsp:cNvPr id="0" name=""/>
        <dsp:cNvSpPr/>
      </dsp:nvSpPr>
      <dsp:spPr>
        <a:xfrm>
          <a:off x="968123" y="5568844"/>
          <a:ext cx="5516156" cy="890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210" tIns="94210" rIns="94210" bIns="94210" numCol="1" spcCol="1270" anchor="ctr" anchorCtr="0">
          <a:noAutofit/>
        </a:bodyPr>
        <a:lstStyle/>
        <a:p>
          <a:pPr marL="0" lvl="0" indent="0" algn="l" defTabSz="1244600">
            <a:lnSpc>
              <a:spcPct val="90000"/>
            </a:lnSpc>
            <a:spcBef>
              <a:spcPct val="0"/>
            </a:spcBef>
            <a:spcAft>
              <a:spcPct val="35000"/>
            </a:spcAft>
            <a:buNone/>
          </a:pPr>
          <a:r>
            <a:rPr lang="en-GB" sz="2800" kern="1200">
              <a:latin typeface="Arial" panose="020B0604020202020204" pitchFamily="34" charset="0"/>
              <a:cs typeface="Arial" panose="020B0604020202020204" pitchFamily="34" charset="0"/>
            </a:rPr>
            <a:t>What is the role of PH in helping people to lead healthier lives?</a:t>
          </a:r>
          <a:endParaRPr lang="en-US" sz="2800" kern="1200">
            <a:latin typeface="Arial" panose="020B0604020202020204" pitchFamily="34" charset="0"/>
            <a:cs typeface="Arial" panose="020B0604020202020204" pitchFamily="34" charset="0"/>
          </a:endParaRPr>
        </a:p>
      </dsp:txBody>
      <dsp:txXfrm>
        <a:off x="968123" y="5568844"/>
        <a:ext cx="5516156" cy="8901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50843F-3BBF-477D-A586-33DDB37BDAF4}">
      <dsp:nvSpPr>
        <dsp:cNvPr id="0" name=""/>
        <dsp:cNvSpPr/>
      </dsp:nvSpPr>
      <dsp:spPr>
        <a:xfrm>
          <a:off x="0" y="6910"/>
          <a:ext cx="6811653" cy="14739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F32B33F0-F4B7-4BC4-A39A-EA6AE520904A}">
      <dsp:nvSpPr>
        <dsp:cNvPr id="0" name=""/>
        <dsp:cNvSpPr/>
      </dsp:nvSpPr>
      <dsp:spPr>
        <a:xfrm>
          <a:off x="445857" y="338539"/>
          <a:ext cx="810649" cy="8106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3E15619-961A-4A12-B60B-A25D1C2D4303}">
      <dsp:nvSpPr>
        <dsp:cNvPr id="0" name=""/>
        <dsp:cNvSpPr/>
      </dsp:nvSpPr>
      <dsp:spPr>
        <a:xfrm>
          <a:off x="1409859" y="568619"/>
          <a:ext cx="5172325" cy="4525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63" tIns="60663" rIns="60663" bIns="60663" numCol="1" spcCol="1270" anchor="ctr" anchorCtr="0">
          <a:noAutofit/>
        </a:bodyPr>
        <a:lstStyle/>
        <a:p>
          <a:pPr marL="0" lvl="0" indent="0" algn="l" defTabSz="1244600">
            <a:lnSpc>
              <a:spcPct val="90000"/>
            </a:lnSpc>
            <a:spcBef>
              <a:spcPct val="0"/>
            </a:spcBef>
            <a:spcAft>
              <a:spcPct val="35000"/>
            </a:spcAft>
            <a:buNone/>
          </a:pPr>
          <a:r>
            <a:rPr lang="en-GB" sz="2800" kern="1200">
              <a:latin typeface="Arial" panose="020B0604020202020204" pitchFamily="34" charset="0"/>
              <a:cs typeface="Arial" panose="020B0604020202020204" pitchFamily="34" charset="0"/>
            </a:rPr>
            <a:t>Policy makers have so far banned items that cause serious harm e.g. drugs</a:t>
          </a:r>
          <a:endParaRPr lang="en-US" sz="2800" kern="1200">
            <a:latin typeface="Arial" panose="020B0604020202020204" pitchFamily="34" charset="0"/>
            <a:cs typeface="Arial" panose="020B0604020202020204" pitchFamily="34" charset="0"/>
          </a:endParaRPr>
        </a:p>
      </dsp:txBody>
      <dsp:txXfrm>
        <a:off x="1409859" y="568619"/>
        <a:ext cx="5172325" cy="452538"/>
      </dsp:txXfrm>
    </dsp:sp>
    <dsp:sp modelId="{041CFC1A-2516-4E82-9CFC-5A23266897AD}">
      <dsp:nvSpPr>
        <dsp:cNvPr id="0" name=""/>
        <dsp:cNvSpPr/>
      </dsp:nvSpPr>
      <dsp:spPr>
        <a:xfrm>
          <a:off x="0" y="1799500"/>
          <a:ext cx="6811653" cy="14739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9A5F78FA-D0EE-43B3-9A82-F25741563DB4}">
      <dsp:nvSpPr>
        <dsp:cNvPr id="0" name=""/>
        <dsp:cNvSpPr/>
      </dsp:nvSpPr>
      <dsp:spPr>
        <a:xfrm>
          <a:off x="445857" y="2131129"/>
          <a:ext cx="810649" cy="8106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5282C88-66DE-4B9F-A1D2-347BD8423F8F}">
      <dsp:nvSpPr>
        <dsp:cNvPr id="0" name=""/>
        <dsp:cNvSpPr/>
      </dsp:nvSpPr>
      <dsp:spPr>
        <a:xfrm>
          <a:off x="1691347" y="2179712"/>
          <a:ext cx="4609258" cy="573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63" tIns="60663" rIns="60663" bIns="60663" numCol="1" spcCol="1270" anchor="ctr" anchorCtr="0">
          <a:noAutofit/>
        </a:bodyPr>
        <a:lstStyle/>
        <a:p>
          <a:pPr marL="0" lvl="0" indent="0" algn="l" defTabSz="1244600">
            <a:lnSpc>
              <a:spcPct val="90000"/>
            </a:lnSpc>
            <a:spcBef>
              <a:spcPct val="0"/>
            </a:spcBef>
            <a:spcAft>
              <a:spcPct val="35000"/>
            </a:spcAft>
            <a:buNone/>
          </a:pPr>
          <a:r>
            <a:rPr lang="en-GB" sz="2800" kern="1200">
              <a:latin typeface="Arial" panose="020B0604020202020204" pitchFamily="34" charset="0"/>
              <a:cs typeface="Arial" panose="020B0604020202020204" pitchFamily="34" charset="0"/>
            </a:rPr>
            <a:t>How do we deal with less harmful effects?</a:t>
          </a:r>
          <a:endParaRPr lang="en-US" sz="2800" kern="1200">
            <a:latin typeface="Arial" panose="020B0604020202020204" pitchFamily="34" charset="0"/>
            <a:cs typeface="Arial" panose="020B0604020202020204" pitchFamily="34" charset="0"/>
          </a:endParaRPr>
        </a:p>
      </dsp:txBody>
      <dsp:txXfrm>
        <a:off x="1691347" y="2179712"/>
        <a:ext cx="4609258" cy="573195"/>
      </dsp:txXfrm>
    </dsp:sp>
    <dsp:sp modelId="{ED82DDE9-40BC-4BDA-BE76-E15454459AA9}">
      <dsp:nvSpPr>
        <dsp:cNvPr id="0" name=""/>
        <dsp:cNvSpPr/>
      </dsp:nvSpPr>
      <dsp:spPr>
        <a:xfrm>
          <a:off x="0" y="3592090"/>
          <a:ext cx="6811653" cy="14739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115D7C6F-B557-4843-B157-A7AEB482CC50}">
      <dsp:nvSpPr>
        <dsp:cNvPr id="0" name=""/>
        <dsp:cNvSpPr/>
      </dsp:nvSpPr>
      <dsp:spPr>
        <a:xfrm>
          <a:off x="445857" y="3923720"/>
          <a:ext cx="810649" cy="8106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2D108DD3-9212-497C-9615-9C411D39D59A}">
      <dsp:nvSpPr>
        <dsp:cNvPr id="0" name=""/>
        <dsp:cNvSpPr/>
      </dsp:nvSpPr>
      <dsp:spPr>
        <a:xfrm>
          <a:off x="1702363" y="4090301"/>
          <a:ext cx="4609258" cy="573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63" tIns="60663" rIns="60663" bIns="60663" numCol="1" spcCol="1270" anchor="ctr" anchorCtr="0">
          <a:noAutofit/>
        </a:bodyPr>
        <a:lstStyle/>
        <a:p>
          <a:pPr marL="0" lvl="0" indent="0" algn="l" defTabSz="1244600">
            <a:lnSpc>
              <a:spcPct val="90000"/>
            </a:lnSpc>
            <a:spcBef>
              <a:spcPct val="0"/>
            </a:spcBef>
            <a:spcAft>
              <a:spcPct val="35000"/>
            </a:spcAft>
            <a:buNone/>
          </a:pPr>
          <a:r>
            <a:rPr lang="en-GB" sz="2800" b="1" kern="1200">
              <a:latin typeface="Arial" panose="020B0604020202020204" pitchFamily="34" charset="0"/>
              <a:cs typeface="Arial" panose="020B0604020202020204" pitchFamily="34" charset="0"/>
            </a:rPr>
            <a:t>Behaviour</a:t>
          </a:r>
          <a:r>
            <a:rPr lang="en-GB" sz="2800" kern="1200">
              <a:latin typeface="Arial" panose="020B0604020202020204" pitchFamily="34" charset="0"/>
              <a:cs typeface="Arial" panose="020B0604020202020204" pitchFamily="34" charset="0"/>
            </a:rPr>
            <a:t> can be influenced in a variety of ways:</a:t>
          </a:r>
          <a:endParaRPr lang="en-US" sz="2800" kern="1200">
            <a:latin typeface="Arial" panose="020B0604020202020204" pitchFamily="34" charset="0"/>
            <a:cs typeface="Arial" panose="020B0604020202020204" pitchFamily="34" charset="0"/>
          </a:endParaRPr>
        </a:p>
      </dsp:txBody>
      <dsp:txXfrm>
        <a:off x="1702363" y="4090301"/>
        <a:ext cx="4609258" cy="573195"/>
      </dsp:txXfrm>
    </dsp:sp>
    <dsp:sp modelId="{8C10876B-0B44-4893-820D-55815EF4DE05}">
      <dsp:nvSpPr>
        <dsp:cNvPr id="0" name=""/>
        <dsp:cNvSpPr/>
      </dsp:nvSpPr>
      <dsp:spPr>
        <a:xfrm>
          <a:off x="0" y="5384681"/>
          <a:ext cx="6811653" cy="14739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40EF2A3-4F6B-42DD-B365-9FE4BD0BDDAF}">
      <dsp:nvSpPr>
        <dsp:cNvPr id="0" name=""/>
        <dsp:cNvSpPr/>
      </dsp:nvSpPr>
      <dsp:spPr>
        <a:xfrm>
          <a:off x="445857" y="5716310"/>
          <a:ext cx="810649" cy="8106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BF20527-E91B-4B5C-BF1C-2462BDFD05EA}">
      <dsp:nvSpPr>
        <dsp:cNvPr id="0" name=""/>
        <dsp:cNvSpPr/>
      </dsp:nvSpPr>
      <dsp:spPr>
        <a:xfrm>
          <a:off x="1636404" y="5751778"/>
          <a:ext cx="4609258" cy="573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63" tIns="60663" rIns="60663" bIns="60663" numCol="1" spcCol="1270" anchor="ctr" anchorCtr="0">
          <a:noAutofit/>
        </a:bodyPr>
        <a:lstStyle/>
        <a:p>
          <a:pPr marL="0" lvl="0" indent="0" algn="l" defTabSz="1244600">
            <a:lnSpc>
              <a:spcPct val="90000"/>
            </a:lnSpc>
            <a:spcBef>
              <a:spcPct val="0"/>
            </a:spcBef>
            <a:spcAft>
              <a:spcPct val="35000"/>
            </a:spcAft>
            <a:buNone/>
          </a:pPr>
          <a:r>
            <a:rPr lang="en-GB" sz="2800" kern="1200">
              <a:latin typeface="Arial" panose="020B0604020202020204" pitchFamily="34" charset="0"/>
              <a:cs typeface="Arial" panose="020B0604020202020204" pitchFamily="34" charset="0"/>
            </a:rPr>
            <a:t>encouraging, incentivising, disincentivising ± guiding choice in the right direction</a:t>
          </a:r>
          <a:endParaRPr lang="en-US" sz="2800" kern="1200">
            <a:latin typeface="Arial" panose="020B0604020202020204" pitchFamily="34" charset="0"/>
            <a:cs typeface="Arial" panose="020B0604020202020204" pitchFamily="34" charset="0"/>
          </a:endParaRPr>
        </a:p>
      </dsp:txBody>
      <dsp:txXfrm>
        <a:off x="1636404" y="5751778"/>
        <a:ext cx="4609258" cy="57319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009B7C-AD2E-4946-B783-BFDCB6AB993A}" type="datetimeFigureOut">
              <a:rPr lang="en-GB" smtClean="0"/>
              <a:t>31/12/2025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585A7C-DB08-4467-958C-483CF8791E5F}" type="slidenum">
              <a:rPr lang="en-GB" smtClean="0"/>
              <a:t>‹#›</a:t>
            </a:fld>
            <a:endParaRPr lang="en-GB"/>
          </a:p>
        </p:txBody>
      </p:sp>
    </p:spTree>
    <p:extLst>
      <p:ext uri="{BB962C8B-B14F-4D97-AF65-F5344CB8AC3E}">
        <p14:creationId xmlns:p14="http://schemas.microsoft.com/office/powerpoint/2010/main" val="3901399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C585A7C-DB08-4467-958C-483CF8791E5F}" type="slidenum">
              <a:rPr lang="en-GB" smtClean="0"/>
              <a:t>3</a:t>
            </a:fld>
            <a:endParaRPr lang="en-GB"/>
          </a:p>
        </p:txBody>
      </p:sp>
    </p:spTree>
    <p:extLst>
      <p:ext uri="{BB962C8B-B14F-4D97-AF65-F5344CB8AC3E}">
        <p14:creationId xmlns:p14="http://schemas.microsoft.com/office/powerpoint/2010/main" val="1728198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DB9373FB-E13F-1CB6-5C5B-AB0DAD63DB5A}"/>
              </a:ext>
            </a:extLst>
          </p:cNvPr>
          <p:cNvSpPr>
            <a:spLocks noGrp="1" noRot="1" noChangeAspect="1" noChangeArrowheads="1" noTextEdit="1"/>
          </p:cNvSpPr>
          <p:nvPr>
            <p:ph type="sldImg"/>
          </p:nvPr>
        </p:nvSpPr>
        <p:spPr>
          <a:ln/>
        </p:spPr>
      </p:sp>
      <p:sp>
        <p:nvSpPr>
          <p:cNvPr id="11267" name="Notes Placeholder 2">
            <a:extLst>
              <a:ext uri="{FF2B5EF4-FFF2-40B4-BE49-F238E27FC236}">
                <a16:creationId xmlns:a16="http://schemas.microsoft.com/office/drawing/2014/main" id="{76A2282B-86F7-D02A-96DB-900EF161FA7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cs typeface="Arial" panose="020B0604020202020204" pitchFamily="34" charset="0"/>
            </a:endParaRPr>
          </a:p>
        </p:txBody>
      </p:sp>
      <p:sp>
        <p:nvSpPr>
          <p:cNvPr id="11268" name="Slide Number Placeholder 3">
            <a:extLst>
              <a:ext uri="{FF2B5EF4-FFF2-40B4-BE49-F238E27FC236}">
                <a16:creationId xmlns:a16="http://schemas.microsoft.com/office/drawing/2014/main" id="{7BE5F8F2-19B3-182D-D3FA-08650B2FF6D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4588" indent="-228600">
              <a:spcBef>
                <a:spcPct val="30000"/>
              </a:spcBef>
              <a:defRPr sz="1200">
                <a:solidFill>
                  <a:schemeClr val="tx1"/>
                </a:solidFill>
                <a:latin typeface="Arial" panose="020B0604020202020204" pitchFamily="34" charset="0"/>
                <a:cs typeface="Arial" panose="020B0604020202020204" pitchFamily="34" charset="0"/>
              </a:defRPr>
            </a:lvl3pPr>
            <a:lvl4pPr marL="1601788" indent="-228600">
              <a:spcBef>
                <a:spcPct val="30000"/>
              </a:spcBef>
              <a:defRPr sz="1200">
                <a:solidFill>
                  <a:schemeClr val="tx1"/>
                </a:solidFill>
                <a:latin typeface="Arial" panose="020B0604020202020204" pitchFamily="34" charset="0"/>
                <a:cs typeface="Arial" panose="020B0604020202020204" pitchFamily="34" charset="0"/>
              </a:defRPr>
            </a:lvl4pPr>
            <a:lvl5pPr marL="2058988" indent="-228600">
              <a:spcBef>
                <a:spcPct val="30000"/>
              </a:spcBef>
              <a:defRPr sz="1200">
                <a:solidFill>
                  <a:schemeClr val="tx1"/>
                </a:solidFill>
                <a:latin typeface="Arial" panose="020B0604020202020204" pitchFamily="34" charset="0"/>
                <a:cs typeface="Arial" panose="020B0604020202020204" pitchFamily="34" charset="0"/>
              </a:defRPr>
            </a:lvl5pPr>
            <a:lvl6pPr marL="25161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33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305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77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45A8B8E-8C3A-4898-ACA3-E3B3E90A2192}" type="slidenum">
              <a:rPr lang="en-GB" altLang="en-US" smtClean="0"/>
              <a:pPr>
                <a:spcBef>
                  <a:spcPct val="0"/>
                </a:spcBef>
              </a:pPr>
              <a:t>4</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C585A7C-DB08-4467-958C-483CF8791E5F}" type="slidenum">
              <a:rPr lang="en-GB" smtClean="0"/>
              <a:t>7</a:t>
            </a:fld>
            <a:endParaRPr lang="en-GB"/>
          </a:p>
        </p:txBody>
      </p:sp>
    </p:spTree>
    <p:extLst>
      <p:ext uri="{BB962C8B-B14F-4D97-AF65-F5344CB8AC3E}">
        <p14:creationId xmlns:p14="http://schemas.microsoft.com/office/powerpoint/2010/main" val="2961001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cs typeface="Arial" panose="020B0604020202020204" pitchFamily="34" charset="0"/>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4588" indent="-228600">
              <a:defRPr>
                <a:solidFill>
                  <a:schemeClr val="tx1"/>
                </a:solidFill>
                <a:latin typeface="Arial" panose="020B0604020202020204" pitchFamily="34" charset="0"/>
                <a:cs typeface="Arial" panose="020B0604020202020204" pitchFamily="34" charset="0"/>
              </a:defRPr>
            </a:lvl3pPr>
            <a:lvl4pPr marL="1601788" indent="-228600">
              <a:defRPr>
                <a:solidFill>
                  <a:schemeClr val="tx1"/>
                </a:solidFill>
                <a:latin typeface="Arial" panose="020B0604020202020204" pitchFamily="34" charset="0"/>
                <a:cs typeface="Arial" panose="020B0604020202020204" pitchFamily="34" charset="0"/>
              </a:defRPr>
            </a:lvl4pPr>
            <a:lvl5pPr marL="2058988" indent="-228600">
              <a:defRPr>
                <a:solidFill>
                  <a:schemeClr val="tx1"/>
                </a:solidFill>
                <a:latin typeface="Arial" panose="020B0604020202020204" pitchFamily="34" charset="0"/>
                <a:cs typeface="Arial" panose="020B0604020202020204" pitchFamily="34" charset="0"/>
              </a:defRPr>
            </a:lvl5pPr>
            <a:lvl6pPr marL="2516188"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3388"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30588"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7788"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84697A9-C2CC-42C5-AEDA-5C90D1D64BA1}"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007862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4588" indent="-228600">
              <a:spcBef>
                <a:spcPct val="30000"/>
              </a:spcBef>
              <a:defRPr sz="1200">
                <a:solidFill>
                  <a:schemeClr val="tx1"/>
                </a:solidFill>
                <a:latin typeface="Arial" panose="020B0604020202020204" pitchFamily="34" charset="0"/>
                <a:cs typeface="Arial" panose="020B0604020202020204" pitchFamily="34" charset="0"/>
              </a:defRPr>
            </a:lvl3pPr>
            <a:lvl4pPr marL="1601788" indent="-228600">
              <a:spcBef>
                <a:spcPct val="30000"/>
              </a:spcBef>
              <a:defRPr sz="1200">
                <a:solidFill>
                  <a:schemeClr val="tx1"/>
                </a:solidFill>
                <a:latin typeface="Arial" panose="020B0604020202020204" pitchFamily="34" charset="0"/>
                <a:cs typeface="Arial" panose="020B0604020202020204" pitchFamily="34" charset="0"/>
              </a:defRPr>
            </a:lvl4pPr>
            <a:lvl5pPr marL="2058988" indent="-228600">
              <a:spcBef>
                <a:spcPct val="30000"/>
              </a:spcBef>
              <a:defRPr sz="1200">
                <a:solidFill>
                  <a:schemeClr val="tx1"/>
                </a:solidFill>
                <a:latin typeface="Arial" panose="020B0604020202020204" pitchFamily="34" charset="0"/>
                <a:cs typeface="Arial" panose="020B0604020202020204" pitchFamily="34" charset="0"/>
              </a:defRPr>
            </a:lvl5pPr>
            <a:lvl6pPr marL="25161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33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305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77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6500DD4-6024-4722-A3C3-FB34B39262A8}"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5522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4588" indent="-228600">
              <a:spcBef>
                <a:spcPct val="30000"/>
              </a:spcBef>
              <a:defRPr sz="1200">
                <a:solidFill>
                  <a:schemeClr val="tx1"/>
                </a:solidFill>
                <a:latin typeface="Arial" panose="020B0604020202020204" pitchFamily="34" charset="0"/>
                <a:cs typeface="Arial" panose="020B0604020202020204" pitchFamily="34" charset="0"/>
              </a:defRPr>
            </a:lvl3pPr>
            <a:lvl4pPr marL="1601788" indent="-228600">
              <a:spcBef>
                <a:spcPct val="30000"/>
              </a:spcBef>
              <a:defRPr sz="1200">
                <a:solidFill>
                  <a:schemeClr val="tx1"/>
                </a:solidFill>
                <a:latin typeface="Arial" panose="020B0604020202020204" pitchFamily="34" charset="0"/>
                <a:cs typeface="Arial" panose="020B0604020202020204" pitchFamily="34" charset="0"/>
              </a:defRPr>
            </a:lvl4pPr>
            <a:lvl5pPr marL="2058988" indent="-228600">
              <a:spcBef>
                <a:spcPct val="30000"/>
              </a:spcBef>
              <a:defRPr sz="1200">
                <a:solidFill>
                  <a:schemeClr val="tx1"/>
                </a:solidFill>
                <a:latin typeface="Arial" panose="020B0604020202020204" pitchFamily="34" charset="0"/>
                <a:cs typeface="Arial" panose="020B0604020202020204" pitchFamily="34" charset="0"/>
              </a:defRPr>
            </a:lvl5pPr>
            <a:lvl6pPr marL="25161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33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305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77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8AE3007-1FDB-41CF-9ADB-219BDC89C34B}"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4547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endParaRPr lang="en-GB" dirty="0"/>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4588" indent="-228600">
              <a:spcBef>
                <a:spcPct val="30000"/>
              </a:spcBef>
              <a:defRPr sz="1200">
                <a:solidFill>
                  <a:schemeClr val="tx1"/>
                </a:solidFill>
                <a:latin typeface="Arial" panose="020B0604020202020204" pitchFamily="34" charset="0"/>
                <a:cs typeface="Arial" panose="020B0604020202020204" pitchFamily="34" charset="0"/>
              </a:defRPr>
            </a:lvl3pPr>
            <a:lvl4pPr marL="1601788" indent="-228600">
              <a:spcBef>
                <a:spcPct val="30000"/>
              </a:spcBef>
              <a:defRPr sz="1200">
                <a:solidFill>
                  <a:schemeClr val="tx1"/>
                </a:solidFill>
                <a:latin typeface="Arial" panose="020B0604020202020204" pitchFamily="34" charset="0"/>
                <a:cs typeface="Arial" panose="020B0604020202020204" pitchFamily="34" charset="0"/>
              </a:defRPr>
            </a:lvl4pPr>
            <a:lvl5pPr marL="2058988" indent="-228600">
              <a:spcBef>
                <a:spcPct val="30000"/>
              </a:spcBef>
              <a:defRPr sz="1200">
                <a:solidFill>
                  <a:schemeClr val="tx1"/>
                </a:solidFill>
                <a:latin typeface="Arial" panose="020B0604020202020204" pitchFamily="34" charset="0"/>
                <a:cs typeface="Arial" panose="020B0604020202020204" pitchFamily="34" charset="0"/>
              </a:defRPr>
            </a:lvl5pPr>
            <a:lvl6pPr marL="25161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33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305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77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2278625-11B1-49AA-AF70-7EE9AFC54EF8}"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76760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AD54A050-B8E4-9C3B-4E85-05FCDF2E8F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a:extLst>
              <a:ext uri="{FF2B5EF4-FFF2-40B4-BE49-F238E27FC236}">
                <a16:creationId xmlns:a16="http://schemas.microsoft.com/office/drawing/2014/main" id="{32EAC390-B9EB-F163-E5C7-BE2A8EE23D9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8676" name="Slide Number Placeholder 3">
            <a:extLst>
              <a:ext uri="{FF2B5EF4-FFF2-40B4-BE49-F238E27FC236}">
                <a16:creationId xmlns:a16="http://schemas.microsoft.com/office/drawing/2014/main" id="{8A2F2F43-C0B6-AF47-EC87-C33C4FF16A6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4588" indent="-228600">
              <a:spcBef>
                <a:spcPct val="30000"/>
              </a:spcBef>
              <a:defRPr sz="1200">
                <a:solidFill>
                  <a:schemeClr val="tx1"/>
                </a:solidFill>
                <a:latin typeface="Calibri" panose="020F0502020204030204" pitchFamily="34" charset="0"/>
              </a:defRPr>
            </a:lvl3pPr>
            <a:lvl4pPr marL="1601788" indent="-228600">
              <a:spcBef>
                <a:spcPct val="30000"/>
              </a:spcBef>
              <a:defRPr sz="1200">
                <a:solidFill>
                  <a:schemeClr val="tx1"/>
                </a:solidFill>
                <a:latin typeface="Calibri" panose="020F0502020204030204" pitchFamily="34" charset="0"/>
              </a:defRPr>
            </a:lvl4pPr>
            <a:lvl5pPr marL="2058988" indent="-228600">
              <a:spcBef>
                <a:spcPct val="30000"/>
              </a:spcBef>
              <a:defRPr sz="1200">
                <a:solidFill>
                  <a:schemeClr val="tx1"/>
                </a:solidFill>
                <a:latin typeface="Calibri" panose="020F0502020204030204" pitchFamily="34" charset="0"/>
              </a:defRPr>
            </a:lvl5pPr>
            <a:lvl6pPr marL="2516188" indent="-228600" eaLnBrk="0" fontAlgn="base" hangingPunct="0">
              <a:spcBef>
                <a:spcPct val="30000"/>
              </a:spcBef>
              <a:spcAft>
                <a:spcPct val="0"/>
              </a:spcAft>
              <a:defRPr sz="1200">
                <a:solidFill>
                  <a:schemeClr val="tx1"/>
                </a:solidFill>
                <a:latin typeface="Calibri" panose="020F0502020204030204" pitchFamily="34" charset="0"/>
              </a:defRPr>
            </a:lvl6pPr>
            <a:lvl7pPr marL="2973388" indent="-228600" eaLnBrk="0" fontAlgn="base" hangingPunct="0">
              <a:spcBef>
                <a:spcPct val="30000"/>
              </a:spcBef>
              <a:spcAft>
                <a:spcPct val="0"/>
              </a:spcAft>
              <a:defRPr sz="1200">
                <a:solidFill>
                  <a:schemeClr val="tx1"/>
                </a:solidFill>
                <a:latin typeface="Calibri" panose="020F0502020204030204" pitchFamily="34" charset="0"/>
              </a:defRPr>
            </a:lvl7pPr>
            <a:lvl8pPr marL="3430588" indent="-228600" eaLnBrk="0" fontAlgn="base" hangingPunct="0">
              <a:spcBef>
                <a:spcPct val="30000"/>
              </a:spcBef>
              <a:spcAft>
                <a:spcPct val="0"/>
              </a:spcAft>
              <a:defRPr sz="1200">
                <a:solidFill>
                  <a:schemeClr val="tx1"/>
                </a:solidFill>
                <a:latin typeface="Calibri" panose="020F0502020204030204" pitchFamily="34" charset="0"/>
              </a:defRPr>
            </a:lvl8pPr>
            <a:lvl9pPr marL="3887788"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0BBE9BE-2F08-442C-81E6-2F7BA9112D16}" type="slidenum">
              <a:rPr kumimoji="0" lang="en-GB"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GB"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06FD18B9-D2C3-F204-AE2F-555F6E3772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C9009859-9E4A-90DA-57C9-CA4F7CDE46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34820" name="Slide Number Placeholder 3">
            <a:extLst>
              <a:ext uri="{FF2B5EF4-FFF2-40B4-BE49-F238E27FC236}">
                <a16:creationId xmlns:a16="http://schemas.microsoft.com/office/drawing/2014/main" id="{E3E2DC6A-C4B6-0AA6-2750-9F05ADDE0F9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4588" indent="-228600">
              <a:spcBef>
                <a:spcPct val="30000"/>
              </a:spcBef>
              <a:defRPr sz="1200">
                <a:solidFill>
                  <a:schemeClr val="tx1"/>
                </a:solidFill>
                <a:latin typeface="Calibri" panose="020F0502020204030204" pitchFamily="34" charset="0"/>
              </a:defRPr>
            </a:lvl3pPr>
            <a:lvl4pPr marL="1601788" indent="-228600">
              <a:spcBef>
                <a:spcPct val="30000"/>
              </a:spcBef>
              <a:defRPr sz="1200">
                <a:solidFill>
                  <a:schemeClr val="tx1"/>
                </a:solidFill>
                <a:latin typeface="Calibri" panose="020F0502020204030204" pitchFamily="34" charset="0"/>
              </a:defRPr>
            </a:lvl4pPr>
            <a:lvl5pPr marL="2058988" indent="-228600">
              <a:spcBef>
                <a:spcPct val="30000"/>
              </a:spcBef>
              <a:defRPr sz="1200">
                <a:solidFill>
                  <a:schemeClr val="tx1"/>
                </a:solidFill>
                <a:latin typeface="Calibri" panose="020F0502020204030204" pitchFamily="34" charset="0"/>
              </a:defRPr>
            </a:lvl5pPr>
            <a:lvl6pPr marL="2516188" indent="-228600" eaLnBrk="0" fontAlgn="base" hangingPunct="0">
              <a:spcBef>
                <a:spcPct val="30000"/>
              </a:spcBef>
              <a:spcAft>
                <a:spcPct val="0"/>
              </a:spcAft>
              <a:defRPr sz="1200">
                <a:solidFill>
                  <a:schemeClr val="tx1"/>
                </a:solidFill>
                <a:latin typeface="Calibri" panose="020F0502020204030204" pitchFamily="34" charset="0"/>
              </a:defRPr>
            </a:lvl6pPr>
            <a:lvl7pPr marL="2973388" indent="-228600" eaLnBrk="0" fontAlgn="base" hangingPunct="0">
              <a:spcBef>
                <a:spcPct val="30000"/>
              </a:spcBef>
              <a:spcAft>
                <a:spcPct val="0"/>
              </a:spcAft>
              <a:defRPr sz="1200">
                <a:solidFill>
                  <a:schemeClr val="tx1"/>
                </a:solidFill>
                <a:latin typeface="Calibri" panose="020F0502020204030204" pitchFamily="34" charset="0"/>
              </a:defRPr>
            </a:lvl7pPr>
            <a:lvl8pPr marL="3430588" indent="-228600" eaLnBrk="0" fontAlgn="base" hangingPunct="0">
              <a:spcBef>
                <a:spcPct val="30000"/>
              </a:spcBef>
              <a:spcAft>
                <a:spcPct val="0"/>
              </a:spcAft>
              <a:defRPr sz="1200">
                <a:solidFill>
                  <a:schemeClr val="tx1"/>
                </a:solidFill>
                <a:latin typeface="Calibri" panose="020F0502020204030204" pitchFamily="34" charset="0"/>
              </a:defRPr>
            </a:lvl8pPr>
            <a:lvl9pPr marL="3887788"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5AC3BE8-4C88-4523-A17F-1F7112D2D77D}" type="slidenum">
              <a:rPr kumimoji="0" lang="en-GB"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GB"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C585A7C-DB08-4467-958C-483CF8791E5F}" type="slidenum">
              <a:rPr lang="en-GB" smtClean="0"/>
              <a:t>14</a:t>
            </a:fld>
            <a:endParaRPr lang="en-GB"/>
          </a:p>
        </p:txBody>
      </p:sp>
    </p:spTree>
    <p:extLst>
      <p:ext uri="{BB962C8B-B14F-4D97-AF65-F5344CB8AC3E}">
        <p14:creationId xmlns:p14="http://schemas.microsoft.com/office/powerpoint/2010/main" val="4003904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C585A7C-DB08-4467-958C-483CF8791E5F}" type="slidenum">
              <a:rPr lang="en-GB" smtClean="0"/>
              <a:t>15</a:t>
            </a:fld>
            <a:endParaRPr lang="en-GB"/>
          </a:p>
        </p:txBody>
      </p:sp>
    </p:spTree>
    <p:extLst>
      <p:ext uri="{BB962C8B-B14F-4D97-AF65-F5344CB8AC3E}">
        <p14:creationId xmlns:p14="http://schemas.microsoft.com/office/powerpoint/2010/main" val="23990696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4588" indent="-228600">
              <a:spcBef>
                <a:spcPct val="30000"/>
              </a:spcBef>
              <a:defRPr sz="1200">
                <a:solidFill>
                  <a:schemeClr val="tx1"/>
                </a:solidFill>
                <a:latin typeface="Arial" panose="020B0604020202020204" pitchFamily="34" charset="0"/>
                <a:cs typeface="Arial" panose="020B0604020202020204" pitchFamily="34" charset="0"/>
              </a:defRPr>
            </a:lvl3pPr>
            <a:lvl4pPr marL="1601788" indent="-228600">
              <a:spcBef>
                <a:spcPct val="30000"/>
              </a:spcBef>
              <a:defRPr sz="1200">
                <a:solidFill>
                  <a:schemeClr val="tx1"/>
                </a:solidFill>
                <a:latin typeface="Arial" panose="020B0604020202020204" pitchFamily="34" charset="0"/>
                <a:cs typeface="Arial" panose="020B0604020202020204" pitchFamily="34" charset="0"/>
              </a:defRPr>
            </a:lvl4pPr>
            <a:lvl5pPr marL="2058988" indent="-228600">
              <a:spcBef>
                <a:spcPct val="30000"/>
              </a:spcBef>
              <a:defRPr sz="1200">
                <a:solidFill>
                  <a:schemeClr val="tx1"/>
                </a:solidFill>
                <a:latin typeface="Arial" panose="020B0604020202020204" pitchFamily="34" charset="0"/>
                <a:cs typeface="Arial" panose="020B0604020202020204" pitchFamily="34" charset="0"/>
              </a:defRPr>
            </a:lvl5pPr>
            <a:lvl6pPr marL="25161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33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305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77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DD9EE52-C9DB-4058-9E30-17C964B87B5C}"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86530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cs typeface="Arial" panose="020B0604020202020204" pitchFamily="34"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4588" indent="-228600">
              <a:spcBef>
                <a:spcPct val="30000"/>
              </a:spcBef>
              <a:defRPr sz="1200">
                <a:solidFill>
                  <a:schemeClr val="tx1"/>
                </a:solidFill>
                <a:latin typeface="Arial" panose="020B0604020202020204" pitchFamily="34" charset="0"/>
                <a:cs typeface="Arial" panose="020B0604020202020204" pitchFamily="34" charset="0"/>
              </a:defRPr>
            </a:lvl3pPr>
            <a:lvl4pPr marL="1601788" indent="-228600">
              <a:spcBef>
                <a:spcPct val="30000"/>
              </a:spcBef>
              <a:defRPr sz="1200">
                <a:solidFill>
                  <a:schemeClr val="tx1"/>
                </a:solidFill>
                <a:latin typeface="Arial" panose="020B0604020202020204" pitchFamily="34" charset="0"/>
                <a:cs typeface="Arial" panose="020B0604020202020204" pitchFamily="34" charset="0"/>
              </a:defRPr>
            </a:lvl4pPr>
            <a:lvl5pPr marL="2058988" indent="-228600">
              <a:spcBef>
                <a:spcPct val="30000"/>
              </a:spcBef>
              <a:defRPr sz="1200">
                <a:solidFill>
                  <a:schemeClr val="tx1"/>
                </a:solidFill>
                <a:latin typeface="Arial" panose="020B0604020202020204" pitchFamily="34" charset="0"/>
                <a:cs typeface="Arial" panose="020B0604020202020204" pitchFamily="34" charset="0"/>
              </a:defRPr>
            </a:lvl5pPr>
            <a:lvl6pPr marL="25161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33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305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7788"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6D4E50F-29E9-490B-B6B3-97CAEA667547}"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2727691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D13DE3-1511-4752-BE18-D48B7B5EDEDF}" type="slidenum">
              <a:rPr lang="en-US" altLang="en-US"/>
              <a:pPr/>
              <a:t>20</a:t>
            </a:fld>
            <a:endParaRPr lang="en-US" altLang="en-US"/>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endParaRPr lang="en-GB" altLang="en-US"/>
          </a:p>
        </p:txBody>
      </p:sp>
    </p:spTree>
    <p:extLst>
      <p:ext uri="{BB962C8B-B14F-4D97-AF65-F5344CB8AC3E}">
        <p14:creationId xmlns:p14="http://schemas.microsoft.com/office/powerpoint/2010/main" val="4148894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4C585A7C-DB08-4467-958C-483CF8791E5F}" type="slidenum">
              <a:rPr lang="en-GB" smtClean="0"/>
              <a:t>21</a:t>
            </a:fld>
            <a:endParaRPr lang="en-GB"/>
          </a:p>
        </p:txBody>
      </p:sp>
    </p:spTree>
    <p:extLst>
      <p:ext uri="{BB962C8B-B14F-4D97-AF65-F5344CB8AC3E}">
        <p14:creationId xmlns:p14="http://schemas.microsoft.com/office/powerpoint/2010/main" val="3681394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BA3C9-8A8B-4D95-BE2E-DFA900DF54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DA27673-CDC4-42F3-BB47-C78F6BA4E6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5A48336-0460-4400-82AF-2535635DAF6C}"/>
              </a:ext>
            </a:extLst>
          </p:cNvPr>
          <p:cNvSpPr>
            <a:spLocks noGrp="1"/>
          </p:cNvSpPr>
          <p:nvPr>
            <p:ph type="dt" sz="half" idx="10"/>
          </p:nvPr>
        </p:nvSpPr>
        <p:spPr/>
        <p:txBody>
          <a:bodyPr/>
          <a:lstStyle/>
          <a:p>
            <a:fld id="{D40C0A5B-0919-8B45-ACCA-79215B7F5C06}" type="datetime1">
              <a:rPr lang="en-US" smtClean="0"/>
              <a:t>12/31/2025</a:t>
            </a:fld>
            <a:endParaRPr lang="en-US"/>
          </a:p>
        </p:txBody>
      </p:sp>
      <p:sp>
        <p:nvSpPr>
          <p:cNvPr id="5" name="Footer Placeholder 4">
            <a:extLst>
              <a:ext uri="{FF2B5EF4-FFF2-40B4-BE49-F238E27FC236}">
                <a16:creationId xmlns:a16="http://schemas.microsoft.com/office/drawing/2014/main" id="{A57A5AAB-632A-40AC-84BC-9A52F7E02E0A}"/>
              </a:ext>
            </a:extLst>
          </p:cNvPr>
          <p:cNvSpPr>
            <a:spLocks noGrp="1"/>
          </p:cNvSpPr>
          <p:nvPr>
            <p:ph type="ftr" sz="quarter" idx="11"/>
          </p:nvPr>
        </p:nvSpPr>
        <p:spPr/>
        <p:txBody>
          <a:bodyPr/>
          <a:lstStyle/>
          <a:p>
            <a:r>
              <a:rPr lang="en-US"/>
              <a:t>Copyright 2014 Johns Hopkins University Press</a:t>
            </a:r>
          </a:p>
        </p:txBody>
      </p:sp>
      <p:sp>
        <p:nvSpPr>
          <p:cNvPr id="6" name="Slide Number Placeholder 5">
            <a:extLst>
              <a:ext uri="{FF2B5EF4-FFF2-40B4-BE49-F238E27FC236}">
                <a16:creationId xmlns:a16="http://schemas.microsoft.com/office/drawing/2014/main" id="{8055E085-AEA1-49D1-A54E-651E08222060}"/>
              </a:ext>
            </a:extLst>
          </p:cNvPr>
          <p:cNvSpPr>
            <a:spLocks noGrp="1"/>
          </p:cNvSpPr>
          <p:nvPr>
            <p:ph type="sldNum" sz="quarter" idx="12"/>
          </p:nvPr>
        </p:nvSpPr>
        <p:spPr/>
        <p:txBody>
          <a:bodyPr/>
          <a:lstStyle/>
          <a:p>
            <a:fld id="{6F409498-C018-8742-BF44-B34DBAFCF946}" type="slidenum">
              <a:rPr lang="en-US" smtClean="0"/>
              <a:t>‹#›</a:t>
            </a:fld>
            <a:endParaRPr lang="en-US"/>
          </a:p>
        </p:txBody>
      </p:sp>
    </p:spTree>
    <p:extLst>
      <p:ext uri="{BB962C8B-B14F-4D97-AF65-F5344CB8AC3E}">
        <p14:creationId xmlns:p14="http://schemas.microsoft.com/office/powerpoint/2010/main" val="2131038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72CDC-FECB-4DEB-B93D-AAF2E265179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1F29CDB-7502-45A3-959D-FD946D2EDCE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B81D72-E84D-4FD0-906F-D9F5F108BB3A}"/>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34A9CAA8-7192-4325-BA00-74BAA1D661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0FCBD8-F6ED-4900-BBC4-694A934FE987}"/>
              </a:ext>
            </a:extLst>
          </p:cNvPr>
          <p:cNvSpPr>
            <a:spLocks noGrp="1"/>
          </p:cNvSpPr>
          <p:nvPr>
            <p:ph type="sldNum" sz="quarter" idx="12"/>
          </p:nvPr>
        </p:nvSpPr>
        <p:spPr/>
        <p:txBody>
          <a:bodyPr/>
          <a:lstStyle/>
          <a:p>
            <a:pPr>
              <a:buSzPct val="25000"/>
            </a:pPr>
            <a:fld id="{00000000-1234-1234-1234-123412341234}" type="slidenum">
              <a:rPr lang="en-US" smtClean="0"/>
              <a:pPr>
                <a:buSzPct val="25000"/>
              </a:pPr>
              <a:t>‹#›</a:t>
            </a:fld>
            <a:endParaRPr lang="en-US"/>
          </a:p>
        </p:txBody>
      </p:sp>
    </p:spTree>
    <p:extLst>
      <p:ext uri="{BB962C8B-B14F-4D97-AF65-F5344CB8AC3E}">
        <p14:creationId xmlns:p14="http://schemas.microsoft.com/office/powerpoint/2010/main" val="4258769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B4806-1617-4029-996E-9C1117C819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1E3AF16-5AF9-426A-B5B8-5185DCFC9E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3F5E04E-2A1C-4347-9041-4508CC51E810}"/>
              </a:ext>
            </a:extLst>
          </p:cNvPr>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5" name="Footer Placeholder 4">
            <a:extLst>
              <a:ext uri="{FF2B5EF4-FFF2-40B4-BE49-F238E27FC236}">
                <a16:creationId xmlns:a16="http://schemas.microsoft.com/office/drawing/2014/main" id="{84508301-E7DD-44C3-9C49-33107C30728D}"/>
              </a:ext>
            </a:extLst>
          </p:cNvPr>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6" name="Slide Number Placeholder 5">
            <a:extLst>
              <a:ext uri="{FF2B5EF4-FFF2-40B4-BE49-F238E27FC236}">
                <a16:creationId xmlns:a16="http://schemas.microsoft.com/office/drawing/2014/main" id="{C0099401-A14B-41CB-BAB6-7B676C32780E}"/>
              </a:ext>
            </a:extLst>
          </p:cNvPr>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43936927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E8D49-809F-4B33-93BC-28D51BD8A3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DC04CEA-8293-40CA-8E65-6B4B4637D1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D4F24B4-2B94-4561-861E-CE9FE6D8653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35F6B10-D811-4781-9EC2-9DF5F6DDC080}"/>
              </a:ext>
            </a:extLst>
          </p:cNvPr>
          <p:cNvSpPr>
            <a:spLocks noGrp="1"/>
          </p:cNvSpPr>
          <p:nvPr>
            <p:ph type="dt" sz="half" idx="10"/>
          </p:nvPr>
        </p:nvSpPr>
        <p:spPr/>
        <p:txBody>
          <a:bodyPr/>
          <a:lstStyle/>
          <a:p>
            <a:pPr>
              <a:defRPr/>
            </a:pPr>
            <a:endParaRPr lang="en-GB"/>
          </a:p>
        </p:txBody>
      </p:sp>
      <p:sp>
        <p:nvSpPr>
          <p:cNvPr id="6" name="Footer Placeholder 5">
            <a:extLst>
              <a:ext uri="{FF2B5EF4-FFF2-40B4-BE49-F238E27FC236}">
                <a16:creationId xmlns:a16="http://schemas.microsoft.com/office/drawing/2014/main" id="{FFAE381F-3965-48AA-9A4E-93A49C3672CD}"/>
              </a:ext>
            </a:extLst>
          </p:cNvPr>
          <p:cNvSpPr>
            <a:spLocks noGrp="1"/>
          </p:cNvSpPr>
          <p:nvPr>
            <p:ph type="ftr" sz="quarter" idx="11"/>
          </p:nvPr>
        </p:nvSpPr>
        <p:spPr/>
        <p:txBody>
          <a:bodyPr/>
          <a:lstStyle/>
          <a:p>
            <a:pPr>
              <a:defRPr/>
            </a:pPr>
            <a:endParaRPr lang="en-GB"/>
          </a:p>
        </p:txBody>
      </p:sp>
      <p:sp>
        <p:nvSpPr>
          <p:cNvPr id="7" name="Slide Number Placeholder 6">
            <a:extLst>
              <a:ext uri="{FF2B5EF4-FFF2-40B4-BE49-F238E27FC236}">
                <a16:creationId xmlns:a16="http://schemas.microsoft.com/office/drawing/2014/main" id="{8C05C224-DA88-4D61-9AAE-F6888F811085}"/>
              </a:ext>
            </a:extLst>
          </p:cNvPr>
          <p:cNvSpPr>
            <a:spLocks noGrp="1"/>
          </p:cNvSpPr>
          <p:nvPr>
            <p:ph type="sldNum" sz="quarter" idx="12"/>
          </p:nvPr>
        </p:nvSpPr>
        <p:spPr/>
        <p:txBody>
          <a:bodyPr/>
          <a:lstStyle/>
          <a:p>
            <a:fld id="{BB61EF65-EBFD-42B4-9A82-26B9DF8E0593}" type="slidenum">
              <a:rPr lang="en-GB" altLang="en-US" smtClean="0"/>
              <a:pPr/>
              <a:t>‹#›</a:t>
            </a:fld>
            <a:endParaRPr lang="en-GB" altLang="en-US"/>
          </a:p>
        </p:txBody>
      </p:sp>
    </p:spTree>
    <p:extLst>
      <p:ext uri="{BB962C8B-B14F-4D97-AF65-F5344CB8AC3E}">
        <p14:creationId xmlns:p14="http://schemas.microsoft.com/office/powerpoint/2010/main" val="4249803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2B282-5D3B-4125-9C9A-0BBC2AC6C2A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055012E-1B5E-4FA4-82B3-AA7E38B1E2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D306D38-4563-4C26-840B-2B948333F12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1634551-B954-495C-9CE6-6E99892FA4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D335F70-4AF8-4A3F-B33E-9EBE6E8A8E8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4BBB810-A23E-4523-85DC-3DF4EE0E4862}"/>
              </a:ext>
            </a:extLst>
          </p:cNvPr>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8" name="Footer Placeholder 7">
            <a:extLst>
              <a:ext uri="{FF2B5EF4-FFF2-40B4-BE49-F238E27FC236}">
                <a16:creationId xmlns:a16="http://schemas.microsoft.com/office/drawing/2014/main" id="{DE09D3C2-7C52-456F-9A9B-CC03F069E5ED}"/>
              </a:ext>
            </a:extLst>
          </p:cNvPr>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9" name="Slide Number Placeholder 8">
            <a:extLst>
              <a:ext uri="{FF2B5EF4-FFF2-40B4-BE49-F238E27FC236}">
                <a16:creationId xmlns:a16="http://schemas.microsoft.com/office/drawing/2014/main" id="{C184EF69-0445-463E-96BD-64072B899BD8}"/>
              </a:ext>
            </a:extLst>
          </p:cNvPr>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143749395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7B054-AF85-45E4-BD8A-F0D40221F42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96774A5-CAB8-4A90-8379-F1593F69D8D9}"/>
              </a:ext>
            </a:extLst>
          </p:cNvPr>
          <p:cNvSpPr>
            <a:spLocks noGrp="1"/>
          </p:cNvSpPr>
          <p:nvPr>
            <p:ph type="dt" sz="half" idx="10"/>
          </p:nvPr>
        </p:nvSpPr>
        <p:spPr/>
        <p:txBody>
          <a:bodyPr/>
          <a:lstStyle/>
          <a:p>
            <a:pPr>
              <a:defRPr/>
            </a:pPr>
            <a:endParaRPr lang="en-US" altLang="en-US"/>
          </a:p>
        </p:txBody>
      </p:sp>
      <p:sp>
        <p:nvSpPr>
          <p:cNvPr id="4" name="Footer Placeholder 3">
            <a:extLst>
              <a:ext uri="{FF2B5EF4-FFF2-40B4-BE49-F238E27FC236}">
                <a16:creationId xmlns:a16="http://schemas.microsoft.com/office/drawing/2014/main" id="{36267DEE-D14C-41F5-8BDD-05135709BE0F}"/>
              </a:ext>
            </a:extLst>
          </p:cNvPr>
          <p:cNvSpPr>
            <a:spLocks noGrp="1"/>
          </p:cNvSpPr>
          <p:nvPr>
            <p:ph type="ftr" sz="quarter" idx="11"/>
          </p:nvPr>
        </p:nvSpPr>
        <p:spPr/>
        <p:txBody>
          <a:bodyPr/>
          <a:lstStyle/>
          <a:p>
            <a:pPr>
              <a:defRPr/>
            </a:pPr>
            <a:endParaRPr lang="en-US" altLang="en-US"/>
          </a:p>
        </p:txBody>
      </p:sp>
      <p:sp>
        <p:nvSpPr>
          <p:cNvPr id="5" name="Slide Number Placeholder 4">
            <a:extLst>
              <a:ext uri="{FF2B5EF4-FFF2-40B4-BE49-F238E27FC236}">
                <a16:creationId xmlns:a16="http://schemas.microsoft.com/office/drawing/2014/main" id="{69B5DB0C-1AB7-4E17-B8FB-956C65AF6E4B}"/>
              </a:ext>
            </a:extLst>
          </p:cNvPr>
          <p:cNvSpPr>
            <a:spLocks noGrp="1"/>
          </p:cNvSpPr>
          <p:nvPr>
            <p:ph type="sldNum" sz="quarter" idx="12"/>
          </p:nvPr>
        </p:nvSpPr>
        <p:spPr/>
        <p:txBody>
          <a:bodyPr/>
          <a:lstStyle/>
          <a:p>
            <a:pPr>
              <a:defRPr/>
            </a:pPr>
            <a:fld id="{F896F7EE-6903-4239-9B08-E9DD5AE75739}" type="slidenum">
              <a:rPr lang="en-US" altLang="en-US" smtClean="0"/>
              <a:pPr>
                <a:defRPr/>
              </a:pPr>
              <a:t>‹#›</a:t>
            </a:fld>
            <a:endParaRPr lang="en-US" altLang="en-US"/>
          </a:p>
        </p:txBody>
      </p:sp>
    </p:spTree>
    <p:extLst>
      <p:ext uri="{BB962C8B-B14F-4D97-AF65-F5344CB8AC3E}">
        <p14:creationId xmlns:p14="http://schemas.microsoft.com/office/powerpoint/2010/main" val="278443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77A3C2-B304-43ED-8EEC-9388146F98E7}"/>
              </a:ext>
            </a:extLst>
          </p:cNvPr>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3" name="Footer Placeholder 2">
            <a:extLst>
              <a:ext uri="{FF2B5EF4-FFF2-40B4-BE49-F238E27FC236}">
                <a16:creationId xmlns:a16="http://schemas.microsoft.com/office/drawing/2014/main" id="{84A96D17-5369-4A79-9FF6-4B27D05F3E60}"/>
              </a:ext>
            </a:extLst>
          </p:cNvPr>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4" name="Slide Number Placeholder 3">
            <a:extLst>
              <a:ext uri="{FF2B5EF4-FFF2-40B4-BE49-F238E27FC236}">
                <a16:creationId xmlns:a16="http://schemas.microsoft.com/office/drawing/2014/main" id="{953C2123-A5B2-41C5-8D0E-E830C997A7F0}"/>
              </a:ext>
            </a:extLst>
          </p:cNvPr>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131629864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27F8D-FD67-45AE-9083-31E32FA584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E6BF1EA-E825-4C36-BB5F-7C5417A42A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714E826-B900-4B21-876D-ADFAE4B9D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55BC3D6-CD2F-4EDF-B594-6E0509E69FD3}"/>
              </a:ext>
            </a:extLst>
          </p:cNvPr>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6" name="Footer Placeholder 5">
            <a:extLst>
              <a:ext uri="{FF2B5EF4-FFF2-40B4-BE49-F238E27FC236}">
                <a16:creationId xmlns:a16="http://schemas.microsoft.com/office/drawing/2014/main" id="{B757DD00-F8D5-45EE-AEFC-580CFC815C82}"/>
              </a:ext>
            </a:extLst>
          </p:cNvPr>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7" name="Slide Number Placeholder 6">
            <a:extLst>
              <a:ext uri="{FF2B5EF4-FFF2-40B4-BE49-F238E27FC236}">
                <a16:creationId xmlns:a16="http://schemas.microsoft.com/office/drawing/2014/main" id="{001C59D4-9629-423B-B24A-EE32FC9ED2B9}"/>
              </a:ext>
            </a:extLst>
          </p:cNvPr>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58160163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8BC39-834D-42B8-A83A-CA45F50233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7D9AF9F-9B4E-4A1C-8517-A694738015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4BD77B4-9613-40CE-9625-FC617B4ECE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88C18A7-416C-459A-8B12-A319C0320610}"/>
              </a:ext>
            </a:extLst>
          </p:cNvPr>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6" name="Footer Placeholder 5">
            <a:extLst>
              <a:ext uri="{FF2B5EF4-FFF2-40B4-BE49-F238E27FC236}">
                <a16:creationId xmlns:a16="http://schemas.microsoft.com/office/drawing/2014/main" id="{B85DEA99-6B7E-49F7-A950-337FA44140FE}"/>
              </a:ext>
            </a:extLst>
          </p:cNvPr>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7" name="Slide Number Placeholder 6">
            <a:extLst>
              <a:ext uri="{FF2B5EF4-FFF2-40B4-BE49-F238E27FC236}">
                <a16:creationId xmlns:a16="http://schemas.microsoft.com/office/drawing/2014/main" id="{F20C86D5-91E1-4650-A986-7A4623BBC8C8}"/>
              </a:ext>
            </a:extLst>
          </p:cNvPr>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140348520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C8C27-3BC5-4D93-9AB4-6B4A1DD451A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6BD918C-CB89-4AD9-BE44-B710D5FBBD7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A362ACC-65BE-4A2D-BFD1-A5C85C630210}"/>
              </a:ext>
            </a:extLst>
          </p:cNvPr>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5" name="Footer Placeholder 4">
            <a:extLst>
              <a:ext uri="{FF2B5EF4-FFF2-40B4-BE49-F238E27FC236}">
                <a16:creationId xmlns:a16="http://schemas.microsoft.com/office/drawing/2014/main" id="{D0A3494A-A548-4146-B533-E6FCEAEF4683}"/>
              </a:ext>
            </a:extLst>
          </p:cNvPr>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6" name="Slide Number Placeholder 5">
            <a:extLst>
              <a:ext uri="{FF2B5EF4-FFF2-40B4-BE49-F238E27FC236}">
                <a16:creationId xmlns:a16="http://schemas.microsoft.com/office/drawing/2014/main" id="{B1B9B10B-FF61-4FC8-8DC3-3238CE6EE05E}"/>
              </a:ext>
            </a:extLst>
          </p:cNvPr>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13038862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E6D4D3-0D56-431F-9D8E-658848B4E7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96BA2AE-874E-40A5-B027-59DEF6F0612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20BC32A-6EEC-4B2F-8845-0DC88D8F2384}"/>
              </a:ext>
            </a:extLst>
          </p:cNvPr>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5" name="Footer Placeholder 4">
            <a:extLst>
              <a:ext uri="{FF2B5EF4-FFF2-40B4-BE49-F238E27FC236}">
                <a16:creationId xmlns:a16="http://schemas.microsoft.com/office/drawing/2014/main" id="{D0B51FE4-F870-4A75-A470-E81BACDC95B1}"/>
              </a:ext>
            </a:extLst>
          </p:cNvPr>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6" name="Slide Number Placeholder 5">
            <a:extLst>
              <a:ext uri="{FF2B5EF4-FFF2-40B4-BE49-F238E27FC236}">
                <a16:creationId xmlns:a16="http://schemas.microsoft.com/office/drawing/2014/main" id="{F0B1A8C9-2211-4F3A-8FDB-8087397CF90B}"/>
              </a:ext>
            </a:extLst>
          </p:cNvPr>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44418577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482B347-B0E8-9BE5-1FF9-60A16156F248}"/>
              </a:ext>
            </a:extLst>
          </p:cNvPr>
          <p:cNvSpPr>
            <a:spLocks noGrp="1"/>
          </p:cNvSpPr>
          <p:nvPr>
            <p:ph type="dt" sz="half" idx="10"/>
          </p:nvPr>
        </p:nvSpPr>
        <p:spPr/>
        <p:txBody>
          <a:bodyPr/>
          <a:lstStyle>
            <a:lvl1pPr>
              <a:defRPr/>
            </a:lvl1pPr>
          </a:lstStyle>
          <a:p>
            <a:pPr>
              <a:defRPr/>
            </a:pPr>
            <a:fld id="{5763ED9C-DCC6-4E13-ABA1-1463818E6F52}" type="datetimeFigureOut">
              <a:rPr lang="en-US"/>
              <a:pPr>
                <a:defRPr/>
              </a:pPr>
              <a:t>12/31/2025</a:t>
            </a:fld>
            <a:endParaRPr lang="en-GB"/>
          </a:p>
        </p:txBody>
      </p:sp>
      <p:sp>
        <p:nvSpPr>
          <p:cNvPr id="5" name="Footer Placeholder 4">
            <a:extLst>
              <a:ext uri="{FF2B5EF4-FFF2-40B4-BE49-F238E27FC236}">
                <a16:creationId xmlns:a16="http://schemas.microsoft.com/office/drawing/2014/main" id="{77606BC9-3154-EE9B-21FE-8D6F23277C85}"/>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168B262C-C66F-4927-DB63-AD1D68293304}"/>
              </a:ext>
            </a:extLst>
          </p:cNvPr>
          <p:cNvSpPr>
            <a:spLocks noGrp="1"/>
          </p:cNvSpPr>
          <p:nvPr>
            <p:ph type="sldNum" sz="quarter" idx="12"/>
          </p:nvPr>
        </p:nvSpPr>
        <p:spPr/>
        <p:txBody>
          <a:bodyPr/>
          <a:lstStyle>
            <a:lvl1pPr>
              <a:defRPr/>
            </a:lvl1pPr>
          </a:lstStyle>
          <a:p>
            <a:pPr>
              <a:defRPr/>
            </a:pPr>
            <a:fld id="{41877AE4-298F-452B-A04A-714012364248}" type="slidenum">
              <a:rPr lang="en-GB" altLang="en-US"/>
              <a:pPr>
                <a:defRPr/>
              </a:pPr>
              <a:t>‹#›</a:t>
            </a:fld>
            <a:endParaRPr lang="en-GB" altLang="en-US"/>
          </a:p>
        </p:txBody>
      </p:sp>
    </p:spTree>
    <p:extLst>
      <p:ext uri="{BB962C8B-B14F-4D97-AF65-F5344CB8AC3E}">
        <p14:creationId xmlns:p14="http://schemas.microsoft.com/office/powerpoint/2010/main" val="1236341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91683CD-338D-E8E6-59DC-BA9FFAE3C8BE}"/>
              </a:ext>
            </a:extLst>
          </p:cNvPr>
          <p:cNvSpPr>
            <a:spLocks noGrp="1"/>
          </p:cNvSpPr>
          <p:nvPr>
            <p:ph type="dt" sz="half" idx="10"/>
          </p:nvPr>
        </p:nvSpPr>
        <p:spPr/>
        <p:txBody>
          <a:bodyPr/>
          <a:lstStyle>
            <a:lvl1pPr>
              <a:defRPr/>
            </a:lvl1pPr>
          </a:lstStyle>
          <a:p>
            <a:pPr>
              <a:defRPr/>
            </a:pPr>
            <a:fld id="{B9AE4093-4847-4FC2-B572-8620D310CAF5}" type="datetimeFigureOut">
              <a:rPr lang="en-US"/>
              <a:pPr>
                <a:defRPr/>
              </a:pPr>
              <a:t>12/31/2025</a:t>
            </a:fld>
            <a:endParaRPr lang="en-GB"/>
          </a:p>
        </p:txBody>
      </p:sp>
      <p:sp>
        <p:nvSpPr>
          <p:cNvPr id="5" name="Footer Placeholder 4">
            <a:extLst>
              <a:ext uri="{FF2B5EF4-FFF2-40B4-BE49-F238E27FC236}">
                <a16:creationId xmlns:a16="http://schemas.microsoft.com/office/drawing/2014/main" id="{966EC99D-CDBC-2A2D-0199-52EAD9C8F790}"/>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98AE1712-365E-A914-33E5-F12CE412FE54}"/>
              </a:ext>
            </a:extLst>
          </p:cNvPr>
          <p:cNvSpPr>
            <a:spLocks noGrp="1"/>
          </p:cNvSpPr>
          <p:nvPr>
            <p:ph type="sldNum" sz="quarter" idx="12"/>
          </p:nvPr>
        </p:nvSpPr>
        <p:spPr/>
        <p:txBody>
          <a:bodyPr/>
          <a:lstStyle>
            <a:lvl1pPr>
              <a:defRPr/>
            </a:lvl1pPr>
          </a:lstStyle>
          <a:p>
            <a:pPr>
              <a:defRPr/>
            </a:pPr>
            <a:fld id="{0BF4506F-E10F-4A55-82BC-874D68E25E7A}" type="slidenum">
              <a:rPr lang="en-GB" altLang="en-US"/>
              <a:pPr>
                <a:defRPr/>
              </a:pPr>
              <a:t>‹#›</a:t>
            </a:fld>
            <a:endParaRPr lang="en-GB" altLang="en-US"/>
          </a:p>
        </p:txBody>
      </p:sp>
    </p:spTree>
    <p:extLst>
      <p:ext uri="{BB962C8B-B14F-4D97-AF65-F5344CB8AC3E}">
        <p14:creationId xmlns:p14="http://schemas.microsoft.com/office/powerpoint/2010/main" val="2590104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A4D51A-75D3-2CD5-6AF6-EFD546104A6F}"/>
              </a:ext>
            </a:extLst>
          </p:cNvPr>
          <p:cNvSpPr>
            <a:spLocks noGrp="1"/>
          </p:cNvSpPr>
          <p:nvPr>
            <p:ph type="dt" sz="half" idx="10"/>
          </p:nvPr>
        </p:nvSpPr>
        <p:spPr/>
        <p:txBody>
          <a:bodyPr/>
          <a:lstStyle>
            <a:lvl1pPr>
              <a:defRPr/>
            </a:lvl1pPr>
          </a:lstStyle>
          <a:p>
            <a:pPr>
              <a:defRPr/>
            </a:pPr>
            <a:fld id="{D0C5ABBF-B57E-447D-8AFB-BE6E95190403}" type="datetimeFigureOut">
              <a:rPr lang="en-US"/>
              <a:pPr>
                <a:defRPr/>
              </a:pPr>
              <a:t>12/31/2025</a:t>
            </a:fld>
            <a:endParaRPr lang="en-GB"/>
          </a:p>
        </p:txBody>
      </p:sp>
      <p:sp>
        <p:nvSpPr>
          <p:cNvPr id="5" name="Footer Placeholder 4">
            <a:extLst>
              <a:ext uri="{FF2B5EF4-FFF2-40B4-BE49-F238E27FC236}">
                <a16:creationId xmlns:a16="http://schemas.microsoft.com/office/drawing/2014/main" id="{781CA87F-C512-C9A3-2CA2-9026A09AC456}"/>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EE6CC983-2A45-DB73-C5C5-5AFB2F69568F}"/>
              </a:ext>
            </a:extLst>
          </p:cNvPr>
          <p:cNvSpPr>
            <a:spLocks noGrp="1"/>
          </p:cNvSpPr>
          <p:nvPr>
            <p:ph type="sldNum" sz="quarter" idx="12"/>
          </p:nvPr>
        </p:nvSpPr>
        <p:spPr/>
        <p:txBody>
          <a:bodyPr/>
          <a:lstStyle>
            <a:lvl1pPr>
              <a:defRPr/>
            </a:lvl1pPr>
          </a:lstStyle>
          <a:p>
            <a:pPr>
              <a:defRPr/>
            </a:pPr>
            <a:fld id="{F60C3D5C-ADD6-45FA-A377-17870E74CEA1}" type="slidenum">
              <a:rPr lang="en-GB" altLang="en-US"/>
              <a:pPr>
                <a:defRPr/>
              </a:pPr>
              <a:t>‹#›</a:t>
            </a:fld>
            <a:endParaRPr lang="en-GB" altLang="en-US"/>
          </a:p>
        </p:txBody>
      </p:sp>
    </p:spTree>
    <p:extLst>
      <p:ext uri="{BB962C8B-B14F-4D97-AF65-F5344CB8AC3E}">
        <p14:creationId xmlns:p14="http://schemas.microsoft.com/office/powerpoint/2010/main" val="30266503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a:extLst>
              <a:ext uri="{FF2B5EF4-FFF2-40B4-BE49-F238E27FC236}">
                <a16:creationId xmlns:a16="http://schemas.microsoft.com/office/drawing/2014/main" id="{A4FC4653-F973-2B79-21C3-2750AC516D85}"/>
              </a:ext>
            </a:extLst>
          </p:cNvPr>
          <p:cNvSpPr>
            <a:spLocks noGrp="1"/>
          </p:cNvSpPr>
          <p:nvPr>
            <p:ph type="dt" sz="half" idx="10"/>
          </p:nvPr>
        </p:nvSpPr>
        <p:spPr/>
        <p:txBody>
          <a:bodyPr/>
          <a:lstStyle>
            <a:lvl1pPr>
              <a:defRPr/>
            </a:lvl1pPr>
          </a:lstStyle>
          <a:p>
            <a:pPr>
              <a:defRPr/>
            </a:pPr>
            <a:fld id="{F8C35E0A-1C1B-4155-958E-043B4301F1D5}" type="datetimeFigureOut">
              <a:rPr lang="en-US"/>
              <a:pPr>
                <a:defRPr/>
              </a:pPr>
              <a:t>12/31/2025</a:t>
            </a:fld>
            <a:endParaRPr lang="en-GB"/>
          </a:p>
        </p:txBody>
      </p:sp>
      <p:sp>
        <p:nvSpPr>
          <p:cNvPr id="6" name="Footer Placeholder 4">
            <a:extLst>
              <a:ext uri="{FF2B5EF4-FFF2-40B4-BE49-F238E27FC236}">
                <a16:creationId xmlns:a16="http://schemas.microsoft.com/office/drawing/2014/main" id="{495576F3-DC4E-378A-0064-3A4F398C8615}"/>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9F49F9E9-66F0-BD56-1E5F-D1487521F5FA}"/>
              </a:ext>
            </a:extLst>
          </p:cNvPr>
          <p:cNvSpPr>
            <a:spLocks noGrp="1"/>
          </p:cNvSpPr>
          <p:nvPr>
            <p:ph type="sldNum" sz="quarter" idx="12"/>
          </p:nvPr>
        </p:nvSpPr>
        <p:spPr/>
        <p:txBody>
          <a:bodyPr/>
          <a:lstStyle>
            <a:lvl1pPr>
              <a:defRPr/>
            </a:lvl1pPr>
          </a:lstStyle>
          <a:p>
            <a:pPr>
              <a:defRPr/>
            </a:pPr>
            <a:fld id="{257E9B2F-53EE-4E0A-9D35-59DFF10E7A81}" type="slidenum">
              <a:rPr lang="en-GB" altLang="en-US"/>
              <a:pPr>
                <a:defRPr/>
              </a:pPr>
              <a:t>‹#›</a:t>
            </a:fld>
            <a:endParaRPr lang="en-GB" altLang="en-US"/>
          </a:p>
        </p:txBody>
      </p:sp>
    </p:spTree>
    <p:extLst>
      <p:ext uri="{BB962C8B-B14F-4D97-AF65-F5344CB8AC3E}">
        <p14:creationId xmlns:p14="http://schemas.microsoft.com/office/powerpoint/2010/main" val="2998914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a:extLst>
              <a:ext uri="{FF2B5EF4-FFF2-40B4-BE49-F238E27FC236}">
                <a16:creationId xmlns:a16="http://schemas.microsoft.com/office/drawing/2014/main" id="{F2B890CF-BC43-2D14-E3BF-DE1CCD0A05D7}"/>
              </a:ext>
            </a:extLst>
          </p:cNvPr>
          <p:cNvSpPr>
            <a:spLocks noGrp="1"/>
          </p:cNvSpPr>
          <p:nvPr>
            <p:ph type="dt" sz="half" idx="10"/>
          </p:nvPr>
        </p:nvSpPr>
        <p:spPr/>
        <p:txBody>
          <a:bodyPr/>
          <a:lstStyle>
            <a:lvl1pPr>
              <a:defRPr/>
            </a:lvl1pPr>
          </a:lstStyle>
          <a:p>
            <a:pPr>
              <a:defRPr/>
            </a:pPr>
            <a:fld id="{AD58AA18-3D1A-4CF7-8444-A3F9BF0C365C}" type="datetimeFigureOut">
              <a:rPr lang="en-US"/>
              <a:pPr>
                <a:defRPr/>
              </a:pPr>
              <a:t>12/31/2025</a:t>
            </a:fld>
            <a:endParaRPr lang="en-GB"/>
          </a:p>
        </p:txBody>
      </p:sp>
      <p:sp>
        <p:nvSpPr>
          <p:cNvPr id="8" name="Footer Placeholder 4">
            <a:extLst>
              <a:ext uri="{FF2B5EF4-FFF2-40B4-BE49-F238E27FC236}">
                <a16:creationId xmlns:a16="http://schemas.microsoft.com/office/drawing/2014/main" id="{A6986CBD-8304-36BC-B291-6B4643C4FD2F}"/>
              </a:ext>
            </a:extLst>
          </p:cNvPr>
          <p:cNvSpPr>
            <a:spLocks noGrp="1"/>
          </p:cNvSpPr>
          <p:nvPr>
            <p:ph type="ftr" sz="quarter" idx="11"/>
          </p:nvPr>
        </p:nvSpPr>
        <p:spPr/>
        <p:txBody>
          <a:bodyPr/>
          <a:lstStyle>
            <a:lvl1pPr>
              <a:defRPr/>
            </a:lvl1pPr>
          </a:lstStyle>
          <a:p>
            <a:pPr>
              <a:defRPr/>
            </a:pPr>
            <a:endParaRPr lang="en-GB"/>
          </a:p>
        </p:txBody>
      </p:sp>
      <p:sp>
        <p:nvSpPr>
          <p:cNvPr id="9" name="Slide Number Placeholder 5">
            <a:extLst>
              <a:ext uri="{FF2B5EF4-FFF2-40B4-BE49-F238E27FC236}">
                <a16:creationId xmlns:a16="http://schemas.microsoft.com/office/drawing/2014/main" id="{005E26EE-5FCB-D6A7-711C-01851195E072}"/>
              </a:ext>
            </a:extLst>
          </p:cNvPr>
          <p:cNvSpPr>
            <a:spLocks noGrp="1"/>
          </p:cNvSpPr>
          <p:nvPr>
            <p:ph type="sldNum" sz="quarter" idx="12"/>
          </p:nvPr>
        </p:nvSpPr>
        <p:spPr/>
        <p:txBody>
          <a:bodyPr/>
          <a:lstStyle>
            <a:lvl1pPr>
              <a:defRPr/>
            </a:lvl1pPr>
          </a:lstStyle>
          <a:p>
            <a:pPr>
              <a:defRPr/>
            </a:pPr>
            <a:fld id="{1CDBAD36-3918-4076-A9BE-D8CA73840BC9}" type="slidenum">
              <a:rPr lang="en-GB" altLang="en-US"/>
              <a:pPr>
                <a:defRPr/>
              </a:pPr>
              <a:t>‹#›</a:t>
            </a:fld>
            <a:endParaRPr lang="en-GB" altLang="en-US"/>
          </a:p>
        </p:txBody>
      </p:sp>
    </p:spTree>
    <p:extLst>
      <p:ext uri="{BB962C8B-B14F-4D97-AF65-F5344CB8AC3E}">
        <p14:creationId xmlns:p14="http://schemas.microsoft.com/office/powerpoint/2010/main" val="3984958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a:extLst>
              <a:ext uri="{FF2B5EF4-FFF2-40B4-BE49-F238E27FC236}">
                <a16:creationId xmlns:a16="http://schemas.microsoft.com/office/drawing/2014/main" id="{2872EB9C-7FD1-B1BC-B6D4-124523C37F7A}"/>
              </a:ext>
            </a:extLst>
          </p:cNvPr>
          <p:cNvSpPr>
            <a:spLocks noGrp="1"/>
          </p:cNvSpPr>
          <p:nvPr>
            <p:ph type="dt" sz="half" idx="10"/>
          </p:nvPr>
        </p:nvSpPr>
        <p:spPr/>
        <p:txBody>
          <a:bodyPr/>
          <a:lstStyle>
            <a:lvl1pPr>
              <a:defRPr/>
            </a:lvl1pPr>
          </a:lstStyle>
          <a:p>
            <a:pPr>
              <a:defRPr/>
            </a:pPr>
            <a:fld id="{E380B044-1C2A-4225-986F-C83A5EB0F530}" type="datetimeFigureOut">
              <a:rPr lang="en-US"/>
              <a:pPr>
                <a:defRPr/>
              </a:pPr>
              <a:t>12/31/2025</a:t>
            </a:fld>
            <a:endParaRPr lang="en-GB"/>
          </a:p>
        </p:txBody>
      </p:sp>
      <p:sp>
        <p:nvSpPr>
          <p:cNvPr id="4" name="Footer Placeholder 4">
            <a:extLst>
              <a:ext uri="{FF2B5EF4-FFF2-40B4-BE49-F238E27FC236}">
                <a16:creationId xmlns:a16="http://schemas.microsoft.com/office/drawing/2014/main" id="{865DA1A0-1EA6-879F-147B-7D9666B95107}"/>
              </a:ext>
            </a:extLst>
          </p:cNvPr>
          <p:cNvSpPr>
            <a:spLocks noGrp="1"/>
          </p:cNvSpPr>
          <p:nvPr>
            <p:ph type="ftr" sz="quarter" idx="11"/>
          </p:nvPr>
        </p:nvSpPr>
        <p:spPr/>
        <p:txBody>
          <a:bodyPr/>
          <a:lstStyle>
            <a:lvl1pPr>
              <a:defRPr/>
            </a:lvl1pPr>
          </a:lstStyle>
          <a:p>
            <a:pPr>
              <a:defRPr/>
            </a:pPr>
            <a:endParaRPr lang="en-GB"/>
          </a:p>
        </p:txBody>
      </p:sp>
      <p:sp>
        <p:nvSpPr>
          <p:cNvPr id="5" name="Slide Number Placeholder 5">
            <a:extLst>
              <a:ext uri="{FF2B5EF4-FFF2-40B4-BE49-F238E27FC236}">
                <a16:creationId xmlns:a16="http://schemas.microsoft.com/office/drawing/2014/main" id="{2BB303EC-589B-7515-D21B-B9C55A177DE8}"/>
              </a:ext>
            </a:extLst>
          </p:cNvPr>
          <p:cNvSpPr>
            <a:spLocks noGrp="1"/>
          </p:cNvSpPr>
          <p:nvPr>
            <p:ph type="sldNum" sz="quarter" idx="12"/>
          </p:nvPr>
        </p:nvSpPr>
        <p:spPr/>
        <p:txBody>
          <a:bodyPr/>
          <a:lstStyle>
            <a:lvl1pPr>
              <a:defRPr/>
            </a:lvl1pPr>
          </a:lstStyle>
          <a:p>
            <a:pPr>
              <a:defRPr/>
            </a:pPr>
            <a:fld id="{9CF132E5-C016-4D13-98BC-3A8BA506D1E6}" type="slidenum">
              <a:rPr lang="en-GB" altLang="en-US"/>
              <a:pPr>
                <a:defRPr/>
              </a:pPr>
              <a:t>‹#›</a:t>
            </a:fld>
            <a:endParaRPr lang="en-GB" altLang="en-US"/>
          </a:p>
        </p:txBody>
      </p:sp>
    </p:spTree>
    <p:extLst>
      <p:ext uri="{BB962C8B-B14F-4D97-AF65-F5344CB8AC3E}">
        <p14:creationId xmlns:p14="http://schemas.microsoft.com/office/powerpoint/2010/main" val="14984286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677AAE8-D942-D275-F872-4589F8417508}"/>
              </a:ext>
            </a:extLst>
          </p:cNvPr>
          <p:cNvSpPr>
            <a:spLocks noGrp="1"/>
          </p:cNvSpPr>
          <p:nvPr>
            <p:ph type="dt" sz="half" idx="10"/>
          </p:nvPr>
        </p:nvSpPr>
        <p:spPr/>
        <p:txBody>
          <a:bodyPr/>
          <a:lstStyle>
            <a:lvl1pPr>
              <a:defRPr/>
            </a:lvl1pPr>
          </a:lstStyle>
          <a:p>
            <a:pPr>
              <a:defRPr/>
            </a:pPr>
            <a:fld id="{4DA24997-FBD7-4E2D-B93A-165C9FAE2ADD}" type="datetimeFigureOut">
              <a:rPr lang="en-US"/>
              <a:pPr>
                <a:defRPr/>
              </a:pPr>
              <a:t>12/31/2025</a:t>
            </a:fld>
            <a:endParaRPr lang="en-GB"/>
          </a:p>
        </p:txBody>
      </p:sp>
      <p:sp>
        <p:nvSpPr>
          <p:cNvPr id="3" name="Footer Placeholder 4">
            <a:extLst>
              <a:ext uri="{FF2B5EF4-FFF2-40B4-BE49-F238E27FC236}">
                <a16:creationId xmlns:a16="http://schemas.microsoft.com/office/drawing/2014/main" id="{8BCFBE79-E880-FCB9-D22C-6D982EA2E71E}"/>
              </a:ext>
            </a:extLst>
          </p:cNvPr>
          <p:cNvSpPr>
            <a:spLocks noGrp="1"/>
          </p:cNvSpPr>
          <p:nvPr>
            <p:ph type="ftr" sz="quarter" idx="11"/>
          </p:nvPr>
        </p:nvSpPr>
        <p:spPr/>
        <p:txBody>
          <a:bodyPr/>
          <a:lstStyle>
            <a:lvl1pPr>
              <a:defRPr/>
            </a:lvl1pPr>
          </a:lstStyle>
          <a:p>
            <a:pPr>
              <a:defRPr/>
            </a:pPr>
            <a:endParaRPr lang="en-GB"/>
          </a:p>
        </p:txBody>
      </p:sp>
      <p:sp>
        <p:nvSpPr>
          <p:cNvPr id="4" name="Slide Number Placeholder 5">
            <a:extLst>
              <a:ext uri="{FF2B5EF4-FFF2-40B4-BE49-F238E27FC236}">
                <a16:creationId xmlns:a16="http://schemas.microsoft.com/office/drawing/2014/main" id="{F5C53BD8-4BCF-5000-73EC-8124E8494F5C}"/>
              </a:ext>
            </a:extLst>
          </p:cNvPr>
          <p:cNvSpPr>
            <a:spLocks noGrp="1"/>
          </p:cNvSpPr>
          <p:nvPr>
            <p:ph type="sldNum" sz="quarter" idx="12"/>
          </p:nvPr>
        </p:nvSpPr>
        <p:spPr/>
        <p:txBody>
          <a:bodyPr/>
          <a:lstStyle>
            <a:lvl1pPr>
              <a:defRPr/>
            </a:lvl1pPr>
          </a:lstStyle>
          <a:p>
            <a:pPr>
              <a:defRPr/>
            </a:pPr>
            <a:fld id="{42EA7F48-6B68-4049-856D-4B86D18807BC}" type="slidenum">
              <a:rPr lang="en-GB" altLang="en-US"/>
              <a:pPr>
                <a:defRPr/>
              </a:pPr>
              <a:t>‹#›</a:t>
            </a:fld>
            <a:endParaRPr lang="en-GB" altLang="en-US"/>
          </a:p>
        </p:txBody>
      </p:sp>
    </p:spTree>
    <p:extLst>
      <p:ext uri="{BB962C8B-B14F-4D97-AF65-F5344CB8AC3E}">
        <p14:creationId xmlns:p14="http://schemas.microsoft.com/office/powerpoint/2010/main" val="32838043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75091203-3088-B691-B7F4-B3F63AE6D6F7}"/>
              </a:ext>
            </a:extLst>
          </p:cNvPr>
          <p:cNvSpPr>
            <a:spLocks noGrp="1"/>
          </p:cNvSpPr>
          <p:nvPr>
            <p:ph type="dt" sz="half" idx="10"/>
          </p:nvPr>
        </p:nvSpPr>
        <p:spPr/>
        <p:txBody>
          <a:bodyPr/>
          <a:lstStyle>
            <a:lvl1pPr>
              <a:defRPr/>
            </a:lvl1pPr>
          </a:lstStyle>
          <a:p>
            <a:pPr>
              <a:defRPr/>
            </a:pPr>
            <a:fld id="{D55E04C6-A4A4-432A-B73D-A58596C45952}" type="datetimeFigureOut">
              <a:rPr lang="en-US"/>
              <a:pPr>
                <a:defRPr/>
              </a:pPr>
              <a:t>12/31/2025</a:t>
            </a:fld>
            <a:endParaRPr lang="en-GB"/>
          </a:p>
        </p:txBody>
      </p:sp>
      <p:sp>
        <p:nvSpPr>
          <p:cNvPr id="6" name="Footer Placeholder 4">
            <a:extLst>
              <a:ext uri="{FF2B5EF4-FFF2-40B4-BE49-F238E27FC236}">
                <a16:creationId xmlns:a16="http://schemas.microsoft.com/office/drawing/2014/main" id="{8B331050-2BEB-DFF4-12CE-2283F72D4158}"/>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F4A4C100-F9FE-8815-AE4A-841636B49687}"/>
              </a:ext>
            </a:extLst>
          </p:cNvPr>
          <p:cNvSpPr>
            <a:spLocks noGrp="1"/>
          </p:cNvSpPr>
          <p:nvPr>
            <p:ph type="sldNum" sz="quarter" idx="12"/>
          </p:nvPr>
        </p:nvSpPr>
        <p:spPr/>
        <p:txBody>
          <a:bodyPr/>
          <a:lstStyle>
            <a:lvl1pPr>
              <a:defRPr/>
            </a:lvl1pPr>
          </a:lstStyle>
          <a:p>
            <a:pPr>
              <a:defRPr/>
            </a:pPr>
            <a:fld id="{DC44862B-F39B-4800-AB80-D8847393C631}" type="slidenum">
              <a:rPr lang="en-GB" altLang="en-US"/>
              <a:pPr>
                <a:defRPr/>
              </a:pPr>
              <a:t>‹#›</a:t>
            </a:fld>
            <a:endParaRPr lang="en-GB" altLang="en-US"/>
          </a:p>
        </p:txBody>
      </p:sp>
    </p:spTree>
    <p:extLst>
      <p:ext uri="{BB962C8B-B14F-4D97-AF65-F5344CB8AC3E}">
        <p14:creationId xmlns:p14="http://schemas.microsoft.com/office/powerpoint/2010/main" val="1085867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6BC17E6-604C-77A7-717D-B872903E6800}"/>
              </a:ext>
            </a:extLst>
          </p:cNvPr>
          <p:cNvSpPr>
            <a:spLocks noGrp="1"/>
          </p:cNvSpPr>
          <p:nvPr>
            <p:ph type="dt" sz="half" idx="10"/>
          </p:nvPr>
        </p:nvSpPr>
        <p:spPr/>
        <p:txBody>
          <a:bodyPr/>
          <a:lstStyle>
            <a:lvl1pPr>
              <a:defRPr/>
            </a:lvl1pPr>
          </a:lstStyle>
          <a:p>
            <a:pPr>
              <a:defRPr/>
            </a:pPr>
            <a:fld id="{16486988-2E6C-4939-BE0B-22C1A089D986}" type="datetimeFigureOut">
              <a:rPr lang="en-US"/>
              <a:pPr>
                <a:defRPr/>
              </a:pPr>
              <a:t>12/31/2025</a:t>
            </a:fld>
            <a:endParaRPr lang="en-GB"/>
          </a:p>
        </p:txBody>
      </p:sp>
      <p:sp>
        <p:nvSpPr>
          <p:cNvPr id="6" name="Footer Placeholder 4">
            <a:extLst>
              <a:ext uri="{FF2B5EF4-FFF2-40B4-BE49-F238E27FC236}">
                <a16:creationId xmlns:a16="http://schemas.microsoft.com/office/drawing/2014/main" id="{7E85C74B-C980-98CD-A8E8-10D1809C6166}"/>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41A850BA-65F6-B986-2798-376B49FFE99B}"/>
              </a:ext>
            </a:extLst>
          </p:cNvPr>
          <p:cNvSpPr>
            <a:spLocks noGrp="1"/>
          </p:cNvSpPr>
          <p:nvPr>
            <p:ph type="sldNum" sz="quarter" idx="12"/>
          </p:nvPr>
        </p:nvSpPr>
        <p:spPr/>
        <p:txBody>
          <a:bodyPr/>
          <a:lstStyle>
            <a:lvl1pPr>
              <a:defRPr/>
            </a:lvl1pPr>
          </a:lstStyle>
          <a:p>
            <a:pPr>
              <a:defRPr/>
            </a:pPr>
            <a:fld id="{3793C266-1F24-4334-9890-060EB4E32121}" type="slidenum">
              <a:rPr lang="en-GB" altLang="en-US"/>
              <a:pPr>
                <a:defRPr/>
              </a:pPr>
              <a:t>‹#›</a:t>
            </a:fld>
            <a:endParaRPr lang="en-GB" altLang="en-US"/>
          </a:p>
        </p:txBody>
      </p:sp>
    </p:spTree>
    <p:extLst>
      <p:ext uri="{BB962C8B-B14F-4D97-AF65-F5344CB8AC3E}">
        <p14:creationId xmlns:p14="http://schemas.microsoft.com/office/powerpoint/2010/main" val="25791082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B1FADFB-1322-0203-59DD-CEB41855A00A}"/>
              </a:ext>
            </a:extLst>
          </p:cNvPr>
          <p:cNvSpPr>
            <a:spLocks noGrp="1"/>
          </p:cNvSpPr>
          <p:nvPr>
            <p:ph type="dt" sz="half" idx="10"/>
          </p:nvPr>
        </p:nvSpPr>
        <p:spPr/>
        <p:txBody>
          <a:bodyPr/>
          <a:lstStyle>
            <a:lvl1pPr>
              <a:defRPr/>
            </a:lvl1pPr>
          </a:lstStyle>
          <a:p>
            <a:pPr>
              <a:defRPr/>
            </a:pPr>
            <a:fld id="{79ECB8BC-FBC4-45F1-A272-C0DCAFACF4F0}" type="datetimeFigureOut">
              <a:rPr lang="en-US"/>
              <a:pPr>
                <a:defRPr/>
              </a:pPr>
              <a:t>12/31/2025</a:t>
            </a:fld>
            <a:endParaRPr lang="en-GB"/>
          </a:p>
        </p:txBody>
      </p:sp>
      <p:sp>
        <p:nvSpPr>
          <p:cNvPr id="5" name="Footer Placeholder 4">
            <a:extLst>
              <a:ext uri="{FF2B5EF4-FFF2-40B4-BE49-F238E27FC236}">
                <a16:creationId xmlns:a16="http://schemas.microsoft.com/office/drawing/2014/main" id="{E3A6FE65-35FB-D274-03EE-73FA7A9E8390}"/>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61B5327D-E8E0-3CEF-249B-E22FDAB06F27}"/>
              </a:ext>
            </a:extLst>
          </p:cNvPr>
          <p:cNvSpPr>
            <a:spLocks noGrp="1"/>
          </p:cNvSpPr>
          <p:nvPr>
            <p:ph type="sldNum" sz="quarter" idx="12"/>
          </p:nvPr>
        </p:nvSpPr>
        <p:spPr/>
        <p:txBody>
          <a:bodyPr/>
          <a:lstStyle>
            <a:lvl1pPr>
              <a:defRPr/>
            </a:lvl1pPr>
          </a:lstStyle>
          <a:p>
            <a:pPr>
              <a:defRPr/>
            </a:pPr>
            <a:fld id="{7FB5C5AA-94FC-4C33-9830-073E47FB8979}" type="slidenum">
              <a:rPr lang="en-GB" altLang="en-US"/>
              <a:pPr>
                <a:defRPr/>
              </a:pPr>
              <a:t>‹#›</a:t>
            </a:fld>
            <a:endParaRPr lang="en-GB" altLang="en-US"/>
          </a:p>
        </p:txBody>
      </p:sp>
    </p:spTree>
    <p:extLst>
      <p:ext uri="{BB962C8B-B14F-4D97-AF65-F5344CB8AC3E}">
        <p14:creationId xmlns:p14="http://schemas.microsoft.com/office/powerpoint/2010/main" val="11057145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B2FC1F-2384-5527-5AE8-943BD1364489}"/>
              </a:ext>
            </a:extLst>
          </p:cNvPr>
          <p:cNvSpPr>
            <a:spLocks noGrp="1"/>
          </p:cNvSpPr>
          <p:nvPr>
            <p:ph type="dt" sz="half" idx="10"/>
          </p:nvPr>
        </p:nvSpPr>
        <p:spPr/>
        <p:txBody>
          <a:bodyPr/>
          <a:lstStyle>
            <a:lvl1pPr>
              <a:defRPr/>
            </a:lvl1pPr>
          </a:lstStyle>
          <a:p>
            <a:pPr>
              <a:defRPr/>
            </a:pPr>
            <a:fld id="{E2C7E9A2-5497-4C3C-8B82-F6B7C42BA57C}" type="datetimeFigureOut">
              <a:rPr lang="en-US"/>
              <a:pPr>
                <a:defRPr/>
              </a:pPr>
              <a:t>12/31/2025</a:t>
            </a:fld>
            <a:endParaRPr lang="en-GB"/>
          </a:p>
        </p:txBody>
      </p:sp>
      <p:sp>
        <p:nvSpPr>
          <p:cNvPr id="5" name="Footer Placeholder 4">
            <a:extLst>
              <a:ext uri="{FF2B5EF4-FFF2-40B4-BE49-F238E27FC236}">
                <a16:creationId xmlns:a16="http://schemas.microsoft.com/office/drawing/2014/main" id="{8AD11C0A-3473-F501-C6C1-A01000CCC93D}"/>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4E2B8C46-4523-B5C8-60E4-15BDFE68E30C}"/>
              </a:ext>
            </a:extLst>
          </p:cNvPr>
          <p:cNvSpPr>
            <a:spLocks noGrp="1"/>
          </p:cNvSpPr>
          <p:nvPr>
            <p:ph type="sldNum" sz="quarter" idx="12"/>
          </p:nvPr>
        </p:nvSpPr>
        <p:spPr/>
        <p:txBody>
          <a:bodyPr/>
          <a:lstStyle>
            <a:lvl1pPr>
              <a:defRPr/>
            </a:lvl1pPr>
          </a:lstStyle>
          <a:p>
            <a:pPr>
              <a:defRPr/>
            </a:pPr>
            <a:fld id="{5A23F267-B6F1-49BB-978C-E879EFBD034A}" type="slidenum">
              <a:rPr lang="en-GB" altLang="en-US"/>
              <a:pPr>
                <a:defRPr/>
              </a:pPr>
              <a:t>‹#›</a:t>
            </a:fld>
            <a:endParaRPr lang="en-GB" altLang="en-US"/>
          </a:p>
        </p:txBody>
      </p:sp>
    </p:spTree>
    <p:extLst>
      <p:ext uri="{BB962C8B-B14F-4D97-AF65-F5344CB8AC3E}">
        <p14:creationId xmlns:p14="http://schemas.microsoft.com/office/powerpoint/2010/main" val="2179342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28BB3-41AF-4A7B-B0E3-6CB1C1C0FD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315ED8E-A53C-4587-95D9-2D657568C9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038F459-5846-4B4D-B7C2-93B6C52B64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sz="1400" kern="0">
              <a:solidFill>
                <a:srgbClr val="000000"/>
              </a:solidFill>
              <a:cs typeface="Arial"/>
              <a:sym typeface="Arial"/>
              <a:rtl val="0"/>
            </a:endParaRPr>
          </a:p>
        </p:txBody>
      </p:sp>
      <p:sp>
        <p:nvSpPr>
          <p:cNvPr id="5" name="Footer Placeholder 4">
            <a:extLst>
              <a:ext uri="{FF2B5EF4-FFF2-40B4-BE49-F238E27FC236}">
                <a16:creationId xmlns:a16="http://schemas.microsoft.com/office/drawing/2014/main" id="{38A0D04C-3AF6-495F-B66B-69871DBCBD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sz="1400" kern="0">
              <a:solidFill>
                <a:srgbClr val="000000"/>
              </a:solidFill>
              <a:cs typeface="Arial"/>
              <a:sym typeface="Arial"/>
              <a:rtl val="0"/>
            </a:endParaRPr>
          </a:p>
        </p:txBody>
      </p:sp>
      <p:sp>
        <p:nvSpPr>
          <p:cNvPr id="6" name="Slide Number Placeholder 5">
            <a:extLst>
              <a:ext uri="{FF2B5EF4-FFF2-40B4-BE49-F238E27FC236}">
                <a16:creationId xmlns:a16="http://schemas.microsoft.com/office/drawing/2014/main" id="{35012D25-310F-44B3-88D0-9965BFA213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1375390773"/>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49727B0-0F46-E8FC-A47E-6A34F5DD10FB}"/>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a:extLst>
              <a:ext uri="{FF2B5EF4-FFF2-40B4-BE49-F238E27FC236}">
                <a16:creationId xmlns:a16="http://schemas.microsoft.com/office/drawing/2014/main" id="{CCA0BB9C-8CF6-18AF-E312-CEC87A6488BD}"/>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a:extLst>
              <a:ext uri="{FF2B5EF4-FFF2-40B4-BE49-F238E27FC236}">
                <a16:creationId xmlns:a16="http://schemas.microsoft.com/office/drawing/2014/main" id="{1D0FB02D-EFF5-54EE-E0CF-6FC12C9C6F12}"/>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411932A8-7C38-4F4B-B5FB-6344B7BA0CAB}" type="datetimeFigureOut">
              <a:rPr lang="en-US"/>
              <a:pPr>
                <a:defRPr/>
              </a:pPr>
              <a:t>12/31/2025</a:t>
            </a:fld>
            <a:endParaRPr lang="en-GB"/>
          </a:p>
        </p:txBody>
      </p:sp>
      <p:sp>
        <p:nvSpPr>
          <p:cNvPr id="5" name="Footer Placeholder 4">
            <a:extLst>
              <a:ext uri="{FF2B5EF4-FFF2-40B4-BE49-F238E27FC236}">
                <a16:creationId xmlns:a16="http://schemas.microsoft.com/office/drawing/2014/main" id="{C518A056-AA3D-1BC3-5493-B870106C0B87}"/>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GB"/>
          </a:p>
        </p:txBody>
      </p:sp>
      <p:sp>
        <p:nvSpPr>
          <p:cNvPr id="6" name="Slide Number Placeholder 5">
            <a:extLst>
              <a:ext uri="{FF2B5EF4-FFF2-40B4-BE49-F238E27FC236}">
                <a16:creationId xmlns:a16="http://schemas.microsoft.com/office/drawing/2014/main" id="{BBF2A2EC-0A00-210D-0437-E2240A06CEC8}"/>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AE097634-03D6-4B45-93D8-D7DF3D17AAF7}" type="slidenum">
              <a:rPr lang="en-GB" altLang="en-US"/>
              <a:pPr>
                <a:defRPr/>
              </a:pPr>
              <a:t>‹#›</a:t>
            </a:fld>
            <a:endParaRPr lang="en-GB" altLang="en-US"/>
          </a:p>
        </p:txBody>
      </p:sp>
    </p:spTree>
    <p:extLst>
      <p:ext uri="{BB962C8B-B14F-4D97-AF65-F5344CB8AC3E}">
        <p14:creationId xmlns:p14="http://schemas.microsoft.com/office/powerpoint/2010/main" val="183971639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4.emf"/></Relationships>
</file>

<file path=ppt/slides/_rels/slide1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9.wmf"/></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1.png"/><Relationship Id="rId7" Type="http://schemas.openxmlformats.org/officeDocument/2006/relationships/image" Target="../media/image35.jpe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 Id="rId9" Type="http://schemas.openxmlformats.org/officeDocument/2006/relationships/hyperlink" Target="https://www.youtube.com/watch?v=GbFEnGExSgI"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2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s://assets.publishing.service.gov.uk/media/5a7baa68e5274a7318b9020a/dh_130488.pdf"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www.who.int/about/accountability/governance/constitution" TargetMode="External"/><Relationship Id="rId2" Type="http://schemas.openxmlformats.org/officeDocument/2006/relationships/hyperlink" Target="https://extension.purdue.edu/extmedia/HHS/HHS-792-W.pdf" TargetMode="External"/><Relationship Id="rId1" Type="http://schemas.openxmlformats.org/officeDocument/2006/relationships/slideLayout" Target="../slideLayouts/slideLayout7.xml"/><Relationship Id="rId4" Type="http://schemas.openxmlformats.org/officeDocument/2006/relationships/hyperlink" Target="https://www.who.int/teams/health-promotion/enhanced-wellbeing/first-global-conferenc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54A12-4633-4776-8015-BEA8E15AEF51}"/>
              </a:ext>
            </a:extLst>
          </p:cNvPr>
          <p:cNvSpPr>
            <a:spLocks noGrp="1"/>
          </p:cNvSpPr>
          <p:nvPr>
            <p:ph type="ctrTitle"/>
          </p:nvPr>
        </p:nvSpPr>
        <p:spPr>
          <a:xfrm>
            <a:off x="3836504" y="758952"/>
            <a:ext cx="7319175" cy="2186129"/>
          </a:xfrm>
        </p:spPr>
        <p:txBody>
          <a:bodyPr>
            <a:normAutofit/>
          </a:bodyPr>
          <a:lstStyle/>
          <a:p>
            <a:r>
              <a:rPr lang="en-GB" sz="3600" b="1" i="1">
                <a:solidFill>
                  <a:srgbClr val="008080"/>
                </a:solidFill>
                <a:latin typeface="Arial" panose="020B0604020202020204" pitchFamily="34" charset="0"/>
                <a:cs typeface="Arial" panose="020B0604020202020204" pitchFamily="34" charset="0"/>
              </a:rPr>
              <a:t>Changing Health Behaviours in public health </a:t>
            </a:r>
          </a:p>
        </p:txBody>
      </p:sp>
      <p:sp>
        <p:nvSpPr>
          <p:cNvPr id="3" name="Subtitle 2">
            <a:extLst>
              <a:ext uri="{FF2B5EF4-FFF2-40B4-BE49-F238E27FC236}">
                <a16:creationId xmlns:a16="http://schemas.microsoft.com/office/drawing/2014/main" id="{58B03D51-B0CF-4F21-BB4B-296870F9AC3C}"/>
              </a:ext>
            </a:extLst>
          </p:cNvPr>
          <p:cNvSpPr>
            <a:spLocks noGrp="1"/>
          </p:cNvSpPr>
          <p:nvPr>
            <p:ph type="subTitle" idx="1"/>
          </p:nvPr>
        </p:nvSpPr>
        <p:spPr>
          <a:xfrm>
            <a:off x="3833733" y="3539370"/>
            <a:ext cx="7321946" cy="1143000"/>
          </a:xfrm>
        </p:spPr>
        <p:txBody>
          <a:bodyPr>
            <a:noAutofit/>
          </a:bodyPr>
          <a:lstStyle/>
          <a:p>
            <a:r>
              <a:rPr lang="en-GB" sz="2800">
                <a:latin typeface="Arial" panose="020B0604020202020204" pitchFamily="34" charset="0"/>
                <a:cs typeface="Arial" panose="020B0604020202020204" pitchFamily="34" charset="0"/>
              </a:rPr>
              <a:t>NU/DT5079</a:t>
            </a:r>
          </a:p>
          <a:p>
            <a:endParaRPr lang="en-GB" sz="2800">
              <a:latin typeface="Arial" panose="020B0604020202020204" pitchFamily="34" charset="0"/>
              <a:cs typeface="Arial" panose="020B0604020202020204" pitchFamily="34" charset="0"/>
            </a:endParaRPr>
          </a:p>
          <a:p>
            <a:r>
              <a:rPr lang="en-GB" sz="2800">
                <a:latin typeface="Arial" panose="020B0604020202020204" pitchFamily="34" charset="0"/>
                <a:cs typeface="Arial" panose="020B0604020202020204" pitchFamily="34" charset="0"/>
              </a:rPr>
              <a:t>Dr Hilda Mulrooney,</a:t>
            </a:r>
          </a:p>
          <a:p>
            <a:r>
              <a:rPr lang="en-GB" sz="2800">
                <a:latin typeface="Arial" panose="020B0604020202020204" pitchFamily="34" charset="0"/>
                <a:cs typeface="Arial" panose="020B0604020202020204" pitchFamily="34" charset="0"/>
              </a:rPr>
              <a:t>Reader in Nutrition &amp; Health</a:t>
            </a:r>
          </a:p>
        </p:txBody>
      </p:sp>
      <p:pic>
        <p:nvPicPr>
          <p:cNvPr id="7" name="Graphic 6" descr="Heartbeat">
            <a:extLst>
              <a:ext uri="{FF2B5EF4-FFF2-40B4-BE49-F238E27FC236}">
                <a16:creationId xmlns:a16="http://schemas.microsoft.com/office/drawing/2014/main" id="{008D635B-5DA9-4ADB-B784-B1704DC2B5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3564" y="1089884"/>
            <a:ext cx="2449486" cy="2449486"/>
          </a:xfrm>
          <a:prstGeom prst="rect">
            <a:avLst/>
          </a:prstGeom>
        </p:spPr>
      </p:pic>
    </p:spTree>
    <p:extLst>
      <p:ext uri="{BB962C8B-B14F-4D97-AF65-F5344CB8AC3E}">
        <p14:creationId xmlns:p14="http://schemas.microsoft.com/office/powerpoint/2010/main" val="3044276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4A741D-534C-B177-78C3-EB991B5980CD}"/>
              </a:ext>
            </a:extLst>
          </p:cNvPr>
          <p:cNvSpPr txBox="1"/>
          <p:nvPr/>
        </p:nvSpPr>
        <p:spPr>
          <a:xfrm>
            <a:off x="1805049" y="1294410"/>
            <a:ext cx="9832769" cy="2215991"/>
          </a:xfrm>
          <a:prstGeom prst="rect">
            <a:avLst/>
          </a:prstGeom>
          <a:noFill/>
        </p:spPr>
        <p:txBody>
          <a:bodyPr wrap="square" rtlCol="0">
            <a:spAutoFit/>
          </a:bodyPr>
          <a:lstStyle/>
          <a:p>
            <a:r>
              <a:rPr lang="en-GB" sz="3600" b="1" i="1">
                <a:solidFill>
                  <a:srgbClr val="008080"/>
                </a:solidFill>
                <a:latin typeface="Arial" panose="020B0604020202020204" pitchFamily="34" charset="0"/>
                <a:cs typeface="Arial" panose="020B0604020202020204" pitchFamily="34" charset="0"/>
              </a:rPr>
              <a:t>We will cover:</a:t>
            </a:r>
          </a:p>
          <a:p>
            <a:endParaRPr lang="en-GB">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sz="2800">
                <a:latin typeface="Arial" panose="020B0604020202020204" pitchFamily="34" charset="0"/>
                <a:cs typeface="Arial" panose="020B0604020202020204" pitchFamily="34" charset="0"/>
              </a:rPr>
              <a:t>The role of behaviour change in public health</a:t>
            </a:r>
          </a:p>
          <a:p>
            <a:pPr marL="457200" indent="-457200">
              <a:buFont typeface="Arial" panose="020B0604020202020204" pitchFamily="34" charset="0"/>
              <a:buChar char="•"/>
            </a:pPr>
            <a:r>
              <a:rPr lang="en-GB" sz="2800">
                <a:latin typeface="Arial" panose="020B0604020202020204" pitchFamily="34" charset="0"/>
                <a:cs typeface="Arial" panose="020B0604020202020204" pitchFamily="34" charset="0"/>
              </a:rPr>
              <a:t>Different theories of behaviour change</a:t>
            </a:r>
          </a:p>
          <a:p>
            <a:pPr marL="457200" indent="-457200">
              <a:buFont typeface="Arial" panose="020B0604020202020204" pitchFamily="34" charset="0"/>
              <a:buChar char="•"/>
            </a:pPr>
            <a:r>
              <a:rPr lang="en-GB" sz="2800">
                <a:latin typeface="Arial" panose="020B0604020202020204" pitchFamily="34" charset="0"/>
                <a:cs typeface="Arial" panose="020B0604020202020204" pitchFamily="34" charset="0"/>
              </a:rPr>
              <a:t>Application of theories to population health</a:t>
            </a:r>
          </a:p>
        </p:txBody>
      </p:sp>
    </p:spTree>
    <p:extLst>
      <p:ext uri="{BB962C8B-B14F-4D97-AF65-F5344CB8AC3E}">
        <p14:creationId xmlns:p14="http://schemas.microsoft.com/office/powerpoint/2010/main" val="1876537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212699-A6B9-202C-E3EC-D73681FDE571}"/>
              </a:ext>
            </a:extLst>
          </p:cNvPr>
          <p:cNvSpPr txBox="1"/>
          <p:nvPr/>
        </p:nvSpPr>
        <p:spPr>
          <a:xfrm>
            <a:off x="5189515" y="612138"/>
            <a:ext cx="6729351" cy="646331"/>
          </a:xfrm>
          <a:prstGeom prst="rect">
            <a:avLst/>
          </a:prstGeom>
          <a:noFill/>
        </p:spPr>
        <p:txBody>
          <a:bodyPr wrap="square" rtlCol="0">
            <a:spAutoFit/>
          </a:bodyPr>
          <a:lstStyle/>
          <a:p>
            <a:r>
              <a:rPr lang="en-GB" sz="3600" b="1" i="1">
                <a:solidFill>
                  <a:srgbClr val="008080"/>
                </a:solidFill>
                <a:latin typeface="Arial" panose="020B0604020202020204" pitchFamily="34" charset="0"/>
                <a:cs typeface="Arial" panose="020B0604020202020204" pitchFamily="34" charset="0"/>
              </a:rPr>
              <a:t>What do we want to achieve?</a:t>
            </a:r>
          </a:p>
        </p:txBody>
      </p:sp>
      <p:sp>
        <p:nvSpPr>
          <p:cNvPr id="4" name="TextBox 3">
            <a:extLst>
              <a:ext uri="{FF2B5EF4-FFF2-40B4-BE49-F238E27FC236}">
                <a16:creationId xmlns:a16="http://schemas.microsoft.com/office/drawing/2014/main" id="{2E976C0C-C012-928A-70A3-9049DAB86139}"/>
              </a:ext>
            </a:extLst>
          </p:cNvPr>
          <p:cNvSpPr txBox="1"/>
          <p:nvPr/>
        </p:nvSpPr>
        <p:spPr>
          <a:xfrm>
            <a:off x="154380" y="296568"/>
            <a:ext cx="11673444" cy="6771084"/>
          </a:xfrm>
          <a:prstGeom prst="rect">
            <a:avLst/>
          </a:prstGeom>
          <a:noFill/>
        </p:spPr>
        <p:txBody>
          <a:bodyPr wrap="square" rtlCol="0">
            <a:spAutoFit/>
          </a:bodyPr>
          <a:lstStyle/>
          <a:p>
            <a:r>
              <a:rPr lang="en-GB" sz="2800" b="1">
                <a:latin typeface="Arial" panose="020B0604020202020204" pitchFamily="34" charset="0"/>
                <a:cs typeface="Arial" panose="020B0604020202020204" pitchFamily="34" charset="0"/>
              </a:rPr>
              <a:t>Absence of disease? </a:t>
            </a:r>
          </a:p>
          <a:p>
            <a:r>
              <a:rPr lang="en-GB" sz="2800">
                <a:latin typeface="Arial" panose="020B0604020202020204" pitchFamily="34" charset="0"/>
                <a:cs typeface="Arial" panose="020B0604020202020204" pitchFamily="34" charset="0"/>
              </a:rPr>
              <a:t>Medical model, longstanding.</a:t>
            </a:r>
          </a:p>
          <a:p>
            <a:endParaRPr lang="en-GB" sz="2800">
              <a:latin typeface="Arial" panose="020B0604020202020204" pitchFamily="34" charset="0"/>
              <a:cs typeface="Arial" panose="020B0604020202020204" pitchFamily="34" charset="0"/>
            </a:endParaRPr>
          </a:p>
          <a:p>
            <a:r>
              <a:rPr lang="en-GB" sz="2800" b="1">
                <a:latin typeface="Arial" panose="020B0604020202020204" pitchFamily="34" charset="0"/>
                <a:cs typeface="Arial" panose="020B0604020202020204" pitchFamily="34" charset="0"/>
              </a:rPr>
              <a:t>Health as wellbeing?</a:t>
            </a:r>
          </a:p>
          <a:p>
            <a:r>
              <a:rPr lang="en-GB" sz="2800" i="1">
                <a:latin typeface="Arial" panose="020B0604020202020204" pitchFamily="34" charset="0"/>
                <a:cs typeface="Arial" panose="020B0604020202020204" pitchFamily="34" charset="0"/>
              </a:rPr>
              <a:t>Health is a state of complete physical, mental and social well-being and not merely the absence of disease or infirmity</a:t>
            </a:r>
            <a:r>
              <a:rPr lang="en-GB" sz="2800">
                <a:latin typeface="Arial" panose="020B0604020202020204" pitchFamily="34" charset="0"/>
                <a:cs typeface="Arial" panose="020B0604020202020204" pitchFamily="34" charset="0"/>
              </a:rPr>
              <a:t> </a:t>
            </a:r>
            <a:r>
              <a:rPr lang="en-GB" sz="2400" i="1">
                <a:latin typeface="Arial" panose="020B0604020202020204" pitchFamily="34" charset="0"/>
                <a:cs typeface="Arial" panose="020B0604020202020204" pitchFamily="34" charset="0"/>
              </a:rPr>
              <a:t>(WHO, 1948)</a:t>
            </a:r>
          </a:p>
          <a:p>
            <a:endParaRPr lang="en-GB" sz="2800">
              <a:latin typeface="Arial" panose="020B0604020202020204" pitchFamily="34" charset="0"/>
              <a:cs typeface="Arial" panose="020B0604020202020204" pitchFamily="34" charset="0"/>
            </a:endParaRPr>
          </a:p>
          <a:p>
            <a:r>
              <a:rPr lang="en-GB" sz="2800" b="1">
                <a:latin typeface="Arial" panose="020B0604020202020204" pitchFamily="34" charset="0"/>
                <a:cs typeface="Arial" panose="020B0604020202020204" pitchFamily="34" charset="0"/>
              </a:rPr>
              <a:t>Health as a resource?</a:t>
            </a:r>
          </a:p>
          <a:p>
            <a:r>
              <a:rPr lang="en-GB" sz="2800" i="1">
                <a:latin typeface="Arial" panose="020B0604020202020204" pitchFamily="34" charset="0"/>
                <a:cs typeface="Arial" panose="020B0604020202020204" pitchFamily="34" charset="0"/>
              </a:rPr>
              <a:t>A resource for everyday life, not the object of living. A positive concept emphasizing social &amp; personal resources as well as physical capabilities</a:t>
            </a:r>
            <a:r>
              <a:rPr lang="en-GB" sz="2800">
                <a:latin typeface="Arial" panose="020B0604020202020204" pitchFamily="34" charset="0"/>
                <a:cs typeface="Arial" panose="020B0604020202020204" pitchFamily="34" charset="0"/>
              </a:rPr>
              <a:t> </a:t>
            </a:r>
            <a:r>
              <a:rPr lang="en-GB" sz="2400" i="1">
                <a:latin typeface="Arial" panose="020B0604020202020204" pitchFamily="34" charset="0"/>
                <a:cs typeface="Arial" panose="020B0604020202020204" pitchFamily="34" charset="0"/>
              </a:rPr>
              <a:t>(WHO, 1986)</a:t>
            </a:r>
          </a:p>
          <a:p>
            <a:endParaRPr lang="en-GB" sz="2400" i="1">
              <a:latin typeface="Arial" panose="020B0604020202020204" pitchFamily="34" charset="0"/>
              <a:cs typeface="Arial" panose="020B0604020202020204" pitchFamily="34" charset="0"/>
            </a:endParaRPr>
          </a:p>
          <a:p>
            <a:r>
              <a:rPr lang="en-GB" sz="2800" b="1">
                <a:latin typeface="Arial" panose="020B0604020202020204" pitchFamily="34" charset="0"/>
                <a:cs typeface="Arial" panose="020B0604020202020204" pitchFamily="34" charset="0"/>
              </a:rPr>
              <a:t>New definition?</a:t>
            </a:r>
          </a:p>
          <a:p>
            <a:r>
              <a:rPr lang="en-US" sz="2800">
                <a:latin typeface="Arial" panose="020B0604020202020204" pitchFamily="34" charset="0"/>
                <a:cs typeface="Arial" panose="020B0604020202020204" pitchFamily="34" charset="0"/>
              </a:rPr>
              <a:t>Ability to adapt &amp; self-manage in the face of social, physical &amp; emotional challenges </a:t>
            </a:r>
            <a:r>
              <a:rPr lang="en-US" sz="2400" i="1">
                <a:latin typeface="Arial" panose="020B0604020202020204" pitchFamily="34" charset="0"/>
                <a:cs typeface="Arial" panose="020B0604020202020204" pitchFamily="34" charset="0"/>
              </a:rPr>
              <a:t>(Huber et al, 2011)</a:t>
            </a:r>
          </a:p>
          <a:p>
            <a:endParaRPr lang="en-GB"/>
          </a:p>
        </p:txBody>
      </p:sp>
    </p:spTree>
    <p:extLst>
      <p:ext uri="{BB962C8B-B14F-4D97-AF65-F5344CB8AC3E}">
        <p14:creationId xmlns:p14="http://schemas.microsoft.com/office/powerpoint/2010/main" val="1675605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10BD3-CE24-18BB-51A4-9D1858777603}"/>
              </a:ext>
            </a:extLst>
          </p:cNvPr>
          <p:cNvSpPr>
            <a:spLocks noGrp="1"/>
          </p:cNvSpPr>
          <p:nvPr>
            <p:ph type="title"/>
          </p:nvPr>
        </p:nvSpPr>
        <p:spPr>
          <a:xfrm>
            <a:off x="1952625" y="142875"/>
            <a:ext cx="8229600" cy="1143000"/>
          </a:xfrm>
        </p:spPr>
        <p:txBody>
          <a:bodyPr>
            <a:normAutofit/>
          </a:bodyPr>
          <a:lstStyle/>
          <a:p>
            <a:pPr>
              <a:defRPr/>
            </a:pPr>
            <a:r>
              <a:rPr lang="en-GB" sz="3600" b="1" i="1">
                <a:solidFill>
                  <a:srgbClr val="008080"/>
                </a:solidFill>
                <a:latin typeface="Arial" panose="020B0604020202020204" pitchFamily="34" charset="0"/>
                <a:cs typeface="Arial" panose="020B0604020202020204" pitchFamily="34" charset="0"/>
              </a:rPr>
              <a:t>What is public health?</a:t>
            </a:r>
            <a:endParaRPr lang="en-GB" sz="3600">
              <a:solidFill>
                <a:srgbClr val="008080"/>
              </a:solidFill>
              <a:latin typeface="Arial" panose="020B0604020202020204" pitchFamily="34" charset="0"/>
              <a:cs typeface="Arial" panose="020B0604020202020204" pitchFamily="34" charset="0"/>
            </a:endParaRPr>
          </a:p>
        </p:txBody>
      </p:sp>
      <p:sp>
        <p:nvSpPr>
          <p:cNvPr id="10243" name="Content Placeholder 2">
            <a:extLst>
              <a:ext uri="{FF2B5EF4-FFF2-40B4-BE49-F238E27FC236}">
                <a16:creationId xmlns:a16="http://schemas.microsoft.com/office/drawing/2014/main" id="{90DE828A-A4C9-E3F2-83BA-7C6ED35AC9B9}"/>
              </a:ext>
            </a:extLst>
          </p:cNvPr>
          <p:cNvSpPr>
            <a:spLocks noGrp="1" noChangeArrowheads="1"/>
          </p:cNvSpPr>
          <p:nvPr>
            <p:ph sz="half" idx="1"/>
          </p:nvPr>
        </p:nvSpPr>
        <p:spPr>
          <a:xfrm>
            <a:off x="907411" y="1478850"/>
            <a:ext cx="4519612" cy="4525962"/>
          </a:xfrm>
        </p:spPr>
        <p:txBody>
          <a:bodyPr/>
          <a:lstStyle/>
          <a:p>
            <a:r>
              <a:rPr lang="en-GB" altLang="en-US">
                <a:latin typeface="Arial" panose="020B0604020202020204" pitchFamily="34" charset="0"/>
                <a:cs typeface="Arial" panose="020B0604020202020204" pitchFamily="34" charset="0"/>
              </a:rPr>
              <a:t>‘The science and art of preventing disease, prolonging life and promoting physical health and efficiency through organised community efforts’</a:t>
            </a:r>
          </a:p>
          <a:p>
            <a:pPr>
              <a:buFontTx/>
              <a:buNone/>
            </a:pPr>
            <a:r>
              <a:rPr lang="en-GB" altLang="en-US" sz="2400" i="1"/>
              <a:t>		</a:t>
            </a:r>
            <a:r>
              <a:rPr lang="en-GB" altLang="en-US" sz="2400" i="1">
                <a:latin typeface="Arial" panose="020B0604020202020204" pitchFamily="34" charset="0"/>
                <a:cs typeface="Arial" panose="020B0604020202020204" pitchFamily="34" charset="0"/>
              </a:rPr>
              <a:t>(Winslow, 1920)</a:t>
            </a:r>
          </a:p>
        </p:txBody>
      </p:sp>
      <p:sp>
        <p:nvSpPr>
          <p:cNvPr id="10244" name="Content Placeholder 3">
            <a:extLst>
              <a:ext uri="{FF2B5EF4-FFF2-40B4-BE49-F238E27FC236}">
                <a16:creationId xmlns:a16="http://schemas.microsoft.com/office/drawing/2014/main" id="{B38D2AB0-B147-5187-B07D-21E38F0694B7}"/>
              </a:ext>
            </a:extLst>
          </p:cNvPr>
          <p:cNvSpPr>
            <a:spLocks noGrp="1" noChangeArrowheads="1"/>
          </p:cNvSpPr>
          <p:nvPr>
            <p:ph sz="half" idx="2"/>
          </p:nvPr>
        </p:nvSpPr>
        <p:spPr>
          <a:xfrm>
            <a:off x="6096000" y="1478850"/>
            <a:ext cx="5188589" cy="4525962"/>
          </a:xfrm>
        </p:spPr>
        <p:txBody>
          <a:bodyPr/>
          <a:lstStyle/>
          <a:p>
            <a:pPr eaLnBrk="1" hangingPunct="1"/>
            <a:r>
              <a:rPr lang="en-GB" altLang="en-US">
                <a:latin typeface="Arial" panose="020B0604020202020204" pitchFamily="34" charset="0"/>
                <a:cs typeface="Arial" panose="020B0604020202020204" pitchFamily="34" charset="0"/>
              </a:rPr>
              <a:t>Population based </a:t>
            </a:r>
          </a:p>
          <a:p>
            <a:pPr eaLnBrk="1" hangingPunct="1"/>
            <a:r>
              <a:rPr lang="en-GB" altLang="en-US">
                <a:latin typeface="Arial" panose="020B0604020202020204" pitchFamily="34" charset="0"/>
                <a:cs typeface="Arial" panose="020B0604020202020204" pitchFamily="34" charset="0"/>
              </a:rPr>
              <a:t>Emphasises collective responsibility for health</a:t>
            </a:r>
          </a:p>
          <a:p>
            <a:pPr eaLnBrk="1" hangingPunct="1"/>
            <a:r>
              <a:rPr lang="en-GB" altLang="en-US">
                <a:latin typeface="Arial" panose="020B0604020202020204" pitchFamily="34" charset="0"/>
                <a:cs typeface="Arial" panose="020B0604020202020204" pitchFamily="34" charset="0"/>
              </a:rPr>
              <a:t>Recognises the key role of the state</a:t>
            </a:r>
          </a:p>
          <a:p>
            <a:pPr eaLnBrk="1" hangingPunct="1"/>
            <a:r>
              <a:rPr lang="en-GB" altLang="en-US">
                <a:latin typeface="Arial" panose="020B0604020202020204" pitchFamily="34" charset="0"/>
                <a:cs typeface="Arial" panose="020B0604020202020204" pitchFamily="34" charset="0"/>
              </a:rPr>
              <a:t>Emphasises partnerships with all those who contribute to the health of the population</a:t>
            </a:r>
            <a:endParaRPr lang="en-GB" altLang="en-US" sz="2400" i="1">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2147CE-6AB4-9F87-AF7B-C41560D1605E}"/>
              </a:ext>
            </a:extLst>
          </p:cNvPr>
          <p:cNvSpPr txBox="1"/>
          <p:nvPr/>
        </p:nvSpPr>
        <p:spPr>
          <a:xfrm>
            <a:off x="970984" y="1852551"/>
            <a:ext cx="3019125" cy="1754326"/>
          </a:xfrm>
          <a:prstGeom prst="rect">
            <a:avLst/>
          </a:prstGeom>
          <a:noFill/>
        </p:spPr>
        <p:txBody>
          <a:bodyPr wrap="square" rtlCol="0">
            <a:spAutoFit/>
          </a:bodyPr>
          <a:lstStyle/>
          <a:p>
            <a:r>
              <a:rPr lang="en-GB" sz="3600" b="1" i="1">
                <a:solidFill>
                  <a:srgbClr val="008080"/>
                </a:solidFill>
                <a:latin typeface="Arial" panose="020B0604020202020204" pitchFamily="34" charset="0"/>
                <a:cs typeface="Arial" panose="020B0604020202020204" pitchFamily="34" charset="0"/>
              </a:rPr>
              <a:t>Prevention is better than cure…</a:t>
            </a:r>
          </a:p>
        </p:txBody>
      </p:sp>
      <p:graphicFrame>
        <p:nvGraphicFramePr>
          <p:cNvPr id="3" name="Content Placeholder 2">
            <a:extLst>
              <a:ext uri="{FF2B5EF4-FFF2-40B4-BE49-F238E27FC236}">
                <a16:creationId xmlns:a16="http://schemas.microsoft.com/office/drawing/2014/main" id="{3E3732CD-FA1E-EE7C-68A1-A903E857B3F2}"/>
              </a:ext>
            </a:extLst>
          </p:cNvPr>
          <p:cNvGraphicFramePr>
            <a:graphicFrameLocks/>
          </p:cNvGraphicFramePr>
          <p:nvPr>
            <p:extLst>
              <p:ext uri="{D42A27DB-BD31-4B8C-83A1-F6EECF244321}">
                <p14:modId xmlns:p14="http://schemas.microsoft.com/office/powerpoint/2010/main" val="2218660367"/>
              </p:ext>
            </p:extLst>
          </p:nvPr>
        </p:nvGraphicFramePr>
        <p:xfrm>
          <a:off x="5194300" y="138415"/>
          <a:ext cx="6513604" cy="64642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8810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62FC1B-72DE-EFB1-4C9D-3AEABFF7ED65}"/>
              </a:ext>
            </a:extLst>
          </p:cNvPr>
          <p:cNvSpPr txBox="1"/>
          <p:nvPr/>
        </p:nvSpPr>
        <p:spPr>
          <a:xfrm>
            <a:off x="688769" y="2347225"/>
            <a:ext cx="3764478" cy="646331"/>
          </a:xfrm>
          <a:prstGeom prst="rect">
            <a:avLst/>
          </a:prstGeom>
          <a:noFill/>
        </p:spPr>
        <p:txBody>
          <a:bodyPr wrap="square" rtlCol="0">
            <a:spAutoFit/>
          </a:bodyPr>
          <a:lstStyle/>
          <a:p>
            <a:r>
              <a:rPr lang="en-GB" sz="3600" b="1" i="1">
                <a:solidFill>
                  <a:srgbClr val="008080"/>
                </a:solidFill>
                <a:latin typeface="Arial" panose="020B0604020202020204" pitchFamily="34" charset="0"/>
                <a:cs typeface="Arial" panose="020B0604020202020204" pitchFamily="34" charset="0"/>
              </a:rPr>
              <a:t>Role of the state</a:t>
            </a:r>
          </a:p>
        </p:txBody>
      </p:sp>
      <p:graphicFrame>
        <p:nvGraphicFramePr>
          <p:cNvPr id="4" name="Content Placeholder 2">
            <a:extLst>
              <a:ext uri="{FF2B5EF4-FFF2-40B4-BE49-F238E27FC236}">
                <a16:creationId xmlns:a16="http://schemas.microsoft.com/office/drawing/2014/main" id="{722975CF-88B0-BBAD-AC7D-D7FC2A472DD7}"/>
              </a:ext>
            </a:extLst>
          </p:cNvPr>
          <p:cNvGraphicFramePr>
            <a:graphicFrameLocks/>
          </p:cNvGraphicFramePr>
          <p:nvPr>
            <p:extLst>
              <p:ext uri="{D42A27DB-BD31-4B8C-83A1-F6EECF244321}">
                <p14:modId xmlns:p14="http://schemas.microsoft.com/office/powerpoint/2010/main" val="3165085174"/>
              </p:ext>
            </p:extLst>
          </p:nvPr>
        </p:nvGraphicFramePr>
        <p:xfrm>
          <a:off x="4950773" y="-6386"/>
          <a:ext cx="6811653" cy="68654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4100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1B1BB-75DC-49A0-963B-EBEB3EC62103}"/>
              </a:ext>
            </a:extLst>
          </p:cNvPr>
          <p:cNvSpPr>
            <a:spLocks noGrp="1"/>
          </p:cNvSpPr>
          <p:nvPr>
            <p:ph type="title"/>
          </p:nvPr>
        </p:nvSpPr>
        <p:spPr/>
        <p:txBody>
          <a:bodyPr/>
          <a:lstStyle/>
          <a:p>
            <a:r>
              <a:rPr lang="en-GB" b="1" i="1">
                <a:solidFill>
                  <a:srgbClr val="008080"/>
                </a:solidFill>
                <a:latin typeface="Arial" panose="020B0604020202020204" pitchFamily="34" charset="0"/>
                <a:cs typeface="Arial" panose="020B0604020202020204" pitchFamily="34" charset="0"/>
              </a:rPr>
              <a:t>Behavioural</a:t>
            </a:r>
          </a:p>
        </p:txBody>
      </p:sp>
      <p:sp>
        <p:nvSpPr>
          <p:cNvPr id="3" name="Content Placeholder 2">
            <a:extLst>
              <a:ext uri="{FF2B5EF4-FFF2-40B4-BE49-F238E27FC236}">
                <a16:creationId xmlns:a16="http://schemas.microsoft.com/office/drawing/2014/main" id="{CD1B41B7-7688-4F52-ABC9-FCCE2A8419F1}"/>
              </a:ext>
            </a:extLst>
          </p:cNvPr>
          <p:cNvSpPr>
            <a:spLocks noGrp="1"/>
          </p:cNvSpPr>
          <p:nvPr>
            <p:ph idx="1"/>
          </p:nvPr>
        </p:nvSpPr>
        <p:spPr>
          <a:xfrm>
            <a:off x="683821" y="1576243"/>
            <a:ext cx="10515600" cy="4351338"/>
          </a:xfrm>
        </p:spPr>
        <p:txBody>
          <a:bodyPr>
            <a:normAutofit/>
          </a:bodyPr>
          <a:lstStyle/>
          <a:p>
            <a:pPr marL="0" indent="0" defTabSz="457200">
              <a:lnSpc>
                <a:spcPct val="80000"/>
              </a:lnSpc>
              <a:spcBef>
                <a:spcPts val="500"/>
              </a:spcBef>
              <a:spcAft>
                <a:spcPts val="500"/>
              </a:spcAft>
              <a:buNone/>
            </a:pPr>
            <a:r>
              <a:rPr lang="en-GB" altLang="en-US" b="1">
                <a:latin typeface="Arial" panose="020B0604020202020204" pitchFamily="34" charset="0"/>
                <a:cs typeface="Arial" panose="020B0604020202020204" pitchFamily="34" charset="0"/>
              </a:rPr>
              <a:t>Aim</a:t>
            </a:r>
          </a:p>
          <a:p>
            <a:pPr marL="0" indent="0" defTabSz="457200">
              <a:lnSpc>
                <a:spcPct val="80000"/>
              </a:lnSpc>
              <a:spcBef>
                <a:spcPts val="500"/>
              </a:spcBef>
              <a:spcAft>
                <a:spcPts val="500"/>
              </a:spcAft>
              <a:buNone/>
            </a:pPr>
            <a:r>
              <a:rPr lang="en-GB" altLang="en-US">
                <a:latin typeface="Arial" panose="020B0604020202020204" pitchFamily="34" charset="0"/>
                <a:cs typeface="Arial" panose="020B0604020202020204" pitchFamily="34" charset="0"/>
              </a:rPr>
              <a:t>↑ knowledge about causes of health &amp; illness, to bring about changes in behaviour</a:t>
            </a:r>
          </a:p>
          <a:p>
            <a:pPr marL="0" indent="0" defTabSz="457200">
              <a:lnSpc>
                <a:spcPct val="80000"/>
              </a:lnSpc>
              <a:spcBef>
                <a:spcPts val="500"/>
              </a:spcBef>
              <a:spcAft>
                <a:spcPts val="500"/>
              </a:spcAft>
              <a:buNone/>
            </a:pPr>
            <a:endParaRPr lang="en-GB" altLang="en-US">
              <a:latin typeface="Arial" panose="020B0604020202020204" pitchFamily="34" charset="0"/>
              <a:cs typeface="Arial" panose="020B0604020202020204" pitchFamily="34" charset="0"/>
            </a:endParaRPr>
          </a:p>
          <a:p>
            <a:pPr marL="0" indent="0" defTabSz="457200">
              <a:lnSpc>
                <a:spcPct val="80000"/>
              </a:lnSpc>
              <a:spcBef>
                <a:spcPts val="500"/>
              </a:spcBef>
              <a:spcAft>
                <a:spcPts val="500"/>
              </a:spcAft>
              <a:buNone/>
            </a:pPr>
            <a:r>
              <a:rPr lang="en-GB" altLang="en-US" b="1">
                <a:latin typeface="Arial" panose="020B0604020202020204" pitchFamily="34" charset="0"/>
                <a:cs typeface="Arial" panose="020B0604020202020204" pitchFamily="34" charset="0"/>
              </a:rPr>
              <a:t>BUT:</a:t>
            </a:r>
            <a:r>
              <a:rPr lang="en-GB" altLang="en-US">
                <a:latin typeface="Arial" panose="020B0604020202020204" pitchFamily="34" charset="0"/>
                <a:cs typeface="Arial" panose="020B0604020202020204" pitchFamily="34" charset="0"/>
              </a:rPr>
              <a:t> </a:t>
            </a:r>
          </a:p>
          <a:p>
            <a:pPr defTabSz="457200">
              <a:lnSpc>
                <a:spcPct val="80000"/>
              </a:lnSpc>
              <a:spcBef>
                <a:spcPts val="500"/>
              </a:spcBef>
              <a:spcAft>
                <a:spcPts val="500"/>
              </a:spcAft>
            </a:pPr>
            <a:r>
              <a:rPr lang="en-GB" altLang="en-US">
                <a:latin typeface="Arial" panose="020B0604020202020204" pitchFamily="34" charset="0"/>
                <a:cs typeface="Arial" panose="020B0604020202020204" pitchFamily="34" charset="0"/>
              </a:rPr>
              <a:t>Does not address socio-economic drivers;</a:t>
            </a:r>
          </a:p>
          <a:p>
            <a:pPr defTabSz="457200">
              <a:lnSpc>
                <a:spcPct val="80000"/>
              </a:lnSpc>
              <a:spcBef>
                <a:spcPts val="500"/>
              </a:spcBef>
              <a:spcAft>
                <a:spcPts val="500"/>
              </a:spcAft>
            </a:pPr>
            <a:r>
              <a:rPr lang="en-GB" altLang="en-US">
                <a:latin typeface="Arial" panose="020B0604020202020204" pitchFamily="34" charset="0"/>
                <a:cs typeface="Arial" panose="020B0604020202020204" pitchFamily="34" charset="0"/>
              </a:rPr>
              <a:t>Assumes knowledge will change attitudes &amp; behaviours; </a:t>
            </a:r>
          </a:p>
          <a:p>
            <a:pPr defTabSz="457200">
              <a:lnSpc>
                <a:spcPct val="80000"/>
              </a:lnSpc>
              <a:spcBef>
                <a:spcPts val="500"/>
              </a:spcBef>
              <a:spcAft>
                <a:spcPts val="500"/>
              </a:spcAft>
            </a:pPr>
            <a:r>
              <a:rPr lang="en-GB" altLang="en-US">
                <a:latin typeface="Arial" panose="020B0604020202020204" pitchFamily="34" charset="0"/>
                <a:cs typeface="Arial" panose="020B0604020202020204" pitchFamily="34" charset="0"/>
              </a:rPr>
              <a:t>Assumes messages received similarly by all; </a:t>
            </a:r>
          </a:p>
          <a:p>
            <a:pPr defTabSz="457200">
              <a:lnSpc>
                <a:spcPct val="80000"/>
              </a:lnSpc>
              <a:spcBef>
                <a:spcPts val="500"/>
              </a:spcBef>
              <a:spcAft>
                <a:spcPts val="500"/>
              </a:spcAft>
            </a:pPr>
            <a:r>
              <a:rPr lang="en-GB" altLang="en-US">
                <a:latin typeface="Arial" panose="020B0604020202020204" pitchFamily="34" charset="0"/>
                <a:cs typeface="Arial" panose="020B0604020202020204" pitchFamily="34" charset="0"/>
              </a:rPr>
              <a:t>Top-down approach</a:t>
            </a:r>
          </a:p>
          <a:p>
            <a:pPr marL="0" indent="0" defTabSz="457200">
              <a:lnSpc>
                <a:spcPct val="80000"/>
              </a:lnSpc>
              <a:spcBef>
                <a:spcPts val="500"/>
              </a:spcBef>
              <a:spcAft>
                <a:spcPts val="500"/>
              </a:spcAft>
              <a:buNone/>
            </a:pPr>
            <a:endParaRPr lang="en-GB" altLang="en-US">
              <a:cs typeface="Arial" panose="020B0604020202020204" pitchFamily="34" charset="0"/>
            </a:endParaRPr>
          </a:p>
          <a:p>
            <a:pPr marL="0" indent="0" defTabSz="457200">
              <a:lnSpc>
                <a:spcPct val="80000"/>
              </a:lnSpc>
              <a:spcBef>
                <a:spcPts val="500"/>
              </a:spcBef>
              <a:spcAft>
                <a:spcPts val="500"/>
              </a:spcAft>
              <a:buNone/>
            </a:pPr>
            <a:endParaRPr lang="en-GB" altLang="en-US">
              <a:cs typeface="Arial" panose="020B0604020202020204" pitchFamily="34" charset="0"/>
            </a:endParaRPr>
          </a:p>
          <a:p>
            <a:pPr marL="0" indent="0" defTabSz="457200">
              <a:lnSpc>
                <a:spcPct val="80000"/>
              </a:lnSpc>
              <a:spcBef>
                <a:spcPts val="500"/>
              </a:spcBef>
              <a:spcAft>
                <a:spcPts val="500"/>
              </a:spcAft>
              <a:buNone/>
            </a:pPr>
            <a:endParaRPr lang="en-GB" altLang="en-US">
              <a:cs typeface="Arial" panose="020B0604020202020204" pitchFamily="34" charset="0"/>
            </a:endParaRPr>
          </a:p>
          <a:p>
            <a:endParaRPr lang="en-GB"/>
          </a:p>
        </p:txBody>
      </p:sp>
    </p:spTree>
    <p:extLst>
      <p:ext uri="{BB962C8B-B14F-4D97-AF65-F5344CB8AC3E}">
        <p14:creationId xmlns:p14="http://schemas.microsoft.com/office/powerpoint/2010/main" val="324539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2590800" y="457200"/>
            <a:ext cx="7086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None/>
            </a:pPr>
            <a:r>
              <a:rPr lang="en-GB" altLang="en-US" sz="3600" b="1" i="1">
                <a:solidFill>
                  <a:srgbClr val="009999"/>
                </a:solidFill>
              </a:rPr>
              <a:t>Individual/intrapersonal level</a:t>
            </a:r>
            <a:endParaRPr lang="en-GB" altLang="en-US" sz="2400">
              <a:solidFill>
                <a:srgbClr val="009999"/>
              </a:solidFill>
            </a:endParaRPr>
          </a:p>
        </p:txBody>
      </p:sp>
      <p:sp>
        <p:nvSpPr>
          <p:cNvPr id="20483" name="Text Box 3"/>
          <p:cNvSpPr txBox="1">
            <a:spLocks noChangeArrowheads="1"/>
          </p:cNvSpPr>
          <p:nvPr/>
        </p:nvSpPr>
        <p:spPr bwMode="auto">
          <a:xfrm>
            <a:off x="852755" y="1295401"/>
            <a:ext cx="9976207"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pPr>
            <a:r>
              <a:rPr lang="en-GB" altLang="en-US" sz="2800">
                <a:solidFill>
                  <a:srgbClr val="000000"/>
                </a:solidFill>
              </a:rPr>
              <a:t> Individual behaviour the fundamental unit of change</a:t>
            </a:r>
          </a:p>
          <a:p>
            <a:pPr fontAlgn="base">
              <a:spcBef>
                <a:spcPct val="50000"/>
              </a:spcBef>
              <a:spcAft>
                <a:spcPct val="0"/>
              </a:spcAft>
            </a:pPr>
            <a:r>
              <a:rPr lang="en-GB" altLang="en-US" sz="2800">
                <a:solidFill>
                  <a:srgbClr val="000000"/>
                </a:solidFill>
              </a:rPr>
              <a:t> Explores intrapersonal factors: knowledge, attitudes, beliefs, motivations, self-concept, developmental </a:t>
            </a:r>
            <a:r>
              <a:rPr lang="en-GB" altLang="en-US" sz="2800" err="1">
                <a:solidFill>
                  <a:srgbClr val="000000"/>
                </a:solidFill>
              </a:rPr>
              <a:t>hx</a:t>
            </a:r>
            <a:r>
              <a:rPr lang="en-GB" altLang="en-US" sz="2800">
                <a:solidFill>
                  <a:srgbClr val="000000"/>
                </a:solidFill>
              </a:rPr>
              <a:t>, past experience, skills</a:t>
            </a:r>
            <a:endParaRPr lang="en-GB" altLang="en-US" sz="2400">
              <a:solidFill>
                <a:srgbClr val="000000"/>
              </a:solidFill>
            </a:endParaRPr>
          </a:p>
        </p:txBody>
      </p:sp>
      <p:sp>
        <p:nvSpPr>
          <p:cNvPr id="20484" name="Text Box 4"/>
          <p:cNvSpPr txBox="1">
            <a:spLocks noChangeArrowheads="1"/>
          </p:cNvSpPr>
          <p:nvPr/>
        </p:nvSpPr>
        <p:spPr bwMode="auto">
          <a:xfrm>
            <a:off x="1069369" y="4080554"/>
            <a:ext cx="78486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None/>
            </a:pPr>
            <a:r>
              <a:rPr lang="en-GB" altLang="en-US" sz="2800" dirty="0">
                <a:solidFill>
                  <a:srgbClr val="000000"/>
                </a:solidFill>
              </a:rPr>
              <a:t>e.g. Health Belief model,</a:t>
            </a:r>
          </a:p>
          <a:p>
            <a:pPr fontAlgn="base">
              <a:spcBef>
                <a:spcPct val="50000"/>
              </a:spcBef>
              <a:spcAft>
                <a:spcPct val="0"/>
              </a:spcAft>
              <a:buNone/>
            </a:pPr>
            <a:r>
              <a:rPr lang="en-GB" altLang="en-US" sz="2800" dirty="0">
                <a:solidFill>
                  <a:srgbClr val="000000"/>
                </a:solidFill>
              </a:rPr>
              <a:t>Stage of Change model,</a:t>
            </a:r>
          </a:p>
          <a:p>
            <a:pPr fontAlgn="base">
              <a:spcBef>
                <a:spcPct val="50000"/>
              </a:spcBef>
              <a:spcAft>
                <a:spcPct val="0"/>
              </a:spcAft>
              <a:buNone/>
            </a:pPr>
            <a:r>
              <a:rPr lang="en-GB" altLang="en-US" sz="2800" dirty="0">
                <a:solidFill>
                  <a:srgbClr val="000000"/>
                </a:solidFill>
              </a:rPr>
              <a:t>Theory of Reasoned Action/ Planned Behaviour</a:t>
            </a:r>
          </a:p>
        </p:txBody>
      </p:sp>
    </p:spTree>
    <p:extLst>
      <p:ext uri="{BB962C8B-B14F-4D97-AF65-F5344CB8AC3E}">
        <p14:creationId xmlns:p14="http://schemas.microsoft.com/office/powerpoint/2010/main" val="482136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7"/>
          <p:cNvSpPr txBox="1">
            <a:spLocks noChangeArrowheads="1"/>
          </p:cNvSpPr>
          <p:nvPr/>
        </p:nvSpPr>
        <p:spPr bwMode="auto">
          <a:xfrm>
            <a:off x="2279650" y="188913"/>
            <a:ext cx="7315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None/>
            </a:pPr>
            <a:r>
              <a:rPr lang="en-GB" altLang="en-US" sz="3600" b="1" i="1">
                <a:solidFill>
                  <a:srgbClr val="009999"/>
                </a:solidFill>
              </a:rPr>
              <a:t>Health Belief Model</a:t>
            </a:r>
            <a:endParaRPr lang="en-GB" altLang="en-US" sz="2400">
              <a:solidFill>
                <a:srgbClr val="009999"/>
              </a:solidFill>
            </a:endParaRPr>
          </a:p>
        </p:txBody>
      </p:sp>
      <p:sp>
        <p:nvSpPr>
          <p:cNvPr id="22531" name="Rectangle 5"/>
          <p:cNvSpPr>
            <a:spLocks noChangeArrowheads="1"/>
          </p:cNvSpPr>
          <p:nvPr/>
        </p:nvSpPr>
        <p:spPr bwMode="auto">
          <a:xfrm>
            <a:off x="1524000" y="1052514"/>
            <a:ext cx="9144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buNone/>
            </a:pPr>
            <a:r>
              <a:rPr lang="en-GB" altLang="en-US" sz="2800">
                <a:solidFill>
                  <a:srgbClr val="000000"/>
                </a:solidFill>
              </a:rPr>
              <a:t>Likelihood of an individual taking action based on interaction between four types of belief:</a:t>
            </a:r>
          </a:p>
        </p:txBody>
      </p:sp>
      <p:sp>
        <p:nvSpPr>
          <p:cNvPr id="22532" name="TextBox 1"/>
          <p:cNvSpPr txBox="1">
            <a:spLocks noChangeArrowheads="1"/>
          </p:cNvSpPr>
          <p:nvPr/>
        </p:nvSpPr>
        <p:spPr bwMode="auto">
          <a:xfrm>
            <a:off x="1941513" y="2133600"/>
            <a:ext cx="854710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None/>
            </a:pPr>
            <a:r>
              <a:rPr lang="en-GB" altLang="en-US" sz="2000">
                <a:solidFill>
                  <a:srgbClr val="000000"/>
                </a:solidFill>
              </a:rPr>
              <a:t>Am I at risk?</a:t>
            </a:r>
          </a:p>
          <a:p>
            <a:pPr fontAlgn="base">
              <a:spcBef>
                <a:spcPct val="0"/>
              </a:spcBef>
              <a:spcAft>
                <a:spcPct val="0"/>
              </a:spcAft>
              <a:buNone/>
            </a:pPr>
            <a:r>
              <a:rPr lang="en-GB" altLang="en-US" sz="2000">
                <a:solidFill>
                  <a:srgbClr val="000000"/>
                </a:solidFill>
              </a:rPr>
              <a:t>				Perceived threat</a:t>
            </a:r>
          </a:p>
          <a:p>
            <a:pPr fontAlgn="base">
              <a:spcBef>
                <a:spcPct val="0"/>
              </a:spcBef>
              <a:spcAft>
                <a:spcPct val="0"/>
              </a:spcAft>
              <a:buNone/>
            </a:pPr>
            <a:endParaRPr lang="en-GB" altLang="en-US" sz="2000">
              <a:solidFill>
                <a:srgbClr val="000000"/>
              </a:solidFill>
            </a:endParaRPr>
          </a:p>
          <a:p>
            <a:pPr fontAlgn="base">
              <a:spcBef>
                <a:spcPct val="0"/>
              </a:spcBef>
              <a:spcAft>
                <a:spcPct val="0"/>
              </a:spcAft>
              <a:buNone/>
            </a:pPr>
            <a:r>
              <a:rPr lang="en-GB" altLang="en-US" sz="2000">
                <a:solidFill>
                  <a:srgbClr val="000000"/>
                </a:solidFill>
              </a:rPr>
              <a:t>It is a serious problem</a:t>
            </a:r>
          </a:p>
          <a:p>
            <a:pPr fontAlgn="base">
              <a:spcBef>
                <a:spcPct val="0"/>
              </a:spcBef>
              <a:spcAft>
                <a:spcPct val="0"/>
              </a:spcAft>
              <a:buNone/>
            </a:pPr>
            <a:endParaRPr lang="en-GB" altLang="en-US" sz="2000">
              <a:solidFill>
                <a:srgbClr val="000000"/>
              </a:solidFill>
            </a:endParaRPr>
          </a:p>
          <a:p>
            <a:pPr fontAlgn="base">
              <a:spcBef>
                <a:spcPct val="0"/>
              </a:spcBef>
              <a:spcAft>
                <a:spcPct val="0"/>
              </a:spcAft>
              <a:buNone/>
            </a:pPr>
            <a:endParaRPr lang="en-GB" altLang="en-US" sz="2000">
              <a:solidFill>
                <a:srgbClr val="000000"/>
              </a:solidFill>
            </a:endParaRPr>
          </a:p>
          <a:p>
            <a:pPr fontAlgn="base">
              <a:spcBef>
                <a:spcPct val="0"/>
              </a:spcBef>
              <a:spcAft>
                <a:spcPct val="0"/>
              </a:spcAft>
              <a:buNone/>
            </a:pPr>
            <a:r>
              <a:rPr lang="en-GB" altLang="en-US" sz="2000">
                <a:solidFill>
                  <a:srgbClr val="000000"/>
                </a:solidFill>
              </a:rPr>
              <a:t>								</a:t>
            </a:r>
          </a:p>
          <a:p>
            <a:pPr fontAlgn="base">
              <a:spcBef>
                <a:spcPct val="0"/>
              </a:spcBef>
              <a:spcAft>
                <a:spcPct val="0"/>
              </a:spcAft>
              <a:buNone/>
            </a:pPr>
            <a:endParaRPr lang="en-GB" altLang="en-US" sz="2000">
              <a:solidFill>
                <a:srgbClr val="000000"/>
              </a:solidFill>
            </a:endParaRPr>
          </a:p>
          <a:p>
            <a:pPr fontAlgn="base">
              <a:spcBef>
                <a:spcPct val="0"/>
              </a:spcBef>
              <a:spcAft>
                <a:spcPct val="0"/>
              </a:spcAft>
              <a:buNone/>
            </a:pPr>
            <a:r>
              <a:rPr lang="en-GB" altLang="en-US" sz="2000">
                <a:solidFill>
                  <a:srgbClr val="000000"/>
                </a:solidFill>
              </a:rPr>
              <a:t>Making changes would help</a:t>
            </a:r>
          </a:p>
          <a:p>
            <a:pPr fontAlgn="base">
              <a:spcBef>
                <a:spcPct val="0"/>
              </a:spcBef>
              <a:spcAft>
                <a:spcPct val="0"/>
              </a:spcAft>
              <a:buNone/>
            </a:pPr>
            <a:r>
              <a:rPr lang="en-GB" altLang="en-US" sz="2000">
                <a:solidFill>
                  <a:srgbClr val="000000"/>
                </a:solidFill>
              </a:rPr>
              <a:t>				Outcome expectancies</a:t>
            </a:r>
          </a:p>
          <a:p>
            <a:pPr fontAlgn="base">
              <a:spcBef>
                <a:spcPct val="0"/>
              </a:spcBef>
              <a:spcAft>
                <a:spcPct val="0"/>
              </a:spcAft>
              <a:buNone/>
            </a:pPr>
            <a:endParaRPr lang="en-GB" altLang="en-US" sz="2000">
              <a:solidFill>
                <a:srgbClr val="000000"/>
              </a:solidFill>
            </a:endParaRPr>
          </a:p>
          <a:p>
            <a:pPr fontAlgn="base">
              <a:spcBef>
                <a:spcPct val="0"/>
              </a:spcBef>
              <a:spcAft>
                <a:spcPct val="0"/>
              </a:spcAft>
              <a:buNone/>
            </a:pPr>
            <a:r>
              <a:rPr lang="en-GB" altLang="en-US" sz="2000">
                <a:solidFill>
                  <a:srgbClr val="000000"/>
                </a:solidFill>
              </a:rPr>
              <a:t>Changes are difficult</a:t>
            </a:r>
          </a:p>
        </p:txBody>
      </p:sp>
      <p:sp>
        <p:nvSpPr>
          <p:cNvPr id="3" name="Oval 2"/>
          <p:cNvSpPr/>
          <p:nvPr/>
        </p:nvSpPr>
        <p:spPr>
          <a:xfrm>
            <a:off x="1941514" y="2063751"/>
            <a:ext cx="1800225" cy="7207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GB">
              <a:solidFill>
                <a:srgbClr val="FFFFFF"/>
              </a:solidFill>
              <a:latin typeface="Arial"/>
              <a:cs typeface="Arial"/>
            </a:endParaRPr>
          </a:p>
        </p:txBody>
      </p:sp>
      <p:pic>
        <p:nvPicPr>
          <p:cNvPr id="2253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388" y="2784476"/>
            <a:ext cx="3162300" cy="93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9739" y="2074864"/>
            <a:ext cx="2422525" cy="98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389" y="4437064"/>
            <a:ext cx="3722687"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9738" y="4783138"/>
            <a:ext cx="3097212" cy="68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8"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3239" y="5289550"/>
            <a:ext cx="3024187" cy="74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a:off x="3741739" y="2205039"/>
            <a:ext cx="1684337" cy="219075"/>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4865688" y="2784476"/>
            <a:ext cx="654050" cy="466725"/>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5426076" y="4783138"/>
            <a:ext cx="238125" cy="158750"/>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4865688" y="5289551"/>
            <a:ext cx="679450" cy="371475"/>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22543" name="TextBox 11"/>
          <p:cNvSpPr txBox="1">
            <a:spLocks noChangeArrowheads="1"/>
          </p:cNvSpPr>
          <p:nvPr/>
        </p:nvSpPr>
        <p:spPr bwMode="auto">
          <a:xfrm>
            <a:off x="8966201" y="3211514"/>
            <a:ext cx="152241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None/>
            </a:pPr>
            <a:r>
              <a:rPr lang="en-GB" altLang="en-US" sz="2800">
                <a:solidFill>
                  <a:srgbClr val="000000"/>
                </a:solidFill>
              </a:rPr>
              <a:t>Self efficacy</a:t>
            </a:r>
          </a:p>
        </p:txBody>
      </p:sp>
      <p:sp>
        <p:nvSpPr>
          <p:cNvPr id="13" name="Oval 12"/>
          <p:cNvSpPr/>
          <p:nvPr/>
        </p:nvSpPr>
        <p:spPr>
          <a:xfrm>
            <a:off x="8832851" y="3060701"/>
            <a:ext cx="1655763" cy="15922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GB">
              <a:solidFill>
                <a:srgbClr val="FFFFFF"/>
              </a:solidFill>
              <a:latin typeface="Arial"/>
              <a:cs typeface="Arial"/>
            </a:endParaRPr>
          </a:p>
        </p:txBody>
      </p:sp>
      <p:cxnSp>
        <p:nvCxnSpPr>
          <p:cNvPr id="15" name="Straight Arrow Connector 14"/>
          <p:cNvCxnSpPr/>
          <p:nvPr/>
        </p:nvCxnSpPr>
        <p:spPr>
          <a:xfrm>
            <a:off x="7942264" y="2784476"/>
            <a:ext cx="890587" cy="466725"/>
          </a:xfrm>
          <a:prstGeom prst="straightConnector1">
            <a:avLst/>
          </a:prstGeom>
          <a:ln w="38100">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8616950" y="4508500"/>
            <a:ext cx="431800" cy="433388"/>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pic>
        <p:nvPicPr>
          <p:cNvPr id="22547"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9089" y="1050926"/>
            <a:ext cx="8982075" cy="521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48" name="TextBox 1"/>
          <p:cNvSpPr txBox="1">
            <a:spLocks noChangeArrowheads="1"/>
          </p:cNvSpPr>
          <p:nvPr/>
        </p:nvSpPr>
        <p:spPr bwMode="auto">
          <a:xfrm>
            <a:off x="7535863" y="6269038"/>
            <a:ext cx="2952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buNone/>
            </a:pPr>
            <a:r>
              <a:rPr lang="en-GB" altLang="en-US" sz="2400" i="1">
                <a:solidFill>
                  <a:srgbClr val="000000"/>
                </a:solidFill>
              </a:rPr>
              <a:t>(Simpson, 2015)</a:t>
            </a:r>
          </a:p>
        </p:txBody>
      </p:sp>
      <p:sp>
        <p:nvSpPr>
          <p:cNvPr id="2" name="Right Arrow 1"/>
          <p:cNvSpPr/>
          <p:nvPr/>
        </p:nvSpPr>
        <p:spPr>
          <a:xfrm>
            <a:off x="1773238" y="2924176"/>
            <a:ext cx="1968500" cy="9318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GB">
              <a:solidFill>
                <a:srgbClr val="FFFFFF"/>
              </a:solidFill>
              <a:latin typeface="Arial"/>
              <a:cs typeface="Arial"/>
            </a:endParaRPr>
          </a:p>
        </p:txBody>
      </p:sp>
      <p:sp>
        <p:nvSpPr>
          <p:cNvPr id="4" name="Left Arrow 3"/>
          <p:cNvSpPr/>
          <p:nvPr/>
        </p:nvSpPr>
        <p:spPr>
          <a:xfrm>
            <a:off x="8396288" y="2979739"/>
            <a:ext cx="1884362" cy="82232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GB">
              <a:solidFill>
                <a:srgbClr val="FFFFFF"/>
              </a:solidFill>
              <a:latin typeface="Arial"/>
              <a:cs typeface="Arial"/>
            </a:endParaRPr>
          </a:p>
        </p:txBody>
      </p:sp>
      <p:sp>
        <p:nvSpPr>
          <p:cNvPr id="22551" name="TextBox 5"/>
          <p:cNvSpPr txBox="1">
            <a:spLocks noChangeArrowheads="1"/>
          </p:cNvSpPr>
          <p:nvPr/>
        </p:nvSpPr>
        <p:spPr bwMode="auto">
          <a:xfrm>
            <a:off x="1847850" y="3211514"/>
            <a:ext cx="1716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buNone/>
            </a:pPr>
            <a:r>
              <a:rPr lang="en-GB" altLang="en-US" sz="1800">
                <a:solidFill>
                  <a:srgbClr val="000000"/>
                </a:solidFill>
              </a:rPr>
              <a:t>Cues to action</a:t>
            </a:r>
          </a:p>
        </p:txBody>
      </p:sp>
      <p:sp>
        <p:nvSpPr>
          <p:cNvPr id="22552" name="TextBox 7"/>
          <p:cNvSpPr txBox="1">
            <a:spLocks noChangeArrowheads="1"/>
          </p:cNvSpPr>
          <p:nvPr/>
        </p:nvSpPr>
        <p:spPr bwMode="auto">
          <a:xfrm>
            <a:off x="8616951" y="3251200"/>
            <a:ext cx="1655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buNone/>
            </a:pPr>
            <a:r>
              <a:rPr lang="en-GB" altLang="en-US" sz="1800">
                <a:solidFill>
                  <a:srgbClr val="000000"/>
                </a:solidFill>
              </a:rPr>
              <a:t>Self-efficacy</a:t>
            </a:r>
          </a:p>
        </p:txBody>
      </p:sp>
    </p:spTree>
    <p:extLst>
      <p:ext uri="{BB962C8B-B14F-4D97-AF65-F5344CB8AC3E}">
        <p14:creationId xmlns:p14="http://schemas.microsoft.com/office/powerpoint/2010/main" val="3764692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6"/>
          <p:cNvSpPr txBox="1">
            <a:spLocks noChangeArrowheads="1"/>
          </p:cNvSpPr>
          <p:nvPr/>
        </p:nvSpPr>
        <p:spPr bwMode="auto">
          <a:xfrm>
            <a:off x="2057400" y="381000"/>
            <a:ext cx="7772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None/>
            </a:pPr>
            <a:r>
              <a:rPr lang="en-GB" altLang="en-US" sz="3600" b="1" i="1">
                <a:solidFill>
                  <a:srgbClr val="009999"/>
                </a:solidFill>
              </a:rPr>
              <a:t>Stages of Change (transtheoretical) model</a:t>
            </a:r>
            <a:endParaRPr lang="en-GB" altLang="en-US" sz="2400">
              <a:solidFill>
                <a:srgbClr val="009999"/>
              </a:solidFill>
            </a:endParaRPr>
          </a:p>
        </p:txBody>
      </p:sp>
      <p:pic>
        <p:nvPicPr>
          <p:cNvPr id="3072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92" y="1506965"/>
            <a:ext cx="7772401" cy="4604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4" name="TextBox 1"/>
          <p:cNvSpPr txBox="1">
            <a:spLocks noChangeArrowheads="1"/>
          </p:cNvSpPr>
          <p:nvPr/>
        </p:nvSpPr>
        <p:spPr bwMode="auto">
          <a:xfrm>
            <a:off x="950026" y="6111876"/>
            <a:ext cx="91782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buNone/>
            </a:pPr>
            <a:r>
              <a:rPr lang="en-GB" altLang="en-US" sz="2400" i="1">
                <a:solidFill>
                  <a:srgbClr val="000000"/>
                </a:solidFill>
              </a:rPr>
              <a:t>(</a:t>
            </a:r>
            <a:r>
              <a:rPr lang="en-GB" altLang="en-US" sz="2400" i="1"/>
              <a:t>Prochaska &amp; DiClemente, 1984;  </a:t>
            </a:r>
            <a:r>
              <a:rPr lang="en-GB" altLang="en-US" sz="2400" i="1">
                <a:solidFill>
                  <a:srgbClr val="000000"/>
                </a:solidFill>
              </a:rPr>
              <a:t>Simpson, 2015)</a:t>
            </a:r>
          </a:p>
        </p:txBody>
      </p:sp>
      <p:sp>
        <p:nvSpPr>
          <p:cNvPr id="2" name="TextBox 1">
            <a:extLst>
              <a:ext uri="{FF2B5EF4-FFF2-40B4-BE49-F238E27FC236}">
                <a16:creationId xmlns:a16="http://schemas.microsoft.com/office/drawing/2014/main" id="{C1E35C6D-AA13-5C70-CC5C-19291389210C}"/>
              </a:ext>
            </a:extLst>
          </p:cNvPr>
          <p:cNvSpPr txBox="1"/>
          <p:nvPr/>
        </p:nvSpPr>
        <p:spPr>
          <a:xfrm>
            <a:off x="8647751" y="2375065"/>
            <a:ext cx="3004457" cy="3539430"/>
          </a:xfrm>
          <a:prstGeom prst="rect">
            <a:avLst/>
          </a:prstGeom>
          <a:noFill/>
        </p:spPr>
        <p:txBody>
          <a:bodyPr wrap="square" rtlCol="0">
            <a:spAutoFit/>
          </a:bodyPr>
          <a:lstStyle/>
          <a:p>
            <a:pPr marL="285750" indent="-285750">
              <a:buFont typeface="Arial" panose="020B0604020202020204" pitchFamily="34" charset="0"/>
              <a:buChar char="•"/>
            </a:pPr>
            <a:r>
              <a:rPr lang="en-GB" sz="2800">
                <a:latin typeface="Arial" panose="020B0604020202020204" pitchFamily="34" charset="0"/>
                <a:cs typeface="Arial" panose="020B0604020202020204" pitchFamily="34" charset="0"/>
              </a:rPr>
              <a:t>Journey, not the arrival</a:t>
            </a:r>
          </a:p>
          <a:p>
            <a:pPr marL="285750" indent="-285750">
              <a:buFont typeface="Arial" panose="020B0604020202020204" pitchFamily="34" charset="0"/>
              <a:buChar char="•"/>
            </a:pPr>
            <a:endParaRPr lang="en-GB" sz="28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2800">
                <a:latin typeface="Arial" panose="020B0604020202020204" pitchFamily="34" charset="0"/>
                <a:cs typeface="Arial" panose="020B0604020202020204" pitchFamily="34" charset="0"/>
              </a:rPr>
              <a:t>Different stages of readiness at different points?</a:t>
            </a:r>
          </a:p>
          <a:p>
            <a:pPr marL="285750" indent="-285750">
              <a:buFont typeface="Arial" panose="020B0604020202020204" pitchFamily="34" charset="0"/>
              <a:buChar char="•"/>
            </a:pPr>
            <a:endParaRPr lang="en-GB" sz="28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2800">
                <a:latin typeface="Arial" panose="020B0604020202020204" pitchFamily="34" charset="0"/>
                <a:cs typeface="Arial" panose="020B0604020202020204" pitchFamily="34" charset="0"/>
              </a:rPr>
              <a:t>Not linear</a:t>
            </a:r>
          </a:p>
        </p:txBody>
      </p:sp>
    </p:spTree>
    <p:extLst>
      <p:ext uri="{BB962C8B-B14F-4D97-AF65-F5344CB8AC3E}">
        <p14:creationId xmlns:p14="http://schemas.microsoft.com/office/powerpoint/2010/main" val="1141940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http://www.springerimages.com/img/Images/BMC/MEDIUM_1471-2458-7-104-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3227" y="352424"/>
            <a:ext cx="8315325" cy="571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806071" y="195262"/>
            <a:ext cx="8715375" cy="6143625"/>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GB">
              <a:solidFill>
                <a:srgbClr val="FFFFFF"/>
              </a:solidFill>
              <a:latin typeface="Arial"/>
              <a:cs typeface="Arial"/>
            </a:endParaRPr>
          </a:p>
        </p:txBody>
      </p:sp>
      <p:sp>
        <p:nvSpPr>
          <p:cNvPr id="4" name="Rectangle 3"/>
          <p:cNvSpPr/>
          <p:nvPr/>
        </p:nvSpPr>
        <p:spPr>
          <a:xfrm>
            <a:off x="913227" y="287315"/>
            <a:ext cx="8501062" cy="4572000"/>
          </a:xfrm>
          <a:prstGeom prst="rect">
            <a:avLst/>
          </a:prstGeom>
          <a:no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GB">
              <a:solidFill>
                <a:srgbClr val="FFFFFF"/>
              </a:solidFill>
              <a:latin typeface="Arial"/>
              <a:cs typeface="Arial"/>
            </a:endParaRPr>
          </a:p>
        </p:txBody>
      </p:sp>
      <p:sp>
        <p:nvSpPr>
          <p:cNvPr id="38917" name="TextBox 4"/>
          <p:cNvSpPr txBox="1">
            <a:spLocks noChangeArrowheads="1"/>
          </p:cNvSpPr>
          <p:nvPr/>
        </p:nvSpPr>
        <p:spPr bwMode="auto">
          <a:xfrm>
            <a:off x="7692645" y="630230"/>
            <a:ext cx="16430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buNone/>
            </a:pPr>
            <a:r>
              <a:rPr lang="en-GB" altLang="en-US" sz="4000" b="1">
                <a:solidFill>
                  <a:srgbClr val="009999"/>
                </a:solidFill>
              </a:rPr>
              <a:t>TRA</a:t>
            </a:r>
          </a:p>
        </p:txBody>
      </p:sp>
      <p:sp>
        <p:nvSpPr>
          <p:cNvPr id="6" name="TextBox 5"/>
          <p:cNvSpPr txBox="1"/>
          <p:nvPr/>
        </p:nvSpPr>
        <p:spPr>
          <a:xfrm>
            <a:off x="7949821" y="5581636"/>
            <a:ext cx="1571625" cy="708025"/>
          </a:xfrm>
          <a:prstGeom prst="rect">
            <a:avLst/>
          </a:prstGeom>
          <a:noFill/>
        </p:spPr>
        <p:txBody>
          <a:bodyPr>
            <a:spAutoFit/>
          </a:bodyPr>
          <a:lstStyle/>
          <a:p>
            <a:pPr algn="ctr" fontAlgn="base">
              <a:spcBef>
                <a:spcPct val="0"/>
              </a:spcBef>
              <a:spcAft>
                <a:spcPct val="0"/>
              </a:spcAft>
              <a:defRPr/>
            </a:pPr>
            <a:r>
              <a:rPr lang="en-GB" sz="4000" b="1">
                <a:solidFill>
                  <a:srgbClr val="FDECB3">
                    <a:lumMod val="50000"/>
                  </a:srgbClr>
                </a:solidFill>
                <a:latin typeface="Arial" charset="0"/>
                <a:cs typeface="Arial" charset="0"/>
              </a:rPr>
              <a:t>TPB</a:t>
            </a:r>
          </a:p>
        </p:txBody>
      </p:sp>
      <p:sp>
        <p:nvSpPr>
          <p:cNvPr id="2" name="Oval 1"/>
          <p:cNvSpPr/>
          <p:nvPr/>
        </p:nvSpPr>
        <p:spPr>
          <a:xfrm>
            <a:off x="6858001" y="2060576"/>
            <a:ext cx="1655763" cy="165576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GB">
              <a:solidFill>
                <a:srgbClr val="FFFFFF"/>
              </a:solidFill>
              <a:latin typeface="Arial"/>
              <a:cs typeface="Arial"/>
            </a:endParaRPr>
          </a:p>
        </p:txBody>
      </p:sp>
      <p:sp>
        <p:nvSpPr>
          <p:cNvPr id="7" name="TextBox 6">
            <a:extLst>
              <a:ext uri="{FF2B5EF4-FFF2-40B4-BE49-F238E27FC236}">
                <a16:creationId xmlns:a16="http://schemas.microsoft.com/office/drawing/2014/main" id="{9CE77079-9793-9B88-3570-6576497D1621}"/>
              </a:ext>
            </a:extLst>
          </p:cNvPr>
          <p:cNvSpPr txBox="1"/>
          <p:nvPr/>
        </p:nvSpPr>
        <p:spPr>
          <a:xfrm>
            <a:off x="9700591" y="6050030"/>
            <a:ext cx="2438400" cy="461665"/>
          </a:xfrm>
          <a:prstGeom prst="rect">
            <a:avLst/>
          </a:prstGeom>
          <a:noFill/>
        </p:spPr>
        <p:txBody>
          <a:bodyPr wrap="square">
            <a:spAutoFit/>
          </a:bodyPr>
          <a:lstStyle/>
          <a:p>
            <a:pPr fontAlgn="base">
              <a:spcBef>
                <a:spcPct val="50000"/>
              </a:spcBef>
              <a:spcAft>
                <a:spcPct val="0"/>
              </a:spcAft>
              <a:buNone/>
            </a:pPr>
            <a:r>
              <a:rPr lang="en-GB" altLang="en-US" sz="2400" i="1" dirty="0">
                <a:solidFill>
                  <a:srgbClr val="000000"/>
                </a:solidFill>
                <a:latin typeface="Arial" panose="020B0604020202020204" pitchFamily="34" charset="0"/>
                <a:cs typeface="Arial" panose="020B0604020202020204" pitchFamily="34" charset="0"/>
              </a:rPr>
              <a:t>(Fishbein, 1967)</a:t>
            </a:r>
          </a:p>
        </p:txBody>
      </p:sp>
    </p:spTree>
    <p:extLst>
      <p:ext uri="{BB962C8B-B14F-4D97-AF65-F5344CB8AC3E}">
        <p14:creationId xmlns:p14="http://schemas.microsoft.com/office/powerpoint/2010/main" val="4211824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a:extLst>
              <a:ext uri="{FF2B5EF4-FFF2-40B4-BE49-F238E27FC236}">
                <a16:creationId xmlns:a16="http://schemas.microsoft.com/office/drawing/2014/main" id="{356A59D2-C83D-1674-E5EA-2A9113D6E6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914400"/>
            <a:ext cx="70485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2">
            <a:extLst>
              <a:ext uri="{FF2B5EF4-FFF2-40B4-BE49-F238E27FC236}">
                <a16:creationId xmlns:a16="http://schemas.microsoft.com/office/drawing/2014/main" id="{FB45180B-7620-2868-57D6-E1AF03FEE9EE}"/>
              </a:ext>
            </a:extLst>
          </p:cNvPr>
          <p:cNvSpPr>
            <a:spLocks noChangeArrowheads="1"/>
          </p:cNvSpPr>
          <p:nvPr/>
        </p:nvSpPr>
        <p:spPr bwMode="auto">
          <a:xfrm>
            <a:off x="5951539" y="6070600"/>
            <a:ext cx="5197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r>
              <a:rPr lang="en-GB" altLang="en-US" sz="1800" i="1" dirty="0">
                <a:solidFill>
                  <a:prstClr val="black"/>
                </a:solidFill>
                <a:latin typeface="Arial" panose="020B0604020202020204" pitchFamily="34" charset="0"/>
                <a:cs typeface="Arial" panose="020B0604020202020204" pitchFamily="34" charset="0"/>
              </a:rPr>
              <a:t>(</a:t>
            </a:r>
            <a:r>
              <a:rPr lang="en-GB" altLang="en-US" sz="2400" i="1" dirty="0">
                <a:solidFill>
                  <a:prstClr val="black"/>
                </a:solidFill>
                <a:latin typeface="Arial" panose="020B0604020202020204" pitchFamily="34" charset="0"/>
                <a:cs typeface="Arial" panose="020B0604020202020204" pitchFamily="34" charset="0"/>
              </a:rPr>
              <a:t>Butland et al, 2007</a:t>
            </a:r>
            <a:r>
              <a:rPr lang="en-GB" altLang="en-US" sz="1800" i="1" dirty="0">
                <a:solidFill>
                  <a:prstClr val="black"/>
                </a:solidFill>
                <a:latin typeface="Arial" panose="020B0604020202020204" pitchFamily="34" charset="0"/>
                <a:cs typeface="Arial" panose="020B0604020202020204" pitchFamily="34" charset="0"/>
              </a:rPr>
              <a:t>: www.foresight.gov.uk)</a:t>
            </a:r>
          </a:p>
        </p:txBody>
      </p:sp>
      <p:sp>
        <p:nvSpPr>
          <p:cNvPr id="4" name="TextBox 3">
            <a:extLst>
              <a:ext uri="{FF2B5EF4-FFF2-40B4-BE49-F238E27FC236}">
                <a16:creationId xmlns:a16="http://schemas.microsoft.com/office/drawing/2014/main" id="{7B3851FE-3E66-1392-C4F5-7F3FDCCF533D}"/>
              </a:ext>
            </a:extLst>
          </p:cNvPr>
          <p:cNvSpPr txBox="1"/>
          <p:nvPr/>
        </p:nvSpPr>
        <p:spPr>
          <a:xfrm>
            <a:off x="2024064" y="214313"/>
            <a:ext cx="5572125" cy="646112"/>
          </a:xfrm>
          <a:prstGeom prst="rect">
            <a:avLst/>
          </a:prstGeom>
          <a:noFill/>
        </p:spPr>
        <p:txBody>
          <a:bodyPr>
            <a:spAutoFit/>
          </a:bodyPr>
          <a:lstStyle/>
          <a:p>
            <a:pPr>
              <a:defRPr/>
            </a:pPr>
            <a:r>
              <a:rPr lang="en-GB" sz="3600" b="1" i="1">
                <a:solidFill>
                  <a:srgbClr val="4BACC6">
                    <a:lumMod val="75000"/>
                  </a:srgbClr>
                </a:solidFill>
                <a:latin typeface="Arial" panose="020B0604020202020204" pitchFamily="34" charset="0"/>
                <a:cs typeface="Arial" panose="020B0604020202020204" pitchFamily="34" charset="0"/>
              </a:rPr>
              <a:t>Very complex….</a:t>
            </a:r>
          </a:p>
        </p:txBody>
      </p:sp>
      <p:sp>
        <p:nvSpPr>
          <p:cNvPr id="27653" name="TextBox 1">
            <a:extLst>
              <a:ext uri="{FF2B5EF4-FFF2-40B4-BE49-F238E27FC236}">
                <a16:creationId xmlns:a16="http://schemas.microsoft.com/office/drawing/2014/main" id="{3D9F8D9B-9C5D-EE5E-09A4-F459CCC1C4FC}"/>
              </a:ext>
            </a:extLst>
          </p:cNvPr>
          <p:cNvSpPr txBox="1">
            <a:spLocks noChangeArrowheads="1"/>
          </p:cNvSpPr>
          <p:nvPr/>
        </p:nvSpPr>
        <p:spPr bwMode="auto">
          <a:xfrm>
            <a:off x="1703388" y="5840413"/>
            <a:ext cx="38925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r>
              <a:rPr lang="en-GB" altLang="en-US" sz="1800">
                <a:solidFill>
                  <a:prstClr val="black"/>
                </a:solidFill>
                <a:latin typeface="Arial" panose="020B0604020202020204" pitchFamily="34" charset="0"/>
                <a:cs typeface="Arial" panose="020B0604020202020204" pitchFamily="34" charset="0"/>
              </a:rPr>
              <a:t>‘</a:t>
            </a:r>
            <a:r>
              <a:rPr lang="en-GB" altLang="en-US" sz="2400">
                <a:solidFill>
                  <a:prstClr val="black"/>
                </a:solidFill>
                <a:latin typeface="Arial" panose="020B0604020202020204" pitchFamily="34" charset="0"/>
                <a:cs typeface="Arial" panose="020B0604020202020204" pitchFamily="34" charset="0"/>
              </a:rPr>
              <a:t>Inevitable &amp; largely involuntary consequence</a:t>
            </a:r>
            <a:r>
              <a:rPr lang="en-GB" altLang="en-US" sz="1800">
                <a:solidFill>
                  <a:prstClr val="black"/>
                </a:solidFill>
                <a:latin typeface="Arial" panose="020B0604020202020204" pitchFamily="34" charset="0"/>
                <a:cs typeface="Arial" panose="020B0604020202020204" pitchFamily="34"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7730-9DC0-E468-E20D-05E53FE18F5E}"/>
              </a:ext>
            </a:extLst>
          </p:cNvPr>
          <p:cNvSpPr>
            <a:spLocks noGrp="1"/>
          </p:cNvSpPr>
          <p:nvPr>
            <p:ph type="title"/>
          </p:nvPr>
        </p:nvSpPr>
        <p:spPr>
          <a:xfrm>
            <a:off x="1960563" y="188913"/>
            <a:ext cx="8229600" cy="792162"/>
          </a:xfrm>
        </p:spPr>
        <p:txBody>
          <a:bodyPr rtlCol="0">
            <a:normAutofit/>
          </a:bodyPr>
          <a:lstStyle/>
          <a:p>
            <a:pPr eaLnBrk="1" fontAlgn="auto" hangingPunct="1">
              <a:spcAft>
                <a:spcPts val="0"/>
              </a:spcAft>
              <a:defRPr/>
            </a:pPr>
            <a:r>
              <a:rPr lang="en-GB" sz="3600" b="1" i="1">
                <a:solidFill>
                  <a:schemeClr val="accent5">
                    <a:lumMod val="75000"/>
                  </a:schemeClr>
                </a:solidFill>
                <a:latin typeface="Arial" pitchFamily="34" charset="0"/>
                <a:cs typeface="Arial" pitchFamily="34" charset="0"/>
              </a:rPr>
              <a:t>Are we rational decision makers?</a:t>
            </a:r>
          </a:p>
        </p:txBody>
      </p:sp>
      <p:pic>
        <p:nvPicPr>
          <p:cNvPr id="33795" name="Picture 2">
            <a:extLst>
              <a:ext uri="{FF2B5EF4-FFF2-40B4-BE49-F238E27FC236}">
                <a16:creationId xmlns:a16="http://schemas.microsoft.com/office/drawing/2014/main" id="{F55E23B5-3DF4-7DC6-C122-ED87151255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0850" y="1092201"/>
            <a:ext cx="6864350" cy="400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TextBox 4">
            <a:extLst>
              <a:ext uri="{FF2B5EF4-FFF2-40B4-BE49-F238E27FC236}">
                <a16:creationId xmlns:a16="http://schemas.microsoft.com/office/drawing/2014/main" id="{7679F35E-3DFF-21F9-6FB2-031D6B3A6698}"/>
              </a:ext>
            </a:extLst>
          </p:cNvPr>
          <p:cNvSpPr txBox="1">
            <a:spLocks noChangeArrowheads="1"/>
          </p:cNvSpPr>
          <p:nvPr/>
        </p:nvSpPr>
        <p:spPr bwMode="auto">
          <a:xfrm>
            <a:off x="6310314" y="6092826"/>
            <a:ext cx="3857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r>
              <a:rPr lang="en-GB" altLang="en-US" sz="2400" i="1">
                <a:solidFill>
                  <a:prstClr val="black"/>
                </a:solidFill>
                <a:latin typeface="Arial" panose="020B0604020202020204" pitchFamily="34" charset="0"/>
                <a:cs typeface="Arial" panose="020B0604020202020204" pitchFamily="34" charset="0"/>
              </a:rPr>
              <a:t>(Strack &amp; Deutsch, 2004)</a:t>
            </a:r>
          </a:p>
        </p:txBody>
      </p:sp>
      <p:sp>
        <p:nvSpPr>
          <p:cNvPr id="6" name="Oval 5">
            <a:extLst>
              <a:ext uri="{FF2B5EF4-FFF2-40B4-BE49-F238E27FC236}">
                <a16:creationId xmlns:a16="http://schemas.microsoft.com/office/drawing/2014/main" id="{7CC8EFB1-919E-F53A-4E83-AD50FD883FA1}"/>
              </a:ext>
            </a:extLst>
          </p:cNvPr>
          <p:cNvSpPr/>
          <p:nvPr/>
        </p:nvSpPr>
        <p:spPr>
          <a:xfrm>
            <a:off x="6046789" y="1679576"/>
            <a:ext cx="2143125" cy="7143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prstClr val="white"/>
              </a:solidFill>
              <a:latin typeface="Calibri"/>
            </a:endParaRPr>
          </a:p>
        </p:txBody>
      </p:sp>
      <p:sp>
        <p:nvSpPr>
          <p:cNvPr id="7" name="Oval 6">
            <a:extLst>
              <a:ext uri="{FF2B5EF4-FFF2-40B4-BE49-F238E27FC236}">
                <a16:creationId xmlns:a16="http://schemas.microsoft.com/office/drawing/2014/main" id="{85899066-3179-9B00-6441-07C73864E51C}"/>
              </a:ext>
            </a:extLst>
          </p:cNvPr>
          <p:cNvSpPr/>
          <p:nvPr/>
        </p:nvSpPr>
        <p:spPr>
          <a:xfrm>
            <a:off x="6167439" y="4497389"/>
            <a:ext cx="2071687" cy="7143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prstClr val="white"/>
              </a:solidFill>
              <a:latin typeface="Calibri"/>
            </a:endParaRPr>
          </a:p>
        </p:txBody>
      </p:sp>
      <p:sp>
        <p:nvSpPr>
          <p:cNvPr id="3" name="TextBox 2">
            <a:extLst>
              <a:ext uri="{FF2B5EF4-FFF2-40B4-BE49-F238E27FC236}">
                <a16:creationId xmlns:a16="http://schemas.microsoft.com/office/drawing/2014/main" id="{93DD5644-DE5D-BB13-EC91-225ABD548601}"/>
              </a:ext>
            </a:extLst>
          </p:cNvPr>
          <p:cNvSpPr txBox="1"/>
          <p:nvPr/>
        </p:nvSpPr>
        <p:spPr>
          <a:xfrm>
            <a:off x="8399463" y="2036764"/>
            <a:ext cx="2017712" cy="3170237"/>
          </a:xfrm>
          <a:prstGeom prst="rect">
            <a:avLst/>
          </a:prstGeom>
          <a:noFill/>
        </p:spPr>
        <p:txBody>
          <a:bodyPr>
            <a:spAutoFit/>
          </a:bodyPr>
          <a:lstStyle/>
          <a:p>
            <a:pPr fontAlgn="base">
              <a:spcBef>
                <a:spcPct val="0"/>
              </a:spcBef>
              <a:spcAft>
                <a:spcPct val="0"/>
              </a:spcAft>
              <a:defRPr/>
            </a:pPr>
            <a:r>
              <a:rPr lang="en-GB" sz="2000" u="sng">
                <a:solidFill>
                  <a:prstClr val="black"/>
                </a:solidFill>
                <a:latin typeface="Arial" charset="0"/>
                <a:cs typeface="Arial" charset="0"/>
              </a:rPr>
              <a:t>Social factors:</a:t>
            </a:r>
          </a:p>
          <a:p>
            <a:pPr marL="285750" indent="-285750" fontAlgn="base">
              <a:spcBef>
                <a:spcPct val="0"/>
              </a:spcBef>
              <a:spcAft>
                <a:spcPct val="0"/>
              </a:spcAft>
              <a:buFont typeface="Arial" panose="020B0604020202020204" pitchFamily="34" charset="0"/>
              <a:buChar char="•"/>
              <a:defRPr/>
            </a:pPr>
            <a:r>
              <a:rPr lang="en-GB" sz="2000">
                <a:solidFill>
                  <a:prstClr val="black"/>
                </a:solidFill>
                <a:latin typeface="Arial" charset="0"/>
                <a:cs typeface="Arial" charset="0"/>
              </a:rPr>
              <a:t>Personal interaction</a:t>
            </a:r>
          </a:p>
          <a:p>
            <a:pPr marL="285750" indent="-285750" fontAlgn="base">
              <a:spcBef>
                <a:spcPct val="0"/>
              </a:spcBef>
              <a:spcAft>
                <a:spcPct val="0"/>
              </a:spcAft>
              <a:buFont typeface="Arial" panose="020B0604020202020204" pitchFamily="34" charset="0"/>
              <a:buChar char="•"/>
              <a:defRPr/>
            </a:pPr>
            <a:r>
              <a:rPr lang="en-GB" sz="2000">
                <a:solidFill>
                  <a:prstClr val="black"/>
                </a:solidFill>
                <a:latin typeface="Arial" charset="0"/>
                <a:cs typeface="Arial" charset="0"/>
              </a:rPr>
              <a:t>Within &amp; between groups</a:t>
            </a:r>
          </a:p>
          <a:p>
            <a:pPr marL="285750" indent="-285750" fontAlgn="base">
              <a:spcBef>
                <a:spcPct val="0"/>
              </a:spcBef>
              <a:spcAft>
                <a:spcPct val="0"/>
              </a:spcAft>
              <a:buFont typeface="Arial" panose="020B0604020202020204" pitchFamily="34" charset="0"/>
              <a:buChar char="•"/>
              <a:defRPr/>
            </a:pPr>
            <a:r>
              <a:rPr lang="en-GB" sz="2000">
                <a:solidFill>
                  <a:prstClr val="black"/>
                </a:solidFill>
                <a:latin typeface="Arial" charset="0"/>
                <a:cs typeface="Arial" charset="0"/>
              </a:rPr>
              <a:t>Large scale social context</a:t>
            </a:r>
          </a:p>
          <a:p>
            <a:pPr marL="285750" indent="-285750" fontAlgn="base">
              <a:spcBef>
                <a:spcPct val="0"/>
              </a:spcBef>
              <a:spcAft>
                <a:spcPct val="0"/>
              </a:spcAft>
              <a:buFont typeface="Arial" panose="020B0604020202020204" pitchFamily="34" charset="0"/>
              <a:buChar char="•"/>
              <a:defRPr/>
            </a:pPr>
            <a:r>
              <a:rPr lang="en-GB" sz="2000">
                <a:solidFill>
                  <a:prstClr val="black"/>
                </a:solidFill>
                <a:latin typeface="Arial" charset="0"/>
                <a:cs typeface="Arial" charset="0"/>
              </a:rPr>
              <a:t>Physical environment</a:t>
            </a:r>
          </a:p>
        </p:txBody>
      </p:sp>
      <p:sp>
        <p:nvSpPr>
          <p:cNvPr id="33800" name="TextBox 3">
            <a:extLst>
              <a:ext uri="{FF2B5EF4-FFF2-40B4-BE49-F238E27FC236}">
                <a16:creationId xmlns:a16="http://schemas.microsoft.com/office/drawing/2014/main" id="{C66D0789-ADE8-D6CF-859F-2626BA8B0BD3}"/>
              </a:ext>
            </a:extLst>
          </p:cNvPr>
          <p:cNvSpPr txBox="1">
            <a:spLocks noChangeArrowheads="1"/>
          </p:cNvSpPr>
          <p:nvPr/>
        </p:nvSpPr>
        <p:spPr bwMode="auto">
          <a:xfrm>
            <a:off x="1703388" y="5211763"/>
            <a:ext cx="3960812"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r>
              <a:rPr lang="en-GB" altLang="en-US" sz="2000" u="sng">
                <a:solidFill>
                  <a:prstClr val="black"/>
                </a:solidFill>
                <a:latin typeface="Arial" panose="020B0604020202020204" pitchFamily="34" charset="0"/>
                <a:cs typeface="Arial" panose="020B0604020202020204" pitchFamily="34" charset="0"/>
              </a:rPr>
              <a:t>? Behaviour change and:</a:t>
            </a:r>
          </a:p>
          <a:p>
            <a:pPr fontAlgn="base">
              <a:spcBef>
                <a:spcPct val="0"/>
              </a:spcBef>
              <a:spcAft>
                <a:spcPct val="0"/>
              </a:spcAft>
              <a:buNone/>
            </a:pPr>
            <a:r>
              <a:rPr lang="en-GB" altLang="en-US" sz="2000">
                <a:solidFill>
                  <a:prstClr val="black"/>
                </a:solidFill>
                <a:latin typeface="Arial" panose="020B0604020202020204" pitchFamily="34" charset="0"/>
                <a:cs typeface="Arial" panose="020B0604020202020204" pitchFamily="34" charset="0"/>
              </a:rPr>
              <a:t>Emotional processes, transferability across culture, genes + environment &amp; social factors, social dynamics</a:t>
            </a:r>
          </a:p>
        </p:txBody>
      </p:sp>
      <p:pic>
        <p:nvPicPr>
          <p:cNvPr id="4" name="Picture 5" descr="C:\Documents and Settings\KU48101\Local Settings\Temporary Internet Files\Content.IE5\8ZMYJG0S\MC900071068[1].wmf">
            <a:extLst>
              <a:ext uri="{FF2B5EF4-FFF2-40B4-BE49-F238E27FC236}">
                <a16:creationId xmlns:a16="http://schemas.microsoft.com/office/drawing/2014/main" id="{5EB913B2-C0F7-4A67-B645-131E3DD299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565" y="584994"/>
            <a:ext cx="1979613"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0C64B2-5697-60B6-5045-3B74E5890292}"/>
              </a:ext>
            </a:extLst>
          </p:cNvPr>
          <p:cNvSpPr txBox="1"/>
          <p:nvPr/>
        </p:nvSpPr>
        <p:spPr>
          <a:xfrm>
            <a:off x="1641269" y="314098"/>
            <a:ext cx="8909462" cy="646331"/>
          </a:xfrm>
          <a:prstGeom prst="rect">
            <a:avLst/>
          </a:prstGeom>
          <a:noFill/>
        </p:spPr>
        <p:txBody>
          <a:bodyPr wrap="square">
            <a:spAutoFit/>
          </a:bodyPr>
          <a:lstStyle/>
          <a:p>
            <a:r>
              <a:rPr lang="en-GB" sz="3600" b="1" i="1">
                <a:solidFill>
                  <a:srgbClr val="008080"/>
                </a:solidFill>
                <a:latin typeface="Arial" panose="020B0604020202020204" pitchFamily="34" charset="0"/>
                <a:cs typeface="Arial" panose="020B0604020202020204" pitchFamily="34" charset="0"/>
              </a:rPr>
              <a:t>Ecological models &amp; behaviour change</a:t>
            </a:r>
          </a:p>
        </p:txBody>
      </p:sp>
      <p:pic>
        <p:nvPicPr>
          <p:cNvPr id="4" name="Picture 1">
            <a:extLst>
              <a:ext uri="{FF2B5EF4-FFF2-40B4-BE49-F238E27FC236}">
                <a16:creationId xmlns:a16="http://schemas.microsoft.com/office/drawing/2014/main" id="{9B1A9140-CFBD-433F-9BE2-411B9C3914F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1602" y="1223158"/>
            <a:ext cx="6890498" cy="432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F43F12C-3FE7-32A0-D424-7B5D3297B9D5}"/>
              </a:ext>
            </a:extLst>
          </p:cNvPr>
          <p:cNvSpPr txBox="1"/>
          <p:nvPr/>
        </p:nvSpPr>
        <p:spPr>
          <a:xfrm>
            <a:off x="2208810" y="5932459"/>
            <a:ext cx="2648197" cy="461665"/>
          </a:xfrm>
          <a:prstGeom prst="rect">
            <a:avLst/>
          </a:prstGeom>
          <a:noFill/>
        </p:spPr>
        <p:txBody>
          <a:bodyPr wrap="square" rtlCol="0">
            <a:spAutoFit/>
          </a:bodyPr>
          <a:lstStyle/>
          <a:p>
            <a:r>
              <a:rPr lang="en-GB" sz="2400" i="1">
                <a:latin typeface="Arial" panose="020B0604020202020204" pitchFamily="34" charset="0"/>
                <a:cs typeface="Arial" panose="020B0604020202020204" pitchFamily="34" charset="0"/>
              </a:rPr>
              <a:t>(PHE, 2016)</a:t>
            </a:r>
          </a:p>
        </p:txBody>
      </p:sp>
      <p:sp>
        <p:nvSpPr>
          <p:cNvPr id="6" name="TextBox 5">
            <a:extLst>
              <a:ext uri="{FF2B5EF4-FFF2-40B4-BE49-F238E27FC236}">
                <a16:creationId xmlns:a16="http://schemas.microsoft.com/office/drawing/2014/main" id="{C28830EC-04AC-4D13-9D0C-57E8D8CE53A7}"/>
              </a:ext>
            </a:extLst>
          </p:cNvPr>
          <p:cNvSpPr txBox="1"/>
          <p:nvPr/>
        </p:nvSpPr>
        <p:spPr>
          <a:xfrm>
            <a:off x="7842788" y="1743462"/>
            <a:ext cx="4037610" cy="3539430"/>
          </a:xfrm>
          <a:prstGeom prst="rect">
            <a:avLst/>
          </a:prstGeom>
          <a:noFill/>
        </p:spPr>
        <p:txBody>
          <a:bodyPr wrap="square" rtlCol="0">
            <a:spAutoFit/>
          </a:bodyPr>
          <a:lstStyle/>
          <a:p>
            <a:pPr marL="457200" indent="-457200">
              <a:buFont typeface="Arial" panose="020B0604020202020204" pitchFamily="34" charset="0"/>
              <a:buChar char="•"/>
            </a:pPr>
            <a:r>
              <a:rPr lang="en-GB" sz="2800">
                <a:latin typeface="Arial" panose="020B0604020202020204" pitchFamily="34" charset="0"/>
                <a:cs typeface="Arial" panose="020B0604020202020204" pitchFamily="34" charset="0"/>
              </a:rPr>
              <a:t>Environment affects health &amp; vice versa</a:t>
            </a:r>
          </a:p>
          <a:p>
            <a:pPr marL="457200" indent="-457200">
              <a:buFont typeface="Arial" panose="020B0604020202020204" pitchFamily="34" charset="0"/>
              <a:buChar char="•"/>
            </a:pPr>
            <a:endParaRPr lang="en-GB" sz="280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sz="2800">
                <a:latin typeface="Arial" panose="020B0604020202020204" pitchFamily="34" charset="0"/>
                <a:cs typeface="Arial" panose="020B0604020202020204" pitchFamily="34" charset="0"/>
              </a:rPr>
              <a:t>Modest changes may address multiple drivers of behaviour</a:t>
            </a:r>
          </a:p>
          <a:p>
            <a:pPr marL="457200" indent="-457200">
              <a:buFont typeface="Arial" panose="020B0604020202020204" pitchFamily="34" charset="0"/>
              <a:buChar char="•"/>
            </a:pPr>
            <a:endParaRPr lang="en-GB" sz="280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sz="2800">
                <a:latin typeface="Arial" panose="020B0604020202020204" pitchFamily="34" charset="0"/>
                <a:cs typeface="Arial" panose="020B0604020202020204" pitchFamily="34" charset="0"/>
              </a:rPr>
              <a:t>Community input</a:t>
            </a:r>
          </a:p>
        </p:txBody>
      </p:sp>
    </p:spTree>
    <p:extLst>
      <p:ext uri="{BB962C8B-B14F-4D97-AF65-F5344CB8AC3E}">
        <p14:creationId xmlns:p14="http://schemas.microsoft.com/office/powerpoint/2010/main" val="4224734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9720"/>
            <a:ext cx="7735714" cy="4351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8" descr="http://t3.gstatic.com/images?q=tbn:ANd9GcRAyE0aHMSL1h82te6_iqTrhhdbhsRsczvh_UPfb1dYm9VvkYxVqA">
            <a:extLst>
              <a:ext uri="{FF2B5EF4-FFF2-40B4-BE49-F238E27FC236}">
                <a16:creationId xmlns:a16="http://schemas.microsoft.com/office/drawing/2014/main" id="{D7FF5018-3758-94C9-FA9A-4249C6F4FD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86874" y="4949783"/>
            <a:ext cx="31242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0" descr="http://www.burgerbusiness.com/wp-content/uploads/lovinit.jpg">
            <a:extLst>
              <a:ext uri="{FF2B5EF4-FFF2-40B4-BE49-F238E27FC236}">
                <a16:creationId xmlns:a16="http://schemas.microsoft.com/office/drawing/2014/main" id="{6933F371-B1E3-E570-F1D0-05EAA7CDD8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5828" y="212413"/>
            <a:ext cx="2428875" cy="234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http://t2.gstatic.com/images?q=tbn:ANd9GcSwe1my90Wyao1Vnr2kUsZoUizgYiDKZSKD544gLBxldgrYPERenw">
            <a:extLst>
              <a:ext uri="{FF2B5EF4-FFF2-40B4-BE49-F238E27FC236}">
                <a16:creationId xmlns:a16="http://schemas.microsoft.com/office/drawing/2014/main" id="{CC554F85-659A-5DA1-60B2-8BC47A6ABD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26705" y="2649845"/>
            <a:ext cx="3392488"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descr="http://t2.gstatic.com/images?q=tbn:ANd9GcSPKSUUJGHMolZPSKJW3phN0RQgYywhvvJX6EMGSE10ZYL4U-gz5w">
            <a:extLst>
              <a:ext uri="{FF2B5EF4-FFF2-40B4-BE49-F238E27FC236}">
                <a16:creationId xmlns:a16="http://schemas.microsoft.com/office/drawing/2014/main" id="{456EDF3F-02BD-D9F6-3CB6-0EDABE79CF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926" y="4949783"/>
            <a:ext cx="1831975"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 descr="http://t0.gstatic.com/images?q=tbn:ANd9GcRLsWMuXKga1d1hOihm_SWVhqvoljm7m2818l0onKcpFsS3_yudoA">
            <a:extLst>
              <a:ext uri="{FF2B5EF4-FFF2-40B4-BE49-F238E27FC236}">
                <a16:creationId xmlns:a16="http://schemas.microsoft.com/office/drawing/2014/main" id="{0D001642-65F8-F080-79FD-D938D3EDDC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1394" y="4471059"/>
            <a:ext cx="1978097" cy="2329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
            <a:extLst>
              <a:ext uri="{FF2B5EF4-FFF2-40B4-BE49-F238E27FC236}">
                <a16:creationId xmlns:a16="http://schemas.microsoft.com/office/drawing/2014/main" id="{0E4C677E-9D15-74DD-9127-86138B4AF805}"/>
              </a:ext>
            </a:extLst>
          </p:cNvPr>
          <p:cNvSpPr txBox="1">
            <a:spLocks noChangeArrowheads="1"/>
          </p:cNvSpPr>
          <p:nvPr/>
        </p:nvSpPr>
        <p:spPr bwMode="auto">
          <a:xfrm>
            <a:off x="4440239" y="6308726"/>
            <a:ext cx="3787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GB" altLang="en-US" sz="2400" i="1"/>
              <a:t>(</a:t>
            </a:r>
            <a:r>
              <a:rPr lang="en-GB" altLang="en-US" sz="2400" i="1" err="1"/>
              <a:t>Boyland</a:t>
            </a:r>
            <a:r>
              <a:rPr lang="en-GB" altLang="en-US" sz="2400" i="1"/>
              <a:t> &amp; Halford, 2013)</a:t>
            </a:r>
          </a:p>
        </p:txBody>
      </p:sp>
      <p:sp>
        <p:nvSpPr>
          <p:cNvPr id="13" name="TextBox 12">
            <a:extLst>
              <a:ext uri="{FF2B5EF4-FFF2-40B4-BE49-F238E27FC236}">
                <a16:creationId xmlns:a16="http://schemas.microsoft.com/office/drawing/2014/main" id="{44B34B50-A7BC-30C2-1435-9C79BA361578}"/>
              </a:ext>
            </a:extLst>
          </p:cNvPr>
          <p:cNvSpPr txBox="1"/>
          <p:nvPr/>
        </p:nvSpPr>
        <p:spPr>
          <a:xfrm>
            <a:off x="4975401" y="4928227"/>
            <a:ext cx="3050968" cy="1200329"/>
          </a:xfrm>
          <a:prstGeom prst="rect">
            <a:avLst/>
          </a:prstGeom>
          <a:noFill/>
        </p:spPr>
        <p:txBody>
          <a:bodyPr wrap="square">
            <a:spAutoFit/>
          </a:bodyPr>
          <a:lstStyle/>
          <a:p>
            <a:r>
              <a:rPr lang="en-GB">
                <a:hlinkClick r:id="rId9"/>
              </a:rPr>
              <a:t>Gary Lineker rockets to new heights in New Walkers Crisps Stairlift TV ad (youtube.com)</a:t>
            </a:r>
            <a:endParaRPr lang="en-GB"/>
          </a:p>
          <a:p>
            <a:endParaRPr lang="en-GB"/>
          </a:p>
        </p:txBody>
      </p:sp>
    </p:spTree>
    <p:extLst>
      <p:ext uri="{BB962C8B-B14F-4D97-AF65-F5344CB8AC3E}">
        <p14:creationId xmlns:p14="http://schemas.microsoft.com/office/powerpoint/2010/main" val="2609338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ChangeArrowheads="1"/>
          </p:cNvSpPr>
          <p:nvPr/>
        </p:nvSpPr>
        <p:spPr bwMode="auto">
          <a:xfrm>
            <a:off x="2773364" y="2344089"/>
            <a:ext cx="5033429"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None/>
            </a:pPr>
            <a:r>
              <a:rPr lang="en-GB" altLang="en-US" sz="500" b="1">
                <a:solidFill>
                  <a:srgbClr val="000000"/>
                </a:solidFill>
                <a:latin typeface="Verdana" panose="020B0604030504040204" pitchFamily="34" charset="0"/>
              </a:rPr>
              <a:t>Conceptual Model</a:t>
            </a:r>
            <a:endParaRPr lang="en-GB" altLang="en-US" sz="600">
              <a:solidFill>
                <a:srgbClr val="000000"/>
              </a:solidFill>
            </a:endParaRPr>
          </a:p>
          <a:p>
            <a:pPr eaLnBrk="0" fontAlgn="base" hangingPunct="0">
              <a:spcBef>
                <a:spcPct val="0"/>
              </a:spcBef>
              <a:spcAft>
                <a:spcPct val="0"/>
              </a:spcAft>
              <a:buNone/>
            </a:pPr>
            <a:r>
              <a:rPr lang="nl-NL" altLang="en-US" sz="500">
                <a:solidFill>
                  <a:srgbClr val="000000"/>
                </a:solidFill>
                <a:latin typeface="Verdana" panose="020B0604030504040204" pitchFamily="34" charset="0"/>
              </a:rPr>
              <a:t>  </a:t>
            </a:r>
            <a:r>
              <a:rPr lang="nl-NL" altLang="en-US" sz="12600">
                <a:solidFill>
                  <a:srgbClr val="000000"/>
                </a:solidFill>
                <a:latin typeface="Verdana" panose="020B0604030504040204" pitchFamily="34" charset="0"/>
              </a:rPr>
              <a:t> </a:t>
            </a:r>
            <a:r>
              <a:rPr lang="nl-NL" altLang="en-US" sz="500">
                <a:solidFill>
                  <a:srgbClr val="000000"/>
                </a:solidFill>
                <a:latin typeface="Verdana" panose="020B0604030504040204" pitchFamily="34" charset="0"/>
              </a:rPr>
              <a:t>                                                                                                                                                                                                     </a:t>
            </a:r>
            <a:endParaRPr lang="en-GB" altLang="en-US" sz="600">
              <a:solidFill>
                <a:srgbClr val="000000"/>
              </a:solidFill>
            </a:endParaRPr>
          </a:p>
          <a:p>
            <a:pPr eaLnBrk="0" fontAlgn="base" hangingPunct="0">
              <a:spcBef>
                <a:spcPct val="0"/>
              </a:spcBef>
              <a:spcAft>
                <a:spcPct val="0"/>
              </a:spcAft>
              <a:buNone/>
            </a:pPr>
            <a:r>
              <a:rPr lang="en-GB" altLang="en-US" sz="500">
                <a:solidFill>
                  <a:srgbClr val="000000"/>
                </a:solidFill>
                <a:latin typeface="Verdana" panose="020B0604030504040204" pitchFamily="34" charset="0"/>
              </a:rPr>
              <a:t>Source: Pajares (2002). </a:t>
            </a:r>
            <a:r>
              <a:rPr lang="en-GB" altLang="en-US" sz="500" i="1">
                <a:solidFill>
                  <a:srgbClr val="000000"/>
                </a:solidFill>
                <a:latin typeface="Verdana" panose="020B0604030504040204" pitchFamily="34" charset="0"/>
              </a:rPr>
              <a:t>Overview of social cognitive theory and of self-efficacy</a:t>
            </a:r>
            <a:r>
              <a:rPr lang="en-GB" altLang="en-US" sz="500">
                <a:solidFill>
                  <a:srgbClr val="000000"/>
                </a:solidFill>
                <a:latin typeface="Verdana" panose="020B0604030504040204" pitchFamily="34" charset="0"/>
              </a:rPr>
              <a:t>. 12-8-04. </a:t>
            </a:r>
            <a:endParaRPr lang="en-GB" altLang="en-US" sz="600">
              <a:solidFill>
                <a:srgbClr val="000000"/>
              </a:solidFill>
            </a:endParaRPr>
          </a:p>
          <a:p>
            <a:pPr eaLnBrk="0" fontAlgn="base" hangingPunct="0">
              <a:spcBef>
                <a:spcPct val="0"/>
              </a:spcBef>
              <a:spcAft>
                <a:spcPct val="0"/>
              </a:spcAft>
              <a:buNone/>
            </a:pPr>
            <a:r>
              <a:rPr lang="en-GB" altLang="en-US" sz="500">
                <a:solidFill>
                  <a:srgbClr val="000000"/>
                </a:solidFill>
                <a:latin typeface="Verdana" panose="020B0604030504040204" pitchFamily="34" charset="0"/>
              </a:rPr>
              <a:t>From http://www.emory.edu/EDUCATION/mfp/eff.html.</a:t>
            </a:r>
          </a:p>
        </p:txBody>
      </p:sp>
      <p:pic>
        <p:nvPicPr>
          <p:cNvPr id="47107" name="Picture 5" descr="Model of reciprocal determinis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593850"/>
            <a:ext cx="9144000"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 Box 6"/>
          <p:cNvSpPr txBox="1">
            <a:spLocks noChangeArrowheads="1"/>
          </p:cNvSpPr>
          <p:nvPr/>
        </p:nvSpPr>
        <p:spPr bwMode="auto">
          <a:xfrm>
            <a:off x="2743200" y="304800"/>
            <a:ext cx="7086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None/>
            </a:pPr>
            <a:r>
              <a:rPr lang="en-GB" altLang="en-US" sz="3600" b="1" i="1" dirty="0">
                <a:solidFill>
                  <a:srgbClr val="009999"/>
                </a:solidFill>
              </a:rPr>
              <a:t>Interpersonal theories: Social Cognitive Theory</a:t>
            </a:r>
            <a:endParaRPr lang="en-GB" altLang="en-US" sz="2400" dirty="0">
              <a:solidFill>
                <a:srgbClr val="009999"/>
              </a:solidFill>
            </a:endParaRPr>
          </a:p>
        </p:txBody>
      </p:sp>
      <p:sp>
        <p:nvSpPr>
          <p:cNvPr id="47109" name="Text Box 7"/>
          <p:cNvSpPr txBox="1">
            <a:spLocks noChangeArrowheads="1"/>
          </p:cNvSpPr>
          <p:nvPr/>
        </p:nvSpPr>
        <p:spPr bwMode="auto">
          <a:xfrm>
            <a:off x="7803354" y="4513914"/>
            <a:ext cx="32305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None/>
            </a:pPr>
            <a:r>
              <a:rPr lang="en-GB" altLang="en-US" sz="2800">
                <a:solidFill>
                  <a:srgbClr val="000000"/>
                </a:solidFill>
              </a:rPr>
              <a:t>Social &amp; physical</a:t>
            </a:r>
            <a:endParaRPr lang="en-GB" altLang="en-US" sz="2400">
              <a:solidFill>
                <a:srgbClr val="000000"/>
              </a:solidFill>
            </a:endParaRPr>
          </a:p>
        </p:txBody>
      </p:sp>
      <p:sp>
        <p:nvSpPr>
          <p:cNvPr id="47110" name="Rectangle 5"/>
          <p:cNvSpPr>
            <a:spLocks noChangeArrowheads="1"/>
          </p:cNvSpPr>
          <p:nvPr/>
        </p:nvSpPr>
        <p:spPr bwMode="auto">
          <a:xfrm>
            <a:off x="429803" y="5685270"/>
            <a:ext cx="11332394"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0"/>
              </a:spcBef>
              <a:spcAft>
                <a:spcPct val="0"/>
              </a:spcAft>
              <a:buNone/>
            </a:pPr>
            <a:r>
              <a:rPr lang="en-GB" altLang="en-US" sz="2800" dirty="0">
                <a:solidFill>
                  <a:srgbClr val="000000"/>
                </a:solidFill>
              </a:rPr>
              <a:t>Addresses underlying determinants of health behaviour and the methods of promoting change </a:t>
            </a:r>
            <a:r>
              <a:rPr lang="en-GB" altLang="en-US" sz="2400" i="1" dirty="0">
                <a:solidFill>
                  <a:srgbClr val="000000"/>
                </a:solidFill>
              </a:rPr>
              <a:t>(Bandura, 1991)</a:t>
            </a:r>
          </a:p>
        </p:txBody>
      </p:sp>
    </p:spTree>
    <p:extLst>
      <p:ext uri="{BB962C8B-B14F-4D97-AF65-F5344CB8AC3E}">
        <p14:creationId xmlns:p14="http://schemas.microsoft.com/office/powerpoint/2010/main" val="1272854761"/>
      </p:ext>
    </p:extLst>
  </p:cSld>
  <p:clrMapOvr>
    <a:masterClrMapping/>
  </p:clrMapOvr>
  <mc:AlternateContent xmlns:mc="http://schemas.openxmlformats.org/markup-compatibility/2006" xmlns:p14="http://schemas.microsoft.com/office/powerpoint/2010/main">
    <mc:Choice Requires="p14">
      <p:transition spd="slow" p14:dur="2000" advTm="135843"/>
    </mc:Choice>
    <mc:Fallback xmlns="">
      <p:transition spd="slow" advTm="135843"/>
    </mc:Fallback>
  </mc:AlternateContent>
  <p:extLst>
    <p:ext uri="{3A86A75C-4F4B-4683-9AE1-C65F6400EC91}">
      <p14:laserTraceLst xmlns:p14="http://schemas.microsoft.com/office/powerpoint/2010/main">
        <p14:tracePtLst>
          <p14:tracePt t="11307" x="4305300" y="6203950"/>
          <p14:tracePt t="11713" x="5362575" y="6726238"/>
          <p14:tracePt t="11722" x="5580063" y="6630988"/>
          <p14:tracePt t="11729" x="5826125" y="6516688"/>
          <p14:tracePt t="11737" x="6043613" y="6413500"/>
          <p14:tracePt t="11745" x="6205538" y="6299200"/>
          <p14:tracePt t="11753" x="6394450" y="6176963"/>
          <p14:tracePt t="11761" x="6535738" y="6072188"/>
          <p14:tracePt t="11769" x="6659563" y="5940425"/>
          <p14:tracePt t="11777" x="6753225" y="5818188"/>
          <p14:tracePt t="11785" x="6838950" y="5684838"/>
          <p14:tracePt t="11793" x="6932613" y="5562600"/>
          <p14:tracePt t="11801" x="7008813" y="5419725"/>
          <p14:tracePt t="11808" x="7056438" y="5278438"/>
          <p14:tracePt t="11818" x="7121525" y="5145088"/>
          <p14:tracePt t="11825" x="7150100" y="5003800"/>
          <p14:tracePt t="11835" x="7169150" y="4852988"/>
          <p14:tracePt t="11841" x="7169150" y="4683125"/>
          <p14:tracePt t="11851" x="7169150" y="4511675"/>
          <p14:tracePt t="11857" x="7169150" y="4360863"/>
          <p14:tracePt t="11867" x="7159625" y="4210050"/>
          <p14:tracePt t="11872" x="7131050" y="4057650"/>
          <p14:tracePt t="11881" x="7085013" y="3925888"/>
          <p14:tracePt t="11889" x="7056438" y="3783013"/>
          <p14:tracePt t="11897" x="7027863" y="3670300"/>
          <p14:tracePt t="11905" x="6989763" y="3529013"/>
          <p14:tracePt t="11913" x="6980238" y="3433763"/>
          <p14:tracePt t="11921" x="6951663" y="3338513"/>
          <p14:tracePt t="11929" x="6942138" y="3254375"/>
          <p14:tracePt t="11937" x="6923088" y="3197225"/>
          <p14:tracePt t="11945" x="6913563" y="3149600"/>
          <p14:tracePt t="11953" x="6904038" y="3121025"/>
          <p14:tracePt t="11961" x="6894513" y="3101975"/>
          <p14:tracePt t="11969" x="6886575" y="3084513"/>
          <p14:tracePt t="11985" x="6877050" y="3084513"/>
          <p14:tracePt t="12017" x="6858000" y="3092450"/>
          <p14:tracePt t="12034" x="6848475" y="3111500"/>
          <p14:tracePt t="12041" x="6848475" y="3121025"/>
          <p14:tracePt t="12057" x="6838950" y="3130550"/>
          <p14:tracePt t="12089" x="6819900" y="3130550"/>
          <p14:tracePt t="12097" x="6810375" y="3111500"/>
          <p14:tracePt t="12105" x="6800850" y="3084513"/>
          <p14:tracePt t="12113" x="6781800" y="3046413"/>
          <p14:tracePt t="12121" x="6772275" y="3008313"/>
          <p14:tracePt t="12129" x="6734175" y="2960688"/>
          <p14:tracePt t="12137" x="6705600" y="2894013"/>
          <p14:tracePt t="12146" x="6667500" y="2828925"/>
          <p14:tracePt t="12153" x="6630988" y="2762250"/>
          <p14:tracePt t="12161" x="6602413" y="2695575"/>
          <p14:tracePt t="12169" x="6564313" y="2628900"/>
          <p14:tracePt t="12177" x="6526213" y="2563813"/>
          <p14:tracePt t="12185" x="6497638" y="2516188"/>
          <p14:tracePt t="12193" x="6459538" y="2468563"/>
          <p14:tracePt t="12202" x="6450013" y="2439988"/>
          <p14:tracePt t="12208" x="6440488" y="2401888"/>
          <p14:tracePt t="12219" x="6432550" y="2384425"/>
          <p14:tracePt t="12234" x="6423025" y="2365375"/>
          <p14:tracePt t="12361" x="6440488" y="2374900"/>
          <p14:tracePt t="12368" x="6459538" y="2393950"/>
          <p14:tracePt t="12377" x="6488113" y="2401888"/>
          <p14:tracePt t="12385" x="6526213" y="2439988"/>
          <p14:tracePt t="12393" x="6554788" y="2459038"/>
          <p14:tracePt t="12401" x="6602413" y="2497138"/>
          <p14:tracePt t="12409" x="6667500" y="2544763"/>
          <p14:tracePt t="12417" x="6753225" y="2601913"/>
          <p14:tracePt t="12425" x="6829425" y="2676525"/>
          <p14:tracePt t="12434" x="6913563" y="2733675"/>
          <p14:tracePt t="12441" x="6999288" y="2800350"/>
          <p14:tracePt t="12450" x="7085013" y="2894013"/>
          <p14:tracePt t="12457" x="7178675" y="2979738"/>
          <p14:tracePt t="12467" x="7245350" y="3065463"/>
          <p14:tracePt t="12473" x="7302500" y="3130550"/>
          <p14:tracePt t="12485" x="7377113" y="3225800"/>
          <p14:tracePt t="12489" x="7415213" y="3302000"/>
          <p14:tracePt t="12499" x="7472363" y="3386138"/>
          <p14:tracePt t="12505" x="7510463" y="3452813"/>
          <p14:tracePt t="12515" x="7558088" y="3538538"/>
          <p14:tracePt t="12521" x="7575550" y="3603625"/>
          <p14:tracePt t="12529" x="7623175" y="3670300"/>
          <p14:tracePt t="12537" x="7642225" y="3756025"/>
          <p14:tracePt t="12546" x="7670800" y="3821113"/>
          <p14:tracePt t="12553" x="7699375" y="3868738"/>
          <p14:tracePt t="12561" x="7718425" y="3906838"/>
          <p14:tracePt t="12569" x="7747000" y="3954463"/>
          <p14:tracePt t="12577" x="7756525" y="3992563"/>
          <p14:tracePt t="12585" x="7766050" y="4010025"/>
          <p14:tracePt t="12593" x="7775575" y="4029075"/>
          <p14:tracePt t="12657" x="7775575" y="4019550"/>
          <p14:tracePt t="12667" x="7775575" y="4010025"/>
          <p14:tracePt t="12673" x="7756525" y="3992563"/>
          <p14:tracePt t="12683" x="7747000" y="3973513"/>
          <p14:tracePt t="12688" x="7727950" y="3944938"/>
          <p14:tracePt t="12699" x="7689850" y="3906838"/>
          <p14:tracePt t="12705" x="7651750" y="3859213"/>
          <p14:tracePt t="12715" x="7594600" y="3792538"/>
          <p14:tracePt t="12721" x="7529513" y="3717925"/>
          <p14:tracePt t="12729" x="7462838" y="3651250"/>
          <p14:tracePt t="12737" x="7377113" y="3594100"/>
          <p14:tracePt t="12746" x="7302500" y="3529013"/>
          <p14:tracePt t="12753" x="7197725" y="3452813"/>
          <p14:tracePt t="12761" x="7131050" y="3395663"/>
          <p14:tracePt t="12769" x="7046913" y="3338513"/>
          <p14:tracePt t="12777" x="6980238" y="3282950"/>
          <p14:tracePt t="12785" x="6932613" y="3244850"/>
          <p14:tracePt t="12793" x="6877050" y="3197225"/>
          <p14:tracePt t="12801" x="6848475" y="3159125"/>
          <p14:tracePt t="12808" x="6819900" y="3130550"/>
          <p14:tracePt t="12817" x="6800850" y="3111500"/>
          <p14:tracePt t="12824" x="6791325" y="3092450"/>
          <p14:tracePt t="12833" x="6791325" y="3074988"/>
          <p14:tracePt t="12841" x="6791325" y="3065463"/>
          <p14:tracePt t="12850" x="6791325" y="3055938"/>
          <p14:tracePt t="12857" x="6781800" y="3046413"/>
          <p14:tracePt t="12873" x="6781800" y="3036888"/>
          <p14:tracePt t="13001" x="6800850" y="3065463"/>
          <p14:tracePt t="13009" x="6848475" y="3101975"/>
          <p14:tracePt t="13020" x="6904038" y="3149600"/>
          <p14:tracePt t="13025" x="6989763" y="3206750"/>
          <p14:tracePt t="13036" x="7094538" y="3302000"/>
          <p14:tracePt t="13041" x="7216775" y="3376613"/>
          <p14:tracePt t="13050" x="7339013" y="3471863"/>
          <p14:tracePt t="13057" x="7491413" y="3565525"/>
          <p14:tracePt t="13065" x="7632700" y="3660775"/>
          <p14:tracePt t="13073" x="7775575" y="3756025"/>
          <p14:tracePt t="13084" x="7897813" y="3830638"/>
          <p14:tracePt t="13089" x="7983538" y="3897313"/>
          <p14:tracePt t="13097" x="8058150" y="3973513"/>
          <p14:tracePt t="13105" x="8086725" y="4000500"/>
          <p14:tracePt t="13113" x="8124825" y="4038600"/>
          <p14:tracePt t="13121" x="8124825" y="4057650"/>
          <p14:tracePt t="13185" x="8115300" y="4057650"/>
          <p14:tracePt t="13193" x="8105775" y="4038600"/>
          <p14:tracePt t="13201" x="8067675" y="4019550"/>
          <p14:tracePt t="13209" x="8039100" y="3992563"/>
          <p14:tracePt t="13217" x="7983538" y="3935413"/>
          <p14:tracePt t="13225" x="7935913" y="3887788"/>
          <p14:tracePt t="13234" x="7869238" y="3830638"/>
          <p14:tracePt t="13240" x="7785100" y="3765550"/>
          <p14:tracePt t="13250" x="7689850" y="3670300"/>
          <p14:tracePt t="13257" x="7623175" y="3584575"/>
          <p14:tracePt t="13267" x="7529513" y="3500438"/>
          <p14:tracePt t="13273" x="7424738" y="3405188"/>
          <p14:tracePt t="13282" x="7339013" y="3302000"/>
          <p14:tracePt t="13289" x="7235825" y="3206750"/>
          <p14:tracePt t="13298" x="7140575" y="3121025"/>
          <p14:tracePt t="13305" x="7075488" y="3036888"/>
          <p14:tracePt t="13314" x="6999288" y="2951163"/>
          <p14:tracePt t="13321" x="6923088" y="2874963"/>
          <p14:tracePt t="13329" x="6858000" y="2790825"/>
          <p14:tracePt t="13337" x="6800850" y="2724150"/>
          <p14:tracePt t="13346" x="6762750" y="2676525"/>
          <p14:tracePt t="13353" x="6715125" y="2620963"/>
          <p14:tracePt t="13361" x="6677025" y="2573338"/>
          <p14:tracePt t="13369" x="6667500" y="2544763"/>
          <p14:tracePt t="13377" x="6659563" y="2525713"/>
          <p14:tracePt t="13433" x="6677025" y="2535238"/>
          <p14:tracePt t="13441" x="6696075" y="2563813"/>
          <p14:tracePt t="13449" x="6734175" y="2611438"/>
          <p14:tracePt t="13457" x="6772275" y="2647950"/>
          <p14:tracePt t="13467" x="6800850" y="2695575"/>
          <p14:tracePt t="13473" x="6838950" y="2743200"/>
          <p14:tracePt t="13483" x="6894513" y="2809875"/>
          <p14:tracePt t="13489" x="6951663" y="2884488"/>
          <p14:tracePt t="13498" x="7008813" y="2951163"/>
          <p14:tracePt t="13505" x="7065963" y="3036888"/>
          <p14:tracePt t="13513" x="7131050" y="3121025"/>
          <p14:tracePt t="13521" x="7226300" y="3206750"/>
          <p14:tracePt t="13529" x="7292975" y="3302000"/>
          <p14:tracePt t="13537" x="7386638" y="3386138"/>
          <p14:tracePt t="13546" x="7443788" y="3471863"/>
          <p14:tracePt t="13553" x="7510463" y="3556000"/>
          <p14:tracePt t="13561" x="7566025" y="3622675"/>
          <p14:tracePt t="13569" x="7623175" y="3689350"/>
          <p14:tracePt t="13576" x="7661275" y="3746500"/>
          <p14:tracePt t="13585" x="7680325" y="3792538"/>
          <p14:tracePt t="13593" x="7689850" y="3821113"/>
          <p14:tracePt t="13601" x="7708900" y="3840163"/>
          <p14:tracePt t="13609" x="7708900" y="3859213"/>
          <p14:tracePt t="13625" x="7718425" y="3868738"/>
          <p14:tracePt t="13657" x="7718425" y="3859213"/>
          <p14:tracePt t="13666" x="7708900" y="3830638"/>
          <p14:tracePt t="13673" x="7689850" y="3792538"/>
          <p14:tracePt t="13683" x="7670800" y="3756025"/>
          <p14:tracePt t="13689" x="7623175" y="3689350"/>
          <p14:tracePt t="13699" x="7575550" y="3632200"/>
          <p14:tracePt t="13705" x="7539038" y="3565525"/>
          <p14:tracePt t="13713" x="7462838" y="3500438"/>
          <p14:tracePt t="13721" x="7396163" y="3424238"/>
          <p14:tracePt t="13729" x="7312025" y="3338513"/>
          <p14:tracePt t="13737" x="7216775" y="3254375"/>
          <p14:tracePt t="13745" x="7112000" y="3178175"/>
          <p14:tracePt t="13753" x="7008813" y="3101975"/>
          <p14:tracePt t="13761" x="6942138" y="3036888"/>
          <p14:tracePt t="13769" x="6858000" y="2979738"/>
          <p14:tracePt t="13777" x="6791325" y="2922588"/>
          <p14:tracePt t="13785" x="6734175" y="2884488"/>
          <p14:tracePt t="13793" x="6715125" y="2865438"/>
          <p14:tracePt t="13801" x="6696075" y="2847975"/>
          <p14:tracePt t="13857" x="6696075" y="2857500"/>
          <p14:tracePt t="13866" x="6715125" y="2884488"/>
          <p14:tracePt t="13873" x="6743700" y="2913063"/>
          <p14:tracePt t="13883" x="6762750" y="2960688"/>
          <p14:tracePt t="13889" x="6819900" y="3017838"/>
          <p14:tracePt t="13899" x="6858000" y="3084513"/>
          <p14:tracePt t="13905" x="6913563" y="3149600"/>
          <p14:tracePt t="13913" x="6980238" y="3235325"/>
          <p14:tracePt t="13921" x="7065963" y="3319463"/>
          <p14:tracePt t="13930" x="7159625" y="3395663"/>
          <p14:tracePt t="13937" x="7264400" y="3490913"/>
          <p14:tracePt t="13945" x="7348538" y="3556000"/>
          <p14:tracePt t="13953" x="7453313" y="3632200"/>
          <p14:tracePt t="13961" x="7539038" y="3708400"/>
          <p14:tracePt t="13969" x="7604125" y="3746500"/>
          <p14:tracePt t="13977" x="7670800" y="3783013"/>
          <p14:tracePt t="13985" x="7718425" y="3821113"/>
          <p14:tracePt t="13993" x="7756525" y="3830638"/>
          <p14:tracePt t="14010" x="7766050" y="3840163"/>
          <p14:tracePt t="14115" x="7747000" y="3840163"/>
          <p14:tracePt t="14131" x="7727950" y="3830638"/>
          <p14:tracePt t="14147" x="7718425" y="3830638"/>
          <p14:tracePt t="14162" x="7699375" y="3830638"/>
          <p14:tracePt t="14268" x="7689850" y="3830638"/>
          <p14:tracePt t="15474" x="7689850" y="3821113"/>
          <p14:tracePt t="15533" x="7689850" y="3811588"/>
          <p14:tracePt t="15548" x="7689850" y="3802063"/>
          <p14:tracePt t="15554" x="7689850" y="3783013"/>
          <p14:tracePt t="15563" x="7689850" y="3765550"/>
          <p14:tracePt t="15569" x="7689850" y="3736975"/>
          <p14:tracePt t="15579" x="7689850" y="3708400"/>
          <p14:tracePt t="15587" x="7689850" y="3670300"/>
          <p14:tracePt t="15597" x="7689850" y="3632200"/>
          <p14:tracePt t="15601" x="7689850" y="3603625"/>
          <p14:tracePt t="15610" x="7680325" y="3565525"/>
          <p14:tracePt t="15617" x="7670800" y="3529013"/>
          <p14:tracePt t="15626" x="7642225" y="3481388"/>
          <p14:tracePt t="15634" x="7604125" y="3433763"/>
          <p14:tracePt t="15644" x="7558088" y="3357563"/>
          <p14:tracePt t="15650" x="7500938" y="3292475"/>
          <p14:tracePt t="15658" x="7434263" y="3225800"/>
          <p14:tracePt t="15666" x="7339013" y="3149600"/>
          <p14:tracePt t="15673" x="7235825" y="3074988"/>
          <p14:tracePt t="15683" x="7131050" y="3017838"/>
          <p14:tracePt t="15689" x="7027863" y="2941638"/>
          <p14:tracePt t="15699" x="6923088" y="2865438"/>
          <p14:tracePt t="15705" x="6810375" y="2790825"/>
          <p14:tracePt t="15714" x="6686550" y="2733675"/>
          <p14:tracePt t="15722" x="6564313" y="2657475"/>
          <p14:tracePt t="15729" x="6478588" y="2601913"/>
          <p14:tracePt t="15738" x="6356350" y="2535238"/>
          <p14:tracePt t="15746" x="6270625" y="2497138"/>
          <p14:tracePt t="15754" x="6176963" y="2449513"/>
          <p14:tracePt t="15764" x="6110288" y="2411413"/>
          <p14:tracePt t="15770" x="6062663" y="2393950"/>
          <p14:tracePt t="15779" x="6015038" y="2384425"/>
          <p14:tracePt t="15785" x="5986463" y="2365375"/>
          <p14:tracePt t="15793" x="5978525" y="2365375"/>
          <p14:tracePt t="15801" x="5969000" y="2365375"/>
          <p14:tracePt t="15978" x="5959475" y="2355850"/>
          <p14:tracePt t="15995" x="5949950" y="2355850"/>
          <p14:tracePt t="16004" x="5940425" y="2355850"/>
          <p14:tracePt t="16010" x="5940425" y="2346325"/>
          <p14:tracePt t="16019" x="5930900" y="2336800"/>
          <p14:tracePt t="16026" x="5921375" y="2327275"/>
          <p14:tracePt t="16034" x="5902325" y="2317750"/>
          <p14:tracePt t="16041" x="5892800" y="2298700"/>
          <p14:tracePt t="16050" x="5883275" y="2289175"/>
          <p14:tracePt t="16057" x="5873750" y="2270125"/>
          <p14:tracePt t="16066" x="5854700" y="2251075"/>
          <p14:tracePt t="16074" x="5835650" y="2232025"/>
          <p14:tracePt t="16090" x="5816600" y="2222500"/>
          <p14:tracePt t="16450" x="5826125" y="2222500"/>
          <p14:tracePt t="16467" x="5835650" y="2222500"/>
          <p14:tracePt t="16484" x="5854700" y="2232025"/>
          <p14:tracePt t="16499" x="5883275" y="2241550"/>
          <p14:tracePt t="16522" x="5883275" y="2251075"/>
          <p14:tracePt t="16538" x="5892800" y="2251075"/>
          <p14:tracePt t="16595" x="5902325" y="2251075"/>
          <p14:tracePt t="16755" x="5892800" y="2251075"/>
          <p14:tracePt t="17611" x="5892800" y="2260600"/>
          <p14:tracePt t="17627" x="5892800" y="2270125"/>
          <p14:tracePt t="17636" x="5892800" y="2279650"/>
          <p14:tracePt t="17650" x="5883275" y="2279650"/>
          <p14:tracePt t="17658" x="5873750" y="2289175"/>
          <p14:tracePt t="18485" x="5807075" y="2298700"/>
          <p14:tracePt t="18489" x="5788025" y="2298700"/>
          <p14:tracePt t="18522" x="5768975" y="2298700"/>
          <p14:tracePt t="19683" x="5768975" y="2317750"/>
          <p14:tracePt t="19691" x="5768975" y="2346325"/>
          <p14:tracePt t="19700" x="5768975" y="2374900"/>
          <p14:tracePt t="19707" x="5778500" y="2420938"/>
          <p14:tracePt t="19716" x="5788025" y="2468563"/>
          <p14:tracePt t="19723" x="5826125" y="2535238"/>
          <p14:tracePt t="19731" x="5864225" y="2601913"/>
          <p14:tracePt t="19738" x="5921375" y="2667000"/>
          <p14:tracePt t="19745" x="5978525" y="2752725"/>
          <p14:tracePt t="19753" x="6062663" y="2838450"/>
          <p14:tracePt t="19763" x="6148388" y="2913063"/>
          <p14:tracePt t="19769" x="6251575" y="2989263"/>
          <p14:tracePt t="19778" x="6375400" y="3065463"/>
          <p14:tracePt t="19786" x="6497638" y="3140075"/>
          <p14:tracePt t="19794" x="6621463" y="3197225"/>
          <p14:tracePt t="19801" x="6762750" y="3273425"/>
          <p14:tracePt t="19811" x="6877050" y="3338513"/>
          <p14:tracePt t="19818" x="7037388" y="3395663"/>
          <p14:tracePt t="19825" x="7159625" y="3462338"/>
          <p14:tracePt t="19834" x="7312025" y="3519488"/>
          <p14:tracePt t="19842" x="7453313" y="3584575"/>
          <p14:tracePt t="19850" x="7594600" y="3641725"/>
          <p14:tracePt t="19858" x="7727950" y="3708400"/>
          <p14:tracePt t="19866" x="7831138" y="3746500"/>
          <p14:tracePt t="19874" x="7935913" y="3792538"/>
          <p14:tracePt t="19883" x="8012113" y="3840163"/>
          <p14:tracePt t="19891" x="8077200" y="3859213"/>
          <p14:tracePt t="19899" x="8143875" y="3887788"/>
          <p14:tracePt t="19906" x="8191500" y="3897313"/>
          <p14:tracePt t="19915" x="8210550" y="3906838"/>
          <p14:tracePt t="19922" x="8229600" y="3906838"/>
          <p14:tracePt t="19947" x="8239125" y="3897313"/>
          <p14:tracePt t="19962" x="8247063" y="3878263"/>
          <p14:tracePt t="19971" x="8247063" y="3859213"/>
          <p14:tracePt t="19977" x="8256588" y="3849688"/>
          <p14:tracePt t="19995" x="8256588" y="3830638"/>
          <p14:tracePt t="20066" x="8239125" y="3840163"/>
          <p14:tracePt t="20074" x="8220075" y="3849688"/>
          <p14:tracePt t="20083" x="8201025" y="3849688"/>
          <p14:tracePt t="20090" x="8162925" y="3859213"/>
          <p14:tracePt t="20099" x="8134350" y="3859213"/>
          <p14:tracePt t="20106" x="8086725" y="3868738"/>
          <p14:tracePt t="20115" x="8058150" y="3878263"/>
          <p14:tracePt t="20122" x="8020050" y="3887788"/>
          <p14:tracePt t="20133" x="8020050" y="3897313"/>
          <p14:tracePt t="20139" x="8012113" y="3906838"/>
          <p14:tracePt t="20145" x="8012113" y="3916363"/>
          <p14:tracePt t="20154" x="8012113" y="3925888"/>
          <p14:tracePt t="20163" x="8012113" y="3944938"/>
          <p14:tracePt t="20180" x="8020050" y="3963988"/>
          <p14:tracePt t="20186" x="8029575" y="3983038"/>
          <p14:tracePt t="20194" x="8029575" y="3992563"/>
          <p14:tracePt t="20201" x="8048625" y="4010025"/>
          <p14:tracePt t="20210" x="8058150" y="4010025"/>
          <p14:tracePt t="20217" x="8058150" y="4029075"/>
          <p14:tracePt t="20228" x="8086725" y="4048125"/>
          <p14:tracePt t="20233" x="8105775" y="4057650"/>
          <p14:tracePt t="20242" x="8134350" y="4086225"/>
          <p14:tracePt t="20251" x="8181975" y="4105275"/>
          <p14:tracePt t="20257" x="8266113" y="4152900"/>
          <p14:tracePt t="20265" x="8361363" y="4181475"/>
          <p14:tracePt t="20274" x="8466138" y="4219575"/>
          <p14:tracePt t="20283" x="8578850" y="4246563"/>
          <p14:tracePt t="20290" x="8720138" y="4275138"/>
          <p14:tracePt t="20298" x="8853488" y="4294188"/>
          <p14:tracePt t="20306" x="8966200" y="4313238"/>
          <p14:tracePt t="20316" x="9080500" y="4322763"/>
          <p14:tracePt t="20321" x="9183688" y="4341813"/>
          <p14:tracePt t="20331" x="9259888" y="4341813"/>
          <p14:tracePt t="20337" x="9317038" y="4332288"/>
          <p14:tracePt t="20346" x="9355138" y="4322763"/>
          <p14:tracePt t="20353" x="9391650" y="4313238"/>
          <p14:tracePt t="20361" x="9410700" y="4294188"/>
          <p14:tracePt t="20369" x="9420225" y="4284663"/>
          <p14:tracePt t="20377" x="9439275" y="4265613"/>
          <p14:tracePt t="20386" x="9448800" y="4256088"/>
          <p14:tracePt t="20394" x="9458325" y="4246563"/>
          <p14:tracePt t="20401" x="9458325" y="4237038"/>
          <p14:tracePt t="20410" x="9458325" y="4229100"/>
          <p14:tracePt t="20417" x="9458325" y="4210050"/>
          <p14:tracePt t="20433" x="9458325" y="4191000"/>
          <p14:tracePt t="20442" x="9439275" y="4181475"/>
          <p14:tracePt t="20450" x="9420225" y="4162425"/>
          <p14:tracePt t="20458" x="9372600" y="4133850"/>
          <p14:tracePt t="20466" x="9307513" y="4124325"/>
          <p14:tracePt t="20475" x="9250363" y="4114800"/>
          <p14:tracePt t="20482" x="9164638" y="4086225"/>
          <p14:tracePt t="20489" x="9070975" y="4057650"/>
          <p14:tracePt t="20498" x="8966200" y="4038600"/>
          <p14:tracePt t="20505" x="8872538" y="4038600"/>
          <p14:tracePt t="20515" x="8758238" y="4029075"/>
          <p14:tracePt t="20521" x="8683625" y="4010025"/>
          <p14:tracePt t="20531" x="8597900" y="4010025"/>
          <p14:tracePt t="20538" x="8540750" y="4010025"/>
          <p14:tracePt t="20546" x="8512175" y="4010025"/>
          <p14:tracePt t="20554" x="8483600" y="4010025"/>
          <p14:tracePt t="20562" x="8466138" y="4010025"/>
          <p14:tracePt t="20570" x="8447088" y="4038600"/>
          <p14:tracePt t="20578" x="8437563" y="4038600"/>
          <p14:tracePt t="20587" x="8428038" y="4057650"/>
          <p14:tracePt t="20597" x="8418513" y="4076700"/>
          <p14:tracePt t="20603" x="8408988" y="4095750"/>
          <p14:tracePt t="20613" x="8408988" y="4133850"/>
          <p14:tracePt t="20619" x="8399463" y="4152900"/>
          <p14:tracePt t="20625" x="8399463" y="4181475"/>
          <p14:tracePt t="20633" x="8399463" y="4210050"/>
          <p14:tracePt t="20641" x="8399463" y="4237038"/>
          <p14:tracePt t="20649" x="8418513" y="4256088"/>
          <p14:tracePt t="20658" x="8447088" y="4294188"/>
          <p14:tracePt t="20665" x="8483600" y="4313238"/>
          <p14:tracePt t="20674" x="8521700" y="4322763"/>
          <p14:tracePt t="20681" x="8588375" y="4351338"/>
          <p14:tracePt t="20690" x="8655050" y="4360863"/>
          <p14:tracePt t="20698" x="8729663" y="4360863"/>
          <p14:tracePt t="20706" x="8786813" y="4379913"/>
          <p14:tracePt t="20715" x="8853488" y="4379913"/>
          <p14:tracePt t="20722" x="8910638" y="4379913"/>
          <p14:tracePt t="20731" x="8966200" y="4379913"/>
          <p14:tracePt t="20738" x="8994775" y="4379913"/>
          <p14:tracePt t="20746" x="9004300" y="4370388"/>
          <p14:tracePt t="20755" x="9013825" y="4370388"/>
          <p14:tracePt t="20771" x="9013825" y="4351338"/>
          <p14:tracePt t="20785" x="9004300" y="4341813"/>
          <p14:tracePt t="20793" x="8985250" y="4341813"/>
          <p14:tracePt t="20801" x="8956675" y="4332288"/>
          <p14:tracePt t="20811" x="8910638" y="4332288"/>
          <p14:tracePt t="20817" x="8882063" y="4322763"/>
          <p14:tracePt t="20827" x="8834438" y="4322763"/>
          <p14:tracePt t="20833" x="8796338" y="4303713"/>
          <p14:tracePt t="20841" x="8777288" y="4303713"/>
          <p14:tracePt t="20849" x="8758238" y="4303713"/>
          <p14:tracePt t="20931" x="8767763" y="4294188"/>
          <p14:tracePt t="20963" x="8777288" y="4294188"/>
          <p14:tracePt t="21186" x="8767763" y="4294188"/>
          <p14:tracePt t="21236" x="8758238" y="4294188"/>
          <p14:tracePt t="21252" x="8758238" y="4313238"/>
          <p14:tracePt t="21259" x="8758238" y="4322763"/>
          <p14:tracePt t="21268" x="8758238" y="4332288"/>
          <p14:tracePt t="21273" x="8758238" y="4341813"/>
          <p14:tracePt t="21282" x="8758238" y="4351338"/>
          <p14:tracePt t="21387" x="8748713" y="4351338"/>
          <p14:tracePt t="21403" x="8729663" y="4351338"/>
          <p14:tracePt t="21412" x="8710613" y="4370388"/>
          <p14:tracePt t="21420" x="8693150" y="4370388"/>
          <p14:tracePt t="21427" x="8674100" y="4379913"/>
          <p14:tracePt t="21434" x="8655050" y="4389438"/>
          <p14:tracePt t="21442" x="8616950" y="4398963"/>
          <p14:tracePt t="21450" x="8597900" y="4408488"/>
          <p14:tracePt t="21457" x="8578850" y="4427538"/>
          <p14:tracePt t="21466" x="8559800" y="4437063"/>
          <p14:tracePt t="21473" x="8540750" y="4456113"/>
          <p14:tracePt t="21482" x="8521700" y="4464050"/>
          <p14:tracePt t="21489" x="8502650" y="4483100"/>
          <p14:tracePt t="21498" x="8493125" y="4502150"/>
          <p14:tracePt t="21505" x="8474075" y="4521200"/>
          <p14:tracePt t="21515" x="8466138" y="4540250"/>
          <p14:tracePt t="21521" x="8466138" y="4549775"/>
          <p14:tracePt t="21530" x="8456613" y="4568825"/>
          <p14:tracePt t="21537" x="8456613" y="4578350"/>
          <p14:tracePt t="21546" x="8447088" y="4597400"/>
          <p14:tracePt t="21561" x="8437563" y="4616450"/>
          <p14:tracePt t="21578" x="8428038" y="4625975"/>
          <p14:tracePt t="21594" x="8408988" y="4625975"/>
          <p14:tracePt t="21611" x="8399463" y="4625975"/>
          <p14:tracePt t="21618" x="8389938" y="4625975"/>
          <p14:tracePt t="21643" x="8370888" y="4625975"/>
          <p14:tracePt t="21659" x="8361363" y="4625975"/>
          <p14:tracePt t="21705" x="8351838" y="4616450"/>
          <p14:tracePt t="21929" x="8342313" y="4616450"/>
          <p14:tracePt t="24004" x="8332788" y="4625975"/>
          <p14:tracePt t="24019" x="8332788" y="4635500"/>
          <p14:tracePt t="24035" x="8342313" y="4635500"/>
          <p14:tracePt t="24045" x="8351838" y="4635500"/>
          <p14:tracePt t="24057" x="8361363" y="4645025"/>
          <p14:tracePt t="24065" x="8380413" y="4664075"/>
          <p14:tracePt t="24259" x="8332788" y="4664075"/>
          <p14:tracePt t="24266" x="8313738" y="4664075"/>
          <p14:tracePt t="24275" x="8285163" y="4664075"/>
          <p14:tracePt t="24284" x="8247063" y="4654550"/>
          <p14:tracePt t="24291" x="8220075" y="4654550"/>
          <p14:tracePt t="24299" x="8162925" y="4645025"/>
          <p14:tracePt t="24307" x="8086725" y="4645025"/>
          <p14:tracePt t="24316" x="7964488" y="4625975"/>
          <p14:tracePt t="24322" x="7812088" y="4616450"/>
          <p14:tracePt t="24331" x="7623175" y="4597400"/>
          <p14:tracePt t="24337" x="7396163" y="4578350"/>
          <p14:tracePt t="24346" x="7065963" y="4540250"/>
          <p14:tracePt t="24353" x="6705600" y="4521200"/>
          <p14:tracePt t="24363" x="6308725" y="4473575"/>
          <p14:tracePt t="24370" x="5864225" y="4427538"/>
          <p14:tracePt t="24379" x="5429250" y="4379913"/>
          <p14:tracePt t="24385" x="4946650" y="4332288"/>
          <p14:tracePt t="24393" x="4587875" y="4313238"/>
          <p14:tracePt t="24401" x="4265613" y="4275138"/>
          <p14:tracePt t="24409" x="3981450" y="4256088"/>
          <p14:tracePt t="24417" x="3830638" y="4237038"/>
          <p14:tracePt t="24425" x="3717925" y="4219575"/>
          <p14:tracePt t="24433" x="3632200" y="4219575"/>
          <p14:tracePt t="24442" x="3603625" y="4219575"/>
          <p14:tracePt t="24449" x="3594100" y="4219575"/>
          <p14:tracePt t="24473" x="3584575" y="4219575"/>
          <p14:tracePt t="24481" x="3575050" y="4219575"/>
          <p14:tracePt t="24498" x="3565525" y="4229100"/>
          <p14:tracePt t="24506" x="3556000" y="4229100"/>
          <p14:tracePt t="24516" x="3536950" y="4229100"/>
          <p14:tracePt t="24523" x="3527425" y="4229100"/>
          <p14:tracePt t="24532" x="3517900" y="4229100"/>
          <p14:tracePt t="24539" x="3481388" y="4229100"/>
          <p14:tracePt t="24547" x="3452813" y="4229100"/>
          <p14:tracePt t="24554" x="3424238" y="4229100"/>
          <p14:tracePt t="24563" x="3376613" y="4219575"/>
          <p14:tracePt t="24569" x="3338513" y="4210050"/>
          <p14:tracePt t="24579" x="3290888" y="4210050"/>
          <p14:tracePt t="24585" x="3254375" y="4200525"/>
          <p14:tracePt t="24593" x="3206750" y="4200525"/>
          <p14:tracePt t="24601" x="3178175" y="4200525"/>
          <p14:tracePt t="24611" x="3159125" y="4200525"/>
          <p14:tracePt t="24682" x="3168650" y="4200525"/>
          <p14:tracePt t="24700" x="3178175" y="4200525"/>
          <p14:tracePt t="24739" x="3187700" y="4210050"/>
          <p14:tracePt t="24747" x="3197225" y="4210050"/>
          <p14:tracePt t="24770" x="3216275" y="4229100"/>
          <p14:tracePt t="24785" x="3244850" y="4237038"/>
          <p14:tracePt t="24802" x="3281363" y="4246563"/>
          <p14:tracePt t="24809" x="3300413" y="4256088"/>
          <p14:tracePt t="24818" x="3328988" y="4265613"/>
          <p14:tracePt t="24826" x="3357563" y="4275138"/>
          <p14:tracePt t="24833" x="3376613" y="4284663"/>
          <p14:tracePt t="24842" x="3414713" y="4303713"/>
          <p14:tracePt t="24849" x="3443288" y="4303713"/>
          <p14:tracePt t="24859" x="3462338" y="4313238"/>
          <p14:tracePt t="24866" x="3471863" y="4313238"/>
          <p14:tracePt t="24874" x="3481388" y="4313238"/>
          <p14:tracePt t="25148" x="3498850" y="4313238"/>
          <p14:tracePt t="25170" x="3508375" y="4313238"/>
          <p14:tracePt t="25179" x="3517900" y="4313238"/>
          <p14:tracePt t="25186" x="3527425" y="4313238"/>
          <p14:tracePt t="25196" x="3546475" y="4313238"/>
          <p14:tracePt t="25209" x="3565525" y="4322763"/>
          <p14:tracePt t="25217" x="3584575" y="4341813"/>
          <p14:tracePt t="25228" x="3594100" y="4341813"/>
          <p14:tracePt t="25233" x="3603625" y="4341813"/>
          <p14:tracePt t="25242" x="3613150" y="4341813"/>
          <p14:tracePt t="25259" x="3632200" y="4351338"/>
          <p14:tracePt t="25274" x="3641725" y="4351338"/>
          <p14:tracePt t="25531" x="3651250" y="4351338"/>
          <p14:tracePt t="25595" x="3660775" y="4351338"/>
          <p14:tracePt t="28125" x="3670300" y="4351338"/>
          <p14:tracePt t="30211" x="3679825" y="4351338"/>
          <p14:tracePt t="30242" x="3689350" y="4341813"/>
          <p14:tracePt t="31457" x="3698875" y="4341813"/>
          <p14:tracePt t="31506" x="3708400" y="4341813"/>
          <p14:tracePt t="31539" x="3717925" y="4341813"/>
          <p14:tracePt t="31578" x="3725863" y="4341813"/>
          <p14:tracePt t="31633" x="3735388" y="4351338"/>
          <p14:tracePt t="31658" x="3744913" y="4351338"/>
          <p14:tracePt t="31715" x="3754438" y="4351338"/>
          <p14:tracePt t="31763" x="3763963" y="4351338"/>
          <p14:tracePt t="32205" x="3763963" y="4360863"/>
          <p14:tracePt t="32219" x="3763963" y="4379913"/>
          <p14:tracePt t="32243" x="3754438" y="4389438"/>
          <p14:tracePt t="32539" x="3763963" y="4379913"/>
          <p14:tracePt t="32564" x="3763963" y="4370388"/>
          <p14:tracePt t="32642" x="3754438" y="4360863"/>
          <p14:tracePt t="32658" x="3744913" y="4360863"/>
          <p14:tracePt t="32666" x="3725863" y="4351338"/>
          <p14:tracePt t="32683" x="3717925" y="4351338"/>
          <p14:tracePt t="32698" x="3717925" y="4341813"/>
          <p14:tracePt t="32714" x="3698875" y="4322763"/>
          <p14:tracePt t="33033" x="3717925" y="4303713"/>
          <p14:tracePt t="33057" x="3725863" y="4294188"/>
          <p14:tracePt t="33073" x="3735388" y="4284663"/>
          <p14:tracePt t="33081" x="3744913" y="4275138"/>
          <p14:tracePt t="33089" x="3744913" y="4265613"/>
          <p14:tracePt t="33097" x="3763963" y="4256088"/>
          <p14:tracePt t="33105" x="3773488" y="4237038"/>
          <p14:tracePt t="33113" x="3792538" y="4229100"/>
          <p14:tracePt t="33122" x="3830638" y="4210050"/>
          <p14:tracePt t="33129" x="3859213" y="4171950"/>
          <p14:tracePt t="33137" x="3897313" y="4152900"/>
          <p14:tracePt t="33145" x="3925888" y="4133850"/>
          <p14:tracePt t="33153" x="3952875" y="4114800"/>
          <p14:tracePt t="33161" x="3990975" y="4076700"/>
          <p14:tracePt t="33169" x="4019550" y="4057650"/>
          <p14:tracePt t="33177" x="4038600" y="4038600"/>
          <p14:tracePt t="33185" x="4057650" y="4019550"/>
          <p14:tracePt t="33193" x="4086225" y="3983038"/>
          <p14:tracePt t="33201" x="4105275" y="3963988"/>
          <p14:tracePt t="33210" x="4114800" y="3944938"/>
          <p14:tracePt t="33217" x="4133850" y="3916363"/>
          <p14:tracePt t="33227" x="4152900" y="3878263"/>
          <p14:tracePt t="33233" x="4171950" y="3859213"/>
          <p14:tracePt t="33243" x="4198938" y="3830638"/>
          <p14:tracePt t="33250" x="4217988" y="3811588"/>
          <p14:tracePt t="33258" x="4237038" y="3773488"/>
          <p14:tracePt t="33265" x="4265613" y="3756025"/>
          <p14:tracePt t="33273" x="4294188" y="3727450"/>
          <p14:tracePt t="33281" x="4322763" y="3689350"/>
          <p14:tracePt t="33289" x="4360863" y="3660775"/>
          <p14:tracePt t="33297" x="4389438" y="3641725"/>
          <p14:tracePt t="33306" x="4406900" y="3603625"/>
          <p14:tracePt t="33313" x="4445000" y="3584575"/>
          <p14:tracePt t="33321" x="4473575" y="3565525"/>
          <p14:tracePt t="33329" x="4483100" y="3546475"/>
          <p14:tracePt t="33337" x="4502150" y="3529013"/>
          <p14:tracePt t="33345" x="4521200" y="3509963"/>
          <p14:tracePt t="33353" x="4530725" y="3500438"/>
          <p14:tracePt t="33361" x="4549775" y="3481388"/>
          <p14:tracePt t="33369" x="4568825" y="3462338"/>
          <p14:tracePt t="33377" x="4587875" y="3433763"/>
          <p14:tracePt t="33386" x="4625975" y="3405188"/>
          <p14:tracePt t="33394" x="4643438" y="3386138"/>
          <p14:tracePt t="33401" x="4672013" y="3348038"/>
          <p14:tracePt t="33410" x="4710113" y="3319463"/>
          <p14:tracePt t="33417" x="4729163" y="3292475"/>
          <p14:tracePt t="33427" x="4757738" y="3263900"/>
          <p14:tracePt t="33434" x="4795838" y="3235325"/>
          <p14:tracePt t="33444" x="4824413" y="3197225"/>
          <p14:tracePt t="33449" x="4833938" y="3168650"/>
          <p14:tracePt t="33458" x="4860925" y="3140075"/>
          <p14:tracePt t="33465" x="4879975" y="3121025"/>
          <p14:tracePt t="33475" x="4889500" y="3084513"/>
          <p14:tracePt t="33481" x="4908550" y="3065463"/>
          <p14:tracePt t="33489" x="4927600" y="3036888"/>
          <p14:tracePt t="33497" x="4937125" y="3008313"/>
          <p14:tracePt t="33506" x="4946650" y="2979738"/>
          <p14:tracePt t="33514" x="4975225" y="2951163"/>
          <p14:tracePt t="33522" x="4984750" y="2932113"/>
          <p14:tracePt t="33530" x="5003800" y="2913063"/>
          <p14:tracePt t="33537" x="5013325" y="2894013"/>
          <p14:tracePt t="33546" x="5032375" y="2884488"/>
          <p14:tracePt t="33553" x="5041900" y="2865438"/>
          <p14:tracePt t="33561" x="5060950" y="2847975"/>
          <p14:tracePt t="33570" x="5070475" y="2809875"/>
          <p14:tracePt t="33578" x="5087938" y="2800350"/>
          <p14:tracePt t="33586" x="5106988" y="2781300"/>
          <p14:tracePt t="33594" x="5126038" y="2771775"/>
          <p14:tracePt t="33602" x="5154613" y="2743200"/>
          <p14:tracePt t="33611" x="5173663" y="2724150"/>
          <p14:tracePt t="33618" x="5183188" y="2714625"/>
          <p14:tracePt t="33629" x="5202238" y="2695575"/>
          <p14:tracePt t="33634" x="5221288" y="2686050"/>
          <p14:tracePt t="33645" x="5240338" y="2667000"/>
          <p14:tracePt t="33650" x="5259388" y="2647950"/>
          <p14:tracePt t="33660" x="5278438" y="2638425"/>
          <p14:tracePt t="33665" x="5297488" y="2628900"/>
          <p14:tracePt t="33676" x="5314950" y="2601913"/>
          <p14:tracePt t="33682" x="5334000" y="2592388"/>
          <p14:tracePt t="33690" x="5353050" y="2582863"/>
          <p14:tracePt t="33698" x="5372100" y="2573338"/>
          <p14:tracePt t="33707" x="5381625" y="2573338"/>
          <p14:tracePt t="33714" x="5391150" y="2563813"/>
          <p14:tracePt t="33722" x="5410200" y="2554288"/>
          <p14:tracePt t="33737" x="5419725" y="2544763"/>
          <p14:tracePt t="34052" x="5429250" y="2554288"/>
          <p14:tracePt t="34067" x="5438775" y="2563813"/>
          <p14:tracePt t="34074" x="5457825" y="2582863"/>
          <p14:tracePt t="34084" x="5495925" y="2592388"/>
          <p14:tracePt t="34091" x="5524500" y="2601913"/>
          <p14:tracePt t="34098" x="5551488" y="2620963"/>
          <p14:tracePt t="34105" x="5618163" y="2647950"/>
          <p14:tracePt t="34113" x="5675313" y="2667000"/>
          <p14:tracePt t="34122" x="5759450" y="2695575"/>
          <p14:tracePt t="34129" x="5845175" y="2724150"/>
          <p14:tracePt t="34137" x="5940425" y="2752725"/>
          <p14:tracePt t="34145" x="6062663" y="2781300"/>
          <p14:tracePt t="34153" x="6196013" y="2809875"/>
          <p14:tracePt t="34161" x="6327775" y="2838450"/>
          <p14:tracePt t="34169" x="6469063" y="2874963"/>
          <p14:tracePt t="34177" x="6602413" y="2903538"/>
          <p14:tracePt t="34185" x="6686550" y="2932113"/>
          <p14:tracePt t="34194" x="6762750" y="2941638"/>
          <p14:tracePt t="34201" x="6810375" y="2951163"/>
          <p14:tracePt t="34210" x="6829425" y="2951163"/>
          <p14:tracePt t="34435" x="6838950" y="2970213"/>
          <p14:tracePt t="34443" x="6848475" y="2989263"/>
          <p14:tracePt t="34451" x="6858000" y="3027363"/>
          <p14:tracePt t="34458" x="6886575" y="3065463"/>
          <p14:tracePt t="34466" x="6904038" y="3111500"/>
          <p14:tracePt t="34476" x="6932613" y="3159125"/>
          <p14:tracePt t="34483" x="6961188" y="3225800"/>
          <p14:tracePt t="34490" x="6980238" y="3292475"/>
          <p14:tracePt t="34498" x="7008813" y="3367088"/>
          <p14:tracePt t="34506" x="7056438" y="3452813"/>
          <p14:tracePt t="34514" x="7094538" y="3538538"/>
          <p14:tracePt t="34524" x="7131050" y="3622675"/>
          <p14:tracePt t="34530" x="7159625" y="3689350"/>
          <p14:tracePt t="34541" x="7197725" y="3736975"/>
          <p14:tracePt t="34547" x="7235825" y="3802063"/>
          <p14:tracePt t="34555" x="7264400" y="3849688"/>
          <p14:tracePt t="34565" x="7302500" y="3897313"/>
          <p14:tracePt t="34570" x="7321550" y="3925888"/>
          <p14:tracePt t="34579" x="7348538" y="3963988"/>
          <p14:tracePt t="34585" x="7358063" y="3983038"/>
          <p14:tracePt t="34593" x="7386638" y="4010025"/>
          <p14:tracePt t="34602" x="7396163" y="4029075"/>
          <p14:tracePt t="34610" x="7405688" y="4048125"/>
          <p14:tracePt t="34617" x="7405688" y="4057650"/>
          <p14:tracePt t="34627" x="7405688" y="4067175"/>
          <p14:tracePt t="34633" x="7405688" y="4076700"/>
          <p14:tracePt t="34643" x="7405688" y="4086225"/>
          <p14:tracePt t="34659" x="7405688" y="4095750"/>
          <p14:tracePt t="34763" x="7415213" y="4095750"/>
          <p14:tracePt t="34843" x="7415213" y="4114800"/>
          <p14:tracePt t="34850" x="7405688" y="4124325"/>
          <p14:tracePt t="34859" x="7386638" y="4133850"/>
          <p14:tracePt t="34867" x="7358063" y="4152900"/>
          <p14:tracePt t="34874" x="7331075" y="4162425"/>
          <p14:tracePt t="34882" x="7283450" y="4181475"/>
          <p14:tracePt t="34889" x="7216775" y="4210050"/>
          <p14:tracePt t="34897" x="7121525" y="4219575"/>
          <p14:tracePt t="34906" x="7018338" y="4237038"/>
          <p14:tracePt t="34913" x="6848475" y="4256088"/>
          <p14:tracePt t="34922" x="6677025" y="4256088"/>
          <p14:tracePt t="34929" x="6478588" y="4256088"/>
          <p14:tracePt t="34939" x="6242050" y="4256088"/>
          <p14:tracePt t="34945" x="6005513" y="4246563"/>
          <p14:tracePt t="34953" x="5759450" y="4229100"/>
          <p14:tracePt t="34961" x="5429250" y="4191000"/>
          <p14:tracePt t="34970" x="5183188" y="4171950"/>
          <p14:tracePt t="34977" x="4965700" y="4133850"/>
          <p14:tracePt t="34987" x="4776788" y="4124325"/>
          <p14:tracePt t="34993" x="4625975" y="4105275"/>
          <p14:tracePt t="35003" x="4530725" y="4086225"/>
          <p14:tracePt t="35009" x="4454525" y="4086225"/>
          <p14:tracePt t="35017" x="4416425" y="4086225"/>
          <p14:tracePt t="35026" x="4389438" y="4086225"/>
          <p14:tracePt t="35049" x="4379913" y="4086225"/>
          <p14:tracePt t="35097" x="4379913" y="4095750"/>
          <p14:tracePt t="35154" x="4379913" y="4105275"/>
          <p14:tracePt t="35171" x="4398963" y="4124325"/>
          <p14:tracePt t="35180" x="4435475" y="4133850"/>
          <p14:tracePt t="35187" x="4492625" y="4143375"/>
          <p14:tracePt t="35197" x="4559300" y="4171950"/>
          <p14:tracePt t="35203" x="4672013" y="4200525"/>
          <p14:tracePt t="35212" x="4795838" y="4246563"/>
          <p14:tracePt t="35217" x="4965700" y="4275138"/>
          <p14:tracePt t="35226" x="5154613" y="4313238"/>
          <p14:tracePt t="35233" x="5362575" y="4322763"/>
          <p14:tracePt t="35242" x="5627688" y="4360863"/>
          <p14:tracePt t="35249" x="5921375" y="4398963"/>
          <p14:tracePt t="35259" x="6205538" y="4418013"/>
          <p14:tracePt t="35265" x="6450013" y="4437063"/>
          <p14:tracePt t="35273" x="6650038" y="4437063"/>
          <p14:tracePt t="35282" x="6819900" y="4437063"/>
          <p14:tracePt t="35289" x="6951663" y="4437063"/>
          <p14:tracePt t="35298" x="7018338" y="4437063"/>
          <p14:tracePt t="35305" x="7037388" y="4427538"/>
          <p14:tracePt t="35313" x="7037388" y="4418013"/>
          <p14:tracePt t="35329" x="7027863" y="4408488"/>
          <p14:tracePt t="35345" x="7008813" y="4398963"/>
          <p14:tracePt t="35352" x="6989763" y="4398963"/>
          <p14:tracePt t="35361" x="6980238" y="4398963"/>
          <p14:tracePt t="35369" x="6970713" y="4398963"/>
          <p14:tracePt t="35377" x="6961188" y="4398963"/>
          <p14:tracePt t="35570" x="6932613" y="4398963"/>
          <p14:tracePt t="35578" x="6904038" y="4398963"/>
          <p14:tracePt t="35586" x="6867525" y="4398963"/>
          <p14:tracePt t="35594" x="6810375" y="4398963"/>
          <p14:tracePt t="35602" x="6715125" y="4398963"/>
          <p14:tracePt t="35610" x="6583363" y="4389438"/>
          <p14:tracePt t="35618" x="6440488" y="4379913"/>
          <p14:tracePt t="35627" x="6270625" y="4360863"/>
          <p14:tracePt t="35634" x="6062663" y="4341813"/>
          <p14:tracePt t="35643" x="5873750" y="4332288"/>
          <p14:tracePt t="35651" x="5665788" y="4313238"/>
          <p14:tracePt t="35659" x="5467350" y="4294188"/>
          <p14:tracePt t="35667" x="5259388" y="4284663"/>
          <p14:tracePt t="35674" x="5070475" y="4265613"/>
          <p14:tracePt t="35683" x="4860925" y="4246563"/>
          <p14:tracePt t="35692" x="4691063" y="4246563"/>
          <p14:tracePt t="35698" x="4540250" y="4237038"/>
          <p14:tracePt t="35706" x="4406900" y="4237038"/>
          <p14:tracePt t="35714" x="4332288" y="4237038"/>
          <p14:tracePt t="35722" x="4246563" y="4237038"/>
          <p14:tracePt t="35729" x="4208463" y="4237038"/>
          <p14:tracePt t="35738" x="4189413" y="4237038"/>
          <p14:tracePt t="35745" x="4162425" y="4246563"/>
          <p14:tracePt t="35754" x="4152900" y="4246563"/>
          <p14:tracePt t="35762" x="4133850" y="4256088"/>
          <p14:tracePt t="35786" x="4114800" y="4265613"/>
          <p14:tracePt t="35861" x="4124325" y="4265613"/>
          <p14:tracePt t="35868" x="4143375" y="4265613"/>
          <p14:tracePt t="35875" x="4171950" y="4275138"/>
          <p14:tracePt t="35883" x="4198938" y="4275138"/>
          <p14:tracePt t="35891" x="4227513" y="4275138"/>
          <p14:tracePt t="35898" x="4275138" y="4275138"/>
          <p14:tracePt t="35909" x="4332288" y="4284663"/>
          <p14:tracePt t="35915" x="4379913" y="4294188"/>
          <p14:tracePt t="35926" x="4435475" y="4294188"/>
          <p14:tracePt t="35930" x="4473575" y="4294188"/>
          <p14:tracePt t="35942" x="4521200" y="4303713"/>
          <p14:tracePt t="35947" x="4559300" y="4303713"/>
          <p14:tracePt t="35954" x="4578350" y="4303713"/>
          <p14:tracePt t="35961" x="4616450" y="4322763"/>
          <p14:tracePt t="35969" x="4633913" y="4322763"/>
          <p14:tracePt t="35978" x="4652963" y="4332288"/>
          <p14:tracePt t="35985" x="4672013" y="4332288"/>
          <p14:tracePt t="35993" x="4700588" y="4332288"/>
          <p14:tracePt t="36001" x="4738688" y="4341813"/>
          <p14:tracePt t="36010" x="4786313" y="4341813"/>
          <p14:tracePt t="36017" x="4824413" y="4351338"/>
          <p14:tracePt t="36026" x="4889500" y="4360863"/>
          <p14:tracePt t="36034" x="4946650" y="4360863"/>
          <p14:tracePt t="36043" x="5032375" y="4379913"/>
          <p14:tracePt t="36050" x="5106988" y="4389438"/>
          <p14:tracePt t="36061" x="5183188" y="4389438"/>
          <p14:tracePt t="36067" x="5268913" y="4398963"/>
          <p14:tracePt t="36076" x="5343525" y="4398963"/>
          <p14:tracePt t="36081" x="5400675" y="4418013"/>
          <p14:tracePt t="36090" x="5448300" y="4418013"/>
          <p14:tracePt t="36097" x="5486400" y="4418013"/>
          <p14:tracePt t="36105" x="5514975" y="4418013"/>
          <p14:tracePt t="36113" x="5561013" y="4418013"/>
          <p14:tracePt t="36122" x="5589588" y="4427538"/>
          <p14:tracePt t="36130" x="5637213" y="4427538"/>
          <p14:tracePt t="36138" x="5675313" y="4427538"/>
          <p14:tracePt t="36145" x="5722938" y="4427538"/>
          <p14:tracePt t="36153" x="5778500" y="4427538"/>
          <p14:tracePt t="36161" x="5835650" y="4418013"/>
          <p14:tracePt t="36169" x="5911850" y="4408488"/>
          <p14:tracePt t="36177" x="5978525" y="4408488"/>
          <p14:tracePt t="36186" x="6053138" y="4398963"/>
          <p14:tracePt t="36193" x="6100763" y="4398963"/>
          <p14:tracePt t="36201" x="6157913" y="4379913"/>
          <p14:tracePt t="36209" x="6196013" y="4379913"/>
          <p14:tracePt t="36218" x="6232525" y="4370388"/>
          <p14:tracePt t="36226" x="6261100" y="4370388"/>
          <p14:tracePt t="36235" x="6289675" y="4360863"/>
          <p14:tracePt t="36242" x="6308725" y="4360863"/>
          <p14:tracePt t="36250" x="6337300" y="4351338"/>
          <p14:tracePt t="36258" x="6365875" y="4351338"/>
          <p14:tracePt t="36266" x="6384925" y="4351338"/>
          <p14:tracePt t="36275" x="6423025" y="4341813"/>
          <p14:tracePt t="36281" x="6450013" y="4332288"/>
          <p14:tracePt t="36289" x="6469063" y="4332288"/>
          <p14:tracePt t="36297" x="6497638" y="4313238"/>
          <p14:tracePt t="36306" x="6535738" y="4303713"/>
          <p14:tracePt t="36314" x="6564313" y="4294188"/>
          <p14:tracePt t="36322" x="6611938" y="4265613"/>
          <p14:tracePt t="36329" x="6640513" y="4246563"/>
          <p14:tracePt t="36339" x="6667500" y="4229100"/>
          <p14:tracePt t="36346" x="6705600" y="4200525"/>
          <p14:tracePt t="36354" x="6724650" y="4171950"/>
          <p14:tracePt t="36362" x="6762750" y="4124325"/>
          <p14:tracePt t="36370" x="6800850" y="4076700"/>
          <p14:tracePt t="36377" x="6819900" y="4029075"/>
          <p14:tracePt t="36385" x="6858000" y="3963988"/>
          <p14:tracePt t="36393" x="6894513" y="3897313"/>
          <p14:tracePt t="36401" x="6923088" y="3811588"/>
          <p14:tracePt t="36409" x="6970713" y="3727450"/>
          <p14:tracePt t="36417" x="6980238" y="3670300"/>
          <p14:tracePt t="36425" x="7008813" y="3603625"/>
          <p14:tracePt t="36435" x="7027863" y="3538538"/>
          <p14:tracePt t="36442" x="7046913" y="3481388"/>
          <p14:tracePt t="36451" x="7046913" y="3433763"/>
          <p14:tracePt t="36458" x="7056438" y="3376613"/>
          <p14:tracePt t="36465" x="7056438" y="3338513"/>
          <p14:tracePt t="36474" x="7065963" y="3302000"/>
          <p14:tracePt t="36481" x="7065963" y="3263900"/>
          <p14:tracePt t="36490" x="7065963" y="3235325"/>
          <p14:tracePt t="36497" x="7065963" y="3187700"/>
          <p14:tracePt t="36505" x="7065963" y="3159125"/>
          <p14:tracePt t="36514" x="7065963" y="3130550"/>
          <p14:tracePt t="36522" x="7065963" y="3092450"/>
          <p14:tracePt t="36530" x="7056438" y="3055938"/>
          <p14:tracePt t="36540" x="7046913" y="3027363"/>
          <p14:tracePt t="36546" x="7046913" y="2979738"/>
          <p14:tracePt t="36555" x="7037388" y="2951163"/>
          <p14:tracePt t="36562" x="7008813" y="2903538"/>
          <p14:tracePt t="36571" x="6999288" y="2874963"/>
          <p14:tracePt t="36581" x="6980238" y="2828925"/>
          <p14:tracePt t="36586" x="6961188" y="2800350"/>
          <p14:tracePt t="36595" x="6923088" y="2752725"/>
          <p14:tracePt t="36601" x="6904038" y="2714625"/>
          <p14:tracePt t="36610" x="6867525" y="2686050"/>
          <p14:tracePt t="36617" x="6819900" y="2628900"/>
          <p14:tracePt t="36625" x="6781800" y="2601913"/>
          <p14:tracePt t="36633" x="6753225" y="2563813"/>
          <p14:tracePt t="36642" x="6715125" y="2535238"/>
          <p14:tracePt t="36649" x="6696075" y="2516188"/>
          <p14:tracePt t="36659" x="6686550" y="2506663"/>
          <p14:tracePt t="36665" x="6677025" y="2497138"/>
          <p14:tracePt t="36819" x="6677025" y="2487613"/>
          <p14:tracePt t="36850" x="6696075" y="2487613"/>
          <p14:tracePt t="36874" x="6677025" y="2487613"/>
          <p14:tracePt t="36890" x="6734175" y="2516188"/>
          <p14:tracePt t="36898" x="6800850" y="2554288"/>
          <p14:tracePt t="36906" x="6829425" y="2582863"/>
          <p14:tracePt t="36915" x="6877050" y="2628900"/>
          <p14:tracePt t="36926" x="6913563" y="2657475"/>
          <p14:tracePt t="36931" x="6961188" y="2714625"/>
          <p14:tracePt t="36942" x="7008813" y="2743200"/>
          <p14:tracePt t="36947" x="7065963" y="2819400"/>
          <p14:tracePt t="36955" x="7131050" y="2865438"/>
          <p14:tracePt t="36962" x="7207250" y="2941638"/>
          <p14:tracePt t="36970" x="7273925" y="3008313"/>
          <p14:tracePt t="36978" x="7339013" y="3084513"/>
          <p14:tracePt t="36986" x="7405688" y="3130550"/>
          <p14:tracePt t="36994" x="7462838" y="3206750"/>
          <p14:tracePt t="37002" x="7519988" y="3254375"/>
          <p14:tracePt t="37009" x="7558088" y="3319463"/>
          <p14:tracePt t="37017" x="7613650" y="3386138"/>
          <p14:tracePt t="37026" x="7651750" y="3452813"/>
          <p14:tracePt t="37033" x="7689850" y="3500438"/>
          <p14:tracePt t="37042" x="7708900" y="3546475"/>
          <p14:tracePt t="37050" x="7737475" y="3613150"/>
          <p14:tracePt t="37059" x="7747000" y="3641725"/>
          <p14:tracePt t="37065" x="7766050" y="3689350"/>
          <p14:tracePt t="37075" x="7793038" y="3736975"/>
          <p14:tracePt t="37081" x="7802563" y="3765550"/>
          <p14:tracePt t="37090" x="7812088" y="3802063"/>
          <p14:tracePt t="37097" x="7821613" y="3840163"/>
          <p14:tracePt t="37105" x="7831138" y="3859213"/>
          <p14:tracePt t="37113" x="7840663" y="3897313"/>
          <p14:tracePt t="37122" x="7840663" y="3925888"/>
          <p14:tracePt t="37130" x="7850188" y="3954463"/>
          <p14:tracePt t="37138" x="7850188" y="3983038"/>
          <p14:tracePt t="37146" x="7869238" y="4019550"/>
          <p14:tracePt t="37157" x="7869238" y="4048125"/>
          <p14:tracePt t="37162" x="7869238" y="4067175"/>
          <p14:tracePt t="37170" x="7869238" y="4095750"/>
          <p14:tracePt t="37179" x="7850188" y="4124325"/>
          <p14:tracePt t="37189" x="7840663" y="4162425"/>
          <p14:tracePt t="37197" x="7821613" y="4181475"/>
          <p14:tracePt t="37204" x="7802563" y="4210050"/>
          <p14:tracePt t="37209" x="7775575" y="4237038"/>
          <p14:tracePt t="37218" x="7737475" y="4256088"/>
          <p14:tracePt t="37225" x="7689850" y="4284663"/>
          <p14:tracePt t="37239" x="7623175" y="4332288"/>
          <p14:tracePt t="37242" x="7558088" y="4370388"/>
          <p14:tracePt t="37249" x="7491413" y="4398963"/>
          <p14:tracePt t="37258" x="7434263" y="4418013"/>
          <p14:tracePt t="37265" x="7367588" y="4446588"/>
          <p14:tracePt t="37275" x="7302500" y="4456113"/>
          <p14:tracePt t="37281" x="7245350" y="4483100"/>
          <p14:tracePt t="37289" x="7159625" y="4492625"/>
          <p14:tracePt t="37297" x="7104063" y="4492625"/>
          <p14:tracePt t="37305" x="7008813" y="4511675"/>
          <p14:tracePt t="37313" x="6913563" y="4511675"/>
          <p14:tracePt t="37322" x="6791325" y="4521200"/>
          <p14:tracePt t="37329" x="6659563" y="4521200"/>
          <p14:tracePt t="37339" x="6545263" y="4521200"/>
          <p14:tracePt t="37346" x="6394450" y="4521200"/>
          <p14:tracePt t="37355" x="6261100" y="4521200"/>
          <p14:tracePt t="37362" x="6129338" y="4521200"/>
          <p14:tracePt t="37371" x="5978525" y="4521200"/>
          <p14:tracePt t="37379" x="5845175" y="4502150"/>
          <p14:tracePt t="37387" x="5694363" y="4492625"/>
          <p14:tracePt t="37394" x="5580063" y="4473575"/>
          <p14:tracePt t="37402" x="5467350" y="4473575"/>
          <p14:tracePt t="37410" x="5362575" y="4464050"/>
          <p14:tracePt t="37418" x="5268913" y="4464050"/>
          <p14:tracePt t="37426" x="5173663" y="4446588"/>
          <p14:tracePt t="37434" x="5080000" y="4446588"/>
          <p14:tracePt t="37443" x="5003800" y="4437063"/>
          <p14:tracePt t="37450" x="4937125" y="4437063"/>
          <p14:tracePt t="37459" x="4860925" y="4437063"/>
          <p14:tracePt t="37466" x="4805363" y="4437063"/>
          <p14:tracePt t="37475" x="4738688" y="4418013"/>
          <p14:tracePt t="37484" x="4662488" y="4418013"/>
          <p14:tracePt t="37491" x="4587875" y="4418013"/>
          <p14:tracePt t="37502" x="4492625" y="4408488"/>
          <p14:tracePt t="37507" x="4398963" y="4408488"/>
          <p14:tracePt t="37514" x="4313238" y="4398963"/>
          <p14:tracePt t="37522" x="4237038" y="4398963"/>
          <p14:tracePt t="37529" x="4162425" y="4379913"/>
          <p14:tracePt t="37538" x="4105275" y="4379913"/>
          <p14:tracePt t="37545" x="4057650" y="4370388"/>
          <p14:tracePt t="37554" x="4029075" y="4370388"/>
          <p14:tracePt t="37561" x="4000500" y="4370388"/>
          <p14:tracePt t="37570" x="3981450" y="4360863"/>
          <p14:tracePt t="37577" x="3962400" y="4360863"/>
          <p14:tracePt t="37586" x="3944938" y="4360863"/>
          <p14:tracePt t="37594" x="3925888" y="4351338"/>
          <p14:tracePt t="37602" x="3916363" y="4351338"/>
          <p14:tracePt t="37610" x="3897313" y="4351338"/>
          <p14:tracePt t="37618" x="3887788" y="4341813"/>
          <p14:tracePt t="37626" x="3868738" y="4341813"/>
          <p14:tracePt t="37634" x="3859213" y="4332288"/>
          <p14:tracePt t="37643" x="3859213" y="4322763"/>
          <p14:tracePt t="37650" x="3859213" y="4313238"/>
          <p14:tracePt t="37659" x="3859213" y="4294188"/>
          <p14:tracePt t="37666" x="3868738" y="4256088"/>
          <p14:tracePt t="37676" x="3878263" y="4229100"/>
          <p14:tracePt t="37683" x="3906838" y="4181475"/>
          <p14:tracePt t="37690" x="3935413" y="4133850"/>
          <p14:tracePt t="37697" x="3971925" y="4086225"/>
          <p14:tracePt t="37707" x="4010025" y="4038600"/>
          <p14:tracePt t="37713" x="4048125" y="3992563"/>
          <p14:tracePt t="37722" x="4076700" y="3935413"/>
          <p14:tracePt t="37730" x="4114800" y="3887788"/>
          <p14:tracePt t="37738" x="4152900" y="3840163"/>
          <p14:tracePt t="37745" x="4189413" y="3802063"/>
          <p14:tracePt t="37753" x="4208463" y="3765550"/>
          <p14:tracePt t="37762" x="4246563" y="3708400"/>
          <p14:tracePt t="37769" x="4284663" y="3660775"/>
          <p14:tracePt t="37779" x="4322763" y="3632200"/>
          <p14:tracePt t="37786" x="4370388" y="3575050"/>
          <p14:tracePt t="37794" x="4416425" y="3529013"/>
          <p14:tracePt t="37802" x="4473575" y="3471863"/>
          <p14:tracePt t="37810" x="4521200" y="3424238"/>
          <p14:tracePt t="37818" x="4578350" y="3376613"/>
          <p14:tracePt t="37827" x="4625975" y="3319463"/>
          <p14:tracePt t="37834" x="4672013" y="3282950"/>
          <p14:tracePt t="37843" x="4729163" y="3235325"/>
          <p14:tracePt t="37850" x="4757738" y="3197225"/>
          <p14:tracePt t="37859" x="4795838" y="3168650"/>
          <p14:tracePt t="37867" x="4824413" y="3130550"/>
          <p14:tracePt t="37875" x="4843463" y="3111500"/>
          <p14:tracePt t="37883" x="4852988" y="3084513"/>
          <p14:tracePt t="37891" x="4879975" y="3065463"/>
          <p14:tracePt t="37898" x="4899025" y="3027363"/>
          <p14:tracePt t="37906" x="4918075" y="3008313"/>
          <p14:tracePt t="37913" x="4937125" y="2989263"/>
          <p14:tracePt t="37921" x="4956175" y="2960688"/>
          <p14:tracePt t="37929" x="4965700" y="2941638"/>
          <p14:tracePt t="37938" x="4984750" y="2922588"/>
          <p14:tracePt t="37945" x="5022850" y="2894013"/>
          <p14:tracePt t="37955" x="5041900" y="2884488"/>
          <p14:tracePt t="37961" x="5060950" y="2865438"/>
          <p14:tracePt t="37970" x="5080000" y="2847975"/>
          <p14:tracePt t="37978" x="5087938" y="2828925"/>
          <p14:tracePt t="37986" x="5106988" y="2819400"/>
          <p14:tracePt t="37994" x="5126038" y="2800350"/>
          <p14:tracePt t="38001" x="5135563" y="2790825"/>
          <p14:tracePt t="38010" x="5145088" y="2781300"/>
          <p14:tracePt t="38017" x="5154613" y="2762250"/>
          <p14:tracePt t="38027" x="5173663" y="2752725"/>
          <p14:tracePt t="38033" x="5183188" y="2743200"/>
          <p14:tracePt t="38042" x="5192713" y="2743200"/>
          <p14:tracePt t="38049" x="5202238" y="2733675"/>
          <p14:tracePt t="38059" x="5211763" y="2714625"/>
          <p14:tracePt t="38074" x="5221288" y="2705100"/>
          <p14:tracePt t="38090" x="5230813" y="2686050"/>
          <p14:tracePt t="38106" x="5240338" y="2676525"/>
          <p14:tracePt t="38121" x="5249863" y="2667000"/>
          <p14:tracePt t="38140" x="5259388" y="2657475"/>
          <p14:tracePt t="38243" x="5249863" y="2657475"/>
          <p14:tracePt t="38250" x="5230813" y="2657475"/>
          <p14:tracePt t="38259" x="5211763" y="2686050"/>
          <p14:tracePt t="38266" x="5192713" y="2695575"/>
          <p14:tracePt t="38275" x="5173663" y="2714625"/>
          <p14:tracePt t="38283" x="5135563" y="2733675"/>
          <p14:tracePt t="38290" x="5087938" y="2771775"/>
          <p14:tracePt t="38297" x="5060950" y="2800350"/>
          <p14:tracePt t="38307" x="5013325" y="2838450"/>
          <p14:tracePt t="38313" x="4956175" y="2884488"/>
          <p14:tracePt t="38321" x="4908550" y="2941638"/>
          <p14:tracePt t="38329" x="4833938" y="3008313"/>
          <p14:tracePt t="38338" x="4786313" y="3074988"/>
          <p14:tracePt t="38345" x="4710113" y="3130550"/>
          <p14:tracePt t="38354" x="4662488" y="3197225"/>
          <p14:tracePt t="38362" x="4587875" y="3273425"/>
          <p14:tracePt t="38370" x="4540250" y="3319463"/>
          <p14:tracePt t="38378" x="4473575" y="3376613"/>
          <p14:tracePt t="38386" x="4389438" y="3433763"/>
          <p14:tracePt t="38394" x="4313238" y="3490913"/>
          <p14:tracePt t="38402" x="4227513" y="3546475"/>
          <p14:tracePt t="38410" x="4162425" y="3584575"/>
          <p14:tracePt t="38418" x="4086225" y="3622675"/>
          <p14:tracePt t="38425" x="4029075" y="3660775"/>
          <p14:tracePt t="38433" x="3971925" y="3689350"/>
          <p14:tracePt t="38442" x="3916363" y="3727450"/>
          <p14:tracePt t="38450" x="3868738" y="3765550"/>
          <p14:tracePt t="38459" x="3840163" y="3783013"/>
          <p14:tracePt t="38466" x="3821113" y="3811588"/>
          <p14:tracePt t="38475" x="3792538" y="3840163"/>
          <p14:tracePt t="38482" x="3792538" y="3868738"/>
          <p14:tracePt t="38492" x="3792538" y="3878263"/>
          <p14:tracePt t="38498" x="3792538" y="3897313"/>
          <p14:tracePt t="38514" x="3792538" y="3906838"/>
          <p14:tracePt t="38523" x="3802063" y="3935413"/>
          <p14:tracePt t="38530" x="3811588" y="3935413"/>
          <p14:tracePt t="38539" x="3830638" y="3954463"/>
          <p14:tracePt t="38547" x="3868738" y="3983038"/>
          <p14:tracePt t="38558" x="3897313" y="4000500"/>
          <p14:tracePt t="38563" x="3935413" y="4019550"/>
          <p14:tracePt t="38570" x="3962400" y="4057650"/>
          <p14:tracePt t="38578" x="4010025" y="4076700"/>
          <p14:tracePt t="38586" x="4038600" y="4114800"/>
          <p14:tracePt t="38594" x="4095750" y="4143375"/>
          <p14:tracePt t="38601" x="4124325" y="4181475"/>
          <p14:tracePt t="38609" x="4162425" y="4210050"/>
          <p14:tracePt t="38617" x="4189413" y="4246563"/>
          <p14:tracePt t="38626" x="4227513" y="4275138"/>
          <p14:tracePt t="38633" x="4275138" y="4313238"/>
          <p14:tracePt t="38642" x="4303713" y="4351338"/>
          <p14:tracePt t="38649" x="4351338" y="4370388"/>
          <p14:tracePt t="38658" x="4398963" y="4408488"/>
          <p14:tracePt t="38665" x="4464050" y="4446588"/>
          <p14:tracePt t="38674" x="4549775" y="4473575"/>
          <p14:tracePt t="38681" x="4652963" y="4502150"/>
          <p14:tracePt t="38690" x="4748213" y="4549775"/>
          <p14:tracePt t="38698" x="4889500" y="4578350"/>
          <p14:tracePt t="38706" x="5041900" y="4597400"/>
          <p14:tracePt t="38714" x="5192713" y="4625975"/>
          <p14:tracePt t="38723" x="5324475" y="4635500"/>
          <p14:tracePt t="38731" x="5457825" y="4635500"/>
          <p14:tracePt t="38739" x="5589588" y="4654550"/>
          <p14:tracePt t="38746" x="5713413" y="4673600"/>
          <p14:tracePt t="38757" x="5768975" y="4673600"/>
          <p14:tracePt t="38762" x="5826125" y="4673600"/>
          <p14:tracePt t="38771" x="5864225" y="4673600"/>
          <p14:tracePt t="38778" x="5883275" y="4673600"/>
          <p14:tracePt t="38785" x="5921375" y="4673600"/>
          <p14:tracePt t="38793" x="5949950" y="4673600"/>
          <p14:tracePt t="38802" x="5986463" y="4664075"/>
          <p14:tracePt t="38809" x="6034088" y="4654550"/>
          <p14:tracePt t="38818" x="6091238" y="4654550"/>
          <p14:tracePt t="38825" x="6157913" y="4645025"/>
          <p14:tracePt t="38834" x="6232525" y="4645025"/>
          <p14:tracePt t="38843" x="6289675" y="4635500"/>
          <p14:tracePt t="38849" x="6375400" y="4635500"/>
          <p14:tracePt t="38858" x="6432550" y="4635500"/>
          <p14:tracePt t="38866" x="6469063" y="4616450"/>
          <p14:tracePt t="38875" x="6535738" y="4616450"/>
          <p14:tracePt t="38882" x="6573838" y="4616450"/>
          <p14:tracePt t="38890" x="6611938" y="4616450"/>
          <p14:tracePt t="38899" x="6667500" y="4616450"/>
          <p14:tracePt t="38905" x="6715125" y="4616450"/>
          <p14:tracePt t="38915" x="6772275" y="4616450"/>
          <p14:tracePt t="38923" x="6810375" y="4616450"/>
          <p14:tracePt t="38931" x="6858000" y="4625975"/>
          <p14:tracePt t="38942" x="6904038" y="4625975"/>
          <p14:tracePt t="38948" x="6942138" y="4625975"/>
          <p14:tracePt t="38955" x="6980238" y="4625975"/>
          <p14:tracePt t="38962" x="7018338" y="4625975"/>
          <p14:tracePt t="38972" x="7046913" y="4616450"/>
          <p14:tracePt t="38978" x="7094538" y="4606925"/>
          <p14:tracePt t="38986" x="7121525" y="4597400"/>
          <p14:tracePt t="38994" x="7159625" y="4587875"/>
          <p14:tracePt t="39001" x="7207250" y="4578350"/>
          <p14:tracePt t="39009" x="7235825" y="4559300"/>
          <p14:tracePt t="39018" x="7283450" y="4549775"/>
          <p14:tracePt t="39025" x="7312025" y="4530725"/>
          <p14:tracePt t="39034" x="7348538" y="4521200"/>
          <p14:tracePt t="39042" x="7367588" y="4511675"/>
          <p14:tracePt t="39050" x="7386638" y="4502150"/>
          <p14:tracePt t="39059" x="7405688" y="4492625"/>
          <p14:tracePt t="39065" x="7424738" y="4483100"/>
          <p14:tracePt t="39074" x="7434263" y="4473575"/>
          <p14:tracePt t="39082" x="7453313" y="4473575"/>
          <p14:tracePt t="39091" x="7472363" y="4456113"/>
          <p14:tracePt t="39098" x="7491413" y="4446588"/>
          <p14:tracePt t="39107" x="7510463" y="4437063"/>
          <p14:tracePt t="39113" x="7539038" y="4418013"/>
          <p14:tracePt t="39121" x="7558088" y="4398963"/>
          <p14:tracePt t="39130" x="7594600" y="4389438"/>
          <p14:tracePt t="39138" x="7604125" y="4370388"/>
          <p14:tracePt t="39146" x="7623175" y="4360863"/>
          <p14:tracePt t="39157" x="7632700" y="4341813"/>
          <p14:tracePt t="39163" x="7642225" y="4322763"/>
          <p14:tracePt t="39174" x="7642225" y="4313238"/>
          <p14:tracePt t="39179" x="7651750" y="4294188"/>
          <p14:tracePt t="39186" x="7651750" y="4275138"/>
          <p14:tracePt t="39194" x="7651750" y="4246563"/>
          <p14:tracePt t="39202" x="7651750" y="4210050"/>
          <p14:tracePt t="39211" x="7651750" y="4181475"/>
          <p14:tracePt t="39217" x="7651750" y="4152900"/>
          <p14:tracePt t="39225" x="7651750" y="4114800"/>
          <p14:tracePt t="39233" x="7651750" y="4067175"/>
          <p14:tracePt t="39254" x="7642225" y="3983038"/>
          <p14:tracePt t="39259" x="7642225" y="3925888"/>
          <p14:tracePt t="39266" x="7642225" y="3868738"/>
          <p14:tracePt t="39275" x="7632700" y="3821113"/>
          <p14:tracePt t="39281" x="7632700" y="3765550"/>
          <p14:tracePt t="39290" x="7632700" y="3708400"/>
          <p14:tracePt t="39299" x="7623175" y="3660775"/>
          <p14:tracePt t="39305" x="7613650" y="3594100"/>
          <p14:tracePt t="39314" x="7585075" y="3556000"/>
          <p14:tracePt t="39323" x="7548563" y="3490913"/>
          <p14:tracePt t="39329" x="7510463" y="3424238"/>
          <p14:tracePt t="39337" x="7443788" y="3367088"/>
          <p14:tracePt t="39345" x="7377113" y="3311525"/>
          <p14:tracePt t="39354" x="7302500" y="3254375"/>
          <p14:tracePt t="39361" x="7235825" y="3197225"/>
          <p14:tracePt t="39369" x="7188200" y="3168650"/>
          <p14:tracePt t="39377" x="7121525" y="3121025"/>
          <p14:tracePt t="39385" x="7085013" y="3092450"/>
          <p14:tracePt t="39393" x="7065963" y="3074988"/>
          <p14:tracePt t="39401" x="7037388" y="3055938"/>
          <p14:tracePt t="39409" x="7018338" y="3027363"/>
          <p14:tracePt t="39418" x="6999288" y="3008313"/>
          <p14:tracePt t="39426" x="6980238" y="2989263"/>
          <p14:tracePt t="39433" x="6951663" y="2970213"/>
          <p14:tracePt t="39442" x="6923088" y="2960688"/>
          <p14:tracePt t="39449" x="6894513" y="2941638"/>
          <p14:tracePt t="39458" x="6848475" y="2913063"/>
          <p14:tracePt t="39465" x="6819900" y="2894013"/>
          <p14:tracePt t="39474" x="6753225" y="2865438"/>
          <p14:tracePt t="39507" x="6810375" y="2903538"/>
          <p14:tracePt t="39972" x="6819900" y="2903538"/>
          <p14:tracePt t="39994" x="6829425" y="2913063"/>
          <p14:tracePt t="40002" x="6838950" y="2913063"/>
          <p14:tracePt t="40009" x="6848475" y="2913063"/>
          <p14:tracePt t="40018" x="6858000" y="2913063"/>
          <p14:tracePt t="40026" x="6867525" y="2922588"/>
          <p14:tracePt t="40036" x="6877050" y="2932113"/>
          <p14:tracePt t="40042" x="6894513" y="2932113"/>
          <p14:tracePt t="40049" x="6913563" y="2941638"/>
          <p14:tracePt t="40058" x="6932613" y="2951163"/>
          <p14:tracePt t="40082" x="6923088" y="2951163"/>
          <p14:tracePt t="40091" x="6913563" y="2951163"/>
          <p14:tracePt t="40106" x="6932613" y="2960688"/>
          <p14:tracePt t="40113" x="6970713" y="2989263"/>
          <p14:tracePt t="40123" x="6980238" y="3008313"/>
          <p14:tracePt t="40129" x="7008813" y="3027363"/>
          <p14:tracePt t="40137" x="7018338" y="3055938"/>
          <p14:tracePt t="40146" x="7037388" y="3092450"/>
          <p14:tracePt t="40158" x="7065963" y="3111500"/>
          <p14:tracePt t="40163" x="7085013" y="3140075"/>
          <p14:tracePt t="40171" x="7104063" y="3168650"/>
          <p14:tracePt t="40177" x="7112000" y="3216275"/>
          <p14:tracePt t="40185" x="7140575" y="3263900"/>
          <p14:tracePt t="40193" x="7150100" y="3311525"/>
          <p14:tracePt t="40202" x="7159625" y="3348038"/>
          <p14:tracePt t="40209" x="7188200" y="3414713"/>
          <p14:tracePt t="40218" x="7188200" y="3452813"/>
          <p14:tracePt t="40225" x="7207250" y="3519488"/>
          <p14:tracePt t="40233" x="7226300" y="3575050"/>
          <p14:tracePt t="40254" x="7264400" y="3708400"/>
          <p14:tracePt t="40259" x="7264400" y="3746500"/>
          <p14:tracePt t="40266" x="7273925" y="3802063"/>
          <p14:tracePt t="40274" x="7273925" y="3849688"/>
          <p14:tracePt t="40282" x="7283450" y="3906838"/>
          <p14:tracePt t="40290" x="7292975" y="3954463"/>
          <p14:tracePt t="40298" x="7292975" y="3992563"/>
          <p14:tracePt t="40305" x="7292975" y="4019550"/>
          <p14:tracePt t="40315" x="7302500" y="4057650"/>
          <p14:tracePt t="40323" x="7302500" y="4086225"/>
          <p14:tracePt t="40331" x="7302500" y="4105275"/>
          <p14:tracePt t="40340" x="7302500" y="4124325"/>
          <p14:tracePt t="40357" x="7302500" y="4143375"/>
          <p14:tracePt t="40372" x="7302500" y="4162425"/>
          <p14:tracePt t="40378" x="7302500" y="4171950"/>
          <p14:tracePt t="40394" x="7292975" y="4191000"/>
          <p14:tracePt t="40402" x="7292975" y="4200525"/>
          <p14:tracePt t="40410" x="7283450" y="4219575"/>
          <p14:tracePt t="40417" x="7264400" y="4229100"/>
          <p14:tracePt t="40425" x="7245350" y="4246563"/>
          <p14:tracePt t="40434" x="7226300" y="4265613"/>
          <p14:tracePt t="40441" x="7207250" y="4284663"/>
          <p14:tracePt t="40450" x="7188200" y="4303713"/>
          <p14:tracePt t="40458" x="7159625" y="4322763"/>
          <p14:tracePt t="40466" x="7140575" y="4351338"/>
          <p14:tracePt t="40475" x="7094538" y="4370388"/>
          <p14:tracePt t="40483" x="7056438" y="4389438"/>
          <p14:tracePt t="40490" x="7018338" y="4418013"/>
          <p14:tracePt t="40498" x="6970713" y="4437063"/>
          <p14:tracePt t="40508" x="6904038" y="4464050"/>
          <p14:tracePt t="40515" x="6838950" y="4492625"/>
          <p14:tracePt t="40521" x="6781800" y="4502150"/>
          <p14:tracePt t="40529" x="6715125" y="4530725"/>
          <p14:tracePt t="40538" x="6650038" y="4540250"/>
          <p14:tracePt t="40545" x="6573838" y="4568825"/>
          <p14:tracePt t="40554" x="6488113" y="4578350"/>
          <p14:tracePt t="40561" x="6394450" y="4597400"/>
          <p14:tracePt t="40571" x="6299200" y="4597400"/>
          <p14:tracePt t="40577" x="6186488" y="4606925"/>
          <p14:tracePt t="40586" x="6072188" y="4606925"/>
          <p14:tracePt t="40593" x="5949950" y="4625975"/>
          <p14:tracePt t="40602" x="5816600" y="4625975"/>
          <p14:tracePt t="40610" x="5703888" y="4625975"/>
          <p14:tracePt t="40618" x="5589588" y="4625975"/>
          <p14:tracePt t="40627" x="5457825" y="4625975"/>
          <p14:tracePt t="40633" x="5343525" y="4616450"/>
          <p14:tracePt t="40643" x="5230813" y="4606925"/>
          <p14:tracePt t="40649" x="5126038" y="4587875"/>
          <p14:tracePt t="40658" x="5051425" y="4578350"/>
          <p14:tracePt t="40666" x="4994275" y="4559300"/>
          <p14:tracePt t="40675" x="4927600" y="4549775"/>
          <p14:tracePt t="40682" x="4899025" y="4540250"/>
          <p14:tracePt t="40691" x="4860925" y="4530725"/>
          <p14:tracePt t="40697" x="4843463" y="4521200"/>
          <p14:tracePt t="40707" x="4824413" y="4511675"/>
          <p14:tracePt t="40714" x="4805363" y="4502150"/>
          <p14:tracePt t="40724" x="4776788" y="4492625"/>
          <p14:tracePt t="40729" x="4757738" y="4483100"/>
          <p14:tracePt t="40737" x="4729163" y="4473575"/>
          <p14:tracePt t="40745" x="4691063" y="4464050"/>
          <p14:tracePt t="40753" x="4662488" y="4464050"/>
          <p14:tracePt t="40762" x="4643438" y="4456113"/>
          <p14:tracePt t="40770" x="4625975" y="4456113"/>
          <p14:tracePt t="40778" x="4616450" y="4456113"/>
          <p14:tracePt t="41299" x="4616450" y="4446588"/>
          <p14:tracePt t="41611" x="4625975" y="4437063"/>
          <p14:tracePt t="42651" x="4643438" y="4437063"/>
          <p14:tracePt t="42659" x="4672013" y="4437063"/>
          <p14:tracePt t="42667" x="4719638" y="4446588"/>
          <p14:tracePt t="42676" x="4786313" y="4473575"/>
          <p14:tracePt t="42683" x="4899025" y="4502150"/>
          <p14:tracePt t="42693" x="5032375" y="4530725"/>
          <p14:tracePt t="42698" x="5202238" y="4559300"/>
          <p14:tracePt t="42707" x="5400675" y="4606925"/>
          <p14:tracePt t="42713" x="5637213" y="4645025"/>
          <p14:tracePt t="42723" x="5854700" y="4683125"/>
          <p14:tracePt t="42729" x="6119813" y="4738688"/>
          <p14:tracePt t="42738" x="6289675" y="4767263"/>
          <p14:tracePt t="42745" x="6403975" y="4776788"/>
          <p14:tracePt t="42753" x="6469063" y="4776788"/>
          <p14:tracePt t="43019" x="6526213" y="4776788"/>
          <p14:tracePt t="43027" x="6545263" y="4776788"/>
          <p14:tracePt t="43035" x="6573838" y="4776788"/>
          <p14:tracePt t="43045" x="6611938" y="4776788"/>
          <p14:tracePt t="43051" x="6686550" y="4776788"/>
          <p14:tracePt t="43060" x="6762750" y="4776788"/>
          <p14:tracePt t="43067" x="6877050" y="4776788"/>
          <p14:tracePt t="43075" x="7008813" y="4776788"/>
          <p14:tracePt t="43082" x="7140575" y="4767263"/>
          <p14:tracePt t="43091" x="7312025" y="4767263"/>
          <p14:tracePt t="43098" x="7500938" y="4767263"/>
          <p14:tracePt t="43107" x="7689850" y="4748213"/>
          <p14:tracePt t="43114" x="7878763" y="4748213"/>
          <p14:tracePt t="43122" x="8029575" y="4729163"/>
          <p14:tracePt t="43130" x="8181975" y="4729163"/>
          <p14:tracePt t="43138" x="8294688" y="4719638"/>
          <p14:tracePt t="43145" x="8389938" y="4719638"/>
          <p14:tracePt t="43153" x="8437563" y="4710113"/>
          <p14:tracePt t="43161" x="8483600" y="4691063"/>
          <p14:tracePt t="43169" x="8493125" y="4691063"/>
          <p14:tracePt t="43177" x="8512175" y="4691063"/>
          <p14:tracePt t="43187" x="8521700" y="4691063"/>
          <p14:tracePt t="43195" x="8540750" y="4691063"/>
          <p14:tracePt t="43206" x="8550275" y="4683125"/>
          <p14:tracePt t="43211" x="8569325" y="4683125"/>
          <p14:tracePt t="43219" x="8588375" y="4673600"/>
          <p14:tracePt t="43226" x="8597900" y="4673600"/>
          <p14:tracePt t="43234" x="8607425" y="4673600"/>
          <p14:tracePt t="43242" x="8616950" y="4673600"/>
          <p14:tracePt t="43250" x="8626475" y="4664075"/>
          <p14:tracePt t="43347" x="8636000" y="4654550"/>
          <p14:tracePt t="43363" x="8645525" y="4645025"/>
          <p14:tracePt t="43372" x="8645525" y="4635500"/>
          <p14:tracePt t="43380" x="8655050" y="4625975"/>
          <p14:tracePt t="43386" x="8664575" y="4625975"/>
          <p14:tracePt t="43393" x="8664575" y="4616450"/>
          <p14:tracePt t="43401" x="8674100" y="4606925"/>
          <p14:tracePt t="43409" x="8683625" y="4587875"/>
          <p14:tracePt t="43418" x="8701088" y="4568825"/>
          <p14:tracePt t="43426" x="8720138" y="4549775"/>
          <p14:tracePt t="43434" x="8748713" y="4540250"/>
          <p14:tracePt t="43442" x="8767763" y="4502150"/>
          <p14:tracePt t="43450" x="8796338" y="4473575"/>
          <p14:tracePt t="43458" x="8834438" y="4427538"/>
          <p14:tracePt t="43466" x="8882063" y="4389438"/>
          <p14:tracePt t="43475" x="8918575" y="4351338"/>
          <p14:tracePt t="43482" x="8956675" y="4303713"/>
          <p14:tracePt t="43491" x="8975725" y="4275138"/>
          <p14:tracePt t="43498" x="8994775" y="4237038"/>
          <p14:tracePt t="43507" x="9004300" y="4210050"/>
          <p14:tracePt t="43514" x="9004300" y="4181475"/>
          <p14:tracePt t="43523" x="9004300" y="4152900"/>
          <p14:tracePt t="43530" x="9004300" y="4114800"/>
          <p14:tracePt t="43539" x="9004300" y="4105275"/>
          <p14:tracePt t="43546" x="8994775" y="4057650"/>
          <p14:tracePt t="43555" x="8975725" y="4038600"/>
          <p14:tracePt t="43563" x="8956675" y="4010025"/>
          <p14:tracePt t="43571" x="8928100" y="3983038"/>
          <p14:tracePt t="43578" x="8901113" y="3963988"/>
          <p14:tracePt t="43585" x="8872538" y="3944938"/>
          <p14:tracePt t="43593" x="8834438" y="3935413"/>
          <p14:tracePt t="43601" x="8815388" y="3916363"/>
          <p14:tracePt t="43609" x="8786813" y="3906838"/>
          <p14:tracePt t="43617" x="8777288" y="3906838"/>
          <p14:tracePt t="43625" x="8748713" y="3906838"/>
          <p14:tracePt t="43642" x="8729663" y="3897313"/>
          <p14:tracePt t="43649" x="8710613" y="3897313"/>
          <p14:tracePt t="43658" x="8701088" y="3897313"/>
          <p14:tracePt t="43665" x="8683625" y="3897313"/>
          <p14:tracePt t="43675" x="8664575" y="3897313"/>
          <p14:tracePt t="43682" x="8645525" y="3897313"/>
          <p14:tracePt t="43691" x="8626475" y="3906838"/>
          <p14:tracePt t="43698" x="8616950" y="3906838"/>
          <p14:tracePt t="43707" x="8597900" y="3916363"/>
          <p14:tracePt t="43714" x="8597900" y="3925888"/>
          <p14:tracePt t="43724" x="8578850" y="3935413"/>
          <p14:tracePt t="43731" x="8559800" y="3954463"/>
          <p14:tracePt t="43738" x="8550275" y="3963988"/>
          <p14:tracePt t="43746" x="8540750" y="3983038"/>
          <p14:tracePt t="43754" x="8521700" y="4000500"/>
          <p14:tracePt t="43762" x="8512175" y="4010025"/>
          <p14:tracePt t="43770" x="8493125" y="4029075"/>
          <p14:tracePt t="43778" x="8483600" y="4057650"/>
          <p14:tracePt t="43787" x="8474075" y="4076700"/>
          <p14:tracePt t="43794" x="8456613" y="4095750"/>
          <p14:tracePt t="43803" x="8447088" y="4133850"/>
          <p14:tracePt t="43810" x="8437563" y="4152900"/>
          <p14:tracePt t="43817" x="8428038" y="4181475"/>
          <p14:tracePt t="43825" x="8418513" y="4200525"/>
          <p14:tracePt t="43834" x="8418513" y="4229100"/>
          <p14:tracePt t="43841" x="8408988" y="4246563"/>
          <p14:tracePt t="43850" x="8408988" y="4284663"/>
          <p14:tracePt t="43857" x="8408988" y="4294188"/>
          <p14:tracePt t="43865" x="8408988" y="4313238"/>
          <p14:tracePt t="43873" x="8408988" y="4332288"/>
          <p14:tracePt t="43881" x="8408988" y="4351338"/>
          <p14:tracePt t="43890" x="8408988" y="4360863"/>
          <p14:tracePt t="43897" x="8408988" y="4379913"/>
          <p14:tracePt t="43907" x="8408988" y="4389438"/>
          <p14:tracePt t="43912" x="8408988" y="4408488"/>
          <p14:tracePt t="43922" x="8418513" y="4427538"/>
          <p14:tracePt t="43929" x="8418513" y="4437063"/>
          <p14:tracePt t="43938" x="8428038" y="4446588"/>
          <p14:tracePt t="43945" x="8437563" y="4473575"/>
          <p14:tracePt t="43955" x="8466138" y="4502150"/>
          <p14:tracePt t="43962" x="8483600" y="4521200"/>
          <p14:tracePt t="43969" x="8512175" y="4540250"/>
          <p14:tracePt t="43978" x="8550275" y="4559300"/>
          <p14:tracePt t="43987" x="8578850" y="4587875"/>
          <p14:tracePt t="43994" x="8626475" y="4606925"/>
          <p14:tracePt t="44003" x="8674100" y="4635500"/>
          <p14:tracePt t="44010" x="8729663" y="4654550"/>
          <p14:tracePt t="44020" x="8777288" y="4664075"/>
          <p14:tracePt t="44026" x="8824913" y="4683125"/>
          <p14:tracePt t="44033" x="8863013" y="4691063"/>
          <p14:tracePt t="44041" x="8910638" y="4691063"/>
          <p14:tracePt t="44049" x="8947150" y="4700588"/>
          <p14:tracePt t="44057" x="8994775" y="4700588"/>
          <p14:tracePt t="44065" x="9023350" y="4700588"/>
          <p14:tracePt t="44073" x="9070975" y="4700588"/>
          <p14:tracePt t="44081" x="9099550" y="4700588"/>
          <p14:tracePt t="44090" x="9145588" y="4691063"/>
          <p14:tracePt t="44097" x="9174163" y="4683125"/>
          <p14:tracePt t="44106" x="9202738" y="4664075"/>
          <p14:tracePt t="44113" x="9231313" y="4645025"/>
          <p14:tracePt t="44123" x="9259888" y="4635500"/>
          <p14:tracePt t="44130" x="9278938" y="4616450"/>
          <p14:tracePt t="44139" x="9288463" y="4597400"/>
          <p14:tracePt t="44146" x="9307513" y="4578350"/>
          <p14:tracePt t="44155" x="9317038" y="4559300"/>
          <p14:tracePt t="44161" x="9326563" y="4530725"/>
          <p14:tracePt t="44169" x="9336088" y="4492625"/>
          <p14:tracePt t="44177" x="9345613" y="4464050"/>
          <p14:tracePt t="44186" x="9355138" y="4446588"/>
          <p14:tracePt t="44194" x="9355138" y="4418013"/>
          <p14:tracePt t="44203" x="9355138" y="4389438"/>
          <p14:tracePt t="44210" x="9355138" y="4351338"/>
          <p14:tracePt t="44219" x="9355138" y="4322763"/>
          <p14:tracePt t="44225" x="9355138" y="4284663"/>
          <p14:tracePt t="44233" x="9355138" y="4265613"/>
          <p14:tracePt t="44254" x="9355138" y="4200525"/>
          <p14:tracePt t="44258" x="9355138" y="4171950"/>
          <p14:tracePt t="44265" x="9345613" y="4152900"/>
          <p14:tracePt t="44273" x="9345613" y="4133850"/>
          <p14:tracePt t="44281" x="9336088" y="4114800"/>
          <p14:tracePt t="44290" x="9326563" y="4095750"/>
          <p14:tracePt t="44297" x="9317038" y="4076700"/>
          <p14:tracePt t="44306" x="9307513" y="4057650"/>
          <p14:tracePt t="44313" x="9288463" y="4038600"/>
          <p14:tracePt t="44323" x="9278938" y="4029075"/>
          <p14:tracePt t="44329" x="9259888" y="4019550"/>
          <p14:tracePt t="44339" x="9231313" y="4010025"/>
          <p14:tracePt t="44345" x="9183688" y="4000500"/>
          <p14:tracePt t="44354" x="9155113" y="3992563"/>
          <p14:tracePt t="44361" x="9109075" y="3992563"/>
          <p14:tracePt t="44369" x="9070975" y="3992563"/>
          <p14:tracePt t="44378" x="9042400" y="3992563"/>
          <p14:tracePt t="44386" x="9013825" y="3992563"/>
          <p14:tracePt t="44394" x="8975725" y="3992563"/>
          <p14:tracePt t="44403" x="8956675" y="3992563"/>
          <p14:tracePt t="44410" x="8937625" y="4010025"/>
          <p14:tracePt t="44420" x="8910638" y="4019550"/>
          <p14:tracePt t="44426" x="8901113" y="4029075"/>
          <p14:tracePt t="44435" x="8882063" y="4048125"/>
          <p14:tracePt t="44443" x="8853488" y="4057650"/>
          <p14:tracePt t="44451" x="8834438" y="4076700"/>
          <p14:tracePt t="44459" x="8805863" y="4095750"/>
          <p14:tracePt t="44467" x="8796338" y="4114800"/>
          <p14:tracePt t="44477" x="8767763" y="4133850"/>
          <p14:tracePt t="44481" x="8758238" y="4152900"/>
          <p14:tracePt t="44489" x="8739188" y="4191000"/>
          <p14:tracePt t="44498" x="8729663" y="4210050"/>
          <p14:tracePt t="44506" x="8720138" y="4237038"/>
          <p14:tracePt t="44514" x="8701088" y="4256088"/>
          <p14:tracePt t="44522" x="8683625" y="4284663"/>
          <p14:tracePt t="44530" x="8674100" y="4303713"/>
          <p14:tracePt t="44540" x="8674100" y="4341813"/>
          <p14:tracePt t="44545" x="8664575" y="4370388"/>
          <p14:tracePt t="44553" x="8655050" y="4389438"/>
          <p14:tracePt t="44561" x="8655050" y="4418013"/>
          <p14:tracePt t="44568" x="8655050" y="4437063"/>
          <p14:tracePt t="44577" x="8655050" y="4464050"/>
          <p14:tracePt t="44585" x="8655050" y="4483100"/>
          <p14:tracePt t="44593" x="8655050" y="4502150"/>
          <p14:tracePt t="44602" x="8674100" y="4521200"/>
          <p14:tracePt t="44609" x="8693150" y="4549775"/>
          <p14:tracePt t="44619" x="8710613" y="4568825"/>
          <p14:tracePt t="44626" x="8729663" y="4587875"/>
          <p14:tracePt t="44634" x="8758238" y="4606925"/>
          <p14:tracePt t="44642" x="8805863" y="4625975"/>
          <p14:tracePt t="44650" x="8834438" y="4654550"/>
          <p14:tracePt t="44658" x="8872538" y="4664075"/>
          <p14:tracePt t="44666" x="8910638" y="4673600"/>
          <p14:tracePt t="44675" x="8937625" y="4683125"/>
          <p14:tracePt t="44682" x="8975725" y="4691063"/>
          <p14:tracePt t="44692" x="9004300" y="4691063"/>
          <p14:tracePt t="44697" x="9042400" y="4691063"/>
          <p14:tracePt t="44706" x="9080500" y="4700588"/>
          <p14:tracePt t="44713" x="9109075" y="4700588"/>
          <p14:tracePt t="44723" x="9137650" y="4700588"/>
          <p14:tracePt t="44729" x="9155113" y="4700588"/>
          <p14:tracePt t="44739" x="9183688" y="4691063"/>
          <p14:tracePt t="44746" x="9202738" y="4673600"/>
          <p14:tracePt t="44754" x="9221788" y="4654550"/>
          <p14:tracePt t="44762" x="9250363" y="4616450"/>
          <p14:tracePt t="44769" x="9269413" y="4587875"/>
          <p14:tracePt t="44777" x="9307513" y="4559300"/>
          <p14:tracePt t="44786" x="9317038" y="4511675"/>
          <p14:tracePt t="44793" x="9336088" y="4464050"/>
          <p14:tracePt t="44802" x="9355138" y="4418013"/>
          <p14:tracePt t="44809" x="9372600" y="4370388"/>
          <p14:tracePt t="44817" x="9372600" y="4313238"/>
          <p14:tracePt t="44825" x="9372600" y="4275138"/>
          <p14:tracePt t="44833" x="9372600" y="4229100"/>
          <p14:tracePt t="44841" x="9372600" y="4191000"/>
          <p14:tracePt t="44849" x="9372600" y="4143375"/>
          <p14:tracePt t="44857" x="9345613" y="4095750"/>
          <p14:tracePt t="44865" x="9336088" y="4067175"/>
          <p14:tracePt t="44873" x="9326563" y="4038600"/>
          <p14:tracePt t="44881" x="9317038" y="4000500"/>
          <p14:tracePt t="44890" x="9297988" y="3983038"/>
          <p14:tracePt t="44897" x="9278938" y="3963988"/>
          <p14:tracePt t="44907" x="9259888" y="3944938"/>
          <p14:tracePt t="44912" x="9240838" y="3925888"/>
          <p14:tracePt t="44922" x="9221788" y="3916363"/>
          <p14:tracePt t="44929" x="9193213" y="3906838"/>
          <p14:tracePt t="44938" x="9164638" y="3897313"/>
          <p14:tracePt t="44945" x="9137650" y="3887788"/>
          <p14:tracePt t="44953" x="9090025" y="3868738"/>
          <p14:tracePt t="44961" x="9061450" y="3859213"/>
          <p14:tracePt t="44969" x="9023350" y="3859213"/>
          <p14:tracePt t="44978" x="8975725" y="3859213"/>
          <p14:tracePt t="44986" x="8947150" y="3859213"/>
          <p14:tracePt t="44994" x="8901113" y="3859213"/>
          <p14:tracePt t="45003" x="8863013" y="3859213"/>
          <p14:tracePt t="45009" x="8824913" y="3887788"/>
          <p14:tracePt t="45019" x="8796338" y="3897313"/>
          <p14:tracePt t="45026" x="8767763" y="3916363"/>
          <p14:tracePt t="45033" x="8729663" y="3944938"/>
          <p14:tracePt t="45042" x="8701088" y="3973513"/>
          <p14:tracePt t="45049" x="8664575" y="4000500"/>
          <p14:tracePt t="45057" x="8645525" y="4038600"/>
          <p14:tracePt t="45066" x="8616950" y="4076700"/>
          <p14:tracePt t="45073" x="8588375" y="4114800"/>
          <p14:tracePt t="45082" x="8578850" y="4152900"/>
          <p14:tracePt t="45091" x="8559800" y="4200525"/>
          <p14:tracePt t="45098" x="8550275" y="4237038"/>
          <p14:tracePt t="45107" x="8550275" y="4265613"/>
          <p14:tracePt t="45114" x="8550275" y="4303713"/>
          <p14:tracePt t="45124" x="8550275" y="4322763"/>
          <p14:tracePt t="45130" x="8550275" y="4351338"/>
          <p14:tracePt t="45139" x="8550275" y="4370388"/>
          <p14:tracePt t="45145" x="8550275" y="4408488"/>
          <p14:tracePt t="45155" x="8550275" y="4427538"/>
          <p14:tracePt t="45161" x="8559800" y="4456113"/>
          <p14:tracePt t="45169" x="8578850" y="4473575"/>
          <p14:tracePt t="45177" x="8597900" y="4492625"/>
          <p14:tracePt t="45186" x="8626475" y="4530725"/>
          <p14:tracePt t="45194" x="8664575" y="4559300"/>
          <p14:tracePt t="45204" x="8693150" y="4578350"/>
          <p14:tracePt t="45210" x="8739188" y="4616450"/>
          <p14:tracePt t="45219" x="8786813" y="4645025"/>
          <p14:tracePt t="45226" x="8834438" y="4664075"/>
          <p14:tracePt t="45236" x="8901113" y="4673600"/>
          <p14:tracePt t="45242" x="8947150" y="4700588"/>
          <p14:tracePt t="45249" x="9004300" y="4700588"/>
          <p14:tracePt t="45257" x="9042400" y="4700588"/>
          <p14:tracePt t="45266" x="9099550" y="4700588"/>
          <p14:tracePt t="45273" x="9145588" y="4700588"/>
          <p14:tracePt t="45281" x="9174163" y="4691063"/>
          <p14:tracePt t="45290" x="9202738" y="4664075"/>
          <p14:tracePt t="45297" x="9240838" y="4654550"/>
          <p14:tracePt t="45306" x="9259888" y="4625975"/>
          <p14:tracePt t="45313" x="9278938" y="4587875"/>
          <p14:tracePt t="45323" x="9297988" y="4559300"/>
          <p14:tracePt t="45329" x="9317038" y="4530725"/>
          <p14:tracePt t="45339" x="9326563" y="4502150"/>
          <p14:tracePt t="45345" x="9345613" y="4456113"/>
          <p14:tracePt t="45354" x="9345613" y="4408488"/>
          <p14:tracePt t="45361" x="9345613" y="4379913"/>
          <p14:tracePt t="45371" x="9355138" y="4332288"/>
          <p14:tracePt t="45378" x="9355138" y="4294188"/>
          <p14:tracePt t="45386" x="9355138" y="4265613"/>
          <p14:tracePt t="45394" x="9355138" y="4219575"/>
          <p14:tracePt t="45403" x="9355138" y="4191000"/>
          <p14:tracePt t="45410" x="9345613" y="4171950"/>
          <p14:tracePt t="45422" x="9345613" y="4143375"/>
          <p14:tracePt t="45426" x="9336088" y="4124325"/>
          <p14:tracePt t="45434" x="9326563" y="4114800"/>
          <p14:tracePt t="45442" x="9317038" y="4095750"/>
          <p14:tracePt t="45458" x="9288463" y="4076700"/>
          <p14:tracePt t="45474" x="9269413" y="4067175"/>
          <p14:tracePt t="45481" x="9240838" y="4057650"/>
          <p14:tracePt t="45489" x="9221788" y="4057650"/>
          <p14:tracePt t="45499" x="9183688" y="4038600"/>
          <p14:tracePt t="45506" x="9155113" y="4038600"/>
          <p14:tracePt t="45515" x="9118600" y="4038600"/>
          <p14:tracePt t="45522" x="9080500" y="4038600"/>
          <p14:tracePt t="45531" x="9042400" y="4048125"/>
          <p14:tracePt t="45539" x="9013825" y="4048125"/>
          <p14:tracePt t="45546" x="8975725" y="4067175"/>
          <p14:tracePt t="45554" x="8947150" y="4076700"/>
          <p14:tracePt t="45563" x="8928100" y="4095750"/>
          <p14:tracePt t="45569" x="8891588" y="4114800"/>
          <p14:tracePt t="45577" x="8863013" y="4143375"/>
          <p14:tracePt t="45586" x="8843963" y="4171950"/>
          <p14:tracePt t="45593" x="8805863" y="4200525"/>
          <p14:tracePt t="45602" x="8786813" y="4237038"/>
          <p14:tracePt t="45609" x="8767763" y="4265613"/>
          <p14:tracePt t="45618" x="8758238" y="4313238"/>
          <p14:tracePt t="45625" x="8748713" y="4341813"/>
          <p14:tracePt t="45634" x="8739188" y="4370388"/>
          <p14:tracePt t="45642" x="8739188" y="4408488"/>
          <p14:tracePt t="45650" x="8739188" y="4437063"/>
          <p14:tracePt t="45658" x="8739188" y="4456113"/>
          <p14:tracePt t="45666" x="8748713" y="4473575"/>
          <p14:tracePt t="45674" x="8767763" y="4492625"/>
          <p14:tracePt t="45681" x="8796338" y="4511675"/>
          <p14:tracePt t="45689" x="8815388" y="4521200"/>
          <p14:tracePt t="45697" x="8853488" y="4540250"/>
          <p14:tracePt t="45706" x="8882063" y="4559300"/>
          <p14:tracePt t="45714" x="8910638" y="4559300"/>
          <p14:tracePt t="45723" x="8956675" y="4568825"/>
          <p14:tracePt t="45730" x="8994775" y="4568825"/>
          <p14:tracePt t="45739" x="9023350" y="4568825"/>
          <p14:tracePt t="45746" x="9061450" y="4568825"/>
          <p14:tracePt t="45756" x="9080500" y="4559300"/>
          <p14:tracePt t="45763" x="9080500" y="4549775"/>
          <p14:tracePt t="45771" x="9099550" y="4530725"/>
          <p14:tracePt t="45779" x="9109075" y="4511675"/>
          <p14:tracePt t="45787" x="9118600" y="4492625"/>
          <p14:tracePt t="45793" x="9128125" y="4473575"/>
          <p14:tracePt t="45801" x="9128125" y="4456113"/>
          <p14:tracePt t="45809" x="9128125" y="4437063"/>
          <p14:tracePt t="45819" x="9128125" y="4418013"/>
          <p14:tracePt t="45825" x="9128125" y="4389438"/>
          <p14:tracePt t="45834" x="9128125" y="4370388"/>
          <p14:tracePt t="45842" x="9128125" y="4341813"/>
          <p14:tracePt t="45850" x="9128125" y="4322763"/>
          <p14:tracePt t="45858" x="9109075" y="4284663"/>
          <p14:tracePt t="45866" x="9090025" y="4265613"/>
          <p14:tracePt t="45874" x="9070975" y="4246563"/>
          <p14:tracePt t="45883" x="9042400" y="4210050"/>
          <p14:tracePt t="45892" x="9004300" y="4191000"/>
          <p14:tracePt t="45897" x="8956675" y="4171950"/>
          <p14:tracePt t="45906" x="8928100" y="4152900"/>
          <p14:tracePt t="45914" x="8882063" y="4133850"/>
          <p14:tracePt t="45923" x="8853488" y="4124325"/>
          <p14:tracePt t="45929" x="8834438" y="4124325"/>
          <p14:tracePt t="45939" x="8815388" y="4124325"/>
          <p14:tracePt t="45946" x="8805863" y="4124325"/>
          <p14:tracePt t="45954" x="8796338" y="4124325"/>
          <p14:tracePt t="45970" x="8767763" y="4162425"/>
          <p14:tracePt t="45978" x="8758238" y="4181475"/>
          <p14:tracePt t="45989" x="8739188" y="4200525"/>
          <p14:tracePt t="45996" x="8729663" y="4229100"/>
          <p14:tracePt t="46004" x="8720138" y="4256088"/>
          <p14:tracePt t="46010" x="8710613" y="4294188"/>
          <p14:tracePt t="46019" x="8701088" y="4332288"/>
          <p14:tracePt t="46026" x="8701088" y="4370388"/>
          <p14:tracePt t="46034" x="8701088" y="4398963"/>
          <p14:tracePt t="46041" x="8701088" y="4418013"/>
          <p14:tracePt t="46050" x="8701088" y="4446588"/>
          <p14:tracePt t="46057" x="8710613" y="4464050"/>
          <p14:tracePt t="46066" x="8720138" y="4483100"/>
          <p14:tracePt t="46074" x="8739188" y="4492625"/>
          <p14:tracePt t="46083" x="8758238" y="4511675"/>
          <p14:tracePt t="46091" x="8786813" y="4521200"/>
          <p14:tracePt t="46099" x="8824913" y="4530725"/>
          <p14:tracePt t="46110" x="8863013" y="4530725"/>
          <p14:tracePt t="46113" x="8910638" y="4549775"/>
          <p14:tracePt t="46122" x="8937625" y="4549775"/>
          <p14:tracePt t="46129" x="8975725" y="4549775"/>
          <p14:tracePt t="46139" x="9013825" y="4540250"/>
          <p14:tracePt t="46145" x="9042400" y="4521200"/>
          <p14:tracePt t="46155" x="9070975" y="4511675"/>
          <p14:tracePt t="46161" x="9090025" y="4492625"/>
          <p14:tracePt t="46170" x="9128125" y="4473575"/>
          <p14:tracePt t="46177" x="9137650" y="4437063"/>
          <p14:tracePt t="46185" x="9145588" y="4408488"/>
          <p14:tracePt t="46193" x="9164638" y="4389438"/>
          <p14:tracePt t="46202" x="9164638" y="4360863"/>
          <p14:tracePt t="46210" x="9164638" y="4332288"/>
          <p14:tracePt t="46218" x="9164638" y="4294188"/>
          <p14:tracePt t="46225" x="9164638" y="4265613"/>
          <p14:tracePt t="46238" x="9164638" y="4246563"/>
          <p14:tracePt t="46241" x="9145588" y="4219575"/>
          <p14:tracePt t="46250" x="9128125" y="4200525"/>
          <p14:tracePt t="46257" x="9090025" y="4162425"/>
          <p14:tracePt t="46266" x="9061450" y="4143375"/>
          <p14:tracePt t="46274" x="9013825" y="4124325"/>
          <p14:tracePt t="46282" x="8975725" y="4105275"/>
          <p14:tracePt t="46291" x="8937625" y="4086225"/>
          <p14:tracePt t="46298" x="8901113" y="4086225"/>
          <p14:tracePt t="46307" x="8882063" y="4076700"/>
          <p14:tracePt t="46314" x="8863013" y="4076700"/>
          <p14:tracePt t="46323" x="8853488" y="4076700"/>
          <p14:tracePt t="46329" x="8843963" y="4076700"/>
          <p14:tracePt t="46339" x="8834438" y="4076700"/>
          <p14:tracePt t="46345" x="8834438" y="4086225"/>
          <p14:tracePt t="46354" x="8824913" y="4105275"/>
          <p14:tracePt t="46361" x="8815388" y="4124325"/>
          <p14:tracePt t="46370" x="8815388" y="4143375"/>
          <p14:tracePt t="46377" x="8805863" y="4162425"/>
          <p14:tracePt t="46387" x="8805863" y="4181475"/>
          <p14:tracePt t="46393" x="8796338" y="4200525"/>
          <p14:tracePt t="46401" x="8796338" y="4219575"/>
          <p14:tracePt t="46409" x="8796338" y="4246563"/>
          <p14:tracePt t="46418" x="8796338" y="4275138"/>
          <p14:tracePt t="46425" x="8796338" y="4294188"/>
          <p14:tracePt t="46433" x="8805863" y="4322763"/>
          <p14:tracePt t="46441" x="8824913" y="4351338"/>
          <p14:tracePt t="46449" x="8834438" y="4370388"/>
          <p14:tracePt t="46457" x="8872538" y="4389438"/>
          <p14:tracePt t="46465" x="8891588" y="4398963"/>
          <p14:tracePt t="46474" x="8918575" y="4408488"/>
          <p14:tracePt t="46482" x="8937625" y="4418013"/>
          <p14:tracePt t="46490" x="8956675" y="4418013"/>
          <p14:tracePt t="46498" x="8966200" y="4418013"/>
          <p14:tracePt t="46506" x="8975725" y="4418013"/>
          <p14:tracePt t="46522" x="8985250" y="4418013"/>
          <p14:tracePt t="46539" x="8994775" y="4418013"/>
          <p14:tracePt t="46546" x="8994775" y="4408488"/>
          <p14:tracePt t="46555" x="8994775" y="4398963"/>
          <p14:tracePt t="46569" x="8994775" y="4379913"/>
          <p14:tracePt t="46586" x="8994775" y="4360863"/>
          <p14:tracePt t="46603" x="8994775" y="4341813"/>
          <p14:tracePt t="47490" x="8994775" y="4322763"/>
          <p14:tracePt t="47506" x="8994775" y="4303713"/>
          <p14:tracePt t="47513" x="8994775" y="4284663"/>
          <p14:tracePt t="47530" x="8994775" y="4265613"/>
          <p14:tracePt t="47539" x="8985250" y="4256088"/>
          <p14:tracePt t="47545" x="8985250" y="4246563"/>
          <p14:tracePt t="47555" x="8975725" y="4246563"/>
          <p14:tracePt t="47562" x="8966200" y="4237038"/>
          <p14:tracePt t="47569" x="8956675" y="4237038"/>
          <p14:tracePt t="47578" x="8947150" y="4237038"/>
          <p14:tracePt t="47593" x="8937625" y="4237038"/>
          <p14:tracePt t="47610" x="8918575" y="4237038"/>
          <p14:tracePt t="47626" x="8918575" y="4256088"/>
          <p14:tracePt t="47636" x="8918575" y="4275138"/>
          <p14:tracePt t="47643" x="8910638" y="4303713"/>
          <p14:tracePt t="47651" x="8910638" y="4341813"/>
          <p14:tracePt t="47658" x="8910638" y="4370388"/>
          <p14:tracePt t="47667" x="8918575" y="4408488"/>
          <p14:tracePt t="47675" x="8918575" y="4446588"/>
          <p14:tracePt t="47683" x="8928100" y="4473575"/>
          <p14:tracePt t="47691" x="8937625" y="4502150"/>
          <p14:tracePt t="47698" x="8947150" y="4540250"/>
          <p14:tracePt t="47707" x="8956675" y="4559300"/>
          <p14:tracePt t="47713" x="8975725" y="4578350"/>
          <p14:tracePt t="47722" x="8994775" y="4587875"/>
          <p14:tracePt t="47729" x="9023350" y="4597400"/>
          <p14:tracePt t="47738" x="9042400" y="4606925"/>
          <p14:tracePt t="47746" x="9080500" y="4606925"/>
          <p14:tracePt t="47755" x="9109075" y="4616450"/>
          <p14:tracePt t="47761" x="9137650" y="4616450"/>
          <p14:tracePt t="47771" x="9183688" y="4616450"/>
          <p14:tracePt t="47777" x="9212263" y="4616450"/>
          <p14:tracePt t="47787" x="9221788" y="4606925"/>
          <p14:tracePt t="47794" x="9240838" y="4597400"/>
          <p14:tracePt t="47802" x="9259888" y="4587875"/>
          <p14:tracePt t="47811" x="9269413" y="4568825"/>
          <p14:tracePt t="47817" x="9278938" y="4549775"/>
          <p14:tracePt t="47826" x="9288463" y="4530725"/>
          <p14:tracePt t="47834" x="9297988" y="4511675"/>
          <p14:tracePt t="47842" x="9297988" y="4483100"/>
          <p14:tracePt t="47849" x="9297988" y="4464050"/>
          <p14:tracePt t="47858" x="9297988" y="4437063"/>
          <p14:tracePt t="47865" x="9297988" y="4398963"/>
          <p14:tracePt t="47873" x="9297988" y="4379913"/>
          <p14:tracePt t="47882" x="9288463" y="4351338"/>
          <p14:tracePt t="47890" x="9269413" y="4332288"/>
          <p14:tracePt t="47897" x="9250363" y="4313238"/>
          <p14:tracePt t="47906" x="9221788" y="4294188"/>
          <p14:tracePt t="47913" x="9193213" y="4265613"/>
          <p14:tracePt t="47922" x="9145588" y="4246563"/>
          <p14:tracePt t="47929" x="9099550" y="4229100"/>
          <p14:tracePt t="47938" x="9032875" y="4210050"/>
          <p14:tracePt t="47945" x="8975725" y="4200525"/>
          <p14:tracePt t="47954" x="8928100" y="4200525"/>
          <p14:tracePt t="47961" x="8891588" y="4200525"/>
          <p14:tracePt t="47969" x="8863013" y="4200525"/>
          <p14:tracePt t="47977" x="8843963" y="4200525"/>
          <p14:tracePt t="47985" x="8834438" y="4200525"/>
          <p14:tracePt t="47993" x="8824913" y="4219575"/>
          <p14:tracePt t="48002" x="8815388" y="4229100"/>
          <p14:tracePt t="48009" x="8815388" y="4237038"/>
          <p14:tracePt t="48018" x="8805863" y="4256088"/>
          <p14:tracePt t="48025" x="8805863" y="4294188"/>
          <p14:tracePt t="48034" x="8805863" y="4322763"/>
          <p14:tracePt t="48042" x="8805863" y="4341813"/>
          <p14:tracePt t="48050" x="8805863" y="4370388"/>
          <p14:tracePt t="48058" x="8805863" y="4389438"/>
          <p14:tracePt t="48067" x="8824913" y="4408488"/>
          <p14:tracePt t="48075" x="8834438" y="4418013"/>
          <p14:tracePt t="48082" x="8853488" y="4427538"/>
          <p14:tracePt t="48091" x="8872538" y="4437063"/>
          <p14:tracePt t="48097" x="8901113" y="4446588"/>
          <p14:tracePt t="48106" x="8918575" y="4456113"/>
          <p14:tracePt t="48113" x="8937625" y="4456113"/>
          <p14:tracePt t="48122" x="8956675" y="4456113"/>
          <p14:tracePt t="48129" x="8966200" y="4456113"/>
          <p14:tracePt t="48204" x="8966200" y="4446588"/>
          <p14:tracePt t="48209" x="8956675" y="4446588"/>
          <p14:tracePt t="48225" x="8937625" y="4437063"/>
          <p14:tracePt t="50147" x="8937625" y="4446588"/>
          <p14:tracePt t="50174" x="8947150" y="4446588"/>
          <p14:tracePt t="50179" x="8956675" y="4446588"/>
          <p14:tracePt t="50195" x="8966200" y="4456113"/>
          <p14:tracePt t="50210" x="8966200" y="4464050"/>
          <p14:tracePt t="50603" x="8956675" y="4446588"/>
          <p14:tracePt t="50741" x="8947150" y="4446588"/>
          <p14:tracePt t="50771" x="8937625" y="4446588"/>
          <p14:tracePt t="50803" x="8928100" y="4446588"/>
          <p14:tracePt t="50826" x="8918575" y="4446588"/>
          <p14:tracePt t="50841" x="8901113" y="4446588"/>
          <p14:tracePt t="50849" x="8882063" y="4446588"/>
          <p14:tracePt t="50857" x="8853488" y="4456113"/>
          <p14:tracePt t="50866" x="8815388" y="4456113"/>
          <p14:tracePt t="50874" x="8777288" y="4456113"/>
          <p14:tracePt t="50882" x="8739188" y="4456113"/>
          <p14:tracePt t="50890" x="8683625" y="4456113"/>
          <p14:tracePt t="50898" x="8616950" y="4456113"/>
          <p14:tracePt t="50906" x="8559800" y="4456113"/>
          <p14:tracePt t="50913" x="8483600" y="4456113"/>
          <p14:tracePt t="50922" x="8418513" y="4456113"/>
          <p14:tracePt t="50929" x="8380413" y="4456113"/>
          <p14:tracePt t="50937" x="8323263" y="4456113"/>
          <p14:tracePt t="50945" x="8285163" y="4456113"/>
          <p14:tracePt t="50955" x="8247063" y="4456113"/>
          <p14:tracePt t="50962" x="8210550" y="4437063"/>
          <p14:tracePt t="50971" x="8162925" y="4437063"/>
          <p14:tracePt t="50977" x="8124825" y="4437063"/>
          <p14:tracePt t="50986" x="8077200" y="4437063"/>
          <p14:tracePt t="50993" x="8020050" y="4427538"/>
          <p14:tracePt t="51002" x="7983538" y="4427538"/>
          <p14:tracePt t="51010" x="7935913" y="4427538"/>
          <p14:tracePt t="51018" x="7878763" y="4418013"/>
          <p14:tracePt t="51026" x="7821613" y="4418013"/>
          <p14:tracePt t="51036" x="7775575" y="4418013"/>
          <p14:tracePt t="51043" x="7737475" y="4418013"/>
          <p14:tracePt t="51053" x="7708900" y="4418013"/>
          <p14:tracePt t="51059" x="7670800" y="4418013"/>
          <p14:tracePt t="51066" x="7642225" y="4418013"/>
          <p14:tracePt t="51075" x="7613650" y="4418013"/>
          <p14:tracePt t="51083" x="7594600" y="4418013"/>
          <p14:tracePt t="51090" x="7585075" y="4418013"/>
          <p14:tracePt t="51098" x="7566025" y="4418013"/>
          <p14:tracePt t="51113" x="7539038" y="4418013"/>
          <p14:tracePt t="51122" x="7529513" y="4418013"/>
          <p14:tracePt t="51129" x="7500938" y="4418013"/>
          <p14:tracePt t="51138" x="7481888" y="4418013"/>
          <p14:tracePt t="51145" x="7443788" y="4418013"/>
          <p14:tracePt t="51154" x="7396163" y="4418013"/>
          <p14:tracePt t="51161" x="7367588" y="4418013"/>
          <p14:tracePt t="51170" x="7321550" y="4418013"/>
          <p14:tracePt t="51177" x="7292975" y="4408488"/>
          <p14:tracePt t="51187" x="7254875" y="4408488"/>
          <p14:tracePt t="51193" x="7216775" y="4408488"/>
          <p14:tracePt t="51202" x="7178675" y="4408488"/>
          <p14:tracePt t="51210" x="7150100" y="4408488"/>
          <p14:tracePt t="51217" x="7104063" y="4408488"/>
          <p14:tracePt t="51226" x="7065963" y="4408488"/>
          <p14:tracePt t="51235" x="7008813" y="4408488"/>
          <p14:tracePt t="51255" x="6904038" y="4398963"/>
          <p14:tracePt t="51260" x="6829425" y="4398963"/>
          <p14:tracePt t="51270" x="6762750" y="4379913"/>
          <p14:tracePt t="51275" x="6686550" y="4379913"/>
          <p14:tracePt t="51281" x="6630988" y="4379913"/>
          <p14:tracePt t="51289" x="6554788" y="4370388"/>
          <p14:tracePt t="51297" x="6478588" y="4370388"/>
          <p14:tracePt t="51306" x="6413500" y="4360863"/>
          <p14:tracePt t="51313" x="6337300" y="4360863"/>
          <p14:tracePt t="51322" x="6261100" y="4360863"/>
          <p14:tracePt t="51329" x="6186488" y="4360863"/>
          <p14:tracePt t="51339" x="6100763" y="4360863"/>
          <p14:tracePt t="51346" x="6005513" y="4341813"/>
          <p14:tracePt t="51355" x="5911850" y="4341813"/>
          <p14:tracePt t="51361" x="5816600" y="4341813"/>
          <p14:tracePt t="51371" x="5703888" y="4332288"/>
          <p14:tracePt t="51377" x="5608638" y="4332288"/>
          <p14:tracePt t="51387" x="5514975" y="4332288"/>
          <p14:tracePt t="51393" x="5410200" y="4332288"/>
          <p14:tracePt t="51402" x="5334000" y="4332288"/>
          <p14:tracePt t="51409" x="5278438" y="4332288"/>
          <p14:tracePt t="51417" x="5221288" y="4332288"/>
          <p14:tracePt t="51425" x="5164138" y="4332288"/>
          <p14:tracePt t="51434" x="5116513" y="4332288"/>
          <p14:tracePt t="51442" x="5060950" y="4332288"/>
          <p14:tracePt t="51451" x="5022850" y="4332288"/>
          <p14:tracePt t="51458" x="4975225" y="4332288"/>
          <p14:tracePt t="51467" x="4937125" y="4332288"/>
          <p14:tracePt t="51474" x="4889500" y="4332288"/>
          <p14:tracePt t="51483" x="4852988" y="4332288"/>
          <p14:tracePt t="51491" x="4805363" y="4332288"/>
          <p14:tracePt t="51497" x="4776788" y="4332288"/>
          <p14:tracePt t="51505" x="4748213" y="4341813"/>
          <p14:tracePt t="51513" x="4729163" y="4341813"/>
          <p14:tracePt t="51521" x="4710113" y="4341813"/>
          <p14:tracePt t="52469" x="4719638" y="4341813"/>
          <p14:tracePt t="52474" x="4748213" y="4351338"/>
          <p14:tracePt t="52483" x="4795838" y="4360863"/>
          <p14:tracePt t="52493" x="4852988" y="4370388"/>
          <p14:tracePt t="52497" x="4975225" y="4408488"/>
          <p14:tracePt t="52505" x="5126038" y="4418013"/>
          <p14:tracePt t="52513" x="5314950" y="4456113"/>
          <p14:tracePt t="52521" x="5551488" y="4464050"/>
          <p14:tracePt t="52529" x="5873750" y="4511675"/>
          <p14:tracePt t="52537" x="6196013" y="4530725"/>
          <p14:tracePt t="52546" x="6516688" y="4549775"/>
          <p14:tracePt t="52554" x="6800850" y="4568825"/>
          <p14:tracePt t="52562" x="7037388" y="4568825"/>
          <p14:tracePt t="52570" x="7273925" y="4587875"/>
          <p14:tracePt t="52578" x="7481888" y="4587875"/>
          <p14:tracePt t="52587" x="7651750" y="4587875"/>
          <p14:tracePt t="52593" x="7785100" y="4578350"/>
          <p14:tracePt t="52603" x="7897813" y="4568825"/>
          <p14:tracePt t="52609" x="7983538" y="4549775"/>
          <p14:tracePt t="52618" x="8039100" y="4549775"/>
          <p14:tracePt t="52625" x="8086725" y="4540250"/>
          <p14:tracePt t="52633" x="8143875" y="4530725"/>
          <p14:tracePt t="52641" x="8191500" y="4521200"/>
          <p14:tracePt t="52649" x="8229600" y="4502150"/>
          <p14:tracePt t="52658" x="8275638" y="4502150"/>
          <p14:tracePt t="52666" x="8304213" y="4502150"/>
          <p14:tracePt t="52674" x="8332788" y="4492625"/>
          <p14:tracePt t="52684" x="8370888" y="4492625"/>
          <p14:tracePt t="52690" x="8380413" y="4492625"/>
          <p14:tracePt t="52899" x="8380413" y="4473575"/>
          <p14:tracePt t="52915" x="8380413" y="4456113"/>
          <p14:tracePt t="52930" x="8361363" y="4437063"/>
          <p14:tracePt t="52938" x="8351838" y="4418013"/>
          <p14:tracePt t="52946" x="8342313" y="4398963"/>
          <p14:tracePt t="52955" x="8332788" y="4370388"/>
          <p14:tracePt t="52961" x="8323263" y="4351338"/>
          <p14:tracePt t="52970" x="8313738" y="4332288"/>
          <p14:tracePt t="52978" x="8304213" y="4294188"/>
          <p14:tracePt t="52987" x="8294688" y="4265613"/>
          <p14:tracePt t="52993" x="8275638" y="4219575"/>
          <p14:tracePt t="53003" x="8256588" y="4171950"/>
          <p14:tracePt t="53009" x="8239125" y="4105275"/>
          <p14:tracePt t="53018" x="8210550" y="4048125"/>
          <p14:tracePt t="53026" x="8201025" y="3963988"/>
          <p14:tracePt t="53032" x="8172450" y="3878263"/>
          <p14:tracePt t="53041" x="8143875" y="3783013"/>
          <p14:tracePt t="53049" x="8096250" y="3698875"/>
          <p14:tracePt t="53058" x="8058150" y="3594100"/>
          <p14:tracePt t="53066" x="8012113" y="3519488"/>
          <p14:tracePt t="53074" x="7974013" y="3433763"/>
          <p14:tracePt t="53084" x="7926388" y="3348038"/>
          <p14:tracePt t="53090" x="7869238" y="3263900"/>
          <p14:tracePt t="53099" x="7831138" y="3178175"/>
          <p14:tracePt t="53106" x="7775575" y="3111500"/>
          <p14:tracePt t="53114" x="7737475" y="3046413"/>
          <p14:tracePt t="53121" x="7689850" y="2989263"/>
          <p14:tracePt t="53130" x="7642225" y="2922588"/>
          <p14:tracePt t="53138" x="7594600" y="2884488"/>
          <p14:tracePt t="53145" x="7575550" y="2857500"/>
          <p14:tracePt t="53154" x="7548563" y="2828925"/>
          <p14:tracePt t="53161" x="7519988" y="2790825"/>
          <p14:tracePt t="53170" x="7500938" y="2762250"/>
          <p14:tracePt t="53177" x="7481888" y="2743200"/>
          <p14:tracePt t="53193" x="7472363" y="2724150"/>
          <p14:tracePt t="53203" x="7462838" y="2714625"/>
          <p14:tracePt t="53209" x="7462838" y="2705100"/>
          <p14:tracePt t="53218" x="7453313" y="2686050"/>
          <p14:tracePt t="53233" x="7434263" y="2667000"/>
          <p14:tracePt t="53242" x="7424738" y="2657475"/>
          <p14:tracePt t="53249" x="7415213" y="2638425"/>
          <p14:tracePt t="53257" x="7405688" y="2620963"/>
          <p14:tracePt t="53266" x="7396163" y="2611438"/>
          <p14:tracePt t="53273" x="7386638" y="2592388"/>
          <p14:tracePt t="53289" x="7377113" y="2573338"/>
          <p14:tracePt t="53298" x="7348538" y="2554288"/>
          <p14:tracePt t="53305" x="7348538" y="2544763"/>
          <p14:tracePt t="53314" x="7331075" y="2535238"/>
          <p14:tracePt t="53321" x="7321550" y="2525713"/>
          <p14:tracePt t="53330" x="7312025" y="2516188"/>
          <p14:tracePt t="53338" x="7302500" y="2506663"/>
          <p14:tracePt t="53346" x="7292975" y="2497138"/>
          <p14:tracePt t="53354" x="7273925" y="2487613"/>
          <p14:tracePt t="53371" x="7245350" y="2478088"/>
          <p14:tracePt t="53377" x="7226300" y="2468563"/>
          <p14:tracePt t="53388" x="7207250" y="2459038"/>
          <p14:tracePt t="53394" x="7178675" y="2459038"/>
          <p14:tracePt t="53402" x="7140575" y="2439988"/>
          <p14:tracePt t="53409" x="7112000" y="2430463"/>
          <p14:tracePt t="53418" x="7075488" y="2420938"/>
          <p14:tracePt t="53425" x="7037388" y="2401888"/>
          <p14:tracePt t="53433" x="6989763" y="2374900"/>
          <p14:tracePt t="53441" x="6961188" y="2365375"/>
          <p14:tracePt t="53450" x="6932613" y="2365375"/>
          <p14:tracePt t="53459" x="6904038" y="2355850"/>
          <p14:tracePt t="53468" x="6886575" y="2346325"/>
          <p14:tracePt t="53474" x="6877050" y="2336800"/>
          <p14:tracePt t="53483" x="6858000" y="2336800"/>
          <p14:tracePt t="53499" x="6838950" y="2327275"/>
          <p14:tracePt t="53505" x="6829425" y="2327275"/>
          <p14:tracePt t="53514" x="6810375" y="2327275"/>
          <p14:tracePt t="53530" x="6791325" y="2317750"/>
          <p14:tracePt t="53546" x="6781800" y="2317750"/>
          <p14:tracePt t="54957" x="6781800" y="2336800"/>
          <p14:tracePt t="54962" x="6781800" y="2346325"/>
          <p14:tracePt t="54971" x="6781800" y="2355850"/>
          <p14:tracePt t="54977" x="6781800" y="2374900"/>
          <p14:tracePt t="54987" x="6791325" y="2393950"/>
          <p14:tracePt t="54993" x="6800850" y="2430463"/>
          <p14:tracePt t="55003" x="6819900" y="2459038"/>
          <p14:tracePt t="55009" x="6829425" y="2487613"/>
          <p14:tracePt t="55019" x="6848475" y="2535238"/>
          <p14:tracePt t="55025" x="6858000" y="2582863"/>
          <p14:tracePt t="55032" x="6867525" y="2620963"/>
          <p14:tracePt t="55041" x="6894513" y="2686050"/>
          <p14:tracePt t="55051" x="6904038" y="2752725"/>
          <p14:tracePt t="55058" x="6951663" y="2838450"/>
          <p14:tracePt t="55068" x="6961188" y="2894013"/>
          <p14:tracePt t="55074" x="6989763" y="2979738"/>
          <p14:tracePt t="55083" x="7018338" y="3074988"/>
          <p14:tracePt t="55090" x="7056438" y="3159125"/>
          <p14:tracePt t="55099" x="7104063" y="3263900"/>
          <p14:tracePt t="55106" x="7159625" y="3367088"/>
          <p14:tracePt t="55114" x="7226300" y="3481388"/>
          <p14:tracePt t="55122" x="7283450" y="3584575"/>
          <p14:tracePt t="55131" x="7348538" y="3670300"/>
          <p14:tracePt t="55144" x="7424738" y="3765550"/>
          <p14:tracePt t="55145" x="7510463" y="3849688"/>
          <p14:tracePt t="55153" x="7623175" y="3944938"/>
          <p14:tracePt t="55161" x="7747000" y="4029075"/>
          <p14:tracePt t="55169" x="7850188" y="4105275"/>
          <p14:tracePt t="55177" x="7954963" y="4181475"/>
          <p14:tracePt t="55186" x="8086725" y="4246563"/>
          <p14:tracePt t="55193" x="8191500" y="4303713"/>
          <p14:tracePt t="55203" x="8294688" y="4341813"/>
          <p14:tracePt t="55209" x="8418513" y="4408488"/>
          <p14:tracePt t="55220" x="8512175" y="4446588"/>
          <p14:tracePt t="55232" x="8636000" y="4492625"/>
          <p14:tracePt t="55234" x="8767763" y="4540250"/>
          <p14:tracePt t="55241" x="8891588" y="4568825"/>
          <p14:tracePt t="55249" x="9023350" y="4597400"/>
          <p14:tracePt t="55258" x="9145588" y="4625975"/>
          <p14:tracePt t="55266" x="9259888" y="4645025"/>
          <p14:tracePt t="55273" x="9391650" y="4654550"/>
          <p14:tracePt t="55281" x="9486900" y="4654550"/>
          <p14:tracePt t="55289" x="9582150" y="4654550"/>
          <p14:tracePt t="55298" x="9685338" y="4654550"/>
          <p14:tracePt t="55305" x="9761538" y="4645025"/>
          <p14:tracePt t="55314" x="9809163" y="4625975"/>
          <p14:tracePt t="55322" x="9864725" y="4606925"/>
          <p14:tracePt t="55329" x="9902825" y="4578350"/>
          <p14:tracePt t="55338" x="9931400" y="4568825"/>
          <p14:tracePt t="55346" x="9950450" y="4549775"/>
          <p14:tracePt t="55354" x="9969500" y="4530725"/>
          <p14:tracePt t="55362" x="9979025" y="4511675"/>
          <p14:tracePt t="55372" x="9979025" y="4492625"/>
          <p14:tracePt t="55377" x="9988550" y="4473575"/>
          <p14:tracePt t="55386" x="9988550" y="4446588"/>
          <p14:tracePt t="55393" x="9988550" y="4427538"/>
          <p14:tracePt t="55402" x="9988550" y="4398963"/>
          <p14:tracePt t="55409" x="9979025" y="4360863"/>
          <p14:tracePt t="55419" x="9959975" y="4341813"/>
          <p14:tracePt t="55425" x="9931400" y="4313238"/>
          <p14:tracePt t="55435" x="9893300" y="4284663"/>
          <p14:tracePt t="55441" x="9845675" y="4265613"/>
          <p14:tracePt t="55451" x="9799638" y="4246563"/>
          <p14:tracePt t="55457" x="9723438" y="4219575"/>
          <p14:tracePt t="55468" x="9637713" y="4200525"/>
          <p14:tracePt t="55474" x="9544050" y="4191000"/>
          <p14:tracePt t="55485" x="9448800" y="4171950"/>
          <p14:tracePt t="55490" x="9355138" y="4171950"/>
          <p14:tracePt t="55501" x="9259888" y="4171950"/>
          <p14:tracePt t="55507" x="9174163" y="4171950"/>
          <p14:tracePt t="55513" x="9118600" y="4181475"/>
          <p14:tracePt t="55521" x="9070975" y="4191000"/>
          <p14:tracePt t="55529" x="9032875" y="4200525"/>
          <p14:tracePt t="55537" x="9013825" y="4219575"/>
          <p14:tracePt t="55545" x="8985250" y="4237038"/>
          <p14:tracePt t="55553" x="8966200" y="4256088"/>
          <p14:tracePt t="55561" x="8956675" y="4275138"/>
          <p14:tracePt t="55569" x="8947150" y="4303713"/>
          <p14:tracePt t="55577" x="8947150" y="4313238"/>
          <p14:tracePt t="55586" x="8937625" y="4351338"/>
          <p14:tracePt t="55593" x="8937625" y="4370388"/>
          <p14:tracePt t="55603" x="8937625" y="4389438"/>
          <p14:tracePt t="55610" x="8937625" y="4398963"/>
          <p14:tracePt t="55618" x="8937625" y="4408488"/>
          <p14:tracePt t="55626" x="8947150" y="4427538"/>
          <p14:tracePt t="55635" x="8966200" y="4437063"/>
          <p14:tracePt t="55642" x="8985250" y="4446588"/>
          <p14:tracePt t="55649" x="9004300" y="4456113"/>
          <p14:tracePt t="55657" x="9023350" y="4464050"/>
          <p14:tracePt t="55665" x="9070975" y="4464050"/>
          <p14:tracePt t="55673" x="9099550" y="4473575"/>
          <p14:tracePt t="55682" x="9137650" y="4473575"/>
          <p14:tracePt t="55689" x="9183688" y="4473575"/>
          <p14:tracePt t="55698" x="9221788" y="4473575"/>
          <p14:tracePt t="55705" x="9259888" y="4473575"/>
          <p14:tracePt t="55715" x="9288463" y="4473575"/>
          <p14:tracePt t="55722" x="9317038" y="4473575"/>
          <p14:tracePt t="55730" x="9336088" y="4473575"/>
          <p14:tracePt t="55786" x="9345613" y="4473575"/>
          <p14:tracePt t="55810" x="9345613" y="4464050"/>
          <p14:tracePt t="55835" x="9336088" y="4456113"/>
          <p14:tracePt t="55850" x="9317038" y="4446588"/>
          <p14:tracePt t="55860" x="9307513" y="4446588"/>
          <p14:tracePt t="55867" x="9297988" y="4446588"/>
          <p14:tracePt t="55875" x="9288463" y="4446588"/>
          <p14:tracePt t="56139" x="9288463" y="4437063"/>
          <p14:tracePt t="56234" x="9288463" y="4427538"/>
          <p14:tracePt t="57019" x="9288463" y="4437063"/>
          <p14:tracePt t="57043" x="9288463" y="4446588"/>
          <p14:tracePt t="59730" x="9288463" y="4456113"/>
          <p14:tracePt t="60859" x="9288463" y="4464050"/>
          <p14:tracePt t="60873" x="9307513" y="4483100"/>
          <p14:tracePt t="60882" x="9317038" y="4492625"/>
          <p14:tracePt t="60889" x="9326563" y="4502150"/>
          <p14:tracePt t="60905" x="9345613" y="4511675"/>
          <p14:tracePt t="60921" x="9355138" y="4521200"/>
          <p14:tracePt t="61052" x="9382125" y="4530725"/>
          <p14:tracePt t="61058" x="9420225" y="4530725"/>
          <p14:tracePt t="61066" x="9439275" y="4530725"/>
          <p14:tracePt t="61089" x="9429750" y="4511675"/>
          <p14:tracePt t="61097" x="9410700" y="4511675"/>
          <p14:tracePt t="61105" x="9372600" y="4502150"/>
          <p14:tracePt t="61121" x="9345613" y="4483100"/>
          <p14:tracePt t="61130" x="9336088" y="4483100"/>
          <p14:tracePt t="61138" x="9317038" y="4483100"/>
          <p14:tracePt t="61145" x="9288463" y="4473575"/>
          <p14:tracePt t="61153" x="9259888" y="4473575"/>
          <p14:tracePt t="61161" x="9212263" y="4456113"/>
          <p14:tracePt t="61169" x="9155113" y="4456113"/>
          <p14:tracePt t="61177" x="9080500" y="4446588"/>
          <p14:tracePt t="61185" x="8956675" y="4427538"/>
          <p14:tracePt t="61193" x="8824913" y="4418013"/>
          <p14:tracePt t="61201" x="8693150" y="4398963"/>
          <p14:tracePt t="61209" x="8540750" y="4389438"/>
          <p14:tracePt t="61219" x="8428038" y="4370388"/>
          <p14:tracePt t="61230" x="8275638" y="4360863"/>
          <p14:tracePt t="61235" x="8172450" y="4341813"/>
          <p14:tracePt t="61241" x="8115300" y="4341813"/>
          <p14:tracePt t="61250" x="8086725" y="4341813"/>
          <p14:tracePt t="61300" x="8086725" y="4332288"/>
          <p14:tracePt t="61322" x="8105775" y="4332288"/>
          <p14:tracePt t="61410" x="8105775" y="4322763"/>
          <p14:tracePt t="61466" x="8105775" y="4303713"/>
          <p14:tracePt t="61498" x="8124825" y="4284663"/>
          <p14:tracePt t="61522" x="8124825" y="4275138"/>
          <p14:tracePt t="61538" x="8134350" y="4265613"/>
          <p14:tracePt t="61545" x="8143875" y="4265613"/>
          <p14:tracePt t="61552" x="8153400" y="4256088"/>
          <p14:tracePt t="61578" x="8162925" y="4246563"/>
          <p14:tracePt t="61661" x="8172450" y="4246563"/>
          <p14:tracePt t="61682" x="8172450" y="4237038"/>
          <p14:tracePt t="61827" x="8181975" y="4237038"/>
          <p14:tracePt t="61843" x="8201025" y="4237038"/>
          <p14:tracePt t="61859" x="8229600" y="4237038"/>
          <p14:tracePt t="61867" x="8247063" y="4237038"/>
          <p14:tracePt t="61875" x="8266113" y="4237038"/>
          <p14:tracePt t="61882" x="8313738" y="4246563"/>
          <p14:tracePt t="61892" x="8351838" y="4246563"/>
          <p14:tracePt t="61899" x="8399463" y="4256088"/>
          <p14:tracePt t="61906" x="8437563" y="4256088"/>
          <p14:tracePt t="61913" x="8502650" y="4265613"/>
          <p14:tracePt t="61922" x="8559800" y="4265613"/>
          <p14:tracePt t="61929" x="8597900" y="4275138"/>
          <p14:tracePt t="61937" x="8636000" y="4275138"/>
          <p14:tracePt t="61946" x="8664575" y="4275138"/>
          <p14:tracePt t="61953" x="8683625" y="4275138"/>
          <p14:tracePt t="62009" x="8674100" y="4284663"/>
          <p14:tracePt t="62017" x="8645525" y="4284663"/>
          <p14:tracePt t="62025" x="8607425" y="4284663"/>
          <p14:tracePt t="62034" x="8588375" y="4284663"/>
          <p14:tracePt t="62041" x="8578850" y="4284663"/>
          <p14:tracePt t="62291" x="8597900" y="4256088"/>
          <p14:tracePt t="62355" x="8597900" y="4246563"/>
          <p14:tracePt t="62563" x="8588375" y="4246563"/>
          <p14:tracePt t="63140" x="8588375" y="4237038"/>
          <p14:tracePt t="63147" x="8578850" y="4219575"/>
          <p14:tracePt t="63154" x="8569325" y="4219575"/>
          <p14:tracePt t="63163" x="8550275" y="4200525"/>
          <p14:tracePt t="63170" x="8521700" y="4162425"/>
          <p14:tracePt t="63177" x="8483600" y="4133850"/>
          <p14:tracePt t="63185" x="8456613" y="4095750"/>
          <p14:tracePt t="63194" x="8399463" y="4048125"/>
          <p14:tracePt t="63201" x="8332788" y="3992563"/>
          <p14:tracePt t="63209" x="8285163" y="3944938"/>
          <p14:tracePt t="63217" x="8201025" y="3887788"/>
          <p14:tracePt t="63230" x="8115300" y="3830638"/>
          <p14:tracePt t="63234" x="8002588" y="3756025"/>
          <p14:tracePt t="63242" x="7897813" y="3679825"/>
          <p14:tracePt t="63251" x="7802563" y="3622675"/>
          <p14:tracePt t="63258" x="7699375" y="3546475"/>
          <p14:tracePt t="63268" x="7604125" y="3452813"/>
          <p14:tracePt t="63273" x="7519988" y="3386138"/>
          <p14:tracePt t="63282" x="7434263" y="3311525"/>
          <p14:tracePt t="63289" x="7348538" y="3235325"/>
          <p14:tracePt t="63298" x="7273925" y="3168650"/>
          <p14:tracePt t="63305" x="7226300" y="3121025"/>
          <p14:tracePt t="63313" x="7169150" y="3046413"/>
          <p14:tracePt t="63321" x="7131050" y="2998788"/>
          <p14:tracePt t="63329" x="7094538" y="2951163"/>
          <p14:tracePt t="63337" x="7065963" y="2922588"/>
          <p14:tracePt t="63346" x="7046913" y="2884488"/>
          <p14:tracePt t="63353" x="7008813" y="2857500"/>
          <p14:tracePt t="63363" x="7008813" y="2838450"/>
          <p14:tracePt t="63370" x="6989763" y="2828925"/>
          <p14:tracePt t="63378" x="6989763" y="2809875"/>
          <p14:tracePt t="63386" x="6980238" y="2809875"/>
          <p14:tracePt t="63396" x="6970713" y="2800350"/>
          <p14:tracePt t="63419" x="6970713" y="2790825"/>
          <p14:tracePt t="63427" x="6970713" y="2781300"/>
          <p14:tracePt t="63444" x="6951663" y="2762250"/>
          <p14:tracePt t="63459" x="6923088" y="2743200"/>
          <p14:tracePt t="63467" x="6904038" y="2724150"/>
          <p14:tracePt t="63473" x="6886575" y="2714625"/>
          <p14:tracePt t="63483" x="6877050" y="2695575"/>
          <p14:tracePt t="63489" x="6858000" y="2676525"/>
          <p14:tracePt t="63497" x="6848475" y="2667000"/>
          <p14:tracePt t="63505" x="6838950" y="2657475"/>
          <p14:tracePt t="63515" x="6838950" y="2647950"/>
          <p14:tracePt t="63529" x="6829425" y="2647950"/>
          <p14:tracePt t="63547" x="6829425" y="2638425"/>
          <p14:tracePt t="63563" x="6819900" y="2628900"/>
          <p14:tracePt t="63570" x="6819900" y="2620963"/>
          <p14:tracePt t="63578" x="6810375" y="2611438"/>
          <p14:tracePt t="63585" x="6810375" y="2592388"/>
          <p14:tracePt t="63603" x="6791325" y="2573338"/>
          <p14:tracePt t="63610" x="6781800" y="2554288"/>
          <p14:tracePt t="63618" x="6772275" y="2544763"/>
          <p14:tracePt t="63626" x="6762750" y="2525713"/>
          <p14:tracePt t="63635" x="6753225" y="2525713"/>
          <p14:tracePt t="63642" x="6743700" y="2516188"/>
          <p14:tracePt t="63651" x="6734175" y="2506663"/>
          <p14:tracePt t="63658" x="6734175" y="2497138"/>
          <p14:tracePt t="63667" x="6734175" y="2478088"/>
          <p14:tracePt t="63674" x="6705600" y="2459038"/>
          <p14:tracePt t="63883" x="6696075" y="2439988"/>
          <p14:tracePt t="63907" x="6696075" y="2430463"/>
          <p14:tracePt t="63914" x="6686550" y="2411413"/>
          <p14:tracePt t="63923" x="6677025" y="2393950"/>
          <p14:tracePt t="63931" x="6667500" y="2374900"/>
          <p14:tracePt t="63939" x="6659563" y="2355850"/>
          <p14:tracePt t="63953" x="6650038" y="2346325"/>
          <p14:tracePt t="63977" x="6640513" y="2336800"/>
          <p14:tracePt t="66796" x="6640513" y="2355850"/>
          <p14:tracePt t="66801" x="6659563" y="2393950"/>
          <p14:tracePt t="66809" x="6686550" y="2449513"/>
          <p14:tracePt t="66817" x="6734175" y="2516188"/>
          <p14:tracePt t="66825" x="6800850" y="2638425"/>
          <p14:tracePt t="66833" x="6894513" y="2762250"/>
          <p14:tracePt t="66841" x="6970713" y="2903538"/>
          <p14:tracePt t="66849" x="7065963" y="3046413"/>
          <p14:tracePt t="66857" x="7140575" y="3178175"/>
          <p14:tracePt t="66865" x="7197725" y="3302000"/>
          <p14:tracePt t="66874" x="7264400" y="3424238"/>
          <p14:tracePt t="66882" x="7302500" y="3538538"/>
          <p14:tracePt t="66891" x="7358063" y="3622675"/>
          <p14:tracePt t="66898" x="7386638" y="3708400"/>
          <p14:tracePt t="66906" x="7415213" y="3756025"/>
          <p14:tracePt t="66914" x="7434263" y="3783013"/>
          <p14:tracePt t="66922" x="7453313" y="3821113"/>
          <p14:tracePt t="66929" x="7472363" y="3849688"/>
          <p14:tracePt t="66937" x="7481888" y="3859213"/>
          <p14:tracePt t="66945" x="7491413" y="3868738"/>
          <p14:tracePt t="66953" x="7500938" y="3868738"/>
          <p14:tracePt t="66969" x="7510463" y="3868738"/>
          <p14:tracePt t="66986" x="7529513" y="3868738"/>
          <p14:tracePt t="67082" x="7539038" y="3868738"/>
          <p14:tracePt t="67099" x="7558088" y="3887788"/>
          <p14:tracePt t="67109" x="7566025" y="3897313"/>
          <p14:tracePt t="67114" x="7585075" y="3906838"/>
          <p14:tracePt t="67121" x="7604125" y="3925888"/>
          <p14:tracePt t="67130" x="7613650" y="3925888"/>
          <p14:tracePt t="67139" x="7623175" y="3935413"/>
          <p14:tracePt t="67147" x="7632700" y="3944938"/>
          <p14:tracePt t="67275" x="7632700" y="3954463"/>
          <p14:tracePt t="67394" x="7642225" y="3973513"/>
          <p14:tracePt t="67409" x="7661275" y="3992563"/>
          <p14:tracePt t="67417" x="7680325" y="4010025"/>
          <p14:tracePt t="67425" x="7699375" y="4029075"/>
          <p14:tracePt t="67434" x="7737475" y="4067175"/>
          <p14:tracePt t="67441" x="7785100" y="4105275"/>
          <p14:tracePt t="67450" x="7831138" y="4133850"/>
          <p14:tracePt t="67457" x="7897813" y="4162425"/>
          <p14:tracePt t="67466" x="7945438" y="4200525"/>
          <p14:tracePt t="67473" x="8012113" y="4237038"/>
          <p14:tracePt t="67481" x="8058150" y="4246563"/>
          <p14:tracePt t="67491" x="8086725" y="4275138"/>
          <p14:tracePt t="67502" x="8105775" y="4284663"/>
          <p14:tracePt t="67507" x="8124825" y="4284663"/>
          <p14:tracePt t="67650" x="8124825" y="4303713"/>
          <p14:tracePt t="67698" x="8124825" y="4322763"/>
          <p14:tracePt t="67714" x="8124825" y="4332288"/>
          <p14:tracePt t="67738" x="8124825" y="4341813"/>
          <p14:tracePt t="67770" x="8105775" y="4341813"/>
          <p14:tracePt t="67794" x="8096250" y="4341813"/>
          <p14:tracePt t="67810" x="8086725" y="4341813"/>
          <p14:tracePt t="67818" x="8077200" y="4341813"/>
          <p14:tracePt t="67826" x="8058150" y="4341813"/>
          <p14:tracePt t="67835" x="8048625" y="4341813"/>
          <p14:tracePt t="67842" x="8039100" y="4341813"/>
          <p14:tracePt t="67851" x="8029575" y="4341813"/>
          <p14:tracePt t="68075" x="8020050" y="4341813"/>
          <p14:tracePt t="68082" x="8012113" y="4351338"/>
          <p14:tracePt t="68091" x="7993063" y="4351338"/>
          <p14:tracePt t="68100" x="7974013" y="4360863"/>
          <p14:tracePt t="68106" x="7945438" y="4360863"/>
          <p14:tracePt t="68115" x="7916863" y="4360863"/>
          <p14:tracePt t="68122" x="7878763" y="4360863"/>
          <p14:tracePt t="68130" x="7840663" y="4370388"/>
          <p14:tracePt t="68137" x="7766050" y="4370388"/>
          <p14:tracePt t="68146" x="7708900" y="4370388"/>
          <p14:tracePt t="68155" x="7623175" y="4370388"/>
          <p14:tracePt t="68162" x="7529513" y="4370388"/>
          <p14:tracePt t="68169" x="7453313" y="4370388"/>
          <p14:tracePt t="68177" x="7358063" y="4370388"/>
          <p14:tracePt t="68185" x="7254875" y="4351338"/>
          <p14:tracePt t="68194" x="7178675" y="4341813"/>
          <p14:tracePt t="68201" x="7104063" y="4341813"/>
          <p14:tracePt t="68209" x="7027863" y="4341813"/>
          <p14:tracePt t="68217" x="6942138" y="4322763"/>
          <p14:tracePt t="68225" x="6867525" y="4322763"/>
          <p14:tracePt t="68245" x="6677025" y="4313238"/>
          <p14:tracePt t="68249" x="6583363" y="4313238"/>
          <p14:tracePt t="68257" x="6469063" y="4313238"/>
          <p14:tracePt t="68265" x="6356350" y="4313238"/>
          <p14:tracePt t="68274" x="6261100" y="4313238"/>
          <p14:tracePt t="68282" x="6157913" y="4313238"/>
          <p14:tracePt t="68289" x="6081713" y="4313238"/>
          <p14:tracePt t="68299" x="6005513" y="4313238"/>
          <p14:tracePt t="68305" x="5930900" y="4313238"/>
          <p14:tracePt t="68315" x="5864225" y="4332288"/>
          <p14:tracePt t="68322" x="5788025" y="4341813"/>
          <p14:tracePt t="68331" x="5722938" y="4351338"/>
          <p14:tracePt t="68337" x="5646738" y="4370388"/>
          <p14:tracePt t="68346" x="5570538" y="4379913"/>
          <p14:tracePt t="68353" x="5486400" y="4379913"/>
          <p14:tracePt t="68361" x="5410200" y="4379913"/>
          <p14:tracePt t="68369" x="5334000" y="4389438"/>
          <p14:tracePt t="68377" x="5278438" y="4389438"/>
          <p14:tracePt t="68389" x="5211763" y="4389438"/>
          <p14:tracePt t="68396" x="5154613" y="4389438"/>
          <p14:tracePt t="68404" x="5097463" y="4389438"/>
          <p14:tracePt t="68413" x="5041900" y="4408488"/>
          <p14:tracePt t="68419" x="4956175" y="4408488"/>
          <p14:tracePt t="68427" x="4899025" y="4408488"/>
          <p14:tracePt t="68437" x="4824413" y="4408488"/>
          <p14:tracePt t="68442" x="4767263" y="4398963"/>
          <p14:tracePt t="68449" x="4681538" y="4398963"/>
          <p14:tracePt t="68458" x="4625975" y="4398963"/>
          <p14:tracePt t="68467" x="4587875" y="4398963"/>
          <p14:tracePt t="68474" x="4559300" y="4398963"/>
          <p14:tracePt t="68484" x="4521200" y="4408488"/>
          <p14:tracePt t="68499" x="4511675" y="4408488"/>
          <p14:tracePt t="68547" x="4511675" y="4418013"/>
          <p14:tracePt t="68561" x="4511675" y="4437063"/>
          <p14:tracePt t="68577" x="4511675" y="4456113"/>
          <p14:tracePt t="68594" x="4511675" y="4464050"/>
          <p14:tracePt t="68610" x="4511675" y="4473575"/>
          <p14:tracePt t="68915" x="4464050" y="4473575"/>
          <p14:tracePt t="68930" x="4454525" y="4473575"/>
          <p14:tracePt t="68972" x="4445000" y="4473575"/>
          <p14:tracePt t="68979" x="4435475" y="4464050"/>
          <p14:tracePt t="68987" x="4425950" y="4464050"/>
          <p14:tracePt t="68997" x="4406900" y="4456113"/>
          <p14:tracePt t="69003" x="4398963" y="4456113"/>
          <p14:tracePt t="69014" x="4370388" y="4456113"/>
          <p14:tracePt t="69019" x="4351338" y="4456113"/>
          <p14:tracePt t="69025" x="4322763" y="4456113"/>
          <p14:tracePt t="69034" x="4284663" y="4446588"/>
          <p14:tracePt t="69041" x="4246563" y="4446588"/>
          <p14:tracePt t="69049" x="4217988" y="4446588"/>
          <p14:tracePt t="69057" x="4189413" y="4446588"/>
          <p14:tracePt t="69065" x="4162425" y="4446588"/>
          <p14:tracePt t="69073" x="4143375" y="4446588"/>
          <p14:tracePt t="69082" x="4124325" y="4446588"/>
          <p14:tracePt t="69089" x="4114800" y="4446588"/>
          <p14:tracePt t="69098" x="4105275" y="4446588"/>
          <p14:tracePt t="69105" x="4095750" y="4446588"/>
          <p14:tracePt t="69121" x="4086225" y="4446588"/>
          <p14:tracePt t="69131" x="4067175" y="4446588"/>
          <p14:tracePt t="69138" x="4057650" y="4446588"/>
          <p14:tracePt t="69146" x="4048125" y="4456113"/>
          <p14:tracePt t="69154" x="4038600" y="4464050"/>
          <p14:tracePt t="69162" x="4029075" y="4464050"/>
          <p14:tracePt t="69171" x="4000500" y="4473575"/>
          <p14:tracePt t="69186" x="3990975" y="4483100"/>
          <p14:tracePt t="69195" x="3981450" y="4483100"/>
          <p14:tracePt t="69211" x="3971925" y="4502150"/>
          <p14:tracePt t="69243" x="3971925" y="4511675"/>
          <p14:tracePt t="69249" x="3971925" y="4521200"/>
          <p14:tracePt t="69257" x="3971925" y="4530725"/>
          <p14:tracePt t="69265" x="3990975" y="4530725"/>
          <p14:tracePt t="69273" x="4010025" y="4540250"/>
          <p14:tracePt t="69282" x="4029075" y="4540250"/>
          <p14:tracePt t="69289" x="4048125" y="4540250"/>
          <p14:tracePt t="69298" x="4057650" y="4540250"/>
          <p14:tracePt t="69306" x="4095750" y="4540250"/>
          <p14:tracePt t="69315" x="4124325" y="4540250"/>
          <p14:tracePt t="69322" x="4143375" y="4540250"/>
          <p14:tracePt t="69331" x="4162425" y="4540250"/>
          <p14:tracePt t="69337" x="4171950" y="4530725"/>
          <p14:tracePt t="69345" x="4179888" y="4511675"/>
          <p14:tracePt t="69354" x="4179888" y="4502150"/>
          <p14:tracePt t="69362" x="4189413" y="4483100"/>
          <p14:tracePt t="69371" x="4189413" y="4456113"/>
          <p14:tracePt t="69379" x="4189413" y="4437063"/>
          <p14:tracePt t="69386" x="4189413" y="4408488"/>
          <p14:tracePt t="69395" x="4189413" y="4389438"/>
          <p14:tracePt t="69401" x="4179888" y="4360863"/>
          <p14:tracePt t="69411" x="4162425" y="4332288"/>
          <p14:tracePt t="69418" x="4143375" y="4313238"/>
          <p14:tracePt t="69426" x="4114800" y="4294188"/>
          <p14:tracePt t="69433" x="4076700" y="4275138"/>
          <p14:tracePt t="69442" x="4038600" y="4265613"/>
          <p14:tracePt t="69449" x="3990975" y="4256088"/>
          <p14:tracePt t="69457" x="3944938" y="4237038"/>
          <p14:tracePt t="69465" x="3906838" y="4229100"/>
          <p14:tracePt t="69473" x="3840163" y="4229100"/>
          <p14:tracePt t="69483" x="3811588" y="4229100"/>
          <p14:tracePt t="69489" x="3783013" y="4229100"/>
          <p14:tracePt t="69498" x="3763963" y="4229100"/>
          <p14:tracePt t="69505" x="3754438" y="4229100"/>
          <p14:tracePt t="69522" x="3744913" y="4237038"/>
          <p14:tracePt t="69531" x="3744913" y="4246563"/>
          <p14:tracePt t="69537" x="3744913" y="4256088"/>
          <p14:tracePt t="69553" x="3744913" y="4265613"/>
          <p14:tracePt t="69562" x="3744913" y="4275138"/>
          <p14:tracePt t="69570" x="3744913" y="4284663"/>
          <p14:tracePt t="69578" x="3744913" y="4294188"/>
          <p14:tracePt t="69598" x="3754438" y="4313238"/>
          <p14:tracePt t="69603" x="3773488" y="4322763"/>
          <p14:tracePt t="69613" x="3783013" y="4332288"/>
          <p14:tracePt t="69619" x="3802063" y="4341813"/>
          <p14:tracePt t="69630" x="3830638" y="4341813"/>
          <p14:tracePt t="69636" x="3849688" y="4351338"/>
          <p14:tracePt t="69641" x="3887788" y="4351338"/>
          <p14:tracePt t="69649" x="3916363" y="4351338"/>
          <p14:tracePt t="69657" x="3935413" y="4351338"/>
          <p14:tracePt t="69665" x="3952875" y="4351338"/>
          <p14:tracePt t="69681" x="3962400" y="4351338"/>
          <p14:tracePt t="69689" x="3962400" y="4341813"/>
          <p14:tracePt t="69705" x="3962400" y="4332288"/>
          <p14:tracePt t="69714" x="3962400" y="4322763"/>
          <p14:tracePt t="69721" x="3962400" y="4313238"/>
          <p14:tracePt t="69738" x="3952875" y="4303713"/>
          <p14:tracePt t="69747" x="3935413" y="4294188"/>
          <p14:tracePt t="69754" x="3897313" y="4275138"/>
          <p14:tracePt t="69763" x="3868738" y="4265613"/>
          <p14:tracePt t="69769" x="3821113" y="4265613"/>
          <p14:tracePt t="69777" x="3783013" y="4256088"/>
          <p14:tracePt t="69785" x="3735388" y="4256088"/>
          <p14:tracePt t="69793" x="3698875" y="4256088"/>
          <p14:tracePt t="69801" x="3651250" y="4256088"/>
          <p14:tracePt t="69810" x="3632200" y="4256088"/>
          <p14:tracePt t="69817" x="3613150" y="4265613"/>
          <p14:tracePt t="69826" x="3603625" y="4275138"/>
          <p14:tracePt t="69833" x="3603625" y="4284663"/>
          <p14:tracePt t="69858" x="3603625" y="4294188"/>
          <p14:tracePt t="69866" x="3603625" y="4303713"/>
          <p14:tracePt t="69874" x="3603625" y="4313238"/>
          <p14:tracePt t="69889" x="3613150" y="4322763"/>
          <p14:tracePt t="69897" x="3632200" y="4332288"/>
          <p14:tracePt t="69905" x="3651250" y="4332288"/>
          <p14:tracePt t="69914" x="3689350" y="4360863"/>
          <p14:tracePt t="69921" x="3725863" y="4360863"/>
          <p14:tracePt t="69931" x="3754438" y="4360863"/>
          <p14:tracePt t="69937" x="3802063" y="4360863"/>
          <p14:tracePt t="69946" x="3840163" y="4360863"/>
          <p14:tracePt t="69953" x="3878263" y="4360863"/>
          <p14:tracePt t="69961" x="3887788" y="4360863"/>
          <p14:tracePt t="69977" x="3897313" y="4360863"/>
          <p14:tracePt t="69995" x="3897313" y="4351338"/>
          <p14:tracePt t="70012" x="3887788" y="4332288"/>
          <p14:tracePt t="70019" x="3868738" y="4322763"/>
          <p14:tracePt t="70027" x="3840163" y="4313238"/>
          <p14:tracePt t="70036" x="3811588" y="4303713"/>
          <p14:tracePt t="70041" x="3773488" y="4294188"/>
          <p14:tracePt t="70049" x="3744913" y="4284663"/>
          <p14:tracePt t="70057" x="3725863" y="4284663"/>
          <p14:tracePt t="70065" x="3708400" y="4284663"/>
          <p14:tracePt t="70073" x="3698875" y="4284663"/>
          <p14:tracePt t="70138" x="3708400" y="4294188"/>
          <p14:tracePt t="70147" x="3717925" y="4303713"/>
          <p14:tracePt t="70153" x="3735388" y="4313238"/>
          <p14:tracePt t="70162" x="3763963" y="4322763"/>
          <p14:tracePt t="70169" x="3783013" y="4322763"/>
          <p14:tracePt t="70177" x="3802063" y="4332288"/>
          <p14:tracePt t="70185" x="3840163" y="4341813"/>
          <p14:tracePt t="70193" x="3849688" y="4341813"/>
          <p14:tracePt t="70202" x="3868738" y="4341813"/>
          <p14:tracePt t="70211" x="3887788" y="4341813"/>
          <p14:tracePt t="70307" x="3887788" y="4332288"/>
          <p14:tracePt t="70323" x="3887788" y="4322763"/>
          <p14:tracePt t="70338" x="3878263" y="4322763"/>
          <p14:tracePt t="70363" x="3868738" y="4313238"/>
          <p14:tracePt t="70571" x="3859213" y="4313238"/>
          <p14:tracePt t="70587" x="3849688" y="4313238"/>
          <p14:tracePt t="70597" x="3840163" y="4303713"/>
          <p14:tracePt t="70612" x="3830638" y="4303713"/>
          <p14:tracePt t="70626" x="3821113" y="4303713"/>
          <p14:tracePt t="71876" x="3821113" y="4294188"/>
          <p14:tracePt t="71900" x="3821113" y="4284663"/>
          <p14:tracePt t="72027" x="3821113" y="4275138"/>
          <p14:tracePt t="72402" x="3821113" y="4265613"/>
          <p14:tracePt t="72426" x="3821113" y="4256088"/>
          <p14:tracePt t="72435" x="3811588" y="4246563"/>
          <p14:tracePt t="72443" x="3792538" y="4237038"/>
          <p14:tracePt t="72450" x="3783013" y="4237038"/>
          <p14:tracePt t="72458" x="3763963" y="4229100"/>
          <p14:tracePt t="72465" x="3735388" y="4219575"/>
          <p14:tracePt t="72473" x="3708400" y="4219575"/>
          <p14:tracePt t="72481" x="3689350" y="4210050"/>
          <p14:tracePt t="72489" x="3651250" y="4210050"/>
          <p14:tracePt t="72497" x="3613150" y="4210050"/>
          <p14:tracePt t="72505" x="3565525" y="4200525"/>
          <p14:tracePt t="72514" x="3527425" y="4200525"/>
          <p14:tracePt t="72521" x="3498850" y="4200525"/>
          <p14:tracePt t="72529" x="3443288" y="4200525"/>
          <p14:tracePt t="72537" x="3405188" y="4200525"/>
          <p14:tracePt t="72547" x="3367088" y="4210050"/>
          <p14:tracePt t="72553" x="3328988" y="4229100"/>
          <p14:tracePt t="72563" x="3309938" y="4246563"/>
          <p14:tracePt t="72569" x="3300413" y="4256088"/>
          <p14:tracePt t="72586" x="3300413" y="4275138"/>
          <p14:tracePt t="72593" x="3300413" y="4284663"/>
          <p14:tracePt t="72602" x="3300413" y="4303713"/>
          <p14:tracePt t="72610" x="3309938" y="4322763"/>
          <p14:tracePt t="72618" x="3328988" y="4332288"/>
          <p14:tracePt t="72627" x="3348038" y="4351338"/>
          <p14:tracePt t="72634" x="3395663" y="4379913"/>
          <p14:tracePt t="72645" x="3443288" y="4398963"/>
          <p14:tracePt t="72650" x="3490913" y="4427538"/>
          <p14:tracePt t="72661" x="3546475" y="4437063"/>
          <p14:tracePt t="72665" x="3613150" y="4446588"/>
          <p14:tracePt t="72674" x="3689350" y="4464050"/>
          <p14:tracePt t="72681" x="3744913" y="4464050"/>
          <p14:tracePt t="72690" x="3802063" y="4464050"/>
          <p14:tracePt t="72697" x="3849688" y="4464050"/>
          <p14:tracePt t="72705" x="3887788" y="4464050"/>
          <p14:tracePt t="72713" x="3897313" y="4464050"/>
          <p14:tracePt t="72730" x="3916363" y="4464050"/>
          <p14:tracePt t="72737" x="3916363" y="4446588"/>
          <p14:tracePt t="72747" x="3916363" y="4437063"/>
          <p14:tracePt t="72753" x="3916363" y="4418013"/>
          <p14:tracePt t="72762" x="3916363" y="4398963"/>
          <p14:tracePt t="72768" x="3916363" y="4389438"/>
          <p14:tracePt t="72778" x="3906838" y="4370388"/>
          <p14:tracePt t="72784" x="3897313" y="4360863"/>
          <p14:tracePt t="72795" x="3887788" y="4341813"/>
          <p14:tracePt t="72801" x="3868738" y="4322763"/>
          <p14:tracePt t="72809" x="3849688" y="4313238"/>
          <p14:tracePt t="72817" x="3830638" y="4303713"/>
          <p14:tracePt t="72826" x="3792538" y="4294188"/>
          <p14:tracePt t="72833" x="3754438" y="4275138"/>
          <p14:tracePt t="72843" x="3717925" y="4275138"/>
          <p14:tracePt t="72849" x="3679825" y="4265613"/>
          <p14:tracePt t="72857" x="3641725" y="4265613"/>
          <p14:tracePt t="72866" x="3594100" y="4265613"/>
          <p14:tracePt t="72873" x="3565525" y="4265613"/>
          <p14:tracePt t="72882" x="3536950" y="4265613"/>
          <p14:tracePt t="72890" x="3508375" y="4275138"/>
          <p14:tracePt t="72899" x="3498850" y="4284663"/>
          <p14:tracePt t="72906" x="3498850" y="4303713"/>
          <p14:tracePt t="72915" x="3498850" y="4313238"/>
          <p14:tracePt t="72931" x="3498850" y="4332288"/>
          <p14:tracePt t="72937" x="3498850" y="4341813"/>
          <p14:tracePt t="72946" x="3508375" y="4351338"/>
          <p14:tracePt t="72953" x="3536950" y="4360863"/>
          <p14:tracePt t="72962" x="3565525" y="4370388"/>
          <p14:tracePt t="72969" x="3584575" y="4379913"/>
          <p14:tracePt t="72978" x="3613150" y="4379913"/>
          <p14:tracePt t="72985" x="3641725" y="4379913"/>
          <p14:tracePt t="72993" x="3660775" y="4379913"/>
          <p14:tracePt t="73002" x="3679825" y="4379913"/>
          <p14:tracePt t="73058" x="3689350" y="4379913"/>
          <p14:tracePt t="73115" x="3679825" y="4370388"/>
          <p14:tracePt t="73132" x="3670300" y="4370388"/>
          <p14:tracePt t="73139" x="3660775" y="4360863"/>
          <p14:tracePt t="76395" x="3660775" y="4351338"/>
          <p14:tracePt t="76426" x="3660775" y="4341813"/>
          <p14:tracePt t="80025" x="3660775" y="4360863"/>
          <p14:tracePt t="80547" x="3660775" y="4351338"/>
          <p14:tracePt t="80561" x="3670300" y="4341813"/>
          <p14:tracePt t="80585" x="3679825" y="4332288"/>
          <p14:tracePt t="80601" x="3679825" y="4313238"/>
          <p14:tracePt t="80618" x="3689350" y="4313238"/>
          <p14:tracePt t="80731" x="3698875" y="4303713"/>
          <p14:tracePt t="80763" x="3698875" y="4294188"/>
          <p14:tracePt t="80819" x="3698875" y="4284663"/>
          <p14:tracePt t="81019" x="3708400" y="4284663"/>
          <p14:tracePt t="85010" x="3698875" y="4284663"/>
          <p14:tracePt t="85018" x="3689350" y="4284663"/>
          <p14:tracePt t="85035" x="3679825" y="4284663"/>
          <p14:tracePt t="85050" x="3670300" y="4284663"/>
          <p14:tracePt t="85154" x="3660775" y="4284663"/>
          <p14:tracePt t="85170" x="3641725" y="4284663"/>
          <p14:tracePt t="85187" x="3641725" y="4294188"/>
          <p14:tracePt t="85354" x="3651250" y="4284663"/>
          <p14:tracePt t="85362" x="3679825" y="4284663"/>
          <p14:tracePt t="85370" x="3717925" y="4284663"/>
          <p14:tracePt t="85379" x="3773488" y="4284663"/>
          <p14:tracePt t="85387" x="3849688" y="4284663"/>
          <p14:tracePt t="85394" x="3981450" y="4284663"/>
          <p14:tracePt t="85402" x="4171950" y="4284663"/>
          <p14:tracePt t="85410" x="4398963" y="4284663"/>
          <p14:tracePt t="85418" x="4729163" y="4313238"/>
          <p14:tracePt t="85427" x="5087938" y="4332288"/>
          <p14:tracePt t="85434" x="5524500" y="4360863"/>
          <p14:tracePt t="85443" x="5911850" y="4379913"/>
          <p14:tracePt t="85450" x="6308725" y="4398963"/>
          <p14:tracePt t="85458" x="6667500" y="4427538"/>
          <p14:tracePt t="85466" x="7018338" y="4446588"/>
          <p14:tracePt t="85474" x="7302500" y="4464050"/>
          <p14:tracePt t="85481" x="7491413" y="4464050"/>
          <p14:tracePt t="85489" x="7661275" y="4464050"/>
          <p14:tracePt t="85497" x="7793038" y="4464050"/>
          <p14:tracePt t="85505" x="7869238" y="4464050"/>
          <p14:tracePt t="85523" x="7945438" y="4473575"/>
          <p14:tracePt t="85529" x="7964488" y="4473575"/>
          <p14:tracePt t="85538" x="7964488" y="4483100"/>
          <p14:tracePt t="85545" x="7964488" y="4492625"/>
          <p14:tracePt t="85561" x="7954963" y="4502150"/>
          <p14:tracePt t="85570" x="7945438" y="4502150"/>
          <p14:tracePt t="85586" x="7926388" y="4502150"/>
          <p14:tracePt t="85777" x="7945438" y="4502150"/>
          <p14:tracePt t="85785" x="7974013" y="4502150"/>
          <p14:tracePt t="85793" x="7993063" y="4502150"/>
          <p14:tracePt t="85801" x="8012113" y="4502150"/>
          <p14:tracePt t="85810" x="8039100" y="4502150"/>
          <p14:tracePt t="85818" x="8096250" y="4502150"/>
          <p14:tracePt t="85827" x="8153400" y="4502150"/>
          <p14:tracePt t="85833" x="8247063" y="4502150"/>
          <p14:tracePt t="85843" x="8351838" y="4511675"/>
          <p14:tracePt t="85850" x="8466138" y="4511675"/>
          <p14:tracePt t="85859" x="8597900" y="4521200"/>
          <p14:tracePt t="85866" x="8748713" y="4540250"/>
          <p14:tracePt t="85875" x="8882063" y="4559300"/>
          <p14:tracePt t="85881" x="9004300" y="4587875"/>
          <p14:tracePt t="85891" x="9118600" y="4597400"/>
          <p14:tracePt t="85897" x="9212263" y="4616450"/>
          <p14:tracePt t="85905" x="9269413" y="4616450"/>
          <p14:tracePt t="85913" x="9317038" y="4625975"/>
          <p14:tracePt t="85921" x="9345613" y="4635500"/>
          <p14:tracePt t="85929" x="9364663" y="4645025"/>
          <p14:tracePt t="86026" x="9355138" y="4645025"/>
          <p14:tracePt t="86041" x="9336088" y="4645025"/>
          <p14:tracePt t="86049" x="9307513" y="4645025"/>
          <p14:tracePt t="86058" x="9269413" y="4645025"/>
          <p14:tracePt t="86065" x="9231313" y="4645025"/>
          <p14:tracePt t="86075" x="9183688" y="4645025"/>
          <p14:tracePt t="86081" x="9128125" y="4645025"/>
          <p14:tracePt t="86090" x="9032875" y="4645025"/>
          <p14:tracePt t="86097" x="8918575" y="4645025"/>
          <p14:tracePt t="86106" x="8805863" y="4645025"/>
          <p14:tracePt t="86113" x="8693150" y="4645025"/>
          <p14:tracePt t="86121" x="8559800" y="4645025"/>
          <p14:tracePt t="86129" x="8428038" y="4645025"/>
          <p14:tracePt t="86138" x="8332788" y="4645025"/>
          <p14:tracePt t="86145" x="8239125" y="4645025"/>
          <p14:tracePt t="86153" x="8172450" y="4645025"/>
          <p14:tracePt t="86161" x="8115300" y="4654550"/>
          <p14:tracePt t="86169" x="8067675" y="4664075"/>
          <p14:tracePt t="86177" x="8029575" y="4683125"/>
          <p14:tracePt t="86185" x="7945438" y="4710113"/>
          <p14:tracePt t="86193" x="7859713" y="4748213"/>
          <p14:tracePt t="86202" x="7775575" y="4776788"/>
          <p14:tracePt t="86209" x="7661275" y="4805363"/>
          <p14:tracePt t="86218" x="7529513" y="4833938"/>
          <p14:tracePt t="86226" x="7386638" y="4862513"/>
          <p14:tracePt t="86234" x="7216775" y="4910138"/>
          <p14:tracePt t="86243" x="7046913" y="4946650"/>
          <p14:tracePt t="86249" x="6877050" y="4994275"/>
          <p14:tracePt t="86259" x="6696075" y="5041900"/>
          <p14:tracePt t="86266" x="6564313" y="5080000"/>
          <p14:tracePt t="86274" x="6459538" y="5127625"/>
          <p14:tracePt t="86282" x="6356350" y="5173663"/>
          <p14:tracePt t="86291" x="6308725" y="5221288"/>
          <p14:tracePt t="86297" x="6261100" y="5259388"/>
          <p14:tracePt t="86305" x="6223000" y="5287963"/>
          <p14:tracePt t="86314" x="6205538" y="5335588"/>
          <p14:tracePt t="86321" x="6167438" y="5372100"/>
          <p14:tracePt t="86330" x="6148388" y="5400675"/>
          <p14:tracePt t="86338" x="6129338" y="5438775"/>
          <p14:tracePt t="86345" x="6091238" y="5457825"/>
          <p14:tracePt t="86356" x="6072188" y="5486400"/>
          <p14:tracePt t="86362" x="6043613" y="5505450"/>
          <p14:tracePt t="86369" x="5995988" y="5543550"/>
          <p14:tracePt t="86377" x="5959475" y="5562600"/>
          <p14:tracePt t="86385" x="5921375" y="5591175"/>
          <p14:tracePt t="86393" x="5883275" y="5600700"/>
          <p14:tracePt t="86401" x="5854700" y="5608638"/>
          <p14:tracePt t="86409" x="5845175" y="5618163"/>
          <p14:tracePt t="87187" x="5854700" y="5618163"/>
          <p14:tracePt t="87474" x="5854700" y="5608638"/>
          <p14:tracePt t="87522" x="5864225" y="5608638"/>
          <p14:tracePt t="87555" x="5873750" y="5600700"/>
          <p14:tracePt t="87625" x="5873750" y="5591175"/>
          <p14:tracePt t="87914" x="5883275" y="5591175"/>
          <p14:tracePt t="87938" x="5892800" y="5581650"/>
          <p14:tracePt t="87987" x="5902325" y="5581650"/>
          <p14:tracePt t="88003" x="5911850" y="5572125"/>
          <p14:tracePt t="88012" x="5921375" y="5572125"/>
          <p14:tracePt t="88019" x="5930900" y="5572125"/>
          <p14:tracePt t="88043" x="5940425" y="5572125"/>
          <p14:tracePt t="88059" x="5949950" y="5562600"/>
          <p14:tracePt t="88530" x="5959475" y="5553075"/>
          <p14:tracePt t="88555" x="5969000" y="5543550"/>
          <p14:tracePt t="88658" x="5978525" y="5543550"/>
          <p14:tracePt t="88963" x="5986463" y="5543550"/>
          <p14:tracePt t="89188" x="5995988" y="5534025"/>
          <p14:tracePt t="89219" x="6005513" y="5534025"/>
          <p14:tracePt t="92141" x="6005513" y="5524500"/>
          <p14:tracePt t="92202" x="6005513" y="5514975"/>
          <p14:tracePt t="92219" x="5986463" y="5514975"/>
          <p14:tracePt t="92234" x="5978525" y="5514975"/>
          <p14:tracePt t="92242" x="5969000" y="5514975"/>
          <p14:tracePt t="92250" x="5949950" y="5514975"/>
          <p14:tracePt t="92257" x="5921375" y="5514975"/>
          <p14:tracePt t="92268" x="5902325" y="5524500"/>
          <p14:tracePt t="92273" x="5864225" y="5534025"/>
          <p14:tracePt t="92281" x="5835650" y="5534025"/>
          <p14:tracePt t="92291" x="5788025" y="5543550"/>
          <p14:tracePt t="92298" x="5751513" y="5553075"/>
          <p14:tracePt t="92307" x="5703888" y="5553075"/>
          <p14:tracePt t="92313" x="5665788" y="5562600"/>
          <p14:tracePt t="92322" x="5618163" y="5562600"/>
          <p14:tracePt t="92330" x="5561013" y="5581650"/>
          <p14:tracePt t="92338" x="5514975" y="5591175"/>
          <p14:tracePt t="92346" x="5476875" y="5591175"/>
          <p14:tracePt t="92353" x="5429250" y="5591175"/>
          <p14:tracePt t="92362" x="5391150" y="5591175"/>
          <p14:tracePt t="92369" x="5362575" y="5591175"/>
          <p14:tracePt t="92378" x="5314950" y="5581650"/>
          <p14:tracePt t="92388" x="5287963" y="5553075"/>
          <p14:tracePt t="92394" x="5249863" y="5534025"/>
          <p14:tracePt t="92405" x="5221288" y="5514975"/>
          <p14:tracePt t="92411" x="5192713" y="5476875"/>
          <p14:tracePt t="92418" x="5154613" y="5457825"/>
          <p14:tracePt t="92427" x="5135563" y="5429250"/>
          <p14:tracePt t="92434" x="5106988" y="5391150"/>
          <p14:tracePt t="92444" x="5080000" y="5372100"/>
          <p14:tracePt t="92450" x="5051425" y="5345113"/>
          <p14:tracePt t="92458" x="5022850" y="5316538"/>
          <p14:tracePt t="92465" x="4984750" y="5287963"/>
          <p14:tracePt t="92474" x="4956175" y="5259388"/>
          <p14:tracePt t="92481" x="4918075" y="5230813"/>
          <p14:tracePt t="92490" x="4870450" y="5202238"/>
          <p14:tracePt t="92497" x="4843463" y="5173663"/>
          <p14:tracePt t="92506" x="4795838" y="5154613"/>
          <p14:tracePt t="92513" x="4767263" y="5137150"/>
          <p14:tracePt t="92523" x="4748213" y="5127625"/>
          <p14:tracePt t="92529" x="4729163" y="5118100"/>
          <p14:tracePt t="92843" x="4748213" y="5118100"/>
          <p14:tracePt t="92861" x="4767263" y="5118100"/>
          <p14:tracePt t="92867" x="4776788" y="5108575"/>
          <p14:tracePt t="92876" x="4786313" y="5108575"/>
          <p14:tracePt t="92882" x="4795838" y="5099050"/>
          <p14:tracePt t="92892" x="4805363" y="5099050"/>
          <p14:tracePt t="92907" x="4805363" y="5089525"/>
          <p14:tracePt t="93067" x="4814888" y="5089525"/>
          <p14:tracePt t="93083" x="4824413" y="5089525"/>
          <p14:tracePt t="93108" x="4824413" y="5099050"/>
          <p14:tracePt t="94275" x="4833938" y="5108575"/>
          <p14:tracePt t="94346" x="4843463" y="5108575"/>
          <p14:tracePt t="94538" x="4852988" y="5108575"/>
          <p14:tracePt t="95091" x="4860925" y="5108575"/>
          <p14:tracePt t="95187" x="4870450" y="5108575"/>
          <p14:tracePt t="95834" x="4879975" y="5108575"/>
          <p14:tracePt t="95851" x="4889500" y="5108575"/>
          <p14:tracePt t="97635" x="4899025" y="5108575"/>
          <p14:tracePt t="97850" x="4908550" y="5108575"/>
          <p14:tracePt t="98068" x="4918075" y="5108575"/>
          <p14:tracePt t="98292" x="4927600" y="5108575"/>
          <p14:tracePt t="98513" x="4937125" y="5118100"/>
          <p14:tracePt t="98571" x="4946650" y="5127625"/>
          <p14:tracePt t="98594" x="4946650" y="5137150"/>
          <p14:tracePt t="98739" x="4956175" y="5137150"/>
          <p14:tracePt t="98762" x="4965700" y="5137150"/>
          <p14:tracePt t="98804" x="4975225" y="5137150"/>
          <p14:tracePt t="98835" x="4984750" y="5137150"/>
          <p14:tracePt t="99234" x="4984750" y="5145088"/>
          <p14:tracePt t="99274" x="4994275" y="5154613"/>
          <p14:tracePt t="101827" x="5003800" y="5154613"/>
          <p14:tracePt t="102397" x="5013325" y="5154613"/>
          <p14:tracePt t="103644" x="5022850" y="5154613"/>
          <p14:tracePt t="104548" x="5032375" y="5154613"/>
          <p14:tracePt t="106674" x="5041900" y="5164138"/>
          <p14:tracePt t="107131" x="5051425" y="5173663"/>
          <p14:tracePt t="107345" x="5060950" y="5183188"/>
          <p14:tracePt t="107378" x="5060950" y="5192713"/>
          <p14:tracePt t="108331" x="5060950" y="5183188"/>
          <p14:tracePt t="108338" x="5060950" y="5173663"/>
          <p14:tracePt t="108346" x="5060950" y="5164138"/>
          <p14:tracePt t="108362" x="5060950" y="5145088"/>
          <p14:tracePt t="108372" x="5060950" y="5127625"/>
          <p14:tracePt t="108379" x="5060950" y="5118100"/>
          <p14:tracePt t="108387" x="5060950" y="5099050"/>
          <p14:tracePt t="108394" x="5051425" y="5089525"/>
          <p14:tracePt t="108403" x="5051425" y="5070475"/>
          <p14:tracePt t="108409" x="5041900" y="5070475"/>
          <p14:tracePt t="108418" x="5032375" y="5051425"/>
          <p14:tracePt t="108435" x="5013325" y="5032375"/>
          <p14:tracePt t="108441" x="5003800" y="5022850"/>
          <p14:tracePt t="108451" x="4994275" y="5013325"/>
          <p14:tracePt t="108457" x="4984750" y="5003800"/>
          <p14:tracePt t="108466" x="4965700" y="4994275"/>
          <p14:tracePt t="108473" x="4927600" y="4984750"/>
          <p14:tracePt t="108482" x="4908550" y="4975225"/>
          <p14:tracePt t="108489" x="4879975" y="4965700"/>
          <p14:tracePt t="108497" x="4860925" y="4965700"/>
          <p14:tracePt t="108505" x="4852988" y="4965700"/>
          <p14:tracePt t="108515" x="4833938" y="4965700"/>
          <p14:tracePt t="108521" x="4814888" y="4956175"/>
          <p14:tracePt t="108530" x="4795838" y="4956175"/>
          <p14:tracePt t="108537" x="4776788" y="4956175"/>
          <p14:tracePt t="108545" x="4757738" y="4956175"/>
          <p14:tracePt t="108553" x="4738688" y="4956175"/>
          <p14:tracePt t="108560" x="4719638" y="4965700"/>
          <p14:tracePt t="108569" x="4700588" y="4975225"/>
          <p14:tracePt t="108577" x="4681538" y="4984750"/>
          <p14:tracePt t="108585" x="4672013" y="4984750"/>
          <p14:tracePt t="108593" x="4662488" y="4994275"/>
          <p14:tracePt t="108601" x="4643438" y="5003800"/>
          <p14:tracePt t="108609" x="4633913" y="5013325"/>
          <p14:tracePt t="108618" x="4616450" y="5032375"/>
          <p14:tracePt t="108625" x="4606925" y="5032375"/>
          <p14:tracePt t="108634" x="4587875" y="5032375"/>
          <p14:tracePt t="108641" x="4578350" y="5041900"/>
          <p14:tracePt t="108651" x="4568825" y="5051425"/>
          <p14:tracePt t="108657" x="4559300" y="5060950"/>
          <p14:tracePt t="108665" x="4549775" y="5080000"/>
          <p14:tracePt t="108681" x="4521200" y="5108575"/>
          <p14:tracePt t="108690" x="4511675" y="5118100"/>
          <p14:tracePt t="108698" x="4502150" y="5137150"/>
          <p14:tracePt t="108705" x="4483100" y="5154613"/>
          <p14:tracePt t="108715" x="4473575" y="5173663"/>
          <p14:tracePt t="108721" x="4473575" y="5192713"/>
          <p14:tracePt t="108730" x="4464050" y="5211763"/>
          <p14:tracePt t="108737" x="4464050" y="5230813"/>
          <p14:tracePt t="108745" x="4464050" y="5259388"/>
          <p14:tracePt t="108753" x="4464050" y="5278438"/>
          <p14:tracePt t="108762" x="4464050" y="5287963"/>
          <p14:tracePt t="108769" x="4464050" y="5316538"/>
          <p14:tracePt t="108776" x="4492625" y="5335588"/>
          <p14:tracePt t="108784" x="4511675" y="5354638"/>
          <p14:tracePt t="108793" x="4540250" y="5364163"/>
          <p14:tracePt t="108801" x="4568825" y="5391150"/>
          <p14:tracePt t="108809" x="4616450" y="5400675"/>
          <p14:tracePt t="108818" x="4643438" y="5419725"/>
          <p14:tracePt t="108826" x="4700588" y="5429250"/>
          <p14:tracePt t="108834" x="4748213" y="5438775"/>
          <p14:tracePt t="108841" x="4795838" y="5457825"/>
          <p14:tracePt t="108850" x="4833938" y="5457825"/>
          <p14:tracePt t="108857" x="4879975" y="5467350"/>
          <p14:tracePt t="108867" x="4908550" y="5467350"/>
          <p14:tracePt t="108873" x="4927600" y="5467350"/>
          <p14:tracePt t="108881" x="4946650" y="5467350"/>
          <p14:tracePt t="108889" x="4965700" y="5467350"/>
          <p14:tracePt t="108897" x="4984750" y="5467350"/>
          <p14:tracePt t="108906" x="5003800" y="5467350"/>
          <p14:tracePt t="108915" x="5013325" y="5467350"/>
          <p14:tracePt t="108923" x="5022850" y="5457825"/>
          <p14:tracePt t="108932" x="5060950" y="5429250"/>
          <p14:tracePt t="108938" x="5087938" y="5419725"/>
          <p14:tracePt t="108946" x="5126038" y="5400675"/>
          <p14:tracePt t="108953" x="5154613" y="5381625"/>
          <p14:tracePt t="108962" x="5183188" y="5364163"/>
          <p14:tracePt t="108969" x="5202238" y="5326063"/>
          <p14:tracePt t="108977" x="5230813" y="5316538"/>
          <p14:tracePt t="108985" x="5240338" y="5297488"/>
          <p14:tracePt t="108993" x="5249863" y="5278438"/>
          <p14:tracePt t="109001" x="5249863" y="5259388"/>
          <p14:tracePt t="109009" x="5249863" y="5249863"/>
          <p14:tracePt t="109018" x="5249863" y="5240338"/>
          <p14:tracePt t="109025" x="5249863" y="5221288"/>
          <p14:tracePt t="109034" x="5249863" y="5202238"/>
          <p14:tracePt t="109041" x="5249863" y="5183188"/>
          <p14:tracePt t="109050" x="5249863" y="5164138"/>
          <p14:tracePt t="109057" x="5249863" y="5145088"/>
          <p14:tracePt t="109066" x="5240338" y="5127625"/>
          <p14:tracePt t="109073" x="5221288" y="5089525"/>
          <p14:tracePt t="109083" x="5211763" y="5070475"/>
          <p14:tracePt t="109090" x="5202238" y="5051425"/>
          <p14:tracePt t="109098" x="5183188" y="5041900"/>
          <p14:tracePt t="109105" x="5173663" y="5022850"/>
          <p14:tracePt t="109114" x="5154613" y="5003800"/>
          <p14:tracePt t="109121" x="5126038" y="4984750"/>
          <p14:tracePt t="109130" x="5106988" y="4975225"/>
          <p14:tracePt t="109137" x="5087938" y="4956175"/>
          <p14:tracePt t="109145" x="5051425" y="4946650"/>
          <p14:tracePt t="109154" x="5022850" y="4937125"/>
          <p14:tracePt t="109162" x="4994275" y="4937125"/>
          <p14:tracePt t="109170" x="4965700" y="4918075"/>
          <p14:tracePt t="109177" x="4927600" y="4918075"/>
          <p14:tracePt t="109185" x="4899025" y="4918075"/>
          <p14:tracePt t="109193" x="4879975" y="4918075"/>
          <p14:tracePt t="109201" x="4852988" y="4918075"/>
          <p14:tracePt t="109208" x="4824413" y="4918075"/>
          <p14:tracePt t="109217" x="4795838" y="4918075"/>
          <p14:tracePt t="109225" x="4748213" y="4918075"/>
          <p14:tracePt t="109234" x="4719638" y="4927600"/>
          <p14:tracePt t="109249" x="4691063" y="4937125"/>
          <p14:tracePt t="109251" x="4652963" y="4956175"/>
          <p14:tracePt t="109258" x="4625975" y="4975225"/>
          <p14:tracePt t="109266" x="4578350" y="4984750"/>
          <p14:tracePt t="109273" x="4549775" y="5013325"/>
          <p14:tracePt t="109281" x="4502150" y="5032375"/>
          <p14:tracePt t="109290" x="4473575" y="5051425"/>
          <p14:tracePt t="109299" x="4435475" y="5089525"/>
          <p14:tracePt t="109305" x="4406900" y="5118100"/>
          <p14:tracePt t="109313" x="4370388" y="5154613"/>
          <p14:tracePt t="109321" x="4351338" y="5183188"/>
          <p14:tracePt t="109330" x="4332288" y="5211763"/>
          <p14:tracePt t="109337" x="4322763" y="5230813"/>
          <p14:tracePt t="109347" x="4322763" y="5268913"/>
          <p14:tracePt t="109353" x="4322763" y="5278438"/>
          <p14:tracePt t="109362" x="4322763" y="5316538"/>
          <p14:tracePt t="109369" x="4322763" y="5335588"/>
          <p14:tracePt t="109377" x="4322763" y="5354638"/>
          <p14:tracePt t="109385" x="4341813" y="5372100"/>
          <p14:tracePt t="109394" x="4351338" y="5391150"/>
          <p14:tracePt t="109401" x="4379913" y="5410200"/>
          <p14:tracePt t="109409" x="4416425" y="5419725"/>
          <p14:tracePt t="109418" x="4435475" y="5438775"/>
          <p14:tracePt t="109425" x="4483100" y="5467350"/>
          <p14:tracePt t="109434" x="4511675" y="5476875"/>
          <p14:tracePt t="109441" x="4568825" y="5486400"/>
          <p14:tracePt t="109451" x="4597400" y="5495925"/>
          <p14:tracePt t="109458" x="4652963" y="5495925"/>
          <p14:tracePt t="109466" x="4719638" y="5505450"/>
          <p14:tracePt t="109474" x="4757738" y="5505450"/>
          <p14:tracePt t="109481" x="4805363" y="5505450"/>
          <p14:tracePt t="109489" x="4843463" y="5505450"/>
          <p14:tracePt t="109498" x="4879975" y="5495925"/>
          <p14:tracePt t="109505" x="4908550" y="5476875"/>
          <p14:tracePt t="109513" x="4918075" y="5467350"/>
          <p14:tracePt t="109521" x="4927600" y="5448300"/>
          <p14:tracePt t="109530" x="4937125" y="5429250"/>
          <p14:tracePt t="109537" x="4946650" y="5410200"/>
          <p14:tracePt t="109547" x="4946650" y="5391150"/>
          <p14:tracePt t="109553" x="4946650" y="5372100"/>
          <p14:tracePt t="109562" x="4946650" y="5354638"/>
          <p14:tracePt t="109569" x="4946650" y="5326063"/>
          <p14:tracePt t="109579" x="4946650" y="5307013"/>
          <p14:tracePt t="109585" x="4946650" y="5287963"/>
          <p14:tracePt t="109594" x="4946650" y="5268913"/>
          <p14:tracePt t="109601" x="4937125" y="5240338"/>
          <p14:tracePt t="109609" x="4927600" y="5230813"/>
          <p14:tracePt t="109618" x="4918075" y="5211763"/>
          <p14:tracePt t="109625" x="4899025" y="5192713"/>
          <p14:tracePt t="109634" x="4879975" y="5173663"/>
          <p14:tracePt t="109641" x="4860925" y="5164138"/>
          <p14:tracePt t="109650" x="4824413" y="5154613"/>
          <p14:tracePt t="109657" x="4805363" y="5154613"/>
          <p14:tracePt t="109667" x="4786313" y="5145088"/>
          <p14:tracePt t="109673" x="4767263" y="5145088"/>
          <p14:tracePt t="109682" x="4757738" y="5145088"/>
          <p14:tracePt t="109690" x="4719638" y="5145088"/>
          <p14:tracePt t="109697" x="4710113" y="5145088"/>
          <p14:tracePt t="109705" x="4691063" y="5145088"/>
          <p14:tracePt t="109714" x="4672013" y="5145088"/>
          <p14:tracePt t="109721" x="4643438" y="5154613"/>
          <p14:tracePt t="109730" x="4643438" y="5164138"/>
          <p14:tracePt t="109738" x="4625975" y="5183188"/>
          <p14:tracePt t="109747" x="4616450" y="5183188"/>
          <p14:tracePt t="109754" x="4606925" y="5192713"/>
          <p14:tracePt t="109763" x="4597400" y="5211763"/>
          <p14:tracePt t="109771" x="4597400" y="5221288"/>
          <p14:tracePt t="109779" x="4597400" y="5230813"/>
          <p14:tracePt t="109788" x="4597400" y="5249863"/>
          <p14:tracePt t="109802" x="4597400" y="5268913"/>
          <p14:tracePt t="109818" x="4616450" y="5278438"/>
          <p14:tracePt t="109825" x="4633913" y="5287963"/>
          <p14:tracePt t="109834" x="4652963" y="5297488"/>
          <p14:tracePt t="109843" x="4681538" y="5307013"/>
          <p14:tracePt t="109850" x="4700588" y="5307013"/>
          <p14:tracePt t="109858" x="4748213" y="5307013"/>
          <p14:tracePt t="109866" x="4767263" y="5307013"/>
          <p14:tracePt t="109873" x="4795838" y="5307013"/>
          <p14:tracePt t="109882" x="4805363" y="5307013"/>
          <p14:tracePt t="109913" x="4805363" y="5297488"/>
          <p14:tracePt t="109930" x="4805363" y="5278438"/>
          <p14:tracePt t="109969" x="4795838" y="5268913"/>
          <p14:tracePt t="109978" x="4776788" y="5259388"/>
          <p14:tracePt t="109986" x="4757738" y="5259388"/>
          <p14:tracePt t="109994" x="4738688" y="5259388"/>
          <p14:tracePt t="110002" x="4729163" y="5259388"/>
          <p14:tracePt t="110010" x="4691063" y="5259388"/>
          <p14:tracePt t="110018" x="4672013" y="5259388"/>
          <p14:tracePt t="110026" x="4662488" y="5259388"/>
          <p14:tracePt t="110035" x="4633913" y="5259388"/>
          <p14:tracePt t="110042" x="4633913" y="5268913"/>
          <p14:tracePt t="110051" x="4625975" y="5278438"/>
          <p14:tracePt t="110066" x="4625975" y="5287963"/>
          <p14:tracePt t="110082" x="4625975" y="5307013"/>
          <p14:tracePt t="110106" x="4643438" y="5316538"/>
          <p14:tracePt t="110114" x="4643438" y="5326063"/>
          <p14:tracePt t="110122" x="4672013" y="5326063"/>
          <p14:tracePt t="110131" x="4691063" y="5335588"/>
          <p14:tracePt t="110138" x="4719638" y="5335588"/>
          <p14:tracePt t="110148" x="4767263" y="5335588"/>
          <p14:tracePt t="110155" x="4795838" y="5335588"/>
          <p14:tracePt t="110163" x="4814888" y="5335588"/>
          <p14:tracePt t="110172" x="4833938" y="5335588"/>
          <p14:tracePt t="110178" x="4843463" y="5326063"/>
          <p14:tracePt t="110194" x="4843463" y="5316538"/>
          <p14:tracePt t="110211" x="4843463" y="5297488"/>
          <p14:tracePt t="110219" x="4843463" y="5287963"/>
          <p14:tracePt t="110235" x="4843463" y="5278438"/>
          <p14:tracePt t="110267" x="4843463" y="5268913"/>
          <p14:tracePt t="110273" x="4833938" y="5268913"/>
          <p14:tracePt t="110281" x="4824413" y="5268913"/>
          <p14:tracePt t="110297" x="4805363" y="5268913"/>
          <p14:tracePt t="110305" x="4795838" y="5278438"/>
          <p14:tracePt t="110314" x="4776788" y="5287963"/>
          <p14:tracePt t="110321" x="4767263" y="5297488"/>
          <p14:tracePt t="110330" x="4748213" y="5316538"/>
          <p14:tracePt t="110338" x="4748213" y="5335588"/>
          <p14:tracePt t="110354" x="4748213" y="5354638"/>
          <p14:tracePt t="110363" x="4748213" y="5364163"/>
          <p14:tracePt t="110372" x="4748213" y="5372100"/>
          <p14:tracePt t="110387" x="4748213" y="5391150"/>
          <p14:tracePt t="110394" x="4757738" y="5391150"/>
          <p14:tracePt t="110402" x="4767263" y="5391150"/>
          <p14:tracePt t="110410" x="4776788" y="5391150"/>
          <p14:tracePt t="110420" x="4795838" y="5391150"/>
          <p14:tracePt t="110437" x="4814888" y="5381625"/>
          <p14:tracePt t="110441" x="4824413" y="5372100"/>
          <p14:tracePt t="110454" x="4833938" y="5364163"/>
          <p14:tracePt t="110458" x="4833938" y="5354638"/>
          <p14:tracePt t="110473" x="4833938" y="5345113"/>
          <p14:tracePt t="110484" x="4833938" y="5335588"/>
          <p14:tracePt t="110489" x="4833938" y="5326063"/>
          <p14:tracePt t="110505" x="4824413" y="5316538"/>
          <p14:tracePt t="110513" x="4814888" y="5307013"/>
          <p14:tracePt t="110532" x="4805363" y="5297488"/>
          <p14:tracePt t="110546" x="4786313" y="5297488"/>
          <p14:tracePt t="110569" x="4767263" y="5297488"/>
          <p14:tracePt t="110587" x="4757738" y="5297488"/>
          <p14:tracePt t="110603" x="4757738" y="5316538"/>
          <p14:tracePt t="110619" x="4757738" y="5326063"/>
          <p14:tracePt t="110634" x="4757738" y="5345113"/>
          <p14:tracePt t="110658" x="4767263" y="5354638"/>
          <p14:tracePt t="110674" x="4786313" y="5364163"/>
          <p14:tracePt t="110682" x="4795838" y="5364163"/>
          <p14:tracePt t="110690" x="4805363" y="5364163"/>
          <p14:tracePt t="110753" x="4805363" y="5354638"/>
          <p14:tracePt t="110778" x="4805363" y="5345113"/>
          <p14:tracePt t="110794" x="4795838" y="5335588"/>
          <p14:tracePt t="110809" x="4786313" y="5326063"/>
          <p14:tracePt t="111225" x="4795838" y="5326063"/>
          <p14:tracePt t="111307" x="4805363" y="5326063"/>
          <p14:tracePt t="111331" x="4814888" y="5326063"/>
          <p14:tracePt t="111348" x="4824413" y="5326063"/>
          <p14:tracePt t="111372" x="4843463" y="5316538"/>
          <p14:tracePt t="111389" x="4852988" y="5316538"/>
          <p14:tracePt t="111393" x="4860925" y="5307013"/>
          <p14:tracePt t="111403" x="4870450" y="5307013"/>
          <p14:tracePt t="111409" x="4879975" y="5297488"/>
          <p14:tracePt t="111425" x="4899025" y="5297488"/>
          <p14:tracePt t="111452" x="4899025" y="5287963"/>
          <p14:tracePt t="111490" x="4908550" y="5278438"/>
          <p14:tracePt t="111506" x="4918075" y="5278438"/>
          <p14:tracePt t="111530" x="4927600" y="5278438"/>
          <p14:tracePt t="111548" x="4937125" y="5278438"/>
          <p14:tracePt t="111579" x="4946650" y="5268913"/>
          <p14:tracePt t="112931" x="4956175" y="5268913"/>
          <p14:tracePt t="113490" x="4965700" y="5268913"/>
          <p14:tracePt t="113561" x="4975225" y="5268913"/>
          <p14:tracePt t="113593" x="4984750" y="5259388"/>
          <p14:tracePt t="114805" x="4994275" y="5249863"/>
          <p14:tracePt t="114867" x="5003800" y="5249863"/>
          <p14:tracePt t="117962" x="5013325" y="5259388"/>
          <p14:tracePt t="118210" x="5022850" y="5268913"/>
          <p14:tracePt t="118745" x="5022850" y="5259388"/>
          <p14:tracePt t="118769" x="5022850" y="5249863"/>
          <p14:tracePt t="119042" x="5022850" y="5240338"/>
          <p14:tracePt t="119081" x="5022850" y="5230813"/>
          <p14:tracePt t="121738" x="5032375" y="5230813"/>
          <p14:tracePt t="121765" x="5032375" y="5240338"/>
          <p14:tracePt t="123140" x="5041900" y="5240338"/>
          <p14:tracePt t="123442" x="5041900" y="5249863"/>
          <p14:tracePt t="124937" x="5041900" y="5240338"/>
          <p14:tracePt t="124962" x="5041900" y="5230813"/>
          <p14:tracePt t="124994" x="5041900" y="5221288"/>
          <p14:tracePt t="125226" x="5041900" y="5211763"/>
          <p14:tracePt t="126690" x="5032375" y="5211763"/>
          <p14:tracePt t="128604" x="5022850" y="5202238"/>
          <p14:tracePt t="129282" x="5032375" y="5221288"/>
          <p14:tracePt t="129474" x="5041900" y="5221288"/>
          <p14:tracePt t="130226" x="5041900" y="5211763"/>
          <p14:tracePt t="130266" x="5041900" y="5202238"/>
          <p14:tracePt t="130290" x="5041900" y="5192713"/>
          <p14:tracePt t="130314" x="5041900" y="5183188"/>
          <p14:tracePt t="130386" x="5041900" y="5173663"/>
          <p14:tracePt t="131211" x="5051425" y="5173663"/>
          <p14:tracePt t="131227" x="5060950" y="5173663"/>
          <p14:tracePt t="131466" x="5060950" y="5183188"/>
          <p14:tracePt t="131482" x="5060950" y="5202238"/>
        </p14:tracePtLst>
      </p14:laserTraceLst>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7A8525-F3B5-D5AB-2BD0-73CFAFA969CD}"/>
              </a:ext>
            </a:extLst>
          </p:cNvPr>
          <p:cNvPicPr>
            <a:picLocks noChangeAspect="1"/>
          </p:cNvPicPr>
          <p:nvPr/>
        </p:nvPicPr>
        <p:blipFill>
          <a:blip r:embed="rId2"/>
          <a:stretch>
            <a:fillRect/>
          </a:stretch>
        </p:blipFill>
        <p:spPr>
          <a:xfrm>
            <a:off x="2269849" y="417250"/>
            <a:ext cx="7264768" cy="5718452"/>
          </a:xfrm>
          <a:prstGeom prst="rect">
            <a:avLst/>
          </a:prstGeom>
        </p:spPr>
      </p:pic>
      <p:sp>
        <p:nvSpPr>
          <p:cNvPr id="3" name="TextBox 2">
            <a:extLst>
              <a:ext uri="{FF2B5EF4-FFF2-40B4-BE49-F238E27FC236}">
                <a16:creationId xmlns:a16="http://schemas.microsoft.com/office/drawing/2014/main" id="{19CC2249-7E0E-4111-6CDB-758E2C41A1D5}"/>
              </a:ext>
            </a:extLst>
          </p:cNvPr>
          <p:cNvSpPr txBox="1"/>
          <p:nvPr/>
        </p:nvSpPr>
        <p:spPr>
          <a:xfrm>
            <a:off x="8371643" y="5619565"/>
            <a:ext cx="2769833" cy="461665"/>
          </a:xfrm>
          <a:prstGeom prst="rect">
            <a:avLst/>
          </a:prstGeom>
          <a:noFill/>
        </p:spPr>
        <p:txBody>
          <a:bodyPr wrap="square" rtlCol="0">
            <a:spAutoFit/>
          </a:bodyPr>
          <a:lstStyle/>
          <a:p>
            <a:r>
              <a:rPr lang="en-GB" sz="2400" i="1">
                <a:latin typeface="Arial" panose="020B0604020202020204" pitchFamily="34" charset="0"/>
                <a:cs typeface="Arial" panose="020B0604020202020204" pitchFamily="34" charset="0"/>
              </a:rPr>
              <a:t>(DH, 2011)</a:t>
            </a:r>
          </a:p>
        </p:txBody>
      </p:sp>
    </p:spTree>
    <p:extLst>
      <p:ext uri="{BB962C8B-B14F-4D97-AF65-F5344CB8AC3E}">
        <p14:creationId xmlns:p14="http://schemas.microsoft.com/office/powerpoint/2010/main" val="3876511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59374C-202E-2D7E-4AFC-89AB671291E0}"/>
              </a:ext>
            </a:extLst>
          </p:cNvPr>
          <p:cNvSpPr txBox="1"/>
          <p:nvPr/>
        </p:nvSpPr>
        <p:spPr>
          <a:xfrm>
            <a:off x="1284270" y="1089061"/>
            <a:ext cx="9534418" cy="3231654"/>
          </a:xfrm>
          <a:prstGeom prst="rect">
            <a:avLst/>
          </a:prstGeom>
          <a:noFill/>
        </p:spPr>
        <p:txBody>
          <a:bodyPr wrap="square" rtlCol="0">
            <a:spAutoFit/>
          </a:bodyPr>
          <a:lstStyle/>
          <a:p>
            <a:pPr algn="ctr"/>
            <a:r>
              <a:rPr lang="en-GB" sz="3600" b="1" i="1" dirty="0">
                <a:solidFill>
                  <a:srgbClr val="008080"/>
                </a:solidFill>
                <a:latin typeface="Arial" panose="020B0604020202020204" pitchFamily="34" charset="0"/>
                <a:cs typeface="Arial" panose="020B0604020202020204" pitchFamily="34" charset="0"/>
              </a:rPr>
              <a:t>Identifying key components &amp; factors</a:t>
            </a:r>
          </a:p>
          <a:p>
            <a:endParaRPr lang="en-GB" sz="2800" dirty="0">
              <a:latin typeface="Arial" panose="020B0604020202020204" pitchFamily="34" charset="0"/>
              <a:cs typeface="Arial" panose="020B0604020202020204" pitchFamily="34" charset="0"/>
            </a:endParaRPr>
          </a:p>
          <a:p>
            <a:endParaRPr lang="en-GB" sz="2800" dirty="0">
              <a:latin typeface="Arial" panose="020B0604020202020204" pitchFamily="34" charset="0"/>
              <a:cs typeface="Arial" panose="020B0604020202020204" pitchFamily="34" charset="0"/>
            </a:endParaRPr>
          </a:p>
          <a:p>
            <a:pPr marL="457200" indent="-457200" algn="ctr">
              <a:buFont typeface="Arial" panose="020B0604020202020204" pitchFamily="34" charset="0"/>
              <a:buChar char="•"/>
            </a:pPr>
            <a:r>
              <a:rPr lang="en-GB" sz="2800" dirty="0">
                <a:latin typeface="Arial" panose="020B0604020202020204" pitchFamily="34" charset="0"/>
                <a:cs typeface="Arial" panose="020B0604020202020204" pitchFamily="34" charset="0"/>
              </a:rPr>
              <a:t>Trying to lose weight; has tried hard to stop gaining weight over the years</a:t>
            </a:r>
          </a:p>
          <a:p>
            <a:pPr algn="ctr"/>
            <a:endParaRPr lang="en-GB" sz="2800" dirty="0">
              <a:latin typeface="Arial" panose="020B0604020202020204" pitchFamily="34" charset="0"/>
              <a:cs typeface="Arial" panose="020B0604020202020204" pitchFamily="34" charset="0"/>
            </a:endParaRPr>
          </a:p>
          <a:p>
            <a:pPr marL="457200" indent="-457200" algn="ctr">
              <a:buFont typeface="Arial" panose="020B0604020202020204" pitchFamily="34" charset="0"/>
              <a:buChar char="•"/>
            </a:pPr>
            <a:r>
              <a:rPr lang="en-GB" sz="2800" dirty="0">
                <a:latin typeface="Arial" panose="020B0604020202020204" pitchFamily="34" charset="0"/>
                <a:cs typeface="Arial" panose="020B0604020202020204" pitchFamily="34" charset="0"/>
              </a:rPr>
              <a:t>Want to breastfeed; family think bottle is best</a:t>
            </a:r>
          </a:p>
        </p:txBody>
      </p:sp>
      <p:sp>
        <p:nvSpPr>
          <p:cNvPr id="4" name="TextBox 3">
            <a:extLst>
              <a:ext uri="{FF2B5EF4-FFF2-40B4-BE49-F238E27FC236}">
                <a16:creationId xmlns:a16="http://schemas.microsoft.com/office/drawing/2014/main" id="{B2DE686C-D9EE-B1B2-6853-5296390853EA}"/>
              </a:ext>
            </a:extLst>
          </p:cNvPr>
          <p:cNvSpPr txBox="1"/>
          <p:nvPr/>
        </p:nvSpPr>
        <p:spPr>
          <a:xfrm>
            <a:off x="558141" y="5362674"/>
            <a:ext cx="11032176" cy="867930"/>
          </a:xfrm>
          <a:prstGeom prst="rect">
            <a:avLst/>
          </a:prstGeom>
          <a:noFill/>
        </p:spPr>
        <p:txBody>
          <a:bodyPr wrap="square">
            <a:spAutoFit/>
          </a:bodyPr>
          <a:lstStyle/>
          <a:p>
            <a:pPr marL="457200" indent="-457200" eaLnBrk="1" hangingPunct="1">
              <a:lnSpc>
                <a:spcPct val="90000"/>
              </a:lnSpc>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Build self-efficacy, self-regulation, outcome expectations &amp; coping skills into HP interventions </a:t>
            </a:r>
            <a:r>
              <a:rPr lang="en-GB" altLang="en-US" sz="2400" i="1" dirty="0">
                <a:latin typeface="Arial" panose="020B0604020202020204" pitchFamily="34" charset="0"/>
                <a:cs typeface="Arial" panose="020B0604020202020204" pitchFamily="34" charset="0"/>
              </a:rPr>
              <a:t>(Byrd Bredbenner et al, 2011)</a:t>
            </a:r>
          </a:p>
        </p:txBody>
      </p:sp>
    </p:spTree>
    <p:extLst>
      <p:ext uri="{BB962C8B-B14F-4D97-AF65-F5344CB8AC3E}">
        <p14:creationId xmlns:p14="http://schemas.microsoft.com/office/powerpoint/2010/main" val="3888019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2238375" y="214313"/>
            <a:ext cx="7620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None/>
            </a:pPr>
            <a:r>
              <a:rPr lang="en-GB" altLang="en-US" sz="3600" b="1" i="1">
                <a:solidFill>
                  <a:srgbClr val="009999"/>
                </a:solidFill>
              </a:rPr>
              <a:t>Community Organisation</a:t>
            </a:r>
            <a:endParaRPr lang="en-GB" altLang="en-US" sz="2400">
              <a:solidFill>
                <a:srgbClr val="009999"/>
              </a:solidFill>
            </a:endParaRPr>
          </a:p>
        </p:txBody>
      </p:sp>
      <p:sp>
        <p:nvSpPr>
          <p:cNvPr id="57347" name="Text Box 3"/>
          <p:cNvSpPr txBox="1">
            <a:spLocks noChangeArrowheads="1"/>
          </p:cNvSpPr>
          <p:nvPr/>
        </p:nvSpPr>
        <p:spPr bwMode="auto">
          <a:xfrm>
            <a:off x="513707" y="1196975"/>
            <a:ext cx="11178283"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None/>
            </a:pPr>
            <a:r>
              <a:rPr lang="en-GB" altLang="en-US" sz="2800">
                <a:solidFill>
                  <a:srgbClr val="000000"/>
                </a:solidFill>
              </a:rPr>
              <a:t>Identify common problems, mobilise resources, develop &amp; implement strategies to reach collective goals</a:t>
            </a:r>
          </a:p>
          <a:p>
            <a:pPr fontAlgn="base">
              <a:spcBef>
                <a:spcPct val="50000"/>
              </a:spcBef>
              <a:spcAft>
                <a:spcPct val="0"/>
              </a:spcAft>
              <a:buNone/>
            </a:pPr>
            <a:endParaRPr lang="en-GB" altLang="en-US" sz="2800">
              <a:solidFill>
                <a:srgbClr val="000000"/>
              </a:solidFill>
            </a:endParaRPr>
          </a:p>
          <a:p>
            <a:pPr fontAlgn="base">
              <a:spcBef>
                <a:spcPct val="50000"/>
              </a:spcBef>
              <a:spcAft>
                <a:spcPct val="0"/>
              </a:spcAft>
              <a:buNone/>
            </a:pPr>
            <a:endParaRPr lang="en-GB" altLang="en-US" sz="2800">
              <a:solidFill>
                <a:srgbClr val="000000"/>
              </a:solidFill>
            </a:endParaRPr>
          </a:p>
          <a:p>
            <a:pPr fontAlgn="base">
              <a:spcBef>
                <a:spcPct val="50000"/>
              </a:spcBef>
              <a:spcAft>
                <a:spcPct val="0"/>
              </a:spcAft>
            </a:pPr>
            <a:r>
              <a:rPr lang="en-GB" altLang="en-US" sz="2800">
                <a:solidFill>
                  <a:srgbClr val="000000"/>
                </a:solidFill>
              </a:rPr>
              <a:t> Community identifies issues itself</a:t>
            </a:r>
          </a:p>
          <a:p>
            <a:pPr fontAlgn="base">
              <a:spcBef>
                <a:spcPct val="50000"/>
              </a:spcBef>
              <a:spcAft>
                <a:spcPct val="0"/>
              </a:spcAft>
            </a:pPr>
            <a:r>
              <a:rPr lang="en-GB" altLang="en-US" sz="2800">
                <a:solidFill>
                  <a:srgbClr val="000000"/>
                </a:solidFill>
              </a:rPr>
              <a:t> Multiple levels of a health problem</a:t>
            </a:r>
          </a:p>
          <a:p>
            <a:pPr fontAlgn="base">
              <a:spcBef>
                <a:spcPct val="50000"/>
              </a:spcBef>
              <a:spcAft>
                <a:spcPct val="0"/>
              </a:spcAft>
            </a:pPr>
            <a:r>
              <a:rPr lang="en-GB" altLang="en-US" sz="2800">
                <a:solidFill>
                  <a:srgbClr val="000000"/>
                </a:solidFill>
              </a:rPr>
              <a:t> Social networks &amp; social support</a:t>
            </a:r>
          </a:p>
          <a:p>
            <a:pPr fontAlgn="base">
              <a:spcBef>
                <a:spcPct val="50000"/>
              </a:spcBef>
              <a:spcAft>
                <a:spcPct val="0"/>
              </a:spcAft>
            </a:pPr>
            <a:endParaRPr lang="en-GB" altLang="en-US" sz="2800">
              <a:solidFill>
                <a:srgbClr val="000000"/>
              </a:solidFill>
            </a:endParaRPr>
          </a:p>
        </p:txBody>
      </p:sp>
      <p:grpSp>
        <p:nvGrpSpPr>
          <p:cNvPr id="2" name="Group 1">
            <a:extLst>
              <a:ext uri="{FF2B5EF4-FFF2-40B4-BE49-F238E27FC236}">
                <a16:creationId xmlns:a16="http://schemas.microsoft.com/office/drawing/2014/main" id="{DFDD9549-E721-B98D-4D2B-4FB1C8EAAF3E}"/>
              </a:ext>
            </a:extLst>
          </p:cNvPr>
          <p:cNvGrpSpPr/>
          <p:nvPr/>
        </p:nvGrpSpPr>
        <p:grpSpPr>
          <a:xfrm>
            <a:off x="6626433" y="1806084"/>
            <a:ext cx="5373160" cy="5028023"/>
            <a:chOff x="2205687" y="74557"/>
            <a:chExt cx="9096772" cy="6904153"/>
          </a:xfrm>
        </p:grpSpPr>
        <p:pic>
          <p:nvPicPr>
            <p:cNvPr id="3" name="Picture 2" descr="A white board with writing on it&#10;&#10;Description automatically generated with medium confidence">
              <a:extLst>
                <a:ext uri="{FF2B5EF4-FFF2-40B4-BE49-F238E27FC236}">
                  <a16:creationId xmlns:a16="http://schemas.microsoft.com/office/drawing/2014/main" id="{ABB6A958-349C-A587-26FE-A2CA3A30E4C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2071" b="-1"/>
            <a:stretch/>
          </p:blipFill>
          <p:spPr>
            <a:xfrm rot="5400000">
              <a:off x="2553061" y="-250613"/>
              <a:ext cx="3726442" cy="4421189"/>
            </a:xfrm>
            <a:prstGeom prst="rect">
              <a:avLst/>
            </a:prstGeom>
          </p:spPr>
        </p:pic>
        <p:pic>
          <p:nvPicPr>
            <p:cNvPr id="4" name="Picture 3" descr="A picture containing cluttered&#10;&#10;Description automatically generated">
              <a:extLst>
                <a:ext uri="{FF2B5EF4-FFF2-40B4-BE49-F238E27FC236}">
                  <a16:creationId xmlns:a16="http://schemas.microsoft.com/office/drawing/2014/main" id="{E6F060C7-285A-C1CB-D557-24CB3F30F52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2055" r="24702"/>
            <a:stretch/>
          </p:blipFill>
          <p:spPr>
            <a:xfrm>
              <a:off x="6881270" y="74557"/>
              <a:ext cx="4421189" cy="3736681"/>
            </a:xfrm>
            <a:prstGeom prst="rect">
              <a:avLst/>
            </a:prstGeom>
          </p:spPr>
        </p:pic>
        <p:pic>
          <p:nvPicPr>
            <p:cNvPr id="5" name="Picture 4" descr="A picture containing decorated, containing, several&#10;&#10;Description automatically generated">
              <a:extLst>
                <a:ext uri="{FF2B5EF4-FFF2-40B4-BE49-F238E27FC236}">
                  <a16:creationId xmlns:a16="http://schemas.microsoft.com/office/drawing/2014/main" id="{98E90AF1-C0B7-3430-2590-4B8AF693FC0B}"/>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7629" r="18981"/>
            <a:stretch/>
          </p:blipFill>
          <p:spPr>
            <a:xfrm>
              <a:off x="2286843" y="3915301"/>
              <a:ext cx="3623443" cy="3054055"/>
            </a:xfrm>
            <a:prstGeom prst="rect">
              <a:avLst/>
            </a:prstGeom>
          </p:spPr>
        </p:pic>
        <p:pic>
          <p:nvPicPr>
            <p:cNvPr id="6" name="Picture 5" descr="A picture containing indoor, meal&#10;&#10;Description automatically generated">
              <a:extLst>
                <a:ext uri="{FF2B5EF4-FFF2-40B4-BE49-F238E27FC236}">
                  <a16:creationId xmlns:a16="http://schemas.microsoft.com/office/drawing/2014/main" id="{0676A9AA-8F0E-0C42-E4F3-2CDF3A30B2D6}"/>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5663" r="56136"/>
            <a:stretch/>
          </p:blipFill>
          <p:spPr>
            <a:xfrm rot="5400000">
              <a:off x="8103380" y="3779631"/>
              <a:ext cx="3054054" cy="3344103"/>
            </a:xfrm>
            <a:prstGeom prst="rect">
              <a:avLst/>
            </a:prstGeom>
          </p:spPr>
        </p:pic>
        <p:pic>
          <p:nvPicPr>
            <p:cNvPr id="8" name="Picture 7">
              <a:extLst>
                <a:ext uri="{FF2B5EF4-FFF2-40B4-BE49-F238E27FC236}">
                  <a16:creationId xmlns:a16="http://schemas.microsoft.com/office/drawing/2014/main" id="{262B01FC-6DEC-D0E8-AE70-3FF094631BE1}"/>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r="23689" b="1"/>
            <a:stretch/>
          </p:blipFill>
          <p:spPr>
            <a:xfrm rot="5400000">
              <a:off x="5401905" y="4541045"/>
              <a:ext cx="3004483" cy="1771701"/>
            </a:xfrm>
            <a:prstGeom prst="rect">
              <a:avLst/>
            </a:prstGeom>
          </p:spPr>
        </p:pic>
      </p:grpSp>
    </p:spTree>
    <p:extLst>
      <p:ext uri="{BB962C8B-B14F-4D97-AF65-F5344CB8AC3E}">
        <p14:creationId xmlns:p14="http://schemas.microsoft.com/office/powerpoint/2010/main" val="2614354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1378921" y="582176"/>
            <a:ext cx="9263281" cy="524832"/>
          </a:xfrm>
        </p:spPr>
        <p:txBody>
          <a:bodyPr>
            <a:normAutofit fontScale="90000"/>
          </a:bodyPr>
          <a:lstStyle/>
          <a:p>
            <a:pPr algn="ctr" eaLnBrk="1" hangingPunct="1"/>
            <a:r>
              <a:rPr lang="en-GB" altLang="en-US" sz="4000" b="1" i="1">
                <a:solidFill>
                  <a:srgbClr val="008080"/>
                </a:solidFill>
                <a:latin typeface="Arial" panose="020B0604020202020204" pitchFamily="34" charset="0"/>
                <a:cs typeface="Arial" panose="020B0604020202020204" pitchFamily="34" charset="0"/>
              </a:rPr>
              <a:t>COM-B system for analysing behaviour in context</a:t>
            </a:r>
          </a:p>
        </p:txBody>
      </p:sp>
      <p:pic>
        <p:nvPicPr>
          <p:cNvPr id="18436" name="Picture 3" descr="com-b-V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789" y="1900972"/>
            <a:ext cx="5400675" cy="389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4789" name="Text Box 5"/>
          <p:cNvSpPr txBox="1">
            <a:spLocks noChangeArrowheads="1"/>
          </p:cNvSpPr>
          <p:nvPr/>
        </p:nvSpPr>
        <p:spPr bwMode="auto">
          <a:xfrm>
            <a:off x="6459267" y="1443732"/>
            <a:ext cx="503222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eaLnBrk="0" fontAlgn="base" hangingPunct="0">
              <a:spcBef>
                <a:spcPct val="0"/>
              </a:spcBef>
              <a:spcAft>
                <a:spcPct val="0"/>
              </a:spcAft>
              <a:defRPr>
                <a:solidFill>
                  <a:schemeClr val="tx1"/>
                </a:solidFill>
                <a:latin typeface="Arial" panose="020B0604020202020204" pitchFamily="34" charset="0"/>
              </a:defRPr>
            </a:lvl6pPr>
            <a:lvl7pPr marL="3086100" indent="-342900" eaLnBrk="0" fontAlgn="base" hangingPunct="0">
              <a:spcBef>
                <a:spcPct val="0"/>
              </a:spcBef>
              <a:spcAft>
                <a:spcPct val="0"/>
              </a:spcAft>
              <a:defRPr>
                <a:solidFill>
                  <a:schemeClr val="tx1"/>
                </a:solidFill>
                <a:latin typeface="Arial" panose="020B0604020202020204" pitchFamily="34" charset="0"/>
              </a:defRPr>
            </a:lvl7pPr>
            <a:lvl8pPr marL="3543300" indent="-342900" eaLnBrk="0" fontAlgn="base" hangingPunct="0">
              <a:spcBef>
                <a:spcPct val="0"/>
              </a:spcBef>
              <a:spcAft>
                <a:spcPct val="0"/>
              </a:spcAft>
              <a:defRPr>
                <a:solidFill>
                  <a:schemeClr val="tx1"/>
                </a:solidFill>
                <a:latin typeface="Arial" panose="020B0604020202020204" pitchFamily="34" charset="0"/>
              </a:defRPr>
            </a:lvl8pPr>
            <a:lvl9pPr marL="400050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a:pPr>
            <a:r>
              <a:rPr lang="en-GB" altLang="en-US" sz="2800" dirty="0"/>
              <a:t>Capability, motivation &amp; opportunity all need to be present for a behaviour to occur</a:t>
            </a:r>
          </a:p>
          <a:p>
            <a:pPr eaLnBrk="1" hangingPunct="1">
              <a:spcBef>
                <a:spcPct val="50000"/>
              </a:spcBef>
              <a:buFontTx/>
              <a:buAutoNum type="arabicPeriod"/>
            </a:pPr>
            <a:r>
              <a:rPr lang="en-GB" altLang="en-US" sz="2800" dirty="0"/>
              <a:t>Interact as part of a system</a:t>
            </a:r>
          </a:p>
          <a:p>
            <a:pPr eaLnBrk="1" hangingPunct="1">
              <a:spcBef>
                <a:spcPct val="50000"/>
              </a:spcBef>
              <a:buFontTx/>
              <a:buAutoNum type="arabicPeriod"/>
            </a:pPr>
            <a:r>
              <a:rPr lang="en-GB" altLang="en-US" sz="2800" b="1" dirty="0"/>
              <a:t>Motivation must be stronger for the target behaviour than competing behaviours</a:t>
            </a:r>
          </a:p>
        </p:txBody>
      </p:sp>
      <p:sp>
        <p:nvSpPr>
          <p:cNvPr id="2" name="TextBox 1">
            <a:extLst>
              <a:ext uri="{FF2B5EF4-FFF2-40B4-BE49-F238E27FC236}">
                <a16:creationId xmlns:a16="http://schemas.microsoft.com/office/drawing/2014/main" id="{8FC7BEB1-A80F-A34C-5D50-7C6C6D63C36E}"/>
              </a:ext>
            </a:extLst>
          </p:cNvPr>
          <p:cNvSpPr txBox="1"/>
          <p:nvPr/>
        </p:nvSpPr>
        <p:spPr>
          <a:xfrm>
            <a:off x="8387346" y="6132609"/>
            <a:ext cx="5032225" cy="461665"/>
          </a:xfrm>
          <a:prstGeom prst="rect">
            <a:avLst/>
          </a:prstGeom>
          <a:noFill/>
        </p:spPr>
        <p:txBody>
          <a:bodyPr wrap="square" rtlCol="0">
            <a:spAutoFit/>
          </a:bodyPr>
          <a:lstStyle/>
          <a:p>
            <a:r>
              <a:rPr lang="en-GB" sz="2400" i="1">
                <a:latin typeface="Arial" panose="020B0604020202020204" pitchFamily="34" charset="0"/>
                <a:cs typeface="Arial" panose="020B0604020202020204" pitchFamily="34" charset="0"/>
              </a:rPr>
              <a:t>(Michie et al, 2011)</a:t>
            </a:r>
          </a:p>
        </p:txBody>
      </p:sp>
    </p:spTree>
    <p:extLst>
      <p:ext uri="{BB962C8B-B14F-4D97-AF65-F5344CB8AC3E}">
        <p14:creationId xmlns:p14="http://schemas.microsoft.com/office/powerpoint/2010/main" val="3402485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94789"/>
                                        </p:tgtEl>
                                        <p:attrNameLst>
                                          <p:attrName>style.visibility</p:attrName>
                                        </p:attrNameLst>
                                      </p:cBhvr>
                                      <p:to>
                                        <p:strVal val="visible"/>
                                      </p:to>
                                    </p:set>
                                    <p:animEffect transition="in" filter="blinds(horizontal)">
                                      <p:cBhvr>
                                        <p:cTn id="7" dur="500"/>
                                        <p:tgtEl>
                                          <p:spTgt spid="2294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478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163" y="108474"/>
            <a:ext cx="10058400" cy="877178"/>
          </a:xfrm>
        </p:spPr>
        <p:txBody>
          <a:bodyPr>
            <a:normAutofit fontScale="90000"/>
          </a:bodyPr>
          <a:lstStyle/>
          <a:p>
            <a:br>
              <a:rPr lang="en-US" b="1">
                <a:solidFill>
                  <a:srgbClr val="C00000"/>
                </a:solidFill>
              </a:rPr>
            </a:br>
            <a:br>
              <a:rPr lang="en-US" b="1">
                <a:solidFill>
                  <a:srgbClr val="C00000"/>
                </a:solidFill>
              </a:rPr>
            </a:br>
            <a:r>
              <a:rPr lang="en-US" sz="4000" b="1" i="1">
                <a:solidFill>
                  <a:srgbClr val="008080"/>
                </a:solidFill>
                <a:latin typeface="Arial" panose="020B0604020202020204" pitchFamily="34" charset="0"/>
                <a:cs typeface="Arial" panose="020B0604020202020204" pitchFamily="34" charset="0"/>
              </a:rPr>
              <a:t>Stakeholder involvement</a:t>
            </a:r>
            <a:r>
              <a:rPr lang="en-US" sz="3100"/>
              <a:t>	</a:t>
            </a:r>
            <a:br>
              <a:rPr lang="en-US" sz="3100">
                <a:solidFill>
                  <a:srgbClr val="C00000"/>
                </a:solidFill>
              </a:rPr>
            </a:br>
            <a:br>
              <a:rPr lang="en-GB">
                <a:solidFill>
                  <a:srgbClr val="C00000"/>
                </a:solidFill>
              </a:rPr>
            </a:br>
            <a:endParaRPr lang="en-GB"/>
          </a:p>
        </p:txBody>
      </p:sp>
      <p:sp>
        <p:nvSpPr>
          <p:cNvPr id="7" name="TextBox 6">
            <a:extLst>
              <a:ext uri="{FF2B5EF4-FFF2-40B4-BE49-F238E27FC236}">
                <a16:creationId xmlns:a16="http://schemas.microsoft.com/office/drawing/2014/main" id="{E56B5919-AE90-CCBF-72EC-932FC485E69C}"/>
              </a:ext>
            </a:extLst>
          </p:cNvPr>
          <p:cNvSpPr txBox="1"/>
          <p:nvPr/>
        </p:nvSpPr>
        <p:spPr>
          <a:xfrm>
            <a:off x="926275" y="1401288"/>
            <a:ext cx="10526288" cy="4832092"/>
          </a:xfrm>
          <a:prstGeom prst="rect">
            <a:avLst/>
          </a:prstGeom>
          <a:noFill/>
        </p:spPr>
        <p:txBody>
          <a:bodyPr wrap="square" rtlCol="0">
            <a:spAutoFit/>
          </a:bodyPr>
          <a:lstStyle/>
          <a:p>
            <a:r>
              <a:rPr lang="en-GB" sz="2800" b="1" i="1">
                <a:latin typeface="Arial" panose="020B0604020202020204" pitchFamily="34" charset="0"/>
                <a:cs typeface="Arial" panose="020B0604020202020204" pitchFamily="34" charset="0"/>
              </a:rPr>
              <a:t>Scenario</a:t>
            </a:r>
          </a:p>
          <a:p>
            <a:r>
              <a:rPr lang="en-GB" sz="2800">
                <a:latin typeface="Arial" panose="020B0604020202020204" pitchFamily="34" charset="0"/>
                <a:cs typeface="Arial" panose="020B0604020202020204" pitchFamily="34" charset="0"/>
              </a:rPr>
              <a:t>Young people recognised as often having poor diets. University canteen sells many foods which are not nutritionally ideal &amp; the university is surrounded by fast food outlets, popular with students. </a:t>
            </a:r>
          </a:p>
          <a:p>
            <a:endParaRPr lang="en-GB" sz="2800">
              <a:latin typeface="Arial" panose="020B0604020202020204" pitchFamily="34" charset="0"/>
              <a:cs typeface="Arial" panose="020B0604020202020204" pitchFamily="34" charset="0"/>
            </a:endParaRPr>
          </a:p>
          <a:p>
            <a:r>
              <a:rPr lang="en-GB" sz="2800" b="1" i="1">
                <a:latin typeface="Arial" panose="020B0604020202020204" pitchFamily="34" charset="0"/>
                <a:cs typeface="Arial" panose="020B0604020202020204" pitchFamily="34" charset="0"/>
              </a:rPr>
              <a:t>Identification</a:t>
            </a:r>
            <a:r>
              <a:rPr lang="en-GB" sz="2800">
                <a:latin typeface="Arial" panose="020B0604020202020204" pitchFamily="34" charset="0"/>
                <a:cs typeface="Arial" panose="020B0604020202020204" pitchFamily="34" charset="0"/>
              </a:rPr>
              <a:t> using TACT principle: Target; Action; Context; Timeframe</a:t>
            </a:r>
          </a:p>
          <a:p>
            <a:endParaRPr lang="en-GB" sz="2800">
              <a:latin typeface="Arial" panose="020B0604020202020204" pitchFamily="34" charset="0"/>
              <a:cs typeface="Arial" panose="020B0604020202020204" pitchFamily="34" charset="0"/>
            </a:endParaRPr>
          </a:p>
          <a:p>
            <a:endParaRPr lang="en-GB" sz="2800">
              <a:latin typeface="Arial" panose="020B0604020202020204" pitchFamily="34" charset="0"/>
              <a:cs typeface="Arial" panose="020B0604020202020204" pitchFamily="34" charset="0"/>
            </a:endParaRPr>
          </a:p>
          <a:p>
            <a:r>
              <a:rPr lang="en-GB" sz="2800">
                <a:latin typeface="Arial" panose="020B0604020202020204" pitchFamily="34" charset="0"/>
                <a:cs typeface="Arial" panose="020B0604020202020204" pitchFamily="34" charset="0"/>
              </a:rPr>
              <a:t>Who are the </a:t>
            </a:r>
            <a:r>
              <a:rPr lang="en-GB" sz="2800" b="1">
                <a:latin typeface="Arial" panose="020B0604020202020204" pitchFamily="34" charset="0"/>
                <a:cs typeface="Arial" panose="020B0604020202020204" pitchFamily="34" charset="0"/>
              </a:rPr>
              <a:t>stakeholders</a:t>
            </a:r>
            <a:r>
              <a:rPr lang="en-GB" sz="28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236816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3CF715-BB3E-AD12-50BE-106AB9440164}"/>
              </a:ext>
            </a:extLst>
          </p:cNvPr>
          <p:cNvSpPr txBox="1"/>
          <p:nvPr/>
        </p:nvSpPr>
        <p:spPr>
          <a:xfrm>
            <a:off x="676893" y="1430655"/>
            <a:ext cx="11127180" cy="3108543"/>
          </a:xfrm>
          <a:prstGeom prst="rect">
            <a:avLst/>
          </a:prstGeom>
          <a:noFill/>
        </p:spPr>
        <p:txBody>
          <a:bodyPr wrap="square">
            <a:spAutoFit/>
          </a:bodyPr>
          <a:lstStyle/>
          <a:p>
            <a:r>
              <a:rPr lang="en-GB" sz="2800">
                <a:latin typeface="Arial" panose="020B0604020202020204" pitchFamily="34" charset="0"/>
                <a:cs typeface="Arial" panose="020B0604020202020204" pitchFamily="34" charset="0"/>
              </a:rPr>
              <a:t>‘‘to avert a public health crisis at the hands of chronic lifestyle-driven diseases, we need not only focus on changing individual behaviours, but also on changing the environments that give rise to those behaviours. Governments and employers must recognise the overwhelming influence of context on action, and take advantage of their unique position to intentionally shape environments that promote healthy behaviours’’</a:t>
            </a:r>
          </a:p>
        </p:txBody>
      </p:sp>
    </p:spTree>
    <p:extLst>
      <p:ext uri="{BB962C8B-B14F-4D97-AF65-F5344CB8AC3E}">
        <p14:creationId xmlns:p14="http://schemas.microsoft.com/office/powerpoint/2010/main" val="549065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7B5609-0FA7-3B39-80C7-206A03E48845}"/>
              </a:ext>
            </a:extLst>
          </p:cNvPr>
          <p:cNvSpPr txBox="1"/>
          <p:nvPr/>
        </p:nvSpPr>
        <p:spPr>
          <a:xfrm>
            <a:off x="0" y="0"/>
            <a:ext cx="12192000" cy="6757747"/>
          </a:xfrm>
          <a:prstGeom prst="rect">
            <a:avLst/>
          </a:prstGeom>
          <a:noFill/>
        </p:spPr>
        <p:txBody>
          <a:bodyPr wrap="square" rtlCol="0">
            <a:spAutoFit/>
          </a:bodyPr>
          <a:lstStyle/>
          <a:p>
            <a:r>
              <a:rPr lang="en-GB" sz="2400" b="1" i="1" dirty="0">
                <a:solidFill>
                  <a:srgbClr val="008080"/>
                </a:solidFill>
                <a:latin typeface="Arial" panose="020B0604020202020204" pitchFamily="34" charset="0"/>
                <a:cs typeface="Arial" panose="020B0604020202020204" pitchFamily="34" charset="0"/>
              </a:rPr>
              <a:t>References</a:t>
            </a:r>
          </a:p>
          <a:p>
            <a:r>
              <a:rPr lang="en-GB" altLang="en-US" sz="2400" dirty="0">
                <a:solidFill>
                  <a:srgbClr val="000000"/>
                </a:solidFill>
                <a:latin typeface="Arial" panose="020B0604020202020204" pitchFamily="34" charset="0"/>
                <a:cs typeface="Arial" panose="020B0604020202020204" pitchFamily="34" charset="0"/>
              </a:rPr>
              <a:t>Bandura A (1991). </a:t>
            </a:r>
            <a:r>
              <a:rPr lang="en-GB" altLang="en-US" sz="2400" i="1" dirty="0">
                <a:solidFill>
                  <a:srgbClr val="000000"/>
                </a:solidFill>
                <a:latin typeface="Arial" panose="020B0604020202020204" pitchFamily="34" charset="0"/>
                <a:cs typeface="Arial" panose="020B0604020202020204" pitchFamily="34" charset="0"/>
              </a:rPr>
              <a:t>Social cognitive theory of self-regulation</a:t>
            </a:r>
            <a:r>
              <a:rPr lang="en-GB" altLang="en-US" sz="2400" dirty="0">
                <a:solidFill>
                  <a:srgbClr val="000000"/>
                </a:solidFill>
                <a:latin typeface="Arial" panose="020B0604020202020204" pitchFamily="34" charset="0"/>
                <a:cs typeface="Arial" panose="020B0604020202020204" pitchFamily="34" charset="0"/>
              </a:rPr>
              <a:t>. </a:t>
            </a:r>
            <a:r>
              <a:rPr lang="en-GB" altLang="en-US" sz="2400" b="1" dirty="0">
                <a:solidFill>
                  <a:srgbClr val="000000"/>
                </a:solidFill>
                <a:latin typeface="Arial" panose="020B0604020202020204" pitchFamily="34" charset="0"/>
                <a:cs typeface="Arial" panose="020B0604020202020204" pitchFamily="34" charset="0"/>
              </a:rPr>
              <a:t>Organizational </a:t>
            </a:r>
            <a:r>
              <a:rPr lang="en-GB" altLang="en-US" sz="2400" b="1" dirty="0" err="1">
                <a:solidFill>
                  <a:srgbClr val="000000"/>
                </a:solidFill>
                <a:latin typeface="Arial" panose="020B0604020202020204" pitchFamily="34" charset="0"/>
                <a:cs typeface="Arial" panose="020B0604020202020204" pitchFamily="34" charset="0"/>
              </a:rPr>
              <a:t>Behavior</a:t>
            </a:r>
            <a:r>
              <a:rPr lang="en-GB" altLang="en-US" sz="2400" b="1" dirty="0">
                <a:solidFill>
                  <a:srgbClr val="000000"/>
                </a:solidFill>
                <a:latin typeface="Arial" panose="020B0604020202020204" pitchFamily="34" charset="0"/>
                <a:cs typeface="Arial" panose="020B0604020202020204" pitchFamily="34" charset="0"/>
              </a:rPr>
              <a:t> and Human Decision Processes</a:t>
            </a:r>
            <a:r>
              <a:rPr lang="en-GB" altLang="en-US" sz="2400" dirty="0">
                <a:solidFill>
                  <a:srgbClr val="000000"/>
                </a:solidFill>
                <a:latin typeface="Arial" panose="020B0604020202020204" pitchFamily="34" charset="0"/>
                <a:cs typeface="Arial" panose="020B0604020202020204" pitchFamily="34" charset="0"/>
              </a:rPr>
              <a:t> </a:t>
            </a:r>
            <a:r>
              <a:rPr lang="en-GB" altLang="en-US" sz="2400" u="sng" dirty="0">
                <a:solidFill>
                  <a:srgbClr val="000000"/>
                </a:solidFill>
                <a:latin typeface="Arial" panose="020B0604020202020204" pitchFamily="34" charset="0"/>
                <a:cs typeface="Arial" panose="020B0604020202020204" pitchFamily="34" charset="0"/>
              </a:rPr>
              <a:t>50(2)</a:t>
            </a:r>
            <a:r>
              <a:rPr lang="en-GB" altLang="en-US" sz="2400" dirty="0">
                <a:solidFill>
                  <a:srgbClr val="000000"/>
                </a:solidFill>
                <a:latin typeface="Arial" panose="020B0604020202020204" pitchFamily="34" charset="0"/>
                <a:cs typeface="Arial" panose="020B0604020202020204" pitchFamily="34" charset="0"/>
              </a:rPr>
              <a:t>: 248-287.</a:t>
            </a:r>
          </a:p>
          <a:p>
            <a:r>
              <a:rPr lang="en-GB" altLang="en-US" sz="2400" dirty="0">
                <a:solidFill>
                  <a:srgbClr val="000000"/>
                </a:solidFill>
                <a:latin typeface="Arial" panose="020B0604020202020204" pitchFamily="34" charset="0"/>
                <a:cs typeface="Arial" panose="020B0604020202020204" pitchFamily="34" charset="0"/>
              </a:rPr>
              <a:t>Boyland EJ &amp; Halford JCG (2013). </a:t>
            </a:r>
            <a:r>
              <a:rPr lang="en-GB" altLang="en-US" sz="2400" i="1" dirty="0">
                <a:solidFill>
                  <a:srgbClr val="000000"/>
                </a:solidFill>
                <a:latin typeface="Arial" panose="020B0604020202020204" pitchFamily="34" charset="0"/>
                <a:cs typeface="Arial" panose="020B0604020202020204" pitchFamily="34" charset="0"/>
              </a:rPr>
              <a:t>Television advertising and branding. Effects on eating behaviour and food preferences in children</a:t>
            </a:r>
            <a:r>
              <a:rPr lang="en-GB" altLang="en-US" sz="2400" dirty="0">
                <a:solidFill>
                  <a:srgbClr val="000000"/>
                </a:solidFill>
                <a:latin typeface="Arial" panose="020B0604020202020204" pitchFamily="34" charset="0"/>
                <a:cs typeface="Arial" panose="020B0604020202020204" pitchFamily="34" charset="0"/>
              </a:rPr>
              <a:t>. </a:t>
            </a:r>
            <a:r>
              <a:rPr lang="en-GB" altLang="en-US" sz="2400" b="1" dirty="0">
                <a:solidFill>
                  <a:srgbClr val="000000"/>
                </a:solidFill>
                <a:latin typeface="Arial" panose="020B0604020202020204" pitchFamily="34" charset="0"/>
                <a:cs typeface="Arial" panose="020B0604020202020204" pitchFamily="34" charset="0"/>
              </a:rPr>
              <a:t>Appetite</a:t>
            </a:r>
            <a:r>
              <a:rPr lang="en-GB" altLang="en-US" sz="2400" dirty="0">
                <a:solidFill>
                  <a:srgbClr val="000000"/>
                </a:solidFill>
                <a:latin typeface="Arial" panose="020B0604020202020204" pitchFamily="34" charset="0"/>
                <a:cs typeface="Arial" panose="020B0604020202020204" pitchFamily="34" charset="0"/>
              </a:rPr>
              <a:t> </a:t>
            </a:r>
            <a:r>
              <a:rPr lang="en-GB" altLang="en-US" sz="2400" u="sng" dirty="0">
                <a:solidFill>
                  <a:srgbClr val="000000"/>
                </a:solidFill>
                <a:latin typeface="Arial" panose="020B0604020202020204" pitchFamily="34" charset="0"/>
                <a:cs typeface="Arial" panose="020B0604020202020204" pitchFamily="34" charset="0"/>
              </a:rPr>
              <a:t>62:</a:t>
            </a:r>
            <a:r>
              <a:rPr lang="en-GB" altLang="en-US" sz="2400" dirty="0">
                <a:solidFill>
                  <a:srgbClr val="000000"/>
                </a:solidFill>
                <a:latin typeface="Arial" panose="020B0604020202020204" pitchFamily="34" charset="0"/>
                <a:cs typeface="Arial" panose="020B0604020202020204" pitchFamily="34" charset="0"/>
              </a:rPr>
              <a:t> 236-241.</a:t>
            </a:r>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Butland B et al (2007). </a:t>
            </a:r>
            <a:r>
              <a:rPr lang="en-GB" sz="2400" i="1" dirty="0">
                <a:latin typeface="Arial" panose="020B0604020202020204" pitchFamily="34" charset="0"/>
                <a:cs typeface="Arial" panose="020B0604020202020204" pitchFamily="34" charset="0"/>
              </a:rPr>
              <a:t>Tackling Obesities: Future Choices. Project Report</a:t>
            </a:r>
            <a:r>
              <a:rPr lang="en-GB" sz="2400" dirty="0">
                <a:latin typeface="Arial" panose="020B0604020202020204" pitchFamily="34" charset="0"/>
                <a:cs typeface="Arial" panose="020B0604020202020204" pitchFamily="34" charset="0"/>
              </a:rPr>
              <a:t>. Foresight: London.</a:t>
            </a:r>
          </a:p>
          <a:p>
            <a:r>
              <a:rPr lang="en-GB" altLang="en-US" sz="2400" dirty="0">
                <a:solidFill>
                  <a:srgbClr val="000000"/>
                </a:solidFill>
                <a:latin typeface="Arial" panose="020B0604020202020204" pitchFamily="34" charset="0"/>
                <a:cs typeface="Arial" panose="020B0604020202020204" pitchFamily="34" charset="0"/>
              </a:rPr>
              <a:t>Byrd-Bredbenner C et al (2011). </a:t>
            </a:r>
            <a:r>
              <a:rPr lang="en-GB" altLang="en-US" sz="2400" i="1" dirty="0">
                <a:solidFill>
                  <a:srgbClr val="000000"/>
                </a:solidFill>
                <a:latin typeface="Arial" panose="020B0604020202020204" pitchFamily="34" charset="0"/>
                <a:cs typeface="Arial" panose="020B0604020202020204" pitchFamily="34" charset="0"/>
              </a:rPr>
              <a:t>Relationship of social cognitive theory concepts to mothers’ dietary intake and BMI</a:t>
            </a:r>
            <a:r>
              <a:rPr lang="en-GB" altLang="en-US" sz="2400" dirty="0">
                <a:solidFill>
                  <a:srgbClr val="000000"/>
                </a:solidFill>
                <a:latin typeface="Arial" panose="020B0604020202020204" pitchFamily="34" charset="0"/>
                <a:cs typeface="Arial" panose="020B0604020202020204" pitchFamily="34" charset="0"/>
              </a:rPr>
              <a:t>. </a:t>
            </a:r>
            <a:r>
              <a:rPr lang="en-GB" altLang="en-US" sz="2400" b="1" dirty="0">
                <a:solidFill>
                  <a:srgbClr val="000000"/>
                </a:solidFill>
                <a:latin typeface="Arial" panose="020B0604020202020204" pitchFamily="34" charset="0"/>
                <a:cs typeface="Arial" panose="020B0604020202020204" pitchFamily="34" charset="0"/>
              </a:rPr>
              <a:t>Maternal and Child Nutrition </a:t>
            </a:r>
            <a:r>
              <a:rPr lang="en-GB" altLang="en-US" sz="2400" dirty="0">
                <a:solidFill>
                  <a:srgbClr val="000000"/>
                </a:solidFill>
                <a:latin typeface="Arial" panose="020B0604020202020204" pitchFamily="34" charset="0"/>
                <a:cs typeface="Arial" panose="020B0604020202020204" pitchFamily="34" charset="0"/>
              </a:rPr>
              <a:t>7: 241–252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DH (2011). </a:t>
            </a:r>
            <a:r>
              <a:rPr kumimoji="0" lang="en-GB" sz="2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Change4Life Three Year Social Marketing Strategy. </a:t>
            </a:r>
            <a:r>
              <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hlinkClick r:id="rId2"/>
              </a:rPr>
              <a:t>https://assets.publishing.service.gov.uk/media/5a7baa68e5274a7318b9020a/dh_130488.pdf</a:t>
            </a:r>
            <a:endPar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r>
              <a:rPr lang="en-GB" sz="2400" dirty="0">
                <a:latin typeface="Arial" panose="020B0604020202020204" pitchFamily="34" charset="0"/>
                <a:cs typeface="Arial" panose="020B0604020202020204" pitchFamily="34" charset="0"/>
              </a:rPr>
              <a:t>Fishbein M (1967). </a:t>
            </a:r>
            <a:r>
              <a:rPr lang="en-GB" sz="2400" i="1" dirty="0">
                <a:latin typeface="Arial" panose="020B0604020202020204" pitchFamily="34" charset="0"/>
                <a:cs typeface="Arial" panose="020B0604020202020204" pitchFamily="34" charset="0"/>
              </a:rPr>
              <a:t>Readings in attitude theory and measurement.</a:t>
            </a:r>
            <a:r>
              <a:rPr lang="en-GB" sz="2400" dirty="0">
                <a:latin typeface="Arial" panose="020B0604020202020204" pitchFamily="34" charset="0"/>
                <a:cs typeface="Arial" panose="020B0604020202020204" pitchFamily="34" charset="0"/>
              </a:rPr>
              <a:t> Wiley.</a:t>
            </a:r>
          </a:p>
          <a:p>
            <a:r>
              <a:rPr lang="en-GB" sz="2400" dirty="0">
                <a:latin typeface="Arial" panose="020B0604020202020204" pitchFamily="34" charset="0"/>
                <a:cs typeface="Arial" panose="020B0604020202020204" pitchFamily="34" charset="0"/>
              </a:rPr>
              <a:t>Huber et al (2011). </a:t>
            </a:r>
            <a:r>
              <a:rPr lang="en-GB" sz="2400" i="1" dirty="0">
                <a:latin typeface="Arial" panose="020B0604020202020204" pitchFamily="34" charset="0"/>
                <a:cs typeface="Arial" panose="020B0604020202020204" pitchFamily="34" charset="0"/>
              </a:rPr>
              <a:t>How should we define health? </a:t>
            </a:r>
            <a:r>
              <a:rPr lang="en-GB" sz="2400" b="1" dirty="0">
                <a:latin typeface="Arial" panose="020B0604020202020204" pitchFamily="34" charset="0"/>
                <a:cs typeface="Arial" panose="020B0604020202020204" pitchFamily="34" charset="0"/>
              </a:rPr>
              <a:t>BMJ</a:t>
            </a:r>
            <a:r>
              <a:rPr lang="en-GB" sz="2400" dirty="0">
                <a:latin typeface="Arial" panose="020B0604020202020204" pitchFamily="34" charset="0"/>
                <a:cs typeface="Arial" panose="020B0604020202020204" pitchFamily="34" charset="0"/>
              </a:rPr>
              <a:t> 343:d4163  </a:t>
            </a:r>
          </a:p>
          <a:p>
            <a:r>
              <a:rPr lang="en-GB" sz="2400" dirty="0">
                <a:latin typeface="Arial" panose="020B0604020202020204" pitchFamily="34" charset="0"/>
                <a:cs typeface="Arial" panose="020B0604020202020204" pitchFamily="34" charset="0"/>
              </a:rPr>
              <a:t>Michie S et al (2011). </a:t>
            </a:r>
            <a:r>
              <a:rPr lang="en-GB" sz="2400" i="1" dirty="0">
                <a:latin typeface="Arial" panose="020B0604020202020204" pitchFamily="34" charset="0"/>
                <a:cs typeface="Arial" panose="020B0604020202020204" pitchFamily="34" charset="0"/>
              </a:rPr>
              <a:t>The Behaviour Change Wheel: a new method for characterising and designing behaviour change interventions</a:t>
            </a:r>
            <a:r>
              <a:rPr lang="en-GB" sz="2400" dirty="0">
                <a:latin typeface="Arial" panose="020B0604020202020204" pitchFamily="34" charset="0"/>
                <a:cs typeface="Arial" panose="020B0604020202020204" pitchFamily="34" charset="0"/>
              </a:rPr>
              <a:t>. </a:t>
            </a:r>
            <a:r>
              <a:rPr lang="en-GB" sz="2400" b="1" dirty="0">
                <a:latin typeface="Arial" panose="020B0604020202020204" pitchFamily="34" charset="0"/>
                <a:cs typeface="Arial" panose="020B0604020202020204" pitchFamily="34" charset="0"/>
              </a:rPr>
              <a:t>Implementation Science  </a:t>
            </a:r>
            <a:r>
              <a:rPr lang="en-GB" sz="2400" dirty="0">
                <a:latin typeface="Arial" panose="020B0604020202020204" pitchFamily="34" charset="0"/>
                <a:cs typeface="Arial" panose="020B0604020202020204" pitchFamily="34" charset="0"/>
              </a:rPr>
              <a:t>6: 42.</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altLang="en-US" sz="2400" b="0" i="0" u="none" strike="noStrike" kern="1200" cap="none" spc="0" normalizeH="0" baseline="0" noProof="0" dirty="0">
                <a:ln>
                  <a:noFill/>
                </a:ln>
                <a:solidFill>
                  <a:srgbClr val="212121"/>
                </a:solidFill>
                <a:effectLst/>
                <a:uLnTx/>
                <a:uFillTx/>
                <a:latin typeface="Arial" panose="020B0604020202020204" pitchFamily="34" charset="0"/>
                <a:cs typeface="Arial" panose="020B0604020202020204" pitchFamily="34" charset="0"/>
              </a:rPr>
              <a:t>PHE (2016) </a:t>
            </a:r>
            <a:r>
              <a:rPr kumimoji="0" lang="en-GB" altLang="en-US" sz="2400" b="0" i="1" u="none" strike="noStrike" kern="1200" cap="none" spc="0" normalizeH="0" baseline="0" noProof="0" dirty="0">
                <a:ln>
                  <a:noFill/>
                </a:ln>
                <a:solidFill>
                  <a:srgbClr val="212121"/>
                </a:solidFill>
                <a:effectLst/>
                <a:uLnTx/>
                <a:uFillTx/>
                <a:latin typeface="Arial" panose="020B0604020202020204" pitchFamily="34" charset="0"/>
                <a:cs typeface="Arial" panose="020B0604020202020204" pitchFamily="34" charset="0"/>
              </a:rPr>
              <a:t>Obesity and the environment. Density of fast food outlets</a:t>
            </a:r>
            <a:r>
              <a:rPr kumimoji="0" lang="en-GB" altLang="en-US" sz="2400" b="0" i="0" u="none" strike="noStrike" kern="1200" cap="none" spc="0" normalizeH="0" baseline="0" noProof="0" dirty="0">
                <a:ln>
                  <a:noFill/>
                </a:ln>
                <a:solidFill>
                  <a:srgbClr val="212121"/>
                </a:solidFill>
                <a:effectLst/>
                <a:uLnTx/>
                <a:uFillTx/>
                <a:latin typeface="Arial" panose="020B0604020202020204" pitchFamily="34" charset="0"/>
                <a:cs typeface="Arial" panose="020B0604020202020204" pitchFamily="34" charset="0"/>
              </a:rPr>
              <a:t>. PHE: England. </a:t>
            </a:r>
          </a:p>
          <a:p>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4125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49A102-6063-6297-7B81-29224B75BF8E}"/>
              </a:ext>
            </a:extLst>
          </p:cNvPr>
          <p:cNvSpPr txBox="1"/>
          <p:nvPr/>
        </p:nvSpPr>
        <p:spPr>
          <a:xfrm>
            <a:off x="428381" y="274290"/>
            <a:ext cx="11186555" cy="55707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Prochaska JO &amp; DiClemente CC (1984). </a:t>
            </a:r>
            <a:r>
              <a:rPr kumimoji="0" lang="en-GB" altLang="en-US" sz="24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Self change processes, self efficacy and decisional balance across five stages of smoking cessation.</a:t>
            </a:r>
            <a:r>
              <a:rPr kumimoji="0" lang="en-GB"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GB" altLang="en-US" sz="2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Advances in Cancer Control - 1983. </a:t>
            </a:r>
            <a:r>
              <a:rPr kumimoji="0" lang="en-GB"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New York, NY, Alan R. Liss, Inc.</a:t>
            </a:r>
            <a:r>
              <a:rPr kumimoji="0" lang="en-GB" altLang="en-US" sz="2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GB"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131-140.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Simpson V (2015). </a:t>
            </a:r>
            <a:r>
              <a:rPr kumimoji="0" lang="en-GB" altLang="en-US" sz="24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Models and Theories to support Health </a:t>
            </a:r>
            <a:r>
              <a:rPr kumimoji="0" lang="en-GB" altLang="en-US" sz="2400" b="0" i="1"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Behavior</a:t>
            </a:r>
            <a:r>
              <a:rPr kumimoji="0" lang="en-GB" altLang="en-US" sz="24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Intervention and Program Planning</a:t>
            </a:r>
            <a:r>
              <a:rPr kumimoji="0" lang="en-GB"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Purdue University: </a:t>
            </a:r>
            <a:r>
              <a:rPr kumimoji="0" lang="en-GB"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hlinkClick r:id="rId2"/>
              </a:rPr>
              <a:t>https://extension.purdue.edu/extmedia/HHS/HHS-792-W.pdf</a:t>
            </a:r>
            <a:endParaRPr kumimoji="0" lang="en-GB"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Strack F &amp; Deutsch R (2004). </a:t>
            </a:r>
            <a:r>
              <a:rPr kumimoji="0" lang="en-GB" altLang="en-US" sz="24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Reflective and Impulsive Determinants of Social Behaviour</a:t>
            </a:r>
            <a:r>
              <a:rPr kumimoji="0" lang="en-GB"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GB" altLang="en-US" sz="2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Personality &amp; Social Psychology Review </a:t>
            </a:r>
            <a:r>
              <a:rPr kumimoji="0" lang="en-GB" altLang="en-US" sz="2400" b="0" i="0" u="sng"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8(3)</a:t>
            </a:r>
            <a:r>
              <a:rPr kumimoji="0" lang="en-GB"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220-247.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WHO (1948). </a:t>
            </a:r>
            <a:r>
              <a:rPr kumimoji="0" lang="en-GB" sz="2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WHO Constitution</a:t>
            </a:r>
            <a:r>
              <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hlinkClick r:id="rId3"/>
              </a:rPr>
              <a:t>https://www.who.int/about/accountability/governance/constitution</a:t>
            </a:r>
            <a:endPar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WHO (1986). </a:t>
            </a:r>
            <a:r>
              <a:rPr kumimoji="0" lang="en-GB" sz="2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Ottawa Charter for Health Promotion</a:t>
            </a:r>
            <a:r>
              <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hlinkClick r:id="rId4"/>
              </a:rPr>
              <a:t>https://www.who.int/teams/health-promotion/enhanced-wellbeing/first-global-conference</a:t>
            </a:r>
            <a:endPar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Winslow, C-EA (1920) </a:t>
            </a:r>
            <a:r>
              <a:rPr kumimoji="0" lang="en-GB" sz="2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untilled fields of public health</a:t>
            </a:r>
            <a:r>
              <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GB"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Science</a:t>
            </a:r>
            <a:r>
              <a:rPr kumimoji="0" lang="en-GB"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51: 23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15256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d0b5a7c-d7b6-4d90-a90e-bc934b9acac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9AB25DD07A14B459809CCDAF6E35F4B" ma:contentTypeVersion="8" ma:contentTypeDescription="Create a new document." ma:contentTypeScope="" ma:versionID="ff76189802029d49ea66dcd6ad931232">
  <xsd:schema xmlns:xsd="http://www.w3.org/2001/XMLSchema" xmlns:xs="http://www.w3.org/2001/XMLSchema" xmlns:p="http://schemas.microsoft.com/office/2006/metadata/properties" xmlns:ns3="9d0b5a7c-d7b6-4d90-a90e-bc934b9acac6" xmlns:ns4="d791c4fc-225e-4655-81f7-8d65addb82e3" targetNamespace="http://schemas.microsoft.com/office/2006/metadata/properties" ma:root="true" ma:fieldsID="258de569eceda9bef7415ad4939f83c3" ns3:_="" ns4:_="">
    <xsd:import namespace="9d0b5a7c-d7b6-4d90-a90e-bc934b9acac6"/>
    <xsd:import namespace="d791c4fc-225e-4655-81f7-8d65addb82e3"/>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0b5a7c-d7b6-4d90-a90e-bc934b9ac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791c4fc-225e-4655-81f7-8d65addb82e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81EB2F-69B2-4937-9E7C-7D7DF3E6049D}">
  <ds:schemaRefs>
    <ds:schemaRef ds:uri="9d0b5a7c-d7b6-4d90-a90e-bc934b9acac6"/>
    <ds:schemaRef ds:uri="d791c4fc-225e-4655-81f7-8d65addb82e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5469C19-1EF9-47F1-9F89-159649894DEA}">
  <ds:schemaRefs>
    <ds:schemaRef ds:uri="9d0b5a7c-d7b6-4d90-a90e-bc934b9acac6"/>
    <ds:schemaRef ds:uri="d791c4fc-225e-4655-81f7-8d65addb82e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F16D43E-8DF2-42B0-9AD1-369A0A46198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1355</Words>
  <Application>Microsoft Office PowerPoint</Application>
  <PresentationFormat>Widescreen</PresentationFormat>
  <Paragraphs>174</Paragraphs>
  <Slides>24</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Arial</vt:lpstr>
      <vt:lpstr>Calibri</vt:lpstr>
      <vt:lpstr>Calibri Light</vt:lpstr>
      <vt:lpstr>Verdana</vt:lpstr>
      <vt:lpstr>Office Theme</vt:lpstr>
      <vt:lpstr>1_Office Theme</vt:lpstr>
      <vt:lpstr>Changing Health Behaviours in public health </vt:lpstr>
      <vt:lpstr>PowerPoint Presentation</vt:lpstr>
      <vt:lpstr>PowerPoint Presentation</vt:lpstr>
      <vt:lpstr>What is public health?</vt:lpstr>
      <vt:lpstr>PowerPoint Presentation</vt:lpstr>
      <vt:lpstr>PowerPoint Presentation</vt:lpstr>
      <vt:lpstr>Behavioural</vt:lpstr>
      <vt:lpstr>PowerPoint Presentation</vt:lpstr>
      <vt:lpstr>PowerPoint Presentation</vt:lpstr>
      <vt:lpstr>PowerPoint Presentation</vt:lpstr>
      <vt:lpstr>PowerPoint Presentation</vt:lpstr>
      <vt:lpstr>PowerPoint Presentation</vt:lpstr>
      <vt:lpstr>Are we rational decision makers?</vt:lpstr>
      <vt:lpstr>PowerPoint Presentation</vt:lpstr>
      <vt:lpstr>PowerPoint Presentation</vt:lpstr>
      <vt:lpstr>PowerPoint Presentation</vt:lpstr>
      <vt:lpstr>PowerPoint Presentation</vt:lpstr>
      <vt:lpstr>PowerPoint Presentation</vt:lpstr>
      <vt:lpstr>PowerPoint Presentation</vt:lpstr>
      <vt:lpstr>COM-B system for analysing behaviour in context</vt:lpstr>
      <vt:lpstr>  Stakeholder involvement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Changing Health Behaviour</dc:title>
  <dc:creator>Arman Camyab</dc:creator>
  <cp:lastModifiedBy>Hilda Mulrooney</cp:lastModifiedBy>
  <cp:revision>3</cp:revision>
  <dcterms:created xsi:type="dcterms:W3CDTF">2019-02-01T16:18:52Z</dcterms:created>
  <dcterms:modified xsi:type="dcterms:W3CDTF">2025-12-31T17:46:10Z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0x010100A9AB25DD07A14B459809CCDAF6E35F4B</vt:lpwstr>
  </property>
</Properties>
</file>