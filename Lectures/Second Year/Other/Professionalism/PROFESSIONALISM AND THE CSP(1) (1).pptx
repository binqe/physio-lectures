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0"/>
  </p:notesMasterIdLst>
  <p:sldIdLst>
    <p:sldId id="256" r:id="rId2"/>
    <p:sldId id="260" r:id="rId3"/>
    <p:sldId id="257" r:id="rId4"/>
    <p:sldId id="262" r:id="rId5"/>
    <p:sldId id="265" r:id="rId6"/>
    <p:sldId id="291" r:id="rId7"/>
    <p:sldId id="292" r:id="rId8"/>
    <p:sldId id="293" r:id="rId9"/>
    <p:sldId id="297" r:id="rId10"/>
    <p:sldId id="294" r:id="rId11"/>
    <p:sldId id="296" r:id="rId12"/>
    <p:sldId id="263" r:id="rId13"/>
    <p:sldId id="264"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98" r:id="rId35"/>
    <p:sldId id="299" r:id="rId36"/>
    <p:sldId id="300" r:id="rId37"/>
    <p:sldId id="286" r:id="rId38"/>
    <p:sldId id="287" r:id="rId39"/>
  </p:sldIdLst>
  <p:sldSz cx="12192000" cy="6858000"/>
  <p:notesSz cx="6858000" cy="9144000"/>
  <p:embeddedFontLst>
    <p:embeddedFont>
      <p:font typeface="Lato" panose="020B0604020202020204" charset="0"/>
      <p:regular r:id="rId41"/>
      <p:bold r:id="rId42"/>
      <p:italic r:id="rId43"/>
      <p:boldItalic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CCD96B-1BC7-41FC-BE9C-FACBD05D15E9}" v="1" dt="2024-10-02T07:12:19.428"/>
    <p1510:client id="{FB5EA082-A165-4BB8-9BEE-9CCA1810CEF2}" v="82" dt="2024-10-02T09:44:05.51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ozi Onuegbu" userId="ba4043ba-926d-4df0-8b01-bbc692890675" providerId="ADAL" clId="{FB5EA082-A165-4BB8-9BEE-9CCA1810CEF2}"/>
    <pc:docChg chg="addSld delSld modSld">
      <pc:chgData name="Ngozi Onuegbu" userId="ba4043ba-926d-4df0-8b01-bbc692890675" providerId="ADAL" clId="{FB5EA082-A165-4BB8-9BEE-9CCA1810CEF2}" dt="2024-10-02T09:44:05.511" v="85" actId="47"/>
      <pc:docMkLst>
        <pc:docMk/>
      </pc:docMkLst>
      <pc:sldChg chg="addSp modSp new mod">
        <pc:chgData name="Ngozi Onuegbu" userId="ba4043ba-926d-4df0-8b01-bbc692890675" providerId="ADAL" clId="{FB5EA082-A165-4BB8-9BEE-9CCA1810CEF2}" dt="2024-10-02T07:47:47.117" v="30" actId="20577"/>
        <pc:sldMkLst>
          <pc:docMk/>
          <pc:sldMk cId="1968095958" sldId="298"/>
        </pc:sldMkLst>
        <pc:spChg chg="mod">
          <ac:chgData name="Ngozi Onuegbu" userId="ba4043ba-926d-4df0-8b01-bbc692890675" providerId="ADAL" clId="{FB5EA082-A165-4BB8-9BEE-9CCA1810CEF2}" dt="2024-10-02T07:47:20.287" v="15" actId="20577"/>
          <ac:spMkLst>
            <pc:docMk/>
            <pc:sldMk cId="1968095958" sldId="298"/>
            <ac:spMk id="2" creationId="{EA007635-4361-11E8-4A9D-664ABAC8EB1C}"/>
          </ac:spMkLst>
        </pc:spChg>
        <pc:spChg chg="add mod">
          <ac:chgData name="Ngozi Onuegbu" userId="ba4043ba-926d-4df0-8b01-bbc692890675" providerId="ADAL" clId="{FB5EA082-A165-4BB8-9BEE-9CCA1810CEF2}" dt="2024-10-02T07:47:47.117" v="30" actId="20577"/>
          <ac:spMkLst>
            <pc:docMk/>
            <pc:sldMk cId="1968095958" sldId="298"/>
            <ac:spMk id="4" creationId="{04D3E047-AC22-DC38-8D2F-9C6993EEFC77}"/>
          </ac:spMkLst>
        </pc:spChg>
      </pc:sldChg>
      <pc:sldChg chg="addSp modSp new mod">
        <pc:chgData name="Ngozi Onuegbu" userId="ba4043ba-926d-4df0-8b01-bbc692890675" providerId="ADAL" clId="{FB5EA082-A165-4BB8-9BEE-9CCA1810CEF2}" dt="2024-10-02T07:48:46.508" v="54" actId="14100"/>
        <pc:sldMkLst>
          <pc:docMk/>
          <pc:sldMk cId="678348283" sldId="299"/>
        </pc:sldMkLst>
        <pc:spChg chg="mod">
          <ac:chgData name="Ngozi Onuegbu" userId="ba4043ba-926d-4df0-8b01-bbc692890675" providerId="ADAL" clId="{FB5EA082-A165-4BB8-9BEE-9CCA1810CEF2}" dt="2024-10-02T07:48:06.665" v="46" actId="20577"/>
          <ac:spMkLst>
            <pc:docMk/>
            <pc:sldMk cId="678348283" sldId="299"/>
            <ac:spMk id="2" creationId="{1A5A8A72-CDB1-A634-9B9A-6FF83F506BA0}"/>
          </ac:spMkLst>
        </pc:spChg>
        <pc:spChg chg="add mod">
          <ac:chgData name="Ngozi Onuegbu" userId="ba4043ba-926d-4df0-8b01-bbc692890675" providerId="ADAL" clId="{FB5EA082-A165-4BB8-9BEE-9CCA1810CEF2}" dt="2024-10-02T07:48:46.508" v="54" actId="14100"/>
          <ac:spMkLst>
            <pc:docMk/>
            <pc:sldMk cId="678348283" sldId="299"/>
            <ac:spMk id="4" creationId="{AE009ED9-8CE8-1F02-7DF8-B3E8E3B75722}"/>
          </ac:spMkLst>
        </pc:spChg>
      </pc:sldChg>
      <pc:sldChg chg="addSp modSp new mod">
        <pc:chgData name="Ngozi Onuegbu" userId="ba4043ba-926d-4df0-8b01-bbc692890675" providerId="ADAL" clId="{FB5EA082-A165-4BB8-9BEE-9CCA1810CEF2}" dt="2024-10-02T07:49:49.378" v="82" actId="14100"/>
        <pc:sldMkLst>
          <pc:docMk/>
          <pc:sldMk cId="2887841640" sldId="300"/>
        </pc:sldMkLst>
        <pc:spChg chg="mod">
          <ac:chgData name="Ngozi Onuegbu" userId="ba4043ba-926d-4df0-8b01-bbc692890675" providerId="ADAL" clId="{FB5EA082-A165-4BB8-9BEE-9CCA1810CEF2}" dt="2024-10-02T07:49:07.622" v="74" actId="20577"/>
          <ac:spMkLst>
            <pc:docMk/>
            <pc:sldMk cId="2887841640" sldId="300"/>
            <ac:spMk id="2" creationId="{27734C22-46C8-240C-5E36-CCC68ADB3578}"/>
          </ac:spMkLst>
        </pc:spChg>
        <pc:spChg chg="add mod">
          <ac:chgData name="Ngozi Onuegbu" userId="ba4043ba-926d-4df0-8b01-bbc692890675" providerId="ADAL" clId="{FB5EA082-A165-4BB8-9BEE-9CCA1810CEF2}" dt="2024-10-02T07:49:49.378" v="82" actId="14100"/>
          <ac:spMkLst>
            <pc:docMk/>
            <pc:sldMk cId="2887841640" sldId="300"/>
            <ac:spMk id="4" creationId="{ED7FE0E6-DBC4-5528-7AA3-426EC78A7EF6}"/>
          </ac:spMkLst>
        </pc:spChg>
      </pc:sldChg>
      <pc:sldChg chg="modSp new del mod">
        <pc:chgData name="Ngozi Onuegbu" userId="ba4043ba-926d-4df0-8b01-bbc692890675" providerId="ADAL" clId="{FB5EA082-A165-4BB8-9BEE-9CCA1810CEF2}" dt="2024-10-02T09:44:05.511" v="85" actId="47"/>
        <pc:sldMkLst>
          <pc:docMk/>
          <pc:sldMk cId="1492094266" sldId="301"/>
        </pc:sldMkLst>
        <pc:spChg chg="mod">
          <ac:chgData name="Ngozi Onuegbu" userId="ba4043ba-926d-4df0-8b01-bbc692890675" providerId="ADAL" clId="{FB5EA082-A165-4BB8-9BEE-9CCA1810CEF2}" dt="2024-10-02T09:37:31.161" v="84"/>
          <ac:spMkLst>
            <pc:docMk/>
            <pc:sldMk cId="1492094266" sldId="301"/>
            <ac:spMk id="2" creationId="{05637D4B-7EF7-869F-3490-4D7429059DB3}"/>
          </ac:spMkLst>
        </pc:sp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hyperlink" Target="https://www.hcpc-uk.org/globalassets/resources/standards/standards-of-proficiency---physiotherapists.pdf" TargetMode="External"/></Relationships>
</file>

<file path=ppt/diagrams/_rels/data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1.xml.rels><?xml version="1.0" encoding="UTF-8" standalone="yes"?>
<Relationships xmlns="http://schemas.openxmlformats.org/package/2006/relationships"><Relationship Id="rId1" Type="http://schemas.openxmlformats.org/officeDocument/2006/relationships/hyperlink" Target="https://www.hcpc-uk.org/globalassets/resources/standards/standards-of-proficiency---physiotherapists.pdf" TargetMode="External"/></Relationships>
</file>

<file path=ppt/diagrams/_rels/drawing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B590B36-997D-4704-8EDB-CEDF535596C3}" type="doc">
      <dgm:prSet loTypeId="urn:microsoft.com/office/officeart/2005/8/layout/vList2#1" loCatId="list" qsTypeId="urn:microsoft.com/office/officeart/2005/8/quickstyle/simple1#1" qsCatId="simple" csTypeId="urn:microsoft.com/office/officeart/2005/8/colors/accent1_2#1" csCatId="accent1" phldr="1"/>
      <dgm:spPr/>
      <dgm:t>
        <a:bodyPr/>
        <a:lstStyle/>
        <a:p>
          <a:endParaRPr lang="en-US"/>
        </a:p>
      </dgm:t>
    </dgm:pt>
    <dgm:pt modelId="{DF88EBF5-BDA5-4129-A370-6E08AEB1CF52}">
      <dgm:prSet/>
      <dgm:spPr/>
      <dgm:t>
        <a:bodyPr/>
        <a:lstStyle/>
        <a:p>
          <a:r>
            <a:rPr lang="en-GB"/>
            <a:t>Revised standards effective 1st September 2023</a:t>
          </a:r>
          <a:endParaRPr lang="en-US"/>
        </a:p>
      </dgm:t>
    </dgm:pt>
    <dgm:pt modelId="{B10B48EF-D677-420C-8471-04FB8D8F0CE4}" type="parTrans" cxnId="{6B54156D-6149-450D-8D1D-5CE7B249746C}">
      <dgm:prSet/>
      <dgm:spPr/>
      <dgm:t>
        <a:bodyPr/>
        <a:lstStyle/>
        <a:p>
          <a:endParaRPr lang="en-US"/>
        </a:p>
      </dgm:t>
    </dgm:pt>
    <dgm:pt modelId="{140E7754-1DC2-413A-B599-24A83F5B978F}" type="sibTrans" cxnId="{6B54156D-6149-450D-8D1D-5CE7B249746C}">
      <dgm:prSet/>
      <dgm:spPr/>
      <dgm:t>
        <a:bodyPr/>
        <a:lstStyle/>
        <a:p>
          <a:endParaRPr lang="en-US"/>
        </a:p>
      </dgm:t>
    </dgm:pt>
    <dgm:pt modelId="{B7EC5B24-1102-4772-9BC8-C4CDC3E9FF1A}">
      <dgm:prSet/>
      <dgm:spPr/>
      <dgm:t>
        <a:bodyPr/>
        <a:lstStyle/>
        <a:p>
          <a:r>
            <a:rPr lang="en-GB"/>
            <a:t>Standards of Proficiency Document for Physiotherapists</a:t>
          </a:r>
          <a:endParaRPr lang="en-US"/>
        </a:p>
      </dgm:t>
    </dgm:pt>
    <dgm:pt modelId="{5EA4D6A6-BEC0-4047-AF16-E8C1C76945A2}" type="parTrans" cxnId="{E3EC7AAB-83F2-4142-9775-61F6FB6F00EB}">
      <dgm:prSet/>
      <dgm:spPr/>
      <dgm:t>
        <a:bodyPr/>
        <a:lstStyle/>
        <a:p>
          <a:endParaRPr lang="en-US"/>
        </a:p>
      </dgm:t>
    </dgm:pt>
    <dgm:pt modelId="{3BD1BC72-677F-4946-B4DE-D332474B53C6}" type="sibTrans" cxnId="{E3EC7AAB-83F2-4142-9775-61F6FB6F00EB}">
      <dgm:prSet/>
      <dgm:spPr/>
      <dgm:t>
        <a:bodyPr/>
        <a:lstStyle/>
        <a:p>
          <a:endParaRPr lang="en-US"/>
        </a:p>
      </dgm:t>
    </dgm:pt>
    <dgm:pt modelId="{B4F047FF-9C2D-4BF8-B066-2326526FD5C9}">
      <dgm:prSet/>
      <dgm:spPr/>
      <dgm:t>
        <a:bodyPr/>
        <a:lstStyle/>
        <a:p>
          <a:r>
            <a:rPr lang="en-GB">
              <a:hlinkClick xmlns:r="http://schemas.openxmlformats.org/officeDocument/2006/relationships" r:id="rId1"/>
            </a:rPr>
            <a:t>HCPC Standards of Proficiency</a:t>
          </a:r>
          <a:r>
            <a:rPr lang="en-GB"/>
            <a:t> </a:t>
          </a:r>
          <a:endParaRPr lang="en-US"/>
        </a:p>
      </dgm:t>
    </dgm:pt>
    <dgm:pt modelId="{2942D474-366D-4F1D-BC37-202D6B2E3D79}" type="parTrans" cxnId="{8D03ED33-5A83-41E3-921B-4A06B601B476}">
      <dgm:prSet/>
      <dgm:spPr/>
      <dgm:t>
        <a:bodyPr/>
        <a:lstStyle/>
        <a:p>
          <a:endParaRPr lang="en-US"/>
        </a:p>
      </dgm:t>
    </dgm:pt>
    <dgm:pt modelId="{0FBD66E6-75AB-4599-A137-5BC1F8564DB8}" type="sibTrans" cxnId="{8D03ED33-5A83-41E3-921B-4A06B601B476}">
      <dgm:prSet/>
      <dgm:spPr/>
      <dgm:t>
        <a:bodyPr/>
        <a:lstStyle/>
        <a:p>
          <a:endParaRPr lang="en-US"/>
        </a:p>
      </dgm:t>
    </dgm:pt>
    <dgm:pt modelId="{CD2885E1-01DF-487E-9723-04C023BCB18C}">
      <dgm:prSet/>
      <dgm:spPr/>
      <dgm:t>
        <a:bodyPr/>
        <a:lstStyle/>
        <a:p>
          <a:r>
            <a:rPr lang="en-GB"/>
            <a:t>Expectations of You: Commitment to standards</a:t>
          </a:r>
          <a:endParaRPr lang="en-US"/>
        </a:p>
      </dgm:t>
    </dgm:pt>
    <dgm:pt modelId="{EAFC8BA2-DAD0-413D-AB9C-4BC4B6AFB6B9}" type="parTrans" cxnId="{245D3D22-2CE8-487A-9C2F-9B42F5D58A41}">
      <dgm:prSet/>
      <dgm:spPr/>
      <dgm:t>
        <a:bodyPr/>
        <a:lstStyle/>
        <a:p>
          <a:endParaRPr lang="en-US"/>
        </a:p>
      </dgm:t>
    </dgm:pt>
    <dgm:pt modelId="{F58D7A92-C102-46BF-B4DC-F532AE8B34FB}" type="sibTrans" cxnId="{245D3D22-2CE8-487A-9C2F-9B42F5D58A41}">
      <dgm:prSet/>
      <dgm:spPr/>
      <dgm:t>
        <a:bodyPr/>
        <a:lstStyle/>
        <a:p>
          <a:endParaRPr lang="en-US"/>
        </a:p>
      </dgm:t>
    </dgm:pt>
    <dgm:pt modelId="{45BED69F-7CBF-40AF-8934-A90DF664AB17}">
      <dgm:prSet/>
      <dgm:spPr/>
      <dgm:t>
        <a:bodyPr/>
        <a:lstStyle/>
        <a:p>
          <a:r>
            <a:rPr lang="en-GB"/>
            <a:t>Your Scope of Practice: Ever changing</a:t>
          </a:r>
          <a:endParaRPr lang="en-US"/>
        </a:p>
      </dgm:t>
    </dgm:pt>
    <dgm:pt modelId="{8D244438-DEC6-43DB-8310-F2CA21AF852F}" type="parTrans" cxnId="{42B4C5FA-E718-48CE-B007-858A6E605FEE}">
      <dgm:prSet/>
      <dgm:spPr/>
      <dgm:t>
        <a:bodyPr/>
        <a:lstStyle/>
        <a:p>
          <a:endParaRPr lang="en-US"/>
        </a:p>
      </dgm:t>
    </dgm:pt>
    <dgm:pt modelId="{00E2CAD4-165B-420B-BE78-46BEC750C213}" type="sibTrans" cxnId="{42B4C5FA-E718-48CE-B007-858A6E605FEE}">
      <dgm:prSet/>
      <dgm:spPr/>
      <dgm:t>
        <a:bodyPr/>
        <a:lstStyle/>
        <a:p>
          <a:endParaRPr lang="en-US"/>
        </a:p>
      </dgm:t>
    </dgm:pt>
    <dgm:pt modelId="{DFC7308A-FA41-4902-BF27-2CEABE885D9C}">
      <dgm:prSet/>
      <dgm:spPr/>
      <dgm:t>
        <a:bodyPr/>
        <a:lstStyle/>
        <a:p>
          <a:r>
            <a:rPr lang="en-GB"/>
            <a:t>Meeting the standards: Evidence based practice</a:t>
          </a:r>
          <a:endParaRPr lang="en-US"/>
        </a:p>
      </dgm:t>
    </dgm:pt>
    <dgm:pt modelId="{9D5499DC-2B91-4532-8EF7-F9E4A1EF9D88}" type="parTrans" cxnId="{3CCA47F6-7EA6-41E3-9CEE-D28E05C88DB2}">
      <dgm:prSet/>
      <dgm:spPr/>
      <dgm:t>
        <a:bodyPr/>
        <a:lstStyle/>
        <a:p>
          <a:endParaRPr lang="en-US"/>
        </a:p>
      </dgm:t>
    </dgm:pt>
    <dgm:pt modelId="{65890563-1A1F-45F7-BD3F-7A46D3C4CBA3}" type="sibTrans" cxnId="{3CCA47F6-7EA6-41E3-9CEE-D28E05C88DB2}">
      <dgm:prSet/>
      <dgm:spPr/>
      <dgm:t>
        <a:bodyPr/>
        <a:lstStyle/>
        <a:p>
          <a:endParaRPr lang="en-US"/>
        </a:p>
      </dgm:t>
    </dgm:pt>
    <dgm:pt modelId="{2A242E57-4A71-4187-8019-C79572A90938}">
      <dgm:prSet/>
      <dgm:spPr/>
      <dgm:t>
        <a:bodyPr/>
        <a:lstStyle/>
        <a:p>
          <a:r>
            <a:rPr lang="en-GB"/>
            <a:t>Language: varied based on scope and service users.</a:t>
          </a:r>
          <a:endParaRPr lang="en-US"/>
        </a:p>
      </dgm:t>
    </dgm:pt>
    <dgm:pt modelId="{7D4BDC8C-C5C5-41BC-8CB4-D9051B75187A}" type="parTrans" cxnId="{57D85225-43EF-47A1-9F62-791FA37BB1B8}">
      <dgm:prSet/>
      <dgm:spPr/>
      <dgm:t>
        <a:bodyPr/>
        <a:lstStyle/>
        <a:p>
          <a:endParaRPr lang="en-US"/>
        </a:p>
      </dgm:t>
    </dgm:pt>
    <dgm:pt modelId="{2137662E-2AB6-4225-97D4-6ABAF7E45302}" type="sibTrans" cxnId="{57D85225-43EF-47A1-9F62-791FA37BB1B8}">
      <dgm:prSet/>
      <dgm:spPr/>
      <dgm:t>
        <a:bodyPr/>
        <a:lstStyle/>
        <a:p>
          <a:endParaRPr lang="en-US"/>
        </a:p>
      </dgm:t>
    </dgm:pt>
    <dgm:pt modelId="{8842E045-EB97-4991-A65C-10CF277079D3}" type="pres">
      <dgm:prSet presAssocID="{5B590B36-997D-4704-8EDB-CEDF535596C3}" presName="linear" presStyleCnt="0">
        <dgm:presLayoutVars>
          <dgm:animLvl val="lvl"/>
          <dgm:resizeHandles val="exact"/>
        </dgm:presLayoutVars>
      </dgm:prSet>
      <dgm:spPr/>
    </dgm:pt>
    <dgm:pt modelId="{B6470E90-E3D2-439B-B342-4EC62808E0D9}" type="pres">
      <dgm:prSet presAssocID="{DF88EBF5-BDA5-4129-A370-6E08AEB1CF52}" presName="parentText" presStyleLbl="node1" presStyleIdx="0" presStyleCnt="6">
        <dgm:presLayoutVars>
          <dgm:chMax val="0"/>
          <dgm:bulletEnabled val="1"/>
        </dgm:presLayoutVars>
      </dgm:prSet>
      <dgm:spPr/>
    </dgm:pt>
    <dgm:pt modelId="{1607D6B4-545A-47FE-B4F0-A114D11BEA12}" type="pres">
      <dgm:prSet presAssocID="{140E7754-1DC2-413A-B599-24A83F5B978F}" presName="spacer" presStyleCnt="0"/>
      <dgm:spPr/>
    </dgm:pt>
    <dgm:pt modelId="{FF493857-98C9-4947-B5BE-CB81285D50DF}" type="pres">
      <dgm:prSet presAssocID="{B7EC5B24-1102-4772-9BC8-C4CDC3E9FF1A}" presName="parentText" presStyleLbl="node1" presStyleIdx="1" presStyleCnt="6">
        <dgm:presLayoutVars>
          <dgm:chMax val="0"/>
          <dgm:bulletEnabled val="1"/>
        </dgm:presLayoutVars>
      </dgm:prSet>
      <dgm:spPr/>
    </dgm:pt>
    <dgm:pt modelId="{213466E8-C5FA-4A70-B74E-78259EA83772}" type="pres">
      <dgm:prSet presAssocID="{B7EC5B24-1102-4772-9BC8-C4CDC3E9FF1A}" presName="childText" presStyleLbl="revTx" presStyleIdx="0" presStyleCnt="1">
        <dgm:presLayoutVars>
          <dgm:bulletEnabled val="1"/>
        </dgm:presLayoutVars>
      </dgm:prSet>
      <dgm:spPr/>
    </dgm:pt>
    <dgm:pt modelId="{221D9B34-0C31-4FBD-9118-991CCA5DDC52}" type="pres">
      <dgm:prSet presAssocID="{CD2885E1-01DF-487E-9723-04C023BCB18C}" presName="parentText" presStyleLbl="node1" presStyleIdx="2" presStyleCnt="6">
        <dgm:presLayoutVars>
          <dgm:chMax val="0"/>
          <dgm:bulletEnabled val="1"/>
        </dgm:presLayoutVars>
      </dgm:prSet>
      <dgm:spPr/>
    </dgm:pt>
    <dgm:pt modelId="{884C0481-34AC-4C8E-8A3F-9AB0B0566422}" type="pres">
      <dgm:prSet presAssocID="{F58D7A92-C102-46BF-B4DC-F532AE8B34FB}" presName="spacer" presStyleCnt="0"/>
      <dgm:spPr/>
    </dgm:pt>
    <dgm:pt modelId="{DB382CAA-00B7-4D8E-9371-502A2A51CB8D}" type="pres">
      <dgm:prSet presAssocID="{45BED69F-7CBF-40AF-8934-A90DF664AB17}" presName="parentText" presStyleLbl="node1" presStyleIdx="3" presStyleCnt="6">
        <dgm:presLayoutVars>
          <dgm:chMax val="0"/>
          <dgm:bulletEnabled val="1"/>
        </dgm:presLayoutVars>
      </dgm:prSet>
      <dgm:spPr/>
    </dgm:pt>
    <dgm:pt modelId="{AC15BBE9-5178-4A53-9BB0-12B24D757F8E}" type="pres">
      <dgm:prSet presAssocID="{00E2CAD4-165B-420B-BE78-46BEC750C213}" presName="spacer" presStyleCnt="0"/>
      <dgm:spPr/>
    </dgm:pt>
    <dgm:pt modelId="{417DD1C2-6F11-41AA-BBA7-990E30C70644}" type="pres">
      <dgm:prSet presAssocID="{DFC7308A-FA41-4902-BF27-2CEABE885D9C}" presName="parentText" presStyleLbl="node1" presStyleIdx="4" presStyleCnt="6">
        <dgm:presLayoutVars>
          <dgm:chMax val="0"/>
          <dgm:bulletEnabled val="1"/>
        </dgm:presLayoutVars>
      </dgm:prSet>
      <dgm:spPr/>
    </dgm:pt>
    <dgm:pt modelId="{E6CBF16A-8D9F-4641-A80C-EACC799731A8}" type="pres">
      <dgm:prSet presAssocID="{65890563-1A1F-45F7-BD3F-7A46D3C4CBA3}" presName="spacer" presStyleCnt="0"/>
      <dgm:spPr/>
    </dgm:pt>
    <dgm:pt modelId="{02DC7653-8EA1-4219-96C4-54D595AA3C46}" type="pres">
      <dgm:prSet presAssocID="{2A242E57-4A71-4187-8019-C79572A90938}" presName="parentText" presStyleLbl="node1" presStyleIdx="5" presStyleCnt="6">
        <dgm:presLayoutVars>
          <dgm:chMax val="0"/>
          <dgm:bulletEnabled val="1"/>
        </dgm:presLayoutVars>
      </dgm:prSet>
      <dgm:spPr/>
    </dgm:pt>
  </dgm:ptLst>
  <dgm:cxnLst>
    <dgm:cxn modelId="{245D3D22-2CE8-487A-9C2F-9B42F5D58A41}" srcId="{5B590B36-997D-4704-8EDB-CEDF535596C3}" destId="{CD2885E1-01DF-487E-9723-04C023BCB18C}" srcOrd="2" destOrd="0" parTransId="{EAFC8BA2-DAD0-413D-AB9C-4BC4B6AFB6B9}" sibTransId="{F58D7A92-C102-46BF-B4DC-F532AE8B34FB}"/>
    <dgm:cxn modelId="{57D85225-43EF-47A1-9F62-791FA37BB1B8}" srcId="{5B590B36-997D-4704-8EDB-CEDF535596C3}" destId="{2A242E57-4A71-4187-8019-C79572A90938}" srcOrd="5" destOrd="0" parTransId="{7D4BDC8C-C5C5-41BC-8CB4-D9051B75187A}" sibTransId="{2137662E-2AB6-4225-97D4-6ABAF7E45302}"/>
    <dgm:cxn modelId="{8D03ED33-5A83-41E3-921B-4A06B601B476}" srcId="{B7EC5B24-1102-4772-9BC8-C4CDC3E9FF1A}" destId="{B4F047FF-9C2D-4BF8-B066-2326526FD5C9}" srcOrd="0" destOrd="0" parTransId="{2942D474-366D-4F1D-BC37-202D6B2E3D79}" sibTransId="{0FBD66E6-75AB-4599-A137-5BC1F8564DB8}"/>
    <dgm:cxn modelId="{7A1EB75C-2CCE-4675-B95D-5F39C3281D97}" type="presOf" srcId="{5B590B36-997D-4704-8EDB-CEDF535596C3}" destId="{8842E045-EB97-4991-A65C-10CF277079D3}" srcOrd="0" destOrd="0" presId="urn:microsoft.com/office/officeart/2005/8/layout/vList2#1"/>
    <dgm:cxn modelId="{6B54156D-6149-450D-8D1D-5CE7B249746C}" srcId="{5B590B36-997D-4704-8EDB-CEDF535596C3}" destId="{DF88EBF5-BDA5-4129-A370-6E08AEB1CF52}" srcOrd="0" destOrd="0" parTransId="{B10B48EF-D677-420C-8471-04FB8D8F0CE4}" sibTransId="{140E7754-1DC2-413A-B599-24A83F5B978F}"/>
    <dgm:cxn modelId="{3827DA6F-A65F-4A65-B278-2BDA4308B1C7}" type="presOf" srcId="{B7EC5B24-1102-4772-9BC8-C4CDC3E9FF1A}" destId="{FF493857-98C9-4947-B5BE-CB81285D50DF}" srcOrd="0" destOrd="0" presId="urn:microsoft.com/office/officeart/2005/8/layout/vList2#1"/>
    <dgm:cxn modelId="{3D84AB8E-5E1B-4684-BD98-7BF1A719D899}" type="presOf" srcId="{DFC7308A-FA41-4902-BF27-2CEABE885D9C}" destId="{417DD1C2-6F11-41AA-BBA7-990E30C70644}" srcOrd="0" destOrd="0" presId="urn:microsoft.com/office/officeart/2005/8/layout/vList2#1"/>
    <dgm:cxn modelId="{128DE8A9-6B8F-49B2-92E3-46A0313ABC38}" type="presOf" srcId="{2A242E57-4A71-4187-8019-C79572A90938}" destId="{02DC7653-8EA1-4219-96C4-54D595AA3C46}" srcOrd="0" destOrd="0" presId="urn:microsoft.com/office/officeart/2005/8/layout/vList2#1"/>
    <dgm:cxn modelId="{E3EC7AAB-83F2-4142-9775-61F6FB6F00EB}" srcId="{5B590B36-997D-4704-8EDB-CEDF535596C3}" destId="{B7EC5B24-1102-4772-9BC8-C4CDC3E9FF1A}" srcOrd="1" destOrd="0" parTransId="{5EA4D6A6-BEC0-4047-AF16-E8C1C76945A2}" sibTransId="{3BD1BC72-677F-4946-B4DE-D332474B53C6}"/>
    <dgm:cxn modelId="{DC365EB3-3D08-466D-A21C-B8EC37642315}" type="presOf" srcId="{B4F047FF-9C2D-4BF8-B066-2326526FD5C9}" destId="{213466E8-C5FA-4A70-B74E-78259EA83772}" srcOrd="0" destOrd="0" presId="urn:microsoft.com/office/officeart/2005/8/layout/vList2#1"/>
    <dgm:cxn modelId="{6973F1B7-C807-4A35-A8D3-5210FBE59CE7}" type="presOf" srcId="{45BED69F-7CBF-40AF-8934-A90DF664AB17}" destId="{DB382CAA-00B7-4D8E-9371-502A2A51CB8D}" srcOrd="0" destOrd="0" presId="urn:microsoft.com/office/officeart/2005/8/layout/vList2#1"/>
    <dgm:cxn modelId="{ACC7DEC4-C69B-44E8-BD09-AB004BF72CEF}" type="presOf" srcId="{CD2885E1-01DF-487E-9723-04C023BCB18C}" destId="{221D9B34-0C31-4FBD-9118-991CCA5DDC52}" srcOrd="0" destOrd="0" presId="urn:microsoft.com/office/officeart/2005/8/layout/vList2#1"/>
    <dgm:cxn modelId="{09C7E0D1-2895-4CED-AB02-8B5070CAA9FB}" type="presOf" srcId="{DF88EBF5-BDA5-4129-A370-6E08AEB1CF52}" destId="{B6470E90-E3D2-439B-B342-4EC62808E0D9}" srcOrd="0" destOrd="0" presId="urn:microsoft.com/office/officeart/2005/8/layout/vList2#1"/>
    <dgm:cxn modelId="{3CCA47F6-7EA6-41E3-9CEE-D28E05C88DB2}" srcId="{5B590B36-997D-4704-8EDB-CEDF535596C3}" destId="{DFC7308A-FA41-4902-BF27-2CEABE885D9C}" srcOrd="4" destOrd="0" parTransId="{9D5499DC-2B91-4532-8EF7-F9E4A1EF9D88}" sibTransId="{65890563-1A1F-45F7-BD3F-7A46D3C4CBA3}"/>
    <dgm:cxn modelId="{42B4C5FA-E718-48CE-B007-858A6E605FEE}" srcId="{5B590B36-997D-4704-8EDB-CEDF535596C3}" destId="{45BED69F-7CBF-40AF-8934-A90DF664AB17}" srcOrd="3" destOrd="0" parTransId="{8D244438-DEC6-43DB-8310-F2CA21AF852F}" sibTransId="{00E2CAD4-165B-420B-BE78-46BEC750C213}"/>
    <dgm:cxn modelId="{71B0A45A-DB7E-484F-917C-B102719485A4}" type="presParOf" srcId="{8842E045-EB97-4991-A65C-10CF277079D3}" destId="{B6470E90-E3D2-439B-B342-4EC62808E0D9}" srcOrd="0" destOrd="0" presId="urn:microsoft.com/office/officeart/2005/8/layout/vList2#1"/>
    <dgm:cxn modelId="{FC22C4CA-4EF3-408A-9B52-CDAFF980B115}" type="presParOf" srcId="{8842E045-EB97-4991-A65C-10CF277079D3}" destId="{1607D6B4-545A-47FE-B4F0-A114D11BEA12}" srcOrd="1" destOrd="0" presId="urn:microsoft.com/office/officeart/2005/8/layout/vList2#1"/>
    <dgm:cxn modelId="{3544616A-485C-4B41-8AE5-FA2BCAAED621}" type="presParOf" srcId="{8842E045-EB97-4991-A65C-10CF277079D3}" destId="{FF493857-98C9-4947-B5BE-CB81285D50DF}" srcOrd="2" destOrd="0" presId="urn:microsoft.com/office/officeart/2005/8/layout/vList2#1"/>
    <dgm:cxn modelId="{1F838E11-0C72-4B9F-8F1D-72258E5432A1}" type="presParOf" srcId="{8842E045-EB97-4991-A65C-10CF277079D3}" destId="{213466E8-C5FA-4A70-B74E-78259EA83772}" srcOrd="3" destOrd="0" presId="urn:microsoft.com/office/officeart/2005/8/layout/vList2#1"/>
    <dgm:cxn modelId="{4062F1EB-3FDA-4EAE-8989-1E58D6E40108}" type="presParOf" srcId="{8842E045-EB97-4991-A65C-10CF277079D3}" destId="{221D9B34-0C31-4FBD-9118-991CCA5DDC52}" srcOrd="4" destOrd="0" presId="urn:microsoft.com/office/officeart/2005/8/layout/vList2#1"/>
    <dgm:cxn modelId="{02D371EF-ED01-49ED-B860-32C6BFFE23A8}" type="presParOf" srcId="{8842E045-EB97-4991-A65C-10CF277079D3}" destId="{884C0481-34AC-4C8E-8A3F-9AB0B0566422}" srcOrd="5" destOrd="0" presId="urn:microsoft.com/office/officeart/2005/8/layout/vList2#1"/>
    <dgm:cxn modelId="{5DBCEDF3-7AB7-4C3F-9C49-CBF7F7266CB9}" type="presParOf" srcId="{8842E045-EB97-4991-A65C-10CF277079D3}" destId="{DB382CAA-00B7-4D8E-9371-502A2A51CB8D}" srcOrd="6" destOrd="0" presId="urn:microsoft.com/office/officeart/2005/8/layout/vList2#1"/>
    <dgm:cxn modelId="{4AFBF394-D5DD-4DCC-8D1D-60B279C2B6EE}" type="presParOf" srcId="{8842E045-EB97-4991-A65C-10CF277079D3}" destId="{AC15BBE9-5178-4A53-9BB0-12B24D757F8E}" srcOrd="7" destOrd="0" presId="urn:microsoft.com/office/officeart/2005/8/layout/vList2#1"/>
    <dgm:cxn modelId="{CCCCED50-8C5A-44FE-8AEC-7339284DB2CE}" type="presParOf" srcId="{8842E045-EB97-4991-A65C-10CF277079D3}" destId="{417DD1C2-6F11-41AA-BBA7-990E30C70644}" srcOrd="8" destOrd="0" presId="urn:microsoft.com/office/officeart/2005/8/layout/vList2#1"/>
    <dgm:cxn modelId="{4CFE1BE3-B457-437C-A22C-9F0C05A429FE}" type="presParOf" srcId="{8842E045-EB97-4991-A65C-10CF277079D3}" destId="{E6CBF16A-8D9F-4641-A80C-EACC799731A8}" srcOrd="9" destOrd="0" presId="urn:microsoft.com/office/officeart/2005/8/layout/vList2#1"/>
    <dgm:cxn modelId="{AC7CB298-940D-469A-98CF-CEEE0E216EEA}" type="presParOf" srcId="{8842E045-EB97-4991-A65C-10CF277079D3}" destId="{02DC7653-8EA1-4219-96C4-54D595AA3C46}" srcOrd="10" destOrd="0" presId="urn:microsoft.com/office/officeart/2005/8/layout/vList2#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00C57A7-8D98-4E6D-BF08-3E851BDC47D6}" type="doc">
      <dgm:prSet loTypeId="urn:microsoft.com/office/officeart/2018/2/layout/IconCircleList" loCatId="icon" qsTypeId="urn:microsoft.com/office/officeart/2005/8/quickstyle/simple1#2" qsCatId="simple" csTypeId="urn:microsoft.com/office/officeart/2005/8/colors/accent1_2#2" csCatId="accent1" phldr="1"/>
      <dgm:spPr/>
      <dgm:t>
        <a:bodyPr/>
        <a:lstStyle/>
        <a:p>
          <a:endParaRPr lang="en-US"/>
        </a:p>
      </dgm:t>
    </dgm:pt>
    <dgm:pt modelId="{74BB6213-481D-4DFB-9D36-296ADC803CE4}">
      <dgm:prSet/>
      <dgm:spPr/>
      <dgm:t>
        <a:bodyPr/>
        <a:lstStyle/>
        <a:p>
          <a:pPr>
            <a:lnSpc>
              <a:spcPct val="100000"/>
            </a:lnSpc>
          </a:pPr>
          <a:r>
            <a:rPr lang="en-US"/>
            <a:t>You will find out more about the CSP</a:t>
          </a:r>
        </a:p>
      </dgm:t>
    </dgm:pt>
    <dgm:pt modelId="{F6FB32F3-FE5F-421C-8705-707A4C818DA9}" type="parTrans" cxnId="{09A223F2-796B-4618-9B9D-59011CC8A974}">
      <dgm:prSet/>
      <dgm:spPr/>
      <dgm:t>
        <a:bodyPr/>
        <a:lstStyle/>
        <a:p>
          <a:endParaRPr lang="en-US"/>
        </a:p>
      </dgm:t>
    </dgm:pt>
    <dgm:pt modelId="{90D19E43-1E05-440D-AEA4-060F38DC0D49}" type="sibTrans" cxnId="{09A223F2-796B-4618-9B9D-59011CC8A974}">
      <dgm:prSet/>
      <dgm:spPr/>
      <dgm:t>
        <a:bodyPr/>
        <a:lstStyle/>
        <a:p>
          <a:pPr>
            <a:lnSpc>
              <a:spcPct val="100000"/>
            </a:lnSpc>
          </a:pPr>
          <a:endParaRPr lang="en-US"/>
        </a:p>
      </dgm:t>
    </dgm:pt>
    <dgm:pt modelId="{CC183F6B-8767-43C6-8BCD-BF49BD524B98}">
      <dgm:prSet/>
      <dgm:spPr/>
      <dgm:t>
        <a:bodyPr/>
        <a:lstStyle/>
        <a:p>
          <a:pPr>
            <a:lnSpc>
              <a:spcPct val="100000"/>
            </a:lnSpc>
          </a:pPr>
          <a:r>
            <a:rPr lang="en-US"/>
            <a:t>Founded by nurses in 1894</a:t>
          </a:r>
        </a:p>
      </dgm:t>
    </dgm:pt>
    <dgm:pt modelId="{989A470C-F516-4E6A-9F6F-63F758D8B069}" type="parTrans" cxnId="{D8FCAFE6-D0EB-4F51-A35D-E8E584564E93}">
      <dgm:prSet/>
      <dgm:spPr/>
      <dgm:t>
        <a:bodyPr/>
        <a:lstStyle/>
        <a:p>
          <a:endParaRPr lang="en-US"/>
        </a:p>
      </dgm:t>
    </dgm:pt>
    <dgm:pt modelId="{8EC82D57-AF87-41CB-8186-2ABDEA1548A7}" type="sibTrans" cxnId="{D8FCAFE6-D0EB-4F51-A35D-E8E584564E93}">
      <dgm:prSet/>
      <dgm:spPr/>
      <dgm:t>
        <a:bodyPr/>
        <a:lstStyle/>
        <a:p>
          <a:pPr>
            <a:lnSpc>
              <a:spcPct val="100000"/>
            </a:lnSpc>
          </a:pPr>
          <a:endParaRPr lang="en-US"/>
        </a:p>
      </dgm:t>
    </dgm:pt>
    <dgm:pt modelId="{897AFC76-2C94-4E52-9A8A-0EBB690C7769}">
      <dgm:prSet/>
      <dgm:spPr/>
      <dgm:t>
        <a:bodyPr/>
        <a:lstStyle/>
        <a:p>
          <a:pPr>
            <a:lnSpc>
              <a:spcPct val="100000"/>
            </a:lnSpc>
          </a:pPr>
          <a:r>
            <a:rPr lang="en-US"/>
            <a:t>Awarded a royal charter in 1920</a:t>
          </a:r>
        </a:p>
      </dgm:t>
    </dgm:pt>
    <dgm:pt modelId="{F38CDED6-AD4B-428B-8BEA-EA7CD9EEFFC4}" type="parTrans" cxnId="{3C1831D9-F7B3-460E-ABB2-501446BB0161}">
      <dgm:prSet/>
      <dgm:spPr/>
      <dgm:t>
        <a:bodyPr/>
        <a:lstStyle/>
        <a:p>
          <a:endParaRPr lang="en-US"/>
        </a:p>
      </dgm:t>
    </dgm:pt>
    <dgm:pt modelId="{F0D9F10C-8F2B-4AD5-986F-0E854F7A6B48}" type="sibTrans" cxnId="{3C1831D9-F7B3-460E-ABB2-501446BB0161}">
      <dgm:prSet/>
      <dgm:spPr/>
      <dgm:t>
        <a:bodyPr/>
        <a:lstStyle/>
        <a:p>
          <a:pPr>
            <a:lnSpc>
              <a:spcPct val="100000"/>
            </a:lnSpc>
          </a:pPr>
          <a:endParaRPr lang="en-US"/>
        </a:p>
      </dgm:t>
    </dgm:pt>
    <dgm:pt modelId="{A01B3345-9B5D-44FF-B0C6-E1EA43BBBC34}">
      <dgm:prSet/>
      <dgm:spPr/>
      <dgm:t>
        <a:bodyPr/>
        <a:lstStyle/>
        <a:p>
          <a:pPr>
            <a:lnSpc>
              <a:spcPct val="100000"/>
            </a:lnSpc>
          </a:pPr>
          <a:r>
            <a:rPr lang="en-US"/>
            <a:t>Provides guidance and support based on regulations and current  research for physiotherapists.</a:t>
          </a:r>
        </a:p>
      </dgm:t>
    </dgm:pt>
    <dgm:pt modelId="{ABDFA4F2-1C55-42F2-9F73-9359A310CD67}" type="parTrans" cxnId="{2117A173-835F-4FA8-BECC-17ADBAFF2247}">
      <dgm:prSet/>
      <dgm:spPr/>
      <dgm:t>
        <a:bodyPr/>
        <a:lstStyle/>
        <a:p>
          <a:endParaRPr lang="en-US"/>
        </a:p>
      </dgm:t>
    </dgm:pt>
    <dgm:pt modelId="{0B124B3C-5B68-4A08-A7A8-1871C2D9E614}" type="sibTrans" cxnId="{2117A173-835F-4FA8-BECC-17ADBAFF2247}">
      <dgm:prSet/>
      <dgm:spPr/>
      <dgm:t>
        <a:bodyPr/>
        <a:lstStyle/>
        <a:p>
          <a:endParaRPr lang="en-US"/>
        </a:p>
      </dgm:t>
    </dgm:pt>
    <dgm:pt modelId="{B31D661C-187C-45F5-8AE7-A66E87CF3A05}" type="pres">
      <dgm:prSet presAssocID="{800C57A7-8D98-4E6D-BF08-3E851BDC47D6}" presName="root" presStyleCnt="0">
        <dgm:presLayoutVars>
          <dgm:dir/>
          <dgm:resizeHandles val="exact"/>
        </dgm:presLayoutVars>
      </dgm:prSet>
      <dgm:spPr/>
    </dgm:pt>
    <dgm:pt modelId="{AEB3D781-F3A2-433C-9BAE-D8ECB0617767}" type="pres">
      <dgm:prSet presAssocID="{800C57A7-8D98-4E6D-BF08-3E851BDC47D6}" presName="container" presStyleCnt="0">
        <dgm:presLayoutVars>
          <dgm:dir/>
          <dgm:resizeHandles val="exact"/>
        </dgm:presLayoutVars>
      </dgm:prSet>
      <dgm:spPr/>
    </dgm:pt>
    <dgm:pt modelId="{3AFC9966-6468-4E72-B60F-82E13223449B}" type="pres">
      <dgm:prSet presAssocID="{74BB6213-481D-4DFB-9D36-296ADC803CE4}" presName="compNode" presStyleCnt="0"/>
      <dgm:spPr/>
    </dgm:pt>
    <dgm:pt modelId="{3EFB80F5-D410-4CB6-9176-AC76606FADF9}" type="pres">
      <dgm:prSet presAssocID="{74BB6213-481D-4DFB-9D36-296ADC803CE4}" presName="iconBgRect" presStyleLbl="bgShp" presStyleIdx="0" presStyleCnt="4"/>
      <dgm:spPr/>
    </dgm:pt>
    <dgm:pt modelId="{73CC6B62-692F-4944-A605-4994249E246B}" type="pres">
      <dgm:prSet presAssocID="{74BB6213-481D-4DFB-9D36-296ADC803CE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pt>
    <dgm:pt modelId="{526B61AE-F1F2-4AA5-895A-FBA6A87AA6BC}" type="pres">
      <dgm:prSet presAssocID="{74BB6213-481D-4DFB-9D36-296ADC803CE4}" presName="spaceRect" presStyleCnt="0"/>
      <dgm:spPr/>
    </dgm:pt>
    <dgm:pt modelId="{27583B4D-224E-4D4C-B55B-D10739A779E9}" type="pres">
      <dgm:prSet presAssocID="{74BB6213-481D-4DFB-9D36-296ADC803CE4}" presName="textRect" presStyleLbl="revTx" presStyleIdx="0" presStyleCnt="4">
        <dgm:presLayoutVars>
          <dgm:chMax val="1"/>
          <dgm:chPref val="1"/>
        </dgm:presLayoutVars>
      </dgm:prSet>
      <dgm:spPr/>
    </dgm:pt>
    <dgm:pt modelId="{2C8D6203-91FE-4CB3-A1DF-C187AF32D241}" type="pres">
      <dgm:prSet presAssocID="{90D19E43-1E05-440D-AEA4-060F38DC0D49}" presName="sibTrans" presStyleLbl="sibTrans2D1" presStyleIdx="0" presStyleCnt="0"/>
      <dgm:spPr/>
    </dgm:pt>
    <dgm:pt modelId="{97B58D16-71C6-42AE-9E72-35FC4F8F2855}" type="pres">
      <dgm:prSet presAssocID="{CC183F6B-8767-43C6-8BCD-BF49BD524B98}" presName="compNode" presStyleCnt="0"/>
      <dgm:spPr/>
    </dgm:pt>
    <dgm:pt modelId="{115437D6-C105-4E7C-B362-EC1CBE8C3D1C}" type="pres">
      <dgm:prSet presAssocID="{CC183F6B-8767-43C6-8BCD-BF49BD524B98}" presName="iconBgRect" presStyleLbl="bgShp" presStyleIdx="1" presStyleCnt="4"/>
      <dgm:spPr/>
    </dgm:pt>
    <dgm:pt modelId="{86C73817-D416-4717-A9C8-EFE0CE9C6490}" type="pres">
      <dgm:prSet presAssocID="{CC183F6B-8767-43C6-8BCD-BF49BD524B9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pt>
    <dgm:pt modelId="{42AFDEC2-9B9B-45DA-9670-439B56A91BB9}" type="pres">
      <dgm:prSet presAssocID="{CC183F6B-8767-43C6-8BCD-BF49BD524B98}" presName="spaceRect" presStyleCnt="0"/>
      <dgm:spPr/>
    </dgm:pt>
    <dgm:pt modelId="{13D6892B-7316-418B-AD94-B5A8870AB378}" type="pres">
      <dgm:prSet presAssocID="{CC183F6B-8767-43C6-8BCD-BF49BD524B98}" presName="textRect" presStyleLbl="revTx" presStyleIdx="1" presStyleCnt="4">
        <dgm:presLayoutVars>
          <dgm:chMax val="1"/>
          <dgm:chPref val="1"/>
        </dgm:presLayoutVars>
      </dgm:prSet>
      <dgm:spPr/>
    </dgm:pt>
    <dgm:pt modelId="{A8CD5F52-8A13-4FFE-A7D2-3378FE5F6D56}" type="pres">
      <dgm:prSet presAssocID="{8EC82D57-AF87-41CB-8186-2ABDEA1548A7}" presName="sibTrans" presStyleLbl="sibTrans2D1" presStyleIdx="0" presStyleCnt="0"/>
      <dgm:spPr/>
    </dgm:pt>
    <dgm:pt modelId="{642B7E88-47F1-4DC2-B339-A323D63E16D4}" type="pres">
      <dgm:prSet presAssocID="{897AFC76-2C94-4E52-9A8A-0EBB690C7769}" presName="compNode" presStyleCnt="0"/>
      <dgm:spPr/>
    </dgm:pt>
    <dgm:pt modelId="{5A7A279A-15BF-41E8-A55A-EC77ECABD673}" type="pres">
      <dgm:prSet presAssocID="{897AFC76-2C94-4E52-9A8A-0EBB690C7769}" presName="iconBgRect" presStyleLbl="bgShp" presStyleIdx="2" presStyleCnt="4"/>
      <dgm:spPr/>
    </dgm:pt>
    <dgm:pt modelId="{565EC870-6CD2-4914-9248-C49F355CEC40}" type="pres">
      <dgm:prSet presAssocID="{897AFC76-2C94-4E52-9A8A-0EBB690C776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pt>
    <dgm:pt modelId="{4DA8CC72-C980-456C-A227-68E47C0E99B3}" type="pres">
      <dgm:prSet presAssocID="{897AFC76-2C94-4E52-9A8A-0EBB690C7769}" presName="spaceRect" presStyleCnt="0"/>
      <dgm:spPr/>
    </dgm:pt>
    <dgm:pt modelId="{DE3CA06E-0878-47D8-B16D-DD5A57821053}" type="pres">
      <dgm:prSet presAssocID="{897AFC76-2C94-4E52-9A8A-0EBB690C7769}" presName="textRect" presStyleLbl="revTx" presStyleIdx="2" presStyleCnt="4">
        <dgm:presLayoutVars>
          <dgm:chMax val="1"/>
          <dgm:chPref val="1"/>
        </dgm:presLayoutVars>
      </dgm:prSet>
      <dgm:spPr/>
    </dgm:pt>
    <dgm:pt modelId="{1201DA23-F576-4412-AAC7-2FD707372020}" type="pres">
      <dgm:prSet presAssocID="{F0D9F10C-8F2B-4AD5-986F-0E854F7A6B48}" presName="sibTrans" presStyleLbl="sibTrans2D1" presStyleIdx="0" presStyleCnt="0"/>
      <dgm:spPr/>
    </dgm:pt>
    <dgm:pt modelId="{BD909214-1436-4944-AB99-C0B110F469A2}" type="pres">
      <dgm:prSet presAssocID="{A01B3345-9B5D-44FF-B0C6-E1EA43BBBC34}" presName="compNode" presStyleCnt="0"/>
      <dgm:spPr/>
    </dgm:pt>
    <dgm:pt modelId="{42CEB213-D306-49E0-A568-36C24E93F49D}" type="pres">
      <dgm:prSet presAssocID="{A01B3345-9B5D-44FF-B0C6-E1EA43BBBC34}" presName="iconBgRect" presStyleLbl="bgShp" presStyleIdx="3" presStyleCnt="4"/>
      <dgm:spPr/>
    </dgm:pt>
    <dgm:pt modelId="{9A1012B6-BE00-46A2-AC8A-8EA14198E296}" type="pres">
      <dgm:prSet presAssocID="{A01B3345-9B5D-44FF-B0C6-E1EA43BBBC3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pt>
    <dgm:pt modelId="{5984B8AD-3080-4DBD-AD80-C823869801AC}" type="pres">
      <dgm:prSet presAssocID="{A01B3345-9B5D-44FF-B0C6-E1EA43BBBC34}" presName="spaceRect" presStyleCnt="0"/>
      <dgm:spPr/>
    </dgm:pt>
    <dgm:pt modelId="{A5BE6159-555F-405A-8A54-98E2C0F5176D}" type="pres">
      <dgm:prSet presAssocID="{A01B3345-9B5D-44FF-B0C6-E1EA43BBBC34}" presName="textRect" presStyleLbl="revTx" presStyleIdx="3" presStyleCnt="4">
        <dgm:presLayoutVars>
          <dgm:chMax val="1"/>
          <dgm:chPref val="1"/>
        </dgm:presLayoutVars>
      </dgm:prSet>
      <dgm:spPr/>
    </dgm:pt>
  </dgm:ptLst>
  <dgm:cxnLst>
    <dgm:cxn modelId="{C7D01220-312B-4F92-A3A1-A03E68CBFF5E}" type="presOf" srcId="{897AFC76-2C94-4E52-9A8A-0EBB690C7769}" destId="{DE3CA06E-0878-47D8-B16D-DD5A57821053}" srcOrd="0" destOrd="0" presId="urn:microsoft.com/office/officeart/2018/2/layout/IconCircleList"/>
    <dgm:cxn modelId="{AA1CDA3A-1C75-45C0-98BB-EFF3FB63CE7F}" type="presOf" srcId="{800C57A7-8D98-4E6D-BF08-3E851BDC47D6}" destId="{B31D661C-187C-45F5-8AE7-A66E87CF3A05}" srcOrd="0" destOrd="0" presId="urn:microsoft.com/office/officeart/2018/2/layout/IconCircleList"/>
    <dgm:cxn modelId="{4967E960-A57A-44D1-AD92-742DCD952C1F}" type="presOf" srcId="{A01B3345-9B5D-44FF-B0C6-E1EA43BBBC34}" destId="{A5BE6159-555F-405A-8A54-98E2C0F5176D}" srcOrd="0" destOrd="0" presId="urn:microsoft.com/office/officeart/2018/2/layout/IconCircleList"/>
    <dgm:cxn modelId="{81D77A4D-667D-496C-9652-CCEC78437917}" type="presOf" srcId="{90D19E43-1E05-440D-AEA4-060F38DC0D49}" destId="{2C8D6203-91FE-4CB3-A1DF-C187AF32D241}" srcOrd="0" destOrd="0" presId="urn:microsoft.com/office/officeart/2018/2/layout/IconCircleList"/>
    <dgm:cxn modelId="{E42BF96D-3842-431A-BE38-7339AC5597A7}" type="presOf" srcId="{CC183F6B-8767-43C6-8BCD-BF49BD524B98}" destId="{13D6892B-7316-418B-AD94-B5A8870AB378}" srcOrd="0" destOrd="0" presId="urn:microsoft.com/office/officeart/2018/2/layout/IconCircleList"/>
    <dgm:cxn modelId="{6B299F4E-7788-453D-8B18-9552EC73B387}" type="presOf" srcId="{8EC82D57-AF87-41CB-8186-2ABDEA1548A7}" destId="{A8CD5F52-8A13-4FFE-A7D2-3378FE5F6D56}" srcOrd="0" destOrd="0" presId="urn:microsoft.com/office/officeart/2018/2/layout/IconCircleList"/>
    <dgm:cxn modelId="{2117A173-835F-4FA8-BECC-17ADBAFF2247}" srcId="{800C57A7-8D98-4E6D-BF08-3E851BDC47D6}" destId="{A01B3345-9B5D-44FF-B0C6-E1EA43BBBC34}" srcOrd="3" destOrd="0" parTransId="{ABDFA4F2-1C55-42F2-9F73-9359A310CD67}" sibTransId="{0B124B3C-5B68-4A08-A7A8-1871C2D9E614}"/>
    <dgm:cxn modelId="{C7EA50C6-A324-4502-8072-B2196A0533FE}" type="presOf" srcId="{F0D9F10C-8F2B-4AD5-986F-0E854F7A6B48}" destId="{1201DA23-F576-4412-AAC7-2FD707372020}" srcOrd="0" destOrd="0" presId="urn:microsoft.com/office/officeart/2018/2/layout/IconCircleList"/>
    <dgm:cxn modelId="{3C1831D9-F7B3-460E-ABB2-501446BB0161}" srcId="{800C57A7-8D98-4E6D-BF08-3E851BDC47D6}" destId="{897AFC76-2C94-4E52-9A8A-0EBB690C7769}" srcOrd="2" destOrd="0" parTransId="{F38CDED6-AD4B-428B-8BEA-EA7CD9EEFFC4}" sibTransId="{F0D9F10C-8F2B-4AD5-986F-0E854F7A6B48}"/>
    <dgm:cxn modelId="{D8FCAFE6-D0EB-4F51-A35D-E8E584564E93}" srcId="{800C57A7-8D98-4E6D-BF08-3E851BDC47D6}" destId="{CC183F6B-8767-43C6-8BCD-BF49BD524B98}" srcOrd="1" destOrd="0" parTransId="{989A470C-F516-4E6A-9F6F-63F758D8B069}" sibTransId="{8EC82D57-AF87-41CB-8186-2ABDEA1548A7}"/>
    <dgm:cxn modelId="{09A223F2-796B-4618-9B9D-59011CC8A974}" srcId="{800C57A7-8D98-4E6D-BF08-3E851BDC47D6}" destId="{74BB6213-481D-4DFB-9D36-296ADC803CE4}" srcOrd="0" destOrd="0" parTransId="{F6FB32F3-FE5F-421C-8705-707A4C818DA9}" sibTransId="{90D19E43-1E05-440D-AEA4-060F38DC0D49}"/>
    <dgm:cxn modelId="{B3F9FFFD-8C0D-4153-B9D9-4F7A90100BC5}" type="presOf" srcId="{74BB6213-481D-4DFB-9D36-296ADC803CE4}" destId="{27583B4D-224E-4D4C-B55B-D10739A779E9}" srcOrd="0" destOrd="0" presId="urn:microsoft.com/office/officeart/2018/2/layout/IconCircleList"/>
    <dgm:cxn modelId="{B091201B-022D-4EA8-A45D-FBA87E9B19D6}" type="presParOf" srcId="{B31D661C-187C-45F5-8AE7-A66E87CF3A05}" destId="{AEB3D781-F3A2-433C-9BAE-D8ECB0617767}" srcOrd="0" destOrd="0" presId="urn:microsoft.com/office/officeart/2018/2/layout/IconCircleList"/>
    <dgm:cxn modelId="{27CD6763-4880-44ED-BA2D-362115407C30}" type="presParOf" srcId="{AEB3D781-F3A2-433C-9BAE-D8ECB0617767}" destId="{3AFC9966-6468-4E72-B60F-82E13223449B}" srcOrd="0" destOrd="0" presId="urn:microsoft.com/office/officeart/2018/2/layout/IconCircleList"/>
    <dgm:cxn modelId="{09C0EC74-497C-4E4E-BAD1-A09533302BB9}" type="presParOf" srcId="{3AFC9966-6468-4E72-B60F-82E13223449B}" destId="{3EFB80F5-D410-4CB6-9176-AC76606FADF9}" srcOrd="0" destOrd="0" presId="urn:microsoft.com/office/officeart/2018/2/layout/IconCircleList"/>
    <dgm:cxn modelId="{EB5538CE-A6A3-41C4-B484-8E4147234AA4}" type="presParOf" srcId="{3AFC9966-6468-4E72-B60F-82E13223449B}" destId="{73CC6B62-692F-4944-A605-4994249E246B}" srcOrd="1" destOrd="0" presId="urn:microsoft.com/office/officeart/2018/2/layout/IconCircleList"/>
    <dgm:cxn modelId="{314E9F0D-C0E3-498C-AC10-798767513E18}" type="presParOf" srcId="{3AFC9966-6468-4E72-B60F-82E13223449B}" destId="{526B61AE-F1F2-4AA5-895A-FBA6A87AA6BC}" srcOrd="2" destOrd="0" presId="urn:microsoft.com/office/officeart/2018/2/layout/IconCircleList"/>
    <dgm:cxn modelId="{B17D2FB9-37D8-4AD1-A84F-EDEC68BCA375}" type="presParOf" srcId="{3AFC9966-6468-4E72-B60F-82E13223449B}" destId="{27583B4D-224E-4D4C-B55B-D10739A779E9}" srcOrd="3" destOrd="0" presId="urn:microsoft.com/office/officeart/2018/2/layout/IconCircleList"/>
    <dgm:cxn modelId="{C6135A4C-25E8-4264-9477-616169B89A08}" type="presParOf" srcId="{AEB3D781-F3A2-433C-9BAE-D8ECB0617767}" destId="{2C8D6203-91FE-4CB3-A1DF-C187AF32D241}" srcOrd="1" destOrd="0" presId="urn:microsoft.com/office/officeart/2018/2/layout/IconCircleList"/>
    <dgm:cxn modelId="{F751DD9D-0068-4325-8ABB-4AC395CB0512}" type="presParOf" srcId="{AEB3D781-F3A2-433C-9BAE-D8ECB0617767}" destId="{97B58D16-71C6-42AE-9E72-35FC4F8F2855}" srcOrd="2" destOrd="0" presId="urn:microsoft.com/office/officeart/2018/2/layout/IconCircleList"/>
    <dgm:cxn modelId="{82A9FB6D-A15C-455E-A4AB-A91AF2719C58}" type="presParOf" srcId="{97B58D16-71C6-42AE-9E72-35FC4F8F2855}" destId="{115437D6-C105-4E7C-B362-EC1CBE8C3D1C}" srcOrd="0" destOrd="0" presId="urn:microsoft.com/office/officeart/2018/2/layout/IconCircleList"/>
    <dgm:cxn modelId="{F1502397-93A4-4934-B5A4-0143B156400C}" type="presParOf" srcId="{97B58D16-71C6-42AE-9E72-35FC4F8F2855}" destId="{86C73817-D416-4717-A9C8-EFE0CE9C6490}" srcOrd="1" destOrd="0" presId="urn:microsoft.com/office/officeart/2018/2/layout/IconCircleList"/>
    <dgm:cxn modelId="{2DF3A0D4-A209-4E12-A301-6E92B77DBF7E}" type="presParOf" srcId="{97B58D16-71C6-42AE-9E72-35FC4F8F2855}" destId="{42AFDEC2-9B9B-45DA-9670-439B56A91BB9}" srcOrd="2" destOrd="0" presId="urn:microsoft.com/office/officeart/2018/2/layout/IconCircleList"/>
    <dgm:cxn modelId="{5217E14B-F66B-482C-8704-D18FA3CB91B2}" type="presParOf" srcId="{97B58D16-71C6-42AE-9E72-35FC4F8F2855}" destId="{13D6892B-7316-418B-AD94-B5A8870AB378}" srcOrd="3" destOrd="0" presId="urn:microsoft.com/office/officeart/2018/2/layout/IconCircleList"/>
    <dgm:cxn modelId="{B8B3668A-F779-4CD7-89EF-3B05BEC5100A}" type="presParOf" srcId="{AEB3D781-F3A2-433C-9BAE-D8ECB0617767}" destId="{A8CD5F52-8A13-4FFE-A7D2-3378FE5F6D56}" srcOrd="3" destOrd="0" presId="urn:microsoft.com/office/officeart/2018/2/layout/IconCircleList"/>
    <dgm:cxn modelId="{75D81D29-46C0-4F1E-8F51-2A33740784F7}" type="presParOf" srcId="{AEB3D781-F3A2-433C-9BAE-D8ECB0617767}" destId="{642B7E88-47F1-4DC2-B339-A323D63E16D4}" srcOrd="4" destOrd="0" presId="urn:microsoft.com/office/officeart/2018/2/layout/IconCircleList"/>
    <dgm:cxn modelId="{60D64ADE-42BB-4268-A1DD-4C955C239B59}" type="presParOf" srcId="{642B7E88-47F1-4DC2-B339-A323D63E16D4}" destId="{5A7A279A-15BF-41E8-A55A-EC77ECABD673}" srcOrd="0" destOrd="0" presId="urn:microsoft.com/office/officeart/2018/2/layout/IconCircleList"/>
    <dgm:cxn modelId="{5E4D381B-F624-408E-9DF2-2C4C35F9C00A}" type="presParOf" srcId="{642B7E88-47F1-4DC2-B339-A323D63E16D4}" destId="{565EC870-6CD2-4914-9248-C49F355CEC40}" srcOrd="1" destOrd="0" presId="urn:microsoft.com/office/officeart/2018/2/layout/IconCircleList"/>
    <dgm:cxn modelId="{93396E73-09D2-4874-8E3C-94684B23C181}" type="presParOf" srcId="{642B7E88-47F1-4DC2-B339-A323D63E16D4}" destId="{4DA8CC72-C980-456C-A227-68E47C0E99B3}" srcOrd="2" destOrd="0" presId="urn:microsoft.com/office/officeart/2018/2/layout/IconCircleList"/>
    <dgm:cxn modelId="{41D8C90F-CB6D-488B-BDAF-CECAB5ACF66C}" type="presParOf" srcId="{642B7E88-47F1-4DC2-B339-A323D63E16D4}" destId="{DE3CA06E-0878-47D8-B16D-DD5A57821053}" srcOrd="3" destOrd="0" presId="urn:microsoft.com/office/officeart/2018/2/layout/IconCircleList"/>
    <dgm:cxn modelId="{13426766-8CB2-40FD-BCF2-B88C781C49B2}" type="presParOf" srcId="{AEB3D781-F3A2-433C-9BAE-D8ECB0617767}" destId="{1201DA23-F576-4412-AAC7-2FD707372020}" srcOrd="5" destOrd="0" presId="urn:microsoft.com/office/officeart/2018/2/layout/IconCircleList"/>
    <dgm:cxn modelId="{1B8B20BC-7FD2-4BA6-A0E4-0CD4CBB365FC}" type="presParOf" srcId="{AEB3D781-F3A2-433C-9BAE-D8ECB0617767}" destId="{BD909214-1436-4944-AB99-C0B110F469A2}" srcOrd="6" destOrd="0" presId="urn:microsoft.com/office/officeart/2018/2/layout/IconCircleList"/>
    <dgm:cxn modelId="{058B49FA-650B-4CB0-8A51-4B30B0525DA5}" type="presParOf" srcId="{BD909214-1436-4944-AB99-C0B110F469A2}" destId="{42CEB213-D306-49E0-A568-36C24E93F49D}" srcOrd="0" destOrd="0" presId="urn:microsoft.com/office/officeart/2018/2/layout/IconCircleList"/>
    <dgm:cxn modelId="{A0CC07A2-2B2C-46CE-A9F1-0BA45698212C}" type="presParOf" srcId="{BD909214-1436-4944-AB99-C0B110F469A2}" destId="{9A1012B6-BE00-46A2-AC8A-8EA14198E296}" srcOrd="1" destOrd="0" presId="urn:microsoft.com/office/officeart/2018/2/layout/IconCircleList"/>
    <dgm:cxn modelId="{4DB7AAB2-E36A-44F4-ADBF-B828896AE445}" type="presParOf" srcId="{BD909214-1436-4944-AB99-C0B110F469A2}" destId="{5984B8AD-3080-4DBD-AD80-C823869801AC}" srcOrd="2" destOrd="0" presId="urn:microsoft.com/office/officeart/2018/2/layout/IconCircleList"/>
    <dgm:cxn modelId="{81EFE8D8-479C-4B85-9CBA-3050C50A43B8}" type="presParOf" srcId="{BD909214-1436-4944-AB99-C0B110F469A2}" destId="{A5BE6159-555F-405A-8A54-98E2C0F5176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06B76A1-0866-4750-B3FF-FABB0A55945C}" type="doc">
      <dgm:prSet loTypeId="urn:microsoft.com/office/officeart/2005/8/layout/hierarchy1#1" loCatId="hierarchy" qsTypeId="urn:microsoft.com/office/officeart/2005/8/quickstyle/simple1#3" qsCatId="simple" csTypeId="urn:microsoft.com/office/officeart/2005/8/colors/accent1_2#3" csCatId="accent1" phldr="1"/>
      <dgm:spPr/>
      <dgm:t>
        <a:bodyPr/>
        <a:lstStyle/>
        <a:p>
          <a:endParaRPr lang="en-US"/>
        </a:p>
      </dgm:t>
    </dgm:pt>
    <dgm:pt modelId="{A78D33C8-A8AA-4C3F-8BA9-5AE805495EC2}">
      <dgm:prSet/>
      <dgm:spPr/>
      <dgm:t>
        <a:bodyPr/>
        <a:lstStyle/>
        <a:p>
          <a:r>
            <a:rPr lang="en-US"/>
            <a:t>This is the process by which you use the information gathered at  assessment with knowledge from up-to-date studies to justify your  treatment</a:t>
          </a:r>
        </a:p>
      </dgm:t>
    </dgm:pt>
    <dgm:pt modelId="{D83A8FE0-7AAF-4764-AEFD-D761066F8B1D}" type="parTrans" cxnId="{F1AEE84E-5597-42F3-A2BA-23F72D211BBD}">
      <dgm:prSet/>
      <dgm:spPr/>
      <dgm:t>
        <a:bodyPr/>
        <a:lstStyle/>
        <a:p>
          <a:endParaRPr lang="en-US"/>
        </a:p>
      </dgm:t>
    </dgm:pt>
    <dgm:pt modelId="{5807C147-668B-41F4-984A-87D3298F517F}" type="sibTrans" cxnId="{F1AEE84E-5597-42F3-A2BA-23F72D211BBD}">
      <dgm:prSet/>
      <dgm:spPr/>
      <dgm:t>
        <a:bodyPr/>
        <a:lstStyle/>
        <a:p>
          <a:endParaRPr lang="en-US"/>
        </a:p>
      </dgm:t>
    </dgm:pt>
    <dgm:pt modelId="{CE76606F-56B2-4718-B3AF-4EC0E1B03B5C}">
      <dgm:prSet/>
      <dgm:spPr/>
      <dgm:t>
        <a:bodyPr/>
        <a:lstStyle/>
        <a:p>
          <a:r>
            <a:rPr lang="en-US"/>
            <a:t>Key part of being an autonomous professional</a:t>
          </a:r>
        </a:p>
      </dgm:t>
    </dgm:pt>
    <dgm:pt modelId="{CA351C94-5031-48F3-BCA9-C1D100BA41FC}" type="parTrans" cxnId="{4300FB75-6E69-4BC1-8EC2-AC7EF2B970A4}">
      <dgm:prSet/>
      <dgm:spPr/>
      <dgm:t>
        <a:bodyPr/>
        <a:lstStyle/>
        <a:p>
          <a:endParaRPr lang="en-US"/>
        </a:p>
      </dgm:t>
    </dgm:pt>
    <dgm:pt modelId="{3F494B8D-B662-4C21-872A-F2F01ECD4FD0}" type="sibTrans" cxnId="{4300FB75-6E69-4BC1-8EC2-AC7EF2B970A4}">
      <dgm:prSet/>
      <dgm:spPr/>
      <dgm:t>
        <a:bodyPr/>
        <a:lstStyle/>
        <a:p>
          <a:endParaRPr lang="en-US"/>
        </a:p>
      </dgm:t>
    </dgm:pt>
    <dgm:pt modelId="{7CD0AA0E-08B2-4E7E-BAA0-BC7A07BDEC9A}" type="pres">
      <dgm:prSet presAssocID="{F06B76A1-0866-4750-B3FF-FABB0A55945C}" presName="hierChild1" presStyleCnt="0">
        <dgm:presLayoutVars>
          <dgm:chPref val="1"/>
          <dgm:dir/>
          <dgm:animOne val="branch"/>
          <dgm:animLvl val="lvl"/>
          <dgm:resizeHandles/>
        </dgm:presLayoutVars>
      </dgm:prSet>
      <dgm:spPr/>
    </dgm:pt>
    <dgm:pt modelId="{B22DB940-007E-4B56-92C1-BDCFE01182BA}" type="pres">
      <dgm:prSet presAssocID="{A78D33C8-A8AA-4C3F-8BA9-5AE805495EC2}" presName="hierRoot1" presStyleCnt="0"/>
      <dgm:spPr/>
    </dgm:pt>
    <dgm:pt modelId="{012400DC-43B4-428B-8658-7F758E588CEF}" type="pres">
      <dgm:prSet presAssocID="{A78D33C8-A8AA-4C3F-8BA9-5AE805495EC2}" presName="composite" presStyleCnt="0"/>
      <dgm:spPr/>
    </dgm:pt>
    <dgm:pt modelId="{4451618D-1FA3-4459-86BD-5565183D912F}" type="pres">
      <dgm:prSet presAssocID="{A78D33C8-A8AA-4C3F-8BA9-5AE805495EC2}" presName="background" presStyleLbl="node0" presStyleIdx="0" presStyleCnt="2"/>
      <dgm:spPr/>
    </dgm:pt>
    <dgm:pt modelId="{382F0919-29CE-453D-B8A4-DBD62A507EAF}" type="pres">
      <dgm:prSet presAssocID="{A78D33C8-A8AA-4C3F-8BA9-5AE805495EC2}" presName="text" presStyleLbl="fgAcc0" presStyleIdx="0" presStyleCnt="2">
        <dgm:presLayoutVars>
          <dgm:chPref val="3"/>
        </dgm:presLayoutVars>
      </dgm:prSet>
      <dgm:spPr/>
    </dgm:pt>
    <dgm:pt modelId="{979585E6-FDCE-45D0-9D85-7E3EE4B28194}" type="pres">
      <dgm:prSet presAssocID="{A78D33C8-A8AA-4C3F-8BA9-5AE805495EC2}" presName="hierChild2" presStyleCnt="0"/>
      <dgm:spPr/>
    </dgm:pt>
    <dgm:pt modelId="{5AC99716-6857-452A-AD5A-B7AA440BE520}" type="pres">
      <dgm:prSet presAssocID="{CE76606F-56B2-4718-B3AF-4EC0E1B03B5C}" presName="hierRoot1" presStyleCnt="0"/>
      <dgm:spPr/>
    </dgm:pt>
    <dgm:pt modelId="{0E22137A-952E-48FD-A4BA-7A747A5571AA}" type="pres">
      <dgm:prSet presAssocID="{CE76606F-56B2-4718-B3AF-4EC0E1B03B5C}" presName="composite" presStyleCnt="0"/>
      <dgm:spPr/>
    </dgm:pt>
    <dgm:pt modelId="{0091CABC-CA8D-4C5D-8314-E8110DBC3CFC}" type="pres">
      <dgm:prSet presAssocID="{CE76606F-56B2-4718-B3AF-4EC0E1B03B5C}" presName="background" presStyleLbl="node0" presStyleIdx="1" presStyleCnt="2"/>
      <dgm:spPr/>
    </dgm:pt>
    <dgm:pt modelId="{B9BA1237-0AA6-4DE7-9AFA-C755C5B89CE8}" type="pres">
      <dgm:prSet presAssocID="{CE76606F-56B2-4718-B3AF-4EC0E1B03B5C}" presName="text" presStyleLbl="fgAcc0" presStyleIdx="1" presStyleCnt="2">
        <dgm:presLayoutVars>
          <dgm:chPref val="3"/>
        </dgm:presLayoutVars>
      </dgm:prSet>
      <dgm:spPr/>
    </dgm:pt>
    <dgm:pt modelId="{2D1BFB30-C16E-4879-94AF-78DEA9081623}" type="pres">
      <dgm:prSet presAssocID="{CE76606F-56B2-4718-B3AF-4EC0E1B03B5C}" presName="hierChild2" presStyleCnt="0"/>
      <dgm:spPr/>
    </dgm:pt>
  </dgm:ptLst>
  <dgm:cxnLst>
    <dgm:cxn modelId="{57F3D724-3711-4C9C-8A95-10E6FDADAA89}" type="presOf" srcId="{CE76606F-56B2-4718-B3AF-4EC0E1B03B5C}" destId="{B9BA1237-0AA6-4DE7-9AFA-C755C5B89CE8}" srcOrd="0" destOrd="0" presId="urn:microsoft.com/office/officeart/2005/8/layout/hierarchy1#1"/>
    <dgm:cxn modelId="{97195C3F-FBCC-4284-A388-DD81F6107347}" type="presOf" srcId="{A78D33C8-A8AA-4C3F-8BA9-5AE805495EC2}" destId="{382F0919-29CE-453D-B8A4-DBD62A507EAF}" srcOrd="0" destOrd="0" presId="urn:microsoft.com/office/officeart/2005/8/layout/hierarchy1#1"/>
    <dgm:cxn modelId="{F1AEE84E-5597-42F3-A2BA-23F72D211BBD}" srcId="{F06B76A1-0866-4750-B3FF-FABB0A55945C}" destId="{A78D33C8-A8AA-4C3F-8BA9-5AE805495EC2}" srcOrd="0" destOrd="0" parTransId="{D83A8FE0-7AAF-4764-AEFD-D761066F8B1D}" sibTransId="{5807C147-668B-41F4-984A-87D3298F517F}"/>
    <dgm:cxn modelId="{4300FB75-6E69-4BC1-8EC2-AC7EF2B970A4}" srcId="{F06B76A1-0866-4750-B3FF-FABB0A55945C}" destId="{CE76606F-56B2-4718-B3AF-4EC0E1B03B5C}" srcOrd="1" destOrd="0" parTransId="{CA351C94-5031-48F3-BCA9-C1D100BA41FC}" sibTransId="{3F494B8D-B662-4C21-872A-F2F01ECD4FD0}"/>
    <dgm:cxn modelId="{C963ABDD-35BD-4239-AA87-D38FE3624EA3}" type="presOf" srcId="{F06B76A1-0866-4750-B3FF-FABB0A55945C}" destId="{7CD0AA0E-08B2-4E7E-BAA0-BC7A07BDEC9A}" srcOrd="0" destOrd="0" presId="urn:microsoft.com/office/officeart/2005/8/layout/hierarchy1#1"/>
    <dgm:cxn modelId="{099D3C75-332F-455E-A198-B5566CB9D05E}" type="presParOf" srcId="{7CD0AA0E-08B2-4E7E-BAA0-BC7A07BDEC9A}" destId="{B22DB940-007E-4B56-92C1-BDCFE01182BA}" srcOrd="0" destOrd="0" presId="urn:microsoft.com/office/officeart/2005/8/layout/hierarchy1#1"/>
    <dgm:cxn modelId="{26DD77B0-EF1D-4C5C-A3F0-8C057ED0EFA0}" type="presParOf" srcId="{B22DB940-007E-4B56-92C1-BDCFE01182BA}" destId="{012400DC-43B4-428B-8658-7F758E588CEF}" srcOrd="0" destOrd="0" presId="urn:microsoft.com/office/officeart/2005/8/layout/hierarchy1#1"/>
    <dgm:cxn modelId="{B760CEDA-4D07-41A4-A831-CEAAC23A6E9A}" type="presParOf" srcId="{012400DC-43B4-428B-8658-7F758E588CEF}" destId="{4451618D-1FA3-4459-86BD-5565183D912F}" srcOrd="0" destOrd="0" presId="urn:microsoft.com/office/officeart/2005/8/layout/hierarchy1#1"/>
    <dgm:cxn modelId="{7377D326-2A60-4D98-A764-A76A191E43D3}" type="presParOf" srcId="{012400DC-43B4-428B-8658-7F758E588CEF}" destId="{382F0919-29CE-453D-B8A4-DBD62A507EAF}" srcOrd="1" destOrd="0" presId="urn:microsoft.com/office/officeart/2005/8/layout/hierarchy1#1"/>
    <dgm:cxn modelId="{B12A6CD9-F0A0-404F-83AC-42CDBA0FA36E}" type="presParOf" srcId="{B22DB940-007E-4B56-92C1-BDCFE01182BA}" destId="{979585E6-FDCE-45D0-9D85-7E3EE4B28194}" srcOrd="1" destOrd="0" presId="urn:microsoft.com/office/officeart/2005/8/layout/hierarchy1#1"/>
    <dgm:cxn modelId="{15691F26-F8E0-4777-A3FD-FEC8D867F640}" type="presParOf" srcId="{7CD0AA0E-08B2-4E7E-BAA0-BC7A07BDEC9A}" destId="{5AC99716-6857-452A-AD5A-B7AA440BE520}" srcOrd="1" destOrd="0" presId="urn:microsoft.com/office/officeart/2005/8/layout/hierarchy1#1"/>
    <dgm:cxn modelId="{6B83AA4C-689A-42BB-A10E-C2C947D7AF26}" type="presParOf" srcId="{5AC99716-6857-452A-AD5A-B7AA440BE520}" destId="{0E22137A-952E-48FD-A4BA-7A747A5571AA}" srcOrd="0" destOrd="0" presId="urn:microsoft.com/office/officeart/2005/8/layout/hierarchy1#1"/>
    <dgm:cxn modelId="{8CAD16F4-F5DD-4D1E-87CB-689523BCA16D}" type="presParOf" srcId="{0E22137A-952E-48FD-A4BA-7A747A5571AA}" destId="{0091CABC-CA8D-4C5D-8314-E8110DBC3CFC}" srcOrd="0" destOrd="0" presId="urn:microsoft.com/office/officeart/2005/8/layout/hierarchy1#1"/>
    <dgm:cxn modelId="{049D162D-0B17-4EC9-B95C-E5F3BB64A236}" type="presParOf" srcId="{0E22137A-952E-48FD-A4BA-7A747A5571AA}" destId="{B9BA1237-0AA6-4DE7-9AFA-C755C5B89CE8}" srcOrd="1" destOrd="0" presId="urn:microsoft.com/office/officeart/2005/8/layout/hierarchy1#1"/>
    <dgm:cxn modelId="{E9E19784-0CFB-4DA8-ABE7-4F45E7E8849E}" type="presParOf" srcId="{5AC99716-6857-452A-AD5A-B7AA440BE520}" destId="{2D1BFB30-C16E-4879-94AF-78DEA9081623}" srcOrd="1" destOrd="0" presId="urn:microsoft.com/office/officeart/2005/8/layout/hierarchy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312742A-2EF3-420F-BC8C-29A41282B088}" type="doc">
      <dgm:prSet loTypeId="urn:microsoft.com/office/officeart/2005/8/layout/hierarchy1#2" loCatId="hierarchy" qsTypeId="urn:microsoft.com/office/officeart/2005/8/quickstyle/simple1#4" qsCatId="simple" csTypeId="urn:microsoft.com/office/officeart/2005/8/colors/accent1_2#4" csCatId="accent1"/>
      <dgm:spPr/>
      <dgm:t>
        <a:bodyPr/>
        <a:lstStyle/>
        <a:p>
          <a:endParaRPr lang="en-US"/>
        </a:p>
      </dgm:t>
    </dgm:pt>
    <dgm:pt modelId="{227B2DA9-C82A-4BCC-BA00-5B05C65A8BB1}">
      <dgm:prSet/>
      <dgm:spPr/>
      <dgm:t>
        <a:bodyPr/>
        <a:lstStyle/>
        <a:p>
          <a:r>
            <a:rPr lang="en-US"/>
            <a:t>Members put individuals at the centre of what they do</a:t>
          </a:r>
        </a:p>
      </dgm:t>
    </dgm:pt>
    <dgm:pt modelId="{5EB8CCE0-D961-41F6-9F54-BEAC4F4542EF}" type="parTrans" cxnId="{D4569259-0E7F-4F75-B297-6A219B725B46}">
      <dgm:prSet/>
      <dgm:spPr/>
      <dgm:t>
        <a:bodyPr/>
        <a:lstStyle/>
        <a:p>
          <a:endParaRPr lang="en-US"/>
        </a:p>
      </dgm:t>
    </dgm:pt>
    <dgm:pt modelId="{E1CF53DE-74BF-4DDC-92D9-149AF7C60FA4}" type="sibTrans" cxnId="{D4569259-0E7F-4F75-B297-6A219B725B46}">
      <dgm:prSet/>
      <dgm:spPr/>
      <dgm:t>
        <a:bodyPr/>
        <a:lstStyle/>
        <a:p>
          <a:endParaRPr lang="en-US"/>
        </a:p>
      </dgm:t>
    </dgm:pt>
    <dgm:pt modelId="{7615F93D-8159-4C4E-B65C-B48A48AE79A5}">
      <dgm:prSet/>
      <dgm:spPr/>
      <dgm:t>
        <a:bodyPr/>
        <a:lstStyle/>
        <a:p>
          <a:r>
            <a:rPr lang="en-US"/>
            <a:t>Members communicate effectively</a:t>
          </a:r>
        </a:p>
      </dgm:t>
    </dgm:pt>
    <dgm:pt modelId="{5E53CC15-28F2-43DD-B219-20C91FBDF51E}" type="parTrans" cxnId="{2D824990-10F6-4FD5-8706-58DE458C4276}">
      <dgm:prSet/>
      <dgm:spPr/>
      <dgm:t>
        <a:bodyPr/>
        <a:lstStyle/>
        <a:p>
          <a:endParaRPr lang="en-US"/>
        </a:p>
      </dgm:t>
    </dgm:pt>
    <dgm:pt modelId="{A9BBED90-110F-4D15-BA98-FC5748E50EFC}" type="sibTrans" cxnId="{2D824990-10F6-4FD5-8706-58DE458C4276}">
      <dgm:prSet/>
      <dgm:spPr/>
      <dgm:t>
        <a:bodyPr/>
        <a:lstStyle/>
        <a:p>
          <a:endParaRPr lang="en-US"/>
        </a:p>
      </dgm:t>
    </dgm:pt>
    <dgm:pt modelId="{EECFC351-DEEC-4ED6-A247-DCA1868E29C0}">
      <dgm:prSet/>
      <dgm:spPr/>
      <dgm:t>
        <a:bodyPr/>
        <a:lstStyle/>
        <a:p>
          <a:r>
            <a:rPr lang="en-US"/>
            <a:t>Members work effectively with others</a:t>
          </a:r>
        </a:p>
      </dgm:t>
    </dgm:pt>
    <dgm:pt modelId="{8964941D-DA3B-41A2-9A51-EDDF65181A7E}" type="parTrans" cxnId="{E22FF00C-4229-48D9-8C5B-8977009C03F3}">
      <dgm:prSet/>
      <dgm:spPr/>
      <dgm:t>
        <a:bodyPr/>
        <a:lstStyle/>
        <a:p>
          <a:endParaRPr lang="en-US"/>
        </a:p>
      </dgm:t>
    </dgm:pt>
    <dgm:pt modelId="{C26A9946-A766-4C55-9CF1-B514B4990687}" type="sibTrans" cxnId="{E22FF00C-4229-48D9-8C5B-8977009C03F3}">
      <dgm:prSet/>
      <dgm:spPr/>
      <dgm:t>
        <a:bodyPr/>
        <a:lstStyle/>
        <a:p>
          <a:endParaRPr lang="en-US"/>
        </a:p>
      </dgm:t>
    </dgm:pt>
    <dgm:pt modelId="{51F573D3-31B6-4ED6-9913-34C92E526032}" type="pres">
      <dgm:prSet presAssocID="{5312742A-2EF3-420F-BC8C-29A41282B088}" presName="hierChild1" presStyleCnt="0">
        <dgm:presLayoutVars>
          <dgm:chPref val="1"/>
          <dgm:dir/>
          <dgm:animOne val="branch"/>
          <dgm:animLvl val="lvl"/>
          <dgm:resizeHandles/>
        </dgm:presLayoutVars>
      </dgm:prSet>
      <dgm:spPr/>
    </dgm:pt>
    <dgm:pt modelId="{AF2592B7-85C8-4657-8419-4F893E0FD180}" type="pres">
      <dgm:prSet presAssocID="{227B2DA9-C82A-4BCC-BA00-5B05C65A8BB1}" presName="hierRoot1" presStyleCnt="0"/>
      <dgm:spPr/>
    </dgm:pt>
    <dgm:pt modelId="{96213B3B-630A-4B92-BDAF-F6212528DFFB}" type="pres">
      <dgm:prSet presAssocID="{227B2DA9-C82A-4BCC-BA00-5B05C65A8BB1}" presName="composite" presStyleCnt="0"/>
      <dgm:spPr/>
    </dgm:pt>
    <dgm:pt modelId="{1843EF29-19FF-4844-B018-628A267B86F4}" type="pres">
      <dgm:prSet presAssocID="{227B2DA9-C82A-4BCC-BA00-5B05C65A8BB1}" presName="background" presStyleLbl="node0" presStyleIdx="0" presStyleCnt="3"/>
      <dgm:spPr/>
    </dgm:pt>
    <dgm:pt modelId="{6DC73136-D8E4-4019-B4BD-62C5C857D986}" type="pres">
      <dgm:prSet presAssocID="{227B2DA9-C82A-4BCC-BA00-5B05C65A8BB1}" presName="text" presStyleLbl="fgAcc0" presStyleIdx="0" presStyleCnt="3">
        <dgm:presLayoutVars>
          <dgm:chPref val="3"/>
        </dgm:presLayoutVars>
      </dgm:prSet>
      <dgm:spPr/>
    </dgm:pt>
    <dgm:pt modelId="{A6DEFB43-3FE1-4766-993A-0BD2D2C5683C}" type="pres">
      <dgm:prSet presAssocID="{227B2DA9-C82A-4BCC-BA00-5B05C65A8BB1}" presName="hierChild2" presStyleCnt="0"/>
      <dgm:spPr/>
    </dgm:pt>
    <dgm:pt modelId="{1484E1CF-CC23-4781-9705-CFB9256C598C}" type="pres">
      <dgm:prSet presAssocID="{7615F93D-8159-4C4E-B65C-B48A48AE79A5}" presName="hierRoot1" presStyleCnt="0"/>
      <dgm:spPr/>
    </dgm:pt>
    <dgm:pt modelId="{5771BD71-94EB-4AFE-9FA6-54AC39284963}" type="pres">
      <dgm:prSet presAssocID="{7615F93D-8159-4C4E-B65C-B48A48AE79A5}" presName="composite" presStyleCnt="0"/>
      <dgm:spPr/>
    </dgm:pt>
    <dgm:pt modelId="{5C0FC39C-D3EB-498F-88BA-6045AD6AD080}" type="pres">
      <dgm:prSet presAssocID="{7615F93D-8159-4C4E-B65C-B48A48AE79A5}" presName="background" presStyleLbl="node0" presStyleIdx="1" presStyleCnt="3"/>
      <dgm:spPr/>
    </dgm:pt>
    <dgm:pt modelId="{A562AF2A-36FD-4334-AFA1-662DE4499C84}" type="pres">
      <dgm:prSet presAssocID="{7615F93D-8159-4C4E-B65C-B48A48AE79A5}" presName="text" presStyleLbl="fgAcc0" presStyleIdx="1" presStyleCnt="3">
        <dgm:presLayoutVars>
          <dgm:chPref val="3"/>
        </dgm:presLayoutVars>
      </dgm:prSet>
      <dgm:spPr/>
    </dgm:pt>
    <dgm:pt modelId="{8A65334D-6D3A-4A3D-9F23-E367D2FC5B59}" type="pres">
      <dgm:prSet presAssocID="{7615F93D-8159-4C4E-B65C-B48A48AE79A5}" presName="hierChild2" presStyleCnt="0"/>
      <dgm:spPr/>
    </dgm:pt>
    <dgm:pt modelId="{E2B396F1-A77B-44ED-9763-9FB12B511B9D}" type="pres">
      <dgm:prSet presAssocID="{EECFC351-DEEC-4ED6-A247-DCA1868E29C0}" presName="hierRoot1" presStyleCnt="0"/>
      <dgm:spPr/>
    </dgm:pt>
    <dgm:pt modelId="{FC686113-66AE-497E-8C2E-831F94F1CF26}" type="pres">
      <dgm:prSet presAssocID="{EECFC351-DEEC-4ED6-A247-DCA1868E29C0}" presName="composite" presStyleCnt="0"/>
      <dgm:spPr/>
    </dgm:pt>
    <dgm:pt modelId="{5EF3C20E-79F3-4651-AB82-73FD825D5332}" type="pres">
      <dgm:prSet presAssocID="{EECFC351-DEEC-4ED6-A247-DCA1868E29C0}" presName="background" presStyleLbl="node0" presStyleIdx="2" presStyleCnt="3"/>
      <dgm:spPr/>
    </dgm:pt>
    <dgm:pt modelId="{AE584B5C-EC96-475C-B8AA-B0B2B8F9AB86}" type="pres">
      <dgm:prSet presAssocID="{EECFC351-DEEC-4ED6-A247-DCA1868E29C0}" presName="text" presStyleLbl="fgAcc0" presStyleIdx="2" presStyleCnt="3">
        <dgm:presLayoutVars>
          <dgm:chPref val="3"/>
        </dgm:presLayoutVars>
      </dgm:prSet>
      <dgm:spPr/>
    </dgm:pt>
    <dgm:pt modelId="{588D54B0-D00E-4D0E-AA50-DCDEB3B454E1}" type="pres">
      <dgm:prSet presAssocID="{EECFC351-DEEC-4ED6-A247-DCA1868E29C0}" presName="hierChild2" presStyleCnt="0"/>
      <dgm:spPr/>
    </dgm:pt>
  </dgm:ptLst>
  <dgm:cxnLst>
    <dgm:cxn modelId="{E22FF00C-4229-48D9-8C5B-8977009C03F3}" srcId="{5312742A-2EF3-420F-BC8C-29A41282B088}" destId="{EECFC351-DEEC-4ED6-A247-DCA1868E29C0}" srcOrd="2" destOrd="0" parTransId="{8964941D-DA3B-41A2-9A51-EDDF65181A7E}" sibTransId="{C26A9946-A766-4C55-9CF1-B514B4990687}"/>
    <dgm:cxn modelId="{D4569259-0E7F-4F75-B297-6A219B725B46}" srcId="{5312742A-2EF3-420F-BC8C-29A41282B088}" destId="{227B2DA9-C82A-4BCC-BA00-5B05C65A8BB1}" srcOrd="0" destOrd="0" parTransId="{5EB8CCE0-D961-41F6-9F54-BEAC4F4542EF}" sibTransId="{E1CF53DE-74BF-4DDC-92D9-149AF7C60FA4}"/>
    <dgm:cxn modelId="{2D824990-10F6-4FD5-8706-58DE458C4276}" srcId="{5312742A-2EF3-420F-BC8C-29A41282B088}" destId="{7615F93D-8159-4C4E-B65C-B48A48AE79A5}" srcOrd="1" destOrd="0" parTransId="{5E53CC15-28F2-43DD-B219-20C91FBDF51E}" sibTransId="{A9BBED90-110F-4D15-BA98-FC5748E50EFC}"/>
    <dgm:cxn modelId="{A3C6E1A0-84E3-49F9-A3A0-0A6B15D5DFD1}" type="presOf" srcId="{227B2DA9-C82A-4BCC-BA00-5B05C65A8BB1}" destId="{6DC73136-D8E4-4019-B4BD-62C5C857D986}" srcOrd="0" destOrd="0" presId="urn:microsoft.com/office/officeart/2005/8/layout/hierarchy1#2"/>
    <dgm:cxn modelId="{4C922FA3-DF6F-4B21-BEBC-B2CD1A0E492A}" type="presOf" srcId="{EECFC351-DEEC-4ED6-A247-DCA1868E29C0}" destId="{AE584B5C-EC96-475C-B8AA-B0B2B8F9AB86}" srcOrd="0" destOrd="0" presId="urn:microsoft.com/office/officeart/2005/8/layout/hierarchy1#2"/>
    <dgm:cxn modelId="{51BE9BC4-D324-4F74-B39F-3156941C0A20}" type="presOf" srcId="{5312742A-2EF3-420F-BC8C-29A41282B088}" destId="{51F573D3-31B6-4ED6-9913-34C92E526032}" srcOrd="0" destOrd="0" presId="urn:microsoft.com/office/officeart/2005/8/layout/hierarchy1#2"/>
    <dgm:cxn modelId="{5352F3F4-CE5F-49AB-B05F-2B4A7B17A09D}" type="presOf" srcId="{7615F93D-8159-4C4E-B65C-B48A48AE79A5}" destId="{A562AF2A-36FD-4334-AFA1-662DE4499C84}" srcOrd="0" destOrd="0" presId="urn:microsoft.com/office/officeart/2005/8/layout/hierarchy1#2"/>
    <dgm:cxn modelId="{A278955C-650B-4B93-BF50-B3CB3CCA6738}" type="presParOf" srcId="{51F573D3-31B6-4ED6-9913-34C92E526032}" destId="{AF2592B7-85C8-4657-8419-4F893E0FD180}" srcOrd="0" destOrd="0" presId="urn:microsoft.com/office/officeart/2005/8/layout/hierarchy1#2"/>
    <dgm:cxn modelId="{E056AF7D-2893-494C-89A9-F1C13B48E574}" type="presParOf" srcId="{AF2592B7-85C8-4657-8419-4F893E0FD180}" destId="{96213B3B-630A-4B92-BDAF-F6212528DFFB}" srcOrd="0" destOrd="0" presId="urn:microsoft.com/office/officeart/2005/8/layout/hierarchy1#2"/>
    <dgm:cxn modelId="{98BFCDAD-BA38-4E46-81D9-004931F54712}" type="presParOf" srcId="{96213B3B-630A-4B92-BDAF-F6212528DFFB}" destId="{1843EF29-19FF-4844-B018-628A267B86F4}" srcOrd="0" destOrd="0" presId="urn:microsoft.com/office/officeart/2005/8/layout/hierarchy1#2"/>
    <dgm:cxn modelId="{124AC1C9-616C-4850-91E6-656E40DFA37C}" type="presParOf" srcId="{96213B3B-630A-4B92-BDAF-F6212528DFFB}" destId="{6DC73136-D8E4-4019-B4BD-62C5C857D986}" srcOrd="1" destOrd="0" presId="urn:microsoft.com/office/officeart/2005/8/layout/hierarchy1#2"/>
    <dgm:cxn modelId="{25865511-DAE4-4EEE-8C87-23F45AB4519D}" type="presParOf" srcId="{AF2592B7-85C8-4657-8419-4F893E0FD180}" destId="{A6DEFB43-3FE1-4766-993A-0BD2D2C5683C}" srcOrd="1" destOrd="0" presId="urn:microsoft.com/office/officeart/2005/8/layout/hierarchy1#2"/>
    <dgm:cxn modelId="{FA74C115-F63F-4B23-91D2-442A14640EC6}" type="presParOf" srcId="{51F573D3-31B6-4ED6-9913-34C92E526032}" destId="{1484E1CF-CC23-4781-9705-CFB9256C598C}" srcOrd="1" destOrd="0" presId="urn:microsoft.com/office/officeart/2005/8/layout/hierarchy1#2"/>
    <dgm:cxn modelId="{18AE3311-CE57-42AF-B41C-130B5F6AAF57}" type="presParOf" srcId="{1484E1CF-CC23-4781-9705-CFB9256C598C}" destId="{5771BD71-94EB-4AFE-9FA6-54AC39284963}" srcOrd="0" destOrd="0" presId="urn:microsoft.com/office/officeart/2005/8/layout/hierarchy1#2"/>
    <dgm:cxn modelId="{8EB9A8F1-5512-4454-90F3-109923B163CA}" type="presParOf" srcId="{5771BD71-94EB-4AFE-9FA6-54AC39284963}" destId="{5C0FC39C-D3EB-498F-88BA-6045AD6AD080}" srcOrd="0" destOrd="0" presId="urn:microsoft.com/office/officeart/2005/8/layout/hierarchy1#2"/>
    <dgm:cxn modelId="{EEF1CBD5-D672-4E7A-964F-A7554C0EA11B}" type="presParOf" srcId="{5771BD71-94EB-4AFE-9FA6-54AC39284963}" destId="{A562AF2A-36FD-4334-AFA1-662DE4499C84}" srcOrd="1" destOrd="0" presId="urn:microsoft.com/office/officeart/2005/8/layout/hierarchy1#2"/>
    <dgm:cxn modelId="{3B3BABF1-18CE-40C4-9CB1-5B79FEB0B603}" type="presParOf" srcId="{1484E1CF-CC23-4781-9705-CFB9256C598C}" destId="{8A65334D-6D3A-4A3D-9F23-E367D2FC5B59}" srcOrd="1" destOrd="0" presId="urn:microsoft.com/office/officeart/2005/8/layout/hierarchy1#2"/>
    <dgm:cxn modelId="{D011290F-D57A-48FF-A94A-3758AF548C17}" type="presParOf" srcId="{51F573D3-31B6-4ED6-9913-34C92E526032}" destId="{E2B396F1-A77B-44ED-9763-9FB12B511B9D}" srcOrd="2" destOrd="0" presId="urn:microsoft.com/office/officeart/2005/8/layout/hierarchy1#2"/>
    <dgm:cxn modelId="{68D2EBD5-A233-456C-B93C-DAC4732EFFCF}" type="presParOf" srcId="{E2B396F1-A77B-44ED-9763-9FB12B511B9D}" destId="{FC686113-66AE-497E-8C2E-831F94F1CF26}" srcOrd="0" destOrd="0" presId="urn:microsoft.com/office/officeart/2005/8/layout/hierarchy1#2"/>
    <dgm:cxn modelId="{7FAC8C60-E745-46F6-9B0E-0E508B7978B8}" type="presParOf" srcId="{FC686113-66AE-497E-8C2E-831F94F1CF26}" destId="{5EF3C20E-79F3-4651-AB82-73FD825D5332}" srcOrd="0" destOrd="0" presId="urn:microsoft.com/office/officeart/2005/8/layout/hierarchy1#2"/>
    <dgm:cxn modelId="{128E2FEF-552F-4664-9C9A-17F2FA6D8694}" type="presParOf" srcId="{FC686113-66AE-497E-8C2E-831F94F1CF26}" destId="{AE584B5C-EC96-475C-B8AA-B0B2B8F9AB86}" srcOrd="1" destOrd="0" presId="urn:microsoft.com/office/officeart/2005/8/layout/hierarchy1#2"/>
    <dgm:cxn modelId="{6715EC5D-1D74-4868-BC9E-AD7B9B530932}" type="presParOf" srcId="{E2B396F1-A77B-44ED-9763-9FB12B511B9D}" destId="{588D54B0-D00E-4D0E-AA50-DCDEB3B454E1}" srcOrd="1" destOrd="0" presId="urn:microsoft.com/office/officeart/2005/8/layout/hierarchy1#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E6671F9-AE43-4C5F-88CF-A8CD29A905EE}" type="doc">
      <dgm:prSet loTypeId="urn:microsoft.com/office/officeart/2016/7/layout/VerticalHollowActionList" loCatId="List" qsTypeId="urn:microsoft.com/office/officeart/2005/8/quickstyle/simple4#1" qsCatId="simple" csTypeId="urn:microsoft.com/office/officeart/2005/8/colors/colorful5#1" csCatId="colorful" phldr="1"/>
      <dgm:spPr/>
      <dgm:t>
        <a:bodyPr/>
        <a:lstStyle/>
        <a:p>
          <a:endParaRPr lang="en-US"/>
        </a:p>
      </dgm:t>
    </dgm:pt>
    <dgm:pt modelId="{2C6066FD-9104-4824-BF04-66CA92FA9056}">
      <dgm:prSet custT="1"/>
      <dgm:spPr/>
      <dgm:t>
        <a:bodyPr/>
        <a:lstStyle/>
        <a:p>
          <a:r>
            <a:rPr lang="en-US" sz="2400"/>
            <a:t>Key</a:t>
          </a:r>
        </a:p>
      </dgm:t>
    </dgm:pt>
    <dgm:pt modelId="{BCB80220-5AE4-468B-8731-15A3FE2E2013}" type="parTrans" cxnId="{66E43E7F-EF0B-43DA-9C17-C13A77F1FD64}">
      <dgm:prSet/>
      <dgm:spPr/>
      <dgm:t>
        <a:bodyPr/>
        <a:lstStyle/>
        <a:p>
          <a:endParaRPr lang="en-US" sz="2800"/>
        </a:p>
      </dgm:t>
    </dgm:pt>
    <dgm:pt modelId="{442069A2-8273-411D-9309-3F55A2E18164}" type="sibTrans" cxnId="{66E43E7F-EF0B-43DA-9C17-C13A77F1FD64}">
      <dgm:prSet/>
      <dgm:spPr/>
      <dgm:t>
        <a:bodyPr/>
        <a:lstStyle/>
        <a:p>
          <a:endParaRPr lang="en-US" sz="2800"/>
        </a:p>
      </dgm:t>
    </dgm:pt>
    <dgm:pt modelId="{E0DD02A9-B057-499D-81D3-57EE9EBA169C}">
      <dgm:prSet custT="1"/>
      <dgm:spPr/>
      <dgm:t>
        <a:bodyPr/>
        <a:lstStyle/>
        <a:p>
          <a:r>
            <a:rPr lang="en-US" sz="1800"/>
            <a:t>Key points :</a:t>
          </a:r>
        </a:p>
      </dgm:t>
    </dgm:pt>
    <dgm:pt modelId="{58F2019F-4F44-4BD5-AF18-813A98BED71E}" type="parTrans" cxnId="{BFF786C9-00A9-4091-AACD-11C6F084B302}">
      <dgm:prSet/>
      <dgm:spPr/>
      <dgm:t>
        <a:bodyPr/>
        <a:lstStyle/>
        <a:p>
          <a:endParaRPr lang="en-US" sz="2800"/>
        </a:p>
      </dgm:t>
    </dgm:pt>
    <dgm:pt modelId="{B58BCB0C-7CB3-404F-8911-04DDF5DE486B}" type="sibTrans" cxnId="{BFF786C9-00A9-4091-AACD-11C6F084B302}">
      <dgm:prSet/>
      <dgm:spPr/>
      <dgm:t>
        <a:bodyPr/>
        <a:lstStyle/>
        <a:p>
          <a:endParaRPr lang="en-US" sz="2800"/>
        </a:p>
      </dgm:t>
    </dgm:pt>
    <dgm:pt modelId="{37733178-91BB-4442-AAC8-7D3609A69C5A}">
      <dgm:prSet custT="1"/>
      <dgm:spPr/>
      <dgm:t>
        <a:bodyPr/>
        <a:lstStyle/>
        <a:p>
          <a:r>
            <a:rPr lang="en-US" sz="2000"/>
            <a:t>Understand</a:t>
          </a:r>
        </a:p>
      </dgm:t>
    </dgm:pt>
    <dgm:pt modelId="{3B30C72D-86E6-46C3-A281-ED8F2D41A908}" type="parTrans" cxnId="{5AFCDE66-05B4-4D3B-B95B-33FEFB5CF70B}">
      <dgm:prSet/>
      <dgm:spPr/>
      <dgm:t>
        <a:bodyPr/>
        <a:lstStyle/>
        <a:p>
          <a:endParaRPr lang="en-US" sz="2800"/>
        </a:p>
      </dgm:t>
    </dgm:pt>
    <dgm:pt modelId="{591768A9-BBC6-434C-BD97-A8C626E350CE}" type="sibTrans" cxnId="{5AFCDE66-05B4-4D3B-B95B-33FEFB5CF70B}">
      <dgm:prSet/>
      <dgm:spPr/>
      <dgm:t>
        <a:bodyPr/>
        <a:lstStyle/>
        <a:p>
          <a:endParaRPr lang="en-US" sz="2800"/>
        </a:p>
      </dgm:t>
    </dgm:pt>
    <dgm:pt modelId="{D4F8C472-0DF0-4A8D-AF84-55B7E8F525E2}">
      <dgm:prSet custT="1"/>
      <dgm:spPr/>
      <dgm:t>
        <a:bodyPr/>
        <a:lstStyle/>
        <a:p>
          <a:r>
            <a:rPr lang="en-US" sz="1800"/>
            <a:t>Understand an individual’s needs and tailor your service to them</a:t>
          </a:r>
        </a:p>
      </dgm:t>
    </dgm:pt>
    <dgm:pt modelId="{FAD0AE10-84DA-4A98-8923-49C684EA00E5}" type="parTrans" cxnId="{4AEC9279-4B67-4E37-924F-D77F478CA119}">
      <dgm:prSet/>
      <dgm:spPr/>
      <dgm:t>
        <a:bodyPr/>
        <a:lstStyle/>
        <a:p>
          <a:endParaRPr lang="en-US" sz="2800"/>
        </a:p>
      </dgm:t>
    </dgm:pt>
    <dgm:pt modelId="{651F4012-DB3E-4A04-B3B7-CC021E82A5E8}" type="sibTrans" cxnId="{4AEC9279-4B67-4E37-924F-D77F478CA119}">
      <dgm:prSet/>
      <dgm:spPr/>
      <dgm:t>
        <a:bodyPr/>
        <a:lstStyle/>
        <a:p>
          <a:endParaRPr lang="en-US" sz="2800"/>
        </a:p>
      </dgm:t>
    </dgm:pt>
    <dgm:pt modelId="{2FC29797-D98A-4AF6-862F-57C699D926C2}">
      <dgm:prSet custT="1"/>
      <dgm:spPr/>
      <dgm:t>
        <a:bodyPr/>
        <a:lstStyle/>
        <a:p>
          <a:r>
            <a:rPr lang="en-US" sz="2400"/>
            <a:t>Be</a:t>
          </a:r>
        </a:p>
      </dgm:t>
    </dgm:pt>
    <dgm:pt modelId="{C48796D1-F130-4DC3-A3C7-B360672FF891}" type="parTrans" cxnId="{1BE8EE8A-57E5-4685-A18A-9399AD1CFBD0}">
      <dgm:prSet/>
      <dgm:spPr/>
      <dgm:t>
        <a:bodyPr/>
        <a:lstStyle/>
        <a:p>
          <a:endParaRPr lang="en-US" sz="2800"/>
        </a:p>
      </dgm:t>
    </dgm:pt>
    <dgm:pt modelId="{E9C3FFD6-FC84-4A66-9723-E86C801AAFAD}" type="sibTrans" cxnId="{1BE8EE8A-57E5-4685-A18A-9399AD1CFBD0}">
      <dgm:prSet/>
      <dgm:spPr/>
      <dgm:t>
        <a:bodyPr/>
        <a:lstStyle/>
        <a:p>
          <a:endParaRPr lang="en-US" sz="2800"/>
        </a:p>
      </dgm:t>
    </dgm:pt>
    <dgm:pt modelId="{BD8895E9-CEBA-4C26-88D2-5AB9825C721D}">
      <dgm:prSet custT="1"/>
      <dgm:spPr/>
      <dgm:t>
        <a:bodyPr/>
        <a:lstStyle/>
        <a:p>
          <a:r>
            <a:rPr lang="en-US" sz="1800"/>
            <a:t>Be aware of vulnerabilities and act with compassion</a:t>
          </a:r>
        </a:p>
      </dgm:t>
    </dgm:pt>
    <dgm:pt modelId="{0B4F7962-EE95-4D40-B07F-4BE685E558B7}" type="parTrans" cxnId="{F850D80A-C321-4AD5-A3C7-B3BE775C2D75}">
      <dgm:prSet/>
      <dgm:spPr/>
      <dgm:t>
        <a:bodyPr/>
        <a:lstStyle/>
        <a:p>
          <a:endParaRPr lang="en-US" sz="2800"/>
        </a:p>
      </dgm:t>
    </dgm:pt>
    <dgm:pt modelId="{0DE5F1B9-607E-401C-8CE6-68F9E4FC88D0}" type="sibTrans" cxnId="{F850D80A-C321-4AD5-A3C7-B3BE775C2D75}">
      <dgm:prSet/>
      <dgm:spPr/>
      <dgm:t>
        <a:bodyPr/>
        <a:lstStyle/>
        <a:p>
          <a:endParaRPr lang="en-US" sz="2800"/>
        </a:p>
      </dgm:t>
    </dgm:pt>
    <dgm:pt modelId="{9F5DBC75-F71E-4974-9F1F-742243579D7C}">
      <dgm:prSet custT="1"/>
      <dgm:spPr/>
      <dgm:t>
        <a:bodyPr/>
        <a:lstStyle/>
        <a:p>
          <a:r>
            <a:rPr lang="en-US" sz="2400"/>
            <a:t>Behave</a:t>
          </a:r>
        </a:p>
      </dgm:t>
    </dgm:pt>
    <dgm:pt modelId="{D8DFE94C-DDB1-4B78-9BD2-0C0C7B04358D}" type="parTrans" cxnId="{8C212B0C-70EF-46D3-A6EF-640ED3899510}">
      <dgm:prSet/>
      <dgm:spPr/>
      <dgm:t>
        <a:bodyPr/>
        <a:lstStyle/>
        <a:p>
          <a:endParaRPr lang="en-US" sz="2800"/>
        </a:p>
      </dgm:t>
    </dgm:pt>
    <dgm:pt modelId="{64B17156-2CDE-4DD9-AEB9-A419258FB489}" type="sibTrans" cxnId="{8C212B0C-70EF-46D3-A6EF-640ED3899510}">
      <dgm:prSet/>
      <dgm:spPr/>
      <dgm:t>
        <a:bodyPr/>
        <a:lstStyle/>
        <a:p>
          <a:endParaRPr lang="en-US" sz="2800"/>
        </a:p>
      </dgm:t>
    </dgm:pt>
    <dgm:pt modelId="{644A342C-DC0A-4F77-A323-778A07A3E65E}">
      <dgm:prSet custT="1"/>
      <dgm:spPr/>
      <dgm:t>
        <a:bodyPr/>
        <a:lstStyle/>
        <a:p>
          <a:r>
            <a:rPr lang="en-US" sz="1800"/>
            <a:t>Behave in a non-discriminatory manner respecting cultural differences ad  beliefs</a:t>
          </a:r>
        </a:p>
      </dgm:t>
    </dgm:pt>
    <dgm:pt modelId="{0B4B214F-9F2E-4C17-8F36-8F3F3E1B1C12}" type="parTrans" cxnId="{78F16070-02FB-47CA-A15C-308F92B05086}">
      <dgm:prSet/>
      <dgm:spPr/>
      <dgm:t>
        <a:bodyPr/>
        <a:lstStyle/>
        <a:p>
          <a:endParaRPr lang="en-US" sz="2800"/>
        </a:p>
      </dgm:t>
    </dgm:pt>
    <dgm:pt modelId="{89119DB1-B0CE-483B-AE8B-ACCF4B882D9F}" type="sibTrans" cxnId="{78F16070-02FB-47CA-A15C-308F92B05086}">
      <dgm:prSet/>
      <dgm:spPr/>
      <dgm:t>
        <a:bodyPr/>
        <a:lstStyle/>
        <a:p>
          <a:endParaRPr lang="en-US" sz="2800"/>
        </a:p>
      </dgm:t>
    </dgm:pt>
    <dgm:pt modelId="{16B8B8D1-B5B1-4D27-BE6E-595A65A24503}">
      <dgm:prSet custT="1"/>
      <dgm:spPr/>
      <dgm:t>
        <a:bodyPr/>
        <a:lstStyle/>
        <a:p>
          <a:r>
            <a:rPr lang="en-US" sz="1800"/>
            <a:t>Communicate</a:t>
          </a:r>
        </a:p>
      </dgm:t>
    </dgm:pt>
    <dgm:pt modelId="{EC16EA6B-7A19-4952-AFE5-DAC6234D4FFA}" type="parTrans" cxnId="{A115144E-BEA9-49F0-B698-B7A59C4E4DBA}">
      <dgm:prSet/>
      <dgm:spPr/>
      <dgm:t>
        <a:bodyPr/>
        <a:lstStyle/>
        <a:p>
          <a:endParaRPr lang="en-US" sz="2800"/>
        </a:p>
      </dgm:t>
    </dgm:pt>
    <dgm:pt modelId="{01560860-317E-41B9-947A-7101E60F5A1D}" type="sibTrans" cxnId="{A115144E-BEA9-49F0-B698-B7A59C4E4DBA}">
      <dgm:prSet/>
      <dgm:spPr/>
      <dgm:t>
        <a:bodyPr/>
        <a:lstStyle/>
        <a:p>
          <a:endParaRPr lang="en-US" sz="2800"/>
        </a:p>
      </dgm:t>
    </dgm:pt>
    <dgm:pt modelId="{0C83ABBD-20EC-4045-8DC4-2FF6C9EFBA44}">
      <dgm:prSet custT="1"/>
      <dgm:spPr/>
      <dgm:t>
        <a:bodyPr/>
        <a:lstStyle/>
        <a:p>
          <a:r>
            <a:rPr lang="en-US" sz="1800"/>
            <a:t>Communicate effectively with others by adapting to specific needs</a:t>
          </a:r>
        </a:p>
      </dgm:t>
    </dgm:pt>
    <dgm:pt modelId="{71707C88-EBEB-477D-9383-6AAB93ED62E2}" type="parTrans" cxnId="{DC410D88-B00F-44A5-A74B-B7365756652C}">
      <dgm:prSet/>
      <dgm:spPr/>
      <dgm:t>
        <a:bodyPr/>
        <a:lstStyle/>
        <a:p>
          <a:endParaRPr lang="en-US" sz="2800"/>
        </a:p>
      </dgm:t>
    </dgm:pt>
    <dgm:pt modelId="{092E808E-6C17-4A57-824E-B9FDCA19ADC0}" type="sibTrans" cxnId="{DC410D88-B00F-44A5-A74B-B7365756652C}">
      <dgm:prSet/>
      <dgm:spPr/>
      <dgm:t>
        <a:bodyPr/>
        <a:lstStyle/>
        <a:p>
          <a:endParaRPr lang="en-US" sz="2800"/>
        </a:p>
      </dgm:t>
    </dgm:pt>
    <dgm:pt modelId="{D9912E78-6392-4046-B544-A364CF5285CB}">
      <dgm:prSet custT="1"/>
      <dgm:spPr/>
      <dgm:t>
        <a:bodyPr/>
        <a:lstStyle/>
        <a:p>
          <a:r>
            <a:rPr lang="en-US" sz="2400"/>
            <a:t>Engage</a:t>
          </a:r>
        </a:p>
      </dgm:t>
    </dgm:pt>
    <dgm:pt modelId="{CBD36E8B-EB0C-4FA0-A8FC-9275AD3E5220}" type="parTrans" cxnId="{BA843AAB-58D3-48F0-926A-1919199D76EA}">
      <dgm:prSet/>
      <dgm:spPr/>
      <dgm:t>
        <a:bodyPr/>
        <a:lstStyle/>
        <a:p>
          <a:endParaRPr lang="en-US" sz="2800"/>
        </a:p>
      </dgm:t>
    </dgm:pt>
    <dgm:pt modelId="{BCACB53B-EE90-47FD-9F30-266D8F4A67FB}" type="sibTrans" cxnId="{BA843AAB-58D3-48F0-926A-1919199D76EA}">
      <dgm:prSet/>
      <dgm:spPr/>
      <dgm:t>
        <a:bodyPr/>
        <a:lstStyle/>
        <a:p>
          <a:endParaRPr lang="en-US" sz="2800"/>
        </a:p>
      </dgm:t>
    </dgm:pt>
    <dgm:pt modelId="{E7361A64-247E-4451-8474-1CECE7BFC432}">
      <dgm:prSet custT="1"/>
      <dgm:spPr/>
      <dgm:t>
        <a:bodyPr/>
        <a:lstStyle/>
        <a:p>
          <a:r>
            <a:rPr lang="en-US" sz="1800"/>
            <a:t>Engage with other members of the MDT and support their work within their  scope of practice</a:t>
          </a:r>
        </a:p>
      </dgm:t>
    </dgm:pt>
    <dgm:pt modelId="{DCEC772D-8611-4BC1-82AB-F01AE377F08F}" type="parTrans" cxnId="{C0252B0A-6B17-42C2-A4FB-CA9477916280}">
      <dgm:prSet/>
      <dgm:spPr/>
      <dgm:t>
        <a:bodyPr/>
        <a:lstStyle/>
        <a:p>
          <a:endParaRPr lang="en-US" sz="2800"/>
        </a:p>
      </dgm:t>
    </dgm:pt>
    <dgm:pt modelId="{2054B291-BD7F-41F9-BC6D-3670231E2B1C}" type="sibTrans" cxnId="{C0252B0A-6B17-42C2-A4FB-CA9477916280}">
      <dgm:prSet/>
      <dgm:spPr/>
      <dgm:t>
        <a:bodyPr/>
        <a:lstStyle/>
        <a:p>
          <a:endParaRPr lang="en-US" sz="2800"/>
        </a:p>
      </dgm:t>
    </dgm:pt>
    <dgm:pt modelId="{B73114F0-29A8-42DE-ABF2-86191C1C91D3}" type="pres">
      <dgm:prSet presAssocID="{EE6671F9-AE43-4C5F-88CF-A8CD29A905EE}" presName="Name0" presStyleCnt="0">
        <dgm:presLayoutVars>
          <dgm:dir/>
          <dgm:animLvl val="lvl"/>
          <dgm:resizeHandles val="exact"/>
        </dgm:presLayoutVars>
      </dgm:prSet>
      <dgm:spPr/>
    </dgm:pt>
    <dgm:pt modelId="{6BFE2257-C8A9-42B9-9248-1B0588810769}" type="pres">
      <dgm:prSet presAssocID="{2C6066FD-9104-4824-BF04-66CA92FA9056}" presName="linNode" presStyleCnt="0"/>
      <dgm:spPr/>
    </dgm:pt>
    <dgm:pt modelId="{91E01E32-6B33-43D9-8056-D4AE36167121}" type="pres">
      <dgm:prSet presAssocID="{2C6066FD-9104-4824-BF04-66CA92FA9056}" presName="parentText" presStyleLbl="solidFgAcc1" presStyleIdx="0" presStyleCnt="6">
        <dgm:presLayoutVars>
          <dgm:chMax val="1"/>
          <dgm:bulletEnabled/>
        </dgm:presLayoutVars>
      </dgm:prSet>
      <dgm:spPr/>
    </dgm:pt>
    <dgm:pt modelId="{3ED69A13-DAB8-4879-B339-00BDBAE345B0}" type="pres">
      <dgm:prSet presAssocID="{2C6066FD-9104-4824-BF04-66CA92FA9056}" presName="descendantText" presStyleLbl="alignNode1" presStyleIdx="0" presStyleCnt="6">
        <dgm:presLayoutVars>
          <dgm:bulletEnabled/>
        </dgm:presLayoutVars>
      </dgm:prSet>
      <dgm:spPr/>
    </dgm:pt>
    <dgm:pt modelId="{F8988235-66DB-4ED2-B7B8-BAF43C802289}" type="pres">
      <dgm:prSet presAssocID="{442069A2-8273-411D-9309-3F55A2E18164}" presName="sp" presStyleCnt="0"/>
      <dgm:spPr/>
    </dgm:pt>
    <dgm:pt modelId="{A22E76A2-48AF-422E-8671-5CC090EBF745}" type="pres">
      <dgm:prSet presAssocID="{37733178-91BB-4442-AAC8-7D3609A69C5A}" presName="linNode" presStyleCnt="0"/>
      <dgm:spPr/>
    </dgm:pt>
    <dgm:pt modelId="{5ABA5A09-396A-4DB0-9FBD-E02C356FAC10}" type="pres">
      <dgm:prSet presAssocID="{37733178-91BB-4442-AAC8-7D3609A69C5A}" presName="parentText" presStyleLbl="solidFgAcc1" presStyleIdx="1" presStyleCnt="6">
        <dgm:presLayoutVars>
          <dgm:chMax val="1"/>
          <dgm:bulletEnabled/>
        </dgm:presLayoutVars>
      </dgm:prSet>
      <dgm:spPr/>
    </dgm:pt>
    <dgm:pt modelId="{5C3FAB3B-72F5-4B1C-AAC7-691159683574}" type="pres">
      <dgm:prSet presAssocID="{37733178-91BB-4442-AAC8-7D3609A69C5A}" presName="descendantText" presStyleLbl="alignNode1" presStyleIdx="1" presStyleCnt="6">
        <dgm:presLayoutVars>
          <dgm:bulletEnabled/>
        </dgm:presLayoutVars>
      </dgm:prSet>
      <dgm:spPr/>
    </dgm:pt>
    <dgm:pt modelId="{7888285B-2330-4ACC-982A-AEBF2C4FEABF}" type="pres">
      <dgm:prSet presAssocID="{591768A9-BBC6-434C-BD97-A8C626E350CE}" presName="sp" presStyleCnt="0"/>
      <dgm:spPr/>
    </dgm:pt>
    <dgm:pt modelId="{F44829C9-DE62-4FF3-9906-BC8F09C19BCB}" type="pres">
      <dgm:prSet presAssocID="{2FC29797-D98A-4AF6-862F-57C699D926C2}" presName="linNode" presStyleCnt="0"/>
      <dgm:spPr/>
    </dgm:pt>
    <dgm:pt modelId="{20C89956-355E-472D-B866-44678CE59E6E}" type="pres">
      <dgm:prSet presAssocID="{2FC29797-D98A-4AF6-862F-57C699D926C2}" presName="parentText" presStyleLbl="solidFgAcc1" presStyleIdx="2" presStyleCnt="6">
        <dgm:presLayoutVars>
          <dgm:chMax val="1"/>
          <dgm:bulletEnabled/>
        </dgm:presLayoutVars>
      </dgm:prSet>
      <dgm:spPr/>
    </dgm:pt>
    <dgm:pt modelId="{8223FA76-91C4-481D-9887-9583A1E7CE9B}" type="pres">
      <dgm:prSet presAssocID="{2FC29797-D98A-4AF6-862F-57C699D926C2}" presName="descendantText" presStyleLbl="alignNode1" presStyleIdx="2" presStyleCnt="6">
        <dgm:presLayoutVars>
          <dgm:bulletEnabled/>
        </dgm:presLayoutVars>
      </dgm:prSet>
      <dgm:spPr/>
    </dgm:pt>
    <dgm:pt modelId="{6AC176AB-430A-4D44-A7E5-EF404BD71A80}" type="pres">
      <dgm:prSet presAssocID="{E9C3FFD6-FC84-4A66-9723-E86C801AAFAD}" presName="sp" presStyleCnt="0"/>
      <dgm:spPr/>
    </dgm:pt>
    <dgm:pt modelId="{75688113-BA51-4CEB-813B-641637B9C664}" type="pres">
      <dgm:prSet presAssocID="{9F5DBC75-F71E-4974-9F1F-742243579D7C}" presName="linNode" presStyleCnt="0"/>
      <dgm:spPr/>
    </dgm:pt>
    <dgm:pt modelId="{833242A7-8287-4D3E-A6FD-FF6DACA2D53E}" type="pres">
      <dgm:prSet presAssocID="{9F5DBC75-F71E-4974-9F1F-742243579D7C}" presName="parentText" presStyleLbl="solidFgAcc1" presStyleIdx="3" presStyleCnt="6">
        <dgm:presLayoutVars>
          <dgm:chMax val="1"/>
          <dgm:bulletEnabled/>
        </dgm:presLayoutVars>
      </dgm:prSet>
      <dgm:spPr/>
    </dgm:pt>
    <dgm:pt modelId="{31817382-4B9F-4127-9F7E-B61ECD1AB496}" type="pres">
      <dgm:prSet presAssocID="{9F5DBC75-F71E-4974-9F1F-742243579D7C}" presName="descendantText" presStyleLbl="alignNode1" presStyleIdx="3" presStyleCnt="6">
        <dgm:presLayoutVars>
          <dgm:bulletEnabled/>
        </dgm:presLayoutVars>
      </dgm:prSet>
      <dgm:spPr/>
    </dgm:pt>
    <dgm:pt modelId="{E9B15C25-B0F5-41E6-91B4-BB7850DDB6BF}" type="pres">
      <dgm:prSet presAssocID="{64B17156-2CDE-4DD9-AEB9-A419258FB489}" presName="sp" presStyleCnt="0"/>
      <dgm:spPr/>
    </dgm:pt>
    <dgm:pt modelId="{DE010AC8-9934-45DA-9616-E7849F825B02}" type="pres">
      <dgm:prSet presAssocID="{16B8B8D1-B5B1-4D27-BE6E-595A65A24503}" presName="linNode" presStyleCnt="0"/>
      <dgm:spPr/>
    </dgm:pt>
    <dgm:pt modelId="{41B4A28A-9E30-4783-ADBE-D321DE67568E}" type="pres">
      <dgm:prSet presAssocID="{16B8B8D1-B5B1-4D27-BE6E-595A65A24503}" presName="parentText" presStyleLbl="solidFgAcc1" presStyleIdx="4" presStyleCnt="6">
        <dgm:presLayoutVars>
          <dgm:chMax val="1"/>
          <dgm:bulletEnabled/>
        </dgm:presLayoutVars>
      </dgm:prSet>
      <dgm:spPr/>
    </dgm:pt>
    <dgm:pt modelId="{B9C07DC2-D603-418A-83E5-0ACE20EE2AE5}" type="pres">
      <dgm:prSet presAssocID="{16B8B8D1-B5B1-4D27-BE6E-595A65A24503}" presName="descendantText" presStyleLbl="alignNode1" presStyleIdx="4" presStyleCnt="6">
        <dgm:presLayoutVars>
          <dgm:bulletEnabled/>
        </dgm:presLayoutVars>
      </dgm:prSet>
      <dgm:spPr/>
    </dgm:pt>
    <dgm:pt modelId="{D0353E3D-F78C-4629-800C-EC1C484211B6}" type="pres">
      <dgm:prSet presAssocID="{01560860-317E-41B9-947A-7101E60F5A1D}" presName="sp" presStyleCnt="0"/>
      <dgm:spPr/>
    </dgm:pt>
    <dgm:pt modelId="{80855A26-7109-4135-AE50-D88C60166E31}" type="pres">
      <dgm:prSet presAssocID="{D9912E78-6392-4046-B544-A364CF5285CB}" presName="linNode" presStyleCnt="0"/>
      <dgm:spPr/>
    </dgm:pt>
    <dgm:pt modelId="{DBC6C11E-63FF-44AB-BF75-0034F1F03543}" type="pres">
      <dgm:prSet presAssocID="{D9912E78-6392-4046-B544-A364CF5285CB}" presName="parentText" presStyleLbl="solidFgAcc1" presStyleIdx="5" presStyleCnt="6">
        <dgm:presLayoutVars>
          <dgm:chMax val="1"/>
          <dgm:bulletEnabled/>
        </dgm:presLayoutVars>
      </dgm:prSet>
      <dgm:spPr/>
    </dgm:pt>
    <dgm:pt modelId="{90D15750-C5C8-44B9-A58E-81DC94366319}" type="pres">
      <dgm:prSet presAssocID="{D9912E78-6392-4046-B544-A364CF5285CB}" presName="descendantText" presStyleLbl="alignNode1" presStyleIdx="5" presStyleCnt="6">
        <dgm:presLayoutVars>
          <dgm:bulletEnabled/>
        </dgm:presLayoutVars>
      </dgm:prSet>
      <dgm:spPr/>
    </dgm:pt>
  </dgm:ptLst>
  <dgm:cxnLst>
    <dgm:cxn modelId="{1B37A109-A371-4692-A6C8-56ECAE593AAE}" type="presOf" srcId="{D9912E78-6392-4046-B544-A364CF5285CB}" destId="{DBC6C11E-63FF-44AB-BF75-0034F1F03543}" srcOrd="0" destOrd="0" presId="urn:microsoft.com/office/officeart/2016/7/layout/VerticalHollowActionList"/>
    <dgm:cxn modelId="{C0252B0A-6B17-42C2-A4FB-CA9477916280}" srcId="{D9912E78-6392-4046-B544-A364CF5285CB}" destId="{E7361A64-247E-4451-8474-1CECE7BFC432}" srcOrd="0" destOrd="0" parTransId="{DCEC772D-8611-4BC1-82AB-F01AE377F08F}" sibTransId="{2054B291-BD7F-41F9-BC6D-3670231E2B1C}"/>
    <dgm:cxn modelId="{F850D80A-C321-4AD5-A3C7-B3BE775C2D75}" srcId="{2FC29797-D98A-4AF6-862F-57C699D926C2}" destId="{BD8895E9-CEBA-4C26-88D2-5AB9825C721D}" srcOrd="0" destOrd="0" parTransId="{0B4F7962-EE95-4D40-B07F-4BE685E558B7}" sibTransId="{0DE5F1B9-607E-401C-8CE6-68F9E4FC88D0}"/>
    <dgm:cxn modelId="{8C212B0C-70EF-46D3-A6EF-640ED3899510}" srcId="{EE6671F9-AE43-4C5F-88CF-A8CD29A905EE}" destId="{9F5DBC75-F71E-4974-9F1F-742243579D7C}" srcOrd="3" destOrd="0" parTransId="{D8DFE94C-DDB1-4B78-9BD2-0C0C7B04358D}" sibTransId="{64B17156-2CDE-4DD9-AEB9-A419258FB489}"/>
    <dgm:cxn modelId="{1E95511A-03A0-48BE-BD1C-DE34A26D427A}" type="presOf" srcId="{9F5DBC75-F71E-4974-9F1F-742243579D7C}" destId="{833242A7-8287-4D3E-A6FD-FF6DACA2D53E}" srcOrd="0" destOrd="0" presId="urn:microsoft.com/office/officeart/2016/7/layout/VerticalHollowActionList"/>
    <dgm:cxn modelId="{BCBE711E-DE66-47B6-87BE-851C31D75D5C}" type="presOf" srcId="{37733178-91BB-4442-AAC8-7D3609A69C5A}" destId="{5ABA5A09-396A-4DB0-9FBD-E02C356FAC10}" srcOrd="0" destOrd="0" presId="urn:microsoft.com/office/officeart/2016/7/layout/VerticalHollowActionList"/>
    <dgm:cxn modelId="{B0B9AC22-048E-44A9-A072-8ED6AFB17B6B}" type="presOf" srcId="{BD8895E9-CEBA-4C26-88D2-5AB9825C721D}" destId="{8223FA76-91C4-481D-9887-9583A1E7CE9B}" srcOrd="0" destOrd="0" presId="urn:microsoft.com/office/officeart/2016/7/layout/VerticalHollowActionList"/>
    <dgm:cxn modelId="{7AECB82C-C71C-497F-88E4-DE1FAC6E4F7D}" type="presOf" srcId="{D4F8C472-0DF0-4A8D-AF84-55B7E8F525E2}" destId="{5C3FAB3B-72F5-4B1C-AAC7-691159683574}" srcOrd="0" destOrd="0" presId="urn:microsoft.com/office/officeart/2016/7/layout/VerticalHollowActionList"/>
    <dgm:cxn modelId="{54A54A61-82CB-405B-96CB-9012B456B529}" type="presOf" srcId="{EE6671F9-AE43-4C5F-88CF-A8CD29A905EE}" destId="{B73114F0-29A8-42DE-ABF2-86191C1C91D3}" srcOrd="0" destOrd="0" presId="urn:microsoft.com/office/officeart/2016/7/layout/VerticalHollowActionList"/>
    <dgm:cxn modelId="{5AFCDE66-05B4-4D3B-B95B-33FEFB5CF70B}" srcId="{EE6671F9-AE43-4C5F-88CF-A8CD29A905EE}" destId="{37733178-91BB-4442-AAC8-7D3609A69C5A}" srcOrd="1" destOrd="0" parTransId="{3B30C72D-86E6-46C3-A281-ED8F2D41A908}" sibTransId="{591768A9-BBC6-434C-BD97-A8C626E350CE}"/>
    <dgm:cxn modelId="{A115144E-BEA9-49F0-B698-B7A59C4E4DBA}" srcId="{EE6671F9-AE43-4C5F-88CF-A8CD29A905EE}" destId="{16B8B8D1-B5B1-4D27-BE6E-595A65A24503}" srcOrd="4" destOrd="0" parTransId="{EC16EA6B-7A19-4952-AFE5-DAC6234D4FFA}" sibTransId="{01560860-317E-41B9-947A-7101E60F5A1D}"/>
    <dgm:cxn modelId="{78F16070-02FB-47CA-A15C-308F92B05086}" srcId="{9F5DBC75-F71E-4974-9F1F-742243579D7C}" destId="{644A342C-DC0A-4F77-A323-778A07A3E65E}" srcOrd="0" destOrd="0" parTransId="{0B4B214F-9F2E-4C17-8F36-8F3F3E1B1C12}" sibTransId="{89119DB1-B0CE-483B-AE8B-ACCF4B882D9F}"/>
    <dgm:cxn modelId="{33975458-2B37-4B5F-9B8C-ADD17B439D43}" type="presOf" srcId="{2FC29797-D98A-4AF6-862F-57C699D926C2}" destId="{20C89956-355E-472D-B866-44678CE59E6E}" srcOrd="0" destOrd="0" presId="urn:microsoft.com/office/officeart/2016/7/layout/VerticalHollowActionList"/>
    <dgm:cxn modelId="{4AEC9279-4B67-4E37-924F-D77F478CA119}" srcId="{37733178-91BB-4442-AAC8-7D3609A69C5A}" destId="{D4F8C472-0DF0-4A8D-AF84-55B7E8F525E2}" srcOrd="0" destOrd="0" parTransId="{FAD0AE10-84DA-4A98-8923-49C684EA00E5}" sibTransId="{651F4012-DB3E-4A04-B3B7-CC021E82A5E8}"/>
    <dgm:cxn modelId="{66E43E7F-EF0B-43DA-9C17-C13A77F1FD64}" srcId="{EE6671F9-AE43-4C5F-88CF-A8CD29A905EE}" destId="{2C6066FD-9104-4824-BF04-66CA92FA9056}" srcOrd="0" destOrd="0" parTransId="{BCB80220-5AE4-468B-8731-15A3FE2E2013}" sibTransId="{442069A2-8273-411D-9309-3F55A2E18164}"/>
    <dgm:cxn modelId="{DC410D88-B00F-44A5-A74B-B7365756652C}" srcId="{16B8B8D1-B5B1-4D27-BE6E-595A65A24503}" destId="{0C83ABBD-20EC-4045-8DC4-2FF6C9EFBA44}" srcOrd="0" destOrd="0" parTransId="{71707C88-EBEB-477D-9383-6AAB93ED62E2}" sibTransId="{092E808E-6C17-4A57-824E-B9FDCA19ADC0}"/>
    <dgm:cxn modelId="{1BE8EE8A-57E5-4685-A18A-9399AD1CFBD0}" srcId="{EE6671F9-AE43-4C5F-88CF-A8CD29A905EE}" destId="{2FC29797-D98A-4AF6-862F-57C699D926C2}" srcOrd="2" destOrd="0" parTransId="{C48796D1-F130-4DC3-A3C7-B360672FF891}" sibTransId="{E9C3FFD6-FC84-4A66-9723-E86C801AAFAD}"/>
    <dgm:cxn modelId="{A024459F-880E-4526-8FE5-8CD8F8415371}" type="presOf" srcId="{0C83ABBD-20EC-4045-8DC4-2FF6C9EFBA44}" destId="{B9C07DC2-D603-418A-83E5-0ACE20EE2AE5}" srcOrd="0" destOrd="0" presId="urn:microsoft.com/office/officeart/2016/7/layout/VerticalHollowActionList"/>
    <dgm:cxn modelId="{B6C44FA1-0ECD-42BB-98EC-D2750DD65F8B}" type="presOf" srcId="{E7361A64-247E-4451-8474-1CECE7BFC432}" destId="{90D15750-C5C8-44B9-A58E-81DC94366319}" srcOrd="0" destOrd="0" presId="urn:microsoft.com/office/officeart/2016/7/layout/VerticalHollowActionList"/>
    <dgm:cxn modelId="{BA843AAB-58D3-48F0-926A-1919199D76EA}" srcId="{EE6671F9-AE43-4C5F-88CF-A8CD29A905EE}" destId="{D9912E78-6392-4046-B544-A364CF5285CB}" srcOrd="5" destOrd="0" parTransId="{CBD36E8B-EB0C-4FA0-A8FC-9275AD3E5220}" sibTransId="{BCACB53B-EE90-47FD-9F30-266D8F4A67FB}"/>
    <dgm:cxn modelId="{AE0E53B7-2777-4CF5-91A6-2E6DFC288034}" type="presOf" srcId="{2C6066FD-9104-4824-BF04-66CA92FA9056}" destId="{91E01E32-6B33-43D9-8056-D4AE36167121}" srcOrd="0" destOrd="0" presId="urn:microsoft.com/office/officeart/2016/7/layout/VerticalHollowActionList"/>
    <dgm:cxn modelId="{BFF786C9-00A9-4091-AACD-11C6F084B302}" srcId="{2C6066FD-9104-4824-BF04-66CA92FA9056}" destId="{E0DD02A9-B057-499D-81D3-57EE9EBA169C}" srcOrd="0" destOrd="0" parTransId="{58F2019F-4F44-4BD5-AF18-813A98BED71E}" sibTransId="{B58BCB0C-7CB3-404F-8911-04DDF5DE486B}"/>
    <dgm:cxn modelId="{F1A95CD2-6C84-4FED-A533-97AEF8AD4F64}" type="presOf" srcId="{E0DD02A9-B057-499D-81D3-57EE9EBA169C}" destId="{3ED69A13-DAB8-4879-B339-00BDBAE345B0}" srcOrd="0" destOrd="0" presId="urn:microsoft.com/office/officeart/2016/7/layout/VerticalHollowActionList"/>
    <dgm:cxn modelId="{F1A6B5D3-53E7-4B3E-8A4B-8FE143185E64}" type="presOf" srcId="{644A342C-DC0A-4F77-A323-778A07A3E65E}" destId="{31817382-4B9F-4127-9F7E-B61ECD1AB496}" srcOrd="0" destOrd="0" presId="urn:microsoft.com/office/officeart/2016/7/layout/VerticalHollowActionList"/>
    <dgm:cxn modelId="{4C33F3D5-A291-4C08-A7A4-7D2CA364A60C}" type="presOf" srcId="{16B8B8D1-B5B1-4D27-BE6E-595A65A24503}" destId="{41B4A28A-9E30-4783-ADBE-D321DE67568E}" srcOrd="0" destOrd="0" presId="urn:microsoft.com/office/officeart/2016/7/layout/VerticalHollowActionList"/>
    <dgm:cxn modelId="{ADEF2336-FDB3-4079-ABF4-534256B50EEC}" type="presParOf" srcId="{B73114F0-29A8-42DE-ABF2-86191C1C91D3}" destId="{6BFE2257-C8A9-42B9-9248-1B0588810769}" srcOrd="0" destOrd="0" presId="urn:microsoft.com/office/officeart/2016/7/layout/VerticalHollowActionList"/>
    <dgm:cxn modelId="{B47B3976-ACC2-4F35-8F47-B27035F5912E}" type="presParOf" srcId="{6BFE2257-C8A9-42B9-9248-1B0588810769}" destId="{91E01E32-6B33-43D9-8056-D4AE36167121}" srcOrd="0" destOrd="0" presId="urn:microsoft.com/office/officeart/2016/7/layout/VerticalHollowActionList"/>
    <dgm:cxn modelId="{8751C9F6-AE57-4475-8589-9AF30F0C5A5F}" type="presParOf" srcId="{6BFE2257-C8A9-42B9-9248-1B0588810769}" destId="{3ED69A13-DAB8-4879-B339-00BDBAE345B0}" srcOrd="1" destOrd="0" presId="urn:microsoft.com/office/officeart/2016/7/layout/VerticalHollowActionList"/>
    <dgm:cxn modelId="{E86006D8-B7C0-484E-B528-68DCF65943B8}" type="presParOf" srcId="{B73114F0-29A8-42DE-ABF2-86191C1C91D3}" destId="{F8988235-66DB-4ED2-B7B8-BAF43C802289}" srcOrd="1" destOrd="0" presId="urn:microsoft.com/office/officeart/2016/7/layout/VerticalHollowActionList"/>
    <dgm:cxn modelId="{20C4F947-9F46-450D-A3C2-59716875FE58}" type="presParOf" srcId="{B73114F0-29A8-42DE-ABF2-86191C1C91D3}" destId="{A22E76A2-48AF-422E-8671-5CC090EBF745}" srcOrd="2" destOrd="0" presId="urn:microsoft.com/office/officeart/2016/7/layout/VerticalHollowActionList"/>
    <dgm:cxn modelId="{1692D693-4158-438F-AFC0-DFDC8CC32D3C}" type="presParOf" srcId="{A22E76A2-48AF-422E-8671-5CC090EBF745}" destId="{5ABA5A09-396A-4DB0-9FBD-E02C356FAC10}" srcOrd="0" destOrd="0" presId="urn:microsoft.com/office/officeart/2016/7/layout/VerticalHollowActionList"/>
    <dgm:cxn modelId="{3E762FB3-9238-4D36-A822-7ED3C6A5961E}" type="presParOf" srcId="{A22E76A2-48AF-422E-8671-5CC090EBF745}" destId="{5C3FAB3B-72F5-4B1C-AAC7-691159683574}" srcOrd="1" destOrd="0" presId="urn:microsoft.com/office/officeart/2016/7/layout/VerticalHollowActionList"/>
    <dgm:cxn modelId="{71A4EDA4-D577-4ECA-90FC-F70E0EB8FBAB}" type="presParOf" srcId="{B73114F0-29A8-42DE-ABF2-86191C1C91D3}" destId="{7888285B-2330-4ACC-982A-AEBF2C4FEABF}" srcOrd="3" destOrd="0" presId="urn:microsoft.com/office/officeart/2016/7/layout/VerticalHollowActionList"/>
    <dgm:cxn modelId="{F02C097B-350B-4ADA-BCDF-32BB8CBFD75C}" type="presParOf" srcId="{B73114F0-29A8-42DE-ABF2-86191C1C91D3}" destId="{F44829C9-DE62-4FF3-9906-BC8F09C19BCB}" srcOrd="4" destOrd="0" presId="urn:microsoft.com/office/officeart/2016/7/layout/VerticalHollowActionList"/>
    <dgm:cxn modelId="{49DE4932-ED47-4249-A3F8-CB225FBBE1F6}" type="presParOf" srcId="{F44829C9-DE62-4FF3-9906-BC8F09C19BCB}" destId="{20C89956-355E-472D-B866-44678CE59E6E}" srcOrd="0" destOrd="0" presId="urn:microsoft.com/office/officeart/2016/7/layout/VerticalHollowActionList"/>
    <dgm:cxn modelId="{51A804C4-B0DC-4C74-AFF9-3C305F9A0AFC}" type="presParOf" srcId="{F44829C9-DE62-4FF3-9906-BC8F09C19BCB}" destId="{8223FA76-91C4-481D-9887-9583A1E7CE9B}" srcOrd="1" destOrd="0" presId="urn:microsoft.com/office/officeart/2016/7/layout/VerticalHollowActionList"/>
    <dgm:cxn modelId="{4D09AEF9-3381-4B6E-9DF0-CF05ACE5F71F}" type="presParOf" srcId="{B73114F0-29A8-42DE-ABF2-86191C1C91D3}" destId="{6AC176AB-430A-4D44-A7E5-EF404BD71A80}" srcOrd="5" destOrd="0" presId="urn:microsoft.com/office/officeart/2016/7/layout/VerticalHollowActionList"/>
    <dgm:cxn modelId="{2E0DE618-5B0E-4E64-9132-BDC4573B3AB4}" type="presParOf" srcId="{B73114F0-29A8-42DE-ABF2-86191C1C91D3}" destId="{75688113-BA51-4CEB-813B-641637B9C664}" srcOrd="6" destOrd="0" presId="urn:microsoft.com/office/officeart/2016/7/layout/VerticalHollowActionList"/>
    <dgm:cxn modelId="{563F7609-2B90-45CE-98A0-7B1D404FA2E8}" type="presParOf" srcId="{75688113-BA51-4CEB-813B-641637B9C664}" destId="{833242A7-8287-4D3E-A6FD-FF6DACA2D53E}" srcOrd="0" destOrd="0" presId="urn:microsoft.com/office/officeart/2016/7/layout/VerticalHollowActionList"/>
    <dgm:cxn modelId="{4A86D49F-A4A1-45AA-BAF7-F20C20FCD946}" type="presParOf" srcId="{75688113-BA51-4CEB-813B-641637B9C664}" destId="{31817382-4B9F-4127-9F7E-B61ECD1AB496}" srcOrd="1" destOrd="0" presId="urn:microsoft.com/office/officeart/2016/7/layout/VerticalHollowActionList"/>
    <dgm:cxn modelId="{2A88BC57-2FA5-470A-8F17-3CCE066BE471}" type="presParOf" srcId="{B73114F0-29A8-42DE-ABF2-86191C1C91D3}" destId="{E9B15C25-B0F5-41E6-91B4-BB7850DDB6BF}" srcOrd="7" destOrd="0" presId="urn:microsoft.com/office/officeart/2016/7/layout/VerticalHollowActionList"/>
    <dgm:cxn modelId="{DEA12B53-E20B-484E-8ADF-5BC4300B9A97}" type="presParOf" srcId="{B73114F0-29A8-42DE-ABF2-86191C1C91D3}" destId="{DE010AC8-9934-45DA-9616-E7849F825B02}" srcOrd="8" destOrd="0" presId="urn:microsoft.com/office/officeart/2016/7/layout/VerticalHollowActionList"/>
    <dgm:cxn modelId="{7E6A116E-888B-462C-A3C4-14C6534D805B}" type="presParOf" srcId="{DE010AC8-9934-45DA-9616-E7849F825B02}" destId="{41B4A28A-9E30-4783-ADBE-D321DE67568E}" srcOrd="0" destOrd="0" presId="urn:microsoft.com/office/officeart/2016/7/layout/VerticalHollowActionList"/>
    <dgm:cxn modelId="{B3B0D81A-D6E4-448D-AE3E-79F9B3DE0416}" type="presParOf" srcId="{DE010AC8-9934-45DA-9616-E7849F825B02}" destId="{B9C07DC2-D603-418A-83E5-0ACE20EE2AE5}" srcOrd="1" destOrd="0" presId="urn:microsoft.com/office/officeart/2016/7/layout/VerticalHollowActionList"/>
    <dgm:cxn modelId="{7957A083-BB98-4C3B-BBDF-D2918BC5DEF7}" type="presParOf" srcId="{B73114F0-29A8-42DE-ABF2-86191C1C91D3}" destId="{D0353E3D-F78C-4629-800C-EC1C484211B6}" srcOrd="9" destOrd="0" presId="urn:microsoft.com/office/officeart/2016/7/layout/VerticalHollowActionList"/>
    <dgm:cxn modelId="{04D289C1-B541-4900-9AB5-B1B45E7C6131}" type="presParOf" srcId="{B73114F0-29A8-42DE-ABF2-86191C1C91D3}" destId="{80855A26-7109-4135-AE50-D88C60166E31}" srcOrd="10" destOrd="0" presId="urn:microsoft.com/office/officeart/2016/7/layout/VerticalHollowActionList"/>
    <dgm:cxn modelId="{A7E0247E-6785-4410-B745-ED91FD26C653}" type="presParOf" srcId="{80855A26-7109-4135-AE50-D88C60166E31}" destId="{DBC6C11E-63FF-44AB-BF75-0034F1F03543}" srcOrd="0" destOrd="0" presId="urn:microsoft.com/office/officeart/2016/7/layout/VerticalHollowActionList"/>
    <dgm:cxn modelId="{AEF33233-B0E9-4657-996F-2B73EA11CA64}" type="presParOf" srcId="{80855A26-7109-4135-AE50-D88C60166E31}" destId="{90D15750-C5C8-44B9-A58E-81DC94366319}" srcOrd="1" destOrd="0" presId="urn:microsoft.com/office/officeart/2016/7/layout/VerticalHollow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3784E8E-8BDB-4F80-99A6-F88F8D62F362}" type="doc">
      <dgm:prSet loTypeId="urn:microsoft.com/office/officeart/2005/8/layout/vList2#2" loCatId="list" qsTypeId="urn:microsoft.com/office/officeart/2005/8/quickstyle/simple4#2" qsCatId="simple" csTypeId="urn:microsoft.com/office/officeart/2005/8/colors/colorful2#1" csCatId="colorful"/>
      <dgm:spPr/>
      <dgm:t>
        <a:bodyPr/>
        <a:lstStyle/>
        <a:p>
          <a:endParaRPr lang="en-US"/>
        </a:p>
      </dgm:t>
    </dgm:pt>
    <dgm:pt modelId="{C0F76FA3-D159-45B5-839A-2B220A21AD37}">
      <dgm:prSet/>
      <dgm:spPr/>
      <dgm:t>
        <a:bodyPr/>
        <a:lstStyle/>
        <a:p>
          <a:r>
            <a:rPr lang="en-US"/>
            <a:t>Members contribute to continuous improvement</a:t>
          </a:r>
        </a:p>
      </dgm:t>
    </dgm:pt>
    <dgm:pt modelId="{8314AEF8-FC85-4915-A638-9681A5F976B5}" type="parTrans" cxnId="{5D071659-343B-4BF3-97BE-208FB706219C}">
      <dgm:prSet/>
      <dgm:spPr/>
      <dgm:t>
        <a:bodyPr/>
        <a:lstStyle/>
        <a:p>
          <a:endParaRPr lang="en-US"/>
        </a:p>
      </dgm:t>
    </dgm:pt>
    <dgm:pt modelId="{32EC19B4-931B-4D7C-9167-EA22DD740F78}" type="sibTrans" cxnId="{5D071659-343B-4BF3-97BE-208FB706219C}">
      <dgm:prSet/>
      <dgm:spPr/>
      <dgm:t>
        <a:bodyPr/>
        <a:lstStyle/>
        <a:p>
          <a:endParaRPr lang="en-US"/>
        </a:p>
      </dgm:t>
    </dgm:pt>
    <dgm:pt modelId="{9BF844D7-DB68-401D-A241-037BC2D366DA}">
      <dgm:prSet/>
      <dgm:spPr/>
      <dgm:t>
        <a:bodyPr/>
        <a:lstStyle/>
        <a:p>
          <a:r>
            <a:rPr lang="en-US"/>
            <a:t>Members demonstrate innovation and leadership</a:t>
          </a:r>
        </a:p>
      </dgm:t>
    </dgm:pt>
    <dgm:pt modelId="{569783F9-1262-462B-914F-9C82861BD6EA}" type="parTrans" cxnId="{B5836EFF-2248-4F67-9576-EAC62498C05B}">
      <dgm:prSet/>
      <dgm:spPr/>
      <dgm:t>
        <a:bodyPr/>
        <a:lstStyle/>
        <a:p>
          <a:endParaRPr lang="en-US"/>
        </a:p>
      </dgm:t>
    </dgm:pt>
    <dgm:pt modelId="{D5BF368F-0BD9-46CE-8162-5CDB524C2480}" type="sibTrans" cxnId="{B5836EFF-2248-4F67-9576-EAC62498C05B}">
      <dgm:prSet/>
      <dgm:spPr/>
      <dgm:t>
        <a:bodyPr/>
        <a:lstStyle/>
        <a:p>
          <a:endParaRPr lang="en-US"/>
        </a:p>
      </dgm:t>
    </dgm:pt>
    <dgm:pt modelId="{DD9169BA-DD17-42E6-B601-44A9BCA2417E}">
      <dgm:prSet/>
      <dgm:spPr/>
      <dgm:t>
        <a:bodyPr/>
        <a:lstStyle/>
        <a:p>
          <a:r>
            <a:rPr lang="en-US"/>
            <a:t>Members support others’ learning and development</a:t>
          </a:r>
        </a:p>
      </dgm:t>
    </dgm:pt>
    <dgm:pt modelId="{AF219D37-D82E-4BCB-A50B-395EBED43FBF}" type="parTrans" cxnId="{A9CDA540-871E-4801-A359-D3D34A1E8A96}">
      <dgm:prSet/>
      <dgm:spPr/>
      <dgm:t>
        <a:bodyPr/>
        <a:lstStyle/>
        <a:p>
          <a:endParaRPr lang="en-US"/>
        </a:p>
      </dgm:t>
    </dgm:pt>
    <dgm:pt modelId="{BB62F607-5983-4E34-A733-D3744B4A04C9}" type="sibTrans" cxnId="{A9CDA540-871E-4801-A359-D3D34A1E8A96}">
      <dgm:prSet/>
      <dgm:spPr/>
      <dgm:t>
        <a:bodyPr/>
        <a:lstStyle/>
        <a:p>
          <a:endParaRPr lang="en-US"/>
        </a:p>
      </dgm:t>
    </dgm:pt>
    <dgm:pt modelId="{34E4856F-F261-4341-88A1-8720208F5315}">
      <dgm:prSet/>
      <dgm:spPr/>
      <dgm:t>
        <a:bodyPr/>
        <a:lstStyle/>
        <a:p>
          <a:r>
            <a:rPr lang="en-US"/>
            <a:t>Members contribute to the development of physiotherapy practice</a:t>
          </a:r>
        </a:p>
      </dgm:t>
    </dgm:pt>
    <dgm:pt modelId="{4DFEE4CC-3996-4B24-B600-7B994F880BEC}" type="parTrans" cxnId="{2B7A55AF-C582-4B16-8836-03A8E0E6E8E2}">
      <dgm:prSet/>
      <dgm:spPr/>
      <dgm:t>
        <a:bodyPr/>
        <a:lstStyle/>
        <a:p>
          <a:endParaRPr lang="en-US"/>
        </a:p>
      </dgm:t>
    </dgm:pt>
    <dgm:pt modelId="{A67935C2-DD18-4F64-AA94-424C126A54D4}" type="sibTrans" cxnId="{2B7A55AF-C582-4B16-8836-03A8E0E6E8E2}">
      <dgm:prSet/>
      <dgm:spPr/>
      <dgm:t>
        <a:bodyPr/>
        <a:lstStyle/>
        <a:p>
          <a:endParaRPr lang="en-US"/>
        </a:p>
      </dgm:t>
    </dgm:pt>
    <dgm:pt modelId="{4A36E422-4503-4454-823A-BFE935A1F371}" type="pres">
      <dgm:prSet presAssocID="{33784E8E-8BDB-4F80-99A6-F88F8D62F362}" presName="linear" presStyleCnt="0">
        <dgm:presLayoutVars>
          <dgm:animLvl val="lvl"/>
          <dgm:resizeHandles val="exact"/>
        </dgm:presLayoutVars>
      </dgm:prSet>
      <dgm:spPr/>
    </dgm:pt>
    <dgm:pt modelId="{8A1EEB60-1344-4DE7-B0B3-0CE2B19E43B1}" type="pres">
      <dgm:prSet presAssocID="{C0F76FA3-D159-45B5-839A-2B220A21AD37}" presName="parentText" presStyleLbl="node1" presStyleIdx="0" presStyleCnt="4">
        <dgm:presLayoutVars>
          <dgm:chMax val="0"/>
          <dgm:bulletEnabled val="1"/>
        </dgm:presLayoutVars>
      </dgm:prSet>
      <dgm:spPr/>
    </dgm:pt>
    <dgm:pt modelId="{E8A9233F-1D28-455D-A781-0BD5A838389E}" type="pres">
      <dgm:prSet presAssocID="{32EC19B4-931B-4D7C-9167-EA22DD740F78}" presName="spacer" presStyleCnt="0"/>
      <dgm:spPr/>
    </dgm:pt>
    <dgm:pt modelId="{9674F26A-7D2D-4DEF-B1D5-7887BCCCB398}" type="pres">
      <dgm:prSet presAssocID="{9BF844D7-DB68-401D-A241-037BC2D366DA}" presName="parentText" presStyleLbl="node1" presStyleIdx="1" presStyleCnt="4">
        <dgm:presLayoutVars>
          <dgm:chMax val="0"/>
          <dgm:bulletEnabled val="1"/>
        </dgm:presLayoutVars>
      </dgm:prSet>
      <dgm:spPr/>
    </dgm:pt>
    <dgm:pt modelId="{3D5BEE80-1B7E-403D-8DF2-AAEDCCEA4458}" type="pres">
      <dgm:prSet presAssocID="{D5BF368F-0BD9-46CE-8162-5CDB524C2480}" presName="spacer" presStyleCnt="0"/>
      <dgm:spPr/>
    </dgm:pt>
    <dgm:pt modelId="{B8F3ADB0-A7E0-4A68-B457-D49A14906249}" type="pres">
      <dgm:prSet presAssocID="{DD9169BA-DD17-42E6-B601-44A9BCA2417E}" presName="parentText" presStyleLbl="node1" presStyleIdx="2" presStyleCnt="4">
        <dgm:presLayoutVars>
          <dgm:chMax val="0"/>
          <dgm:bulletEnabled val="1"/>
        </dgm:presLayoutVars>
      </dgm:prSet>
      <dgm:spPr/>
    </dgm:pt>
    <dgm:pt modelId="{0C8EA7F2-2566-4AA8-95DE-5C584EBECE5D}" type="pres">
      <dgm:prSet presAssocID="{BB62F607-5983-4E34-A733-D3744B4A04C9}" presName="spacer" presStyleCnt="0"/>
      <dgm:spPr/>
    </dgm:pt>
    <dgm:pt modelId="{F5CB9EE1-09B8-440D-BA6B-22D044018872}" type="pres">
      <dgm:prSet presAssocID="{34E4856F-F261-4341-88A1-8720208F5315}" presName="parentText" presStyleLbl="node1" presStyleIdx="3" presStyleCnt="4">
        <dgm:presLayoutVars>
          <dgm:chMax val="0"/>
          <dgm:bulletEnabled val="1"/>
        </dgm:presLayoutVars>
      </dgm:prSet>
      <dgm:spPr/>
    </dgm:pt>
  </dgm:ptLst>
  <dgm:cxnLst>
    <dgm:cxn modelId="{A9CDA540-871E-4801-A359-D3D34A1E8A96}" srcId="{33784E8E-8BDB-4F80-99A6-F88F8D62F362}" destId="{DD9169BA-DD17-42E6-B601-44A9BCA2417E}" srcOrd="2" destOrd="0" parTransId="{AF219D37-D82E-4BCB-A50B-395EBED43FBF}" sibTransId="{BB62F607-5983-4E34-A733-D3744B4A04C9}"/>
    <dgm:cxn modelId="{525DCF47-C3A7-4437-955E-A58DB37C7042}" type="presOf" srcId="{DD9169BA-DD17-42E6-B601-44A9BCA2417E}" destId="{B8F3ADB0-A7E0-4A68-B457-D49A14906249}" srcOrd="0" destOrd="0" presId="urn:microsoft.com/office/officeart/2005/8/layout/vList2#2"/>
    <dgm:cxn modelId="{5D071659-343B-4BF3-97BE-208FB706219C}" srcId="{33784E8E-8BDB-4F80-99A6-F88F8D62F362}" destId="{C0F76FA3-D159-45B5-839A-2B220A21AD37}" srcOrd="0" destOrd="0" parTransId="{8314AEF8-FC85-4915-A638-9681A5F976B5}" sibTransId="{32EC19B4-931B-4D7C-9167-EA22DD740F78}"/>
    <dgm:cxn modelId="{57AA3B83-155D-4C65-960F-A2BC1231D55E}" type="presOf" srcId="{9BF844D7-DB68-401D-A241-037BC2D366DA}" destId="{9674F26A-7D2D-4DEF-B1D5-7887BCCCB398}" srcOrd="0" destOrd="0" presId="urn:microsoft.com/office/officeart/2005/8/layout/vList2#2"/>
    <dgm:cxn modelId="{2B7A55AF-C582-4B16-8836-03A8E0E6E8E2}" srcId="{33784E8E-8BDB-4F80-99A6-F88F8D62F362}" destId="{34E4856F-F261-4341-88A1-8720208F5315}" srcOrd="3" destOrd="0" parTransId="{4DFEE4CC-3996-4B24-B600-7B994F880BEC}" sibTransId="{A67935C2-DD18-4F64-AA94-424C126A54D4}"/>
    <dgm:cxn modelId="{179852B3-F196-4C6F-B8ED-A0508429DE25}" type="presOf" srcId="{C0F76FA3-D159-45B5-839A-2B220A21AD37}" destId="{8A1EEB60-1344-4DE7-B0B3-0CE2B19E43B1}" srcOrd="0" destOrd="0" presId="urn:microsoft.com/office/officeart/2005/8/layout/vList2#2"/>
    <dgm:cxn modelId="{40DE4AD8-E404-4ED3-90B7-C1FA2BDE3C88}" type="presOf" srcId="{33784E8E-8BDB-4F80-99A6-F88F8D62F362}" destId="{4A36E422-4503-4454-823A-BFE935A1F371}" srcOrd="0" destOrd="0" presId="urn:microsoft.com/office/officeart/2005/8/layout/vList2#2"/>
    <dgm:cxn modelId="{7C0B0FDF-9481-4A15-8937-009671C7B585}" type="presOf" srcId="{34E4856F-F261-4341-88A1-8720208F5315}" destId="{F5CB9EE1-09B8-440D-BA6B-22D044018872}" srcOrd="0" destOrd="0" presId="urn:microsoft.com/office/officeart/2005/8/layout/vList2#2"/>
    <dgm:cxn modelId="{B5836EFF-2248-4F67-9576-EAC62498C05B}" srcId="{33784E8E-8BDB-4F80-99A6-F88F8D62F362}" destId="{9BF844D7-DB68-401D-A241-037BC2D366DA}" srcOrd="1" destOrd="0" parTransId="{569783F9-1262-462B-914F-9C82861BD6EA}" sibTransId="{D5BF368F-0BD9-46CE-8162-5CDB524C2480}"/>
    <dgm:cxn modelId="{A8A707F1-6A58-494D-BA86-7278E2C4372C}" type="presParOf" srcId="{4A36E422-4503-4454-823A-BFE935A1F371}" destId="{8A1EEB60-1344-4DE7-B0B3-0CE2B19E43B1}" srcOrd="0" destOrd="0" presId="urn:microsoft.com/office/officeart/2005/8/layout/vList2#2"/>
    <dgm:cxn modelId="{E9DACE8C-308C-4E30-924B-7B2744D9A090}" type="presParOf" srcId="{4A36E422-4503-4454-823A-BFE935A1F371}" destId="{E8A9233F-1D28-455D-A781-0BD5A838389E}" srcOrd="1" destOrd="0" presId="urn:microsoft.com/office/officeart/2005/8/layout/vList2#2"/>
    <dgm:cxn modelId="{8459638A-1C09-4456-A191-D479742D4B46}" type="presParOf" srcId="{4A36E422-4503-4454-823A-BFE935A1F371}" destId="{9674F26A-7D2D-4DEF-B1D5-7887BCCCB398}" srcOrd="2" destOrd="0" presId="urn:microsoft.com/office/officeart/2005/8/layout/vList2#2"/>
    <dgm:cxn modelId="{469CCAB7-790A-4456-A934-5D529AD3A564}" type="presParOf" srcId="{4A36E422-4503-4454-823A-BFE935A1F371}" destId="{3D5BEE80-1B7E-403D-8DF2-AAEDCCEA4458}" srcOrd="3" destOrd="0" presId="urn:microsoft.com/office/officeart/2005/8/layout/vList2#2"/>
    <dgm:cxn modelId="{7E8C4E9E-6549-47CA-AB97-A2BD167A7370}" type="presParOf" srcId="{4A36E422-4503-4454-823A-BFE935A1F371}" destId="{B8F3ADB0-A7E0-4A68-B457-D49A14906249}" srcOrd="4" destOrd="0" presId="urn:microsoft.com/office/officeart/2005/8/layout/vList2#2"/>
    <dgm:cxn modelId="{3843D16A-51D7-461A-AA1E-DDFC935BFDB4}" type="presParOf" srcId="{4A36E422-4503-4454-823A-BFE935A1F371}" destId="{0C8EA7F2-2566-4AA8-95DE-5C584EBECE5D}" srcOrd="5" destOrd="0" presId="urn:microsoft.com/office/officeart/2005/8/layout/vList2#2"/>
    <dgm:cxn modelId="{3A7F8592-8CCD-4EA1-BADD-F081D1BF5D39}" type="presParOf" srcId="{4A36E422-4503-4454-823A-BFE935A1F371}" destId="{F5CB9EE1-09B8-440D-BA6B-22D044018872}" srcOrd="6" destOrd="0" presId="urn:microsoft.com/office/officeart/2005/8/layout/vList2#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470E90-E3D2-439B-B342-4EC62808E0D9}">
      <dsp:nvSpPr>
        <dsp:cNvPr id="0" name=""/>
        <dsp:cNvSpPr/>
      </dsp:nvSpPr>
      <dsp:spPr>
        <a:xfrm>
          <a:off x="0" y="25794"/>
          <a:ext cx="10515600" cy="5996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Revised standards effective 1st September 2023</a:t>
          </a:r>
          <a:endParaRPr lang="en-US" sz="2500" kern="1200"/>
        </a:p>
      </dsp:txBody>
      <dsp:txXfrm>
        <a:off x="29271" y="55065"/>
        <a:ext cx="10457058" cy="541083"/>
      </dsp:txXfrm>
    </dsp:sp>
    <dsp:sp modelId="{FF493857-98C9-4947-B5BE-CB81285D50DF}">
      <dsp:nvSpPr>
        <dsp:cNvPr id="0" name=""/>
        <dsp:cNvSpPr/>
      </dsp:nvSpPr>
      <dsp:spPr>
        <a:xfrm>
          <a:off x="0" y="697419"/>
          <a:ext cx="10515600" cy="5996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Standards of Proficiency Document for Physiotherapists</a:t>
          </a:r>
          <a:endParaRPr lang="en-US" sz="2500" kern="1200"/>
        </a:p>
      </dsp:txBody>
      <dsp:txXfrm>
        <a:off x="29271" y="726690"/>
        <a:ext cx="10457058" cy="541083"/>
      </dsp:txXfrm>
    </dsp:sp>
    <dsp:sp modelId="{213466E8-C5FA-4A70-B74E-78259EA83772}">
      <dsp:nvSpPr>
        <dsp:cNvPr id="0" name=""/>
        <dsp:cNvSpPr/>
      </dsp:nvSpPr>
      <dsp:spPr>
        <a:xfrm>
          <a:off x="0" y="1297044"/>
          <a:ext cx="105156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GB" sz="2000" kern="1200">
              <a:hlinkClick xmlns:r="http://schemas.openxmlformats.org/officeDocument/2006/relationships" r:id="rId1"/>
            </a:rPr>
            <a:t>HCPC Standards of Proficiency</a:t>
          </a:r>
          <a:r>
            <a:rPr lang="en-GB" sz="2000" kern="1200"/>
            <a:t> </a:t>
          </a:r>
          <a:endParaRPr lang="en-US" sz="2000" kern="1200"/>
        </a:p>
      </dsp:txBody>
      <dsp:txXfrm>
        <a:off x="0" y="1297044"/>
        <a:ext cx="10515600" cy="414000"/>
      </dsp:txXfrm>
    </dsp:sp>
    <dsp:sp modelId="{221D9B34-0C31-4FBD-9118-991CCA5DDC52}">
      <dsp:nvSpPr>
        <dsp:cNvPr id="0" name=""/>
        <dsp:cNvSpPr/>
      </dsp:nvSpPr>
      <dsp:spPr>
        <a:xfrm>
          <a:off x="0" y="1711044"/>
          <a:ext cx="10515600" cy="5996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Expectations of You: Commitment to standards</a:t>
          </a:r>
          <a:endParaRPr lang="en-US" sz="2500" kern="1200"/>
        </a:p>
      </dsp:txBody>
      <dsp:txXfrm>
        <a:off x="29271" y="1740315"/>
        <a:ext cx="10457058" cy="541083"/>
      </dsp:txXfrm>
    </dsp:sp>
    <dsp:sp modelId="{DB382CAA-00B7-4D8E-9371-502A2A51CB8D}">
      <dsp:nvSpPr>
        <dsp:cNvPr id="0" name=""/>
        <dsp:cNvSpPr/>
      </dsp:nvSpPr>
      <dsp:spPr>
        <a:xfrm>
          <a:off x="0" y="2382669"/>
          <a:ext cx="10515600" cy="5996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Your Scope of Practice: Ever changing</a:t>
          </a:r>
          <a:endParaRPr lang="en-US" sz="2500" kern="1200"/>
        </a:p>
      </dsp:txBody>
      <dsp:txXfrm>
        <a:off x="29271" y="2411940"/>
        <a:ext cx="10457058" cy="541083"/>
      </dsp:txXfrm>
    </dsp:sp>
    <dsp:sp modelId="{417DD1C2-6F11-41AA-BBA7-990E30C70644}">
      <dsp:nvSpPr>
        <dsp:cNvPr id="0" name=""/>
        <dsp:cNvSpPr/>
      </dsp:nvSpPr>
      <dsp:spPr>
        <a:xfrm>
          <a:off x="0" y="3054294"/>
          <a:ext cx="10515600" cy="5996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Meeting the standards: Evidence based practice</a:t>
          </a:r>
          <a:endParaRPr lang="en-US" sz="2500" kern="1200"/>
        </a:p>
      </dsp:txBody>
      <dsp:txXfrm>
        <a:off x="29271" y="3083565"/>
        <a:ext cx="10457058" cy="541083"/>
      </dsp:txXfrm>
    </dsp:sp>
    <dsp:sp modelId="{02DC7653-8EA1-4219-96C4-54D595AA3C46}">
      <dsp:nvSpPr>
        <dsp:cNvPr id="0" name=""/>
        <dsp:cNvSpPr/>
      </dsp:nvSpPr>
      <dsp:spPr>
        <a:xfrm>
          <a:off x="0" y="3725919"/>
          <a:ext cx="10515600" cy="5996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Language: varied based on scope and service users.</a:t>
          </a:r>
          <a:endParaRPr lang="en-US" sz="2500" kern="1200"/>
        </a:p>
      </dsp:txBody>
      <dsp:txXfrm>
        <a:off x="29271" y="3755190"/>
        <a:ext cx="10457058" cy="5410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FB80F5-D410-4CB6-9176-AC76606FADF9}">
      <dsp:nvSpPr>
        <dsp:cNvPr id="0" name=""/>
        <dsp:cNvSpPr/>
      </dsp:nvSpPr>
      <dsp:spPr>
        <a:xfrm>
          <a:off x="31801" y="525902"/>
          <a:ext cx="1476439" cy="147643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CC6B62-692F-4944-A605-4994249E246B}">
      <dsp:nvSpPr>
        <dsp:cNvPr id="0" name=""/>
        <dsp:cNvSpPr/>
      </dsp:nvSpPr>
      <dsp:spPr>
        <a:xfrm>
          <a:off x="341853" y="835954"/>
          <a:ext cx="856334" cy="8563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583B4D-224E-4D4C-B55B-D10739A779E9}">
      <dsp:nvSpPr>
        <dsp:cNvPr id="0" name=""/>
        <dsp:cNvSpPr/>
      </dsp:nvSpPr>
      <dsp:spPr bwMode="white">
        <a:xfrm>
          <a:off x="1824620" y="525902"/>
          <a:ext cx="3480178" cy="1476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kern="1200"/>
            <a:t>You will find out more about the CSP</a:t>
          </a:r>
        </a:p>
      </dsp:txBody>
      <dsp:txXfrm>
        <a:off x="1824620" y="525902"/>
        <a:ext cx="3480178" cy="1476439"/>
      </dsp:txXfrm>
    </dsp:sp>
    <dsp:sp modelId="{115437D6-C105-4E7C-B362-EC1CBE8C3D1C}">
      <dsp:nvSpPr>
        <dsp:cNvPr id="0" name=""/>
        <dsp:cNvSpPr/>
      </dsp:nvSpPr>
      <dsp:spPr>
        <a:xfrm>
          <a:off x="5911193" y="525902"/>
          <a:ext cx="1476439" cy="147643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C73817-D416-4717-A9C8-EFE0CE9C6490}">
      <dsp:nvSpPr>
        <dsp:cNvPr id="0" name=""/>
        <dsp:cNvSpPr/>
      </dsp:nvSpPr>
      <dsp:spPr>
        <a:xfrm>
          <a:off x="6221245" y="835954"/>
          <a:ext cx="856334" cy="8563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D6892B-7316-418B-AD94-B5A8870AB378}">
      <dsp:nvSpPr>
        <dsp:cNvPr id="0" name=""/>
        <dsp:cNvSpPr/>
      </dsp:nvSpPr>
      <dsp:spPr bwMode="white">
        <a:xfrm>
          <a:off x="7704012" y="525902"/>
          <a:ext cx="3480178" cy="1476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kern="1200"/>
            <a:t>Founded by nurses in 1894</a:t>
          </a:r>
        </a:p>
      </dsp:txBody>
      <dsp:txXfrm>
        <a:off x="7704012" y="525902"/>
        <a:ext cx="3480178" cy="1476439"/>
      </dsp:txXfrm>
    </dsp:sp>
    <dsp:sp modelId="{5A7A279A-15BF-41E8-A55A-EC77ECABD673}">
      <dsp:nvSpPr>
        <dsp:cNvPr id="0" name=""/>
        <dsp:cNvSpPr/>
      </dsp:nvSpPr>
      <dsp:spPr>
        <a:xfrm>
          <a:off x="31801" y="2822577"/>
          <a:ext cx="1476439" cy="147643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5EC870-6CD2-4914-9248-C49F355CEC40}">
      <dsp:nvSpPr>
        <dsp:cNvPr id="0" name=""/>
        <dsp:cNvSpPr/>
      </dsp:nvSpPr>
      <dsp:spPr>
        <a:xfrm>
          <a:off x="341853" y="3132629"/>
          <a:ext cx="856334" cy="8563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3CA06E-0878-47D8-B16D-DD5A57821053}">
      <dsp:nvSpPr>
        <dsp:cNvPr id="0" name=""/>
        <dsp:cNvSpPr/>
      </dsp:nvSpPr>
      <dsp:spPr bwMode="white">
        <a:xfrm>
          <a:off x="1824620" y="2822577"/>
          <a:ext cx="3480178" cy="1476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kern="1200"/>
            <a:t>Awarded a royal charter in 1920</a:t>
          </a:r>
        </a:p>
      </dsp:txBody>
      <dsp:txXfrm>
        <a:off x="1824620" y="2822577"/>
        <a:ext cx="3480178" cy="1476439"/>
      </dsp:txXfrm>
    </dsp:sp>
    <dsp:sp modelId="{42CEB213-D306-49E0-A568-36C24E93F49D}">
      <dsp:nvSpPr>
        <dsp:cNvPr id="0" name=""/>
        <dsp:cNvSpPr/>
      </dsp:nvSpPr>
      <dsp:spPr>
        <a:xfrm>
          <a:off x="5911193" y="2822577"/>
          <a:ext cx="1476439" cy="147643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1012B6-BE00-46A2-AC8A-8EA14198E296}">
      <dsp:nvSpPr>
        <dsp:cNvPr id="0" name=""/>
        <dsp:cNvSpPr/>
      </dsp:nvSpPr>
      <dsp:spPr>
        <a:xfrm>
          <a:off x="6221245" y="3132629"/>
          <a:ext cx="856334" cy="85633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BE6159-555F-405A-8A54-98E2C0F5176D}">
      <dsp:nvSpPr>
        <dsp:cNvPr id="0" name=""/>
        <dsp:cNvSpPr/>
      </dsp:nvSpPr>
      <dsp:spPr bwMode="white">
        <a:xfrm>
          <a:off x="7704012" y="2822577"/>
          <a:ext cx="3480178" cy="1476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kern="1200"/>
            <a:t>Provides guidance and support based on regulations and current  research for physiotherapists.</a:t>
          </a:r>
        </a:p>
      </dsp:txBody>
      <dsp:txXfrm>
        <a:off x="7704012" y="2822577"/>
        <a:ext cx="3480178" cy="14764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51618D-1FA3-4459-86BD-5565183D912F}">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2F0919-29CE-453D-B8A4-DBD62A507EAF}">
      <dsp:nvSpPr>
        <dsp:cNvPr id="0" name=""/>
        <dsp:cNvSpPr/>
      </dsp:nvSpPr>
      <dsp:spPr bwMode="white">
        <a:xfrm>
          <a:off x="615713"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This is the process by which you use the information gathered at  assessment with knowledge from up-to-date studies to justify your  treatment</a:t>
          </a:r>
        </a:p>
      </dsp:txBody>
      <dsp:txXfrm>
        <a:off x="696297" y="538547"/>
        <a:ext cx="4171627" cy="2590157"/>
      </dsp:txXfrm>
    </dsp:sp>
    <dsp:sp modelId="{0091CABC-CA8D-4C5D-8314-E8110DBC3CFC}">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BA1237-0AA6-4DE7-9AFA-C755C5B89CE8}">
      <dsp:nvSpPr>
        <dsp:cNvPr id="0" name=""/>
        <dsp:cNvSpPr/>
      </dsp:nvSpPr>
      <dsp:spPr bwMode="white">
        <a:xfrm>
          <a:off x="5911352"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Key part of being an autonomous professional</a:t>
          </a:r>
        </a:p>
      </dsp:txBody>
      <dsp:txXfrm>
        <a:off x="5991936" y="538547"/>
        <a:ext cx="4171627" cy="25901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43EF29-19FF-4844-B018-628A267B86F4}">
      <dsp:nvSpPr>
        <dsp:cNvPr id="0" name=""/>
        <dsp:cNvSpPr/>
      </dsp:nvSpPr>
      <dsp:spPr>
        <a:xfrm>
          <a:off x="0" y="706671"/>
          <a:ext cx="3073451" cy="19516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C73136-D8E4-4019-B4BD-62C5C857D986}">
      <dsp:nvSpPr>
        <dsp:cNvPr id="0" name=""/>
        <dsp:cNvSpPr/>
      </dsp:nvSpPr>
      <dsp:spPr bwMode="white">
        <a:xfrm>
          <a:off x="341494" y="1031091"/>
          <a:ext cx="3073451" cy="19516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Members put individuals at the centre of what they do</a:t>
          </a:r>
        </a:p>
      </dsp:txBody>
      <dsp:txXfrm>
        <a:off x="398656" y="1088253"/>
        <a:ext cx="2959127" cy="1837317"/>
      </dsp:txXfrm>
    </dsp:sp>
    <dsp:sp modelId="{5C0FC39C-D3EB-498F-88BA-6045AD6AD080}">
      <dsp:nvSpPr>
        <dsp:cNvPr id="0" name=""/>
        <dsp:cNvSpPr/>
      </dsp:nvSpPr>
      <dsp:spPr>
        <a:xfrm>
          <a:off x="3756441" y="706671"/>
          <a:ext cx="3073451" cy="19516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62AF2A-36FD-4334-AFA1-662DE4499C84}">
      <dsp:nvSpPr>
        <dsp:cNvPr id="0" name=""/>
        <dsp:cNvSpPr/>
      </dsp:nvSpPr>
      <dsp:spPr bwMode="white">
        <a:xfrm>
          <a:off x="4097935" y="1031091"/>
          <a:ext cx="3073451" cy="19516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Members communicate effectively</a:t>
          </a:r>
        </a:p>
      </dsp:txBody>
      <dsp:txXfrm>
        <a:off x="4155097" y="1088253"/>
        <a:ext cx="2959127" cy="1837317"/>
      </dsp:txXfrm>
    </dsp:sp>
    <dsp:sp modelId="{5EF3C20E-79F3-4651-AB82-73FD825D5332}">
      <dsp:nvSpPr>
        <dsp:cNvPr id="0" name=""/>
        <dsp:cNvSpPr/>
      </dsp:nvSpPr>
      <dsp:spPr>
        <a:xfrm>
          <a:off x="7512882" y="706671"/>
          <a:ext cx="3073451" cy="19516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584B5C-EC96-475C-B8AA-B0B2B8F9AB86}">
      <dsp:nvSpPr>
        <dsp:cNvPr id="0" name=""/>
        <dsp:cNvSpPr/>
      </dsp:nvSpPr>
      <dsp:spPr bwMode="white">
        <a:xfrm>
          <a:off x="7854377" y="1031091"/>
          <a:ext cx="3073451" cy="19516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Members work effectively with others</a:t>
          </a:r>
        </a:p>
      </dsp:txBody>
      <dsp:txXfrm>
        <a:off x="7911539" y="1088253"/>
        <a:ext cx="2959127" cy="183731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D69A13-DAB8-4879-B339-00BDBAE345B0}">
      <dsp:nvSpPr>
        <dsp:cNvPr id="0" name=""/>
        <dsp:cNvSpPr/>
      </dsp:nvSpPr>
      <dsp:spPr bwMode="white">
        <a:xfrm>
          <a:off x="1588251" y="665"/>
          <a:ext cx="6353007" cy="865490"/>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3266" tIns="219835" rIns="123266" bIns="219835" numCol="1" spcCol="1270" anchor="ctr" anchorCtr="0">
          <a:noAutofit/>
        </a:bodyPr>
        <a:lstStyle/>
        <a:p>
          <a:pPr marL="0" lvl="0" indent="0" algn="l" defTabSz="800100">
            <a:lnSpc>
              <a:spcPct val="90000"/>
            </a:lnSpc>
            <a:spcBef>
              <a:spcPct val="0"/>
            </a:spcBef>
            <a:spcAft>
              <a:spcPct val="35000"/>
            </a:spcAft>
            <a:buNone/>
          </a:pPr>
          <a:r>
            <a:rPr lang="en-US" sz="1800" kern="1200"/>
            <a:t>Key points :</a:t>
          </a:r>
        </a:p>
      </dsp:txBody>
      <dsp:txXfrm>
        <a:off x="1588251" y="665"/>
        <a:ext cx="6353007" cy="865490"/>
      </dsp:txXfrm>
    </dsp:sp>
    <dsp:sp modelId="{91E01E32-6B33-43D9-8056-D4AE36167121}">
      <dsp:nvSpPr>
        <dsp:cNvPr id="0" name=""/>
        <dsp:cNvSpPr/>
      </dsp:nvSpPr>
      <dsp:spPr bwMode="white">
        <a:xfrm>
          <a:off x="0" y="665"/>
          <a:ext cx="1588251" cy="865490"/>
        </a:xfrm>
        <a:prstGeom prst="rect">
          <a:avLst/>
        </a:prstGeom>
        <a:solidFill>
          <a:schemeClr val="lt1">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4045" tIns="85491" rIns="84045" bIns="85491" numCol="1" spcCol="1270" anchor="ctr" anchorCtr="0">
          <a:noAutofit/>
        </a:bodyPr>
        <a:lstStyle/>
        <a:p>
          <a:pPr marL="0" lvl="0" indent="0" algn="ctr" defTabSz="1066800">
            <a:lnSpc>
              <a:spcPct val="90000"/>
            </a:lnSpc>
            <a:spcBef>
              <a:spcPct val="0"/>
            </a:spcBef>
            <a:spcAft>
              <a:spcPct val="35000"/>
            </a:spcAft>
            <a:buNone/>
          </a:pPr>
          <a:r>
            <a:rPr lang="en-US" sz="2400" kern="1200"/>
            <a:t>Key</a:t>
          </a:r>
        </a:p>
      </dsp:txBody>
      <dsp:txXfrm>
        <a:off x="0" y="665"/>
        <a:ext cx="1588251" cy="865490"/>
      </dsp:txXfrm>
    </dsp:sp>
    <dsp:sp modelId="{5C3FAB3B-72F5-4B1C-AAC7-691159683574}">
      <dsp:nvSpPr>
        <dsp:cNvPr id="0" name=""/>
        <dsp:cNvSpPr/>
      </dsp:nvSpPr>
      <dsp:spPr bwMode="white">
        <a:xfrm>
          <a:off x="1588251" y="918085"/>
          <a:ext cx="6353007" cy="865490"/>
        </a:xfrm>
        <a:prstGeom prst="rect">
          <a:avLst/>
        </a:prstGeom>
        <a:gradFill rotWithShape="0">
          <a:gsLst>
            <a:gs pos="0">
              <a:schemeClr val="accent5">
                <a:hueOff val="-1351709"/>
                <a:satOff val="-3484"/>
                <a:lumOff val="-2353"/>
                <a:alphaOff val="0"/>
                <a:satMod val="103000"/>
                <a:lumMod val="102000"/>
                <a:tint val="94000"/>
              </a:schemeClr>
            </a:gs>
            <a:gs pos="50000">
              <a:schemeClr val="accent5">
                <a:hueOff val="-1351709"/>
                <a:satOff val="-3484"/>
                <a:lumOff val="-2353"/>
                <a:alphaOff val="0"/>
                <a:satMod val="110000"/>
                <a:lumMod val="100000"/>
                <a:shade val="100000"/>
              </a:schemeClr>
            </a:gs>
            <a:gs pos="100000">
              <a:schemeClr val="accent5">
                <a:hueOff val="-1351709"/>
                <a:satOff val="-3484"/>
                <a:lumOff val="-2353"/>
                <a:alphaOff val="0"/>
                <a:lumMod val="99000"/>
                <a:satMod val="120000"/>
                <a:shade val="78000"/>
              </a:schemeClr>
            </a:gs>
          </a:gsLst>
          <a:lin ang="5400000" scaled="0"/>
        </a:gradFill>
        <a:ln w="6350" cap="flat" cmpd="sng" algn="ctr">
          <a:solidFill>
            <a:schemeClr val="accent5">
              <a:hueOff val="-1351709"/>
              <a:satOff val="-3484"/>
              <a:lumOff val="-2353"/>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3266" tIns="219835" rIns="123266" bIns="219835" numCol="1" spcCol="1270" anchor="ctr" anchorCtr="0">
          <a:noAutofit/>
        </a:bodyPr>
        <a:lstStyle/>
        <a:p>
          <a:pPr marL="0" lvl="0" indent="0" algn="l" defTabSz="800100">
            <a:lnSpc>
              <a:spcPct val="90000"/>
            </a:lnSpc>
            <a:spcBef>
              <a:spcPct val="0"/>
            </a:spcBef>
            <a:spcAft>
              <a:spcPct val="35000"/>
            </a:spcAft>
            <a:buNone/>
          </a:pPr>
          <a:r>
            <a:rPr lang="en-US" sz="1800" kern="1200"/>
            <a:t>Understand an individual’s needs and tailor your service to them</a:t>
          </a:r>
        </a:p>
      </dsp:txBody>
      <dsp:txXfrm>
        <a:off x="1588251" y="918085"/>
        <a:ext cx="6353007" cy="865490"/>
      </dsp:txXfrm>
    </dsp:sp>
    <dsp:sp modelId="{5ABA5A09-396A-4DB0-9FBD-E02C356FAC10}">
      <dsp:nvSpPr>
        <dsp:cNvPr id="0" name=""/>
        <dsp:cNvSpPr/>
      </dsp:nvSpPr>
      <dsp:spPr bwMode="white">
        <a:xfrm>
          <a:off x="0" y="918085"/>
          <a:ext cx="1588251" cy="865490"/>
        </a:xfrm>
        <a:prstGeom prst="rect">
          <a:avLst/>
        </a:prstGeom>
        <a:solidFill>
          <a:schemeClr val="lt1">
            <a:hueOff val="0"/>
            <a:satOff val="0"/>
            <a:lumOff val="0"/>
            <a:alphaOff val="0"/>
          </a:schemeClr>
        </a:solidFill>
        <a:ln w="6350" cap="flat" cmpd="sng" algn="ctr">
          <a:solidFill>
            <a:schemeClr val="accent5">
              <a:hueOff val="-1351709"/>
              <a:satOff val="-3484"/>
              <a:lumOff val="-235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4045" tIns="85491" rIns="84045" bIns="85491" numCol="1" spcCol="1270" anchor="ctr" anchorCtr="0">
          <a:noAutofit/>
        </a:bodyPr>
        <a:lstStyle/>
        <a:p>
          <a:pPr marL="0" lvl="0" indent="0" algn="ctr" defTabSz="889000">
            <a:lnSpc>
              <a:spcPct val="90000"/>
            </a:lnSpc>
            <a:spcBef>
              <a:spcPct val="0"/>
            </a:spcBef>
            <a:spcAft>
              <a:spcPct val="35000"/>
            </a:spcAft>
            <a:buNone/>
          </a:pPr>
          <a:r>
            <a:rPr lang="en-US" sz="2000" kern="1200"/>
            <a:t>Understand</a:t>
          </a:r>
        </a:p>
      </dsp:txBody>
      <dsp:txXfrm>
        <a:off x="0" y="918085"/>
        <a:ext cx="1588251" cy="865490"/>
      </dsp:txXfrm>
    </dsp:sp>
    <dsp:sp modelId="{8223FA76-91C4-481D-9887-9583A1E7CE9B}">
      <dsp:nvSpPr>
        <dsp:cNvPr id="0" name=""/>
        <dsp:cNvSpPr/>
      </dsp:nvSpPr>
      <dsp:spPr bwMode="white">
        <a:xfrm>
          <a:off x="1588251" y="1835505"/>
          <a:ext cx="6353007" cy="865490"/>
        </a:xfrm>
        <a:prstGeom prst="rect">
          <a:avLst/>
        </a:prstGeom>
        <a:gradFill rotWithShape="0">
          <a:gsLst>
            <a:gs pos="0">
              <a:schemeClr val="accent5">
                <a:hueOff val="-2703417"/>
                <a:satOff val="-6968"/>
                <a:lumOff val="-4706"/>
                <a:alphaOff val="0"/>
                <a:satMod val="103000"/>
                <a:lumMod val="102000"/>
                <a:tint val="94000"/>
              </a:schemeClr>
            </a:gs>
            <a:gs pos="50000">
              <a:schemeClr val="accent5">
                <a:hueOff val="-2703417"/>
                <a:satOff val="-6968"/>
                <a:lumOff val="-4706"/>
                <a:alphaOff val="0"/>
                <a:satMod val="110000"/>
                <a:lumMod val="100000"/>
                <a:shade val="100000"/>
              </a:schemeClr>
            </a:gs>
            <a:gs pos="100000">
              <a:schemeClr val="accent5">
                <a:hueOff val="-2703417"/>
                <a:satOff val="-6968"/>
                <a:lumOff val="-4706"/>
                <a:alphaOff val="0"/>
                <a:lumMod val="99000"/>
                <a:satMod val="120000"/>
                <a:shade val="78000"/>
              </a:schemeClr>
            </a:gs>
          </a:gsLst>
          <a:lin ang="5400000" scaled="0"/>
        </a:gradFill>
        <a:ln w="6350" cap="flat" cmpd="sng" algn="ctr">
          <a:solidFill>
            <a:schemeClr val="accent5">
              <a:hueOff val="-2703417"/>
              <a:satOff val="-6968"/>
              <a:lumOff val="-4706"/>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3266" tIns="219835" rIns="123266" bIns="219835" numCol="1" spcCol="1270" anchor="ctr" anchorCtr="0">
          <a:noAutofit/>
        </a:bodyPr>
        <a:lstStyle/>
        <a:p>
          <a:pPr marL="0" lvl="0" indent="0" algn="l" defTabSz="800100">
            <a:lnSpc>
              <a:spcPct val="90000"/>
            </a:lnSpc>
            <a:spcBef>
              <a:spcPct val="0"/>
            </a:spcBef>
            <a:spcAft>
              <a:spcPct val="35000"/>
            </a:spcAft>
            <a:buNone/>
          </a:pPr>
          <a:r>
            <a:rPr lang="en-US" sz="1800" kern="1200"/>
            <a:t>Be aware of vulnerabilities and act with compassion</a:t>
          </a:r>
        </a:p>
      </dsp:txBody>
      <dsp:txXfrm>
        <a:off x="1588251" y="1835505"/>
        <a:ext cx="6353007" cy="865490"/>
      </dsp:txXfrm>
    </dsp:sp>
    <dsp:sp modelId="{20C89956-355E-472D-B866-44678CE59E6E}">
      <dsp:nvSpPr>
        <dsp:cNvPr id="0" name=""/>
        <dsp:cNvSpPr/>
      </dsp:nvSpPr>
      <dsp:spPr bwMode="white">
        <a:xfrm>
          <a:off x="0" y="1835505"/>
          <a:ext cx="1588251" cy="865490"/>
        </a:xfrm>
        <a:prstGeom prst="rect">
          <a:avLst/>
        </a:prstGeom>
        <a:solidFill>
          <a:schemeClr val="lt1">
            <a:hueOff val="0"/>
            <a:satOff val="0"/>
            <a:lumOff val="0"/>
            <a:alphaOff val="0"/>
          </a:schemeClr>
        </a:solidFill>
        <a:ln w="6350" cap="flat" cmpd="sng" algn="ctr">
          <a:solidFill>
            <a:schemeClr val="accent5">
              <a:hueOff val="-2703417"/>
              <a:satOff val="-6968"/>
              <a:lumOff val="-470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4045" tIns="85491" rIns="84045" bIns="85491" numCol="1" spcCol="1270" anchor="ctr" anchorCtr="0">
          <a:noAutofit/>
        </a:bodyPr>
        <a:lstStyle/>
        <a:p>
          <a:pPr marL="0" lvl="0" indent="0" algn="ctr" defTabSz="1066800">
            <a:lnSpc>
              <a:spcPct val="90000"/>
            </a:lnSpc>
            <a:spcBef>
              <a:spcPct val="0"/>
            </a:spcBef>
            <a:spcAft>
              <a:spcPct val="35000"/>
            </a:spcAft>
            <a:buNone/>
          </a:pPr>
          <a:r>
            <a:rPr lang="en-US" sz="2400" kern="1200"/>
            <a:t>Be</a:t>
          </a:r>
        </a:p>
      </dsp:txBody>
      <dsp:txXfrm>
        <a:off x="0" y="1835505"/>
        <a:ext cx="1588251" cy="865490"/>
      </dsp:txXfrm>
    </dsp:sp>
    <dsp:sp modelId="{31817382-4B9F-4127-9F7E-B61ECD1AB496}">
      <dsp:nvSpPr>
        <dsp:cNvPr id="0" name=""/>
        <dsp:cNvSpPr/>
      </dsp:nvSpPr>
      <dsp:spPr bwMode="white">
        <a:xfrm>
          <a:off x="1588251" y="2752924"/>
          <a:ext cx="6353007" cy="865490"/>
        </a:xfrm>
        <a:prstGeom prst="rect">
          <a:avLst/>
        </a:prstGeom>
        <a:gradFill rotWithShape="0">
          <a:gsLst>
            <a:gs pos="0">
              <a:schemeClr val="accent5">
                <a:hueOff val="-4055126"/>
                <a:satOff val="-10451"/>
                <a:lumOff val="-7059"/>
                <a:alphaOff val="0"/>
                <a:satMod val="103000"/>
                <a:lumMod val="102000"/>
                <a:tint val="94000"/>
              </a:schemeClr>
            </a:gs>
            <a:gs pos="50000">
              <a:schemeClr val="accent5">
                <a:hueOff val="-4055126"/>
                <a:satOff val="-10451"/>
                <a:lumOff val="-7059"/>
                <a:alphaOff val="0"/>
                <a:satMod val="110000"/>
                <a:lumMod val="100000"/>
                <a:shade val="100000"/>
              </a:schemeClr>
            </a:gs>
            <a:gs pos="100000">
              <a:schemeClr val="accent5">
                <a:hueOff val="-4055126"/>
                <a:satOff val="-10451"/>
                <a:lumOff val="-7059"/>
                <a:alphaOff val="0"/>
                <a:lumMod val="99000"/>
                <a:satMod val="120000"/>
                <a:shade val="78000"/>
              </a:schemeClr>
            </a:gs>
          </a:gsLst>
          <a:lin ang="5400000" scaled="0"/>
        </a:gradFill>
        <a:ln w="6350" cap="flat" cmpd="sng" algn="ctr">
          <a:solidFill>
            <a:schemeClr val="accent5">
              <a:hueOff val="-4055126"/>
              <a:satOff val="-10451"/>
              <a:lumOff val="-7059"/>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3266" tIns="219835" rIns="123266" bIns="219835" numCol="1" spcCol="1270" anchor="ctr" anchorCtr="0">
          <a:noAutofit/>
        </a:bodyPr>
        <a:lstStyle/>
        <a:p>
          <a:pPr marL="0" lvl="0" indent="0" algn="l" defTabSz="800100">
            <a:lnSpc>
              <a:spcPct val="90000"/>
            </a:lnSpc>
            <a:spcBef>
              <a:spcPct val="0"/>
            </a:spcBef>
            <a:spcAft>
              <a:spcPct val="35000"/>
            </a:spcAft>
            <a:buNone/>
          </a:pPr>
          <a:r>
            <a:rPr lang="en-US" sz="1800" kern="1200"/>
            <a:t>Behave in a non-discriminatory manner respecting cultural differences ad  beliefs</a:t>
          </a:r>
        </a:p>
      </dsp:txBody>
      <dsp:txXfrm>
        <a:off x="1588251" y="2752924"/>
        <a:ext cx="6353007" cy="865490"/>
      </dsp:txXfrm>
    </dsp:sp>
    <dsp:sp modelId="{833242A7-8287-4D3E-A6FD-FF6DACA2D53E}">
      <dsp:nvSpPr>
        <dsp:cNvPr id="0" name=""/>
        <dsp:cNvSpPr/>
      </dsp:nvSpPr>
      <dsp:spPr bwMode="white">
        <a:xfrm>
          <a:off x="0" y="2752924"/>
          <a:ext cx="1588251" cy="865490"/>
        </a:xfrm>
        <a:prstGeom prst="rect">
          <a:avLst/>
        </a:prstGeom>
        <a:solidFill>
          <a:schemeClr val="lt1">
            <a:hueOff val="0"/>
            <a:satOff val="0"/>
            <a:lumOff val="0"/>
            <a:alphaOff val="0"/>
          </a:schemeClr>
        </a:solidFill>
        <a:ln w="6350" cap="flat" cmpd="sng" algn="ctr">
          <a:solidFill>
            <a:schemeClr val="accent5">
              <a:hueOff val="-4055126"/>
              <a:satOff val="-10451"/>
              <a:lumOff val="-705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4045" tIns="85491" rIns="84045" bIns="85491" numCol="1" spcCol="1270" anchor="ctr" anchorCtr="0">
          <a:noAutofit/>
        </a:bodyPr>
        <a:lstStyle/>
        <a:p>
          <a:pPr marL="0" lvl="0" indent="0" algn="ctr" defTabSz="1066800">
            <a:lnSpc>
              <a:spcPct val="90000"/>
            </a:lnSpc>
            <a:spcBef>
              <a:spcPct val="0"/>
            </a:spcBef>
            <a:spcAft>
              <a:spcPct val="35000"/>
            </a:spcAft>
            <a:buNone/>
          </a:pPr>
          <a:r>
            <a:rPr lang="en-US" sz="2400" kern="1200"/>
            <a:t>Behave</a:t>
          </a:r>
        </a:p>
      </dsp:txBody>
      <dsp:txXfrm>
        <a:off x="0" y="2752924"/>
        <a:ext cx="1588251" cy="865490"/>
      </dsp:txXfrm>
    </dsp:sp>
    <dsp:sp modelId="{B9C07DC2-D603-418A-83E5-0ACE20EE2AE5}">
      <dsp:nvSpPr>
        <dsp:cNvPr id="0" name=""/>
        <dsp:cNvSpPr/>
      </dsp:nvSpPr>
      <dsp:spPr bwMode="white">
        <a:xfrm>
          <a:off x="1588251" y="3670344"/>
          <a:ext cx="6353007" cy="865490"/>
        </a:xfrm>
        <a:prstGeom prst="rect">
          <a:avLst/>
        </a:prstGeom>
        <a:gradFill rotWithShape="0">
          <a:gsLst>
            <a:gs pos="0">
              <a:schemeClr val="accent5">
                <a:hueOff val="-5406834"/>
                <a:satOff val="-13935"/>
                <a:lumOff val="-9412"/>
                <a:alphaOff val="0"/>
                <a:satMod val="103000"/>
                <a:lumMod val="102000"/>
                <a:tint val="94000"/>
              </a:schemeClr>
            </a:gs>
            <a:gs pos="50000">
              <a:schemeClr val="accent5">
                <a:hueOff val="-5406834"/>
                <a:satOff val="-13935"/>
                <a:lumOff val="-9412"/>
                <a:alphaOff val="0"/>
                <a:satMod val="110000"/>
                <a:lumMod val="100000"/>
                <a:shade val="100000"/>
              </a:schemeClr>
            </a:gs>
            <a:gs pos="100000">
              <a:schemeClr val="accent5">
                <a:hueOff val="-5406834"/>
                <a:satOff val="-13935"/>
                <a:lumOff val="-9412"/>
                <a:alphaOff val="0"/>
                <a:lumMod val="99000"/>
                <a:satMod val="120000"/>
                <a:shade val="78000"/>
              </a:schemeClr>
            </a:gs>
          </a:gsLst>
          <a:lin ang="5400000" scaled="0"/>
        </a:gradFill>
        <a:ln w="6350" cap="flat" cmpd="sng" algn="ctr">
          <a:solidFill>
            <a:schemeClr val="accent5">
              <a:hueOff val="-5406834"/>
              <a:satOff val="-13935"/>
              <a:lumOff val="-941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3266" tIns="219835" rIns="123266" bIns="219835" numCol="1" spcCol="1270" anchor="ctr" anchorCtr="0">
          <a:noAutofit/>
        </a:bodyPr>
        <a:lstStyle/>
        <a:p>
          <a:pPr marL="0" lvl="0" indent="0" algn="l" defTabSz="800100">
            <a:lnSpc>
              <a:spcPct val="90000"/>
            </a:lnSpc>
            <a:spcBef>
              <a:spcPct val="0"/>
            </a:spcBef>
            <a:spcAft>
              <a:spcPct val="35000"/>
            </a:spcAft>
            <a:buNone/>
          </a:pPr>
          <a:r>
            <a:rPr lang="en-US" sz="1800" kern="1200"/>
            <a:t>Communicate effectively with others by adapting to specific needs</a:t>
          </a:r>
        </a:p>
      </dsp:txBody>
      <dsp:txXfrm>
        <a:off x="1588251" y="3670344"/>
        <a:ext cx="6353007" cy="865490"/>
      </dsp:txXfrm>
    </dsp:sp>
    <dsp:sp modelId="{41B4A28A-9E30-4783-ADBE-D321DE67568E}">
      <dsp:nvSpPr>
        <dsp:cNvPr id="0" name=""/>
        <dsp:cNvSpPr/>
      </dsp:nvSpPr>
      <dsp:spPr bwMode="white">
        <a:xfrm>
          <a:off x="0" y="3670344"/>
          <a:ext cx="1588251" cy="865490"/>
        </a:xfrm>
        <a:prstGeom prst="rect">
          <a:avLst/>
        </a:prstGeom>
        <a:solidFill>
          <a:schemeClr val="lt1">
            <a:hueOff val="0"/>
            <a:satOff val="0"/>
            <a:lumOff val="0"/>
            <a:alphaOff val="0"/>
          </a:schemeClr>
        </a:solidFill>
        <a:ln w="6350" cap="flat" cmpd="sng" algn="ctr">
          <a:solidFill>
            <a:schemeClr val="accent5">
              <a:hueOff val="-5406834"/>
              <a:satOff val="-13935"/>
              <a:lumOff val="-941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4045" tIns="85491" rIns="84045" bIns="85491" numCol="1" spcCol="1270" anchor="ctr" anchorCtr="0">
          <a:noAutofit/>
        </a:bodyPr>
        <a:lstStyle/>
        <a:p>
          <a:pPr marL="0" lvl="0" indent="0" algn="ctr" defTabSz="800100">
            <a:lnSpc>
              <a:spcPct val="90000"/>
            </a:lnSpc>
            <a:spcBef>
              <a:spcPct val="0"/>
            </a:spcBef>
            <a:spcAft>
              <a:spcPct val="35000"/>
            </a:spcAft>
            <a:buNone/>
          </a:pPr>
          <a:r>
            <a:rPr lang="en-US" sz="1800" kern="1200"/>
            <a:t>Communicate</a:t>
          </a:r>
        </a:p>
      </dsp:txBody>
      <dsp:txXfrm>
        <a:off x="0" y="3670344"/>
        <a:ext cx="1588251" cy="865490"/>
      </dsp:txXfrm>
    </dsp:sp>
    <dsp:sp modelId="{90D15750-C5C8-44B9-A58E-81DC94366319}">
      <dsp:nvSpPr>
        <dsp:cNvPr id="0" name=""/>
        <dsp:cNvSpPr/>
      </dsp:nvSpPr>
      <dsp:spPr bwMode="white">
        <a:xfrm>
          <a:off x="1588251" y="4587764"/>
          <a:ext cx="6353007" cy="865490"/>
        </a:xfrm>
        <a:prstGeom prst="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3266" tIns="219835" rIns="123266" bIns="219835" numCol="1" spcCol="1270" anchor="ctr" anchorCtr="0">
          <a:noAutofit/>
        </a:bodyPr>
        <a:lstStyle/>
        <a:p>
          <a:pPr marL="0" lvl="0" indent="0" algn="l" defTabSz="800100">
            <a:lnSpc>
              <a:spcPct val="90000"/>
            </a:lnSpc>
            <a:spcBef>
              <a:spcPct val="0"/>
            </a:spcBef>
            <a:spcAft>
              <a:spcPct val="35000"/>
            </a:spcAft>
            <a:buNone/>
          </a:pPr>
          <a:r>
            <a:rPr lang="en-US" sz="1800" kern="1200"/>
            <a:t>Engage with other members of the MDT and support their work within their  scope of practice</a:t>
          </a:r>
        </a:p>
      </dsp:txBody>
      <dsp:txXfrm>
        <a:off x="1588251" y="4587764"/>
        <a:ext cx="6353007" cy="865490"/>
      </dsp:txXfrm>
    </dsp:sp>
    <dsp:sp modelId="{DBC6C11E-63FF-44AB-BF75-0034F1F03543}">
      <dsp:nvSpPr>
        <dsp:cNvPr id="0" name=""/>
        <dsp:cNvSpPr/>
      </dsp:nvSpPr>
      <dsp:spPr bwMode="white">
        <a:xfrm>
          <a:off x="0" y="4587764"/>
          <a:ext cx="1588251" cy="865490"/>
        </a:xfrm>
        <a:prstGeom prst="rect">
          <a:avLst/>
        </a:prstGeom>
        <a:solidFill>
          <a:schemeClr val="lt1">
            <a:hueOff val="0"/>
            <a:satOff val="0"/>
            <a:lumOff val="0"/>
            <a:alphaOff val="0"/>
          </a:schemeClr>
        </a:soli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4045" tIns="85491" rIns="84045" bIns="85491" numCol="1" spcCol="1270" anchor="ctr" anchorCtr="0">
          <a:noAutofit/>
        </a:bodyPr>
        <a:lstStyle/>
        <a:p>
          <a:pPr marL="0" lvl="0" indent="0" algn="ctr" defTabSz="1066800">
            <a:lnSpc>
              <a:spcPct val="90000"/>
            </a:lnSpc>
            <a:spcBef>
              <a:spcPct val="0"/>
            </a:spcBef>
            <a:spcAft>
              <a:spcPct val="35000"/>
            </a:spcAft>
            <a:buNone/>
          </a:pPr>
          <a:r>
            <a:rPr lang="en-US" sz="2400" kern="1200"/>
            <a:t>Engage</a:t>
          </a:r>
        </a:p>
      </dsp:txBody>
      <dsp:txXfrm>
        <a:off x="0" y="4587764"/>
        <a:ext cx="1588251" cy="86549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1EEB60-1344-4DE7-B0B3-0CE2B19E43B1}">
      <dsp:nvSpPr>
        <dsp:cNvPr id="0" name=""/>
        <dsp:cNvSpPr/>
      </dsp:nvSpPr>
      <dsp:spPr bwMode="white">
        <a:xfrm>
          <a:off x="0" y="126680"/>
          <a:ext cx="6666833" cy="123317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Members contribute to continuous improvement</a:t>
          </a:r>
        </a:p>
      </dsp:txBody>
      <dsp:txXfrm>
        <a:off x="60199" y="186879"/>
        <a:ext cx="6546435" cy="1112781"/>
      </dsp:txXfrm>
    </dsp:sp>
    <dsp:sp modelId="{9674F26A-7D2D-4DEF-B1D5-7887BCCCB398}">
      <dsp:nvSpPr>
        <dsp:cNvPr id="0" name=""/>
        <dsp:cNvSpPr/>
      </dsp:nvSpPr>
      <dsp:spPr bwMode="white">
        <a:xfrm>
          <a:off x="0" y="1449140"/>
          <a:ext cx="6666833" cy="1233179"/>
        </a:xfrm>
        <a:prstGeom prst="roundRect">
          <a:avLst/>
        </a:prstGeom>
        <a:gradFill rotWithShape="0">
          <a:gsLst>
            <a:gs pos="0">
              <a:schemeClr val="accent2">
                <a:hueOff val="-485121"/>
                <a:satOff val="-27976"/>
                <a:lumOff val="2876"/>
                <a:alphaOff val="0"/>
                <a:satMod val="103000"/>
                <a:lumMod val="102000"/>
                <a:tint val="94000"/>
              </a:schemeClr>
            </a:gs>
            <a:gs pos="50000">
              <a:schemeClr val="accent2">
                <a:hueOff val="-485121"/>
                <a:satOff val="-27976"/>
                <a:lumOff val="2876"/>
                <a:alphaOff val="0"/>
                <a:satMod val="110000"/>
                <a:lumMod val="100000"/>
                <a:shade val="100000"/>
              </a:schemeClr>
            </a:gs>
            <a:gs pos="100000">
              <a:schemeClr val="accent2">
                <a:hueOff val="-485121"/>
                <a:satOff val="-27976"/>
                <a:lumOff val="287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Members demonstrate innovation and leadership</a:t>
          </a:r>
        </a:p>
      </dsp:txBody>
      <dsp:txXfrm>
        <a:off x="60199" y="1509339"/>
        <a:ext cx="6546435" cy="1112781"/>
      </dsp:txXfrm>
    </dsp:sp>
    <dsp:sp modelId="{B8F3ADB0-A7E0-4A68-B457-D49A14906249}">
      <dsp:nvSpPr>
        <dsp:cNvPr id="0" name=""/>
        <dsp:cNvSpPr/>
      </dsp:nvSpPr>
      <dsp:spPr bwMode="white">
        <a:xfrm>
          <a:off x="0" y="2771600"/>
          <a:ext cx="6666833" cy="1233179"/>
        </a:xfrm>
        <a:prstGeom prst="roundRect">
          <a:avLst/>
        </a:prstGeom>
        <a:gradFill rotWithShape="0">
          <a:gsLst>
            <a:gs pos="0">
              <a:schemeClr val="accent2">
                <a:hueOff val="-970242"/>
                <a:satOff val="-55952"/>
                <a:lumOff val="5752"/>
                <a:alphaOff val="0"/>
                <a:satMod val="103000"/>
                <a:lumMod val="102000"/>
                <a:tint val="94000"/>
              </a:schemeClr>
            </a:gs>
            <a:gs pos="50000">
              <a:schemeClr val="accent2">
                <a:hueOff val="-970242"/>
                <a:satOff val="-55952"/>
                <a:lumOff val="5752"/>
                <a:alphaOff val="0"/>
                <a:satMod val="110000"/>
                <a:lumMod val="100000"/>
                <a:shade val="100000"/>
              </a:schemeClr>
            </a:gs>
            <a:gs pos="100000">
              <a:schemeClr val="accent2">
                <a:hueOff val="-970242"/>
                <a:satOff val="-55952"/>
                <a:lumOff val="575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Members support others’ learning and development</a:t>
          </a:r>
        </a:p>
      </dsp:txBody>
      <dsp:txXfrm>
        <a:off x="60199" y="2831799"/>
        <a:ext cx="6546435" cy="1112781"/>
      </dsp:txXfrm>
    </dsp:sp>
    <dsp:sp modelId="{F5CB9EE1-09B8-440D-BA6B-22D044018872}">
      <dsp:nvSpPr>
        <dsp:cNvPr id="0" name=""/>
        <dsp:cNvSpPr/>
      </dsp:nvSpPr>
      <dsp:spPr bwMode="white">
        <a:xfrm>
          <a:off x="0" y="4094060"/>
          <a:ext cx="6666833" cy="1233179"/>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Members contribute to the development of physiotherapy practice</a:t>
          </a:r>
        </a:p>
      </dsp:txBody>
      <dsp:txXfrm>
        <a:off x="60199" y="4154259"/>
        <a:ext cx="6546435" cy="1112781"/>
      </dsp:txXfrm>
    </dsp:sp>
  </dsp:spTree>
</dsp:drawing>
</file>

<file path=ppt/diagrams/layout1.xml><?xml version="1.0" encoding="utf-8"?>
<dgm:layoutDef xmlns:dgm="http://schemas.openxmlformats.org/drawingml/2006/diagram" xmlns:a="http://schemas.openxmlformats.org/drawingml/2006/main" uniqueId="urn:microsoft.com/office/officeart/2005/8/layout/vList2#1">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contDir" val="sameDir"/>
            <dgm:param type="grDir" val="tL"/>
            <dgm:param type="flowDir" val="row"/>
          </dgm:alg>
        </dgm:if>
        <dgm:else name="Name5">
          <dgm:alg type="snake">
            <dgm:param type="contDir" val="sameDir"/>
            <dgm:param type="grDir" val="tR"/>
            <dgm:param type="flowDir" val="row"/>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parTxLTRAlign" val="l"/>
                  <dgm:param type="parTxRTLAlign" val="l"/>
                  <dgm:param type="shpTxLTRAlignCh" val="l"/>
                  <dgm:param type="shpTxRTLAlignCh" val="l"/>
                  <dgm:param type="txAnchorVert" val="mid"/>
                </dgm:alg>
              </dgm:if>
              <dgm:else name="Name9">
                <dgm:alg type="tx">
                  <dgm:param type="parTxLTRAlign" val="r"/>
                  <dgm:param type="parTxRTLAlign" val="r"/>
                  <dgm:param type="shpTxLTRAlignCh" val="r"/>
                  <dgm:param type="shpTxRTLAlignCh" val="r"/>
                  <dgm:param type="txAnchorVert" val="mid"/>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ierarchy1#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2">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parTxLTRAlign" val="l"/>
            <dgm:param type="parTxRTLAlign" val="r"/>
            <dgm:param type="shpTxLTRAlignCh" val="l"/>
            <dgm:param type="shpTxRTLAlignCh" val="r"/>
            <dgm:param type="stBulletLvl" val="0"/>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2">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CC435-1190-42A3-A841-8F6328169EF8}" type="datetimeFigureOut">
              <a:rPr lang="en-GB" smtClean="0"/>
              <a:t>02/10/2024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ECA12B-8A74-4496-A7C1-0363E2EF7A41}" type="slidenum">
              <a:rPr lang="en-GB" smtClean="0"/>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hcpc-uk.org/standards/"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b="0" i="0">
                <a:solidFill>
                  <a:srgbClr val="002F6C"/>
                </a:solidFill>
                <a:effectLst/>
                <a:latin typeface="Lato" panose="020F0502020204030204" pitchFamily="34" charset="0"/>
              </a:rPr>
              <a:t>15 health and care professions in the UK</a:t>
            </a:r>
          </a:p>
          <a:p>
            <a:pPr marL="0" marR="0" lvl="0" indent="0" algn="l" defTabSz="914400" rtl="0" eaLnBrk="1" fontAlgn="auto" latinLnBrk="0" hangingPunct="1">
              <a:lnSpc>
                <a:spcPct val="100000"/>
              </a:lnSpc>
              <a:spcBef>
                <a:spcPts val="0"/>
              </a:spcBef>
              <a:spcAft>
                <a:spcPts val="0"/>
              </a:spcAft>
              <a:buClrTx/>
              <a:buSzTx/>
              <a:buFontTx/>
              <a:buNone/>
              <a:defRPr/>
            </a:pPr>
            <a:r>
              <a:rPr lang="en-GB" b="0" i="0">
                <a:solidFill>
                  <a:srgbClr val="002F6C"/>
                </a:solidFill>
                <a:effectLst/>
                <a:latin typeface="Lato" panose="020F0502020204030204" pitchFamily="34" charset="0"/>
              </a:rPr>
              <a:t>By law, people must be registered with us to work in the UK in any of the</a:t>
            </a:r>
          </a:p>
          <a:p>
            <a:pPr algn="l">
              <a:buFont typeface="Arial" panose="020B0604020202020204" pitchFamily="34" charset="0"/>
              <a:buChar char="•"/>
            </a:pPr>
            <a:r>
              <a:rPr lang="en-GB" b="0" i="0" u="none" strike="noStrike">
                <a:solidFill>
                  <a:srgbClr val="006BA6"/>
                </a:solidFill>
                <a:effectLst/>
                <a:latin typeface="Lato" panose="020F0502020204030204" pitchFamily="34" charset="0"/>
                <a:hlinkClick r:id="rId3"/>
              </a:rPr>
              <a:t>set standards</a:t>
            </a:r>
            <a:r>
              <a:rPr lang="en-GB" b="0" i="0">
                <a:solidFill>
                  <a:srgbClr val="002F6C"/>
                </a:solidFill>
                <a:effectLst/>
                <a:latin typeface="Lato" panose="020F0502020204030204" pitchFamily="34" charset="0"/>
              </a:rPr>
              <a:t> for professionals' education and training and practice;</a:t>
            </a:r>
          </a:p>
          <a:p>
            <a:br>
              <a:rPr lang="en-GB"/>
            </a:br>
            <a:endParaRPr lang="en-GB"/>
          </a:p>
        </p:txBody>
      </p:sp>
      <p:sp>
        <p:nvSpPr>
          <p:cNvPr id="4" name="Slide Number Placeholder 3"/>
          <p:cNvSpPr>
            <a:spLocks noGrp="1"/>
          </p:cNvSpPr>
          <p:nvPr>
            <p:ph type="sldNum" sz="quarter" idx="5"/>
          </p:nvPr>
        </p:nvSpPr>
        <p:spPr/>
        <p:txBody>
          <a:bodyPr/>
          <a:lstStyle/>
          <a:p>
            <a:fld id="{D6ECA12B-8A74-4496-A7C1-0363E2EF7A41}" type="slidenum">
              <a:rPr lang="en-GB" smtClean="0"/>
              <a:t>4</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Recently reviewed the standards of proficiency for all 15 professions</a:t>
            </a:r>
          </a:p>
        </p:txBody>
      </p:sp>
      <p:sp>
        <p:nvSpPr>
          <p:cNvPr id="4" name="Slide Number Placeholder 3"/>
          <p:cNvSpPr>
            <a:spLocks noGrp="1"/>
          </p:cNvSpPr>
          <p:nvPr>
            <p:ph type="sldNum" sz="quarter" idx="5"/>
          </p:nvPr>
        </p:nvSpPr>
        <p:spPr/>
        <p:txBody>
          <a:bodyPr/>
          <a:lstStyle/>
          <a:p>
            <a:fld id="{D6ECA12B-8A74-4496-A7C1-0363E2EF7A41}" type="slidenum">
              <a:rPr lang="en-GB" smtClean="0"/>
              <a:t>12</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ctr">
              <a:buFont typeface="Arial" panose="020B0604020202020204" pitchFamily="34" charset="0"/>
              <a:buChar char="•"/>
            </a:pPr>
            <a:r>
              <a:rPr lang="en-GB" b="0" i="0">
                <a:solidFill>
                  <a:srgbClr val="001D35"/>
                </a:solidFill>
                <a:effectLst/>
                <a:highlight>
                  <a:srgbClr val="FFFFFF"/>
                </a:highlight>
                <a:latin typeface="Google Sans"/>
              </a:rPr>
              <a:t>The clinical reasoning cycle is a tool that helps HP make decisions by considering many factors and stimulating critical thinking.</a:t>
            </a:r>
          </a:p>
          <a:p>
            <a:pPr algn="l" fontAlgn="ctr">
              <a:buFont typeface="Arial" panose="020B0604020202020204" pitchFamily="34" charset="0"/>
              <a:buChar char="•"/>
            </a:pPr>
            <a:endParaRPr lang="en-GB" b="0" i="0">
              <a:solidFill>
                <a:srgbClr val="001D35"/>
              </a:solidFill>
              <a:effectLst/>
              <a:highlight>
                <a:srgbClr val="FFFFFF"/>
              </a:highlight>
              <a:latin typeface="Google Sans"/>
            </a:endParaRPr>
          </a:p>
          <a:p>
            <a:pPr algn="l" fontAlgn="ctr">
              <a:buFont typeface="Arial" panose="020B0604020202020204" pitchFamily="34" charset="0"/>
              <a:buChar char="•"/>
            </a:pPr>
            <a:r>
              <a:rPr lang="en-GB" b="0" i="0">
                <a:solidFill>
                  <a:srgbClr val="001D35"/>
                </a:solidFill>
                <a:effectLst/>
                <a:highlight>
                  <a:srgbClr val="FFFFFF"/>
                </a:highlight>
                <a:latin typeface="Google Sans"/>
              </a:rPr>
              <a:t>Look: Consider the current context and what is most important for the patient </a:t>
            </a:r>
          </a:p>
          <a:p>
            <a:pPr algn="l" fontAlgn="ctr">
              <a:buFont typeface="Arial" panose="020B0604020202020204" pitchFamily="34" charset="0"/>
              <a:buChar char="•"/>
            </a:pPr>
            <a:r>
              <a:rPr lang="en-GB" b="0" i="0">
                <a:solidFill>
                  <a:srgbClr val="001D35"/>
                </a:solidFill>
                <a:effectLst/>
                <a:highlight>
                  <a:srgbClr val="FFFFFF"/>
                </a:highlight>
                <a:latin typeface="Google Sans"/>
              </a:rPr>
              <a:t>Collect: Gather information </a:t>
            </a:r>
          </a:p>
          <a:p>
            <a:pPr algn="l" fontAlgn="ctr">
              <a:buFont typeface="Arial" panose="020B0604020202020204" pitchFamily="34" charset="0"/>
              <a:buChar char="•"/>
            </a:pPr>
            <a:r>
              <a:rPr lang="en-GB" b="0" i="0">
                <a:solidFill>
                  <a:srgbClr val="001D35"/>
                </a:solidFill>
                <a:effectLst/>
                <a:highlight>
                  <a:srgbClr val="FFFFFF"/>
                </a:highlight>
                <a:latin typeface="Google Sans"/>
              </a:rPr>
              <a:t>Process: Consider the information in the context of the patient's situation </a:t>
            </a:r>
          </a:p>
          <a:p>
            <a:pPr algn="l" fontAlgn="ctr">
              <a:buFont typeface="Arial" panose="020B0604020202020204" pitchFamily="34" charset="0"/>
              <a:buChar char="•"/>
            </a:pPr>
            <a:r>
              <a:rPr lang="en-GB" b="0" i="0">
                <a:solidFill>
                  <a:srgbClr val="001D35"/>
                </a:solidFill>
                <a:effectLst/>
                <a:highlight>
                  <a:srgbClr val="FFFFFF"/>
                </a:highlight>
                <a:latin typeface="Google Sans"/>
              </a:rPr>
              <a:t>Identify: Identify the problem or issue </a:t>
            </a:r>
          </a:p>
          <a:p>
            <a:pPr algn="l" fontAlgn="ctr">
              <a:buFont typeface="Arial" panose="020B0604020202020204" pitchFamily="34" charset="0"/>
              <a:buChar char="•"/>
            </a:pPr>
            <a:r>
              <a:rPr lang="en-GB" b="0" i="0">
                <a:solidFill>
                  <a:srgbClr val="001D35"/>
                </a:solidFill>
                <a:effectLst/>
                <a:highlight>
                  <a:srgbClr val="FFFFFF"/>
                </a:highlight>
                <a:latin typeface="Google Sans"/>
              </a:rPr>
              <a:t>Establish goals: Determine what is important in the short-term and potentially mid- to long-term </a:t>
            </a:r>
          </a:p>
          <a:p>
            <a:pPr algn="l" fontAlgn="ctr"/>
            <a:r>
              <a:rPr lang="en-GB" b="0" i="0">
                <a:solidFill>
                  <a:srgbClr val="001D35"/>
                </a:solidFill>
                <a:effectLst/>
                <a:highlight>
                  <a:srgbClr val="FFFFFF"/>
                </a:highlight>
                <a:latin typeface="Google Sans"/>
              </a:rPr>
              <a:t>Take action: Decide on the best course of action </a:t>
            </a:r>
          </a:p>
          <a:p>
            <a:pPr algn="l" fontAlgn="ctr"/>
            <a:r>
              <a:rPr lang="en-GB" b="0" i="0">
                <a:solidFill>
                  <a:srgbClr val="001D35"/>
                </a:solidFill>
                <a:effectLst/>
                <a:highlight>
                  <a:srgbClr val="FFFFFF"/>
                </a:highlight>
                <a:latin typeface="Google Sans"/>
              </a:rPr>
              <a:t>Evaluate outcomes: Consider what has changed after taking action </a:t>
            </a:r>
          </a:p>
          <a:p>
            <a:pPr algn="l" fontAlgn="ctr"/>
            <a:r>
              <a:rPr lang="en-GB" b="0" i="0">
                <a:solidFill>
                  <a:srgbClr val="001D35"/>
                </a:solidFill>
                <a:effectLst/>
                <a:highlight>
                  <a:srgbClr val="FFFFFF"/>
                </a:highlight>
                <a:latin typeface="Google Sans"/>
              </a:rPr>
              <a:t>Reflect: Consider what has been learned from the process </a:t>
            </a:r>
          </a:p>
          <a:p>
            <a:br>
              <a:rPr lang="en-GB" b="0" i="0">
                <a:solidFill>
                  <a:srgbClr val="001D35"/>
                </a:solidFill>
                <a:effectLst/>
                <a:highlight>
                  <a:srgbClr val="FFFFFF"/>
                </a:highlight>
                <a:latin typeface="Google Sans"/>
              </a:rPr>
            </a:br>
            <a:endParaRPr lang="en-GB"/>
          </a:p>
        </p:txBody>
      </p:sp>
      <p:sp>
        <p:nvSpPr>
          <p:cNvPr id="4" name="Slide Number Placeholder 3"/>
          <p:cNvSpPr>
            <a:spLocks noGrp="1"/>
          </p:cNvSpPr>
          <p:nvPr>
            <p:ph type="sldNum" sz="quarter" idx="5"/>
          </p:nvPr>
        </p:nvSpPr>
        <p:spPr/>
        <p:txBody>
          <a:bodyPr/>
          <a:lstStyle/>
          <a:p>
            <a:fld id="{D6ECA12B-8A74-4496-A7C1-0363E2EF7A41}" type="slidenum">
              <a:rPr lang="en-GB" smtClean="0"/>
              <a:t>21</a:t>
            </a:fld>
            <a:endParaRPr lang="en-GB"/>
          </a:p>
        </p:txBody>
      </p:sp>
    </p:spTree>
    <p:extLst>
      <p:ext uri="{BB962C8B-B14F-4D97-AF65-F5344CB8AC3E}">
        <p14:creationId xmlns:p14="http://schemas.microsoft.com/office/powerpoint/2010/main" val="3153869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200" spc="-5">
                <a:latin typeface="Calibri" panose="020F0502020204030204"/>
                <a:cs typeface="Calibri" panose="020F0502020204030204"/>
              </a:rPr>
              <a:t>Learning </a:t>
            </a:r>
            <a:r>
              <a:rPr lang="en-GB" sz="1200" spc="-10">
                <a:latin typeface="Calibri" panose="020F0502020204030204"/>
                <a:cs typeface="Calibri" panose="020F0502020204030204"/>
              </a:rPr>
              <a:t>disability</a:t>
            </a:r>
            <a:r>
              <a:rPr lang="en-GB" sz="1200" spc="50">
                <a:latin typeface="Calibri" panose="020F0502020204030204"/>
                <a:cs typeface="Calibri" panose="020F0502020204030204"/>
              </a:rPr>
              <a:t> </a:t>
            </a:r>
            <a:r>
              <a:rPr lang="en-GB" sz="1200" spc="-5">
                <a:latin typeface="Calibri" panose="020F0502020204030204"/>
                <a:cs typeface="Calibri" panose="020F0502020204030204"/>
              </a:rPr>
              <a:t>passports: list of needs of the patient and how the health care service can help make you feel comfortable.</a:t>
            </a:r>
            <a:endParaRPr lang="en-GB" sz="1200">
              <a:latin typeface="Calibri" panose="020F0502020204030204"/>
              <a:cs typeface="Calibri" panose="020F0502020204030204"/>
            </a:endParaRPr>
          </a:p>
          <a:p>
            <a:endParaRPr lang="en-GB"/>
          </a:p>
        </p:txBody>
      </p:sp>
      <p:sp>
        <p:nvSpPr>
          <p:cNvPr id="4" name="Slide Number Placeholder 3"/>
          <p:cNvSpPr>
            <a:spLocks noGrp="1"/>
          </p:cNvSpPr>
          <p:nvPr>
            <p:ph type="sldNum" sz="quarter" idx="5"/>
          </p:nvPr>
        </p:nvSpPr>
        <p:spPr/>
        <p:txBody>
          <a:bodyPr/>
          <a:lstStyle/>
          <a:p>
            <a:fld id="{D6ECA12B-8A74-4496-A7C1-0363E2EF7A41}" type="slidenum">
              <a:rPr lang="en-GB" smtClean="0"/>
              <a:t>30</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HCPC standards of proficiency can serve as a guide</a:t>
            </a:r>
          </a:p>
        </p:txBody>
      </p:sp>
      <p:sp>
        <p:nvSpPr>
          <p:cNvPr id="4" name="Slide Number Placeholder 3"/>
          <p:cNvSpPr>
            <a:spLocks noGrp="1"/>
          </p:cNvSpPr>
          <p:nvPr>
            <p:ph type="sldNum" sz="quarter" idx="5"/>
          </p:nvPr>
        </p:nvSpPr>
        <p:spPr/>
        <p:txBody>
          <a:bodyPr/>
          <a:lstStyle/>
          <a:p>
            <a:fld id="{D6ECA12B-8A74-4496-A7C1-0363E2EF7A41}" type="slidenum">
              <a:rPr lang="en-GB" smtClean="0"/>
              <a:t>32</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6F822E37-41DD-484D-ADC1-41DBBBCFE9F0}" type="datetimeFigureOut">
              <a:rPr lang="en-GB" smtClean="0"/>
              <a:t>02/10/2024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16DA67B-AC3D-476F-960E-44EA2F7889F0}"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F822E37-41DD-484D-ADC1-41DBBBCFE9F0}" type="datetimeFigureOut">
              <a:rPr lang="en-GB" smtClean="0"/>
              <a:t>02/10/2024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16DA67B-AC3D-476F-960E-44EA2F7889F0}"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822E37-41DD-484D-ADC1-41DBBBCFE9F0}" type="datetimeFigureOut">
              <a:rPr lang="en-GB" smtClean="0"/>
              <a:t>02/10/2024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16DA67B-AC3D-476F-960E-44EA2F7889F0}"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F822E37-41DD-484D-ADC1-41DBBBCFE9F0}" type="datetimeFigureOut">
              <a:rPr lang="en-GB" smtClean="0"/>
              <a:t>02/10/2024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16DA67B-AC3D-476F-960E-44EA2F7889F0}"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6F822E37-41DD-484D-ADC1-41DBBBCFE9F0}" type="datetimeFigureOut">
              <a:rPr lang="en-GB" smtClean="0"/>
              <a:t>02/10/2024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16DA67B-AC3D-476F-960E-44EA2F7889F0}"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6F822E37-41DD-484D-ADC1-41DBBBCFE9F0}" type="datetimeFigureOut">
              <a:rPr lang="en-GB" smtClean="0"/>
              <a:t>02/10/2024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16DA67B-AC3D-476F-960E-44EA2F7889F0}"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822E37-41DD-484D-ADC1-41DBBBCFE9F0}" type="datetimeFigureOut">
              <a:rPr lang="en-GB" smtClean="0"/>
              <a:t>02/10/2024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16DA67B-AC3D-476F-960E-44EA2F7889F0}"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F822E37-41DD-484D-ADC1-41DBBBCFE9F0}" type="datetimeFigureOut">
              <a:rPr lang="en-GB" smtClean="0"/>
              <a:t>02/10/2024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16DA67B-AC3D-476F-960E-44EA2F7889F0}"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F822E37-41DD-484D-ADC1-41DBBBCFE9F0}" type="datetimeFigureOut">
              <a:rPr lang="en-GB" smtClean="0"/>
              <a:t>02/10/2024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16DA67B-AC3D-476F-960E-44EA2F7889F0}"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F822E37-41DD-484D-ADC1-41DBBBCFE9F0}" type="datetimeFigureOut">
              <a:rPr lang="en-GB" smtClean="0"/>
              <a:t>02/10/2024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16DA67B-AC3D-476F-960E-44EA2F7889F0}"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F822E37-41DD-484D-ADC1-41DBBBCFE9F0}" type="datetimeFigureOut">
              <a:rPr lang="en-GB" smtClean="0"/>
              <a:t>02/10/2024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16DA67B-AC3D-476F-960E-44EA2F7889F0}" type="slidenum">
              <a:rPr lang="en-GB" smtClean="0"/>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1189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22E37-41DD-484D-ADC1-41DBBBCFE9F0}" type="datetimeFigureOut">
              <a:rPr lang="en-GB" smtClean="0"/>
              <a:t>02/10/2024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6DA67B-AC3D-476F-960E-44EA2F7889F0}"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hcpc-uk.org/standards/"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hyperlink" Target="http://www.csp.org.uk/publications/code-members-professional-" TargetMode="External"/><Relationship Id="rId2" Type="http://schemas.openxmlformats.org/officeDocument/2006/relationships/hyperlink" Target="http://www.hcpc-uk.org/resources/reports/2011/professionalism-in-healthcare-professionals/" TargetMode="External"/><Relationship Id="rId1" Type="http://schemas.openxmlformats.org/officeDocument/2006/relationships/slideLayout" Target="../slideLayouts/slideLayout2.xml"/><Relationship Id="rId5" Type="http://schemas.openxmlformats.org/officeDocument/2006/relationships/hyperlink" Target="http://www.gov.uk/government/publications/newborn-hearing-screening-programme-nhsp-" TargetMode="External"/><Relationship Id="rId4" Type="http://schemas.openxmlformats.org/officeDocument/2006/relationships/hyperlink" Target="http://www.csp.org.uk/about-c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ideo 4" descr="People Discussing"/>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a:fillRect/>
          </a:stretch>
        </p:blipFill>
        <p:spPr>
          <a:xfrm>
            <a:off x="-3047" y="10"/>
            <a:ext cx="12191999" cy="6857990"/>
          </a:xfrm>
          <a:prstGeom prst="rect">
            <a:avLst/>
          </a:prstGeom>
        </p:spPr>
      </p:pic>
      <p:sp>
        <p:nvSpPr>
          <p:cNvPr id="11" name="Rectangle 10"/>
          <p:cNvSpPr>
            <a:spLocks noGrp="1" noRot="1" noChangeAspect="1" noMove="1" noResize="1" noEditPoints="1" noAdjustHandles="1" noChangeArrowheads="1" noChangeShapeType="1" noTextEdit="1"/>
          </p:cNvSpPr>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47472" y="325549"/>
            <a:ext cx="11371634" cy="3731495"/>
          </a:xfrm>
          <a:effectLst>
            <a:outerShdw blurRad="50800" dist="38100" dir="2700000" algn="tl" rotWithShape="0">
              <a:prstClr val="black">
                <a:alpha val="40000"/>
              </a:prstClr>
            </a:outerShdw>
          </a:effectLst>
        </p:spPr>
        <p:txBody>
          <a:bodyPr>
            <a:normAutofit/>
          </a:bodyPr>
          <a:lstStyle/>
          <a:p>
            <a:r>
              <a:rPr lang="en-GB">
                <a:solidFill>
                  <a:srgbClr val="FFFFFF"/>
                </a:solidFill>
              </a:rPr>
              <a:t>PROFESSIONALISM AND THE CSP</a:t>
            </a:r>
          </a:p>
        </p:txBody>
      </p:sp>
      <p:sp>
        <p:nvSpPr>
          <p:cNvPr id="3" name="Subtitle 2"/>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en-GB">
                <a:solidFill>
                  <a:srgbClr val="FFFFFF"/>
                </a:solidFill>
              </a:rPr>
              <a:t>Ngozi Onuegbu PhD</a:t>
            </a:r>
          </a:p>
          <a:p>
            <a:r>
              <a:rPr lang="en-GB">
                <a:solidFill>
                  <a:srgbClr val="FFFFFF"/>
                </a:solidFill>
              </a:rPr>
              <a:t>PT7002/PT4051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13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Learning Outcomes:</a:t>
            </a:r>
          </a:p>
        </p:txBody>
      </p:sp>
      <p:sp>
        <p:nvSpPr>
          <p:cNvPr id="3" name="Content Placeholder 2"/>
          <p:cNvSpPr>
            <a:spLocks noGrp="1"/>
          </p:cNvSpPr>
          <p:nvPr>
            <p:ph idx="1"/>
          </p:nvPr>
        </p:nvSpPr>
        <p:spPr/>
        <p:txBody>
          <a:bodyPr/>
          <a:lstStyle/>
          <a:p>
            <a:r>
              <a:rPr lang="en-GB" b="0" i="0">
                <a:solidFill>
                  <a:srgbClr val="000000"/>
                </a:solidFill>
                <a:effectLst/>
                <a:latin typeface="Times New Roman" panose="02020603050405020304" pitchFamily="18" charset="0"/>
              </a:rPr>
              <a:t>Understand the CSP and its role in professional practice </a:t>
            </a:r>
          </a:p>
          <a:p>
            <a:endParaRPr lang="en-GB" b="0" i="0">
              <a:solidFill>
                <a:srgbClr val="000000"/>
              </a:solidFill>
              <a:effectLst/>
              <a:latin typeface="Times New Roman" panose="02020603050405020304" pitchFamily="18" charset="0"/>
            </a:endParaRPr>
          </a:p>
          <a:p>
            <a:r>
              <a:rPr lang="en-GB" b="0" i="0">
                <a:solidFill>
                  <a:srgbClr val="000000"/>
                </a:solidFill>
                <a:effectLst/>
                <a:latin typeface="Times New Roman" panose="02020603050405020304" pitchFamily="18" charset="0"/>
              </a:rPr>
              <a:t>Identify the knowledge, skills, behaviour, and values underpinning Physiotherapy practice </a:t>
            </a:r>
          </a:p>
          <a:p>
            <a:endParaRPr lang="en-GB" b="0" i="0">
              <a:solidFill>
                <a:srgbClr val="000000"/>
              </a:solidFill>
              <a:effectLst/>
              <a:latin typeface="Times New Roman" panose="02020603050405020304" pitchFamily="18" charset="0"/>
            </a:endParaRPr>
          </a:p>
          <a:p>
            <a:r>
              <a:rPr lang="en-GB" b="0" i="0">
                <a:solidFill>
                  <a:srgbClr val="000000"/>
                </a:solidFill>
                <a:effectLst/>
                <a:latin typeface="Times New Roman" panose="02020603050405020304" pitchFamily="18" charset="0"/>
              </a:rPr>
              <a:t>Code of Members professional values and behaviour</a:t>
            </a:r>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rot="5400000">
            <a:off x="-1270325" y="3369273"/>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1"/>
          <p:cNvSpPr>
            <a:spLocks noGrp="1" noRot="1" noChangeAspect="1" noMove="1" noResize="1" noEditPoints="1" noAdjustHandles="1" noChangeArrowheads="1" noChangeShapeType="1" noTextEdit="1"/>
          </p:cNvSpPr>
          <p:nvPr/>
        </p:nvSpPr>
        <p:spPr>
          <a:xfrm rot="16200000">
            <a:off x="6374475" y="1040470"/>
            <a:ext cx="6858003" cy="47770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a:off x="387914" y="857786"/>
            <a:ext cx="11067024"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87689" y="3071183"/>
            <a:ext cx="9910296" cy="2590027"/>
          </a:xfrm>
        </p:spPr>
        <p:txBody>
          <a:bodyPr vert="horz" lIns="91440" tIns="45720" rIns="91440" bIns="45720" rtlCol="0" anchor="t">
            <a:normAutofit/>
          </a:bodyPr>
          <a:lstStyle/>
          <a:p>
            <a:r>
              <a:rPr lang="en-US" sz="8000" kern="1200">
                <a:solidFill>
                  <a:schemeClr val="tx1"/>
                </a:solidFill>
                <a:latin typeface="+mj-lt"/>
                <a:ea typeface="+mj-ea"/>
                <a:cs typeface="+mj-cs"/>
              </a:rPr>
              <a:t>What is Professionalism?</a:t>
            </a:r>
          </a:p>
        </p:txBody>
      </p:sp>
      <p:sp>
        <p:nvSpPr>
          <p:cNvPr id="3" name="Content Placeholder 2"/>
          <p:cNvSpPr>
            <a:spLocks noGrp="1"/>
          </p:cNvSpPr>
          <p:nvPr>
            <p:ph idx="1"/>
          </p:nvPr>
        </p:nvSpPr>
        <p:spPr>
          <a:xfrm>
            <a:off x="987688" y="1553518"/>
            <a:ext cx="9910295" cy="1281733"/>
          </a:xfrm>
        </p:spPr>
        <p:txBody>
          <a:bodyPr vert="horz" lIns="91440" tIns="45720" rIns="91440" bIns="45720" rtlCol="0" anchor="b">
            <a:normAutofit/>
          </a:bodyPr>
          <a:lstStyle/>
          <a:p>
            <a:pPr marL="0" indent="0">
              <a:buNone/>
            </a:pPr>
            <a:r>
              <a:rPr lang="en-US" sz="2400" b="0" i="0" kern="1200">
                <a:solidFill>
                  <a:schemeClr val="tx1"/>
                </a:solidFill>
                <a:effectLst/>
                <a:latin typeface="+mn-lt"/>
                <a:ea typeface="+mn-ea"/>
                <a:cs typeface="+mn-cs"/>
              </a:rPr>
              <a:t>qualities, skills, competence and behaviours you are expected to bring to physiotherapy. </a:t>
            </a:r>
          </a:p>
        </p:txBody>
      </p:sp>
      <p:sp>
        <p:nvSpPr>
          <p:cNvPr id="16" name="Rectangle 15"/>
          <p:cNvSpPr>
            <a:spLocks noGrp="1" noRot="1" noChangeAspect="1" noMove="1" noResize="1" noEditPoints="1" noAdjustHandles="1" noChangeArrowheads="1" noChangeShapeType="1" noTextEdit="1"/>
          </p:cNvSpPr>
          <p:nvPr/>
        </p:nvSpPr>
        <p:spPr>
          <a:xfrm rot="5400000">
            <a:off x="-1524009" y="3366125"/>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442906" y="5377343"/>
            <a:ext cx="8053432" cy="646331"/>
          </a:xfrm>
          <a:prstGeom prst="rect">
            <a:avLst/>
          </a:prstGeom>
          <a:noFill/>
        </p:spPr>
        <p:txBody>
          <a:bodyPr wrap="square" rtlCol="0">
            <a:spAutoFit/>
          </a:bodyPr>
          <a:lstStyle/>
          <a:p>
            <a:r>
              <a:rPr lang="en-US" sz="1800" b="0" i="1" kern="1200">
                <a:solidFill>
                  <a:srgbClr val="00B0F0"/>
                </a:solidFill>
                <a:effectLst/>
                <a:latin typeface="+mn-lt"/>
                <a:ea typeface="+mn-ea"/>
                <a:cs typeface="+mn-cs"/>
              </a:rPr>
              <a:t>CSP https://www.csp.org.uk/content/what-professionalism</a:t>
            </a:r>
          </a:p>
          <a:p>
            <a:endParaRPr lang="en-GB">
              <a:solidFill>
                <a:srgbClr val="00B0F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What is the HCPC? </a:t>
            </a:r>
            <a:r>
              <a:rPr lang="en-GB">
                <a:highlight>
                  <a:srgbClr val="FFFF00"/>
                </a:highlight>
              </a:rPr>
              <a:t>Global context</a:t>
            </a:r>
            <a:r>
              <a:rPr lang="en-GB"/>
              <a:t>.</a:t>
            </a:r>
          </a:p>
        </p:txBody>
      </p:sp>
      <p:sp>
        <p:nvSpPr>
          <p:cNvPr id="3" name="Content Placeholder 2"/>
          <p:cNvSpPr>
            <a:spLocks noGrp="1"/>
          </p:cNvSpPr>
          <p:nvPr>
            <p:ph idx="1"/>
          </p:nvPr>
        </p:nvSpPr>
        <p:spPr/>
        <p:txBody>
          <a:bodyPr/>
          <a:lstStyle/>
          <a:p>
            <a:r>
              <a:rPr lang="en-GB"/>
              <a:t>Health and Care Professions Council.</a:t>
            </a:r>
          </a:p>
          <a:p>
            <a:r>
              <a:rPr lang="en-GB" i="1">
                <a:solidFill>
                  <a:srgbClr val="002F6C"/>
                </a:solidFill>
                <a:latin typeface="Lato" panose="020F0502020204030204" pitchFamily="34" charset="0"/>
              </a:rPr>
              <a:t>R</a:t>
            </a:r>
            <a:r>
              <a:rPr lang="en-GB" b="0" i="1">
                <a:solidFill>
                  <a:srgbClr val="002F6C"/>
                </a:solidFill>
                <a:effectLst/>
                <a:latin typeface="Lato" panose="020F0502020204030204" pitchFamily="34" charset="0"/>
              </a:rPr>
              <a:t>egulator of health and care professions in the UK</a:t>
            </a:r>
          </a:p>
          <a:p>
            <a:r>
              <a:rPr lang="en-GB" i="1">
                <a:solidFill>
                  <a:srgbClr val="002F6C"/>
                </a:solidFill>
                <a:latin typeface="Lato" panose="020F0502020204030204" pitchFamily="34" charset="0"/>
              </a:rPr>
              <a:t>15 Professions</a:t>
            </a:r>
            <a:endParaRPr lang="en-GB" b="0" i="1">
              <a:solidFill>
                <a:srgbClr val="002F6C"/>
              </a:solidFill>
              <a:effectLst/>
              <a:latin typeface="Lato" panose="020F0502020204030204" pitchFamily="34" charset="0"/>
            </a:endParaRPr>
          </a:p>
          <a:p>
            <a:endParaRPr lang="en-GB" i="1">
              <a:solidFill>
                <a:srgbClr val="002F6C"/>
              </a:solidFill>
              <a:latin typeface="Lato" panose="020F0502020204030204" pitchFamily="34" charset="0"/>
            </a:endParaRPr>
          </a:p>
          <a:p>
            <a:r>
              <a:rPr lang="en-GB" b="0">
                <a:solidFill>
                  <a:srgbClr val="002F6C"/>
                </a:solidFill>
                <a:effectLst/>
                <a:latin typeface="Lato" panose="020F0502020204030204" pitchFamily="34" charset="0"/>
              </a:rPr>
              <a:t>Key Roles:</a:t>
            </a:r>
          </a:p>
        </p:txBody>
      </p:sp>
      <p:sp>
        <p:nvSpPr>
          <p:cNvPr id="4" name="Oval 3"/>
          <p:cNvSpPr/>
          <p:nvPr/>
        </p:nvSpPr>
        <p:spPr>
          <a:xfrm>
            <a:off x="553674" y="4345498"/>
            <a:ext cx="3112316" cy="164424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i="0">
                <a:solidFill>
                  <a:schemeClr val="bg1"/>
                </a:solidFill>
                <a:effectLst/>
                <a:latin typeface="Lato" panose="020F0502020204030204" pitchFamily="34" charset="0"/>
              </a:rPr>
              <a:t>TO PROTECT THE PUBLIC.</a:t>
            </a:r>
            <a:endParaRPr lang="en-GB" b="1">
              <a:solidFill>
                <a:schemeClr val="bg1"/>
              </a:solidFill>
            </a:endParaRPr>
          </a:p>
        </p:txBody>
      </p:sp>
      <p:sp>
        <p:nvSpPr>
          <p:cNvPr id="5" name="Oval 4"/>
          <p:cNvSpPr/>
          <p:nvPr/>
        </p:nvSpPr>
        <p:spPr>
          <a:xfrm>
            <a:off x="4204364" y="4345498"/>
            <a:ext cx="3112316" cy="1644242"/>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l"/>
            <a:r>
              <a:rPr lang="en-GB" sz="2800" b="0" i="0" strike="noStrike">
                <a:solidFill>
                  <a:schemeClr val="tx1"/>
                </a:solidFill>
                <a:effectLst/>
                <a:latin typeface="Lato" panose="020F0502020204030204" pitchFamily="34" charset="0"/>
                <a:hlinkClick r:id="rId3"/>
              </a:rPr>
              <a:t>Set standards</a:t>
            </a:r>
            <a:endParaRPr lang="en-GB" sz="2800" b="1">
              <a:solidFill>
                <a:schemeClr val="tx1"/>
              </a:solidFill>
            </a:endParaRPr>
          </a:p>
        </p:txBody>
      </p:sp>
      <p:sp>
        <p:nvSpPr>
          <p:cNvPr id="7" name="Oval 6"/>
          <p:cNvSpPr/>
          <p:nvPr/>
        </p:nvSpPr>
        <p:spPr>
          <a:xfrm>
            <a:off x="7855055" y="4396077"/>
            <a:ext cx="3112316" cy="164424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l"/>
            <a:r>
              <a:rPr lang="en-GB" sz="2800" b="0" i="0" strike="noStrike">
                <a:solidFill>
                  <a:schemeClr val="tx1"/>
                </a:solidFill>
                <a:effectLst/>
                <a:latin typeface="Lato" panose="020F0502020204030204" pitchFamily="34" charset="0"/>
              </a:rPr>
              <a:t>Program approval</a:t>
            </a:r>
            <a:endParaRPr lang="en-GB" sz="2800" b="1">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 name="picture 106"/>
          <p:cNvPicPr>
            <a:picLocks noChangeAspect="1"/>
          </p:cNvPicPr>
          <p:nvPr/>
        </p:nvPicPr>
        <p:blipFill>
          <a:blip r:embed="rId2"/>
          <a:stretch>
            <a:fillRect/>
          </a:stretch>
        </p:blipFill>
        <p:spPr>
          <a:xfrm rot="21600000">
            <a:off x="1524000" y="0"/>
            <a:ext cx="9144000" cy="6857998"/>
          </a:xfrm>
          <a:prstGeom prst="rect">
            <a:avLst/>
          </a:prstGeom>
        </p:spPr>
      </p:pic>
      <p:graphicFrame>
        <p:nvGraphicFramePr>
          <p:cNvPr id="108" name="table 108"/>
          <p:cNvGraphicFramePr>
            <a:graphicFrameLocks noGrp="1"/>
          </p:cNvGraphicFramePr>
          <p:nvPr/>
        </p:nvGraphicFramePr>
        <p:xfrm>
          <a:off x="2201862" y="2849627"/>
          <a:ext cx="2616200" cy="789939"/>
        </p:xfrm>
        <a:graphic>
          <a:graphicData uri="http://schemas.openxmlformats.org/drawingml/2006/table">
            <a:tbl>
              <a:tblPr>
                <a:solidFill>
                  <a:srgbClr val="9BBB59"/>
                </a:solidFill>
              </a:tblPr>
              <a:tblGrid>
                <a:gridCol w="2616200">
                  <a:extLst>
                    <a:ext uri="{9D8B030D-6E8A-4147-A177-3AD203B41FA5}">
                      <a16:colId xmlns:a16="http://schemas.microsoft.com/office/drawing/2014/main" val="20000"/>
                    </a:ext>
                  </a:extLst>
                </a:gridCol>
              </a:tblGrid>
              <a:tr h="789939">
                <a:tc>
                  <a:txBody>
                    <a:bodyPr/>
                    <a:lstStyle/>
                    <a:p>
                      <a:pPr algn="l" rtl="0" eaLnBrk="0">
                        <a:lnSpc>
                          <a:spcPct val="150000"/>
                        </a:lnSpc>
                        <a:tabLst/>
                      </a:pPr>
                      <a:endParaRPr sz="1000">
                        <a:latin typeface="Arial"/>
                        <a:ea typeface="Arial"/>
                        <a:cs typeface="Arial"/>
                      </a:endParaRPr>
                    </a:p>
                    <a:p>
                      <a:pPr marL="109220" algn="l" rtl="0" eaLnBrk="0">
                        <a:lnSpc>
                          <a:spcPct val="81000"/>
                        </a:lnSpc>
                        <a:spcBef>
                          <a:spcPts val="5"/>
                        </a:spcBef>
                        <a:tabLst/>
                      </a:pPr>
                      <a:r>
                        <a:rPr sz="2400" kern="0" spc="-10">
                          <a:solidFill>
                            <a:srgbClr val="FFFFFF">
                              <a:alpha val="100000"/>
                            </a:srgbClr>
                          </a:solidFill>
                          <a:latin typeface="Arial"/>
                          <a:ea typeface="Arial"/>
                          <a:cs typeface="Arial"/>
                        </a:rPr>
                        <a:t>Summer 2022</a:t>
                      </a:r>
                      <a:endParaRPr sz="2400">
                        <a:latin typeface="Arial"/>
                        <a:ea typeface="Arial"/>
                        <a:cs typeface="Arial"/>
                      </a:endParaRPr>
                    </a:p>
                  </a:txBody>
                  <a:tcPr marL="0" marR="0" marT="0" marB="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BBB59"/>
                    </a:solidFill>
                  </a:tcPr>
                </a:tc>
                <a:extLst>
                  <a:ext uri="{0D108BD9-81ED-4DB2-BD59-A6C34878D82A}">
                    <a16:rowId xmlns:a16="http://schemas.microsoft.com/office/drawing/2014/main" val="10000"/>
                  </a:ext>
                </a:extLst>
              </a:tr>
            </a:tbl>
          </a:graphicData>
        </a:graphic>
      </p:graphicFrame>
      <p:graphicFrame>
        <p:nvGraphicFramePr>
          <p:cNvPr id="110" name="table 110"/>
          <p:cNvGraphicFramePr>
            <a:graphicFrameLocks noGrp="1"/>
          </p:cNvGraphicFramePr>
          <p:nvPr/>
        </p:nvGraphicFramePr>
        <p:xfrm>
          <a:off x="2201862" y="3373438"/>
          <a:ext cx="2540000" cy="2295525"/>
        </p:xfrm>
        <a:graphic>
          <a:graphicData uri="http://schemas.openxmlformats.org/drawingml/2006/table">
            <a:tbl>
              <a:tblPr>
                <a:solidFill>
                  <a:srgbClr val="FFFFFF"/>
                </a:solidFill>
              </a:tblPr>
              <a:tblGrid>
                <a:gridCol w="2540000">
                  <a:extLst>
                    <a:ext uri="{9D8B030D-6E8A-4147-A177-3AD203B41FA5}">
                      <a16:colId xmlns:a16="http://schemas.microsoft.com/office/drawing/2014/main" val="20000"/>
                    </a:ext>
                  </a:extLst>
                </a:gridCol>
              </a:tblGrid>
              <a:tr h="2295525">
                <a:tc>
                  <a:txBody>
                    <a:bodyPr/>
                    <a:lstStyle/>
                    <a:p>
                      <a:pPr algn="l" rtl="0" eaLnBrk="0">
                        <a:lnSpc>
                          <a:spcPct val="107000"/>
                        </a:lnSpc>
                        <a:tabLst/>
                      </a:pPr>
                      <a:endParaRPr sz="800">
                        <a:latin typeface="Arial"/>
                        <a:ea typeface="Arial"/>
                        <a:cs typeface="Arial"/>
                      </a:endParaRPr>
                    </a:p>
                    <a:p>
                      <a:pPr marL="454659" indent="-346075" algn="l" rtl="0" eaLnBrk="0">
                        <a:lnSpc>
                          <a:spcPct val="95000"/>
                        </a:lnSpc>
                        <a:tabLst/>
                      </a:pPr>
                      <a:r>
                        <a:rPr sz="2000" kern="0" spc="-20">
                          <a:solidFill>
                            <a:srgbClr val="000000">
                              <a:alpha val="100000"/>
                            </a:srgbClr>
                          </a:solidFill>
                          <a:latin typeface="Arial"/>
                          <a:ea typeface="Arial"/>
                          <a:cs typeface="Arial"/>
                        </a:rPr>
                        <a:t>•</a:t>
                      </a:r>
                      <a:r>
                        <a:rPr sz="2000" kern="0" spc="160">
                          <a:solidFill>
                            <a:srgbClr val="000000">
                              <a:alpha val="100000"/>
                            </a:srgbClr>
                          </a:solidFill>
                          <a:latin typeface="Arial"/>
                          <a:ea typeface="Arial"/>
                          <a:cs typeface="Arial"/>
                        </a:rPr>
                        <a:t>   </a:t>
                      </a:r>
                      <a:r>
                        <a:rPr sz="2000" kern="0" spc="-20">
                          <a:solidFill>
                            <a:srgbClr val="000000">
                              <a:alpha val="100000"/>
                            </a:srgbClr>
                          </a:solidFill>
                          <a:latin typeface="Arial"/>
                          <a:ea typeface="Arial"/>
                          <a:cs typeface="Arial"/>
                        </a:rPr>
                        <a:t>Revised SO</a:t>
                      </a:r>
                      <a:r>
                        <a:rPr sz="2000" kern="0" spc="-30">
                          <a:solidFill>
                            <a:srgbClr val="000000">
                              <a:alpha val="100000"/>
                            </a:srgbClr>
                          </a:solidFill>
                          <a:latin typeface="Arial"/>
                          <a:ea typeface="Arial"/>
                          <a:cs typeface="Arial"/>
                        </a:rPr>
                        <a:t>Ps</a:t>
                      </a:r>
                      <a:r>
                        <a:rPr sz="2000" kern="0" spc="0">
                          <a:solidFill>
                            <a:srgbClr val="000000">
                              <a:alpha val="100000"/>
                            </a:srgbClr>
                          </a:solidFill>
                          <a:latin typeface="Arial"/>
                          <a:ea typeface="Arial"/>
                          <a:cs typeface="Arial"/>
                        </a:rPr>
                        <a:t>       </a:t>
                      </a:r>
                      <a:r>
                        <a:rPr sz="2000" kern="0" spc="-20">
                          <a:solidFill>
                            <a:srgbClr val="000000">
                              <a:alpha val="100000"/>
                            </a:srgbClr>
                          </a:solidFill>
                          <a:latin typeface="Arial"/>
                          <a:ea typeface="Arial"/>
                          <a:cs typeface="Arial"/>
                        </a:rPr>
                        <a:t>released</a:t>
                      </a:r>
                      <a:endParaRPr sz="2000">
                        <a:latin typeface="Arial"/>
                        <a:ea typeface="Arial"/>
                        <a:cs typeface="Arial"/>
                      </a:endParaRPr>
                    </a:p>
                    <a:p>
                      <a:pPr marL="454659" indent="-346075" algn="l" rtl="0" eaLnBrk="0">
                        <a:lnSpc>
                          <a:spcPct val="85000"/>
                        </a:lnSpc>
                        <a:spcBef>
                          <a:spcPts val="654"/>
                        </a:spcBef>
                        <a:tabLst/>
                      </a:pPr>
                      <a:r>
                        <a:rPr sz="2000" kern="0" spc="-20">
                          <a:solidFill>
                            <a:srgbClr val="000000">
                              <a:alpha val="100000"/>
                            </a:srgbClr>
                          </a:solidFill>
                          <a:latin typeface="Arial"/>
                          <a:ea typeface="Arial"/>
                          <a:cs typeface="Arial"/>
                        </a:rPr>
                        <a:t>•</a:t>
                      </a:r>
                      <a:r>
                        <a:rPr sz="2000" kern="0" spc="160">
                          <a:solidFill>
                            <a:srgbClr val="000000">
                              <a:alpha val="100000"/>
                            </a:srgbClr>
                          </a:solidFill>
                          <a:latin typeface="Arial"/>
                          <a:ea typeface="Arial"/>
                          <a:cs typeface="Arial"/>
                        </a:rPr>
                        <a:t>   </a:t>
                      </a:r>
                      <a:r>
                        <a:rPr sz="2000" kern="0" spc="-20">
                          <a:solidFill>
                            <a:srgbClr val="000000">
                              <a:alpha val="100000"/>
                            </a:srgbClr>
                          </a:solidFill>
                          <a:latin typeface="Arial"/>
                          <a:ea typeface="Arial"/>
                          <a:cs typeface="Arial"/>
                        </a:rPr>
                        <a:t>Requirements</a:t>
                      </a:r>
                      <a:r>
                        <a:rPr sz="2000" kern="0" spc="0">
                          <a:solidFill>
                            <a:srgbClr val="000000">
                              <a:alpha val="100000"/>
                            </a:srgbClr>
                          </a:solidFill>
                          <a:latin typeface="Arial"/>
                          <a:ea typeface="Arial"/>
                          <a:cs typeface="Arial"/>
                        </a:rPr>
                        <a:t>        </a:t>
                      </a:r>
                      <a:r>
                        <a:rPr sz="2000" kern="0" spc="-10">
                          <a:solidFill>
                            <a:srgbClr val="000000">
                              <a:alpha val="100000"/>
                            </a:srgbClr>
                          </a:solidFill>
                          <a:latin typeface="Arial"/>
                          <a:ea typeface="Arial"/>
                          <a:cs typeface="Arial"/>
                        </a:rPr>
                        <a:t>provided t</a:t>
                      </a:r>
                      <a:r>
                        <a:rPr sz="2000" kern="0" spc="-20">
                          <a:solidFill>
                            <a:srgbClr val="000000">
                              <a:alpha val="100000"/>
                            </a:srgbClr>
                          </a:solidFill>
                          <a:latin typeface="Arial"/>
                          <a:ea typeface="Arial"/>
                          <a:cs typeface="Arial"/>
                        </a:rPr>
                        <a:t>o</a:t>
                      </a:r>
                      <a:endParaRPr sz="2000">
                        <a:latin typeface="Arial"/>
                        <a:ea typeface="Arial"/>
                        <a:cs typeface="Arial"/>
                      </a:endParaRPr>
                    </a:p>
                    <a:p>
                      <a:pPr marL="455294" indent="-6985" algn="l" rtl="0" eaLnBrk="0">
                        <a:lnSpc>
                          <a:spcPct val="87000"/>
                        </a:lnSpc>
                        <a:spcBef>
                          <a:spcPts val="180"/>
                        </a:spcBef>
                        <a:tabLst/>
                      </a:pPr>
                      <a:r>
                        <a:rPr sz="2000" kern="0" spc="-10">
                          <a:solidFill>
                            <a:srgbClr val="000000">
                              <a:alpha val="100000"/>
                            </a:srgbClr>
                          </a:solidFill>
                          <a:latin typeface="Arial"/>
                          <a:ea typeface="Arial"/>
                          <a:cs typeface="Arial"/>
                        </a:rPr>
                        <a:t>education</a:t>
                      </a:r>
                      <a:r>
                        <a:rPr sz="2000" kern="0" spc="0">
                          <a:solidFill>
                            <a:srgbClr val="000000">
                              <a:alpha val="100000"/>
                            </a:srgbClr>
                          </a:solidFill>
                          <a:latin typeface="Arial"/>
                          <a:ea typeface="Arial"/>
                          <a:cs typeface="Arial"/>
                        </a:rPr>
                        <a:t>               </a:t>
                      </a:r>
                      <a:r>
                        <a:rPr sz="2000" kern="0" spc="-10">
                          <a:solidFill>
                            <a:srgbClr val="000000">
                              <a:alpha val="100000"/>
                            </a:srgbClr>
                          </a:solidFill>
                          <a:latin typeface="Arial"/>
                          <a:ea typeface="Arial"/>
                          <a:cs typeface="Arial"/>
                        </a:rPr>
                        <a:t>providers</a:t>
                      </a:r>
                      <a:endParaRPr sz="2000">
                        <a:latin typeface="Arial"/>
                        <a:ea typeface="Arial"/>
                        <a:cs typeface="Arial"/>
                      </a:endParaRPr>
                    </a:p>
                  </a:txBody>
                  <a:tcPr marL="0" marR="0" marT="0" marB="0">
                    <a:lnL w="25400" cap="flat" cmpd="sng" algn="ctr">
                      <a:solidFill>
                        <a:srgbClr val="9BBB59"/>
                      </a:solidFill>
                      <a:prstDash val="solid"/>
                      <a:round/>
                      <a:headEnd type="none" w="med" len="med"/>
                      <a:tailEnd type="none" w="med" len="med"/>
                    </a:lnL>
                    <a:lnR w="25400" cap="flat" cmpd="sng" algn="ctr">
                      <a:solidFill>
                        <a:srgbClr val="9BBB59"/>
                      </a:solidFill>
                      <a:prstDash val="solid"/>
                      <a:round/>
                      <a:headEnd type="none" w="med" len="med"/>
                      <a:tailEnd type="none" w="med" len="med"/>
                    </a:lnR>
                    <a:lnT w="25400" cap="flat" cmpd="sng" algn="ctr">
                      <a:solidFill>
                        <a:srgbClr val="9BBB59"/>
                      </a:solidFill>
                      <a:prstDash val="solid"/>
                      <a:round/>
                      <a:headEnd type="none" w="med" len="med"/>
                      <a:tailEnd type="none" w="med" len="med"/>
                    </a:lnT>
                    <a:lnB w="25400" cap="flat" cmpd="sng" algn="ctr">
                      <a:solidFill>
                        <a:srgbClr val="9BBB5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grpSp>
        <p:nvGrpSpPr>
          <p:cNvPr id="4" name="group 4"/>
          <p:cNvGrpSpPr/>
          <p:nvPr/>
        </p:nvGrpSpPr>
        <p:grpSpPr>
          <a:xfrm rot="21600000">
            <a:off x="4716526" y="2853329"/>
            <a:ext cx="5698564" cy="1208616"/>
            <a:chOff x="0" y="0"/>
            <a:chExt cx="5698564" cy="1208616"/>
          </a:xfrm>
        </p:grpSpPr>
        <p:grpSp>
          <p:nvGrpSpPr>
            <p:cNvPr id="6" name="group 6"/>
            <p:cNvGrpSpPr/>
            <p:nvPr/>
          </p:nvGrpSpPr>
          <p:grpSpPr>
            <a:xfrm rot="21600000">
              <a:off x="12700" y="0"/>
              <a:ext cx="5685864" cy="1208616"/>
              <a:chOff x="0" y="0"/>
              <a:chExt cx="5685864" cy="1208616"/>
            </a:xfrm>
          </p:grpSpPr>
          <p:sp>
            <p:nvSpPr>
              <p:cNvPr id="112" name="path 112"/>
              <p:cNvSpPr/>
              <p:nvPr/>
            </p:nvSpPr>
            <p:spPr>
              <a:xfrm>
                <a:off x="0" y="8996"/>
                <a:ext cx="5676900" cy="1190624"/>
              </a:xfrm>
              <a:custGeom>
                <a:avLst/>
                <a:gdLst/>
                <a:ahLst/>
                <a:cxnLst/>
                <a:rect l="0" t="0" r="0" b="0"/>
                <a:pathLst>
                  <a:path w="8940" h="1874">
                    <a:moveTo>
                      <a:pt x="0" y="468"/>
                    </a:moveTo>
                    <a:lnTo>
                      <a:pt x="7999" y="468"/>
                    </a:lnTo>
                    <a:lnTo>
                      <a:pt x="7999" y="0"/>
                    </a:lnTo>
                    <a:lnTo>
                      <a:pt x="8940" y="937"/>
                    </a:lnTo>
                    <a:lnTo>
                      <a:pt x="7999" y="1874"/>
                    </a:lnTo>
                    <a:lnTo>
                      <a:pt x="7999" y="1406"/>
                    </a:lnTo>
                    <a:lnTo>
                      <a:pt x="0" y="1406"/>
                    </a:lnTo>
                    <a:lnTo>
                      <a:pt x="0" y="468"/>
                    </a:lnTo>
                    <a:close/>
                  </a:path>
                </a:pathLst>
              </a:custGeom>
              <a:solidFill>
                <a:srgbClr val="5EAFA6">
                  <a:alpha val="100000"/>
                </a:srgbClr>
              </a:solidFill>
              <a:ln w="0" cap="flat">
                <a:noFill/>
                <a:prstDash val="solid"/>
                <a:miter lim="0"/>
              </a:ln>
            </p:spPr>
            <p:txBody>
              <a:bodyPr rtlCol="0"/>
              <a:lstStyle/>
              <a:p>
                <a:pPr algn="ctr"/>
                <a:endParaRPr lang="zh-CN" altLang="en-US"/>
              </a:p>
            </p:txBody>
          </p:sp>
          <p:sp>
            <p:nvSpPr>
              <p:cNvPr id="114" name="path 114"/>
              <p:cNvSpPr/>
              <p:nvPr/>
            </p:nvSpPr>
            <p:spPr>
              <a:xfrm>
                <a:off x="5070526" y="0"/>
                <a:ext cx="615337" cy="1208616"/>
              </a:xfrm>
              <a:custGeom>
                <a:avLst/>
                <a:gdLst/>
                <a:ahLst/>
                <a:cxnLst/>
                <a:rect l="0" t="0" r="0" b="0"/>
                <a:pathLst>
                  <a:path w="969" h="1903">
                    <a:moveTo>
                      <a:pt x="14" y="14"/>
                    </a:moveTo>
                    <a:lnTo>
                      <a:pt x="954" y="951"/>
                    </a:lnTo>
                    <a:lnTo>
                      <a:pt x="14" y="1889"/>
                    </a:lnTo>
                  </a:path>
                </a:pathLst>
              </a:custGeom>
              <a:noFill/>
              <a:ln w="25400" cap="flat">
                <a:solidFill>
                  <a:srgbClr val="FFFFFF"/>
                </a:solidFill>
                <a:prstDash val="solid"/>
                <a:round/>
              </a:ln>
            </p:spPr>
            <p:txBody>
              <a:bodyPr rtlCol="0"/>
              <a:lstStyle/>
              <a:p>
                <a:pPr algn="ctr"/>
                <a:endParaRPr lang="zh-CN" altLang="en-US"/>
              </a:p>
            </p:txBody>
          </p:sp>
        </p:grpSp>
        <p:sp>
          <p:nvSpPr>
            <p:cNvPr id="116" name="textbox 116"/>
            <p:cNvSpPr/>
            <p:nvPr/>
          </p:nvSpPr>
          <p:spPr>
            <a:xfrm>
              <a:off x="-12700" y="-12700"/>
              <a:ext cx="5724525" cy="1234439"/>
            </a:xfrm>
            <a:prstGeom prst="rect">
              <a:avLst/>
            </a:prstGeom>
            <a:noFill/>
            <a:ln w="0" cap="flat">
              <a:noFill/>
              <a:prstDash val="solid"/>
              <a:miter lim="0"/>
            </a:ln>
          </p:spPr>
          <p:txBody>
            <a:bodyPr vert="horz" wrap="square" lIns="0" tIns="0" rIns="0" bIns="0"/>
            <a:lstStyle/>
            <a:p>
              <a:pPr algn="l" rtl="0" eaLnBrk="0">
                <a:lnSpc>
                  <a:spcPct val="144000"/>
                </a:lnSpc>
                <a:tabLst/>
              </a:pPr>
              <a:endParaRPr sz="1000">
                <a:latin typeface="Arial"/>
                <a:ea typeface="Arial"/>
                <a:cs typeface="Arial"/>
              </a:endParaRPr>
            </a:p>
            <a:p>
              <a:pPr algn="l" rtl="0" eaLnBrk="0">
                <a:lnSpc>
                  <a:spcPct val="144000"/>
                </a:lnSpc>
                <a:tabLst/>
              </a:pPr>
              <a:endParaRPr sz="1000">
                <a:latin typeface="Arial"/>
                <a:ea typeface="Arial"/>
                <a:cs typeface="Arial"/>
              </a:endParaRPr>
            </a:p>
            <a:p>
              <a:pPr marL="38100" eaLnBrk="0">
                <a:lnSpc>
                  <a:spcPct val="78000"/>
                </a:lnSpc>
                <a:spcBef>
                  <a:spcPts val="6"/>
                </a:spcBef>
                <a:tabLst>
                  <a:tab pos="144145" algn="l"/>
                </a:tabLst>
              </a:pPr>
              <a:r>
                <a:rPr sz="2400" kern="0">
                  <a:solidFill>
                    <a:srgbClr val="FFFFFF">
                      <a:alpha val="100000"/>
                    </a:srgbClr>
                  </a:solidFill>
                  <a:latin typeface="Arial"/>
                  <a:ea typeface="Arial"/>
                  <a:cs typeface="Arial"/>
                </a:rPr>
                <a:t>	</a:t>
              </a:r>
              <a:r>
                <a:rPr sz="2400" kern="0" spc="-10">
                  <a:solidFill>
                    <a:srgbClr val="FFFFFF">
                      <a:alpha val="100000"/>
                    </a:srgbClr>
                  </a:solidFill>
                  <a:latin typeface="Arial"/>
                  <a:ea typeface="Arial"/>
                  <a:cs typeface="Arial"/>
                </a:rPr>
                <a:t>From 2022-23 academic year</a:t>
              </a:r>
              <a:endParaRPr sz="2400">
                <a:latin typeface="Arial"/>
                <a:ea typeface="Arial"/>
                <a:cs typeface="Arial"/>
              </a:endParaRPr>
            </a:p>
          </p:txBody>
        </p:sp>
        <p:sp>
          <p:nvSpPr>
            <p:cNvPr id="118" name="path 118"/>
            <p:cNvSpPr/>
            <p:nvPr/>
          </p:nvSpPr>
          <p:spPr>
            <a:xfrm>
              <a:off x="0" y="306557"/>
              <a:ext cx="25400" cy="595376"/>
            </a:xfrm>
            <a:custGeom>
              <a:avLst/>
              <a:gdLst/>
              <a:ahLst/>
              <a:cxnLst/>
              <a:rect l="0" t="0" r="0" b="0"/>
              <a:pathLst>
                <a:path w="40" h="937">
                  <a:moveTo>
                    <a:pt x="20" y="937"/>
                  </a:moveTo>
                  <a:lnTo>
                    <a:pt x="20" y="0"/>
                  </a:lnTo>
                </a:path>
              </a:pathLst>
            </a:custGeom>
            <a:noFill/>
            <a:ln w="25400" cap="flat">
              <a:solidFill>
                <a:srgbClr val="FFFFFF"/>
              </a:solidFill>
              <a:prstDash val="solid"/>
              <a:round/>
            </a:ln>
          </p:spPr>
          <p:txBody>
            <a:bodyPr rtlCol="0"/>
            <a:lstStyle/>
            <a:p>
              <a:pPr algn="ctr"/>
              <a:endParaRPr lang="zh-CN" altLang="en-US"/>
            </a:p>
          </p:txBody>
        </p:sp>
        <p:sp>
          <p:nvSpPr>
            <p:cNvPr id="120" name="path 120"/>
            <p:cNvSpPr/>
            <p:nvPr/>
          </p:nvSpPr>
          <p:spPr>
            <a:xfrm>
              <a:off x="12700" y="889233"/>
              <a:ext cx="5092191" cy="310387"/>
            </a:xfrm>
            <a:custGeom>
              <a:avLst/>
              <a:gdLst/>
              <a:ahLst/>
              <a:cxnLst/>
              <a:rect l="0" t="0" r="0" b="0"/>
              <a:pathLst>
                <a:path w="8019" h="488">
                  <a:moveTo>
                    <a:pt x="7999" y="488"/>
                  </a:moveTo>
                  <a:lnTo>
                    <a:pt x="7999" y="20"/>
                  </a:lnTo>
                  <a:lnTo>
                    <a:pt x="0" y="20"/>
                  </a:lnTo>
                </a:path>
              </a:pathLst>
            </a:custGeom>
            <a:noFill/>
            <a:ln w="25400" cap="flat">
              <a:solidFill>
                <a:srgbClr val="FFFFFF"/>
              </a:solidFill>
              <a:prstDash val="solid"/>
              <a:round/>
            </a:ln>
          </p:spPr>
          <p:txBody>
            <a:bodyPr rtlCol="0"/>
            <a:lstStyle/>
            <a:p>
              <a:pPr algn="ctr"/>
              <a:endParaRPr lang="zh-CN" altLang="en-US"/>
            </a:p>
          </p:txBody>
        </p:sp>
        <p:sp>
          <p:nvSpPr>
            <p:cNvPr id="122" name="path 122"/>
            <p:cNvSpPr/>
            <p:nvPr/>
          </p:nvSpPr>
          <p:spPr>
            <a:xfrm>
              <a:off x="12700" y="8996"/>
              <a:ext cx="5092191" cy="310260"/>
            </a:xfrm>
            <a:custGeom>
              <a:avLst/>
              <a:gdLst/>
              <a:ahLst/>
              <a:cxnLst/>
              <a:rect l="0" t="0" r="0" b="0"/>
              <a:pathLst>
                <a:path w="8019" h="488">
                  <a:moveTo>
                    <a:pt x="0" y="468"/>
                  </a:moveTo>
                  <a:lnTo>
                    <a:pt x="7999" y="468"/>
                  </a:lnTo>
                  <a:lnTo>
                    <a:pt x="7999" y="0"/>
                  </a:lnTo>
                </a:path>
              </a:pathLst>
            </a:custGeom>
            <a:noFill/>
            <a:ln w="25400" cap="flat">
              <a:solidFill>
                <a:srgbClr val="FFFFFF"/>
              </a:solidFill>
              <a:prstDash val="solid"/>
              <a:round/>
            </a:ln>
          </p:spPr>
          <p:txBody>
            <a:bodyPr rtlCol="0"/>
            <a:lstStyle/>
            <a:p>
              <a:pPr algn="ctr"/>
              <a:endParaRPr lang="zh-CN" altLang="en-US"/>
            </a:p>
          </p:txBody>
        </p:sp>
      </p:grpSp>
      <p:graphicFrame>
        <p:nvGraphicFramePr>
          <p:cNvPr id="124" name="table 124"/>
          <p:cNvGraphicFramePr>
            <a:graphicFrameLocks noGrp="1"/>
          </p:cNvGraphicFramePr>
          <p:nvPr/>
        </p:nvGraphicFramePr>
        <p:xfrm>
          <a:off x="4716527" y="3763962"/>
          <a:ext cx="2549525" cy="2305050"/>
        </p:xfrm>
        <a:graphic>
          <a:graphicData uri="http://schemas.openxmlformats.org/drawingml/2006/table">
            <a:tbl>
              <a:tblPr/>
              <a:tblGrid>
                <a:gridCol w="2549525">
                  <a:extLst>
                    <a:ext uri="{9D8B030D-6E8A-4147-A177-3AD203B41FA5}">
                      <a16:colId xmlns:a16="http://schemas.microsoft.com/office/drawing/2014/main" val="20000"/>
                    </a:ext>
                  </a:extLst>
                </a:gridCol>
              </a:tblGrid>
              <a:tr h="2305050">
                <a:tc>
                  <a:txBody>
                    <a:bodyPr/>
                    <a:lstStyle/>
                    <a:p>
                      <a:pPr algn="l" rtl="0" eaLnBrk="0">
                        <a:lnSpc>
                          <a:spcPct val="104000"/>
                        </a:lnSpc>
                        <a:tabLst/>
                      </a:pPr>
                      <a:endParaRPr sz="900">
                        <a:latin typeface="Arial"/>
                        <a:ea typeface="Arial"/>
                        <a:cs typeface="Arial"/>
                      </a:endParaRPr>
                    </a:p>
                    <a:p>
                      <a:pPr marL="116839" indent="10160" algn="l" rtl="0" eaLnBrk="0">
                        <a:lnSpc>
                          <a:spcPct val="86000"/>
                        </a:lnSpc>
                        <a:spcBef>
                          <a:spcPts val="2"/>
                        </a:spcBef>
                        <a:tabLst/>
                      </a:pPr>
                      <a:r>
                        <a:rPr sz="2000" kern="0" spc="-10">
                          <a:solidFill>
                            <a:srgbClr val="000000">
                              <a:alpha val="100000"/>
                            </a:srgbClr>
                          </a:solidFill>
                          <a:latin typeface="Arial"/>
                          <a:ea typeface="Arial"/>
                          <a:cs typeface="Arial"/>
                        </a:rPr>
                        <a:t>Report approach /       changes through</a:t>
                      </a:r>
                      <a:endParaRPr sz="2000">
                        <a:latin typeface="Arial"/>
                        <a:ea typeface="Arial"/>
                        <a:cs typeface="Arial"/>
                      </a:endParaRPr>
                    </a:p>
                    <a:p>
                      <a:pPr marL="114300" indent="8889" algn="l" rtl="0" eaLnBrk="0">
                        <a:lnSpc>
                          <a:spcPct val="94000"/>
                        </a:lnSpc>
                        <a:spcBef>
                          <a:spcPts val="166"/>
                        </a:spcBef>
                        <a:tabLst/>
                      </a:pPr>
                      <a:r>
                        <a:rPr sz="2000" kern="0" spc="-10">
                          <a:solidFill>
                            <a:srgbClr val="000000">
                              <a:alpha val="100000"/>
                            </a:srgbClr>
                          </a:solidFill>
                          <a:latin typeface="Arial"/>
                          <a:ea typeface="Arial"/>
                          <a:cs typeface="Arial"/>
                        </a:rPr>
                        <a:t>performance review</a:t>
                      </a:r>
                      <a:r>
                        <a:rPr sz="2000" kern="0" spc="10">
                          <a:solidFill>
                            <a:srgbClr val="000000">
                              <a:alpha val="100000"/>
                            </a:srgbClr>
                          </a:solidFill>
                          <a:latin typeface="Arial"/>
                          <a:ea typeface="Arial"/>
                          <a:cs typeface="Arial"/>
                        </a:rPr>
                        <a:t>    </a:t>
                      </a:r>
                      <a:r>
                        <a:rPr sz="2000" kern="0" spc="0">
                          <a:solidFill>
                            <a:srgbClr val="000000">
                              <a:alpha val="100000"/>
                            </a:srgbClr>
                          </a:solidFill>
                          <a:latin typeface="Arial"/>
                          <a:ea typeface="Arial"/>
                          <a:cs typeface="Arial"/>
                        </a:rPr>
                        <a:t>submissio</a:t>
                      </a:r>
                      <a:r>
                        <a:rPr sz="2000" kern="0" spc="-10">
                          <a:solidFill>
                            <a:srgbClr val="000000">
                              <a:alpha val="100000"/>
                            </a:srgbClr>
                          </a:solidFill>
                          <a:latin typeface="Arial"/>
                          <a:ea typeface="Arial"/>
                          <a:cs typeface="Arial"/>
                        </a:rPr>
                        <a:t>ns</a:t>
                      </a:r>
                      <a:endParaRPr sz="2000">
                        <a:latin typeface="Arial"/>
                        <a:ea typeface="Arial"/>
                        <a:cs typeface="Arial"/>
                      </a:endParaRPr>
                    </a:p>
                  </a:txBody>
                  <a:tcPr marL="0" marR="0" marT="0" marB="0">
                    <a:lnL w="25400" cap="flat" cmpd="sng" algn="ctr">
                      <a:solidFill>
                        <a:srgbClr val="5EAFA6"/>
                      </a:solidFill>
                      <a:prstDash val="solid"/>
                      <a:round/>
                      <a:headEnd type="none" w="med" len="med"/>
                      <a:tailEnd type="none" w="med" len="med"/>
                    </a:lnL>
                    <a:lnR w="25400" cap="flat" cmpd="sng" algn="ctr">
                      <a:solidFill>
                        <a:srgbClr val="5EAFA6"/>
                      </a:solidFill>
                      <a:prstDash val="solid"/>
                      <a:round/>
                      <a:headEnd type="none" w="med" len="med"/>
                      <a:tailEnd type="none" w="med" len="med"/>
                    </a:lnR>
                    <a:lnT w="25400" cap="flat" cmpd="sng" algn="ctr">
                      <a:solidFill>
                        <a:srgbClr val="5EAFA6"/>
                      </a:solidFill>
                      <a:prstDash val="solid"/>
                      <a:round/>
                      <a:headEnd type="none" w="med" len="med"/>
                      <a:tailEnd type="none" w="med" len="med"/>
                    </a:lnT>
                    <a:lnB w="25400" cap="flat" cmpd="sng" algn="ctr">
                      <a:solidFill>
                        <a:srgbClr val="5EAFA6"/>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pSp>
        <p:nvGrpSpPr>
          <p:cNvPr id="8" name="group 8"/>
          <p:cNvGrpSpPr/>
          <p:nvPr/>
        </p:nvGrpSpPr>
        <p:grpSpPr>
          <a:xfrm rot="21600000">
            <a:off x="7253351" y="3253375"/>
            <a:ext cx="3161736" cy="1208624"/>
            <a:chOff x="0" y="0"/>
            <a:chExt cx="3161736" cy="1208624"/>
          </a:xfrm>
        </p:grpSpPr>
        <p:grpSp>
          <p:nvGrpSpPr>
            <p:cNvPr id="10" name="group 10"/>
            <p:cNvGrpSpPr/>
            <p:nvPr/>
          </p:nvGrpSpPr>
          <p:grpSpPr>
            <a:xfrm rot="21600000">
              <a:off x="0" y="0"/>
              <a:ext cx="3161736" cy="1208624"/>
              <a:chOff x="0" y="0"/>
              <a:chExt cx="3161736" cy="1208624"/>
            </a:xfrm>
          </p:grpSpPr>
          <p:sp>
            <p:nvSpPr>
              <p:cNvPr id="126" name="path 126"/>
              <p:cNvSpPr/>
              <p:nvPr/>
            </p:nvSpPr>
            <p:spPr>
              <a:xfrm>
                <a:off x="0" y="9000"/>
                <a:ext cx="3152775" cy="1190624"/>
              </a:xfrm>
              <a:custGeom>
                <a:avLst/>
                <a:gdLst/>
                <a:ahLst/>
                <a:cxnLst/>
                <a:rect l="0" t="0" r="0" b="0"/>
                <a:pathLst>
                  <a:path w="4965" h="1874">
                    <a:moveTo>
                      <a:pt x="0" y="468"/>
                    </a:moveTo>
                    <a:lnTo>
                      <a:pt x="4023" y="468"/>
                    </a:lnTo>
                    <a:lnTo>
                      <a:pt x="4023" y="0"/>
                    </a:lnTo>
                    <a:lnTo>
                      <a:pt x="4965" y="937"/>
                    </a:lnTo>
                    <a:lnTo>
                      <a:pt x="4023" y="1874"/>
                    </a:lnTo>
                    <a:lnTo>
                      <a:pt x="4023" y="1406"/>
                    </a:lnTo>
                    <a:lnTo>
                      <a:pt x="0" y="1406"/>
                    </a:lnTo>
                    <a:lnTo>
                      <a:pt x="0" y="468"/>
                    </a:lnTo>
                    <a:close/>
                  </a:path>
                </a:pathLst>
              </a:custGeom>
              <a:solidFill>
                <a:srgbClr val="8064A2">
                  <a:alpha val="100000"/>
                </a:srgbClr>
              </a:solidFill>
              <a:ln w="0" cap="flat">
                <a:noFill/>
                <a:prstDash val="solid"/>
                <a:miter lim="0"/>
              </a:ln>
            </p:spPr>
            <p:txBody>
              <a:bodyPr rtlCol="0"/>
              <a:lstStyle/>
              <a:p>
                <a:pPr algn="ctr"/>
                <a:endParaRPr lang="zh-CN" altLang="en-US"/>
              </a:p>
            </p:txBody>
          </p:sp>
          <p:sp>
            <p:nvSpPr>
              <p:cNvPr id="128" name="path 128"/>
              <p:cNvSpPr/>
              <p:nvPr/>
            </p:nvSpPr>
            <p:spPr>
              <a:xfrm>
                <a:off x="2545897" y="0"/>
                <a:ext cx="615839" cy="1208624"/>
              </a:xfrm>
              <a:custGeom>
                <a:avLst/>
                <a:gdLst/>
                <a:ahLst/>
                <a:cxnLst/>
                <a:rect l="0" t="0" r="0" b="0"/>
                <a:pathLst>
                  <a:path w="969" h="1903">
                    <a:moveTo>
                      <a:pt x="14" y="14"/>
                    </a:moveTo>
                    <a:lnTo>
                      <a:pt x="955" y="951"/>
                    </a:lnTo>
                    <a:lnTo>
                      <a:pt x="14" y="1889"/>
                    </a:lnTo>
                  </a:path>
                </a:pathLst>
              </a:custGeom>
              <a:noFill/>
              <a:ln w="25400" cap="flat">
                <a:solidFill>
                  <a:srgbClr val="FFFFFF"/>
                </a:solidFill>
                <a:prstDash val="solid"/>
                <a:round/>
              </a:ln>
            </p:spPr>
            <p:txBody>
              <a:bodyPr rtlCol="0"/>
              <a:lstStyle/>
              <a:p>
                <a:pPr algn="ctr"/>
                <a:endParaRPr lang="zh-CN" altLang="en-US"/>
              </a:p>
            </p:txBody>
          </p:sp>
        </p:grpSp>
        <p:sp>
          <p:nvSpPr>
            <p:cNvPr id="130" name="textbox 130"/>
            <p:cNvSpPr/>
            <p:nvPr/>
          </p:nvSpPr>
          <p:spPr>
            <a:xfrm>
              <a:off x="-12700" y="-12700"/>
              <a:ext cx="3187700" cy="1247139"/>
            </a:xfrm>
            <a:prstGeom prst="rect">
              <a:avLst/>
            </a:prstGeom>
            <a:noFill/>
            <a:ln w="0" cap="flat">
              <a:noFill/>
              <a:prstDash val="solid"/>
              <a:miter lim="0"/>
            </a:ln>
          </p:spPr>
          <p:txBody>
            <a:bodyPr vert="horz" wrap="square" lIns="0" tIns="0" rIns="0" bIns="0"/>
            <a:lstStyle/>
            <a:p>
              <a:pPr algn="l" rtl="0" eaLnBrk="0">
                <a:lnSpc>
                  <a:spcPct val="143000"/>
                </a:lnSpc>
                <a:tabLst/>
              </a:pPr>
              <a:endParaRPr sz="1000">
                <a:latin typeface="Arial"/>
                <a:ea typeface="Arial"/>
                <a:cs typeface="Arial"/>
              </a:endParaRPr>
            </a:p>
            <a:p>
              <a:pPr algn="l" rtl="0" eaLnBrk="0">
                <a:lnSpc>
                  <a:spcPct val="143000"/>
                </a:lnSpc>
                <a:tabLst/>
              </a:pPr>
              <a:endParaRPr sz="1000">
                <a:latin typeface="Arial"/>
                <a:ea typeface="Arial"/>
                <a:cs typeface="Arial"/>
              </a:endParaRPr>
            </a:p>
            <a:p>
              <a:pPr marL="122554" eaLnBrk="0">
                <a:lnSpc>
                  <a:spcPct val="82000"/>
                </a:lnSpc>
                <a:spcBef>
                  <a:spcPts val="1"/>
                </a:spcBef>
              </a:pPr>
              <a:r>
                <a:rPr sz="2400" kern="0" spc="-10">
                  <a:solidFill>
                    <a:srgbClr val="FFFFFF">
                      <a:alpha val="100000"/>
                    </a:srgbClr>
                  </a:solidFill>
                  <a:latin typeface="Arial"/>
                  <a:ea typeface="Arial"/>
                  <a:cs typeface="Arial"/>
                </a:rPr>
                <a:t>September 2023</a:t>
              </a:r>
              <a:endParaRPr sz="2400">
                <a:latin typeface="Arial"/>
                <a:ea typeface="Arial"/>
                <a:cs typeface="Arial"/>
              </a:endParaRPr>
            </a:p>
          </p:txBody>
        </p:sp>
      </p:grpSp>
      <p:sp>
        <p:nvSpPr>
          <p:cNvPr id="132" name="path 132"/>
          <p:cNvSpPr/>
          <p:nvPr/>
        </p:nvSpPr>
        <p:spPr>
          <a:xfrm>
            <a:off x="7240651" y="3262376"/>
            <a:ext cx="2580258" cy="1190624"/>
          </a:xfrm>
          <a:custGeom>
            <a:avLst/>
            <a:gdLst/>
            <a:ahLst/>
            <a:cxnLst/>
            <a:rect l="0" t="0" r="0" b="0"/>
            <a:pathLst>
              <a:path w="4063" h="1874">
                <a:moveTo>
                  <a:pt x="20" y="468"/>
                </a:moveTo>
                <a:lnTo>
                  <a:pt x="4043" y="468"/>
                </a:lnTo>
                <a:lnTo>
                  <a:pt x="4043" y="0"/>
                </a:lnTo>
                <a:moveTo>
                  <a:pt x="4043" y="1874"/>
                </a:moveTo>
                <a:lnTo>
                  <a:pt x="4043" y="1406"/>
                </a:lnTo>
                <a:lnTo>
                  <a:pt x="20" y="1406"/>
                </a:lnTo>
                <a:lnTo>
                  <a:pt x="20" y="468"/>
                </a:lnTo>
              </a:path>
            </a:pathLst>
          </a:custGeom>
          <a:noFill/>
          <a:ln w="25400" cap="flat">
            <a:solidFill>
              <a:srgbClr val="FFFFFF"/>
            </a:solidFill>
            <a:prstDash val="solid"/>
            <a:round/>
          </a:ln>
        </p:spPr>
        <p:txBody>
          <a:bodyPr rtlCol="0"/>
          <a:lstStyle/>
          <a:p>
            <a:pPr algn="ctr"/>
            <a:endParaRPr lang="zh-CN" altLang="en-US"/>
          </a:p>
        </p:txBody>
      </p:sp>
      <p:graphicFrame>
        <p:nvGraphicFramePr>
          <p:cNvPr id="134" name="table 134"/>
          <p:cNvGraphicFramePr>
            <a:graphicFrameLocks noGrp="1"/>
          </p:cNvGraphicFramePr>
          <p:nvPr/>
        </p:nvGraphicFramePr>
        <p:xfrm>
          <a:off x="7240652" y="4164012"/>
          <a:ext cx="2549525" cy="2266950"/>
        </p:xfrm>
        <a:graphic>
          <a:graphicData uri="http://schemas.openxmlformats.org/drawingml/2006/table">
            <a:tbl>
              <a:tblPr/>
              <a:tblGrid>
                <a:gridCol w="2549525">
                  <a:extLst>
                    <a:ext uri="{9D8B030D-6E8A-4147-A177-3AD203B41FA5}">
                      <a16:colId xmlns:a16="http://schemas.microsoft.com/office/drawing/2014/main" val="20000"/>
                    </a:ext>
                  </a:extLst>
                </a:gridCol>
              </a:tblGrid>
              <a:tr h="2266950">
                <a:tc>
                  <a:txBody>
                    <a:bodyPr/>
                    <a:lstStyle/>
                    <a:p>
                      <a:pPr algn="l" rtl="0" eaLnBrk="0">
                        <a:lnSpc>
                          <a:spcPct val="100000"/>
                        </a:lnSpc>
                        <a:tabLst/>
                      </a:pPr>
                      <a:endParaRPr sz="900">
                        <a:latin typeface="Arial"/>
                        <a:ea typeface="Arial"/>
                        <a:cs typeface="Arial"/>
                      </a:endParaRPr>
                    </a:p>
                    <a:p>
                      <a:pPr algn="l" rtl="0" eaLnBrk="0">
                        <a:lnSpc>
                          <a:spcPct val="8969"/>
                        </a:lnSpc>
                        <a:tabLst/>
                      </a:pPr>
                      <a:endParaRPr sz="100">
                        <a:latin typeface="Arial"/>
                        <a:ea typeface="Arial"/>
                        <a:cs typeface="Arial"/>
                      </a:endParaRPr>
                    </a:p>
                    <a:p>
                      <a:pPr marL="128270" algn="l" rtl="0" eaLnBrk="0">
                        <a:lnSpc>
                          <a:spcPct val="91000"/>
                        </a:lnSpc>
                        <a:tabLst/>
                      </a:pPr>
                      <a:r>
                        <a:rPr sz="2000" kern="0" spc="-20">
                          <a:solidFill>
                            <a:srgbClr val="000000">
                              <a:alpha val="100000"/>
                            </a:srgbClr>
                          </a:solidFill>
                          <a:latin typeface="Arial"/>
                          <a:ea typeface="Arial"/>
                          <a:cs typeface="Arial"/>
                        </a:rPr>
                        <a:t>Deliver</a:t>
                      </a:r>
                      <a:r>
                        <a:rPr sz="2000" kern="0" spc="140">
                          <a:solidFill>
                            <a:srgbClr val="000000">
                              <a:alpha val="100000"/>
                            </a:srgbClr>
                          </a:solidFill>
                          <a:latin typeface="Arial"/>
                          <a:ea typeface="Arial"/>
                          <a:cs typeface="Arial"/>
                        </a:rPr>
                        <a:t> </a:t>
                      </a:r>
                      <a:r>
                        <a:rPr sz="2000" kern="0" spc="-20">
                          <a:solidFill>
                            <a:srgbClr val="000000">
                              <a:alpha val="100000"/>
                            </a:srgbClr>
                          </a:solidFill>
                          <a:latin typeface="Arial"/>
                          <a:ea typeface="Arial"/>
                          <a:cs typeface="Arial"/>
                        </a:rPr>
                        <a:t>revised</a:t>
                      </a:r>
                      <a:endParaRPr sz="2000">
                        <a:latin typeface="Arial"/>
                        <a:ea typeface="Arial"/>
                        <a:cs typeface="Arial"/>
                      </a:endParaRPr>
                    </a:p>
                    <a:p>
                      <a:pPr marL="120014" algn="l" rtl="0" eaLnBrk="0">
                        <a:lnSpc>
                          <a:spcPct val="79000"/>
                        </a:lnSpc>
                        <a:spcBef>
                          <a:spcPts val="8"/>
                        </a:spcBef>
                        <a:tabLst/>
                      </a:pPr>
                      <a:r>
                        <a:rPr sz="2000" kern="0" spc="-30">
                          <a:solidFill>
                            <a:srgbClr val="000000">
                              <a:alpha val="100000"/>
                            </a:srgbClr>
                          </a:solidFill>
                          <a:latin typeface="Arial"/>
                          <a:ea typeface="Arial"/>
                          <a:cs typeface="Arial"/>
                        </a:rPr>
                        <a:t>SOPs to</a:t>
                      </a:r>
                      <a:r>
                        <a:rPr sz="2000" kern="0" spc="190">
                          <a:solidFill>
                            <a:srgbClr val="000000">
                              <a:alpha val="100000"/>
                            </a:srgbClr>
                          </a:solidFill>
                          <a:latin typeface="Arial"/>
                          <a:ea typeface="Arial"/>
                          <a:cs typeface="Arial"/>
                        </a:rPr>
                        <a:t> </a:t>
                      </a:r>
                      <a:r>
                        <a:rPr sz="2000" kern="0" spc="-30">
                          <a:solidFill>
                            <a:srgbClr val="000000">
                              <a:alpha val="100000"/>
                            </a:srgbClr>
                          </a:solidFill>
                          <a:latin typeface="Arial"/>
                          <a:ea typeface="Arial"/>
                          <a:cs typeface="Arial"/>
                        </a:rPr>
                        <a:t>new</a:t>
                      </a:r>
                      <a:endParaRPr sz="2000">
                        <a:latin typeface="Arial"/>
                        <a:ea typeface="Arial"/>
                        <a:cs typeface="Arial"/>
                      </a:endParaRPr>
                    </a:p>
                    <a:p>
                      <a:pPr marL="118745" algn="l" rtl="0" eaLnBrk="0">
                        <a:lnSpc>
                          <a:spcPts val="2558"/>
                        </a:lnSpc>
                        <a:tabLst/>
                      </a:pPr>
                      <a:r>
                        <a:rPr sz="2000" kern="0" spc="-10">
                          <a:solidFill>
                            <a:srgbClr val="000000">
                              <a:alpha val="100000"/>
                            </a:srgbClr>
                          </a:solidFill>
                          <a:latin typeface="Arial"/>
                          <a:ea typeface="Arial"/>
                          <a:cs typeface="Arial"/>
                        </a:rPr>
                        <a:t>cohorts</a:t>
                      </a:r>
                      <a:endParaRPr sz="2000">
                        <a:latin typeface="Arial"/>
                        <a:ea typeface="Arial"/>
                        <a:cs typeface="Arial"/>
                      </a:endParaRPr>
                    </a:p>
                  </a:txBody>
                  <a:tcPr marL="0" marR="0" marT="0" marB="0">
                    <a:lnL w="25400" cap="flat" cmpd="sng" algn="ctr">
                      <a:solidFill>
                        <a:srgbClr val="8064A2"/>
                      </a:solidFill>
                      <a:prstDash val="solid"/>
                      <a:round/>
                      <a:headEnd type="none" w="med" len="med"/>
                      <a:tailEnd type="none" w="med" len="med"/>
                    </a:lnL>
                    <a:lnR w="25400" cap="flat" cmpd="sng" algn="ctr">
                      <a:solidFill>
                        <a:srgbClr val="8064A2"/>
                      </a:solidFill>
                      <a:prstDash val="solid"/>
                      <a:round/>
                      <a:headEnd type="none" w="med" len="med"/>
                      <a:tailEnd type="none" w="med" len="med"/>
                    </a:lnR>
                    <a:lnT w="25400" cap="flat" cmpd="sng" algn="ctr">
                      <a:solidFill>
                        <a:srgbClr val="8064A2"/>
                      </a:solidFill>
                      <a:prstDash val="solid"/>
                      <a:round/>
                      <a:headEnd type="none" w="med" len="med"/>
                      <a:tailEnd type="none" w="med" len="med"/>
                    </a:lnT>
                    <a:lnB w="25400" cap="flat" cmpd="sng" algn="ctr">
                      <a:solidFill>
                        <a:srgbClr val="8064A2"/>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36" name="textbox 136"/>
          <p:cNvSpPr/>
          <p:nvPr/>
        </p:nvSpPr>
        <p:spPr>
          <a:xfrm>
            <a:off x="2200021" y="1348252"/>
            <a:ext cx="6433184" cy="381634"/>
          </a:xfrm>
          <a:prstGeom prst="rect">
            <a:avLst/>
          </a:prstGeom>
          <a:noFill/>
          <a:ln w="0" cap="flat">
            <a:noFill/>
            <a:prstDash val="solid"/>
            <a:miter lim="0"/>
          </a:ln>
        </p:spPr>
        <p:txBody>
          <a:bodyPr vert="horz" wrap="square" lIns="0" tIns="0" rIns="0" bIns="0"/>
          <a:lstStyle/>
          <a:p>
            <a:pPr algn="l" rtl="0" eaLnBrk="0">
              <a:lnSpc>
                <a:spcPct val="90035"/>
              </a:lnSpc>
              <a:tabLst/>
            </a:pPr>
            <a:endParaRPr sz="100">
              <a:latin typeface="Arial"/>
              <a:ea typeface="Arial"/>
              <a:cs typeface="Arial"/>
            </a:endParaRPr>
          </a:p>
          <a:p>
            <a:pPr marL="12700" eaLnBrk="0">
              <a:lnSpc>
                <a:spcPct val="97000"/>
              </a:lnSpc>
            </a:pPr>
            <a:r>
              <a:rPr sz="2400" b="1" kern="0" spc="-10">
                <a:solidFill>
                  <a:srgbClr val="01356D">
                    <a:alpha val="100000"/>
                  </a:srgbClr>
                </a:solidFill>
                <a:latin typeface="Arial"/>
                <a:ea typeface="Arial"/>
                <a:cs typeface="Arial"/>
              </a:rPr>
              <a:t>Timeline of introduction of the</a:t>
            </a:r>
            <a:r>
              <a:rPr sz="2400" b="1" kern="0" spc="210">
                <a:solidFill>
                  <a:srgbClr val="01356D">
                    <a:alpha val="100000"/>
                  </a:srgbClr>
                </a:solidFill>
                <a:latin typeface="Arial"/>
                <a:ea typeface="Arial"/>
                <a:cs typeface="Arial"/>
              </a:rPr>
              <a:t> </a:t>
            </a:r>
            <a:r>
              <a:rPr sz="2400" b="1" kern="0" spc="-10">
                <a:solidFill>
                  <a:srgbClr val="01356D">
                    <a:alpha val="100000"/>
                  </a:srgbClr>
                </a:solidFill>
                <a:latin typeface="Arial"/>
                <a:ea typeface="Arial"/>
                <a:cs typeface="Arial"/>
              </a:rPr>
              <a:t>revised SOPs</a:t>
            </a:r>
            <a:endParaRPr sz="2400">
              <a:latin typeface="Arial"/>
              <a:ea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2" name="picture 272"/>
          <p:cNvPicPr>
            <a:picLocks noChangeAspect="1"/>
          </p:cNvPicPr>
          <p:nvPr/>
        </p:nvPicPr>
        <p:blipFill>
          <a:blip r:embed="rId2"/>
          <a:stretch>
            <a:fillRect/>
          </a:stretch>
        </p:blipFill>
        <p:spPr>
          <a:xfrm rot="21600000">
            <a:off x="1524000" y="0"/>
            <a:ext cx="9144000" cy="6857998"/>
          </a:xfrm>
          <a:prstGeom prst="rect">
            <a:avLst/>
          </a:prstGeom>
        </p:spPr>
      </p:pic>
      <p:grpSp>
        <p:nvGrpSpPr>
          <p:cNvPr id="20" name="group 20"/>
          <p:cNvGrpSpPr/>
          <p:nvPr/>
        </p:nvGrpSpPr>
        <p:grpSpPr>
          <a:xfrm rot="21600000">
            <a:off x="2201863" y="2697226"/>
            <a:ext cx="8216963" cy="3511486"/>
            <a:chOff x="0" y="0"/>
            <a:chExt cx="8216963" cy="3511486"/>
          </a:xfrm>
        </p:grpSpPr>
        <p:sp>
          <p:nvSpPr>
            <p:cNvPr id="274" name="path 274"/>
            <p:cNvSpPr/>
            <p:nvPr/>
          </p:nvSpPr>
          <p:spPr>
            <a:xfrm>
              <a:off x="12700" y="12700"/>
              <a:ext cx="2009838" cy="2009774"/>
            </a:xfrm>
            <a:custGeom>
              <a:avLst/>
              <a:gdLst/>
              <a:ahLst/>
              <a:cxnLst/>
              <a:rect l="0" t="0" r="0" b="0"/>
              <a:pathLst>
                <a:path w="3165" h="3164">
                  <a:moveTo>
                    <a:pt x="0" y="1582"/>
                  </a:moveTo>
                  <a:cubicBezTo>
                    <a:pt x="0" y="708"/>
                    <a:pt x="708" y="0"/>
                    <a:pt x="1582" y="0"/>
                  </a:cubicBezTo>
                  <a:cubicBezTo>
                    <a:pt x="2456" y="0"/>
                    <a:pt x="3165" y="708"/>
                    <a:pt x="3165" y="1582"/>
                  </a:cubicBezTo>
                  <a:cubicBezTo>
                    <a:pt x="3165" y="2456"/>
                    <a:pt x="2456" y="3164"/>
                    <a:pt x="1582" y="3164"/>
                  </a:cubicBezTo>
                  <a:cubicBezTo>
                    <a:pt x="708" y="3164"/>
                    <a:pt x="0" y="2456"/>
                    <a:pt x="0" y="1582"/>
                  </a:cubicBezTo>
                </a:path>
              </a:pathLst>
            </a:custGeom>
            <a:solidFill>
              <a:srgbClr val="4F81BD">
                <a:alpha val="50196"/>
              </a:srgbClr>
            </a:solidFill>
            <a:ln w="0" cap="flat">
              <a:noFill/>
              <a:prstDash val="solid"/>
              <a:miter lim="0"/>
            </a:ln>
          </p:spPr>
          <p:txBody>
            <a:bodyPr rtlCol="0"/>
            <a:lstStyle/>
            <a:p>
              <a:pPr algn="ctr"/>
              <a:endParaRPr lang="zh-CN" altLang="en-US"/>
            </a:p>
          </p:txBody>
        </p:sp>
        <p:sp>
          <p:nvSpPr>
            <p:cNvPr id="276" name="path 276"/>
            <p:cNvSpPr/>
            <p:nvPr/>
          </p:nvSpPr>
          <p:spPr>
            <a:xfrm>
              <a:off x="0" y="0"/>
              <a:ext cx="2035238" cy="2035174"/>
            </a:xfrm>
            <a:custGeom>
              <a:avLst/>
              <a:gdLst/>
              <a:ahLst/>
              <a:cxnLst/>
              <a:rect l="0" t="0" r="0" b="0"/>
              <a:pathLst>
                <a:path w="3205" h="3204">
                  <a:moveTo>
                    <a:pt x="20" y="1602"/>
                  </a:moveTo>
                  <a:cubicBezTo>
                    <a:pt x="20" y="728"/>
                    <a:pt x="728" y="20"/>
                    <a:pt x="1602" y="20"/>
                  </a:cubicBezTo>
                  <a:cubicBezTo>
                    <a:pt x="2476" y="20"/>
                    <a:pt x="3185" y="728"/>
                    <a:pt x="3185" y="1602"/>
                  </a:cubicBezTo>
                  <a:cubicBezTo>
                    <a:pt x="3185" y="2476"/>
                    <a:pt x="2476" y="3184"/>
                    <a:pt x="1602" y="3184"/>
                  </a:cubicBezTo>
                  <a:cubicBezTo>
                    <a:pt x="728" y="3184"/>
                    <a:pt x="20" y="2476"/>
                    <a:pt x="20" y="1602"/>
                  </a:cubicBezTo>
                </a:path>
              </a:pathLst>
            </a:custGeom>
            <a:noFill/>
            <a:ln w="25400" cap="flat">
              <a:solidFill>
                <a:srgbClr val="FFFFFF"/>
              </a:solidFill>
              <a:prstDash val="solid"/>
              <a:round/>
            </a:ln>
          </p:spPr>
          <p:txBody>
            <a:bodyPr rtlCol="0"/>
            <a:lstStyle/>
            <a:p>
              <a:pPr algn="ctr"/>
              <a:endParaRPr lang="zh-CN" altLang="en-US"/>
            </a:p>
          </p:txBody>
        </p:sp>
        <p:sp>
          <p:nvSpPr>
            <p:cNvPr id="278" name="path 278"/>
            <p:cNvSpPr/>
            <p:nvPr/>
          </p:nvSpPr>
          <p:spPr>
            <a:xfrm>
              <a:off x="1041463" y="1489074"/>
              <a:ext cx="2009775" cy="2009711"/>
            </a:xfrm>
            <a:custGeom>
              <a:avLst/>
              <a:gdLst/>
              <a:ahLst/>
              <a:cxnLst/>
              <a:rect l="0" t="0" r="0" b="0"/>
              <a:pathLst>
                <a:path w="3165" h="3164">
                  <a:moveTo>
                    <a:pt x="0" y="1582"/>
                  </a:moveTo>
                  <a:cubicBezTo>
                    <a:pt x="0" y="708"/>
                    <a:pt x="708" y="0"/>
                    <a:pt x="1582" y="0"/>
                  </a:cubicBezTo>
                  <a:cubicBezTo>
                    <a:pt x="2456" y="0"/>
                    <a:pt x="3165" y="708"/>
                    <a:pt x="3165" y="1582"/>
                  </a:cubicBezTo>
                  <a:cubicBezTo>
                    <a:pt x="3165" y="2456"/>
                    <a:pt x="2456" y="3164"/>
                    <a:pt x="1582" y="3164"/>
                  </a:cubicBezTo>
                  <a:cubicBezTo>
                    <a:pt x="708" y="3164"/>
                    <a:pt x="0" y="2456"/>
                    <a:pt x="0" y="1582"/>
                  </a:cubicBezTo>
                </a:path>
              </a:pathLst>
            </a:custGeom>
            <a:solidFill>
              <a:srgbClr val="4F81BD">
                <a:alpha val="50196"/>
              </a:srgbClr>
            </a:solidFill>
            <a:ln w="0" cap="flat">
              <a:noFill/>
              <a:prstDash val="solid"/>
              <a:miter lim="0"/>
            </a:ln>
          </p:spPr>
          <p:txBody>
            <a:bodyPr rtlCol="0"/>
            <a:lstStyle/>
            <a:p>
              <a:pPr algn="ctr"/>
              <a:endParaRPr lang="zh-CN" altLang="en-US"/>
            </a:p>
          </p:txBody>
        </p:sp>
        <p:sp>
          <p:nvSpPr>
            <p:cNvPr id="280" name="path 280"/>
            <p:cNvSpPr/>
            <p:nvPr/>
          </p:nvSpPr>
          <p:spPr>
            <a:xfrm>
              <a:off x="1028763" y="1476374"/>
              <a:ext cx="2035175" cy="2035111"/>
            </a:xfrm>
            <a:custGeom>
              <a:avLst/>
              <a:gdLst/>
              <a:ahLst/>
              <a:cxnLst/>
              <a:rect l="0" t="0" r="0" b="0"/>
              <a:pathLst>
                <a:path w="3205" h="3204">
                  <a:moveTo>
                    <a:pt x="20" y="1602"/>
                  </a:moveTo>
                  <a:cubicBezTo>
                    <a:pt x="20" y="728"/>
                    <a:pt x="728" y="20"/>
                    <a:pt x="1602" y="20"/>
                  </a:cubicBezTo>
                  <a:cubicBezTo>
                    <a:pt x="2476" y="20"/>
                    <a:pt x="3185" y="728"/>
                    <a:pt x="3185" y="1602"/>
                  </a:cubicBezTo>
                  <a:cubicBezTo>
                    <a:pt x="3185" y="2476"/>
                    <a:pt x="2476" y="3184"/>
                    <a:pt x="1602" y="3184"/>
                  </a:cubicBezTo>
                  <a:cubicBezTo>
                    <a:pt x="728" y="3184"/>
                    <a:pt x="20" y="2476"/>
                    <a:pt x="20" y="1602"/>
                  </a:cubicBezTo>
                </a:path>
              </a:pathLst>
            </a:custGeom>
            <a:noFill/>
            <a:ln w="25400" cap="flat">
              <a:solidFill>
                <a:srgbClr val="FFFFFF"/>
              </a:solidFill>
              <a:prstDash val="solid"/>
              <a:round/>
            </a:ln>
          </p:spPr>
          <p:txBody>
            <a:bodyPr rtlCol="0"/>
            <a:lstStyle/>
            <a:p>
              <a:pPr algn="ctr"/>
              <a:endParaRPr lang="zh-CN" altLang="en-US"/>
            </a:p>
          </p:txBody>
        </p:sp>
        <p:sp>
          <p:nvSpPr>
            <p:cNvPr id="282" name="path 282"/>
            <p:cNvSpPr/>
            <p:nvPr/>
          </p:nvSpPr>
          <p:spPr>
            <a:xfrm>
              <a:off x="2070163" y="12700"/>
              <a:ext cx="2009775" cy="2009774"/>
            </a:xfrm>
            <a:custGeom>
              <a:avLst/>
              <a:gdLst/>
              <a:ahLst/>
              <a:cxnLst/>
              <a:rect l="0" t="0" r="0" b="0"/>
              <a:pathLst>
                <a:path w="3165" h="3164">
                  <a:moveTo>
                    <a:pt x="0" y="1582"/>
                  </a:moveTo>
                  <a:cubicBezTo>
                    <a:pt x="0" y="708"/>
                    <a:pt x="708" y="0"/>
                    <a:pt x="1582" y="0"/>
                  </a:cubicBezTo>
                  <a:cubicBezTo>
                    <a:pt x="2456" y="0"/>
                    <a:pt x="3165" y="708"/>
                    <a:pt x="3165" y="1582"/>
                  </a:cubicBezTo>
                  <a:cubicBezTo>
                    <a:pt x="3165" y="2456"/>
                    <a:pt x="2456" y="3164"/>
                    <a:pt x="1582" y="3164"/>
                  </a:cubicBezTo>
                  <a:cubicBezTo>
                    <a:pt x="708" y="3164"/>
                    <a:pt x="0" y="2456"/>
                    <a:pt x="0" y="1582"/>
                  </a:cubicBezTo>
                </a:path>
              </a:pathLst>
            </a:custGeom>
            <a:solidFill>
              <a:srgbClr val="4F81BD">
                <a:alpha val="50196"/>
              </a:srgbClr>
            </a:solidFill>
            <a:ln w="0" cap="flat">
              <a:noFill/>
              <a:prstDash val="solid"/>
              <a:miter lim="0"/>
            </a:ln>
          </p:spPr>
          <p:txBody>
            <a:bodyPr rtlCol="0"/>
            <a:lstStyle/>
            <a:p>
              <a:pPr algn="ctr"/>
              <a:endParaRPr lang="zh-CN" altLang="en-US"/>
            </a:p>
          </p:txBody>
        </p:sp>
        <p:sp>
          <p:nvSpPr>
            <p:cNvPr id="284" name="path 284"/>
            <p:cNvSpPr/>
            <p:nvPr/>
          </p:nvSpPr>
          <p:spPr>
            <a:xfrm>
              <a:off x="2057463" y="0"/>
              <a:ext cx="2035175" cy="2035174"/>
            </a:xfrm>
            <a:custGeom>
              <a:avLst/>
              <a:gdLst/>
              <a:ahLst/>
              <a:cxnLst/>
              <a:rect l="0" t="0" r="0" b="0"/>
              <a:pathLst>
                <a:path w="3205" h="3204">
                  <a:moveTo>
                    <a:pt x="20" y="1602"/>
                  </a:moveTo>
                  <a:cubicBezTo>
                    <a:pt x="20" y="728"/>
                    <a:pt x="728" y="20"/>
                    <a:pt x="1602" y="20"/>
                  </a:cubicBezTo>
                  <a:cubicBezTo>
                    <a:pt x="2476" y="20"/>
                    <a:pt x="3185" y="728"/>
                    <a:pt x="3185" y="1602"/>
                  </a:cubicBezTo>
                  <a:cubicBezTo>
                    <a:pt x="3185" y="2476"/>
                    <a:pt x="2476" y="3184"/>
                    <a:pt x="1602" y="3184"/>
                  </a:cubicBezTo>
                  <a:cubicBezTo>
                    <a:pt x="728" y="3184"/>
                    <a:pt x="20" y="2476"/>
                    <a:pt x="20" y="1602"/>
                  </a:cubicBezTo>
                </a:path>
              </a:pathLst>
            </a:custGeom>
            <a:noFill/>
            <a:ln w="25400" cap="flat">
              <a:solidFill>
                <a:srgbClr val="FFFFFF"/>
              </a:solidFill>
              <a:prstDash val="solid"/>
              <a:round/>
            </a:ln>
          </p:spPr>
          <p:txBody>
            <a:bodyPr rtlCol="0"/>
            <a:lstStyle/>
            <a:p>
              <a:pPr algn="ctr"/>
              <a:endParaRPr lang="zh-CN" altLang="en-US"/>
            </a:p>
          </p:txBody>
        </p:sp>
        <p:sp>
          <p:nvSpPr>
            <p:cNvPr id="286" name="path 286"/>
            <p:cNvSpPr/>
            <p:nvPr/>
          </p:nvSpPr>
          <p:spPr>
            <a:xfrm>
              <a:off x="3098863" y="1489074"/>
              <a:ext cx="2009775" cy="2009711"/>
            </a:xfrm>
            <a:custGeom>
              <a:avLst/>
              <a:gdLst/>
              <a:ahLst/>
              <a:cxnLst/>
              <a:rect l="0" t="0" r="0" b="0"/>
              <a:pathLst>
                <a:path w="3165" h="3164">
                  <a:moveTo>
                    <a:pt x="0" y="1582"/>
                  </a:moveTo>
                  <a:cubicBezTo>
                    <a:pt x="0" y="708"/>
                    <a:pt x="708" y="0"/>
                    <a:pt x="1582" y="0"/>
                  </a:cubicBezTo>
                  <a:cubicBezTo>
                    <a:pt x="2456" y="0"/>
                    <a:pt x="3165" y="708"/>
                    <a:pt x="3165" y="1582"/>
                  </a:cubicBezTo>
                  <a:cubicBezTo>
                    <a:pt x="3165" y="2456"/>
                    <a:pt x="2456" y="3164"/>
                    <a:pt x="1582" y="3164"/>
                  </a:cubicBezTo>
                  <a:cubicBezTo>
                    <a:pt x="708" y="3164"/>
                    <a:pt x="0" y="2456"/>
                    <a:pt x="0" y="1582"/>
                  </a:cubicBezTo>
                </a:path>
              </a:pathLst>
            </a:custGeom>
            <a:solidFill>
              <a:srgbClr val="4F81BD">
                <a:alpha val="50196"/>
              </a:srgbClr>
            </a:solidFill>
            <a:ln w="0" cap="flat">
              <a:noFill/>
              <a:prstDash val="solid"/>
              <a:miter lim="0"/>
            </a:ln>
          </p:spPr>
          <p:txBody>
            <a:bodyPr rtlCol="0"/>
            <a:lstStyle/>
            <a:p>
              <a:pPr algn="ctr"/>
              <a:endParaRPr lang="zh-CN" altLang="en-US"/>
            </a:p>
          </p:txBody>
        </p:sp>
        <p:sp>
          <p:nvSpPr>
            <p:cNvPr id="288" name="path 288"/>
            <p:cNvSpPr/>
            <p:nvPr/>
          </p:nvSpPr>
          <p:spPr>
            <a:xfrm>
              <a:off x="3086163" y="1476374"/>
              <a:ext cx="2035175" cy="2035111"/>
            </a:xfrm>
            <a:custGeom>
              <a:avLst/>
              <a:gdLst/>
              <a:ahLst/>
              <a:cxnLst/>
              <a:rect l="0" t="0" r="0" b="0"/>
              <a:pathLst>
                <a:path w="3205" h="3204">
                  <a:moveTo>
                    <a:pt x="20" y="1602"/>
                  </a:moveTo>
                  <a:cubicBezTo>
                    <a:pt x="20" y="728"/>
                    <a:pt x="728" y="20"/>
                    <a:pt x="1602" y="20"/>
                  </a:cubicBezTo>
                  <a:cubicBezTo>
                    <a:pt x="2476" y="20"/>
                    <a:pt x="3185" y="728"/>
                    <a:pt x="3185" y="1602"/>
                  </a:cubicBezTo>
                  <a:cubicBezTo>
                    <a:pt x="3185" y="2476"/>
                    <a:pt x="2476" y="3184"/>
                    <a:pt x="1602" y="3184"/>
                  </a:cubicBezTo>
                  <a:cubicBezTo>
                    <a:pt x="728" y="3184"/>
                    <a:pt x="20" y="2476"/>
                    <a:pt x="20" y="1602"/>
                  </a:cubicBezTo>
                </a:path>
              </a:pathLst>
            </a:custGeom>
            <a:noFill/>
            <a:ln w="25400" cap="flat">
              <a:solidFill>
                <a:srgbClr val="FFFFFF"/>
              </a:solidFill>
              <a:prstDash val="solid"/>
              <a:round/>
            </a:ln>
          </p:spPr>
          <p:txBody>
            <a:bodyPr rtlCol="0"/>
            <a:lstStyle/>
            <a:p>
              <a:pPr algn="ctr"/>
              <a:endParaRPr lang="zh-CN" altLang="en-US"/>
            </a:p>
          </p:txBody>
        </p:sp>
        <p:sp>
          <p:nvSpPr>
            <p:cNvPr id="290" name="path 290"/>
            <p:cNvSpPr/>
            <p:nvPr/>
          </p:nvSpPr>
          <p:spPr>
            <a:xfrm>
              <a:off x="4127563" y="12700"/>
              <a:ext cx="2009775" cy="2009774"/>
            </a:xfrm>
            <a:custGeom>
              <a:avLst/>
              <a:gdLst/>
              <a:ahLst/>
              <a:cxnLst/>
              <a:rect l="0" t="0" r="0" b="0"/>
              <a:pathLst>
                <a:path w="3165" h="3164">
                  <a:moveTo>
                    <a:pt x="0" y="1582"/>
                  </a:moveTo>
                  <a:cubicBezTo>
                    <a:pt x="0" y="708"/>
                    <a:pt x="708" y="0"/>
                    <a:pt x="1582" y="0"/>
                  </a:cubicBezTo>
                  <a:cubicBezTo>
                    <a:pt x="2456" y="0"/>
                    <a:pt x="3165" y="708"/>
                    <a:pt x="3165" y="1582"/>
                  </a:cubicBezTo>
                  <a:cubicBezTo>
                    <a:pt x="3165" y="2456"/>
                    <a:pt x="2456" y="3164"/>
                    <a:pt x="1582" y="3164"/>
                  </a:cubicBezTo>
                  <a:cubicBezTo>
                    <a:pt x="708" y="3164"/>
                    <a:pt x="0" y="2456"/>
                    <a:pt x="0" y="1582"/>
                  </a:cubicBezTo>
                </a:path>
              </a:pathLst>
            </a:custGeom>
            <a:solidFill>
              <a:srgbClr val="4F81BD">
                <a:alpha val="50196"/>
              </a:srgbClr>
            </a:solidFill>
            <a:ln w="0" cap="flat">
              <a:noFill/>
              <a:prstDash val="solid"/>
              <a:miter lim="0"/>
            </a:ln>
          </p:spPr>
          <p:txBody>
            <a:bodyPr rtlCol="0"/>
            <a:lstStyle/>
            <a:p>
              <a:pPr algn="ctr"/>
              <a:endParaRPr lang="zh-CN" altLang="en-US"/>
            </a:p>
          </p:txBody>
        </p:sp>
        <p:sp>
          <p:nvSpPr>
            <p:cNvPr id="292" name="path 292"/>
            <p:cNvSpPr/>
            <p:nvPr/>
          </p:nvSpPr>
          <p:spPr>
            <a:xfrm>
              <a:off x="4114863" y="0"/>
              <a:ext cx="2035175" cy="2035174"/>
            </a:xfrm>
            <a:custGeom>
              <a:avLst/>
              <a:gdLst/>
              <a:ahLst/>
              <a:cxnLst/>
              <a:rect l="0" t="0" r="0" b="0"/>
              <a:pathLst>
                <a:path w="3205" h="3204">
                  <a:moveTo>
                    <a:pt x="20" y="1602"/>
                  </a:moveTo>
                  <a:cubicBezTo>
                    <a:pt x="20" y="728"/>
                    <a:pt x="728" y="20"/>
                    <a:pt x="1602" y="20"/>
                  </a:cubicBezTo>
                  <a:cubicBezTo>
                    <a:pt x="2476" y="20"/>
                    <a:pt x="3185" y="728"/>
                    <a:pt x="3185" y="1602"/>
                  </a:cubicBezTo>
                  <a:cubicBezTo>
                    <a:pt x="3185" y="2476"/>
                    <a:pt x="2476" y="3184"/>
                    <a:pt x="1602" y="3184"/>
                  </a:cubicBezTo>
                  <a:cubicBezTo>
                    <a:pt x="728" y="3184"/>
                    <a:pt x="20" y="2476"/>
                    <a:pt x="20" y="1602"/>
                  </a:cubicBezTo>
                </a:path>
              </a:pathLst>
            </a:custGeom>
            <a:noFill/>
            <a:ln w="25400" cap="flat">
              <a:solidFill>
                <a:srgbClr val="FFFFFF"/>
              </a:solidFill>
              <a:prstDash val="solid"/>
              <a:round/>
            </a:ln>
          </p:spPr>
          <p:txBody>
            <a:bodyPr rtlCol="0"/>
            <a:lstStyle/>
            <a:p>
              <a:pPr algn="ctr"/>
              <a:endParaRPr lang="zh-CN" altLang="en-US"/>
            </a:p>
          </p:txBody>
        </p:sp>
        <p:sp>
          <p:nvSpPr>
            <p:cNvPr id="294" name="path 294"/>
            <p:cNvSpPr/>
            <p:nvPr/>
          </p:nvSpPr>
          <p:spPr>
            <a:xfrm>
              <a:off x="5156263" y="1489074"/>
              <a:ext cx="2009775" cy="2009711"/>
            </a:xfrm>
            <a:custGeom>
              <a:avLst/>
              <a:gdLst/>
              <a:ahLst/>
              <a:cxnLst/>
              <a:rect l="0" t="0" r="0" b="0"/>
              <a:pathLst>
                <a:path w="3165" h="3164">
                  <a:moveTo>
                    <a:pt x="0" y="1582"/>
                  </a:moveTo>
                  <a:cubicBezTo>
                    <a:pt x="0" y="708"/>
                    <a:pt x="708" y="0"/>
                    <a:pt x="1582" y="0"/>
                  </a:cubicBezTo>
                  <a:cubicBezTo>
                    <a:pt x="2456" y="0"/>
                    <a:pt x="3165" y="708"/>
                    <a:pt x="3165" y="1582"/>
                  </a:cubicBezTo>
                  <a:cubicBezTo>
                    <a:pt x="3165" y="2456"/>
                    <a:pt x="2456" y="3164"/>
                    <a:pt x="1582" y="3164"/>
                  </a:cubicBezTo>
                  <a:cubicBezTo>
                    <a:pt x="708" y="3164"/>
                    <a:pt x="0" y="2456"/>
                    <a:pt x="0" y="1582"/>
                  </a:cubicBezTo>
                </a:path>
              </a:pathLst>
            </a:custGeom>
            <a:solidFill>
              <a:srgbClr val="4F81BD">
                <a:alpha val="50196"/>
              </a:srgbClr>
            </a:solidFill>
            <a:ln w="0" cap="flat">
              <a:noFill/>
              <a:prstDash val="solid"/>
              <a:miter lim="0"/>
            </a:ln>
          </p:spPr>
          <p:txBody>
            <a:bodyPr rtlCol="0"/>
            <a:lstStyle/>
            <a:p>
              <a:pPr algn="ctr"/>
              <a:endParaRPr lang="zh-CN" altLang="en-US"/>
            </a:p>
          </p:txBody>
        </p:sp>
        <p:sp>
          <p:nvSpPr>
            <p:cNvPr id="296" name="path 296"/>
            <p:cNvSpPr/>
            <p:nvPr/>
          </p:nvSpPr>
          <p:spPr>
            <a:xfrm>
              <a:off x="5143563" y="1476374"/>
              <a:ext cx="2035175" cy="2035111"/>
            </a:xfrm>
            <a:custGeom>
              <a:avLst/>
              <a:gdLst/>
              <a:ahLst/>
              <a:cxnLst/>
              <a:rect l="0" t="0" r="0" b="0"/>
              <a:pathLst>
                <a:path w="3205" h="3204">
                  <a:moveTo>
                    <a:pt x="20" y="1602"/>
                  </a:moveTo>
                  <a:cubicBezTo>
                    <a:pt x="20" y="728"/>
                    <a:pt x="728" y="20"/>
                    <a:pt x="1602" y="20"/>
                  </a:cubicBezTo>
                  <a:cubicBezTo>
                    <a:pt x="2476" y="20"/>
                    <a:pt x="3185" y="728"/>
                    <a:pt x="3185" y="1602"/>
                  </a:cubicBezTo>
                  <a:cubicBezTo>
                    <a:pt x="3185" y="2476"/>
                    <a:pt x="2476" y="3184"/>
                    <a:pt x="1602" y="3184"/>
                  </a:cubicBezTo>
                  <a:cubicBezTo>
                    <a:pt x="728" y="3184"/>
                    <a:pt x="20" y="2476"/>
                    <a:pt x="20" y="1602"/>
                  </a:cubicBezTo>
                </a:path>
              </a:pathLst>
            </a:custGeom>
            <a:noFill/>
            <a:ln w="25400" cap="flat">
              <a:solidFill>
                <a:srgbClr val="FFFFFF"/>
              </a:solidFill>
              <a:prstDash val="solid"/>
              <a:round/>
            </a:ln>
          </p:spPr>
          <p:txBody>
            <a:bodyPr rtlCol="0"/>
            <a:lstStyle/>
            <a:p>
              <a:pPr algn="ctr"/>
              <a:endParaRPr lang="zh-CN" altLang="en-US"/>
            </a:p>
          </p:txBody>
        </p:sp>
        <p:sp>
          <p:nvSpPr>
            <p:cNvPr id="298" name="path 298"/>
            <p:cNvSpPr/>
            <p:nvPr/>
          </p:nvSpPr>
          <p:spPr>
            <a:xfrm>
              <a:off x="6184963" y="12700"/>
              <a:ext cx="2019300" cy="2009774"/>
            </a:xfrm>
            <a:custGeom>
              <a:avLst/>
              <a:gdLst/>
              <a:ahLst/>
              <a:cxnLst/>
              <a:rect l="0" t="0" r="0" b="0"/>
              <a:pathLst>
                <a:path w="3180" h="3164">
                  <a:moveTo>
                    <a:pt x="0" y="1582"/>
                  </a:moveTo>
                  <a:cubicBezTo>
                    <a:pt x="0" y="708"/>
                    <a:pt x="711" y="0"/>
                    <a:pt x="1590" y="0"/>
                  </a:cubicBezTo>
                  <a:cubicBezTo>
                    <a:pt x="2468" y="0"/>
                    <a:pt x="3180" y="708"/>
                    <a:pt x="3180" y="1582"/>
                  </a:cubicBezTo>
                  <a:cubicBezTo>
                    <a:pt x="3180" y="2456"/>
                    <a:pt x="2468" y="3164"/>
                    <a:pt x="1590" y="3164"/>
                  </a:cubicBezTo>
                  <a:cubicBezTo>
                    <a:pt x="711" y="3164"/>
                    <a:pt x="0" y="2456"/>
                    <a:pt x="0" y="1582"/>
                  </a:cubicBezTo>
                </a:path>
              </a:pathLst>
            </a:custGeom>
            <a:solidFill>
              <a:srgbClr val="4F81BD">
                <a:alpha val="50196"/>
              </a:srgbClr>
            </a:solidFill>
            <a:ln w="0" cap="flat">
              <a:noFill/>
              <a:prstDash val="solid"/>
              <a:miter lim="0"/>
            </a:ln>
          </p:spPr>
          <p:txBody>
            <a:bodyPr rtlCol="0"/>
            <a:lstStyle/>
            <a:p>
              <a:pPr algn="ctr"/>
              <a:endParaRPr lang="zh-CN" altLang="en-US"/>
            </a:p>
          </p:txBody>
        </p:sp>
        <p:sp>
          <p:nvSpPr>
            <p:cNvPr id="300" name="path 300"/>
            <p:cNvSpPr/>
            <p:nvPr/>
          </p:nvSpPr>
          <p:spPr>
            <a:xfrm>
              <a:off x="6172263" y="0"/>
              <a:ext cx="2044700" cy="2035174"/>
            </a:xfrm>
            <a:custGeom>
              <a:avLst/>
              <a:gdLst/>
              <a:ahLst/>
              <a:cxnLst/>
              <a:rect l="0" t="0" r="0" b="0"/>
              <a:pathLst>
                <a:path w="3220" h="3204">
                  <a:moveTo>
                    <a:pt x="20" y="1602"/>
                  </a:moveTo>
                  <a:cubicBezTo>
                    <a:pt x="20" y="728"/>
                    <a:pt x="731" y="20"/>
                    <a:pt x="1610" y="20"/>
                  </a:cubicBezTo>
                  <a:cubicBezTo>
                    <a:pt x="2488" y="20"/>
                    <a:pt x="3200" y="728"/>
                    <a:pt x="3200" y="1602"/>
                  </a:cubicBezTo>
                  <a:cubicBezTo>
                    <a:pt x="3200" y="2476"/>
                    <a:pt x="2488" y="3184"/>
                    <a:pt x="1610" y="3184"/>
                  </a:cubicBezTo>
                  <a:cubicBezTo>
                    <a:pt x="731" y="3184"/>
                    <a:pt x="20" y="2476"/>
                    <a:pt x="20" y="1602"/>
                  </a:cubicBezTo>
                </a:path>
              </a:pathLst>
            </a:custGeom>
            <a:noFill/>
            <a:ln w="25400" cap="flat">
              <a:solidFill>
                <a:srgbClr val="FFFFFF"/>
              </a:solidFill>
              <a:prstDash val="solid"/>
              <a:round/>
            </a:ln>
          </p:spPr>
          <p:txBody>
            <a:bodyPr rtlCol="0"/>
            <a:lstStyle/>
            <a:p>
              <a:pPr algn="ctr"/>
              <a:endParaRPr lang="zh-CN" altLang="en-US"/>
            </a:p>
          </p:txBody>
        </p:sp>
      </p:grpSp>
      <p:sp>
        <p:nvSpPr>
          <p:cNvPr id="302" name="textbox 302"/>
          <p:cNvSpPr/>
          <p:nvPr/>
        </p:nvSpPr>
        <p:spPr>
          <a:xfrm>
            <a:off x="2200021" y="1348252"/>
            <a:ext cx="4585334" cy="381634"/>
          </a:xfrm>
          <a:prstGeom prst="rect">
            <a:avLst/>
          </a:prstGeom>
          <a:noFill/>
          <a:ln w="0" cap="flat">
            <a:noFill/>
            <a:prstDash val="solid"/>
            <a:miter lim="0"/>
          </a:ln>
        </p:spPr>
        <p:txBody>
          <a:bodyPr vert="horz" wrap="square" lIns="0" tIns="0" rIns="0" bIns="0"/>
          <a:lstStyle/>
          <a:p>
            <a:pPr algn="l" rtl="0" eaLnBrk="0">
              <a:lnSpc>
                <a:spcPct val="90035"/>
              </a:lnSpc>
              <a:tabLst/>
            </a:pPr>
            <a:endParaRPr sz="100">
              <a:latin typeface="Arial"/>
              <a:ea typeface="Arial"/>
              <a:cs typeface="Arial"/>
            </a:endParaRPr>
          </a:p>
          <a:p>
            <a:pPr marL="12700" eaLnBrk="0">
              <a:lnSpc>
                <a:spcPct val="97000"/>
              </a:lnSpc>
            </a:pPr>
            <a:r>
              <a:rPr sz="2400" b="1" kern="0" spc="-10">
                <a:solidFill>
                  <a:srgbClr val="01356D">
                    <a:alpha val="100000"/>
                  </a:srgbClr>
                </a:solidFill>
                <a:latin typeface="Arial"/>
                <a:ea typeface="Arial"/>
                <a:cs typeface="Arial"/>
              </a:rPr>
              <a:t>Thematic revisions to the</a:t>
            </a:r>
            <a:r>
              <a:rPr sz="2400" b="1" kern="0" spc="170">
                <a:solidFill>
                  <a:srgbClr val="01356D">
                    <a:alpha val="100000"/>
                  </a:srgbClr>
                </a:solidFill>
                <a:latin typeface="Arial"/>
                <a:ea typeface="Arial"/>
                <a:cs typeface="Arial"/>
              </a:rPr>
              <a:t> </a:t>
            </a:r>
            <a:r>
              <a:rPr sz="2400" b="1" kern="0" spc="-10">
                <a:solidFill>
                  <a:srgbClr val="01356D">
                    <a:alpha val="100000"/>
                  </a:srgbClr>
                </a:solidFill>
                <a:latin typeface="Arial"/>
                <a:ea typeface="Arial"/>
                <a:cs typeface="Arial"/>
              </a:rPr>
              <a:t>SOPs</a:t>
            </a:r>
            <a:endParaRPr sz="2400">
              <a:latin typeface="Arial"/>
              <a:ea typeface="Arial"/>
              <a:cs typeface="Arial"/>
            </a:endParaRPr>
          </a:p>
        </p:txBody>
      </p:sp>
      <p:sp>
        <p:nvSpPr>
          <p:cNvPr id="304" name="textbox 304"/>
          <p:cNvSpPr/>
          <p:nvPr/>
        </p:nvSpPr>
        <p:spPr>
          <a:xfrm>
            <a:off x="2565929" y="3322474"/>
            <a:ext cx="1299844" cy="846455"/>
          </a:xfrm>
          <a:prstGeom prst="rect">
            <a:avLst/>
          </a:prstGeom>
          <a:noFill/>
          <a:ln w="0" cap="flat">
            <a:noFill/>
            <a:prstDash val="solid"/>
            <a:miter lim="0"/>
          </a:ln>
        </p:spPr>
        <p:txBody>
          <a:bodyPr vert="horz" wrap="square" lIns="0" tIns="0" rIns="0" bIns="0"/>
          <a:lstStyle/>
          <a:p>
            <a:pPr algn="l" rtl="0" eaLnBrk="0">
              <a:lnSpc>
                <a:spcPct val="79043"/>
              </a:lnSpc>
              <a:tabLst/>
            </a:pPr>
            <a:endParaRPr sz="100">
              <a:latin typeface="Arial"/>
              <a:ea typeface="Arial"/>
              <a:cs typeface="Arial"/>
            </a:endParaRPr>
          </a:p>
          <a:p>
            <a:pPr marL="386715" eaLnBrk="0">
              <a:lnSpc>
                <a:spcPct val="80000"/>
              </a:lnSpc>
            </a:pPr>
            <a:r>
              <a:rPr sz="1500" kern="0" spc="-10">
                <a:solidFill>
                  <a:srgbClr val="000000">
                    <a:alpha val="100000"/>
                  </a:srgbClr>
                </a:solidFill>
                <a:latin typeface="Arial"/>
                <a:ea typeface="Arial"/>
                <a:cs typeface="Arial"/>
              </a:rPr>
              <a:t>Active</a:t>
            </a:r>
            <a:endParaRPr sz="1500">
              <a:latin typeface="Arial"/>
              <a:ea typeface="Arial"/>
              <a:cs typeface="Arial"/>
            </a:endParaRPr>
          </a:p>
          <a:p>
            <a:pPr marL="12700" eaLnBrk="0">
              <a:lnSpc>
                <a:spcPct val="82000"/>
              </a:lnSpc>
              <a:spcBef>
                <a:spcPts val="121"/>
              </a:spcBef>
            </a:pPr>
            <a:r>
              <a:rPr sz="1500" kern="0" spc="-10">
                <a:solidFill>
                  <a:srgbClr val="000000">
                    <a:alpha val="100000"/>
                  </a:srgbClr>
                </a:solidFill>
                <a:latin typeface="Arial"/>
                <a:ea typeface="Arial"/>
                <a:cs typeface="Arial"/>
              </a:rPr>
              <a:t>implementa</a:t>
            </a:r>
            <a:r>
              <a:rPr sz="1500" kern="0" spc="-20">
                <a:solidFill>
                  <a:srgbClr val="000000">
                    <a:alpha val="100000"/>
                  </a:srgbClr>
                </a:solidFill>
                <a:latin typeface="Arial"/>
                <a:ea typeface="Arial"/>
                <a:cs typeface="Arial"/>
              </a:rPr>
              <a:t>tion</a:t>
            </a:r>
            <a:endParaRPr sz="1500">
              <a:latin typeface="Arial"/>
              <a:ea typeface="Arial"/>
              <a:cs typeface="Arial"/>
            </a:endParaRPr>
          </a:p>
          <a:p>
            <a:pPr marL="414019" eaLnBrk="0">
              <a:lnSpc>
                <a:spcPct val="87000"/>
              </a:lnSpc>
              <a:spcBef>
                <a:spcPts val="115"/>
              </a:spcBef>
            </a:pPr>
            <a:r>
              <a:rPr sz="1500" kern="0" spc="-10">
                <a:solidFill>
                  <a:srgbClr val="000000">
                    <a:alpha val="100000"/>
                  </a:srgbClr>
                </a:solidFill>
                <a:latin typeface="Arial"/>
                <a:ea typeface="Arial"/>
                <a:cs typeface="Arial"/>
              </a:rPr>
              <a:t>of the</a:t>
            </a:r>
            <a:endParaRPr sz="1500">
              <a:latin typeface="Arial"/>
              <a:ea typeface="Arial"/>
              <a:cs typeface="Arial"/>
            </a:endParaRPr>
          </a:p>
          <a:p>
            <a:pPr marL="233679" eaLnBrk="0">
              <a:lnSpc>
                <a:spcPct val="97000"/>
              </a:lnSpc>
              <a:spcBef>
                <a:spcPts val="6"/>
              </a:spcBef>
            </a:pPr>
            <a:r>
              <a:rPr sz="1500" kern="0" spc="-10">
                <a:solidFill>
                  <a:srgbClr val="000000">
                    <a:alpha val="100000"/>
                  </a:srgbClr>
                </a:solidFill>
                <a:latin typeface="Arial"/>
                <a:ea typeface="Arial"/>
                <a:cs typeface="Arial"/>
              </a:rPr>
              <a:t>standards</a:t>
            </a:r>
            <a:endParaRPr sz="1500">
              <a:latin typeface="Arial"/>
              <a:ea typeface="Arial"/>
              <a:cs typeface="Arial"/>
            </a:endParaRPr>
          </a:p>
        </p:txBody>
      </p:sp>
      <p:sp>
        <p:nvSpPr>
          <p:cNvPr id="306" name="textbox 306"/>
          <p:cNvSpPr/>
          <p:nvPr/>
        </p:nvSpPr>
        <p:spPr>
          <a:xfrm>
            <a:off x="3606927" y="4802400"/>
            <a:ext cx="1276985" cy="848994"/>
          </a:xfrm>
          <a:prstGeom prst="rect">
            <a:avLst/>
          </a:prstGeom>
          <a:noFill/>
          <a:ln w="0" cap="flat">
            <a:noFill/>
            <a:prstDash val="solid"/>
            <a:miter lim="0"/>
          </a:ln>
        </p:spPr>
        <p:txBody>
          <a:bodyPr vert="horz" wrap="square" lIns="0" tIns="0" rIns="0" bIns="0"/>
          <a:lstStyle/>
          <a:p>
            <a:pPr algn="l" rtl="0" eaLnBrk="0">
              <a:lnSpc>
                <a:spcPct val="79820"/>
              </a:lnSpc>
              <a:tabLst/>
            </a:pPr>
            <a:endParaRPr sz="100">
              <a:latin typeface="Arial"/>
              <a:ea typeface="Arial"/>
              <a:cs typeface="Arial"/>
            </a:endParaRPr>
          </a:p>
          <a:p>
            <a:pPr marL="216534" eaLnBrk="0">
              <a:lnSpc>
                <a:spcPct val="81000"/>
              </a:lnSpc>
            </a:pPr>
            <a:r>
              <a:rPr sz="1500" kern="0" spc="-20">
                <a:solidFill>
                  <a:srgbClr val="000000">
                    <a:alpha val="100000"/>
                  </a:srgbClr>
                </a:solidFill>
                <a:latin typeface="Arial"/>
                <a:ea typeface="Arial"/>
                <a:cs typeface="Arial"/>
              </a:rPr>
              <a:t>Promoting</a:t>
            </a:r>
            <a:endParaRPr sz="1500">
              <a:latin typeface="Arial"/>
              <a:ea typeface="Arial"/>
              <a:cs typeface="Arial"/>
            </a:endParaRPr>
          </a:p>
          <a:p>
            <a:pPr marL="113664" eaLnBrk="0">
              <a:lnSpc>
                <a:spcPct val="82000"/>
              </a:lnSpc>
              <a:spcBef>
                <a:spcPts val="118"/>
              </a:spcBef>
            </a:pPr>
            <a:r>
              <a:rPr sz="1500" kern="0" spc="-20">
                <a:solidFill>
                  <a:srgbClr val="000000">
                    <a:alpha val="100000"/>
                  </a:srgbClr>
                </a:solidFill>
                <a:latin typeface="Arial"/>
                <a:ea typeface="Arial"/>
                <a:cs typeface="Arial"/>
              </a:rPr>
              <a:t>public</a:t>
            </a:r>
            <a:r>
              <a:rPr sz="1500" kern="0" spc="120">
                <a:solidFill>
                  <a:srgbClr val="000000">
                    <a:alpha val="100000"/>
                  </a:srgbClr>
                </a:solidFill>
                <a:latin typeface="Arial"/>
                <a:ea typeface="Arial"/>
                <a:cs typeface="Arial"/>
              </a:rPr>
              <a:t> </a:t>
            </a:r>
            <a:r>
              <a:rPr sz="1500" kern="0" spc="-20">
                <a:solidFill>
                  <a:srgbClr val="000000">
                    <a:alpha val="100000"/>
                  </a:srgbClr>
                </a:solidFill>
                <a:latin typeface="Arial"/>
                <a:ea typeface="Arial"/>
                <a:cs typeface="Arial"/>
              </a:rPr>
              <a:t>healt</a:t>
            </a:r>
            <a:r>
              <a:rPr sz="1500" kern="0" spc="-30">
                <a:solidFill>
                  <a:srgbClr val="000000">
                    <a:alpha val="100000"/>
                  </a:srgbClr>
                </a:solidFill>
                <a:latin typeface="Arial"/>
                <a:ea typeface="Arial"/>
                <a:cs typeface="Arial"/>
              </a:rPr>
              <a:t>h</a:t>
            </a:r>
            <a:endParaRPr sz="1500">
              <a:latin typeface="Arial"/>
              <a:ea typeface="Arial"/>
              <a:cs typeface="Arial"/>
            </a:endParaRPr>
          </a:p>
          <a:p>
            <a:pPr marL="12700" eaLnBrk="0">
              <a:lnSpc>
                <a:spcPct val="81000"/>
              </a:lnSpc>
              <a:spcBef>
                <a:spcPts val="103"/>
              </a:spcBef>
            </a:pPr>
            <a:r>
              <a:rPr sz="1500" kern="0" spc="-20">
                <a:solidFill>
                  <a:srgbClr val="000000">
                    <a:alpha val="100000"/>
                  </a:srgbClr>
                </a:solidFill>
                <a:latin typeface="Arial"/>
                <a:ea typeface="Arial"/>
                <a:cs typeface="Arial"/>
              </a:rPr>
              <a:t>and</a:t>
            </a:r>
            <a:r>
              <a:rPr sz="1500" kern="0" spc="140">
                <a:solidFill>
                  <a:srgbClr val="000000">
                    <a:alpha val="100000"/>
                  </a:srgbClr>
                </a:solidFill>
                <a:latin typeface="Arial"/>
                <a:ea typeface="Arial"/>
                <a:cs typeface="Arial"/>
              </a:rPr>
              <a:t> </a:t>
            </a:r>
            <a:r>
              <a:rPr sz="1500" kern="0" spc="-20">
                <a:solidFill>
                  <a:srgbClr val="000000">
                    <a:alpha val="100000"/>
                  </a:srgbClr>
                </a:solidFill>
                <a:latin typeface="Arial"/>
                <a:ea typeface="Arial"/>
                <a:cs typeface="Arial"/>
              </a:rPr>
              <a:t>preventing</a:t>
            </a:r>
            <a:endParaRPr sz="1500">
              <a:latin typeface="Arial"/>
              <a:ea typeface="Arial"/>
              <a:cs typeface="Arial"/>
            </a:endParaRPr>
          </a:p>
          <a:p>
            <a:pPr marL="294004" eaLnBrk="0">
              <a:lnSpc>
                <a:spcPct val="97000"/>
              </a:lnSpc>
              <a:spcBef>
                <a:spcPts val="128"/>
              </a:spcBef>
            </a:pPr>
            <a:r>
              <a:rPr sz="1500" kern="0" spc="-20">
                <a:solidFill>
                  <a:srgbClr val="000000">
                    <a:alpha val="100000"/>
                  </a:srgbClr>
                </a:solidFill>
                <a:latin typeface="Arial"/>
                <a:ea typeface="Arial"/>
                <a:cs typeface="Arial"/>
              </a:rPr>
              <a:t>ill-health</a:t>
            </a:r>
            <a:endParaRPr sz="1500">
              <a:latin typeface="Arial"/>
              <a:ea typeface="Arial"/>
              <a:cs typeface="Arial"/>
            </a:endParaRPr>
          </a:p>
        </p:txBody>
      </p:sp>
      <p:sp>
        <p:nvSpPr>
          <p:cNvPr id="308" name="textbox 308"/>
          <p:cNvSpPr/>
          <p:nvPr/>
        </p:nvSpPr>
        <p:spPr>
          <a:xfrm>
            <a:off x="5659565" y="4903369"/>
            <a:ext cx="1297939" cy="646430"/>
          </a:xfrm>
          <a:prstGeom prst="rect">
            <a:avLst/>
          </a:prstGeom>
          <a:noFill/>
          <a:ln w="0" cap="flat">
            <a:noFill/>
            <a:prstDash val="solid"/>
            <a:miter lim="0"/>
          </a:ln>
        </p:spPr>
        <p:txBody>
          <a:bodyPr vert="horz" wrap="square" lIns="0" tIns="0" rIns="0" bIns="0"/>
          <a:lstStyle/>
          <a:p>
            <a:pPr algn="l" rtl="0" eaLnBrk="0">
              <a:lnSpc>
                <a:spcPct val="79042"/>
              </a:lnSpc>
              <a:tabLst/>
            </a:pPr>
            <a:endParaRPr sz="100">
              <a:latin typeface="Arial"/>
              <a:ea typeface="Arial"/>
              <a:cs typeface="Arial"/>
            </a:endParaRPr>
          </a:p>
          <a:p>
            <a:pPr marL="354329" eaLnBrk="0">
              <a:lnSpc>
                <a:spcPct val="80000"/>
              </a:lnSpc>
            </a:pPr>
            <a:r>
              <a:rPr sz="1500" kern="0" spc="-20">
                <a:solidFill>
                  <a:srgbClr val="000000">
                    <a:alpha val="100000"/>
                  </a:srgbClr>
                </a:solidFill>
                <a:latin typeface="Arial"/>
                <a:ea typeface="Arial"/>
                <a:cs typeface="Arial"/>
              </a:rPr>
              <a:t>Further</a:t>
            </a:r>
            <a:endParaRPr sz="1500">
              <a:latin typeface="Arial"/>
              <a:ea typeface="Arial"/>
              <a:cs typeface="Arial"/>
            </a:endParaRPr>
          </a:p>
          <a:p>
            <a:pPr marL="12700" eaLnBrk="0">
              <a:lnSpc>
                <a:spcPct val="81000"/>
              </a:lnSpc>
              <a:spcBef>
                <a:spcPts val="121"/>
              </a:spcBef>
            </a:pPr>
            <a:r>
              <a:rPr sz="1500" kern="0" spc="-10">
                <a:solidFill>
                  <a:srgbClr val="000000">
                    <a:alpha val="100000"/>
                  </a:srgbClr>
                </a:solidFill>
                <a:latin typeface="Arial"/>
                <a:ea typeface="Arial"/>
                <a:cs typeface="Arial"/>
              </a:rPr>
              <a:t>centralising the</a:t>
            </a:r>
            <a:endParaRPr sz="1500">
              <a:latin typeface="Arial"/>
              <a:ea typeface="Arial"/>
              <a:cs typeface="Arial"/>
            </a:endParaRPr>
          </a:p>
          <a:p>
            <a:pPr marL="138429" eaLnBrk="0">
              <a:lnSpc>
                <a:spcPct val="97000"/>
              </a:lnSpc>
              <a:spcBef>
                <a:spcPts val="128"/>
              </a:spcBef>
            </a:pPr>
            <a:r>
              <a:rPr sz="1500" kern="0" spc="-20">
                <a:solidFill>
                  <a:srgbClr val="000000">
                    <a:alpha val="100000"/>
                  </a:srgbClr>
                </a:solidFill>
                <a:latin typeface="Arial"/>
                <a:ea typeface="Arial"/>
                <a:cs typeface="Arial"/>
              </a:rPr>
              <a:t>service</a:t>
            </a:r>
            <a:r>
              <a:rPr sz="1500" kern="0" spc="170">
                <a:solidFill>
                  <a:srgbClr val="000000">
                    <a:alpha val="100000"/>
                  </a:srgbClr>
                </a:solidFill>
                <a:latin typeface="Arial"/>
                <a:ea typeface="Arial"/>
                <a:cs typeface="Arial"/>
              </a:rPr>
              <a:t> </a:t>
            </a:r>
            <a:r>
              <a:rPr sz="1500" kern="0" spc="-20">
                <a:solidFill>
                  <a:srgbClr val="000000">
                    <a:alpha val="100000"/>
                  </a:srgbClr>
                </a:solidFill>
                <a:latin typeface="Arial"/>
                <a:ea typeface="Arial"/>
                <a:cs typeface="Arial"/>
              </a:rPr>
              <a:t>user</a:t>
            </a:r>
            <a:endParaRPr sz="1500">
              <a:latin typeface="Arial"/>
              <a:ea typeface="Arial"/>
              <a:cs typeface="Arial"/>
            </a:endParaRPr>
          </a:p>
        </p:txBody>
      </p:sp>
      <p:sp>
        <p:nvSpPr>
          <p:cNvPr id="310" name="textbox 310"/>
          <p:cNvSpPr/>
          <p:nvPr/>
        </p:nvSpPr>
        <p:spPr>
          <a:xfrm>
            <a:off x="7824095" y="4901080"/>
            <a:ext cx="1092835" cy="610869"/>
          </a:xfrm>
          <a:prstGeom prst="rect">
            <a:avLst/>
          </a:prstGeom>
          <a:noFill/>
          <a:ln w="0" cap="flat">
            <a:noFill/>
            <a:prstDash val="solid"/>
            <a:miter lim="0"/>
          </a:ln>
        </p:spPr>
        <p:txBody>
          <a:bodyPr vert="horz" wrap="square" lIns="0" tIns="0" rIns="0" bIns="0"/>
          <a:lstStyle/>
          <a:p>
            <a:pPr algn="l" rtl="0" eaLnBrk="0">
              <a:lnSpc>
                <a:spcPct val="79820"/>
              </a:lnSpc>
              <a:tabLst/>
            </a:pPr>
            <a:endParaRPr sz="100">
              <a:latin typeface="Arial"/>
              <a:ea typeface="Arial"/>
              <a:cs typeface="Arial"/>
            </a:endParaRPr>
          </a:p>
          <a:p>
            <a:pPr marL="60960" eaLnBrk="0">
              <a:lnSpc>
                <a:spcPct val="81000"/>
              </a:lnSpc>
            </a:pPr>
            <a:r>
              <a:rPr sz="1500" kern="0" spc="-10">
                <a:solidFill>
                  <a:srgbClr val="000000">
                    <a:alpha val="100000"/>
                  </a:srgbClr>
                </a:solidFill>
                <a:latin typeface="Arial"/>
                <a:ea typeface="Arial"/>
                <a:cs typeface="Arial"/>
              </a:rPr>
              <a:t>Digital ski</a:t>
            </a:r>
            <a:r>
              <a:rPr sz="1500" kern="0" spc="-20">
                <a:solidFill>
                  <a:srgbClr val="000000">
                    <a:alpha val="100000"/>
                  </a:srgbClr>
                </a:solidFill>
                <a:latin typeface="Arial"/>
                <a:ea typeface="Arial"/>
                <a:cs typeface="Arial"/>
              </a:rPr>
              <a:t>lls</a:t>
            </a:r>
            <a:endParaRPr sz="1500">
              <a:latin typeface="Arial"/>
              <a:ea typeface="Arial"/>
              <a:cs typeface="Arial"/>
            </a:endParaRPr>
          </a:p>
          <a:p>
            <a:pPr marL="190500" eaLnBrk="0">
              <a:lnSpc>
                <a:spcPct val="87000"/>
              </a:lnSpc>
              <a:spcBef>
                <a:spcPts val="134"/>
              </a:spcBef>
            </a:pPr>
            <a:r>
              <a:rPr sz="1500" kern="0" spc="-40">
                <a:solidFill>
                  <a:srgbClr val="000000">
                    <a:alpha val="100000"/>
                  </a:srgbClr>
                </a:solidFill>
                <a:latin typeface="Arial"/>
                <a:ea typeface="Arial"/>
                <a:cs typeface="Arial"/>
              </a:rPr>
              <a:t>and</a:t>
            </a:r>
            <a:r>
              <a:rPr sz="1500" kern="0" spc="160">
                <a:solidFill>
                  <a:srgbClr val="000000">
                    <a:alpha val="100000"/>
                  </a:srgbClr>
                </a:solidFill>
                <a:latin typeface="Arial"/>
                <a:ea typeface="Arial"/>
                <a:cs typeface="Arial"/>
              </a:rPr>
              <a:t> </a:t>
            </a:r>
            <a:r>
              <a:rPr sz="1500" kern="0" spc="-40">
                <a:solidFill>
                  <a:srgbClr val="000000">
                    <a:alpha val="100000"/>
                  </a:srgbClr>
                </a:solidFill>
                <a:latin typeface="Arial"/>
                <a:ea typeface="Arial"/>
                <a:cs typeface="Arial"/>
              </a:rPr>
              <a:t>new</a:t>
            </a:r>
            <a:endParaRPr sz="1500">
              <a:latin typeface="Arial"/>
              <a:ea typeface="Arial"/>
              <a:cs typeface="Arial"/>
            </a:endParaRPr>
          </a:p>
          <a:p>
            <a:pPr marL="12700" eaLnBrk="0">
              <a:lnSpc>
                <a:spcPct val="80000"/>
              </a:lnSpc>
              <a:spcBef>
                <a:spcPts val="14"/>
              </a:spcBef>
            </a:pPr>
            <a:r>
              <a:rPr sz="1500" kern="0" spc="-10">
                <a:solidFill>
                  <a:srgbClr val="000000">
                    <a:alpha val="100000"/>
                  </a:srgbClr>
                </a:solidFill>
                <a:latin typeface="Arial"/>
                <a:ea typeface="Arial"/>
                <a:cs typeface="Arial"/>
              </a:rPr>
              <a:t>technologies</a:t>
            </a:r>
            <a:endParaRPr sz="1500">
              <a:latin typeface="Arial"/>
              <a:ea typeface="Arial"/>
              <a:cs typeface="Arial"/>
            </a:endParaRPr>
          </a:p>
        </p:txBody>
      </p:sp>
      <p:sp>
        <p:nvSpPr>
          <p:cNvPr id="312" name="textbox 312"/>
          <p:cNvSpPr/>
          <p:nvPr/>
        </p:nvSpPr>
        <p:spPr>
          <a:xfrm>
            <a:off x="4733671" y="3418991"/>
            <a:ext cx="1086485" cy="648969"/>
          </a:xfrm>
          <a:prstGeom prst="rect">
            <a:avLst/>
          </a:prstGeom>
          <a:noFill/>
          <a:ln w="0" cap="flat">
            <a:noFill/>
            <a:prstDash val="solid"/>
            <a:miter lim="0"/>
          </a:ln>
        </p:spPr>
        <p:txBody>
          <a:bodyPr vert="horz" wrap="square" lIns="0" tIns="0" rIns="0" bIns="0"/>
          <a:lstStyle/>
          <a:p>
            <a:pPr algn="l" rtl="0" eaLnBrk="0">
              <a:lnSpc>
                <a:spcPct val="79820"/>
              </a:lnSpc>
              <a:tabLst/>
            </a:pPr>
            <a:endParaRPr sz="100">
              <a:latin typeface="Arial"/>
              <a:ea typeface="Arial"/>
              <a:cs typeface="Arial"/>
            </a:endParaRPr>
          </a:p>
          <a:p>
            <a:pPr marL="197485" eaLnBrk="0">
              <a:lnSpc>
                <a:spcPct val="81000"/>
              </a:lnSpc>
            </a:pPr>
            <a:r>
              <a:rPr sz="1500" kern="0" spc="-20">
                <a:solidFill>
                  <a:srgbClr val="000000">
                    <a:alpha val="100000"/>
                  </a:srgbClr>
                </a:solidFill>
                <a:latin typeface="Arial"/>
                <a:ea typeface="Arial"/>
                <a:cs typeface="Arial"/>
              </a:rPr>
              <a:t>Equality,</a:t>
            </a:r>
            <a:endParaRPr sz="1500">
              <a:latin typeface="Arial"/>
              <a:ea typeface="Arial"/>
              <a:cs typeface="Arial"/>
            </a:endParaRPr>
          </a:p>
          <a:p>
            <a:pPr marL="12700" eaLnBrk="0">
              <a:lnSpc>
                <a:spcPct val="81000"/>
              </a:lnSpc>
              <a:spcBef>
                <a:spcPts val="119"/>
              </a:spcBef>
            </a:pPr>
            <a:r>
              <a:rPr sz="1500" kern="0" spc="-20">
                <a:solidFill>
                  <a:srgbClr val="000000">
                    <a:alpha val="100000"/>
                  </a:srgbClr>
                </a:solidFill>
                <a:latin typeface="Arial"/>
                <a:ea typeface="Arial"/>
                <a:cs typeface="Arial"/>
              </a:rPr>
              <a:t>diversity</a:t>
            </a:r>
            <a:r>
              <a:rPr sz="1500" kern="0" spc="140">
                <a:solidFill>
                  <a:srgbClr val="000000">
                    <a:alpha val="100000"/>
                  </a:srgbClr>
                </a:solidFill>
                <a:latin typeface="Arial"/>
                <a:ea typeface="Arial"/>
                <a:cs typeface="Arial"/>
              </a:rPr>
              <a:t> </a:t>
            </a:r>
            <a:r>
              <a:rPr sz="1500" kern="0" spc="-20">
                <a:solidFill>
                  <a:srgbClr val="000000">
                    <a:alpha val="100000"/>
                  </a:srgbClr>
                </a:solidFill>
                <a:latin typeface="Arial"/>
                <a:ea typeface="Arial"/>
                <a:cs typeface="Arial"/>
              </a:rPr>
              <a:t>and</a:t>
            </a:r>
            <a:endParaRPr sz="1500">
              <a:latin typeface="Arial"/>
              <a:ea typeface="Arial"/>
              <a:cs typeface="Arial"/>
            </a:endParaRPr>
          </a:p>
          <a:p>
            <a:pPr marL="182879" eaLnBrk="0">
              <a:lnSpc>
                <a:spcPct val="97000"/>
              </a:lnSpc>
              <a:spcBef>
                <a:spcPts val="130"/>
              </a:spcBef>
            </a:pPr>
            <a:r>
              <a:rPr sz="1500" kern="0" spc="-20">
                <a:solidFill>
                  <a:srgbClr val="000000">
                    <a:alpha val="100000"/>
                  </a:srgbClr>
                </a:solidFill>
                <a:latin typeface="Arial"/>
                <a:ea typeface="Arial"/>
                <a:cs typeface="Arial"/>
              </a:rPr>
              <a:t>inclusion</a:t>
            </a:r>
            <a:endParaRPr sz="1500">
              <a:latin typeface="Arial"/>
              <a:ea typeface="Arial"/>
              <a:cs typeface="Arial"/>
            </a:endParaRPr>
          </a:p>
        </p:txBody>
      </p:sp>
      <p:sp>
        <p:nvSpPr>
          <p:cNvPr id="314" name="textbox 314"/>
          <p:cNvSpPr/>
          <p:nvPr/>
        </p:nvSpPr>
        <p:spPr>
          <a:xfrm>
            <a:off x="6765545" y="3517796"/>
            <a:ext cx="1156335" cy="448309"/>
          </a:xfrm>
          <a:prstGeom prst="rect">
            <a:avLst/>
          </a:prstGeom>
          <a:noFill/>
          <a:ln w="0" cap="flat">
            <a:noFill/>
            <a:prstDash val="solid"/>
            <a:miter lim="0"/>
          </a:ln>
        </p:spPr>
        <p:txBody>
          <a:bodyPr vert="horz" wrap="square" lIns="0" tIns="0" rIns="0" bIns="0"/>
          <a:lstStyle/>
          <a:p>
            <a:pPr algn="l" rtl="0" eaLnBrk="0">
              <a:lnSpc>
                <a:spcPct val="97111"/>
              </a:lnSpc>
              <a:tabLst/>
            </a:pPr>
            <a:endParaRPr sz="100">
              <a:latin typeface="Arial"/>
              <a:ea typeface="Arial"/>
              <a:cs typeface="Arial"/>
            </a:endParaRPr>
          </a:p>
          <a:p>
            <a:pPr marL="12700" indent="74294" eaLnBrk="0">
              <a:lnSpc>
                <a:spcPct val="92000"/>
              </a:lnSpc>
            </a:pPr>
            <a:r>
              <a:rPr sz="1500" kern="0">
                <a:solidFill>
                  <a:srgbClr val="000000">
                    <a:alpha val="100000"/>
                  </a:srgbClr>
                </a:solidFill>
                <a:latin typeface="Arial"/>
                <a:ea typeface="Arial"/>
                <a:cs typeface="Arial"/>
              </a:rPr>
              <a:t>Registrants’</a:t>
            </a:r>
            <a:r>
              <a:rPr sz="1500" kern="0" spc="-10">
                <a:solidFill>
                  <a:srgbClr val="000000">
                    <a:alpha val="100000"/>
                  </a:srgbClr>
                </a:solidFill>
                <a:latin typeface="Arial"/>
                <a:ea typeface="Arial"/>
                <a:cs typeface="Arial"/>
              </a:rPr>
              <a:t>  </a:t>
            </a:r>
            <a:r>
              <a:rPr sz="1500" kern="0" spc="-20">
                <a:solidFill>
                  <a:srgbClr val="000000">
                    <a:alpha val="100000"/>
                  </a:srgbClr>
                </a:solidFill>
                <a:latin typeface="Arial"/>
                <a:ea typeface="Arial"/>
                <a:cs typeface="Arial"/>
              </a:rPr>
              <a:t>mental</a:t>
            </a:r>
            <a:r>
              <a:rPr sz="1500" kern="0" spc="90">
                <a:solidFill>
                  <a:srgbClr val="000000">
                    <a:alpha val="100000"/>
                  </a:srgbClr>
                </a:solidFill>
                <a:latin typeface="Arial"/>
                <a:ea typeface="Arial"/>
                <a:cs typeface="Arial"/>
              </a:rPr>
              <a:t> </a:t>
            </a:r>
            <a:r>
              <a:rPr sz="1500" kern="0" spc="-20">
                <a:solidFill>
                  <a:srgbClr val="000000">
                    <a:alpha val="100000"/>
                  </a:srgbClr>
                </a:solidFill>
                <a:latin typeface="Arial"/>
                <a:ea typeface="Arial"/>
                <a:cs typeface="Arial"/>
              </a:rPr>
              <a:t>health</a:t>
            </a:r>
            <a:endParaRPr sz="1500">
              <a:latin typeface="Arial"/>
              <a:ea typeface="Arial"/>
              <a:cs typeface="Arial"/>
            </a:endParaRPr>
          </a:p>
        </p:txBody>
      </p:sp>
      <p:sp>
        <p:nvSpPr>
          <p:cNvPr id="316" name="textbox 316"/>
          <p:cNvSpPr/>
          <p:nvPr/>
        </p:nvSpPr>
        <p:spPr>
          <a:xfrm>
            <a:off x="8929940" y="3616705"/>
            <a:ext cx="958214" cy="212090"/>
          </a:xfrm>
          <a:prstGeom prst="rect">
            <a:avLst/>
          </a:prstGeom>
          <a:noFill/>
          <a:ln w="0" cap="flat">
            <a:noFill/>
            <a:prstDash val="solid"/>
            <a:miter lim="0"/>
          </a:ln>
        </p:spPr>
        <p:txBody>
          <a:bodyPr vert="horz" wrap="square" lIns="0" tIns="0" rIns="0" bIns="0"/>
          <a:lstStyle/>
          <a:p>
            <a:pPr algn="l" rtl="0" eaLnBrk="0">
              <a:lnSpc>
                <a:spcPct val="77515"/>
              </a:lnSpc>
              <a:tabLst/>
            </a:pPr>
            <a:endParaRPr sz="100">
              <a:latin typeface="Arial"/>
              <a:ea typeface="Arial"/>
              <a:cs typeface="Arial"/>
            </a:endParaRPr>
          </a:p>
          <a:p>
            <a:pPr marL="12700" eaLnBrk="0">
              <a:lnSpc>
                <a:spcPct val="82000"/>
              </a:lnSpc>
            </a:pPr>
            <a:r>
              <a:rPr sz="1500" kern="0" spc="-20">
                <a:solidFill>
                  <a:srgbClr val="000000">
                    <a:alpha val="100000"/>
                  </a:srgbClr>
                </a:solidFill>
                <a:latin typeface="Arial"/>
                <a:ea typeface="Arial"/>
                <a:cs typeface="Arial"/>
              </a:rPr>
              <a:t>Leadership</a:t>
            </a:r>
            <a:endParaRPr sz="1500">
              <a:latin typeface="Arial"/>
              <a:ea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8" name="picture 318"/>
          <p:cNvPicPr>
            <a:picLocks noChangeAspect="1"/>
          </p:cNvPicPr>
          <p:nvPr/>
        </p:nvPicPr>
        <p:blipFill>
          <a:blip r:embed="rId2"/>
          <a:stretch>
            <a:fillRect/>
          </a:stretch>
        </p:blipFill>
        <p:spPr>
          <a:xfrm rot="21600000">
            <a:off x="1524000" y="0"/>
            <a:ext cx="9144000" cy="6857998"/>
          </a:xfrm>
          <a:prstGeom prst="rect">
            <a:avLst/>
          </a:prstGeom>
        </p:spPr>
      </p:pic>
      <p:sp>
        <p:nvSpPr>
          <p:cNvPr id="320" name="rect 320"/>
          <p:cNvSpPr/>
          <p:nvPr/>
        </p:nvSpPr>
        <p:spPr>
          <a:xfrm>
            <a:off x="2214562" y="4900612"/>
            <a:ext cx="8191500" cy="1714500"/>
          </a:xfrm>
          <a:prstGeom prst="rect">
            <a:avLst/>
          </a:prstGeom>
          <a:solidFill>
            <a:srgbClr val="9BBB59">
              <a:alpha val="100000"/>
            </a:srgbClr>
          </a:solidFill>
          <a:ln w="0" cap="flat">
            <a:noFill/>
            <a:prstDash val="solid"/>
            <a:miter lim="0"/>
          </a:ln>
        </p:spPr>
        <p:txBody>
          <a:bodyPr rtlCol="0"/>
          <a:lstStyle/>
          <a:p>
            <a:pPr algn="ctr"/>
            <a:endParaRPr lang="zh-CN" altLang="en-US"/>
          </a:p>
        </p:txBody>
      </p:sp>
      <p:sp>
        <p:nvSpPr>
          <p:cNvPr id="322" name="path 322"/>
          <p:cNvSpPr/>
          <p:nvPr/>
        </p:nvSpPr>
        <p:spPr>
          <a:xfrm>
            <a:off x="2214563" y="2290826"/>
            <a:ext cx="8191563" cy="2638424"/>
          </a:xfrm>
          <a:custGeom>
            <a:avLst/>
            <a:gdLst/>
            <a:ahLst/>
            <a:cxnLst/>
            <a:rect l="0" t="0" r="0" b="0"/>
            <a:pathLst>
              <a:path w="12900" h="4154">
                <a:moveTo>
                  <a:pt x="12900" y="2699"/>
                </a:moveTo>
                <a:lnTo>
                  <a:pt x="6969" y="2699"/>
                </a:lnTo>
                <a:lnTo>
                  <a:pt x="6969" y="3116"/>
                </a:lnTo>
                <a:lnTo>
                  <a:pt x="7488" y="3116"/>
                </a:lnTo>
                <a:lnTo>
                  <a:pt x="6450" y="4154"/>
                </a:lnTo>
                <a:lnTo>
                  <a:pt x="5411" y="3116"/>
                </a:lnTo>
                <a:lnTo>
                  <a:pt x="5930" y="3116"/>
                </a:lnTo>
                <a:lnTo>
                  <a:pt x="5930" y="2699"/>
                </a:lnTo>
                <a:lnTo>
                  <a:pt x="0" y="2699"/>
                </a:lnTo>
                <a:lnTo>
                  <a:pt x="0" y="0"/>
                </a:lnTo>
                <a:lnTo>
                  <a:pt x="12900" y="0"/>
                </a:lnTo>
                <a:lnTo>
                  <a:pt x="12900" y="2699"/>
                </a:lnTo>
                <a:close/>
              </a:path>
            </a:pathLst>
          </a:custGeom>
          <a:solidFill>
            <a:srgbClr val="8064A2">
              <a:alpha val="100000"/>
            </a:srgbClr>
          </a:solidFill>
          <a:ln w="0" cap="flat">
            <a:noFill/>
            <a:prstDash val="solid"/>
            <a:miter lim="0"/>
          </a:ln>
        </p:spPr>
        <p:txBody>
          <a:bodyPr rtlCol="0"/>
          <a:lstStyle/>
          <a:p>
            <a:pPr algn="ctr"/>
            <a:endParaRPr lang="zh-CN" altLang="en-US"/>
          </a:p>
        </p:txBody>
      </p:sp>
      <p:graphicFrame>
        <p:nvGraphicFramePr>
          <p:cNvPr id="324" name="table 324"/>
          <p:cNvGraphicFramePr>
            <a:graphicFrameLocks noGrp="1"/>
          </p:cNvGraphicFramePr>
          <p:nvPr/>
        </p:nvGraphicFramePr>
        <p:xfrm>
          <a:off x="2201862" y="2278127"/>
          <a:ext cx="8216900" cy="4349115"/>
        </p:xfrm>
        <a:graphic>
          <a:graphicData uri="http://schemas.openxmlformats.org/drawingml/2006/table">
            <a:tbl>
              <a:tblPr/>
              <a:tblGrid>
                <a:gridCol w="273685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62075">
                  <a:extLst>
                    <a:ext uri="{9D8B030D-6E8A-4147-A177-3AD203B41FA5}">
                      <a16:colId xmlns:a16="http://schemas.microsoft.com/office/drawing/2014/main" val="20002"/>
                    </a:ext>
                  </a:extLst>
                </a:gridCol>
                <a:gridCol w="2746375">
                  <a:extLst>
                    <a:ext uri="{9D8B030D-6E8A-4147-A177-3AD203B41FA5}">
                      <a16:colId xmlns:a16="http://schemas.microsoft.com/office/drawing/2014/main" val="20003"/>
                    </a:ext>
                  </a:extLst>
                </a:gridCol>
              </a:tblGrid>
              <a:tr h="936625">
                <a:tc gridSpan="4">
                  <a:txBody>
                    <a:bodyPr/>
                    <a:lstStyle/>
                    <a:p>
                      <a:pPr algn="l" rtl="0" eaLnBrk="0">
                        <a:lnSpc>
                          <a:spcPct val="139000"/>
                        </a:lnSpc>
                        <a:tabLst/>
                      </a:pPr>
                      <a:endParaRPr sz="1000">
                        <a:latin typeface="Arial"/>
                        <a:ea typeface="Arial"/>
                        <a:cs typeface="Arial"/>
                      </a:endParaRPr>
                    </a:p>
                    <a:p>
                      <a:pPr marL="2761614" indent="-2545714" algn="l" rtl="0" eaLnBrk="0">
                        <a:lnSpc>
                          <a:spcPct val="87000"/>
                        </a:lnSpc>
                        <a:spcBef>
                          <a:spcPts val="6"/>
                        </a:spcBef>
                        <a:tabLst/>
                      </a:pPr>
                      <a:r>
                        <a:rPr sz="2100" kern="0" spc="40">
                          <a:solidFill>
                            <a:srgbClr val="FFFFFF">
                              <a:alpha val="100000"/>
                            </a:srgbClr>
                          </a:solidFill>
                          <a:latin typeface="Arial"/>
                          <a:ea typeface="Arial"/>
                          <a:cs typeface="Arial"/>
                        </a:rPr>
                        <a:t>Changed wording moving away from passive</a:t>
                      </a:r>
                      <a:r>
                        <a:rPr sz="2100" kern="0" spc="230">
                          <a:solidFill>
                            <a:srgbClr val="FFFFFF">
                              <a:alpha val="100000"/>
                            </a:srgbClr>
                          </a:solidFill>
                          <a:latin typeface="Arial"/>
                          <a:ea typeface="Arial"/>
                          <a:cs typeface="Arial"/>
                        </a:rPr>
                        <a:t> </a:t>
                      </a:r>
                      <a:r>
                        <a:rPr sz="2100" kern="0" spc="40">
                          <a:solidFill>
                            <a:srgbClr val="FFFFFF">
                              <a:alpha val="100000"/>
                            </a:srgbClr>
                          </a:solidFill>
                          <a:latin typeface="Arial"/>
                          <a:ea typeface="Arial"/>
                          <a:cs typeface="Arial"/>
                        </a:rPr>
                        <a:t>understanding, to</a:t>
                      </a:r>
                      <a:r>
                        <a:rPr sz="2100" kern="0" spc="0">
                          <a:solidFill>
                            <a:srgbClr val="FFFFFF">
                              <a:alpha val="100000"/>
                            </a:srgbClr>
                          </a:solidFill>
                          <a:latin typeface="Arial"/>
                          <a:ea typeface="Arial"/>
                          <a:cs typeface="Arial"/>
                        </a:rPr>
                        <a:t>    </a:t>
                      </a:r>
                      <a:r>
                        <a:rPr sz="2100" kern="0" spc="30">
                          <a:solidFill>
                            <a:srgbClr val="FFFFFF">
                              <a:alpha val="100000"/>
                            </a:srgbClr>
                          </a:solidFill>
                          <a:latin typeface="Arial"/>
                          <a:ea typeface="Arial"/>
                          <a:cs typeface="Arial"/>
                        </a:rPr>
                        <a:t>active</a:t>
                      </a:r>
                      <a:r>
                        <a:rPr sz="2100" kern="0" spc="230">
                          <a:solidFill>
                            <a:srgbClr val="FFFFFF">
                              <a:alpha val="100000"/>
                            </a:srgbClr>
                          </a:solidFill>
                          <a:latin typeface="Arial"/>
                          <a:ea typeface="Arial"/>
                          <a:cs typeface="Arial"/>
                        </a:rPr>
                        <a:t> </a:t>
                      </a:r>
                      <a:r>
                        <a:rPr sz="2100" kern="0" spc="30">
                          <a:solidFill>
                            <a:srgbClr val="FFFFFF">
                              <a:alpha val="100000"/>
                            </a:srgbClr>
                          </a:solidFill>
                          <a:latin typeface="Arial"/>
                          <a:ea typeface="Arial"/>
                          <a:cs typeface="Arial"/>
                        </a:rPr>
                        <a:t>implementation</a:t>
                      </a:r>
                      <a:endParaRPr sz="2100">
                        <a:latin typeface="Arial"/>
                        <a:ea typeface="Arial"/>
                        <a:cs typeface="Arial"/>
                      </a:endParaRPr>
                    </a:p>
                  </a:txBody>
                  <a:tcPr marL="0" marR="0" marT="0" marB="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D8D3E0"/>
                      </a:solidFill>
                      <a:prstDash val="solid"/>
                      <a:round/>
                      <a:headEnd type="none" w="med" len="med"/>
                      <a:tailEnd type="none" w="med" len="med"/>
                    </a:lnB>
                  </a:tcPr>
                </a:tc>
                <a:tc hMerge="1">
                  <a:txBody>
                    <a:bodyPr/>
                    <a:lstStyle/>
                    <a:p>
                      <a:endParaRPr/>
                    </a:p>
                  </a:txBody>
                  <a:tcPr marL="0" marR="0" marT="0" marB="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D8D3E0"/>
                      </a:solidFill>
                      <a:prstDash val="solid"/>
                      <a:round/>
                      <a:headEnd type="none" w="med" len="med"/>
                      <a:tailEnd type="none" w="med" len="med"/>
                    </a:lnB>
                  </a:tcPr>
                </a:tc>
                <a:tc hMerge="1">
                  <a:txBody>
                    <a:bodyPr/>
                    <a:lstStyle/>
                    <a:p>
                      <a:endParaRPr/>
                    </a:p>
                  </a:txBody>
                  <a:tcPr marL="0" marR="0" marT="0" marB="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D8D3E0"/>
                      </a:solidFill>
                      <a:prstDash val="solid"/>
                      <a:round/>
                      <a:headEnd type="none" w="med" len="med"/>
                      <a:tailEnd type="none" w="med" len="med"/>
                    </a:lnB>
                  </a:tcPr>
                </a:tc>
                <a:tc hMerge="1">
                  <a:txBody>
                    <a:bodyPr/>
                    <a:lstStyle/>
                    <a:p>
                      <a:endParaRPr/>
                    </a:p>
                  </a:txBody>
                  <a:tcPr marL="0" marR="0" marT="0" marB="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D8D3E0"/>
                      </a:solidFill>
                      <a:prstDash val="solid"/>
                      <a:round/>
                      <a:headEnd type="none" w="med" len="med"/>
                      <a:tailEnd type="none" w="med" len="med"/>
                    </a:lnB>
                  </a:tcPr>
                </a:tc>
                <a:extLst>
                  <a:ext uri="{0D108BD9-81ED-4DB2-BD59-A6C34878D82A}">
                    <a16:rowId xmlns:a16="http://schemas.microsoft.com/office/drawing/2014/main" val="10000"/>
                  </a:ext>
                </a:extLst>
              </a:tr>
              <a:tr h="789940">
                <a:tc gridSpan="2">
                  <a:txBody>
                    <a:bodyPr/>
                    <a:lstStyle/>
                    <a:p>
                      <a:pPr algn="l" rtl="0" eaLnBrk="0">
                        <a:lnSpc>
                          <a:spcPct val="145000"/>
                        </a:lnSpc>
                        <a:tabLst/>
                      </a:pPr>
                      <a:endParaRPr sz="1000">
                        <a:latin typeface="Arial"/>
                        <a:ea typeface="Arial"/>
                        <a:cs typeface="Arial"/>
                      </a:endParaRPr>
                    </a:p>
                    <a:p>
                      <a:pPr algn="l" rtl="0" eaLnBrk="0">
                        <a:lnSpc>
                          <a:spcPct val="7462"/>
                        </a:lnSpc>
                        <a:tabLst/>
                      </a:pPr>
                      <a:endParaRPr sz="100">
                        <a:latin typeface="Arial"/>
                        <a:ea typeface="Arial"/>
                        <a:cs typeface="Arial"/>
                      </a:endParaRPr>
                    </a:p>
                    <a:p>
                      <a:pPr marL="581659" indent="-229234" algn="l" rtl="0" eaLnBrk="0">
                        <a:lnSpc>
                          <a:spcPct val="86000"/>
                        </a:lnSpc>
                        <a:tabLst/>
                      </a:pPr>
                      <a:r>
                        <a:rPr sz="1400" kern="0" spc="0">
                          <a:solidFill>
                            <a:srgbClr val="000000">
                              <a:alpha val="100000"/>
                            </a:srgbClr>
                          </a:solidFill>
                          <a:latin typeface="Arial"/>
                          <a:ea typeface="Arial"/>
                          <a:cs typeface="Arial"/>
                        </a:rPr>
                        <a:t>Reflects the</a:t>
                      </a:r>
                      <a:r>
                        <a:rPr sz="1400" kern="0" spc="110">
                          <a:solidFill>
                            <a:srgbClr val="000000">
                              <a:alpha val="100000"/>
                            </a:srgbClr>
                          </a:solidFill>
                          <a:latin typeface="Arial"/>
                          <a:ea typeface="Arial"/>
                          <a:cs typeface="Arial"/>
                        </a:rPr>
                        <a:t> </a:t>
                      </a:r>
                      <a:r>
                        <a:rPr sz="1400" kern="0" spc="0">
                          <a:solidFill>
                            <a:srgbClr val="000000">
                              <a:alpha val="100000"/>
                            </a:srgbClr>
                          </a:solidFill>
                          <a:latin typeface="Arial"/>
                          <a:ea typeface="Arial"/>
                          <a:cs typeface="Arial"/>
                        </a:rPr>
                        <a:t>impor</a:t>
                      </a:r>
                      <a:r>
                        <a:rPr sz="1400" kern="0" spc="-10">
                          <a:solidFill>
                            <a:srgbClr val="000000">
                              <a:alpha val="100000"/>
                            </a:srgbClr>
                          </a:solidFill>
                          <a:latin typeface="Arial"/>
                          <a:ea typeface="Arial"/>
                          <a:cs typeface="Arial"/>
                        </a:rPr>
                        <a:t>tance of registrants being</a:t>
                      </a:r>
                      <a:r>
                        <a:rPr sz="1400" kern="0" spc="0">
                          <a:solidFill>
                            <a:srgbClr val="000000">
                              <a:alpha val="100000"/>
                            </a:srgbClr>
                          </a:solidFill>
                          <a:latin typeface="Arial"/>
                          <a:ea typeface="Arial"/>
                          <a:cs typeface="Arial"/>
                        </a:rPr>
                        <a:t>        autonomous and caring pro</a:t>
                      </a:r>
                      <a:r>
                        <a:rPr sz="1400" kern="0" spc="-10">
                          <a:solidFill>
                            <a:srgbClr val="000000">
                              <a:alpha val="100000"/>
                            </a:srgbClr>
                          </a:solidFill>
                          <a:latin typeface="Arial"/>
                          <a:ea typeface="Arial"/>
                          <a:cs typeface="Arial"/>
                        </a:rPr>
                        <a:t>fessionals</a:t>
                      </a:r>
                      <a:endParaRPr sz="1400">
                        <a:latin typeface="Arial"/>
                        <a:ea typeface="Arial"/>
                        <a:cs typeface="Arial"/>
                      </a:endParaRPr>
                    </a:p>
                  </a:txBody>
                  <a:tcPr marL="0" marR="0" marT="0" marB="0">
                    <a:lnL w="25400" cap="flat" cmpd="sng" algn="ctr">
                      <a:solidFill>
                        <a:srgbClr val="FFFFFF"/>
                      </a:solidFill>
                      <a:prstDash val="solid"/>
                      <a:round/>
                      <a:headEnd type="none" w="med" len="med"/>
                      <a:tailEnd type="none" w="med" len="med"/>
                    </a:lnL>
                    <a:lnR w="3175" cap="flat" cmpd="sng" algn="ctr">
                      <a:solidFill>
                        <a:srgbClr val="000000"/>
                      </a:solidFill>
                      <a:prstDash val="solid"/>
                      <a:round/>
                      <a:headEnd type="none" w="med" len="med"/>
                      <a:tailEnd type="none" w="med" len="med"/>
                    </a:lnR>
                    <a:lnT w="25400" cap="flat" cmpd="sng" algn="ctr">
                      <a:solidFill>
                        <a:srgbClr val="D8D3E0"/>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6DBE4"/>
                    </a:solidFill>
                  </a:tcPr>
                </a:tc>
                <a:tc hMerge="1">
                  <a:txBody>
                    <a:bodyPr/>
                    <a:lstStyle/>
                    <a:p>
                      <a:endParaRPr/>
                    </a:p>
                  </a:txBody>
                  <a:tcPr marL="0" marR="0" marT="0" marB="0">
                    <a:lnL w="25400" cap="flat" cmpd="sng" algn="ctr">
                      <a:solidFill>
                        <a:srgbClr val="FFFFFF"/>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D2D8E2"/>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6DBE4"/>
                    </a:solidFill>
                  </a:tcPr>
                </a:tc>
                <a:tc gridSpan="2">
                  <a:txBody>
                    <a:bodyPr/>
                    <a:lstStyle/>
                    <a:p>
                      <a:pPr algn="l" rtl="0" eaLnBrk="0">
                        <a:lnSpc>
                          <a:spcPct val="145000"/>
                        </a:lnSpc>
                        <a:tabLst/>
                      </a:pPr>
                      <a:endParaRPr sz="1000">
                        <a:latin typeface="Arial"/>
                        <a:ea typeface="Arial"/>
                        <a:cs typeface="Arial"/>
                      </a:endParaRPr>
                    </a:p>
                    <a:p>
                      <a:pPr algn="l" rtl="0" eaLnBrk="0">
                        <a:lnSpc>
                          <a:spcPct val="7462"/>
                        </a:lnSpc>
                        <a:tabLst/>
                      </a:pPr>
                      <a:endParaRPr sz="100">
                        <a:latin typeface="Arial"/>
                        <a:ea typeface="Arial"/>
                        <a:cs typeface="Arial"/>
                      </a:endParaRPr>
                    </a:p>
                    <a:p>
                      <a:pPr marL="1345564" indent="-1145539" algn="l" rtl="0" eaLnBrk="0">
                        <a:lnSpc>
                          <a:spcPct val="86000"/>
                        </a:lnSpc>
                        <a:tabLst/>
                      </a:pPr>
                      <a:r>
                        <a:rPr sz="1400" kern="0" spc="0">
                          <a:solidFill>
                            <a:srgbClr val="000000">
                              <a:alpha val="100000"/>
                            </a:srgbClr>
                          </a:solidFill>
                          <a:latin typeface="Arial"/>
                          <a:ea typeface="Arial"/>
                          <a:cs typeface="Arial"/>
                        </a:rPr>
                        <a:t>More active wording makes</a:t>
                      </a:r>
                      <a:r>
                        <a:rPr sz="1400" kern="0" spc="-10">
                          <a:solidFill>
                            <a:srgbClr val="000000">
                              <a:alpha val="100000"/>
                            </a:srgbClr>
                          </a:solidFill>
                          <a:latin typeface="Arial"/>
                          <a:ea typeface="Arial"/>
                          <a:cs typeface="Arial"/>
                        </a:rPr>
                        <a:t> our expectations</a:t>
                      </a:r>
                      <a:r>
                        <a:rPr sz="1400" kern="0" spc="7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of</a:t>
                      </a:r>
                      <a:r>
                        <a:rPr sz="1400" kern="0" spc="0">
                          <a:solidFill>
                            <a:srgbClr val="000000">
                              <a:alpha val="100000"/>
                            </a:srgbClr>
                          </a:solidFill>
                          <a:latin typeface="Arial"/>
                          <a:ea typeface="Arial"/>
                          <a:cs typeface="Arial"/>
                        </a:rPr>
                        <a:t>     registrants</a:t>
                      </a:r>
                      <a:r>
                        <a:rPr sz="1400" kern="0" spc="-10">
                          <a:solidFill>
                            <a:srgbClr val="000000">
                              <a:alpha val="100000"/>
                            </a:srgbClr>
                          </a:solidFill>
                          <a:latin typeface="Arial"/>
                          <a:ea typeface="Arial"/>
                          <a:cs typeface="Arial"/>
                        </a:rPr>
                        <a:t> clearer</a:t>
                      </a:r>
                      <a:endParaRPr sz="1400">
                        <a:latin typeface="Arial"/>
                        <a:ea typeface="Arial"/>
                        <a:cs typeface="Arial"/>
                      </a:endParaRPr>
                    </a:p>
                  </a:txBody>
                  <a:tcPr marL="0" marR="0" marT="0" marB="0">
                    <a:lnL w="3175" cap="flat" cmpd="sng" algn="ctr">
                      <a:solidFill>
                        <a:srgbClr val="000000"/>
                      </a:solidFill>
                      <a:prstDash val="solid"/>
                      <a:round/>
                      <a:headEnd type="none" w="med" len="med"/>
                      <a:tailEnd type="none" w="med" len="med"/>
                    </a:lnL>
                    <a:lnR w="25400" cap="flat" cmpd="sng" algn="ctr">
                      <a:solidFill>
                        <a:srgbClr val="FFFFFF"/>
                      </a:solidFill>
                      <a:prstDash val="solid"/>
                      <a:round/>
                      <a:headEnd type="none" w="med" len="med"/>
                      <a:tailEnd type="none" w="med" len="med"/>
                    </a:lnR>
                    <a:lnT w="3175" cap="flat" cmpd="sng" algn="ctr">
                      <a:solidFill>
                        <a:srgbClr val="D8D3E0"/>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BD7E3"/>
                    </a:solidFill>
                  </a:tcPr>
                </a:tc>
                <a:tc hMerge="1">
                  <a:txBody>
                    <a:bodyPr/>
                    <a:lstStyle/>
                    <a:p>
                      <a:endParaRPr/>
                    </a:p>
                  </a:txBody>
                  <a:tcPr marL="0" marR="0" marT="0" marB="0">
                    <a:lnL w="3175" cap="flat" cmpd="sng" algn="ctr">
                      <a:solidFill>
                        <a:srgbClr val="D8D3E0"/>
                      </a:solidFill>
                      <a:prstDash val="solid"/>
                      <a:round/>
                      <a:headEnd type="none" w="med" len="med"/>
                      <a:tailEnd type="none" w="med" len="med"/>
                    </a:lnL>
                    <a:lnR w="25400" cap="flat" cmpd="sng" algn="ctr">
                      <a:solidFill>
                        <a:srgbClr val="FFFFFF"/>
                      </a:solidFill>
                      <a:prstDash val="solid"/>
                      <a:round/>
                      <a:headEnd type="none" w="med" len="med"/>
                      <a:tailEnd type="none" w="med" len="med"/>
                    </a:lnR>
                    <a:lnT w="3175" cap="flat" cmpd="sng" algn="ctr">
                      <a:solidFill>
                        <a:srgbClr val="D8D3E0"/>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BD7E3"/>
                    </a:solidFill>
                  </a:tcPr>
                </a:tc>
                <a:extLst>
                  <a:ext uri="{0D108BD9-81ED-4DB2-BD59-A6C34878D82A}">
                    <a16:rowId xmlns:a16="http://schemas.microsoft.com/office/drawing/2014/main" val="10001"/>
                  </a:ext>
                </a:extLst>
              </a:tr>
              <a:tr h="895350">
                <a:tc gridSpan="4">
                  <a:txBody>
                    <a:bodyPr/>
                    <a:lstStyle/>
                    <a:p>
                      <a:pPr algn="l" rtl="0" eaLnBrk="0">
                        <a:lnSpc>
                          <a:spcPct val="100000"/>
                        </a:lnSpc>
                        <a:tabLst/>
                      </a:pPr>
                      <a:endParaRPr sz="1000">
                        <a:latin typeface="Arial"/>
                        <a:ea typeface="Arial"/>
                        <a:cs typeface="Arial"/>
                      </a:endParaRPr>
                    </a:p>
                  </a:txBody>
                  <a:tcPr marL="0" marR="0" marT="0" marB="0">
                    <a:lnL>
                      <a:noFill/>
                    </a:lnL>
                    <a:lnR>
                      <a:noFill/>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hMerge="1">
                  <a:txBody>
                    <a:bodyPr/>
                    <a:lstStyle/>
                    <a:p>
                      <a:endParaRPr/>
                    </a:p>
                  </a:txBody>
                  <a:tcPr marL="0" marR="0" marT="0" marB="0">
                    <a:lnL>
                      <a:noFill/>
                    </a:lnL>
                    <a:lnR>
                      <a:noFill/>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hMerge="1">
                  <a:txBody>
                    <a:bodyPr/>
                    <a:lstStyle/>
                    <a:p>
                      <a:endParaRPr/>
                    </a:p>
                  </a:txBody>
                  <a:tcPr marL="0" marR="0" marT="0" marB="0">
                    <a:lnL>
                      <a:noFill/>
                    </a:lnL>
                    <a:lnR>
                      <a:noFill/>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hMerge="1">
                  <a:txBody>
                    <a:bodyPr/>
                    <a:lstStyle/>
                    <a:p>
                      <a:endParaRPr/>
                    </a:p>
                  </a:txBody>
                  <a:tcPr marL="0" marR="0" marT="0" marB="0">
                    <a:lnL>
                      <a:noFill/>
                    </a:lnL>
                    <a:lnR>
                      <a:noFill/>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895350">
                <a:tc gridSpan="4">
                  <a:txBody>
                    <a:bodyPr/>
                    <a:lstStyle/>
                    <a:p>
                      <a:pPr algn="l" rtl="0" eaLnBrk="0">
                        <a:lnSpc>
                          <a:spcPct val="132000"/>
                        </a:lnSpc>
                        <a:tabLst/>
                      </a:pPr>
                      <a:endParaRPr sz="1000">
                        <a:latin typeface="Arial"/>
                        <a:ea typeface="Arial"/>
                        <a:cs typeface="Arial"/>
                      </a:endParaRPr>
                    </a:p>
                    <a:p>
                      <a:pPr algn="l" rtl="0" eaLnBrk="0">
                        <a:lnSpc>
                          <a:spcPct val="6708"/>
                        </a:lnSpc>
                        <a:tabLst/>
                      </a:pPr>
                      <a:endParaRPr sz="100">
                        <a:latin typeface="Arial"/>
                        <a:ea typeface="Arial"/>
                        <a:cs typeface="Arial"/>
                      </a:endParaRPr>
                    </a:p>
                    <a:p>
                      <a:pPr marL="2647314" indent="-2402839" algn="l" rtl="0" eaLnBrk="0">
                        <a:lnSpc>
                          <a:spcPct val="87000"/>
                        </a:lnSpc>
                        <a:tabLst/>
                      </a:pPr>
                      <a:r>
                        <a:rPr sz="2100" kern="0" spc="40">
                          <a:solidFill>
                            <a:srgbClr val="FFFFFF">
                              <a:alpha val="100000"/>
                            </a:srgbClr>
                          </a:solidFill>
                          <a:latin typeface="Arial"/>
                          <a:ea typeface="Arial"/>
                          <a:cs typeface="Arial"/>
                        </a:rPr>
                        <a:t>Education</a:t>
                      </a:r>
                      <a:r>
                        <a:rPr sz="2100" kern="0" spc="220">
                          <a:solidFill>
                            <a:srgbClr val="FFFFFF">
                              <a:alpha val="100000"/>
                            </a:srgbClr>
                          </a:solidFill>
                          <a:latin typeface="Arial"/>
                          <a:ea typeface="Arial"/>
                          <a:cs typeface="Arial"/>
                        </a:rPr>
                        <a:t> </a:t>
                      </a:r>
                      <a:r>
                        <a:rPr sz="2100" kern="0" spc="40">
                          <a:solidFill>
                            <a:srgbClr val="FFFFFF">
                              <a:alpha val="100000"/>
                            </a:srgbClr>
                          </a:solidFill>
                          <a:latin typeface="Arial"/>
                          <a:ea typeface="Arial"/>
                          <a:cs typeface="Arial"/>
                        </a:rPr>
                        <a:t>providers already considered SOPs as ‘active</a:t>
                      </a:r>
                      <a:r>
                        <a:rPr sz="2100" kern="0" spc="30">
                          <a:solidFill>
                            <a:srgbClr val="FFFFFF">
                              <a:alpha val="100000"/>
                            </a:srgbClr>
                          </a:solidFill>
                          <a:latin typeface="Arial"/>
                          <a:ea typeface="Arial"/>
                          <a:cs typeface="Arial"/>
                        </a:rPr>
                        <a:t>’ when</a:t>
                      </a:r>
                      <a:r>
                        <a:rPr sz="2100" kern="0" spc="0">
                          <a:solidFill>
                            <a:srgbClr val="FFFFFF">
                              <a:alpha val="100000"/>
                            </a:srgbClr>
                          </a:solidFill>
                          <a:latin typeface="Arial"/>
                          <a:ea typeface="Arial"/>
                          <a:cs typeface="Arial"/>
                        </a:rPr>
                        <a:t>    </a:t>
                      </a:r>
                      <a:r>
                        <a:rPr sz="2100" kern="0" spc="40">
                          <a:solidFill>
                            <a:srgbClr val="FFFFFF">
                              <a:alpha val="100000"/>
                            </a:srgbClr>
                          </a:solidFill>
                          <a:latin typeface="Arial"/>
                          <a:ea typeface="Arial"/>
                          <a:cs typeface="Arial"/>
                        </a:rPr>
                        <a:t>teaching and assessing</a:t>
                      </a:r>
                      <a:endParaRPr sz="2100">
                        <a:latin typeface="Arial"/>
                        <a:ea typeface="Arial"/>
                        <a:cs typeface="Arial"/>
                      </a:endParaRPr>
                    </a:p>
                  </a:txBody>
                  <a:tcPr marL="0" marR="0" marT="0" marB="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D2E5D5"/>
                      </a:solidFill>
                      <a:prstDash val="solid"/>
                      <a:round/>
                      <a:headEnd type="none" w="med" len="med"/>
                      <a:tailEnd type="none" w="med" len="med"/>
                    </a:lnB>
                  </a:tcPr>
                </a:tc>
                <a:tc hMerge="1">
                  <a:txBody>
                    <a:bodyPr/>
                    <a:lstStyle/>
                    <a:p>
                      <a:endParaRPr/>
                    </a:p>
                  </a:txBody>
                  <a:tcPr marL="0" marR="0" marT="0" marB="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D2E5D5"/>
                      </a:solidFill>
                      <a:prstDash val="solid"/>
                      <a:round/>
                      <a:headEnd type="none" w="med" len="med"/>
                      <a:tailEnd type="none" w="med" len="med"/>
                    </a:lnB>
                  </a:tcPr>
                </a:tc>
                <a:tc hMerge="1">
                  <a:txBody>
                    <a:bodyPr/>
                    <a:lstStyle/>
                    <a:p>
                      <a:endParaRPr/>
                    </a:p>
                  </a:txBody>
                  <a:tcPr marL="0" marR="0" marT="0" marB="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D2E5D5"/>
                      </a:solidFill>
                      <a:prstDash val="solid"/>
                      <a:round/>
                      <a:headEnd type="none" w="med" len="med"/>
                      <a:tailEnd type="none" w="med" len="med"/>
                    </a:lnB>
                  </a:tcPr>
                </a:tc>
                <a:tc hMerge="1">
                  <a:txBody>
                    <a:bodyPr/>
                    <a:lstStyle/>
                    <a:p>
                      <a:endParaRPr/>
                    </a:p>
                  </a:txBody>
                  <a:tcPr marL="0" marR="0" marT="0" marB="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D2E5D5"/>
                      </a:solidFill>
                      <a:prstDash val="solid"/>
                      <a:round/>
                      <a:headEnd type="none" w="med" len="med"/>
                      <a:tailEnd type="none" w="med" len="med"/>
                    </a:lnB>
                  </a:tcPr>
                </a:tc>
                <a:extLst>
                  <a:ext uri="{0D108BD9-81ED-4DB2-BD59-A6C34878D82A}">
                    <a16:rowId xmlns:a16="http://schemas.microsoft.com/office/drawing/2014/main" val="10003"/>
                  </a:ext>
                </a:extLst>
              </a:tr>
              <a:tr h="831850">
                <a:tc>
                  <a:txBody>
                    <a:bodyPr/>
                    <a:lstStyle/>
                    <a:p>
                      <a:pPr algn="l" rtl="0" eaLnBrk="0">
                        <a:lnSpc>
                          <a:spcPct val="124000"/>
                        </a:lnSpc>
                        <a:tabLst/>
                      </a:pPr>
                      <a:endParaRPr sz="200">
                        <a:latin typeface="Arial"/>
                        <a:ea typeface="Arial"/>
                        <a:cs typeface="Arial"/>
                      </a:endParaRPr>
                    </a:p>
                    <a:p>
                      <a:pPr marL="194945" algn="l" rtl="0" eaLnBrk="0">
                        <a:lnSpc>
                          <a:spcPct val="90000"/>
                        </a:lnSpc>
                        <a:tabLst/>
                      </a:pPr>
                      <a:r>
                        <a:rPr sz="1400" kern="0" spc="0">
                          <a:solidFill>
                            <a:srgbClr val="000000">
                              <a:alpha val="100000"/>
                            </a:srgbClr>
                          </a:solidFill>
                          <a:latin typeface="Arial"/>
                          <a:ea typeface="Arial"/>
                          <a:cs typeface="Arial"/>
                        </a:rPr>
                        <a:t>Due to the need </a:t>
                      </a:r>
                      <a:r>
                        <a:rPr sz="1400" kern="0" spc="-10">
                          <a:solidFill>
                            <a:srgbClr val="000000">
                              <a:alpha val="100000"/>
                            </a:srgbClr>
                          </a:solidFill>
                          <a:latin typeface="Arial"/>
                          <a:ea typeface="Arial"/>
                          <a:cs typeface="Arial"/>
                        </a:rPr>
                        <a:t>to deliver and</a:t>
                      </a:r>
                      <a:endParaRPr sz="1400">
                        <a:latin typeface="Arial"/>
                        <a:ea typeface="Arial"/>
                        <a:cs typeface="Arial"/>
                      </a:endParaRPr>
                    </a:p>
                    <a:p>
                      <a:pPr marL="147954" algn="l" rtl="0" eaLnBrk="0">
                        <a:lnSpc>
                          <a:spcPct val="82000"/>
                        </a:lnSpc>
                        <a:spcBef>
                          <a:spcPts val="1"/>
                        </a:spcBef>
                        <a:tabLst/>
                      </a:pPr>
                      <a:r>
                        <a:rPr sz="1400" kern="0" spc="0">
                          <a:solidFill>
                            <a:srgbClr val="000000">
                              <a:alpha val="100000"/>
                            </a:srgbClr>
                          </a:solidFill>
                          <a:latin typeface="Arial"/>
                          <a:ea typeface="Arial"/>
                          <a:cs typeface="Arial"/>
                        </a:rPr>
                        <a:t>actively assess compet</a:t>
                      </a:r>
                      <a:r>
                        <a:rPr sz="1400" kern="0" spc="-10">
                          <a:solidFill>
                            <a:srgbClr val="000000">
                              <a:alpha val="100000"/>
                            </a:srgbClr>
                          </a:solidFill>
                          <a:latin typeface="Arial"/>
                          <a:ea typeface="Arial"/>
                          <a:cs typeface="Arial"/>
                        </a:rPr>
                        <a:t>ence, to</a:t>
                      </a:r>
                      <a:endParaRPr sz="1400">
                        <a:latin typeface="Arial"/>
                        <a:ea typeface="Arial"/>
                        <a:cs typeface="Arial"/>
                      </a:endParaRPr>
                    </a:p>
                    <a:p>
                      <a:pPr marL="415290" algn="l" rtl="0" eaLnBrk="0">
                        <a:lnSpc>
                          <a:spcPct val="85000"/>
                        </a:lnSpc>
                        <a:spcBef>
                          <a:spcPts val="45"/>
                        </a:spcBef>
                        <a:tabLst/>
                      </a:pPr>
                      <a:r>
                        <a:rPr sz="1400" kern="0" spc="0">
                          <a:solidFill>
                            <a:srgbClr val="000000">
                              <a:alpha val="100000"/>
                            </a:srgbClr>
                          </a:solidFill>
                          <a:latin typeface="Arial"/>
                          <a:ea typeface="Arial"/>
                          <a:cs typeface="Arial"/>
                        </a:rPr>
                        <a:t>ensure lear</a:t>
                      </a:r>
                      <a:r>
                        <a:rPr sz="1400" kern="0" spc="-10">
                          <a:solidFill>
                            <a:srgbClr val="000000">
                              <a:alpha val="100000"/>
                            </a:srgbClr>
                          </a:solidFill>
                          <a:latin typeface="Arial"/>
                          <a:ea typeface="Arial"/>
                          <a:cs typeface="Arial"/>
                        </a:rPr>
                        <a:t>ners are</a:t>
                      </a:r>
                      <a:r>
                        <a:rPr sz="1400" kern="0" spc="2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fit</a:t>
                      </a:r>
                      <a:r>
                        <a:rPr sz="1400" kern="0" spc="6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to</a:t>
                      </a:r>
                      <a:endParaRPr sz="1400">
                        <a:latin typeface="Arial"/>
                        <a:ea typeface="Arial"/>
                        <a:cs typeface="Arial"/>
                      </a:endParaRPr>
                    </a:p>
                    <a:p>
                      <a:pPr marL="1073785" algn="l" rtl="0" eaLnBrk="0">
                        <a:lnSpc>
                          <a:spcPct val="83000"/>
                        </a:lnSpc>
                        <a:spcBef>
                          <a:spcPts val="2"/>
                        </a:spcBef>
                        <a:tabLst/>
                      </a:pPr>
                      <a:r>
                        <a:rPr sz="1400" kern="0" spc="-10">
                          <a:solidFill>
                            <a:srgbClr val="000000">
                              <a:alpha val="100000"/>
                            </a:srgbClr>
                          </a:solidFill>
                          <a:latin typeface="Arial"/>
                          <a:ea typeface="Arial"/>
                          <a:cs typeface="Arial"/>
                        </a:rPr>
                        <a:t>practice</a:t>
                      </a:r>
                      <a:endParaRPr sz="1400">
                        <a:latin typeface="Arial"/>
                        <a:ea typeface="Arial"/>
                        <a:cs typeface="Arial"/>
                      </a:endParaRPr>
                    </a:p>
                  </a:txBody>
                  <a:tcPr marL="0" marR="0" marT="0" marB="0">
                    <a:lnL w="25400" cap="flat" cmpd="sng" algn="ctr">
                      <a:solidFill>
                        <a:srgbClr val="FFFFFF"/>
                      </a:solidFill>
                      <a:prstDash val="solid"/>
                      <a:round/>
                      <a:headEnd type="none" w="med" len="med"/>
                      <a:tailEnd type="none" w="med" len="med"/>
                    </a:lnL>
                    <a:lnR w="3175" cap="flat" cmpd="sng" algn="ctr">
                      <a:solidFill>
                        <a:srgbClr val="000000"/>
                      </a:solidFill>
                      <a:prstDash val="solid"/>
                      <a:round/>
                      <a:headEnd type="none" w="med" len="med"/>
                      <a:tailEnd type="none" w="med" len="med"/>
                    </a:lnR>
                    <a:lnT w="25400" cap="flat" cmpd="sng" algn="ctr">
                      <a:solidFill>
                        <a:srgbClr val="D2E5D5"/>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1E9D5"/>
                    </a:solidFill>
                  </a:tcPr>
                </a:tc>
                <a:tc gridSpan="2">
                  <a:txBody>
                    <a:bodyPr/>
                    <a:lstStyle/>
                    <a:p>
                      <a:pPr algn="l" rtl="0" eaLnBrk="0">
                        <a:lnSpc>
                          <a:spcPct val="128000"/>
                        </a:lnSpc>
                        <a:tabLst/>
                      </a:pPr>
                      <a:endParaRPr sz="200">
                        <a:latin typeface="Arial"/>
                        <a:ea typeface="Arial"/>
                        <a:cs typeface="Arial"/>
                      </a:endParaRPr>
                    </a:p>
                    <a:p>
                      <a:pPr marL="386715" algn="l" rtl="0" eaLnBrk="0">
                        <a:lnSpc>
                          <a:spcPct val="82000"/>
                        </a:lnSpc>
                        <a:spcBef>
                          <a:spcPts val="1"/>
                        </a:spcBef>
                        <a:tabLst/>
                      </a:pPr>
                      <a:r>
                        <a:rPr sz="1400" kern="0" spc="-10">
                          <a:solidFill>
                            <a:srgbClr val="000000">
                              <a:alpha val="100000"/>
                            </a:srgbClr>
                          </a:solidFill>
                          <a:latin typeface="Arial"/>
                          <a:ea typeface="Arial"/>
                          <a:cs typeface="Arial"/>
                        </a:rPr>
                        <a:t>Learners</a:t>
                      </a:r>
                      <a:r>
                        <a:rPr sz="1400" kern="0" spc="11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need to activ</a:t>
                      </a:r>
                      <a:r>
                        <a:rPr sz="1400" kern="0" spc="-20">
                          <a:solidFill>
                            <a:srgbClr val="000000">
                              <a:alpha val="100000"/>
                            </a:srgbClr>
                          </a:solidFill>
                          <a:latin typeface="Arial"/>
                          <a:ea typeface="Arial"/>
                          <a:cs typeface="Arial"/>
                        </a:rPr>
                        <a:t>ely</a:t>
                      </a:r>
                      <a:endParaRPr sz="1400">
                        <a:latin typeface="Arial"/>
                        <a:ea typeface="Arial"/>
                        <a:cs typeface="Arial"/>
                      </a:endParaRPr>
                    </a:p>
                    <a:p>
                      <a:pPr marL="275590" algn="l" rtl="0" eaLnBrk="0">
                        <a:lnSpc>
                          <a:spcPct val="82000"/>
                        </a:lnSpc>
                        <a:spcBef>
                          <a:spcPts val="125"/>
                        </a:spcBef>
                        <a:tabLst/>
                      </a:pPr>
                      <a:r>
                        <a:rPr sz="1400" kern="0" spc="-10">
                          <a:solidFill>
                            <a:srgbClr val="000000">
                              <a:alpha val="100000"/>
                            </a:srgbClr>
                          </a:solidFill>
                          <a:latin typeface="Arial"/>
                          <a:ea typeface="Arial"/>
                          <a:cs typeface="Arial"/>
                        </a:rPr>
                        <a:t>demonstrate</a:t>
                      </a:r>
                      <a:r>
                        <a:rPr sz="1400" kern="0" spc="10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how th</a:t>
                      </a:r>
                      <a:r>
                        <a:rPr sz="1400" kern="0" spc="-20">
                          <a:solidFill>
                            <a:srgbClr val="000000">
                              <a:alpha val="100000"/>
                            </a:srgbClr>
                          </a:solidFill>
                          <a:latin typeface="Arial"/>
                          <a:ea typeface="Arial"/>
                          <a:cs typeface="Arial"/>
                        </a:rPr>
                        <a:t>ey</a:t>
                      </a:r>
                      <a:r>
                        <a:rPr sz="1400" kern="0" spc="110">
                          <a:solidFill>
                            <a:srgbClr val="000000">
                              <a:alpha val="100000"/>
                            </a:srgbClr>
                          </a:solidFill>
                          <a:latin typeface="Arial"/>
                          <a:ea typeface="Arial"/>
                          <a:cs typeface="Arial"/>
                        </a:rPr>
                        <a:t> </a:t>
                      </a:r>
                      <a:r>
                        <a:rPr sz="1400" kern="0" spc="-20">
                          <a:solidFill>
                            <a:srgbClr val="000000">
                              <a:alpha val="100000"/>
                            </a:srgbClr>
                          </a:solidFill>
                          <a:latin typeface="Arial"/>
                          <a:ea typeface="Arial"/>
                          <a:cs typeface="Arial"/>
                        </a:rPr>
                        <a:t>meet</a:t>
                      </a:r>
                      <a:endParaRPr sz="1400">
                        <a:latin typeface="Arial"/>
                        <a:ea typeface="Arial"/>
                        <a:cs typeface="Arial"/>
                      </a:endParaRPr>
                    </a:p>
                    <a:p>
                      <a:pPr marL="317500" algn="l" rtl="0" eaLnBrk="0">
                        <a:lnSpc>
                          <a:spcPct val="82000"/>
                        </a:lnSpc>
                        <a:spcBef>
                          <a:spcPts val="48"/>
                        </a:spcBef>
                        <a:tabLst/>
                      </a:pPr>
                      <a:r>
                        <a:rPr sz="1400" kern="0" spc="0">
                          <a:solidFill>
                            <a:srgbClr val="000000">
                              <a:alpha val="100000"/>
                            </a:srgbClr>
                          </a:solidFill>
                          <a:latin typeface="Arial"/>
                          <a:ea typeface="Arial"/>
                          <a:cs typeface="Arial"/>
                        </a:rPr>
                        <a:t>each SOP thro</a:t>
                      </a:r>
                      <a:r>
                        <a:rPr sz="1400" kern="0" spc="-10">
                          <a:solidFill>
                            <a:srgbClr val="000000">
                              <a:alpha val="100000"/>
                            </a:srgbClr>
                          </a:solidFill>
                          <a:latin typeface="Arial"/>
                          <a:ea typeface="Arial"/>
                          <a:cs typeface="Arial"/>
                        </a:rPr>
                        <a:t>ugh existing</a:t>
                      </a:r>
                      <a:endParaRPr sz="1400">
                        <a:latin typeface="Arial"/>
                        <a:ea typeface="Arial"/>
                        <a:cs typeface="Arial"/>
                      </a:endParaRPr>
                    </a:p>
                    <a:p>
                      <a:pPr marL="380365" algn="l" rtl="0" eaLnBrk="0">
                        <a:lnSpc>
                          <a:spcPct val="82000"/>
                        </a:lnSpc>
                        <a:spcBef>
                          <a:spcPts val="50"/>
                        </a:spcBef>
                        <a:tabLst/>
                      </a:pPr>
                      <a:r>
                        <a:rPr sz="1400" kern="0" spc="-10">
                          <a:solidFill>
                            <a:srgbClr val="000000">
                              <a:alpha val="100000"/>
                            </a:srgbClr>
                          </a:solidFill>
                          <a:latin typeface="Arial"/>
                          <a:ea typeface="Arial"/>
                          <a:cs typeface="Arial"/>
                        </a:rPr>
                        <a:t>programme assessments</a:t>
                      </a:r>
                      <a:endParaRPr sz="1400">
                        <a:latin typeface="Arial"/>
                        <a:ea typeface="Arial"/>
                        <a:cs typeface="Arial"/>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D2E5D5"/>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6E7D9"/>
                    </a:solidFill>
                  </a:tcPr>
                </a:tc>
                <a:tc hMerge="1">
                  <a:txBody>
                    <a:bodyPr/>
                    <a:lstStyle/>
                    <a:p>
                      <a:endParaRPr/>
                    </a:p>
                  </a:txBody>
                  <a:tcPr marL="0" marR="0" marT="0" marB="0">
                    <a:lnL w="3175" cap="flat" cmpd="sng" algn="ctr">
                      <a:solidFill>
                        <a:srgbClr val="D2E5D5"/>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D2E5D5"/>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6E7D9"/>
                    </a:solidFill>
                  </a:tcPr>
                </a:tc>
                <a:tc>
                  <a:txBody>
                    <a:bodyPr/>
                    <a:lstStyle/>
                    <a:p>
                      <a:pPr algn="l" rtl="0" eaLnBrk="0">
                        <a:lnSpc>
                          <a:spcPct val="145000"/>
                        </a:lnSpc>
                        <a:tabLst/>
                      </a:pPr>
                      <a:endParaRPr sz="1000">
                        <a:latin typeface="Arial"/>
                        <a:ea typeface="Arial"/>
                        <a:cs typeface="Arial"/>
                      </a:endParaRPr>
                    </a:p>
                    <a:p>
                      <a:pPr algn="l" rtl="0" eaLnBrk="0">
                        <a:lnSpc>
                          <a:spcPct val="7461"/>
                        </a:lnSpc>
                        <a:tabLst/>
                      </a:pPr>
                      <a:endParaRPr sz="100">
                        <a:latin typeface="Arial"/>
                        <a:ea typeface="Arial"/>
                        <a:cs typeface="Arial"/>
                      </a:endParaRPr>
                    </a:p>
                    <a:p>
                      <a:pPr marL="892175" indent="-702309" algn="l" rtl="0" eaLnBrk="0">
                        <a:lnSpc>
                          <a:spcPct val="86000"/>
                        </a:lnSpc>
                        <a:tabLst/>
                      </a:pPr>
                      <a:r>
                        <a:rPr sz="1400" kern="0" spc="-20">
                          <a:solidFill>
                            <a:srgbClr val="000000">
                              <a:alpha val="100000"/>
                            </a:srgbClr>
                          </a:solidFill>
                          <a:latin typeface="Arial"/>
                          <a:ea typeface="Arial"/>
                          <a:cs typeface="Arial"/>
                        </a:rPr>
                        <a:t>It</a:t>
                      </a:r>
                      <a:r>
                        <a:rPr sz="1400" kern="0" spc="130">
                          <a:solidFill>
                            <a:srgbClr val="000000">
                              <a:alpha val="100000"/>
                            </a:srgbClr>
                          </a:solidFill>
                          <a:latin typeface="Arial"/>
                          <a:ea typeface="Arial"/>
                          <a:cs typeface="Arial"/>
                        </a:rPr>
                        <a:t> </a:t>
                      </a:r>
                      <a:r>
                        <a:rPr sz="1400" kern="0" spc="-20">
                          <a:solidFill>
                            <a:srgbClr val="000000">
                              <a:alpha val="100000"/>
                            </a:srgbClr>
                          </a:solidFill>
                          <a:latin typeface="Arial"/>
                          <a:ea typeface="Arial"/>
                          <a:cs typeface="Arial"/>
                        </a:rPr>
                        <a:t>is not possible</a:t>
                      </a:r>
                      <a:r>
                        <a:rPr sz="1400" kern="0" spc="40">
                          <a:solidFill>
                            <a:srgbClr val="000000">
                              <a:alpha val="100000"/>
                            </a:srgbClr>
                          </a:solidFill>
                          <a:latin typeface="Arial"/>
                          <a:ea typeface="Arial"/>
                          <a:cs typeface="Arial"/>
                        </a:rPr>
                        <a:t> </a:t>
                      </a:r>
                      <a:r>
                        <a:rPr sz="1400" kern="0" spc="-20">
                          <a:solidFill>
                            <a:srgbClr val="000000">
                              <a:alpha val="100000"/>
                            </a:srgbClr>
                          </a:solidFill>
                          <a:latin typeface="Arial"/>
                          <a:ea typeface="Arial"/>
                          <a:cs typeface="Arial"/>
                        </a:rPr>
                        <a:t>to</a:t>
                      </a:r>
                      <a:r>
                        <a:rPr sz="1400" kern="0" spc="60">
                          <a:solidFill>
                            <a:srgbClr val="000000">
                              <a:alpha val="100000"/>
                            </a:srgbClr>
                          </a:solidFill>
                          <a:latin typeface="Arial"/>
                          <a:ea typeface="Arial"/>
                          <a:cs typeface="Arial"/>
                        </a:rPr>
                        <a:t> </a:t>
                      </a:r>
                      <a:r>
                        <a:rPr sz="1400" kern="0" spc="-20">
                          <a:solidFill>
                            <a:srgbClr val="000000">
                              <a:alpha val="100000"/>
                            </a:srgbClr>
                          </a:solidFill>
                          <a:latin typeface="Arial"/>
                          <a:ea typeface="Arial"/>
                          <a:cs typeface="Arial"/>
                        </a:rPr>
                        <a:t>do</a:t>
                      </a:r>
                      <a:r>
                        <a:rPr sz="1400" kern="0" spc="50">
                          <a:solidFill>
                            <a:srgbClr val="000000">
                              <a:alpha val="100000"/>
                            </a:srgbClr>
                          </a:solidFill>
                          <a:latin typeface="Arial"/>
                          <a:ea typeface="Arial"/>
                          <a:cs typeface="Arial"/>
                        </a:rPr>
                        <a:t> </a:t>
                      </a:r>
                      <a:r>
                        <a:rPr sz="1400" kern="0" spc="-20">
                          <a:solidFill>
                            <a:srgbClr val="000000">
                              <a:alpha val="100000"/>
                            </a:srgbClr>
                          </a:solidFill>
                          <a:latin typeface="Arial"/>
                          <a:ea typeface="Arial"/>
                          <a:cs typeface="Arial"/>
                        </a:rPr>
                        <a:t>t</a:t>
                      </a:r>
                      <a:r>
                        <a:rPr sz="1400" kern="0" spc="-30">
                          <a:solidFill>
                            <a:srgbClr val="000000">
                              <a:alpha val="100000"/>
                            </a:srgbClr>
                          </a:solidFill>
                          <a:latin typeface="Arial"/>
                          <a:ea typeface="Arial"/>
                          <a:cs typeface="Arial"/>
                        </a:rPr>
                        <a:t>his</a:t>
                      </a:r>
                      <a:r>
                        <a:rPr sz="1400" kern="0" spc="110">
                          <a:solidFill>
                            <a:srgbClr val="000000">
                              <a:alpha val="100000"/>
                            </a:srgbClr>
                          </a:solidFill>
                          <a:latin typeface="Arial"/>
                          <a:ea typeface="Arial"/>
                          <a:cs typeface="Arial"/>
                        </a:rPr>
                        <a:t> </a:t>
                      </a:r>
                      <a:r>
                        <a:rPr sz="1400" kern="0" spc="-30">
                          <a:solidFill>
                            <a:srgbClr val="000000">
                              <a:alpha val="100000"/>
                            </a:srgbClr>
                          </a:solidFill>
                          <a:latin typeface="Arial"/>
                          <a:ea typeface="Arial"/>
                          <a:cs typeface="Arial"/>
                        </a:rPr>
                        <a:t>in</a:t>
                      </a:r>
                      <a:r>
                        <a:rPr sz="1400" kern="0" spc="60">
                          <a:solidFill>
                            <a:srgbClr val="000000">
                              <a:alpha val="100000"/>
                            </a:srgbClr>
                          </a:solidFill>
                          <a:latin typeface="Arial"/>
                          <a:ea typeface="Arial"/>
                          <a:cs typeface="Arial"/>
                        </a:rPr>
                        <a:t> </a:t>
                      </a:r>
                      <a:r>
                        <a:rPr sz="1400" kern="0" spc="-30">
                          <a:solidFill>
                            <a:srgbClr val="000000">
                              <a:alpha val="100000"/>
                            </a:srgbClr>
                          </a:solidFill>
                          <a:latin typeface="Arial"/>
                          <a:ea typeface="Arial"/>
                          <a:cs typeface="Arial"/>
                        </a:rPr>
                        <a:t>a</a:t>
                      </a:r>
                      <a:r>
                        <a:rPr sz="1400" kern="0" spc="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passive way</a:t>
                      </a:r>
                      <a:endParaRPr sz="1400">
                        <a:latin typeface="Arial"/>
                        <a:ea typeface="Arial"/>
                        <a:cs typeface="Arial"/>
                      </a:endParaRPr>
                    </a:p>
                  </a:txBody>
                  <a:tcPr marL="0" marR="0" marT="0" marB="0">
                    <a:lnL w="3175" cap="flat" cmpd="sng" algn="ctr">
                      <a:solidFill>
                        <a:srgbClr val="000000"/>
                      </a:solidFill>
                      <a:prstDash val="solid"/>
                      <a:round/>
                      <a:headEnd type="none" w="med" len="med"/>
                      <a:tailEnd type="none" w="med" len="med"/>
                    </a:lnL>
                    <a:lnR w="25400" cap="flat" cmpd="sng" algn="ctr">
                      <a:solidFill>
                        <a:srgbClr val="FFFFFF"/>
                      </a:solidFill>
                      <a:prstDash val="solid"/>
                      <a:round/>
                      <a:headEnd type="none" w="med" len="med"/>
                      <a:tailEnd type="none" w="med" len="med"/>
                    </a:lnR>
                    <a:lnT w="3175" cap="flat" cmpd="sng" algn="ctr">
                      <a:solidFill>
                        <a:srgbClr val="D2E4E2"/>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6E6E4"/>
                    </a:solidFill>
                  </a:tcPr>
                </a:tc>
                <a:extLst>
                  <a:ext uri="{0D108BD9-81ED-4DB2-BD59-A6C34878D82A}">
                    <a16:rowId xmlns:a16="http://schemas.microsoft.com/office/drawing/2014/main" val="10004"/>
                  </a:ext>
                </a:extLst>
              </a:tr>
            </a:tbl>
          </a:graphicData>
        </a:graphic>
      </p:graphicFrame>
      <p:sp>
        <p:nvSpPr>
          <p:cNvPr id="326" name="textbox 326"/>
          <p:cNvSpPr/>
          <p:nvPr/>
        </p:nvSpPr>
        <p:spPr>
          <a:xfrm>
            <a:off x="2193608" y="1348252"/>
            <a:ext cx="5724525" cy="325120"/>
          </a:xfrm>
          <a:prstGeom prst="rect">
            <a:avLst/>
          </a:prstGeom>
          <a:noFill/>
          <a:ln w="0" cap="flat">
            <a:noFill/>
            <a:prstDash val="solid"/>
            <a:miter lim="0"/>
          </a:ln>
        </p:spPr>
        <p:txBody>
          <a:bodyPr vert="horz" wrap="square" lIns="0" tIns="0" rIns="0" bIns="0"/>
          <a:lstStyle/>
          <a:p>
            <a:pPr algn="l" rtl="0" eaLnBrk="0">
              <a:lnSpc>
                <a:spcPct val="80859"/>
              </a:lnSpc>
              <a:tabLst/>
            </a:pPr>
            <a:endParaRPr sz="100">
              <a:latin typeface="Arial"/>
              <a:ea typeface="Arial"/>
              <a:cs typeface="Arial"/>
            </a:endParaRPr>
          </a:p>
          <a:p>
            <a:pPr marL="12700" eaLnBrk="0">
              <a:lnSpc>
                <a:spcPct val="82000"/>
              </a:lnSpc>
            </a:pPr>
            <a:r>
              <a:rPr sz="2400" b="1" kern="0">
                <a:solidFill>
                  <a:srgbClr val="01356D">
                    <a:alpha val="100000"/>
                  </a:srgbClr>
                </a:solidFill>
                <a:latin typeface="Arial"/>
                <a:ea typeface="Arial"/>
                <a:cs typeface="Arial"/>
              </a:rPr>
              <a:t>Active</a:t>
            </a:r>
            <a:r>
              <a:rPr sz="2400" b="1" kern="0" spc="180">
                <a:solidFill>
                  <a:srgbClr val="01356D">
                    <a:alpha val="100000"/>
                  </a:srgbClr>
                </a:solidFill>
                <a:latin typeface="Arial"/>
                <a:ea typeface="Arial"/>
                <a:cs typeface="Arial"/>
              </a:rPr>
              <a:t> </a:t>
            </a:r>
            <a:r>
              <a:rPr sz="2400" b="1" kern="0">
                <a:solidFill>
                  <a:srgbClr val="01356D">
                    <a:alpha val="100000"/>
                  </a:srgbClr>
                </a:solidFill>
                <a:latin typeface="Arial"/>
                <a:ea typeface="Arial"/>
                <a:cs typeface="Arial"/>
              </a:rPr>
              <a:t>imple</a:t>
            </a:r>
            <a:r>
              <a:rPr sz="2400" b="1" kern="0" spc="-10">
                <a:solidFill>
                  <a:srgbClr val="01356D">
                    <a:alpha val="100000"/>
                  </a:srgbClr>
                </a:solidFill>
                <a:latin typeface="Arial"/>
                <a:ea typeface="Arial"/>
                <a:cs typeface="Arial"/>
              </a:rPr>
              <a:t>mentation of the standards</a:t>
            </a:r>
            <a:endParaRPr sz="2400">
              <a:latin typeface="Arial"/>
              <a:ea typeface="Arial"/>
              <a:cs typeface="Arial"/>
            </a:endParaRPr>
          </a:p>
        </p:txBody>
      </p:sp>
      <p:sp>
        <p:nvSpPr>
          <p:cNvPr id="328" name="path 328"/>
          <p:cNvSpPr/>
          <p:nvPr/>
        </p:nvSpPr>
        <p:spPr>
          <a:xfrm>
            <a:off x="5641757" y="4260632"/>
            <a:ext cx="1337110" cy="677598"/>
          </a:xfrm>
          <a:custGeom>
            <a:avLst/>
            <a:gdLst/>
            <a:ahLst/>
            <a:cxnLst/>
            <a:rect l="0" t="0" r="0" b="0"/>
            <a:pathLst>
              <a:path w="2105" h="1067">
                <a:moveTo>
                  <a:pt x="2091" y="14"/>
                </a:moveTo>
                <a:lnTo>
                  <a:pt x="1052" y="1052"/>
                </a:lnTo>
                <a:lnTo>
                  <a:pt x="14" y="14"/>
                </a:lnTo>
              </a:path>
            </a:pathLst>
          </a:custGeom>
          <a:noFill/>
          <a:ln w="25400" cap="flat">
            <a:solidFill>
              <a:srgbClr val="FFFFFF"/>
            </a:solidFill>
            <a:prstDash val="solid"/>
            <a:round/>
          </a:ln>
        </p:spPr>
        <p:txBody>
          <a:bodyPr rtlCol="0"/>
          <a:lstStyle/>
          <a:p>
            <a:pPr algn="ctr"/>
            <a:endParaRPr lang="zh-CN" altLang="en-US"/>
          </a:p>
        </p:txBody>
      </p:sp>
      <p:sp>
        <p:nvSpPr>
          <p:cNvPr id="330" name="path 330"/>
          <p:cNvSpPr/>
          <p:nvPr/>
        </p:nvSpPr>
        <p:spPr>
          <a:xfrm>
            <a:off x="5650738" y="4005072"/>
            <a:ext cx="1319148" cy="277241"/>
          </a:xfrm>
          <a:custGeom>
            <a:avLst/>
            <a:gdLst/>
            <a:ahLst/>
            <a:cxnLst/>
            <a:rect l="0" t="0" r="0" b="0"/>
            <a:pathLst>
              <a:path w="2077" h="436">
                <a:moveTo>
                  <a:pt x="1557" y="0"/>
                </a:moveTo>
                <a:lnTo>
                  <a:pt x="1557" y="416"/>
                </a:lnTo>
                <a:lnTo>
                  <a:pt x="2077" y="416"/>
                </a:lnTo>
                <a:moveTo>
                  <a:pt x="0" y="416"/>
                </a:moveTo>
                <a:lnTo>
                  <a:pt x="519" y="416"/>
                </a:lnTo>
                <a:lnTo>
                  <a:pt x="519" y="0"/>
                </a:lnTo>
              </a:path>
            </a:pathLst>
          </a:custGeom>
          <a:noFill/>
          <a:ln w="25400" cap="flat">
            <a:solidFill>
              <a:srgbClr val="FFFFFF"/>
            </a:solidFill>
            <a:prstDash val="solid"/>
            <a:round/>
          </a:ln>
        </p:spPr>
        <p:txBody>
          <a:bodyPr rtlCol="0"/>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6" name="picture 396"/>
          <p:cNvPicPr>
            <a:picLocks noChangeAspect="1"/>
          </p:cNvPicPr>
          <p:nvPr/>
        </p:nvPicPr>
        <p:blipFill>
          <a:blip r:embed="rId2"/>
          <a:stretch>
            <a:fillRect/>
          </a:stretch>
        </p:blipFill>
        <p:spPr>
          <a:xfrm rot="21600000">
            <a:off x="1524000" y="0"/>
            <a:ext cx="9144000" cy="6857998"/>
          </a:xfrm>
          <a:prstGeom prst="rect">
            <a:avLst/>
          </a:prstGeom>
        </p:spPr>
      </p:pic>
      <p:sp>
        <p:nvSpPr>
          <p:cNvPr id="398" name="rect 398"/>
          <p:cNvSpPr/>
          <p:nvPr/>
        </p:nvSpPr>
        <p:spPr>
          <a:xfrm>
            <a:off x="2214562" y="4900612"/>
            <a:ext cx="8191500" cy="1714500"/>
          </a:xfrm>
          <a:prstGeom prst="rect">
            <a:avLst/>
          </a:prstGeom>
          <a:solidFill>
            <a:srgbClr val="9BBB59">
              <a:alpha val="100000"/>
            </a:srgbClr>
          </a:solidFill>
          <a:ln w="0" cap="flat">
            <a:noFill/>
            <a:prstDash val="solid"/>
            <a:miter lim="0"/>
          </a:ln>
        </p:spPr>
        <p:txBody>
          <a:bodyPr rtlCol="0"/>
          <a:lstStyle/>
          <a:p>
            <a:pPr algn="ctr"/>
            <a:endParaRPr lang="zh-CN" altLang="en-US"/>
          </a:p>
        </p:txBody>
      </p:sp>
      <p:sp>
        <p:nvSpPr>
          <p:cNvPr id="400" name="path 400"/>
          <p:cNvSpPr/>
          <p:nvPr/>
        </p:nvSpPr>
        <p:spPr>
          <a:xfrm>
            <a:off x="2214563" y="2290826"/>
            <a:ext cx="8191563" cy="2638424"/>
          </a:xfrm>
          <a:custGeom>
            <a:avLst/>
            <a:gdLst/>
            <a:ahLst/>
            <a:cxnLst/>
            <a:rect l="0" t="0" r="0" b="0"/>
            <a:pathLst>
              <a:path w="12900" h="4154">
                <a:moveTo>
                  <a:pt x="12900" y="2699"/>
                </a:moveTo>
                <a:lnTo>
                  <a:pt x="6969" y="2699"/>
                </a:lnTo>
                <a:lnTo>
                  <a:pt x="6969" y="3116"/>
                </a:lnTo>
                <a:lnTo>
                  <a:pt x="7488" y="3116"/>
                </a:lnTo>
                <a:lnTo>
                  <a:pt x="6450" y="4154"/>
                </a:lnTo>
                <a:lnTo>
                  <a:pt x="5411" y="3116"/>
                </a:lnTo>
                <a:lnTo>
                  <a:pt x="5930" y="3116"/>
                </a:lnTo>
                <a:lnTo>
                  <a:pt x="5930" y="2699"/>
                </a:lnTo>
                <a:lnTo>
                  <a:pt x="0" y="2699"/>
                </a:lnTo>
                <a:lnTo>
                  <a:pt x="0" y="0"/>
                </a:lnTo>
                <a:lnTo>
                  <a:pt x="12900" y="0"/>
                </a:lnTo>
                <a:lnTo>
                  <a:pt x="12900" y="2699"/>
                </a:lnTo>
                <a:close/>
              </a:path>
            </a:pathLst>
          </a:custGeom>
          <a:solidFill>
            <a:srgbClr val="8064A2">
              <a:alpha val="100000"/>
            </a:srgbClr>
          </a:solidFill>
          <a:ln w="0" cap="flat">
            <a:noFill/>
            <a:prstDash val="solid"/>
            <a:miter lim="0"/>
          </a:ln>
        </p:spPr>
        <p:txBody>
          <a:bodyPr rtlCol="0"/>
          <a:lstStyle/>
          <a:p>
            <a:pPr algn="ctr"/>
            <a:endParaRPr lang="zh-CN" altLang="en-US"/>
          </a:p>
        </p:txBody>
      </p:sp>
      <p:graphicFrame>
        <p:nvGraphicFramePr>
          <p:cNvPr id="402" name="table 402"/>
          <p:cNvGraphicFramePr>
            <a:graphicFrameLocks noGrp="1"/>
          </p:cNvGraphicFramePr>
          <p:nvPr/>
        </p:nvGraphicFramePr>
        <p:xfrm>
          <a:off x="2201862" y="2278127"/>
          <a:ext cx="8216900" cy="4349115"/>
        </p:xfrm>
        <a:graphic>
          <a:graphicData uri="http://schemas.openxmlformats.org/drawingml/2006/table">
            <a:tbl>
              <a:tblPr/>
              <a:tblGrid>
                <a:gridCol w="273685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62075">
                  <a:extLst>
                    <a:ext uri="{9D8B030D-6E8A-4147-A177-3AD203B41FA5}">
                      <a16:colId xmlns:a16="http://schemas.microsoft.com/office/drawing/2014/main" val="20002"/>
                    </a:ext>
                  </a:extLst>
                </a:gridCol>
                <a:gridCol w="2746375">
                  <a:extLst>
                    <a:ext uri="{9D8B030D-6E8A-4147-A177-3AD203B41FA5}">
                      <a16:colId xmlns:a16="http://schemas.microsoft.com/office/drawing/2014/main" val="20003"/>
                    </a:ext>
                  </a:extLst>
                </a:gridCol>
              </a:tblGrid>
              <a:tr h="936625">
                <a:tc gridSpan="4">
                  <a:txBody>
                    <a:bodyPr/>
                    <a:lstStyle/>
                    <a:p>
                      <a:pPr algn="l" rtl="0" eaLnBrk="0">
                        <a:lnSpc>
                          <a:spcPct val="179000"/>
                        </a:lnSpc>
                        <a:tabLst/>
                      </a:pPr>
                      <a:endParaRPr sz="1000">
                        <a:latin typeface="Arial"/>
                        <a:ea typeface="Arial"/>
                        <a:cs typeface="Arial"/>
                      </a:endParaRPr>
                    </a:p>
                    <a:p>
                      <a:pPr algn="l" rtl="0" eaLnBrk="0">
                        <a:lnSpc>
                          <a:spcPct val="8812"/>
                        </a:lnSpc>
                        <a:tabLst/>
                      </a:pPr>
                      <a:endParaRPr sz="100">
                        <a:latin typeface="Arial"/>
                        <a:ea typeface="Arial"/>
                        <a:cs typeface="Arial"/>
                      </a:endParaRPr>
                    </a:p>
                    <a:p>
                      <a:pPr marL="374015" indent="-93344" algn="l" rtl="0" eaLnBrk="0">
                        <a:lnSpc>
                          <a:spcPct val="83000"/>
                        </a:lnSpc>
                        <a:tabLst/>
                      </a:pPr>
                      <a:r>
                        <a:rPr sz="1700" kern="0" spc="0">
                          <a:solidFill>
                            <a:srgbClr val="FFFFFF">
                              <a:alpha val="100000"/>
                            </a:srgbClr>
                          </a:solidFill>
                          <a:latin typeface="Arial"/>
                          <a:ea typeface="Arial"/>
                          <a:cs typeface="Arial"/>
                        </a:rPr>
                        <a:t>Improved the central role of th</a:t>
                      </a:r>
                      <a:r>
                        <a:rPr sz="1700" kern="0" spc="-10">
                          <a:solidFill>
                            <a:srgbClr val="FFFFFF">
                              <a:alpha val="100000"/>
                            </a:srgbClr>
                          </a:solidFill>
                          <a:latin typeface="Arial"/>
                          <a:ea typeface="Arial"/>
                          <a:cs typeface="Arial"/>
                        </a:rPr>
                        <a:t>e service-user, including registrants understanding</a:t>
                      </a:r>
                      <a:r>
                        <a:rPr sz="1700" kern="0" spc="0">
                          <a:solidFill>
                            <a:srgbClr val="FFFFFF">
                              <a:alpha val="100000"/>
                            </a:srgbClr>
                          </a:solidFill>
                          <a:latin typeface="Arial"/>
                          <a:ea typeface="Arial"/>
                          <a:cs typeface="Arial"/>
                        </a:rPr>
                        <a:t>      the importance of consent </a:t>
                      </a:r>
                      <a:r>
                        <a:rPr sz="1700" kern="0" spc="-10">
                          <a:solidFill>
                            <a:srgbClr val="FFFFFF">
                              <a:alpha val="100000"/>
                            </a:srgbClr>
                          </a:solidFill>
                          <a:latin typeface="Arial"/>
                          <a:ea typeface="Arial"/>
                          <a:cs typeface="Arial"/>
                        </a:rPr>
                        <a:t>and effective communication in</a:t>
                      </a:r>
                      <a:r>
                        <a:rPr sz="1700" kern="0" spc="90">
                          <a:solidFill>
                            <a:srgbClr val="FFFFFF">
                              <a:alpha val="100000"/>
                            </a:srgbClr>
                          </a:solidFill>
                          <a:latin typeface="Arial"/>
                          <a:ea typeface="Arial"/>
                          <a:cs typeface="Arial"/>
                        </a:rPr>
                        <a:t> </a:t>
                      </a:r>
                      <a:r>
                        <a:rPr sz="1700" kern="0" spc="-10">
                          <a:solidFill>
                            <a:srgbClr val="FFFFFF">
                              <a:alpha val="100000"/>
                            </a:srgbClr>
                          </a:solidFill>
                          <a:latin typeface="Arial"/>
                          <a:ea typeface="Arial"/>
                          <a:cs typeface="Arial"/>
                        </a:rPr>
                        <a:t>providing good</a:t>
                      </a:r>
                      <a:r>
                        <a:rPr sz="1700" kern="0" spc="60">
                          <a:solidFill>
                            <a:srgbClr val="FFFFFF">
                              <a:alpha val="100000"/>
                            </a:srgbClr>
                          </a:solidFill>
                          <a:latin typeface="Arial"/>
                          <a:ea typeface="Arial"/>
                          <a:cs typeface="Arial"/>
                        </a:rPr>
                        <a:t> </a:t>
                      </a:r>
                      <a:r>
                        <a:rPr sz="1700" kern="0" spc="-10">
                          <a:solidFill>
                            <a:srgbClr val="FFFFFF">
                              <a:alpha val="100000"/>
                            </a:srgbClr>
                          </a:solidFill>
                          <a:latin typeface="Arial"/>
                          <a:ea typeface="Arial"/>
                          <a:cs typeface="Arial"/>
                        </a:rPr>
                        <a:t>care</a:t>
                      </a:r>
                      <a:endParaRPr sz="1700">
                        <a:latin typeface="Arial"/>
                        <a:ea typeface="Arial"/>
                        <a:cs typeface="Arial"/>
                      </a:endParaRPr>
                    </a:p>
                  </a:txBody>
                  <a:tcPr marL="0" marR="0" marT="0" marB="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D2D8E2"/>
                      </a:solidFill>
                      <a:prstDash val="solid"/>
                      <a:round/>
                      <a:headEnd type="none" w="med" len="med"/>
                      <a:tailEnd type="none" w="med" len="med"/>
                    </a:lnB>
                  </a:tcPr>
                </a:tc>
                <a:tc hMerge="1">
                  <a:txBody>
                    <a:bodyPr/>
                    <a:lstStyle/>
                    <a:p>
                      <a:endParaRPr/>
                    </a:p>
                  </a:txBody>
                  <a:tcPr marL="0" marR="0" marT="0" marB="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D2D8E2"/>
                      </a:solidFill>
                      <a:prstDash val="solid"/>
                      <a:round/>
                      <a:headEnd type="none" w="med" len="med"/>
                      <a:tailEnd type="none" w="med" len="med"/>
                    </a:lnB>
                  </a:tcPr>
                </a:tc>
                <a:tc hMerge="1">
                  <a:txBody>
                    <a:bodyPr/>
                    <a:lstStyle/>
                    <a:p>
                      <a:endParaRPr/>
                    </a:p>
                  </a:txBody>
                  <a:tcPr marL="0" marR="0" marT="0" marB="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D2D8E2"/>
                      </a:solidFill>
                      <a:prstDash val="solid"/>
                      <a:round/>
                      <a:headEnd type="none" w="med" len="med"/>
                      <a:tailEnd type="none" w="med" len="med"/>
                    </a:lnB>
                  </a:tcPr>
                </a:tc>
                <a:tc hMerge="1">
                  <a:txBody>
                    <a:bodyPr/>
                    <a:lstStyle/>
                    <a:p>
                      <a:endParaRPr/>
                    </a:p>
                  </a:txBody>
                  <a:tcPr marL="0" marR="0" marT="0" marB="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D2D8E2"/>
                      </a:solidFill>
                      <a:prstDash val="solid"/>
                      <a:round/>
                      <a:headEnd type="none" w="med" len="med"/>
                      <a:tailEnd type="none" w="med" len="med"/>
                    </a:lnB>
                  </a:tcPr>
                </a:tc>
                <a:extLst>
                  <a:ext uri="{0D108BD9-81ED-4DB2-BD59-A6C34878D82A}">
                    <a16:rowId xmlns:a16="http://schemas.microsoft.com/office/drawing/2014/main" val="10000"/>
                  </a:ext>
                </a:extLst>
              </a:tr>
              <a:tr h="789940">
                <a:tc>
                  <a:txBody>
                    <a:bodyPr/>
                    <a:lstStyle/>
                    <a:p>
                      <a:pPr algn="l" rtl="0" eaLnBrk="0">
                        <a:lnSpc>
                          <a:spcPct val="146000"/>
                        </a:lnSpc>
                        <a:tabLst/>
                      </a:pPr>
                      <a:endParaRPr sz="1000">
                        <a:latin typeface="Arial"/>
                        <a:ea typeface="Arial"/>
                        <a:cs typeface="Arial"/>
                      </a:endParaRPr>
                    </a:p>
                    <a:p>
                      <a:pPr marL="909955" indent="-645159" algn="l" rtl="0" eaLnBrk="0">
                        <a:lnSpc>
                          <a:spcPct val="94000"/>
                        </a:lnSpc>
                        <a:spcBef>
                          <a:spcPts val="6"/>
                        </a:spcBef>
                        <a:tabLst/>
                      </a:pPr>
                      <a:r>
                        <a:rPr sz="1400" kern="0" spc="-10">
                          <a:solidFill>
                            <a:srgbClr val="000000">
                              <a:alpha val="100000"/>
                            </a:srgbClr>
                          </a:solidFill>
                          <a:latin typeface="Arial"/>
                          <a:ea typeface="Arial"/>
                          <a:cs typeface="Arial"/>
                        </a:rPr>
                        <a:t>How we</a:t>
                      </a:r>
                      <a:r>
                        <a:rPr sz="1400" kern="0" spc="11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understand consent</a:t>
                      </a:r>
                      <a:r>
                        <a:rPr sz="1400" kern="0" spc="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has evolved</a:t>
                      </a:r>
                      <a:endParaRPr sz="1400">
                        <a:latin typeface="Arial"/>
                        <a:ea typeface="Arial"/>
                        <a:cs typeface="Arial"/>
                      </a:endParaRPr>
                    </a:p>
                  </a:txBody>
                  <a:tcPr marL="0" marR="0" marT="0" marB="0">
                    <a:lnL w="25400" cap="flat" cmpd="sng" algn="ctr">
                      <a:solidFill>
                        <a:srgbClr val="FFFFFF"/>
                      </a:solidFill>
                      <a:prstDash val="solid"/>
                      <a:round/>
                      <a:headEnd type="none" w="med" len="med"/>
                      <a:tailEnd type="none" w="med" len="med"/>
                    </a:lnL>
                    <a:lnR w="3175" cap="flat" cmpd="sng" algn="ctr">
                      <a:solidFill>
                        <a:srgbClr val="000000"/>
                      </a:solidFill>
                      <a:prstDash val="solid"/>
                      <a:round/>
                      <a:headEnd type="none" w="med" len="med"/>
                      <a:tailEnd type="none" w="med" len="med"/>
                    </a:lnR>
                    <a:lnT w="25400" cap="flat" cmpd="sng" algn="ctr">
                      <a:solidFill>
                        <a:srgbClr val="D2D8E2"/>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6E6E4"/>
                    </a:solidFill>
                  </a:tcPr>
                </a:tc>
                <a:tc gridSpan="2">
                  <a:txBody>
                    <a:bodyPr/>
                    <a:lstStyle/>
                    <a:p>
                      <a:pPr algn="l" rtl="0" eaLnBrk="0">
                        <a:lnSpc>
                          <a:spcPct val="128000"/>
                        </a:lnSpc>
                        <a:tabLst/>
                      </a:pPr>
                      <a:endParaRPr sz="200">
                        <a:latin typeface="Arial"/>
                        <a:ea typeface="Arial"/>
                        <a:cs typeface="Arial"/>
                      </a:endParaRPr>
                    </a:p>
                    <a:p>
                      <a:pPr marL="342900" algn="l" rtl="0" eaLnBrk="0">
                        <a:lnSpc>
                          <a:spcPct val="82000"/>
                        </a:lnSpc>
                        <a:tabLst/>
                      </a:pPr>
                      <a:r>
                        <a:rPr sz="1400" kern="0" spc="0">
                          <a:solidFill>
                            <a:srgbClr val="000000">
                              <a:alpha val="100000"/>
                            </a:srgbClr>
                          </a:solidFill>
                          <a:latin typeface="Arial"/>
                          <a:ea typeface="Arial"/>
                          <a:cs typeface="Arial"/>
                        </a:rPr>
                        <a:t>Registrants</a:t>
                      </a:r>
                      <a:r>
                        <a:rPr sz="1400" kern="0" spc="12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need to take a</a:t>
                      </a:r>
                      <a:endParaRPr sz="1400">
                        <a:latin typeface="Arial"/>
                        <a:ea typeface="Arial"/>
                        <a:cs typeface="Arial"/>
                      </a:endParaRPr>
                    </a:p>
                    <a:p>
                      <a:pPr marL="210820" algn="l" rtl="0" eaLnBrk="0">
                        <a:lnSpc>
                          <a:spcPct val="82000"/>
                        </a:lnSpc>
                        <a:spcBef>
                          <a:spcPts val="126"/>
                        </a:spcBef>
                        <a:tabLst/>
                      </a:pPr>
                      <a:r>
                        <a:rPr sz="1400" kern="0" spc="0">
                          <a:solidFill>
                            <a:srgbClr val="000000">
                              <a:alpha val="100000"/>
                            </a:srgbClr>
                          </a:solidFill>
                          <a:latin typeface="Arial"/>
                          <a:ea typeface="Arial"/>
                          <a:cs typeface="Arial"/>
                        </a:rPr>
                        <a:t>wider</a:t>
                      </a:r>
                      <a:r>
                        <a:rPr sz="1400" kern="0" spc="100">
                          <a:solidFill>
                            <a:srgbClr val="000000">
                              <a:alpha val="100000"/>
                            </a:srgbClr>
                          </a:solidFill>
                          <a:latin typeface="Arial"/>
                          <a:ea typeface="Arial"/>
                          <a:cs typeface="Arial"/>
                        </a:rPr>
                        <a:t> </a:t>
                      </a:r>
                      <a:r>
                        <a:rPr sz="1400" kern="0" spc="0">
                          <a:solidFill>
                            <a:srgbClr val="000000">
                              <a:alpha val="100000"/>
                            </a:srgbClr>
                          </a:solidFill>
                          <a:latin typeface="Arial"/>
                          <a:ea typeface="Arial"/>
                          <a:cs typeface="Arial"/>
                        </a:rPr>
                        <a:t>range of ci</a:t>
                      </a:r>
                      <a:r>
                        <a:rPr sz="1400" kern="0" spc="-10">
                          <a:solidFill>
                            <a:srgbClr val="000000">
                              <a:alpha val="100000"/>
                            </a:srgbClr>
                          </a:solidFill>
                          <a:latin typeface="Arial"/>
                          <a:ea typeface="Arial"/>
                          <a:cs typeface="Arial"/>
                        </a:rPr>
                        <a:t>rcumstances</a:t>
                      </a:r>
                      <a:endParaRPr sz="1400">
                        <a:latin typeface="Arial"/>
                        <a:ea typeface="Arial"/>
                        <a:cs typeface="Arial"/>
                      </a:endParaRPr>
                    </a:p>
                    <a:p>
                      <a:pPr marL="172720" algn="l" rtl="0" eaLnBrk="0">
                        <a:lnSpc>
                          <a:spcPct val="82000"/>
                        </a:lnSpc>
                        <a:spcBef>
                          <a:spcPts val="49"/>
                        </a:spcBef>
                        <a:tabLst/>
                      </a:pPr>
                      <a:r>
                        <a:rPr sz="1400" kern="0" spc="0">
                          <a:solidFill>
                            <a:srgbClr val="000000">
                              <a:alpha val="100000"/>
                            </a:srgbClr>
                          </a:solidFill>
                          <a:latin typeface="Arial"/>
                          <a:ea typeface="Arial"/>
                          <a:cs typeface="Arial"/>
                        </a:rPr>
                        <a:t>into account whe</a:t>
                      </a:r>
                      <a:r>
                        <a:rPr sz="1400" kern="0" spc="-10">
                          <a:solidFill>
                            <a:srgbClr val="000000">
                              <a:alpha val="100000"/>
                            </a:srgbClr>
                          </a:solidFill>
                          <a:latin typeface="Arial"/>
                          <a:ea typeface="Arial"/>
                          <a:cs typeface="Arial"/>
                        </a:rPr>
                        <a:t>n determining</a:t>
                      </a:r>
                      <a:endParaRPr sz="1400">
                        <a:latin typeface="Arial"/>
                        <a:ea typeface="Arial"/>
                        <a:cs typeface="Arial"/>
                      </a:endParaRPr>
                    </a:p>
                    <a:p>
                      <a:pPr marL="1062989" algn="l" rtl="0" eaLnBrk="0">
                        <a:lnSpc>
                          <a:spcPct val="90000"/>
                        </a:lnSpc>
                        <a:spcBef>
                          <a:spcPts val="44"/>
                        </a:spcBef>
                        <a:tabLst/>
                      </a:pPr>
                      <a:r>
                        <a:rPr sz="1400" kern="0" spc="-10">
                          <a:solidFill>
                            <a:srgbClr val="000000">
                              <a:alpha val="100000"/>
                            </a:srgbClr>
                          </a:solidFill>
                          <a:latin typeface="Arial"/>
                          <a:ea typeface="Arial"/>
                          <a:cs typeface="Arial"/>
                        </a:rPr>
                        <a:t>consent</a:t>
                      </a:r>
                      <a:endParaRPr sz="1400">
                        <a:latin typeface="Arial"/>
                        <a:ea typeface="Arial"/>
                        <a:cs typeface="Arial"/>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D2D8E2"/>
                      </a:solidFill>
                      <a:prstDash val="solid"/>
                      <a:round/>
                      <a:headEnd type="none" w="med" len="med"/>
                      <a:tailEnd type="none" w="med" len="med"/>
                    </a:lnT>
                    <a:lnB w="25400" cap="flat" cmpd="sng" algn="ctr">
                      <a:solidFill>
                        <a:srgbClr val="D2D8E2"/>
                      </a:solidFill>
                      <a:prstDash val="solid"/>
                      <a:round/>
                      <a:headEnd type="none" w="med" len="med"/>
                      <a:tailEnd type="none" w="med" len="med"/>
                    </a:lnB>
                    <a:solidFill>
                      <a:srgbClr val="D6DBE4"/>
                    </a:solidFill>
                  </a:tcPr>
                </a:tc>
                <a:tc hMerge="1">
                  <a:txBody>
                    <a:bodyPr/>
                    <a:lstStyle/>
                    <a:p>
                      <a:endParaRPr/>
                    </a:p>
                  </a:txBody>
                  <a:tcPr marL="0" marR="0" marT="0" marB="0">
                    <a:lnL w="3175" cap="flat" cmpd="sng" algn="ctr">
                      <a:solidFill>
                        <a:srgbClr val="D2D8E2"/>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D2D8E2"/>
                      </a:solidFill>
                      <a:prstDash val="solid"/>
                      <a:round/>
                      <a:headEnd type="none" w="med" len="med"/>
                      <a:tailEnd type="none" w="med" len="med"/>
                    </a:lnT>
                    <a:lnB w="25400" cap="flat" cmpd="sng" algn="ctr">
                      <a:solidFill>
                        <a:srgbClr val="D2D8E2"/>
                      </a:solidFill>
                      <a:prstDash val="solid"/>
                      <a:round/>
                      <a:headEnd type="none" w="med" len="med"/>
                      <a:tailEnd type="none" w="med" len="med"/>
                    </a:lnB>
                    <a:solidFill>
                      <a:srgbClr val="D6DBE4"/>
                    </a:solidFill>
                  </a:tcPr>
                </a:tc>
                <a:tc>
                  <a:txBody>
                    <a:bodyPr/>
                    <a:lstStyle/>
                    <a:p>
                      <a:pPr algn="l" rtl="0" eaLnBrk="0">
                        <a:lnSpc>
                          <a:spcPct val="128000"/>
                        </a:lnSpc>
                        <a:tabLst/>
                      </a:pPr>
                      <a:endParaRPr sz="200">
                        <a:latin typeface="Arial"/>
                        <a:ea typeface="Arial"/>
                        <a:cs typeface="Arial"/>
                      </a:endParaRPr>
                    </a:p>
                    <a:p>
                      <a:pPr marL="299720" algn="l" rtl="0" eaLnBrk="0">
                        <a:lnSpc>
                          <a:spcPct val="82000"/>
                        </a:lnSpc>
                        <a:tabLst/>
                      </a:pPr>
                      <a:r>
                        <a:rPr sz="1400" kern="0" spc="0">
                          <a:solidFill>
                            <a:srgbClr val="000000">
                              <a:alpha val="100000"/>
                            </a:srgbClr>
                          </a:solidFill>
                          <a:latin typeface="Arial"/>
                          <a:ea typeface="Arial"/>
                          <a:cs typeface="Arial"/>
                        </a:rPr>
                        <a:t>Strengthened sta</a:t>
                      </a:r>
                      <a:r>
                        <a:rPr sz="1400" kern="0" spc="-10">
                          <a:solidFill>
                            <a:srgbClr val="000000">
                              <a:alpha val="100000"/>
                            </a:srgbClr>
                          </a:solidFill>
                          <a:latin typeface="Arial"/>
                          <a:ea typeface="Arial"/>
                          <a:cs typeface="Arial"/>
                        </a:rPr>
                        <a:t>ndards on</a:t>
                      </a:r>
                      <a:endParaRPr sz="1400">
                        <a:latin typeface="Arial"/>
                        <a:ea typeface="Arial"/>
                        <a:cs typeface="Arial"/>
                      </a:endParaRPr>
                    </a:p>
                    <a:p>
                      <a:pPr marL="438784" algn="l" rtl="0" eaLnBrk="0">
                        <a:lnSpc>
                          <a:spcPct val="82000"/>
                        </a:lnSpc>
                        <a:spcBef>
                          <a:spcPts val="126"/>
                        </a:spcBef>
                        <a:tabLst/>
                      </a:pPr>
                      <a:r>
                        <a:rPr sz="1400" kern="0" spc="-10">
                          <a:solidFill>
                            <a:srgbClr val="000000">
                              <a:alpha val="100000"/>
                            </a:srgbClr>
                          </a:solidFill>
                          <a:latin typeface="Arial"/>
                          <a:ea typeface="Arial"/>
                          <a:cs typeface="Arial"/>
                        </a:rPr>
                        <a:t>confidentiality, including</a:t>
                      </a:r>
                      <a:endParaRPr sz="1400">
                        <a:latin typeface="Arial"/>
                        <a:ea typeface="Arial"/>
                        <a:cs typeface="Arial"/>
                      </a:endParaRPr>
                    </a:p>
                    <a:p>
                      <a:pPr marL="343534" algn="l" rtl="0" eaLnBrk="0">
                        <a:lnSpc>
                          <a:spcPct val="82000"/>
                        </a:lnSpc>
                        <a:spcBef>
                          <a:spcPts val="49"/>
                        </a:spcBef>
                        <a:tabLst/>
                      </a:pPr>
                      <a:r>
                        <a:rPr sz="1400" kern="0" spc="0">
                          <a:solidFill>
                            <a:srgbClr val="000000">
                              <a:alpha val="100000"/>
                            </a:srgbClr>
                          </a:solidFill>
                          <a:latin typeface="Arial"/>
                          <a:ea typeface="Arial"/>
                          <a:cs typeface="Arial"/>
                        </a:rPr>
                        <a:t>referenci</a:t>
                      </a:r>
                      <a:r>
                        <a:rPr sz="1400" kern="0" spc="-10">
                          <a:solidFill>
                            <a:srgbClr val="000000">
                              <a:alpha val="100000"/>
                            </a:srgbClr>
                          </a:solidFill>
                          <a:latin typeface="Arial"/>
                          <a:ea typeface="Arial"/>
                          <a:cs typeface="Arial"/>
                        </a:rPr>
                        <a:t>ng</a:t>
                      </a:r>
                      <a:r>
                        <a:rPr sz="1400" kern="0" spc="11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implications of</a:t>
                      </a:r>
                      <a:endParaRPr sz="1400">
                        <a:latin typeface="Arial"/>
                        <a:ea typeface="Arial"/>
                        <a:cs typeface="Arial"/>
                      </a:endParaRPr>
                    </a:p>
                    <a:p>
                      <a:pPr marL="545465" algn="l" rtl="0" eaLnBrk="0">
                        <a:lnSpc>
                          <a:spcPct val="82000"/>
                        </a:lnSpc>
                        <a:spcBef>
                          <a:spcPts val="48"/>
                        </a:spcBef>
                        <a:tabLst/>
                      </a:pPr>
                      <a:r>
                        <a:rPr sz="1400" kern="0" spc="0">
                          <a:solidFill>
                            <a:srgbClr val="000000">
                              <a:alpha val="100000"/>
                            </a:srgbClr>
                          </a:solidFill>
                          <a:latin typeface="Arial"/>
                          <a:ea typeface="Arial"/>
                          <a:cs typeface="Arial"/>
                        </a:rPr>
                        <a:t>emerging technology</a:t>
                      </a:r>
                      <a:endParaRPr sz="1400">
                        <a:latin typeface="Arial"/>
                        <a:ea typeface="Arial"/>
                        <a:cs typeface="Arial"/>
                      </a:endParaRPr>
                    </a:p>
                  </a:txBody>
                  <a:tcPr marL="0" marR="0" marT="0" marB="0">
                    <a:lnL w="3175" cap="flat" cmpd="sng" algn="ctr">
                      <a:solidFill>
                        <a:srgbClr val="000000"/>
                      </a:solidFill>
                      <a:prstDash val="solid"/>
                      <a:round/>
                      <a:headEnd type="none" w="med" len="med"/>
                      <a:tailEnd type="none" w="med" len="med"/>
                    </a:lnL>
                    <a:lnR w="25400" cap="flat" cmpd="sng" algn="ctr">
                      <a:solidFill>
                        <a:srgbClr val="FFFFFF"/>
                      </a:solidFill>
                      <a:prstDash val="solid"/>
                      <a:round/>
                      <a:headEnd type="none" w="med" len="med"/>
                      <a:tailEnd type="none" w="med" len="med"/>
                    </a:lnR>
                    <a:lnT w="3175" cap="flat" cmpd="sng" algn="ctr">
                      <a:solidFill>
                        <a:srgbClr val="D8D3E0"/>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BD7E3"/>
                    </a:solidFill>
                  </a:tcPr>
                </a:tc>
                <a:extLst>
                  <a:ext uri="{0D108BD9-81ED-4DB2-BD59-A6C34878D82A}">
                    <a16:rowId xmlns:a16="http://schemas.microsoft.com/office/drawing/2014/main" val="10001"/>
                  </a:ext>
                </a:extLst>
              </a:tr>
              <a:tr h="895350">
                <a:tc gridSpan="4">
                  <a:txBody>
                    <a:bodyPr/>
                    <a:lstStyle/>
                    <a:p>
                      <a:pPr algn="l" rtl="0" eaLnBrk="0">
                        <a:lnSpc>
                          <a:spcPct val="100000"/>
                        </a:lnSpc>
                        <a:tabLst/>
                      </a:pPr>
                      <a:endParaRPr sz="1000">
                        <a:latin typeface="Arial"/>
                        <a:ea typeface="Arial"/>
                        <a:cs typeface="Arial"/>
                      </a:endParaRPr>
                    </a:p>
                  </a:txBody>
                  <a:tcPr marL="0" marR="0" marT="0" marB="0">
                    <a:lnL>
                      <a:noFill/>
                    </a:lnL>
                    <a:lnR>
                      <a:noFill/>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hMerge="1">
                  <a:txBody>
                    <a:bodyPr/>
                    <a:lstStyle/>
                    <a:p>
                      <a:endParaRPr/>
                    </a:p>
                  </a:txBody>
                  <a:tcPr marL="0" marR="0" marT="0" marB="0">
                    <a:lnL>
                      <a:noFill/>
                    </a:lnL>
                    <a:lnR>
                      <a:noFill/>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hMerge="1">
                  <a:txBody>
                    <a:bodyPr/>
                    <a:lstStyle/>
                    <a:p>
                      <a:endParaRPr/>
                    </a:p>
                  </a:txBody>
                  <a:tcPr marL="0" marR="0" marT="0" marB="0">
                    <a:lnL>
                      <a:noFill/>
                    </a:lnL>
                    <a:lnR>
                      <a:noFill/>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hMerge="1">
                  <a:txBody>
                    <a:bodyPr/>
                    <a:lstStyle/>
                    <a:p>
                      <a:endParaRPr/>
                    </a:p>
                  </a:txBody>
                  <a:tcPr marL="0" marR="0" marT="0" marB="0">
                    <a:lnL>
                      <a:noFill/>
                    </a:lnL>
                    <a:lnR>
                      <a:noFill/>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895350">
                <a:tc gridSpan="4">
                  <a:txBody>
                    <a:bodyPr/>
                    <a:lstStyle/>
                    <a:p>
                      <a:pPr algn="l" rtl="0" eaLnBrk="0">
                        <a:lnSpc>
                          <a:spcPct val="123000"/>
                        </a:lnSpc>
                        <a:tabLst/>
                      </a:pPr>
                      <a:endParaRPr sz="1000">
                        <a:latin typeface="Arial"/>
                        <a:ea typeface="Arial"/>
                        <a:cs typeface="Arial"/>
                      </a:endParaRPr>
                    </a:p>
                    <a:p>
                      <a:pPr algn="l" rtl="0" eaLnBrk="0">
                        <a:lnSpc>
                          <a:spcPct val="124000"/>
                        </a:lnSpc>
                        <a:tabLst/>
                      </a:pPr>
                      <a:endParaRPr sz="1000">
                        <a:latin typeface="Arial"/>
                        <a:ea typeface="Arial"/>
                        <a:cs typeface="Arial"/>
                      </a:endParaRPr>
                    </a:p>
                    <a:p>
                      <a:pPr marL="1706879" algn="l" rtl="0" eaLnBrk="0">
                        <a:lnSpc>
                          <a:spcPct val="82000"/>
                        </a:lnSpc>
                        <a:spcBef>
                          <a:spcPts val="4"/>
                        </a:spcBef>
                        <a:tabLst/>
                      </a:pPr>
                      <a:r>
                        <a:rPr sz="1700" kern="0" spc="0">
                          <a:solidFill>
                            <a:srgbClr val="FFFFFF">
                              <a:alpha val="100000"/>
                            </a:srgbClr>
                          </a:solidFill>
                          <a:latin typeface="Arial"/>
                          <a:ea typeface="Arial"/>
                          <a:cs typeface="Arial"/>
                        </a:rPr>
                        <a:t>Education provide</a:t>
                      </a:r>
                      <a:r>
                        <a:rPr sz="1700" kern="0" spc="-10">
                          <a:solidFill>
                            <a:srgbClr val="FFFFFF">
                              <a:alpha val="100000"/>
                            </a:srgbClr>
                          </a:solidFill>
                          <a:latin typeface="Arial"/>
                          <a:ea typeface="Arial"/>
                          <a:cs typeface="Arial"/>
                        </a:rPr>
                        <a:t>rs addressed this theme through</a:t>
                      </a:r>
                      <a:endParaRPr sz="1700">
                        <a:latin typeface="Arial"/>
                        <a:ea typeface="Arial"/>
                        <a:cs typeface="Arial"/>
                      </a:endParaRPr>
                    </a:p>
                  </a:txBody>
                  <a:tcPr marL="0" marR="0" marT="0" marB="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D2E5D5"/>
                      </a:solidFill>
                      <a:prstDash val="solid"/>
                      <a:round/>
                      <a:headEnd type="none" w="med" len="med"/>
                      <a:tailEnd type="none" w="med" len="med"/>
                    </a:lnB>
                  </a:tcPr>
                </a:tc>
                <a:tc hMerge="1">
                  <a:txBody>
                    <a:bodyPr/>
                    <a:lstStyle/>
                    <a:p>
                      <a:endParaRPr/>
                    </a:p>
                  </a:txBody>
                  <a:tcPr marL="0" marR="0" marT="0" marB="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D2E5D5"/>
                      </a:solidFill>
                      <a:prstDash val="solid"/>
                      <a:round/>
                      <a:headEnd type="none" w="med" len="med"/>
                      <a:tailEnd type="none" w="med" len="med"/>
                    </a:lnB>
                  </a:tcPr>
                </a:tc>
                <a:tc hMerge="1">
                  <a:txBody>
                    <a:bodyPr/>
                    <a:lstStyle/>
                    <a:p>
                      <a:endParaRPr/>
                    </a:p>
                  </a:txBody>
                  <a:tcPr marL="0" marR="0" marT="0" marB="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D2E5D5"/>
                      </a:solidFill>
                      <a:prstDash val="solid"/>
                      <a:round/>
                      <a:headEnd type="none" w="med" len="med"/>
                      <a:tailEnd type="none" w="med" len="med"/>
                    </a:lnB>
                  </a:tcPr>
                </a:tc>
                <a:tc hMerge="1">
                  <a:txBody>
                    <a:bodyPr/>
                    <a:lstStyle/>
                    <a:p>
                      <a:endParaRPr/>
                    </a:p>
                  </a:txBody>
                  <a:tcPr marL="0" marR="0" marT="0" marB="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D2E5D5"/>
                      </a:solidFill>
                      <a:prstDash val="solid"/>
                      <a:round/>
                      <a:headEnd type="none" w="med" len="med"/>
                      <a:tailEnd type="none" w="med" len="med"/>
                    </a:lnB>
                  </a:tcPr>
                </a:tc>
                <a:extLst>
                  <a:ext uri="{0D108BD9-81ED-4DB2-BD59-A6C34878D82A}">
                    <a16:rowId xmlns:a16="http://schemas.microsoft.com/office/drawing/2014/main" val="10003"/>
                  </a:ext>
                </a:extLst>
              </a:tr>
              <a:tr h="831850">
                <a:tc gridSpan="2">
                  <a:txBody>
                    <a:bodyPr/>
                    <a:lstStyle/>
                    <a:p>
                      <a:pPr algn="l" rtl="0" eaLnBrk="0">
                        <a:lnSpc>
                          <a:spcPct val="128000"/>
                        </a:lnSpc>
                        <a:tabLst/>
                      </a:pPr>
                      <a:endParaRPr sz="200">
                        <a:latin typeface="Arial"/>
                        <a:ea typeface="Arial"/>
                        <a:cs typeface="Arial"/>
                      </a:endParaRPr>
                    </a:p>
                    <a:p>
                      <a:pPr marL="307340" algn="l" rtl="0" eaLnBrk="0">
                        <a:lnSpc>
                          <a:spcPct val="82000"/>
                        </a:lnSpc>
                        <a:spcBef>
                          <a:spcPts val="1"/>
                        </a:spcBef>
                        <a:tabLst/>
                      </a:pPr>
                      <a:r>
                        <a:rPr sz="1400" kern="0" spc="0">
                          <a:solidFill>
                            <a:srgbClr val="000000">
                              <a:alpha val="100000"/>
                            </a:srgbClr>
                          </a:solidFill>
                          <a:latin typeface="Arial"/>
                          <a:ea typeface="Arial"/>
                          <a:cs typeface="Arial"/>
                        </a:rPr>
                        <a:t>Referencing</a:t>
                      </a:r>
                      <a:r>
                        <a:rPr sz="1400" kern="0" spc="30">
                          <a:solidFill>
                            <a:srgbClr val="000000">
                              <a:alpha val="100000"/>
                            </a:srgbClr>
                          </a:solidFill>
                          <a:latin typeface="Arial"/>
                          <a:ea typeface="Arial"/>
                          <a:cs typeface="Arial"/>
                        </a:rPr>
                        <a:t> </a:t>
                      </a:r>
                      <a:r>
                        <a:rPr sz="1400" kern="0" spc="0">
                          <a:solidFill>
                            <a:srgbClr val="000000">
                              <a:alpha val="100000"/>
                            </a:srgbClr>
                          </a:solidFill>
                          <a:latin typeface="Arial"/>
                          <a:ea typeface="Arial"/>
                          <a:cs typeface="Arial"/>
                        </a:rPr>
                        <a:t>existing</a:t>
                      </a:r>
                      <a:r>
                        <a:rPr sz="1400" kern="0" spc="30">
                          <a:solidFill>
                            <a:srgbClr val="000000">
                              <a:alpha val="100000"/>
                            </a:srgbClr>
                          </a:solidFill>
                          <a:latin typeface="Arial"/>
                          <a:ea typeface="Arial"/>
                          <a:cs typeface="Arial"/>
                        </a:rPr>
                        <a:t> </a:t>
                      </a:r>
                      <a:r>
                        <a:rPr sz="1400" kern="0" spc="0">
                          <a:solidFill>
                            <a:srgbClr val="000000">
                              <a:alpha val="100000"/>
                            </a:srgbClr>
                          </a:solidFill>
                          <a:latin typeface="Arial"/>
                          <a:ea typeface="Arial"/>
                          <a:cs typeface="Arial"/>
                        </a:rPr>
                        <a:t>modular</a:t>
                      </a:r>
                      <a:r>
                        <a:rPr sz="1400" kern="0" spc="30">
                          <a:solidFill>
                            <a:srgbClr val="000000">
                              <a:alpha val="100000"/>
                            </a:srgbClr>
                          </a:solidFill>
                          <a:latin typeface="Arial"/>
                          <a:ea typeface="Arial"/>
                          <a:cs typeface="Arial"/>
                        </a:rPr>
                        <a:t> </a:t>
                      </a:r>
                      <a:r>
                        <a:rPr sz="1400" kern="0" spc="0">
                          <a:solidFill>
                            <a:srgbClr val="000000">
                              <a:alpha val="100000"/>
                            </a:srgbClr>
                          </a:solidFill>
                          <a:latin typeface="Arial"/>
                          <a:ea typeface="Arial"/>
                          <a:cs typeface="Arial"/>
                        </a:rPr>
                        <a:t>content</a:t>
                      </a:r>
                      <a:r>
                        <a:rPr sz="1400" kern="0" spc="30">
                          <a:solidFill>
                            <a:srgbClr val="000000">
                              <a:alpha val="100000"/>
                            </a:srgbClr>
                          </a:solidFill>
                          <a:latin typeface="Arial"/>
                          <a:ea typeface="Arial"/>
                          <a:cs typeface="Arial"/>
                        </a:rPr>
                        <a:t> - </a:t>
                      </a:r>
                      <a:r>
                        <a:rPr sz="1400" kern="0" spc="0">
                          <a:solidFill>
                            <a:srgbClr val="000000">
                              <a:alpha val="100000"/>
                            </a:srgbClr>
                          </a:solidFill>
                          <a:latin typeface="Arial"/>
                          <a:ea typeface="Arial"/>
                          <a:cs typeface="Arial"/>
                        </a:rPr>
                        <a:t>most</a:t>
                      </a:r>
                      <a:endParaRPr sz="1400">
                        <a:latin typeface="Arial"/>
                        <a:ea typeface="Arial"/>
                        <a:cs typeface="Arial"/>
                      </a:endParaRPr>
                    </a:p>
                    <a:p>
                      <a:pPr marL="171450" algn="l" rtl="0" eaLnBrk="0">
                        <a:lnSpc>
                          <a:spcPct val="82000"/>
                        </a:lnSpc>
                        <a:spcBef>
                          <a:spcPts val="125"/>
                        </a:spcBef>
                        <a:tabLst/>
                      </a:pPr>
                      <a:r>
                        <a:rPr sz="1400" kern="0" spc="0">
                          <a:solidFill>
                            <a:srgbClr val="000000">
                              <a:alpha val="100000"/>
                            </a:srgbClr>
                          </a:solidFill>
                          <a:latin typeface="Arial"/>
                          <a:ea typeface="Arial"/>
                          <a:cs typeface="Arial"/>
                        </a:rPr>
                        <a:t>education providers had </a:t>
                      </a:r>
                      <a:r>
                        <a:rPr sz="1400" kern="0" spc="-10">
                          <a:solidFill>
                            <a:srgbClr val="000000">
                              <a:alpha val="100000"/>
                            </a:srgbClr>
                          </a:solidFill>
                          <a:latin typeface="Arial"/>
                          <a:ea typeface="Arial"/>
                          <a:cs typeface="Arial"/>
                        </a:rPr>
                        <a:t>existing</a:t>
                      </a:r>
                      <a:r>
                        <a:rPr sz="1400" kern="0" spc="11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modules which</a:t>
                      </a:r>
                      <a:endParaRPr sz="1400">
                        <a:latin typeface="Arial"/>
                        <a:ea typeface="Arial"/>
                        <a:cs typeface="Arial"/>
                      </a:endParaRPr>
                    </a:p>
                    <a:p>
                      <a:pPr marL="250190" algn="l" rtl="0" eaLnBrk="0">
                        <a:lnSpc>
                          <a:spcPct val="82000"/>
                        </a:lnSpc>
                        <a:spcBef>
                          <a:spcPts val="48"/>
                        </a:spcBef>
                        <a:tabLst/>
                      </a:pPr>
                      <a:r>
                        <a:rPr sz="1400" kern="0" spc="-10">
                          <a:solidFill>
                            <a:srgbClr val="000000">
                              <a:alpha val="100000"/>
                            </a:srgbClr>
                          </a:solidFill>
                          <a:latin typeface="Arial"/>
                          <a:ea typeface="Arial"/>
                          <a:cs typeface="Arial"/>
                        </a:rPr>
                        <a:t>already contained or were</a:t>
                      </a:r>
                      <a:r>
                        <a:rPr sz="1400" kern="0" spc="17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updated</a:t>
                      </a:r>
                      <a:r>
                        <a:rPr sz="1400" kern="0" spc="11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in line with</a:t>
                      </a:r>
                      <a:endParaRPr sz="1400">
                        <a:latin typeface="Arial"/>
                        <a:ea typeface="Arial"/>
                        <a:cs typeface="Arial"/>
                      </a:endParaRPr>
                    </a:p>
                    <a:p>
                      <a:pPr marL="1387475" algn="l" rtl="0" eaLnBrk="0">
                        <a:lnSpc>
                          <a:spcPct val="83000"/>
                        </a:lnSpc>
                        <a:spcBef>
                          <a:spcPts val="50"/>
                        </a:spcBef>
                        <a:tabLst/>
                      </a:pPr>
                      <a:r>
                        <a:rPr sz="1400" kern="0" spc="0">
                          <a:solidFill>
                            <a:srgbClr val="000000">
                              <a:alpha val="100000"/>
                            </a:srgbClr>
                          </a:solidFill>
                          <a:latin typeface="Arial"/>
                          <a:ea typeface="Arial"/>
                          <a:cs typeface="Arial"/>
                        </a:rPr>
                        <a:t>our requirem</a:t>
                      </a:r>
                      <a:r>
                        <a:rPr sz="1400" kern="0" spc="-10">
                          <a:solidFill>
                            <a:srgbClr val="000000">
                              <a:alpha val="100000"/>
                            </a:srgbClr>
                          </a:solidFill>
                          <a:latin typeface="Arial"/>
                          <a:ea typeface="Arial"/>
                          <a:cs typeface="Arial"/>
                        </a:rPr>
                        <a:t>ents</a:t>
                      </a:r>
                      <a:endParaRPr sz="1400">
                        <a:latin typeface="Arial"/>
                        <a:ea typeface="Arial"/>
                        <a:cs typeface="Arial"/>
                      </a:endParaRPr>
                    </a:p>
                  </a:txBody>
                  <a:tcPr marL="0" marR="0" marT="0" marB="0">
                    <a:lnL w="25400" cap="flat" cmpd="sng" algn="ctr">
                      <a:solidFill>
                        <a:srgbClr val="FFFFFF"/>
                      </a:solidFill>
                      <a:prstDash val="solid"/>
                      <a:round/>
                      <a:headEnd type="none" w="med" len="med"/>
                      <a:tailEnd type="none" w="med" len="med"/>
                    </a:lnL>
                    <a:lnR w="3175" cap="flat" cmpd="sng" algn="ctr">
                      <a:solidFill>
                        <a:srgbClr val="000000"/>
                      </a:solidFill>
                      <a:prstDash val="solid"/>
                      <a:round/>
                      <a:headEnd type="none" w="med" len="med"/>
                      <a:tailEnd type="none" w="med" len="med"/>
                    </a:lnR>
                    <a:lnT w="25400" cap="flat" cmpd="sng" algn="ctr">
                      <a:solidFill>
                        <a:srgbClr val="D2E5D5"/>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1E9D5"/>
                    </a:solidFill>
                  </a:tcPr>
                </a:tc>
                <a:tc hMerge="1">
                  <a:txBody>
                    <a:bodyPr/>
                    <a:lstStyle/>
                    <a:p>
                      <a:endParaRPr/>
                    </a:p>
                  </a:txBody>
                  <a:tcPr marL="0" marR="0" marT="0" marB="0">
                    <a:lnL w="25400" cap="flat" cmpd="sng" algn="ctr">
                      <a:solidFill>
                        <a:srgbClr val="FFFFFF"/>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DEE7D1"/>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1E9D5"/>
                    </a:solidFill>
                  </a:tcPr>
                </a:tc>
                <a:tc gridSpan="2">
                  <a:txBody>
                    <a:bodyPr/>
                    <a:lstStyle/>
                    <a:p>
                      <a:pPr algn="l" rtl="0" eaLnBrk="0">
                        <a:lnSpc>
                          <a:spcPct val="107000"/>
                        </a:lnSpc>
                        <a:tabLst/>
                      </a:pPr>
                      <a:endParaRPr sz="800">
                        <a:latin typeface="Arial"/>
                        <a:ea typeface="Arial"/>
                        <a:cs typeface="Arial"/>
                      </a:endParaRPr>
                    </a:p>
                    <a:p>
                      <a:pPr marL="176529" algn="l" rtl="0" eaLnBrk="0">
                        <a:lnSpc>
                          <a:spcPct val="82000"/>
                        </a:lnSpc>
                        <a:spcBef>
                          <a:spcPts val="6"/>
                        </a:spcBef>
                        <a:tabLst/>
                      </a:pPr>
                      <a:r>
                        <a:rPr sz="1400" kern="0" spc="0">
                          <a:solidFill>
                            <a:srgbClr val="000000">
                              <a:alpha val="100000"/>
                            </a:srgbClr>
                          </a:solidFill>
                          <a:latin typeface="Arial"/>
                          <a:ea typeface="Arial"/>
                          <a:cs typeface="Arial"/>
                        </a:rPr>
                        <a:t>Referencing</a:t>
                      </a:r>
                      <a:r>
                        <a:rPr sz="1400" kern="0" spc="100">
                          <a:solidFill>
                            <a:srgbClr val="000000">
                              <a:alpha val="100000"/>
                            </a:srgbClr>
                          </a:solidFill>
                          <a:latin typeface="Arial"/>
                          <a:ea typeface="Arial"/>
                          <a:cs typeface="Arial"/>
                        </a:rPr>
                        <a:t> </a:t>
                      </a:r>
                      <a:r>
                        <a:rPr sz="1400" kern="0" spc="0">
                          <a:solidFill>
                            <a:srgbClr val="000000">
                              <a:alpha val="100000"/>
                            </a:srgbClr>
                          </a:solidFill>
                          <a:latin typeface="Arial"/>
                          <a:ea typeface="Arial"/>
                          <a:cs typeface="Arial"/>
                        </a:rPr>
                        <a:t>how conta</a:t>
                      </a:r>
                      <a:r>
                        <a:rPr sz="1400" kern="0" spc="-10">
                          <a:solidFill>
                            <a:srgbClr val="000000">
                              <a:alpha val="100000"/>
                            </a:srgbClr>
                          </a:solidFill>
                          <a:latin typeface="Arial"/>
                          <a:ea typeface="Arial"/>
                          <a:cs typeface="Arial"/>
                        </a:rPr>
                        <a:t>ct with service users and</a:t>
                      </a:r>
                      <a:endParaRPr sz="1400">
                        <a:latin typeface="Arial"/>
                        <a:ea typeface="Arial"/>
                        <a:cs typeface="Arial"/>
                      </a:endParaRPr>
                    </a:p>
                    <a:p>
                      <a:pPr marL="198754" algn="l" rtl="0" eaLnBrk="0">
                        <a:lnSpc>
                          <a:spcPct val="82000"/>
                        </a:lnSpc>
                        <a:spcBef>
                          <a:spcPts val="125"/>
                        </a:spcBef>
                        <a:tabLst/>
                      </a:pPr>
                      <a:r>
                        <a:rPr sz="1400" kern="0" spc="0">
                          <a:solidFill>
                            <a:srgbClr val="000000">
                              <a:alpha val="100000"/>
                            </a:srgbClr>
                          </a:solidFill>
                          <a:latin typeface="Arial"/>
                          <a:ea typeface="Arial"/>
                          <a:cs typeface="Arial"/>
                        </a:rPr>
                        <a:t>carers informed</a:t>
                      </a:r>
                      <a:r>
                        <a:rPr sz="1400" kern="0" spc="110">
                          <a:solidFill>
                            <a:srgbClr val="000000">
                              <a:alpha val="100000"/>
                            </a:srgbClr>
                          </a:solidFill>
                          <a:latin typeface="Arial"/>
                          <a:ea typeface="Arial"/>
                          <a:cs typeface="Arial"/>
                        </a:rPr>
                        <a:t> </a:t>
                      </a:r>
                      <a:r>
                        <a:rPr sz="1400" kern="0" spc="0">
                          <a:solidFill>
                            <a:srgbClr val="000000">
                              <a:alpha val="100000"/>
                            </a:srgbClr>
                          </a:solidFill>
                          <a:latin typeface="Arial"/>
                          <a:ea typeface="Arial"/>
                          <a:cs typeface="Arial"/>
                        </a:rPr>
                        <a:t>learners when develop</a:t>
                      </a:r>
                      <a:r>
                        <a:rPr sz="1400" kern="0" spc="-10">
                          <a:solidFill>
                            <a:srgbClr val="000000">
                              <a:alpha val="100000"/>
                            </a:srgbClr>
                          </a:solidFill>
                          <a:latin typeface="Arial"/>
                          <a:ea typeface="Arial"/>
                          <a:cs typeface="Arial"/>
                        </a:rPr>
                        <a:t>ing their</a:t>
                      </a:r>
                      <a:endParaRPr sz="1400">
                        <a:latin typeface="Arial"/>
                        <a:ea typeface="Arial"/>
                        <a:cs typeface="Arial"/>
                      </a:endParaRPr>
                    </a:p>
                    <a:p>
                      <a:pPr marL="1746885" algn="l" rtl="0" eaLnBrk="0">
                        <a:lnSpc>
                          <a:spcPct val="83000"/>
                        </a:lnSpc>
                        <a:spcBef>
                          <a:spcPts val="49"/>
                        </a:spcBef>
                        <a:tabLst/>
                      </a:pPr>
                      <a:r>
                        <a:rPr sz="1400" kern="0" spc="-10">
                          <a:solidFill>
                            <a:srgbClr val="000000">
                              <a:alpha val="100000"/>
                            </a:srgbClr>
                          </a:solidFill>
                          <a:latin typeface="Arial"/>
                          <a:ea typeface="Arial"/>
                          <a:cs typeface="Arial"/>
                        </a:rPr>
                        <a:t>practice</a:t>
                      </a:r>
                      <a:endParaRPr sz="1400">
                        <a:latin typeface="Arial"/>
                        <a:ea typeface="Arial"/>
                        <a:cs typeface="Arial"/>
                      </a:endParaRPr>
                    </a:p>
                  </a:txBody>
                  <a:tcPr marL="0" marR="0" marT="0" marB="0">
                    <a:lnL w="3175" cap="flat" cmpd="sng" algn="ctr">
                      <a:solidFill>
                        <a:srgbClr val="000000"/>
                      </a:solidFill>
                      <a:prstDash val="solid"/>
                      <a:round/>
                      <a:headEnd type="none" w="med" len="med"/>
                      <a:tailEnd type="none" w="med" len="med"/>
                    </a:lnL>
                    <a:lnR w="25400" cap="flat" cmpd="sng" algn="ctr">
                      <a:solidFill>
                        <a:srgbClr val="FFFFFF"/>
                      </a:solidFill>
                      <a:prstDash val="solid"/>
                      <a:round/>
                      <a:headEnd type="none" w="med" len="med"/>
                      <a:tailEnd type="none" w="med" len="med"/>
                    </a:lnR>
                    <a:lnT w="3175" cap="flat" cmpd="sng" algn="ctr">
                      <a:solidFill>
                        <a:srgbClr val="D2E5D5"/>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6E7D9"/>
                    </a:solidFill>
                  </a:tcPr>
                </a:tc>
                <a:tc hMerge="1">
                  <a:txBody>
                    <a:bodyPr/>
                    <a:lstStyle/>
                    <a:p>
                      <a:endParaRPr/>
                    </a:p>
                  </a:txBody>
                  <a:tcPr marL="0" marR="0" marT="0" marB="0">
                    <a:lnL w="3175" cap="flat" cmpd="sng" algn="ctr">
                      <a:solidFill>
                        <a:srgbClr val="D2E5D5"/>
                      </a:solidFill>
                      <a:prstDash val="solid"/>
                      <a:round/>
                      <a:headEnd type="none" w="med" len="med"/>
                      <a:tailEnd type="none" w="med" len="med"/>
                    </a:lnL>
                    <a:lnR w="25400" cap="flat" cmpd="sng" algn="ctr">
                      <a:solidFill>
                        <a:srgbClr val="FFFFFF"/>
                      </a:solidFill>
                      <a:prstDash val="solid"/>
                      <a:round/>
                      <a:headEnd type="none" w="med" len="med"/>
                      <a:tailEnd type="none" w="med" len="med"/>
                    </a:lnR>
                    <a:lnT w="3175" cap="flat" cmpd="sng" algn="ctr">
                      <a:solidFill>
                        <a:srgbClr val="D2E5D5"/>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6E7D9"/>
                    </a:solidFill>
                  </a:tcPr>
                </a:tc>
                <a:extLst>
                  <a:ext uri="{0D108BD9-81ED-4DB2-BD59-A6C34878D82A}">
                    <a16:rowId xmlns:a16="http://schemas.microsoft.com/office/drawing/2014/main" val="10004"/>
                  </a:ext>
                </a:extLst>
              </a:tr>
            </a:tbl>
          </a:graphicData>
        </a:graphic>
      </p:graphicFrame>
      <p:sp>
        <p:nvSpPr>
          <p:cNvPr id="404" name="textbox 404"/>
          <p:cNvSpPr/>
          <p:nvPr/>
        </p:nvSpPr>
        <p:spPr>
          <a:xfrm>
            <a:off x="2216209" y="1348253"/>
            <a:ext cx="5271770" cy="321309"/>
          </a:xfrm>
          <a:prstGeom prst="rect">
            <a:avLst/>
          </a:prstGeom>
          <a:noFill/>
          <a:ln w="0" cap="flat">
            <a:noFill/>
            <a:prstDash val="solid"/>
            <a:miter lim="0"/>
          </a:ln>
        </p:spPr>
        <p:txBody>
          <a:bodyPr vert="horz" wrap="square" lIns="0" tIns="0" rIns="0" bIns="0"/>
          <a:lstStyle/>
          <a:p>
            <a:pPr algn="l" rtl="0" eaLnBrk="0">
              <a:lnSpc>
                <a:spcPct val="78489"/>
              </a:lnSpc>
              <a:tabLst/>
            </a:pPr>
            <a:endParaRPr sz="100">
              <a:latin typeface="Arial"/>
              <a:ea typeface="Arial"/>
              <a:cs typeface="Arial"/>
            </a:endParaRPr>
          </a:p>
          <a:p>
            <a:pPr marL="12700" eaLnBrk="0">
              <a:lnSpc>
                <a:spcPct val="81000"/>
              </a:lnSpc>
            </a:pPr>
            <a:r>
              <a:rPr sz="2400" b="1" kern="0">
                <a:solidFill>
                  <a:srgbClr val="01356D">
                    <a:alpha val="100000"/>
                  </a:srgbClr>
                </a:solidFill>
                <a:latin typeface="Arial"/>
                <a:ea typeface="Arial"/>
                <a:cs typeface="Arial"/>
              </a:rPr>
              <a:t>Further central</a:t>
            </a:r>
            <a:r>
              <a:rPr sz="2400" b="1" kern="0" spc="-10">
                <a:solidFill>
                  <a:srgbClr val="01356D">
                    <a:alpha val="100000"/>
                  </a:srgbClr>
                </a:solidFill>
                <a:latin typeface="Arial"/>
                <a:ea typeface="Arial"/>
                <a:cs typeface="Arial"/>
              </a:rPr>
              <a:t>ising the service user</a:t>
            </a:r>
            <a:endParaRPr sz="2400">
              <a:latin typeface="Arial"/>
              <a:ea typeface="Arial"/>
              <a:cs typeface="Arial"/>
            </a:endParaRPr>
          </a:p>
        </p:txBody>
      </p:sp>
      <p:sp>
        <p:nvSpPr>
          <p:cNvPr id="406" name="path 406"/>
          <p:cNvSpPr/>
          <p:nvPr/>
        </p:nvSpPr>
        <p:spPr>
          <a:xfrm>
            <a:off x="5641757" y="4260632"/>
            <a:ext cx="1337110" cy="677598"/>
          </a:xfrm>
          <a:custGeom>
            <a:avLst/>
            <a:gdLst/>
            <a:ahLst/>
            <a:cxnLst/>
            <a:rect l="0" t="0" r="0" b="0"/>
            <a:pathLst>
              <a:path w="2105" h="1067">
                <a:moveTo>
                  <a:pt x="2091" y="14"/>
                </a:moveTo>
                <a:lnTo>
                  <a:pt x="1052" y="1052"/>
                </a:lnTo>
                <a:lnTo>
                  <a:pt x="14" y="14"/>
                </a:lnTo>
              </a:path>
            </a:pathLst>
          </a:custGeom>
          <a:noFill/>
          <a:ln w="25400" cap="flat">
            <a:solidFill>
              <a:srgbClr val="FFFFFF"/>
            </a:solidFill>
            <a:prstDash val="solid"/>
            <a:round/>
          </a:ln>
        </p:spPr>
        <p:txBody>
          <a:bodyPr rtlCol="0"/>
          <a:lstStyle/>
          <a:p>
            <a:pPr algn="ctr"/>
            <a:endParaRPr lang="zh-CN" altLang="en-US"/>
          </a:p>
        </p:txBody>
      </p:sp>
      <p:sp>
        <p:nvSpPr>
          <p:cNvPr id="408" name="path 408"/>
          <p:cNvSpPr/>
          <p:nvPr/>
        </p:nvSpPr>
        <p:spPr>
          <a:xfrm>
            <a:off x="5650738" y="4005072"/>
            <a:ext cx="1319148" cy="277241"/>
          </a:xfrm>
          <a:custGeom>
            <a:avLst/>
            <a:gdLst/>
            <a:ahLst/>
            <a:cxnLst/>
            <a:rect l="0" t="0" r="0" b="0"/>
            <a:pathLst>
              <a:path w="2077" h="436">
                <a:moveTo>
                  <a:pt x="1557" y="0"/>
                </a:moveTo>
                <a:lnTo>
                  <a:pt x="1557" y="416"/>
                </a:lnTo>
                <a:lnTo>
                  <a:pt x="2077" y="416"/>
                </a:lnTo>
                <a:moveTo>
                  <a:pt x="0" y="416"/>
                </a:moveTo>
                <a:lnTo>
                  <a:pt x="519" y="416"/>
                </a:lnTo>
                <a:lnTo>
                  <a:pt x="519" y="0"/>
                </a:lnTo>
              </a:path>
            </a:pathLst>
          </a:custGeom>
          <a:noFill/>
          <a:ln w="25400" cap="flat">
            <a:solidFill>
              <a:srgbClr val="FFFFFF"/>
            </a:solidFill>
            <a:prstDash val="solid"/>
            <a:round/>
          </a:ln>
        </p:spPr>
        <p:txBody>
          <a:bodyPr rtlCol="0"/>
          <a:lstStyle/>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2" name="picture 272"/>
          <p:cNvPicPr>
            <a:picLocks noChangeAspect="1"/>
          </p:cNvPicPr>
          <p:nvPr/>
        </p:nvPicPr>
        <p:blipFill>
          <a:blip r:embed="rId2"/>
          <a:stretch>
            <a:fillRect/>
          </a:stretch>
        </p:blipFill>
        <p:spPr>
          <a:xfrm rot="21600000">
            <a:off x="1524000" y="0"/>
            <a:ext cx="9144000" cy="6857998"/>
          </a:xfrm>
          <a:prstGeom prst="rect">
            <a:avLst/>
          </a:prstGeom>
        </p:spPr>
      </p:pic>
      <p:grpSp>
        <p:nvGrpSpPr>
          <p:cNvPr id="20" name="group 20"/>
          <p:cNvGrpSpPr/>
          <p:nvPr/>
        </p:nvGrpSpPr>
        <p:grpSpPr>
          <a:xfrm rot="21600000">
            <a:off x="2201863" y="2697226"/>
            <a:ext cx="8216963" cy="3511486"/>
            <a:chOff x="0" y="0"/>
            <a:chExt cx="8216963" cy="3511486"/>
          </a:xfrm>
        </p:grpSpPr>
        <p:sp>
          <p:nvSpPr>
            <p:cNvPr id="274" name="path 274"/>
            <p:cNvSpPr/>
            <p:nvPr/>
          </p:nvSpPr>
          <p:spPr>
            <a:xfrm>
              <a:off x="12700" y="12700"/>
              <a:ext cx="2009838" cy="2009774"/>
            </a:xfrm>
            <a:custGeom>
              <a:avLst/>
              <a:gdLst/>
              <a:ahLst/>
              <a:cxnLst/>
              <a:rect l="0" t="0" r="0" b="0"/>
              <a:pathLst>
                <a:path w="3165" h="3164">
                  <a:moveTo>
                    <a:pt x="0" y="1582"/>
                  </a:moveTo>
                  <a:cubicBezTo>
                    <a:pt x="0" y="708"/>
                    <a:pt x="708" y="0"/>
                    <a:pt x="1582" y="0"/>
                  </a:cubicBezTo>
                  <a:cubicBezTo>
                    <a:pt x="2456" y="0"/>
                    <a:pt x="3165" y="708"/>
                    <a:pt x="3165" y="1582"/>
                  </a:cubicBezTo>
                  <a:cubicBezTo>
                    <a:pt x="3165" y="2456"/>
                    <a:pt x="2456" y="3164"/>
                    <a:pt x="1582" y="3164"/>
                  </a:cubicBezTo>
                  <a:cubicBezTo>
                    <a:pt x="708" y="3164"/>
                    <a:pt x="0" y="2456"/>
                    <a:pt x="0" y="1582"/>
                  </a:cubicBezTo>
                </a:path>
              </a:pathLst>
            </a:custGeom>
            <a:solidFill>
              <a:srgbClr val="4F81BD">
                <a:alpha val="50196"/>
              </a:srgbClr>
            </a:solidFill>
            <a:ln w="0" cap="flat">
              <a:noFill/>
              <a:prstDash val="solid"/>
              <a:miter lim="0"/>
            </a:ln>
          </p:spPr>
          <p:txBody>
            <a:bodyPr rtlCol="0"/>
            <a:lstStyle/>
            <a:p>
              <a:pPr algn="ctr"/>
              <a:endParaRPr lang="zh-CN" altLang="en-US"/>
            </a:p>
          </p:txBody>
        </p:sp>
        <p:sp>
          <p:nvSpPr>
            <p:cNvPr id="276" name="path 276"/>
            <p:cNvSpPr/>
            <p:nvPr/>
          </p:nvSpPr>
          <p:spPr>
            <a:xfrm>
              <a:off x="0" y="0"/>
              <a:ext cx="2035238" cy="2035174"/>
            </a:xfrm>
            <a:custGeom>
              <a:avLst/>
              <a:gdLst/>
              <a:ahLst/>
              <a:cxnLst/>
              <a:rect l="0" t="0" r="0" b="0"/>
              <a:pathLst>
                <a:path w="3205" h="3204">
                  <a:moveTo>
                    <a:pt x="20" y="1602"/>
                  </a:moveTo>
                  <a:cubicBezTo>
                    <a:pt x="20" y="728"/>
                    <a:pt x="728" y="20"/>
                    <a:pt x="1602" y="20"/>
                  </a:cubicBezTo>
                  <a:cubicBezTo>
                    <a:pt x="2476" y="20"/>
                    <a:pt x="3185" y="728"/>
                    <a:pt x="3185" y="1602"/>
                  </a:cubicBezTo>
                  <a:cubicBezTo>
                    <a:pt x="3185" y="2476"/>
                    <a:pt x="2476" y="3184"/>
                    <a:pt x="1602" y="3184"/>
                  </a:cubicBezTo>
                  <a:cubicBezTo>
                    <a:pt x="728" y="3184"/>
                    <a:pt x="20" y="2476"/>
                    <a:pt x="20" y="1602"/>
                  </a:cubicBezTo>
                </a:path>
              </a:pathLst>
            </a:custGeom>
            <a:noFill/>
            <a:ln w="25400" cap="flat">
              <a:solidFill>
                <a:srgbClr val="FFFFFF"/>
              </a:solidFill>
              <a:prstDash val="solid"/>
              <a:round/>
            </a:ln>
          </p:spPr>
          <p:txBody>
            <a:bodyPr rtlCol="0"/>
            <a:lstStyle/>
            <a:p>
              <a:pPr algn="ctr"/>
              <a:endParaRPr lang="zh-CN" altLang="en-US"/>
            </a:p>
          </p:txBody>
        </p:sp>
        <p:sp>
          <p:nvSpPr>
            <p:cNvPr id="278" name="path 278"/>
            <p:cNvSpPr/>
            <p:nvPr/>
          </p:nvSpPr>
          <p:spPr>
            <a:xfrm>
              <a:off x="1041463" y="1489074"/>
              <a:ext cx="2009775" cy="2009711"/>
            </a:xfrm>
            <a:custGeom>
              <a:avLst/>
              <a:gdLst/>
              <a:ahLst/>
              <a:cxnLst/>
              <a:rect l="0" t="0" r="0" b="0"/>
              <a:pathLst>
                <a:path w="3165" h="3164">
                  <a:moveTo>
                    <a:pt x="0" y="1582"/>
                  </a:moveTo>
                  <a:cubicBezTo>
                    <a:pt x="0" y="708"/>
                    <a:pt x="708" y="0"/>
                    <a:pt x="1582" y="0"/>
                  </a:cubicBezTo>
                  <a:cubicBezTo>
                    <a:pt x="2456" y="0"/>
                    <a:pt x="3165" y="708"/>
                    <a:pt x="3165" y="1582"/>
                  </a:cubicBezTo>
                  <a:cubicBezTo>
                    <a:pt x="3165" y="2456"/>
                    <a:pt x="2456" y="3164"/>
                    <a:pt x="1582" y="3164"/>
                  </a:cubicBezTo>
                  <a:cubicBezTo>
                    <a:pt x="708" y="3164"/>
                    <a:pt x="0" y="2456"/>
                    <a:pt x="0" y="1582"/>
                  </a:cubicBezTo>
                </a:path>
              </a:pathLst>
            </a:custGeom>
            <a:solidFill>
              <a:srgbClr val="4F81BD">
                <a:alpha val="50196"/>
              </a:srgbClr>
            </a:solidFill>
            <a:ln w="0" cap="flat">
              <a:noFill/>
              <a:prstDash val="solid"/>
              <a:miter lim="0"/>
            </a:ln>
          </p:spPr>
          <p:txBody>
            <a:bodyPr rtlCol="0"/>
            <a:lstStyle/>
            <a:p>
              <a:pPr algn="ctr"/>
              <a:endParaRPr lang="zh-CN" altLang="en-US"/>
            </a:p>
          </p:txBody>
        </p:sp>
        <p:sp>
          <p:nvSpPr>
            <p:cNvPr id="280" name="path 280"/>
            <p:cNvSpPr/>
            <p:nvPr/>
          </p:nvSpPr>
          <p:spPr>
            <a:xfrm>
              <a:off x="1028763" y="1476374"/>
              <a:ext cx="2035175" cy="2035111"/>
            </a:xfrm>
            <a:custGeom>
              <a:avLst/>
              <a:gdLst/>
              <a:ahLst/>
              <a:cxnLst/>
              <a:rect l="0" t="0" r="0" b="0"/>
              <a:pathLst>
                <a:path w="3205" h="3204">
                  <a:moveTo>
                    <a:pt x="20" y="1602"/>
                  </a:moveTo>
                  <a:cubicBezTo>
                    <a:pt x="20" y="728"/>
                    <a:pt x="728" y="20"/>
                    <a:pt x="1602" y="20"/>
                  </a:cubicBezTo>
                  <a:cubicBezTo>
                    <a:pt x="2476" y="20"/>
                    <a:pt x="3185" y="728"/>
                    <a:pt x="3185" y="1602"/>
                  </a:cubicBezTo>
                  <a:cubicBezTo>
                    <a:pt x="3185" y="2476"/>
                    <a:pt x="2476" y="3184"/>
                    <a:pt x="1602" y="3184"/>
                  </a:cubicBezTo>
                  <a:cubicBezTo>
                    <a:pt x="728" y="3184"/>
                    <a:pt x="20" y="2476"/>
                    <a:pt x="20" y="1602"/>
                  </a:cubicBezTo>
                </a:path>
              </a:pathLst>
            </a:custGeom>
            <a:noFill/>
            <a:ln w="25400" cap="flat">
              <a:solidFill>
                <a:srgbClr val="FFFFFF"/>
              </a:solidFill>
              <a:prstDash val="solid"/>
              <a:round/>
            </a:ln>
          </p:spPr>
          <p:txBody>
            <a:bodyPr rtlCol="0"/>
            <a:lstStyle/>
            <a:p>
              <a:pPr algn="ctr"/>
              <a:endParaRPr lang="zh-CN" altLang="en-US"/>
            </a:p>
          </p:txBody>
        </p:sp>
        <p:sp>
          <p:nvSpPr>
            <p:cNvPr id="282" name="path 282"/>
            <p:cNvSpPr/>
            <p:nvPr/>
          </p:nvSpPr>
          <p:spPr>
            <a:xfrm>
              <a:off x="2070163" y="12700"/>
              <a:ext cx="2009775" cy="2009774"/>
            </a:xfrm>
            <a:custGeom>
              <a:avLst/>
              <a:gdLst/>
              <a:ahLst/>
              <a:cxnLst/>
              <a:rect l="0" t="0" r="0" b="0"/>
              <a:pathLst>
                <a:path w="3165" h="3164">
                  <a:moveTo>
                    <a:pt x="0" y="1582"/>
                  </a:moveTo>
                  <a:cubicBezTo>
                    <a:pt x="0" y="708"/>
                    <a:pt x="708" y="0"/>
                    <a:pt x="1582" y="0"/>
                  </a:cubicBezTo>
                  <a:cubicBezTo>
                    <a:pt x="2456" y="0"/>
                    <a:pt x="3165" y="708"/>
                    <a:pt x="3165" y="1582"/>
                  </a:cubicBezTo>
                  <a:cubicBezTo>
                    <a:pt x="3165" y="2456"/>
                    <a:pt x="2456" y="3164"/>
                    <a:pt x="1582" y="3164"/>
                  </a:cubicBezTo>
                  <a:cubicBezTo>
                    <a:pt x="708" y="3164"/>
                    <a:pt x="0" y="2456"/>
                    <a:pt x="0" y="1582"/>
                  </a:cubicBezTo>
                </a:path>
              </a:pathLst>
            </a:custGeom>
            <a:solidFill>
              <a:srgbClr val="4F81BD">
                <a:alpha val="50196"/>
              </a:srgbClr>
            </a:solidFill>
            <a:ln w="0" cap="flat">
              <a:noFill/>
              <a:prstDash val="solid"/>
              <a:miter lim="0"/>
            </a:ln>
          </p:spPr>
          <p:txBody>
            <a:bodyPr rtlCol="0"/>
            <a:lstStyle/>
            <a:p>
              <a:pPr algn="ctr"/>
              <a:endParaRPr lang="zh-CN" altLang="en-US"/>
            </a:p>
          </p:txBody>
        </p:sp>
        <p:sp>
          <p:nvSpPr>
            <p:cNvPr id="284" name="path 284"/>
            <p:cNvSpPr/>
            <p:nvPr/>
          </p:nvSpPr>
          <p:spPr>
            <a:xfrm>
              <a:off x="2057463" y="0"/>
              <a:ext cx="2035175" cy="2035174"/>
            </a:xfrm>
            <a:custGeom>
              <a:avLst/>
              <a:gdLst/>
              <a:ahLst/>
              <a:cxnLst/>
              <a:rect l="0" t="0" r="0" b="0"/>
              <a:pathLst>
                <a:path w="3205" h="3204">
                  <a:moveTo>
                    <a:pt x="20" y="1602"/>
                  </a:moveTo>
                  <a:cubicBezTo>
                    <a:pt x="20" y="728"/>
                    <a:pt x="728" y="20"/>
                    <a:pt x="1602" y="20"/>
                  </a:cubicBezTo>
                  <a:cubicBezTo>
                    <a:pt x="2476" y="20"/>
                    <a:pt x="3185" y="728"/>
                    <a:pt x="3185" y="1602"/>
                  </a:cubicBezTo>
                  <a:cubicBezTo>
                    <a:pt x="3185" y="2476"/>
                    <a:pt x="2476" y="3184"/>
                    <a:pt x="1602" y="3184"/>
                  </a:cubicBezTo>
                  <a:cubicBezTo>
                    <a:pt x="728" y="3184"/>
                    <a:pt x="20" y="2476"/>
                    <a:pt x="20" y="1602"/>
                  </a:cubicBezTo>
                </a:path>
              </a:pathLst>
            </a:custGeom>
            <a:noFill/>
            <a:ln w="25400" cap="flat">
              <a:solidFill>
                <a:srgbClr val="FFFFFF"/>
              </a:solidFill>
              <a:prstDash val="solid"/>
              <a:round/>
            </a:ln>
          </p:spPr>
          <p:txBody>
            <a:bodyPr rtlCol="0"/>
            <a:lstStyle/>
            <a:p>
              <a:pPr algn="ctr"/>
              <a:endParaRPr lang="zh-CN" altLang="en-US"/>
            </a:p>
          </p:txBody>
        </p:sp>
        <p:sp>
          <p:nvSpPr>
            <p:cNvPr id="286" name="path 286"/>
            <p:cNvSpPr/>
            <p:nvPr/>
          </p:nvSpPr>
          <p:spPr>
            <a:xfrm>
              <a:off x="3098863" y="1489074"/>
              <a:ext cx="2009775" cy="2009711"/>
            </a:xfrm>
            <a:custGeom>
              <a:avLst/>
              <a:gdLst/>
              <a:ahLst/>
              <a:cxnLst/>
              <a:rect l="0" t="0" r="0" b="0"/>
              <a:pathLst>
                <a:path w="3165" h="3164">
                  <a:moveTo>
                    <a:pt x="0" y="1582"/>
                  </a:moveTo>
                  <a:cubicBezTo>
                    <a:pt x="0" y="708"/>
                    <a:pt x="708" y="0"/>
                    <a:pt x="1582" y="0"/>
                  </a:cubicBezTo>
                  <a:cubicBezTo>
                    <a:pt x="2456" y="0"/>
                    <a:pt x="3165" y="708"/>
                    <a:pt x="3165" y="1582"/>
                  </a:cubicBezTo>
                  <a:cubicBezTo>
                    <a:pt x="3165" y="2456"/>
                    <a:pt x="2456" y="3164"/>
                    <a:pt x="1582" y="3164"/>
                  </a:cubicBezTo>
                  <a:cubicBezTo>
                    <a:pt x="708" y="3164"/>
                    <a:pt x="0" y="2456"/>
                    <a:pt x="0" y="1582"/>
                  </a:cubicBezTo>
                </a:path>
              </a:pathLst>
            </a:custGeom>
            <a:solidFill>
              <a:srgbClr val="4F81BD">
                <a:alpha val="50196"/>
              </a:srgbClr>
            </a:solidFill>
            <a:ln w="0" cap="flat">
              <a:noFill/>
              <a:prstDash val="solid"/>
              <a:miter lim="0"/>
            </a:ln>
          </p:spPr>
          <p:txBody>
            <a:bodyPr rtlCol="0"/>
            <a:lstStyle/>
            <a:p>
              <a:pPr algn="ctr"/>
              <a:endParaRPr lang="zh-CN" altLang="en-US"/>
            </a:p>
          </p:txBody>
        </p:sp>
        <p:sp>
          <p:nvSpPr>
            <p:cNvPr id="288" name="path 288"/>
            <p:cNvSpPr/>
            <p:nvPr/>
          </p:nvSpPr>
          <p:spPr>
            <a:xfrm>
              <a:off x="3086163" y="1476374"/>
              <a:ext cx="2035175" cy="2035111"/>
            </a:xfrm>
            <a:custGeom>
              <a:avLst/>
              <a:gdLst/>
              <a:ahLst/>
              <a:cxnLst/>
              <a:rect l="0" t="0" r="0" b="0"/>
              <a:pathLst>
                <a:path w="3205" h="3204">
                  <a:moveTo>
                    <a:pt x="20" y="1602"/>
                  </a:moveTo>
                  <a:cubicBezTo>
                    <a:pt x="20" y="728"/>
                    <a:pt x="728" y="20"/>
                    <a:pt x="1602" y="20"/>
                  </a:cubicBezTo>
                  <a:cubicBezTo>
                    <a:pt x="2476" y="20"/>
                    <a:pt x="3185" y="728"/>
                    <a:pt x="3185" y="1602"/>
                  </a:cubicBezTo>
                  <a:cubicBezTo>
                    <a:pt x="3185" y="2476"/>
                    <a:pt x="2476" y="3184"/>
                    <a:pt x="1602" y="3184"/>
                  </a:cubicBezTo>
                  <a:cubicBezTo>
                    <a:pt x="728" y="3184"/>
                    <a:pt x="20" y="2476"/>
                    <a:pt x="20" y="1602"/>
                  </a:cubicBezTo>
                </a:path>
              </a:pathLst>
            </a:custGeom>
            <a:noFill/>
            <a:ln w="25400" cap="flat">
              <a:solidFill>
                <a:srgbClr val="FFFFFF"/>
              </a:solidFill>
              <a:prstDash val="solid"/>
              <a:round/>
            </a:ln>
          </p:spPr>
          <p:txBody>
            <a:bodyPr rtlCol="0"/>
            <a:lstStyle/>
            <a:p>
              <a:pPr algn="ctr"/>
              <a:endParaRPr lang="zh-CN" altLang="en-US"/>
            </a:p>
          </p:txBody>
        </p:sp>
        <p:sp>
          <p:nvSpPr>
            <p:cNvPr id="290" name="path 290"/>
            <p:cNvSpPr/>
            <p:nvPr/>
          </p:nvSpPr>
          <p:spPr>
            <a:xfrm>
              <a:off x="4127563" y="12700"/>
              <a:ext cx="2009775" cy="2009774"/>
            </a:xfrm>
            <a:custGeom>
              <a:avLst/>
              <a:gdLst/>
              <a:ahLst/>
              <a:cxnLst/>
              <a:rect l="0" t="0" r="0" b="0"/>
              <a:pathLst>
                <a:path w="3165" h="3164">
                  <a:moveTo>
                    <a:pt x="0" y="1582"/>
                  </a:moveTo>
                  <a:cubicBezTo>
                    <a:pt x="0" y="708"/>
                    <a:pt x="708" y="0"/>
                    <a:pt x="1582" y="0"/>
                  </a:cubicBezTo>
                  <a:cubicBezTo>
                    <a:pt x="2456" y="0"/>
                    <a:pt x="3165" y="708"/>
                    <a:pt x="3165" y="1582"/>
                  </a:cubicBezTo>
                  <a:cubicBezTo>
                    <a:pt x="3165" y="2456"/>
                    <a:pt x="2456" y="3164"/>
                    <a:pt x="1582" y="3164"/>
                  </a:cubicBezTo>
                  <a:cubicBezTo>
                    <a:pt x="708" y="3164"/>
                    <a:pt x="0" y="2456"/>
                    <a:pt x="0" y="1582"/>
                  </a:cubicBezTo>
                </a:path>
              </a:pathLst>
            </a:custGeom>
            <a:solidFill>
              <a:srgbClr val="4F81BD">
                <a:alpha val="50196"/>
              </a:srgbClr>
            </a:solidFill>
            <a:ln w="0" cap="flat">
              <a:noFill/>
              <a:prstDash val="solid"/>
              <a:miter lim="0"/>
            </a:ln>
          </p:spPr>
          <p:txBody>
            <a:bodyPr rtlCol="0"/>
            <a:lstStyle/>
            <a:p>
              <a:pPr algn="ctr"/>
              <a:endParaRPr lang="zh-CN" altLang="en-US"/>
            </a:p>
          </p:txBody>
        </p:sp>
        <p:sp>
          <p:nvSpPr>
            <p:cNvPr id="292" name="path 292"/>
            <p:cNvSpPr/>
            <p:nvPr/>
          </p:nvSpPr>
          <p:spPr>
            <a:xfrm>
              <a:off x="4114863" y="0"/>
              <a:ext cx="2035175" cy="2035174"/>
            </a:xfrm>
            <a:custGeom>
              <a:avLst/>
              <a:gdLst/>
              <a:ahLst/>
              <a:cxnLst/>
              <a:rect l="0" t="0" r="0" b="0"/>
              <a:pathLst>
                <a:path w="3205" h="3204">
                  <a:moveTo>
                    <a:pt x="20" y="1602"/>
                  </a:moveTo>
                  <a:cubicBezTo>
                    <a:pt x="20" y="728"/>
                    <a:pt x="728" y="20"/>
                    <a:pt x="1602" y="20"/>
                  </a:cubicBezTo>
                  <a:cubicBezTo>
                    <a:pt x="2476" y="20"/>
                    <a:pt x="3185" y="728"/>
                    <a:pt x="3185" y="1602"/>
                  </a:cubicBezTo>
                  <a:cubicBezTo>
                    <a:pt x="3185" y="2476"/>
                    <a:pt x="2476" y="3184"/>
                    <a:pt x="1602" y="3184"/>
                  </a:cubicBezTo>
                  <a:cubicBezTo>
                    <a:pt x="728" y="3184"/>
                    <a:pt x="20" y="2476"/>
                    <a:pt x="20" y="1602"/>
                  </a:cubicBezTo>
                </a:path>
              </a:pathLst>
            </a:custGeom>
            <a:noFill/>
            <a:ln w="25400" cap="flat">
              <a:solidFill>
                <a:srgbClr val="FFFFFF"/>
              </a:solidFill>
              <a:prstDash val="solid"/>
              <a:round/>
            </a:ln>
          </p:spPr>
          <p:txBody>
            <a:bodyPr rtlCol="0"/>
            <a:lstStyle/>
            <a:p>
              <a:pPr algn="ctr"/>
              <a:endParaRPr lang="zh-CN" altLang="en-US"/>
            </a:p>
          </p:txBody>
        </p:sp>
        <p:sp>
          <p:nvSpPr>
            <p:cNvPr id="294" name="path 294"/>
            <p:cNvSpPr/>
            <p:nvPr/>
          </p:nvSpPr>
          <p:spPr>
            <a:xfrm>
              <a:off x="5156263" y="1489074"/>
              <a:ext cx="2009775" cy="2009711"/>
            </a:xfrm>
            <a:custGeom>
              <a:avLst/>
              <a:gdLst/>
              <a:ahLst/>
              <a:cxnLst/>
              <a:rect l="0" t="0" r="0" b="0"/>
              <a:pathLst>
                <a:path w="3165" h="3164">
                  <a:moveTo>
                    <a:pt x="0" y="1582"/>
                  </a:moveTo>
                  <a:cubicBezTo>
                    <a:pt x="0" y="708"/>
                    <a:pt x="708" y="0"/>
                    <a:pt x="1582" y="0"/>
                  </a:cubicBezTo>
                  <a:cubicBezTo>
                    <a:pt x="2456" y="0"/>
                    <a:pt x="3165" y="708"/>
                    <a:pt x="3165" y="1582"/>
                  </a:cubicBezTo>
                  <a:cubicBezTo>
                    <a:pt x="3165" y="2456"/>
                    <a:pt x="2456" y="3164"/>
                    <a:pt x="1582" y="3164"/>
                  </a:cubicBezTo>
                  <a:cubicBezTo>
                    <a:pt x="708" y="3164"/>
                    <a:pt x="0" y="2456"/>
                    <a:pt x="0" y="1582"/>
                  </a:cubicBezTo>
                </a:path>
              </a:pathLst>
            </a:custGeom>
            <a:solidFill>
              <a:srgbClr val="4F81BD">
                <a:alpha val="50196"/>
              </a:srgbClr>
            </a:solidFill>
            <a:ln w="0" cap="flat">
              <a:noFill/>
              <a:prstDash val="solid"/>
              <a:miter lim="0"/>
            </a:ln>
          </p:spPr>
          <p:txBody>
            <a:bodyPr rtlCol="0"/>
            <a:lstStyle/>
            <a:p>
              <a:pPr algn="ctr"/>
              <a:endParaRPr lang="zh-CN" altLang="en-US"/>
            </a:p>
          </p:txBody>
        </p:sp>
        <p:sp>
          <p:nvSpPr>
            <p:cNvPr id="296" name="path 296"/>
            <p:cNvSpPr/>
            <p:nvPr/>
          </p:nvSpPr>
          <p:spPr>
            <a:xfrm>
              <a:off x="5143563" y="1476374"/>
              <a:ext cx="2035175" cy="2035111"/>
            </a:xfrm>
            <a:custGeom>
              <a:avLst/>
              <a:gdLst/>
              <a:ahLst/>
              <a:cxnLst/>
              <a:rect l="0" t="0" r="0" b="0"/>
              <a:pathLst>
                <a:path w="3205" h="3204">
                  <a:moveTo>
                    <a:pt x="20" y="1602"/>
                  </a:moveTo>
                  <a:cubicBezTo>
                    <a:pt x="20" y="728"/>
                    <a:pt x="728" y="20"/>
                    <a:pt x="1602" y="20"/>
                  </a:cubicBezTo>
                  <a:cubicBezTo>
                    <a:pt x="2476" y="20"/>
                    <a:pt x="3185" y="728"/>
                    <a:pt x="3185" y="1602"/>
                  </a:cubicBezTo>
                  <a:cubicBezTo>
                    <a:pt x="3185" y="2476"/>
                    <a:pt x="2476" y="3184"/>
                    <a:pt x="1602" y="3184"/>
                  </a:cubicBezTo>
                  <a:cubicBezTo>
                    <a:pt x="728" y="3184"/>
                    <a:pt x="20" y="2476"/>
                    <a:pt x="20" y="1602"/>
                  </a:cubicBezTo>
                </a:path>
              </a:pathLst>
            </a:custGeom>
            <a:noFill/>
            <a:ln w="25400" cap="flat">
              <a:solidFill>
                <a:srgbClr val="FFFFFF"/>
              </a:solidFill>
              <a:prstDash val="solid"/>
              <a:round/>
            </a:ln>
          </p:spPr>
          <p:txBody>
            <a:bodyPr rtlCol="0"/>
            <a:lstStyle/>
            <a:p>
              <a:pPr algn="ctr"/>
              <a:endParaRPr lang="zh-CN" altLang="en-US"/>
            </a:p>
          </p:txBody>
        </p:sp>
        <p:sp>
          <p:nvSpPr>
            <p:cNvPr id="298" name="path 298"/>
            <p:cNvSpPr/>
            <p:nvPr/>
          </p:nvSpPr>
          <p:spPr>
            <a:xfrm>
              <a:off x="6184963" y="12700"/>
              <a:ext cx="2019300" cy="2009774"/>
            </a:xfrm>
            <a:custGeom>
              <a:avLst/>
              <a:gdLst/>
              <a:ahLst/>
              <a:cxnLst/>
              <a:rect l="0" t="0" r="0" b="0"/>
              <a:pathLst>
                <a:path w="3180" h="3164">
                  <a:moveTo>
                    <a:pt x="0" y="1582"/>
                  </a:moveTo>
                  <a:cubicBezTo>
                    <a:pt x="0" y="708"/>
                    <a:pt x="711" y="0"/>
                    <a:pt x="1590" y="0"/>
                  </a:cubicBezTo>
                  <a:cubicBezTo>
                    <a:pt x="2468" y="0"/>
                    <a:pt x="3180" y="708"/>
                    <a:pt x="3180" y="1582"/>
                  </a:cubicBezTo>
                  <a:cubicBezTo>
                    <a:pt x="3180" y="2456"/>
                    <a:pt x="2468" y="3164"/>
                    <a:pt x="1590" y="3164"/>
                  </a:cubicBezTo>
                  <a:cubicBezTo>
                    <a:pt x="711" y="3164"/>
                    <a:pt x="0" y="2456"/>
                    <a:pt x="0" y="1582"/>
                  </a:cubicBezTo>
                </a:path>
              </a:pathLst>
            </a:custGeom>
            <a:solidFill>
              <a:srgbClr val="4F81BD">
                <a:alpha val="50196"/>
              </a:srgbClr>
            </a:solidFill>
            <a:ln w="0" cap="flat">
              <a:noFill/>
              <a:prstDash val="solid"/>
              <a:miter lim="0"/>
            </a:ln>
          </p:spPr>
          <p:txBody>
            <a:bodyPr rtlCol="0"/>
            <a:lstStyle/>
            <a:p>
              <a:pPr algn="ctr"/>
              <a:endParaRPr lang="zh-CN" altLang="en-US"/>
            </a:p>
          </p:txBody>
        </p:sp>
        <p:sp>
          <p:nvSpPr>
            <p:cNvPr id="300" name="path 300"/>
            <p:cNvSpPr/>
            <p:nvPr/>
          </p:nvSpPr>
          <p:spPr>
            <a:xfrm>
              <a:off x="6172263" y="0"/>
              <a:ext cx="2044700" cy="2035174"/>
            </a:xfrm>
            <a:custGeom>
              <a:avLst/>
              <a:gdLst/>
              <a:ahLst/>
              <a:cxnLst/>
              <a:rect l="0" t="0" r="0" b="0"/>
              <a:pathLst>
                <a:path w="3220" h="3204">
                  <a:moveTo>
                    <a:pt x="20" y="1602"/>
                  </a:moveTo>
                  <a:cubicBezTo>
                    <a:pt x="20" y="728"/>
                    <a:pt x="731" y="20"/>
                    <a:pt x="1610" y="20"/>
                  </a:cubicBezTo>
                  <a:cubicBezTo>
                    <a:pt x="2488" y="20"/>
                    <a:pt x="3200" y="728"/>
                    <a:pt x="3200" y="1602"/>
                  </a:cubicBezTo>
                  <a:cubicBezTo>
                    <a:pt x="3200" y="2476"/>
                    <a:pt x="2488" y="3184"/>
                    <a:pt x="1610" y="3184"/>
                  </a:cubicBezTo>
                  <a:cubicBezTo>
                    <a:pt x="731" y="3184"/>
                    <a:pt x="20" y="2476"/>
                    <a:pt x="20" y="1602"/>
                  </a:cubicBezTo>
                </a:path>
              </a:pathLst>
            </a:custGeom>
            <a:noFill/>
            <a:ln w="25400" cap="flat">
              <a:solidFill>
                <a:srgbClr val="FFFFFF"/>
              </a:solidFill>
              <a:prstDash val="solid"/>
              <a:round/>
            </a:ln>
          </p:spPr>
          <p:txBody>
            <a:bodyPr rtlCol="0"/>
            <a:lstStyle/>
            <a:p>
              <a:pPr algn="ctr"/>
              <a:endParaRPr lang="zh-CN" altLang="en-US"/>
            </a:p>
          </p:txBody>
        </p:sp>
      </p:grpSp>
      <p:sp>
        <p:nvSpPr>
          <p:cNvPr id="302" name="textbox 302"/>
          <p:cNvSpPr/>
          <p:nvPr/>
        </p:nvSpPr>
        <p:spPr>
          <a:xfrm>
            <a:off x="2200021" y="1348252"/>
            <a:ext cx="4585334" cy="381634"/>
          </a:xfrm>
          <a:prstGeom prst="rect">
            <a:avLst/>
          </a:prstGeom>
          <a:noFill/>
          <a:ln w="0" cap="flat">
            <a:noFill/>
            <a:prstDash val="solid"/>
            <a:miter lim="0"/>
          </a:ln>
        </p:spPr>
        <p:txBody>
          <a:bodyPr vert="horz" wrap="square" lIns="0" tIns="0" rIns="0" bIns="0"/>
          <a:lstStyle/>
          <a:p>
            <a:pPr algn="l" rtl="0" eaLnBrk="0">
              <a:lnSpc>
                <a:spcPct val="90035"/>
              </a:lnSpc>
              <a:tabLst/>
            </a:pPr>
            <a:endParaRPr sz="100">
              <a:latin typeface="Arial"/>
              <a:ea typeface="Arial"/>
              <a:cs typeface="Arial"/>
            </a:endParaRPr>
          </a:p>
          <a:p>
            <a:pPr marL="12700" eaLnBrk="0">
              <a:lnSpc>
                <a:spcPct val="97000"/>
              </a:lnSpc>
            </a:pPr>
            <a:r>
              <a:rPr lang="en-GB" sz="2400" b="1" kern="0" spc="-10">
                <a:solidFill>
                  <a:srgbClr val="01356D">
                    <a:alpha val="100000"/>
                  </a:srgbClr>
                </a:solidFill>
                <a:latin typeface="Arial"/>
                <a:ea typeface="Arial"/>
                <a:cs typeface="Arial"/>
              </a:rPr>
              <a:t>Revised </a:t>
            </a:r>
            <a:r>
              <a:rPr sz="2400" b="1" kern="0" spc="-10">
                <a:solidFill>
                  <a:srgbClr val="01356D">
                    <a:alpha val="100000"/>
                  </a:srgbClr>
                </a:solidFill>
                <a:latin typeface="Arial"/>
                <a:ea typeface="Arial"/>
                <a:cs typeface="Arial"/>
              </a:rPr>
              <a:t>SOPs</a:t>
            </a:r>
            <a:endParaRPr sz="2400">
              <a:latin typeface="Arial"/>
              <a:ea typeface="Arial"/>
              <a:cs typeface="Arial"/>
            </a:endParaRPr>
          </a:p>
        </p:txBody>
      </p:sp>
      <p:sp>
        <p:nvSpPr>
          <p:cNvPr id="304" name="textbox 304"/>
          <p:cNvSpPr/>
          <p:nvPr/>
        </p:nvSpPr>
        <p:spPr>
          <a:xfrm>
            <a:off x="2565929" y="3322474"/>
            <a:ext cx="1299844" cy="846455"/>
          </a:xfrm>
          <a:prstGeom prst="rect">
            <a:avLst/>
          </a:prstGeom>
          <a:noFill/>
          <a:ln w="0" cap="flat">
            <a:noFill/>
            <a:prstDash val="solid"/>
            <a:miter lim="0"/>
          </a:ln>
        </p:spPr>
        <p:txBody>
          <a:bodyPr vert="horz" wrap="square" lIns="0" tIns="0" rIns="0" bIns="0"/>
          <a:lstStyle/>
          <a:p>
            <a:pPr algn="l" rtl="0" eaLnBrk="0">
              <a:lnSpc>
                <a:spcPct val="79043"/>
              </a:lnSpc>
              <a:tabLst/>
            </a:pPr>
            <a:endParaRPr sz="100">
              <a:latin typeface="Arial"/>
              <a:ea typeface="Arial"/>
              <a:cs typeface="Arial"/>
            </a:endParaRPr>
          </a:p>
          <a:p>
            <a:pPr marL="386715" eaLnBrk="0">
              <a:lnSpc>
                <a:spcPct val="80000"/>
              </a:lnSpc>
            </a:pPr>
            <a:r>
              <a:rPr sz="1500" kern="0" spc="-10">
                <a:solidFill>
                  <a:srgbClr val="000000">
                    <a:alpha val="100000"/>
                  </a:srgbClr>
                </a:solidFill>
                <a:latin typeface="Arial"/>
                <a:ea typeface="Arial"/>
                <a:cs typeface="Arial"/>
              </a:rPr>
              <a:t>Active</a:t>
            </a:r>
            <a:endParaRPr sz="1500">
              <a:latin typeface="Arial"/>
              <a:ea typeface="Arial"/>
              <a:cs typeface="Arial"/>
            </a:endParaRPr>
          </a:p>
          <a:p>
            <a:pPr marL="12700" eaLnBrk="0">
              <a:lnSpc>
                <a:spcPct val="82000"/>
              </a:lnSpc>
              <a:spcBef>
                <a:spcPts val="121"/>
              </a:spcBef>
            </a:pPr>
            <a:r>
              <a:rPr sz="1500" kern="0" spc="-10">
                <a:solidFill>
                  <a:srgbClr val="000000">
                    <a:alpha val="100000"/>
                  </a:srgbClr>
                </a:solidFill>
                <a:latin typeface="Arial"/>
                <a:ea typeface="Arial"/>
                <a:cs typeface="Arial"/>
              </a:rPr>
              <a:t>implementa</a:t>
            </a:r>
            <a:r>
              <a:rPr sz="1500" kern="0" spc="-20">
                <a:solidFill>
                  <a:srgbClr val="000000">
                    <a:alpha val="100000"/>
                  </a:srgbClr>
                </a:solidFill>
                <a:latin typeface="Arial"/>
                <a:ea typeface="Arial"/>
                <a:cs typeface="Arial"/>
              </a:rPr>
              <a:t>tion</a:t>
            </a:r>
            <a:endParaRPr sz="1500">
              <a:latin typeface="Arial"/>
              <a:ea typeface="Arial"/>
              <a:cs typeface="Arial"/>
            </a:endParaRPr>
          </a:p>
          <a:p>
            <a:pPr marL="414019" eaLnBrk="0">
              <a:lnSpc>
                <a:spcPct val="87000"/>
              </a:lnSpc>
              <a:spcBef>
                <a:spcPts val="115"/>
              </a:spcBef>
            </a:pPr>
            <a:r>
              <a:rPr sz="1500" kern="0" spc="-10">
                <a:solidFill>
                  <a:srgbClr val="000000">
                    <a:alpha val="100000"/>
                  </a:srgbClr>
                </a:solidFill>
                <a:latin typeface="Arial"/>
                <a:ea typeface="Arial"/>
                <a:cs typeface="Arial"/>
              </a:rPr>
              <a:t>of the</a:t>
            </a:r>
            <a:endParaRPr sz="1500">
              <a:latin typeface="Arial"/>
              <a:ea typeface="Arial"/>
              <a:cs typeface="Arial"/>
            </a:endParaRPr>
          </a:p>
          <a:p>
            <a:pPr marL="233679" eaLnBrk="0">
              <a:lnSpc>
                <a:spcPct val="97000"/>
              </a:lnSpc>
              <a:spcBef>
                <a:spcPts val="6"/>
              </a:spcBef>
            </a:pPr>
            <a:r>
              <a:rPr sz="1500" kern="0" spc="-10">
                <a:solidFill>
                  <a:srgbClr val="000000">
                    <a:alpha val="100000"/>
                  </a:srgbClr>
                </a:solidFill>
                <a:latin typeface="Arial"/>
                <a:ea typeface="Arial"/>
                <a:cs typeface="Arial"/>
              </a:rPr>
              <a:t>standards</a:t>
            </a:r>
            <a:endParaRPr sz="1500">
              <a:latin typeface="Arial"/>
              <a:ea typeface="Arial"/>
              <a:cs typeface="Arial"/>
            </a:endParaRPr>
          </a:p>
        </p:txBody>
      </p:sp>
      <p:sp>
        <p:nvSpPr>
          <p:cNvPr id="306" name="textbox 306"/>
          <p:cNvSpPr/>
          <p:nvPr/>
        </p:nvSpPr>
        <p:spPr>
          <a:xfrm>
            <a:off x="3606927" y="4802400"/>
            <a:ext cx="1276985" cy="848994"/>
          </a:xfrm>
          <a:prstGeom prst="rect">
            <a:avLst/>
          </a:prstGeom>
          <a:noFill/>
          <a:ln w="0" cap="flat">
            <a:noFill/>
            <a:prstDash val="solid"/>
            <a:miter lim="0"/>
          </a:ln>
        </p:spPr>
        <p:txBody>
          <a:bodyPr vert="horz" wrap="square" lIns="0" tIns="0" rIns="0" bIns="0"/>
          <a:lstStyle/>
          <a:p>
            <a:pPr algn="l" rtl="0" eaLnBrk="0">
              <a:lnSpc>
                <a:spcPct val="79820"/>
              </a:lnSpc>
              <a:tabLst/>
            </a:pPr>
            <a:endParaRPr sz="100">
              <a:latin typeface="Arial"/>
              <a:ea typeface="Arial"/>
              <a:cs typeface="Arial"/>
            </a:endParaRPr>
          </a:p>
          <a:p>
            <a:pPr marL="216534" eaLnBrk="0">
              <a:lnSpc>
                <a:spcPct val="81000"/>
              </a:lnSpc>
            </a:pPr>
            <a:r>
              <a:rPr sz="1500" kern="0" spc="-20">
                <a:solidFill>
                  <a:srgbClr val="000000">
                    <a:alpha val="100000"/>
                  </a:srgbClr>
                </a:solidFill>
                <a:latin typeface="Arial"/>
                <a:ea typeface="Arial"/>
                <a:cs typeface="Arial"/>
              </a:rPr>
              <a:t>Promoting</a:t>
            </a:r>
            <a:endParaRPr sz="1500">
              <a:latin typeface="Arial"/>
              <a:ea typeface="Arial"/>
              <a:cs typeface="Arial"/>
            </a:endParaRPr>
          </a:p>
          <a:p>
            <a:pPr marL="113664" eaLnBrk="0">
              <a:lnSpc>
                <a:spcPct val="82000"/>
              </a:lnSpc>
              <a:spcBef>
                <a:spcPts val="118"/>
              </a:spcBef>
            </a:pPr>
            <a:r>
              <a:rPr sz="1500" kern="0" spc="-20">
                <a:solidFill>
                  <a:srgbClr val="000000">
                    <a:alpha val="100000"/>
                  </a:srgbClr>
                </a:solidFill>
                <a:latin typeface="Arial"/>
                <a:ea typeface="Arial"/>
                <a:cs typeface="Arial"/>
              </a:rPr>
              <a:t>public</a:t>
            </a:r>
            <a:r>
              <a:rPr sz="1500" kern="0" spc="120">
                <a:solidFill>
                  <a:srgbClr val="000000">
                    <a:alpha val="100000"/>
                  </a:srgbClr>
                </a:solidFill>
                <a:latin typeface="Arial"/>
                <a:ea typeface="Arial"/>
                <a:cs typeface="Arial"/>
              </a:rPr>
              <a:t> </a:t>
            </a:r>
            <a:r>
              <a:rPr sz="1500" kern="0" spc="-20">
                <a:solidFill>
                  <a:srgbClr val="000000">
                    <a:alpha val="100000"/>
                  </a:srgbClr>
                </a:solidFill>
                <a:latin typeface="Arial"/>
                <a:ea typeface="Arial"/>
                <a:cs typeface="Arial"/>
              </a:rPr>
              <a:t>healt</a:t>
            </a:r>
            <a:r>
              <a:rPr sz="1500" kern="0" spc="-30">
                <a:solidFill>
                  <a:srgbClr val="000000">
                    <a:alpha val="100000"/>
                  </a:srgbClr>
                </a:solidFill>
                <a:latin typeface="Arial"/>
                <a:ea typeface="Arial"/>
                <a:cs typeface="Arial"/>
              </a:rPr>
              <a:t>h</a:t>
            </a:r>
            <a:endParaRPr sz="1500">
              <a:latin typeface="Arial"/>
              <a:ea typeface="Arial"/>
              <a:cs typeface="Arial"/>
            </a:endParaRPr>
          </a:p>
          <a:p>
            <a:pPr marL="12700" eaLnBrk="0">
              <a:lnSpc>
                <a:spcPct val="81000"/>
              </a:lnSpc>
              <a:spcBef>
                <a:spcPts val="103"/>
              </a:spcBef>
            </a:pPr>
            <a:r>
              <a:rPr sz="1500" kern="0" spc="-20">
                <a:solidFill>
                  <a:srgbClr val="000000">
                    <a:alpha val="100000"/>
                  </a:srgbClr>
                </a:solidFill>
                <a:latin typeface="Arial"/>
                <a:ea typeface="Arial"/>
                <a:cs typeface="Arial"/>
              </a:rPr>
              <a:t>and</a:t>
            </a:r>
            <a:r>
              <a:rPr sz="1500" kern="0" spc="140">
                <a:solidFill>
                  <a:srgbClr val="000000">
                    <a:alpha val="100000"/>
                  </a:srgbClr>
                </a:solidFill>
                <a:latin typeface="Arial"/>
                <a:ea typeface="Arial"/>
                <a:cs typeface="Arial"/>
              </a:rPr>
              <a:t> </a:t>
            </a:r>
            <a:r>
              <a:rPr sz="1500" kern="0" spc="-20">
                <a:solidFill>
                  <a:srgbClr val="000000">
                    <a:alpha val="100000"/>
                  </a:srgbClr>
                </a:solidFill>
                <a:latin typeface="Arial"/>
                <a:ea typeface="Arial"/>
                <a:cs typeface="Arial"/>
              </a:rPr>
              <a:t>preventing</a:t>
            </a:r>
            <a:endParaRPr sz="1500">
              <a:latin typeface="Arial"/>
              <a:ea typeface="Arial"/>
              <a:cs typeface="Arial"/>
            </a:endParaRPr>
          </a:p>
          <a:p>
            <a:pPr marL="294004" eaLnBrk="0">
              <a:lnSpc>
                <a:spcPct val="97000"/>
              </a:lnSpc>
              <a:spcBef>
                <a:spcPts val="128"/>
              </a:spcBef>
            </a:pPr>
            <a:r>
              <a:rPr sz="1500" kern="0" spc="-20">
                <a:solidFill>
                  <a:srgbClr val="000000">
                    <a:alpha val="100000"/>
                  </a:srgbClr>
                </a:solidFill>
                <a:latin typeface="Arial"/>
                <a:ea typeface="Arial"/>
                <a:cs typeface="Arial"/>
              </a:rPr>
              <a:t>ill-health</a:t>
            </a:r>
            <a:endParaRPr sz="1500">
              <a:latin typeface="Arial"/>
              <a:ea typeface="Arial"/>
              <a:cs typeface="Arial"/>
            </a:endParaRPr>
          </a:p>
        </p:txBody>
      </p:sp>
      <p:sp>
        <p:nvSpPr>
          <p:cNvPr id="308" name="textbox 308"/>
          <p:cNvSpPr/>
          <p:nvPr/>
        </p:nvSpPr>
        <p:spPr>
          <a:xfrm>
            <a:off x="5659565" y="4903369"/>
            <a:ext cx="1297939" cy="646430"/>
          </a:xfrm>
          <a:prstGeom prst="rect">
            <a:avLst/>
          </a:prstGeom>
          <a:noFill/>
          <a:ln w="0" cap="flat">
            <a:noFill/>
            <a:prstDash val="solid"/>
            <a:miter lim="0"/>
          </a:ln>
        </p:spPr>
        <p:txBody>
          <a:bodyPr vert="horz" wrap="square" lIns="0" tIns="0" rIns="0" bIns="0"/>
          <a:lstStyle/>
          <a:p>
            <a:pPr algn="l" rtl="0" eaLnBrk="0">
              <a:lnSpc>
                <a:spcPct val="79042"/>
              </a:lnSpc>
              <a:tabLst/>
            </a:pPr>
            <a:endParaRPr sz="100">
              <a:latin typeface="Arial"/>
              <a:ea typeface="Arial"/>
              <a:cs typeface="Arial"/>
            </a:endParaRPr>
          </a:p>
          <a:p>
            <a:pPr marL="354329" eaLnBrk="0">
              <a:lnSpc>
                <a:spcPct val="80000"/>
              </a:lnSpc>
            </a:pPr>
            <a:r>
              <a:rPr sz="1500" kern="0" spc="-20">
                <a:solidFill>
                  <a:srgbClr val="000000">
                    <a:alpha val="100000"/>
                  </a:srgbClr>
                </a:solidFill>
                <a:latin typeface="Arial"/>
                <a:ea typeface="Arial"/>
                <a:cs typeface="Arial"/>
              </a:rPr>
              <a:t>Further</a:t>
            </a:r>
            <a:endParaRPr sz="1500">
              <a:latin typeface="Arial"/>
              <a:ea typeface="Arial"/>
              <a:cs typeface="Arial"/>
            </a:endParaRPr>
          </a:p>
          <a:p>
            <a:pPr marL="12700" eaLnBrk="0">
              <a:lnSpc>
                <a:spcPct val="81000"/>
              </a:lnSpc>
              <a:spcBef>
                <a:spcPts val="121"/>
              </a:spcBef>
            </a:pPr>
            <a:r>
              <a:rPr sz="1500" kern="0" spc="-10">
                <a:solidFill>
                  <a:srgbClr val="000000">
                    <a:alpha val="100000"/>
                  </a:srgbClr>
                </a:solidFill>
                <a:latin typeface="Arial"/>
                <a:ea typeface="Arial"/>
                <a:cs typeface="Arial"/>
              </a:rPr>
              <a:t>centralising the</a:t>
            </a:r>
            <a:endParaRPr sz="1500">
              <a:latin typeface="Arial"/>
              <a:ea typeface="Arial"/>
              <a:cs typeface="Arial"/>
            </a:endParaRPr>
          </a:p>
          <a:p>
            <a:pPr marL="138429" eaLnBrk="0">
              <a:lnSpc>
                <a:spcPct val="97000"/>
              </a:lnSpc>
              <a:spcBef>
                <a:spcPts val="128"/>
              </a:spcBef>
            </a:pPr>
            <a:r>
              <a:rPr sz="1500" kern="0" spc="-20">
                <a:solidFill>
                  <a:srgbClr val="000000">
                    <a:alpha val="100000"/>
                  </a:srgbClr>
                </a:solidFill>
                <a:latin typeface="Arial"/>
                <a:ea typeface="Arial"/>
                <a:cs typeface="Arial"/>
              </a:rPr>
              <a:t>service</a:t>
            </a:r>
            <a:r>
              <a:rPr sz="1500" kern="0" spc="170">
                <a:solidFill>
                  <a:srgbClr val="000000">
                    <a:alpha val="100000"/>
                  </a:srgbClr>
                </a:solidFill>
                <a:latin typeface="Arial"/>
                <a:ea typeface="Arial"/>
                <a:cs typeface="Arial"/>
              </a:rPr>
              <a:t> </a:t>
            </a:r>
            <a:r>
              <a:rPr sz="1500" kern="0" spc="-20">
                <a:solidFill>
                  <a:srgbClr val="000000">
                    <a:alpha val="100000"/>
                  </a:srgbClr>
                </a:solidFill>
                <a:latin typeface="Arial"/>
                <a:ea typeface="Arial"/>
                <a:cs typeface="Arial"/>
              </a:rPr>
              <a:t>user</a:t>
            </a:r>
            <a:endParaRPr sz="1500">
              <a:latin typeface="Arial"/>
              <a:ea typeface="Arial"/>
              <a:cs typeface="Arial"/>
            </a:endParaRPr>
          </a:p>
        </p:txBody>
      </p:sp>
      <p:sp>
        <p:nvSpPr>
          <p:cNvPr id="310" name="textbox 310"/>
          <p:cNvSpPr/>
          <p:nvPr/>
        </p:nvSpPr>
        <p:spPr>
          <a:xfrm>
            <a:off x="7824095" y="4901080"/>
            <a:ext cx="1092835" cy="610869"/>
          </a:xfrm>
          <a:prstGeom prst="rect">
            <a:avLst/>
          </a:prstGeom>
          <a:noFill/>
          <a:ln w="0" cap="flat">
            <a:noFill/>
            <a:prstDash val="solid"/>
            <a:miter lim="0"/>
          </a:ln>
        </p:spPr>
        <p:txBody>
          <a:bodyPr vert="horz" wrap="square" lIns="0" tIns="0" rIns="0" bIns="0"/>
          <a:lstStyle/>
          <a:p>
            <a:pPr algn="l" rtl="0" eaLnBrk="0">
              <a:lnSpc>
                <a:spcPct val="79820"/>
              </a:lnSpc>
              <a:tabLst/>
            </a:pPr>
            <a:endParaRPr sz="100">
              <a:latin typeface="Arial"/>
              <a:ea typeface="Arial"/>
              <a:cs typeface="Arial"/>
            </a:endParaRPr>
          </a:p>
          <a:p>
            <a:pPr marL="60960" eaLnBrk="0">
              <a:lnSpc>
                <a:spcPct val="81000"/>
              </a:lnSpc>
            </a:pPr>
            <a:r>
              <a:rPr sz="1500" kern="0" spc="-10">
                <a:solidFill>
                  <a:srgbClr val="000000">
                    <a:alpha val="100000"/>
                  </a:srgbClr>
                </a:solidFill>
                <a:latin typeface="Arial"/>
                <a:ea typeface="Arial"/>
                <a:cs typeface="Arial"/>
              </a:rPr>
              <a:t>Digital ski</a:t>
            </a:r>
            <a:r>
              <a:rPr sz="1500" kern="0" spc="-20">
                <a:solidFill>
                  <a:srgbClr val="000000">
                    <a:alpha val="100000"/>
                  </a:srgbClr>
                </a:solidFill>
                <a:latin typeface="Arial"/>
                <a:ea typeface="Arial"/>
                <a:cs typeface="Arial"/>
              </a:rPr>
              <a:t>lls</a:t>
            </a:r>
            <a:endParaRPr sz="1500">
              <a:latin typeface="Arial"/>
              <a:ea typeface="Arial"/>
              <a:cs typeface="Arial"/>
            </a:endParaRPr>
          </a:p>
          <a:p>
            <a:pPr marL="190500" eaLnBrk="0">
              <a:lnSpc>
                <a:spcPct val="87000"/>
              </a:lnSpc>
              <a:spcBef>
                <a:spcPts val="134"/>
              </a:spcBef>
            </a:pPr>
            <a:r>
              <a:rPr sz="1500" kern="0" spc="-40">
                <a:solidFill>
                  <a:srgbClr val="000000">
                    <a:alpha val="100000"/>
                  </a:srgbClr>
                </a:solidFill>
                <a:latin typeface="Arial"/>
                <a:ea typeface="Arial"/>
                <a:cs typeface="Arial"/>
              </a:rPr>
              <a:t>and</a:t>
            </a:r>
            <a:r>
              <a:rPr sz="1500" kern="0" spc="160">
                <a:solidFill>
                  <a:srgbClr val="000000">
                    <a:alpha val="100000"/>
                  </a:srgbClr>
                </a:solidFill>
                <a:latin typeface="Arial"/>
                <a:ea typeface="Arial"/>
                <a:cs typeface="Arial"/>
              </a:rPr>
              <a:t> </a:t>
            </a:r>
            <a:r>
              <a:rPr sz="1500" kern="0" spc="-40">
                <a:solidFill>
                  <a:srgbClr val="000000">
                    <a:alpha val="100000"/>
                  </a:srgbClr>
                </a:solidFill>
                <a:latin typeface="Arial"/>
                <a:ea typeface="Arial"/>
                <a:cs typeface="Arial"/>
              </a:rPr>
              <a:t>new</a:t>
            </a:r>
            <a:endParaRPr sz="1500">
              <a:latin typeface="Arial"/>
              <a:ea typeface="Arial"/>
              <a:cs typeface="Arial"/>
            </a:endParaRPr>
          </a:p>
          <a:p>
            <a:pPr marL="12700" eaLnBrk="0">
              <a:lnSpc>
                <a:spcPct val="80000"/>
              </a:lnSpc>
              <a:spcBef>
                <a:spcPts val="14"/>
              </a:spcBef>
            </a:pPr>
            <a:r>
              <a:rPr sz="1500" kern="0" spc="-10">
                <a:solidFill>
                  <a:srgbClr val="000000">
                    <a:alpha val="100000"/>
                  </a:srgbClr>
                </a:solidFill>
                <a:latin typeface="Arial"/>
                <a:ea typeface="Arial"/>
                <a:cs typeface="Arial"/>
              </a:rPr>
              <a:t>technologies</a:t>
            </a:r>
            <a:endParaRPr sz="1500">
              <a:latin typeface="Arial"/>
              <a:ea typeface="Arial"/>
              <a:cs typeface="Arial"/>
            </a:endParaRPr>
          </a:p>
        </p:txBody>
      </p:sp>
      <p:sp>
        <p:nvSpPr>
          <p:cNvPr id="312" name="textbox 312"/>
          <p:cNvSpPr/>
          <p:nvPr/>
        </p:nvSpPr>
        <p:spPr>
          <a:xfrm>
            <a:off x="4733671" y="3418991"/>
            <a:ext cx="1086485" cy="648969"/>
          </a:xfrm>
          <a:prstGeom prst="rect">
            <a:avLst/>
          </a:prstGeom>
          <a:noFill/>
          <a:ln w="0" cap="flat">
            <a:noFill/>
            <a:prstDash val="solid"/>
            <a:miter lim="0"/>
          </a:ln>
        </p:spPr>
        <p:txBody>
          <a:bodyPr vert="horz" wrap="square" lIns="0" tIns="0" rIns="0" bIns="0"/>
          <a:lstStyle/>
          <a:p>
            <a:pPr algn="l" rtl="0" eaLnBrk="0">
              <a:lnSpc>
                <a:spcPct val="79820"/>
              </a:lnSpc>
              <a:tabLst/>
            </a:pPr>
            <a:endParaRPr sz="100">
              <a:latin typeface="Arial"/>
              <a:ea typeface="Arial"/>
              <a:cs typeface="Arial"/>
            </a:endParaRPr>
          </a:p>
          <a:p>
            <a:pPr marL="197485" eaLnBrk="0">
              <a:lnSpc>
                <a:spcPct val="81000"/>
              </a:lnSpc>
            </a:pPr>
            <a:r>
              <a:rPr sz="1500" kern="0" spc="-20">
                <a:solidFill>
                  <a:srgbClr val="000000">
                    <a:alpha val="100000"/>
                  </a:srgbClr>
                </a:solidFill>
                <a:latin typeface="Arial"/>
                <a:ea typeface="Arial"/>
                <a:cs typeface="Arial"/>
              </a:rPr>
              <a:t>Equality,</a:t>
            </a:r>
            <a:endParaRPr sz="1500">
              <a:latin typeface="Arial"/>
              <a:ea typeface="Arial"/>
              <a:cs typeface="Arial"/>
            </a:endParaRPr>
          </a:p>
          <a:p>
            <a:pPr marL="12700" eaLnBrk="0">
              <a:lnSpc>
                <a:spcPct val="81000"/>
              </a:lnSpc>
              <a:spcBef>
                <a:spcPts val="119"/>
              </a:spcBef>
            </a:pPr>
            <a:r>
              <a:rPr sz="1500" kern="0" spc="-20">
                <a:solidFill>
                  <a:srgbClr val="000000">
                    <a:alpha val="100000"/>
                  </a:srgbClr>
                </a:solidFill>
                <a:latin typeface="Arial"/>
                <a:ea typeface="Arial"/>
                <a:cs typeface="Arial"/>
              </a:rPr>
              <a:t>diversity</a:t>
            </a:r>
            <a:r>
              <a:rPr sz="1500" kern="0" spc="140">
                <a:solidFill>
                  <a:srgbClr val="000000">
                    <a:alpha val="100000"/>
                  </a:srgbClr>
                </a:solidFill>
                <a:latin typeface="Arial"/>
                <a:ea typeface="Arial"/>
                <a:cs typeface="Arial"/>
              </a:rPr>
              <a:t> </a:t>
            </a:r>
            <a:r>
              <a:rPr sz="1500" kern="0" spc="-20">
                <a:solidFill>
                  <a:srgbClr val="000000">
                    <a:alpha val="100000"/>
                  </a:srgbClr>
                </a:solidFill>
                <a:latin typeface="Arial"/>
                <a:ea typeface="Arial"/>
                <a:cs typeface="Arial"/>
              </a:rPr>
              <a:t>and</a:t>
            </a:r>
            <a:endParaRPr sz="1500">
              <a:latin typeface="Arial"/>
              <a:ea typeface="Arial"/>
              <a:cs typeface="Arial"/>
            </a:endParaRPr>
          </a:p>
          <a:p>
            <a:pPr marL="182879" eaLnBrk="0">
              <a:lnSpc>
                <a:spcPct val="97000"/>
              </a:lnSpc>
              <a:spcBef>
                <a:spcPts val="130"/>
              </a:spcBef>
            </a:pPr>
            <a:r>
              <a:rPr sz="1500" kern="0" spc="-20">
                <a:solidFill>
                  <a:srgbClr val="000000">
                    <a:alpha val="100000"/>
                  </a:srgbClr>
                </a:solidFill>
                <a:latin typeface="Arial"/>
                <a:ea typeface="Arial"/>
                <a:cs typeface="Arial"/>
              </a:rPr>
              <a:t>inclusion</a:t>
            </a:r>
            <a:endParaRPr sz="1500">
              <a:latin typeface="Arial"/>
              <a:ea typeface="Arial"/>
              <a:cs typeface="Arial"/>
            </a:endParaRPr>
          </a:p>
        </p:txBody>
      </p:sp>
      <p:sp>
        <p:nvSpPr>
          <p:cNvPr id="314" name="textbox 314"/>
          <p:cNvSpPr/>
          <p:nvPr/>
        </p:nvSpPr>
        <p:spPr>
          <a:xfrm>
            <a:off x="6765545" y="3517796"/>
            <a:ext cx="1156335" cy="448309"/>
          </a:xfrm>
          <a:prstGeom prst="rect">
            <a:avLst/>
          </a:prstGeom>
          <a:noFill/>
          <a:ln w="0" cap="flat">
            <a:noFill/>
            <a:prstDash val="solid"/>
            <a:miter lim="0"/>
          </a:ln>
        </p:spPr>
        <p:txBody>
          <a:bodyPr vert="horz" wrap="square" lIns="0" tIns="0" rIns="0" bIns="0"/>
          <a:lstStyle/>
          <a:p>
            <a:pPr algn="l" rtl="0" eaLnBrk="0">
              <a:lnSpc>
                <a:spcPct val="97111"/>
              </a:lnSpc>
              <a:tabLst/>
            </a:pPr>
            <a:endParaRPr sz="100">
              <a:latin typeface="Arial"/>
              <a:ea typeface="Arial"/>
              <a:cs typeface="Arial"/>
            </a:endParaRPr>
          </a:p>
          <a:p>
            <a:pPr marL="12700" indent="74294" eaLnBrk="0">
              <a:lnSpc>
                <a:spcPct val="92000"/>
              </a:lnSpc>
            </a:pPr>
            <a:r>
              <a:rPr sz="1500" kern="0">
                <a:solidFill>
                  <a:srgbClr val="000000">
                    <a:alpha val="100000"/>
                  </a:srgbClr>
                </a:solidFill>
                <a:latin typeface="Arial"/>
                <a:ea typeface="Arial"/>
                <a:cs typeface="Arial"/>
              </a:rPr>
              <a:t>Registrants’</a:t>
            </a:r>
            <a:r>
              <a:rPr sz="1500" kern="0" spc="-10">
                <a:solidFill>
                  <a:srgbClr val="000000">
                    <a:alpha val="100000"/>
                  </a:srgbClr>
                </a:solidFill>
                <a:latin typeface="Arial"/>
                <a:ea typeface="Arial"/>
                <a:cs typeface="Arial"/>
              </a:rPr>
              <a:t>  </a:t>
            </a:r>
            <a:r>
              <a:rPr sz="1500" kern="0" spc="-20">
                <a:solidFill>
                  <a:srgbClr val="000000">
                    <a:alpha val="100000"/>
                  </a:srgbClr>
                </a:solidFill>
                <a:latin typeface="Arial"/>
                <a:ea typeface="Arial"/>
                <a:cs typeface="Arial"/>
              </a:rPr>
              <a:t>mental</a:t>
            </a:r>
            <a:r>
              <a:rPr sz="1500" kern="0" spc="90">
                <a:solidFill>
                  <a:srgbClr val="000000">
                    <a:alpha val="100000"/>
                  </a:srgbClr>
                </a:solidFill>
                <a:latin typeface="Arial"/>
                <a:ea typeface="Arial"/>
                <a:cs typeface="Arial"/>
              </a:rPr>
              <a:t> </a:t>
            </a:r>
            <a:r>
              <a:rPr sz="1500" kern="0" spc="-20">
                <a:solidFill>
                  <a:srgbClr val="000000">
                    <a:alpha val="100000"/>
                  </a:srgbClr>
                </a:solidFill>
                <a:latin typeface="Arial"/>
                <a:ea typeface="Arial"/>
                <a:cs typeface="Arial"/>
              </a:rPr>
              <a:t>health</a:t>
            </a:r>
            <a:endParaRPr sz="1500">
              <a:latin typeface="Arial"/>
              <a:ea typeface="Arial"/>
              <a:cs typeface="Arial"/>
            </a:endParaRPr>
          </a:p>
        </p:txBody>
      </p:sp>
      <p:sp>
        <p:nvSpPr>
          <p:cNvPr id="316" name="textbox 316"/>
          <p:cNvSpPr/>
          <p:nvPr/>
        </p:nvSpPr>
        <p:spPr>
          <a:xfrm>
            <a:off x="8929940" y="3616705"/>
            <a:ext cx="958214" cy="212090"/>
          </a:xfrm>
          <a:prstGeom prst="rect">
            <a:avLst/>
          </a:prstGeom>
          <a:noFill/>
          <a:ln w="0" cap="flat">
            <a:noFill/>
            <a:prstDash val="solid"/>
            <a:miter lim="0"/>
          </a:ln>
        </p:spPr>
        <p:txBody>
          <a:bodyPr vert="horz" wrap="square" lIns="0" tIns="0" rIns="0" bIns="0"/>
          <a:lstStyle/>
          <a:p>
            <a:pPr algn="l" rtl="0" eaLnBrk="0">
              <a:lnSpc>
                <a:spcPct val="77515"/>
              </a:lnSpc>
              <a:tabLst/>
            </a:pPr>
            <a:endParaRPr sz="100">
              <a:latin typeface="Arial"/>
              <a:ea typeface="Arial"/>
              <a:cs typeface="Arial"/>
            </a:endParaRPr>
          </a:p>
          <a:p>
            <a:pPr marL="12700" eaLnBrk="0">
              <a:lnSpc>
                <a:spcPct val="82000"/>
              </a:lnSpc>
            </a:pPr>
            <a:r>
              <a:rPr sz="1500" kern="0" spc="-20">
                <a:solidFill>
                  <a:srgbClr val="000000">
                    <a:alpha val="100000"/>
                  </a:srgbClr>
                </a:solidFill>
                <a:latin typeface="Arial"/>
                <a:ea typeface="Arial"/>
                <a:cs typeface="Arial"/>
              </a:rPr>
              <a:t>Leadership</a:t>
            </a:r>
            <a:endParaRPr sz="1500">
              <a:latin typeface="Arial"/>
              <a:ea typeface="Arial"/>
              <a:cs typeface="Arial"/>
            </a:endParaRPr>
          </a:p>
        </p:txBody>
      </p:sp>
    </p:spTree>
    <p:extLst>
      <p:ext uri="{BB962C8B-B14F-4D97-AF65-F5344CB8AC3E}">
        <p14:creationId xmlns:p14="http://schemas.microsoft.com/office/powerpoint/2010/main" val="125685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 name="picture 410"/>
          <p:cNvPicPr>
            <a:picLocks noChangeAspect="1"/>
          </p:cNvPicPr>
          <p:nvPr/>
        </p:nvPicPr>
        <p:blipFill>
          <a:blip r:embed="rId2"/>
          <a:stretch>
            <a:fillRect/>
          </a:stretch>
        </p:blipFill>
        <p:spPr>
          <a:xfrm rot="21600000">
            <a:off x="1524000" y="0"/>
            <a:ext cx="9144000" cy="6857998"/>
          </a:xfrm>
          <a:prstGeom prst="rect">
            <a:avLst/>
          </a:prstGeom>
        </p:spPr>
      </p:pic>
      <p:grpSp>
        <p:nvGrpSpPr>
          <p:cNvPr id="26" name="group 26"/>
          <p:cNvGrpSpPr/>
          <p:nvPr/>
        </p:nvGrpSpPr>
        <p:grpSpPr>
          <a:xfrm rot="21600000">
            <a:off x="2382838" y="3297302"/>
            <a:ext cx="3740213" cy="3022825"/>
            <a:chOff x="0" y="0"/>
            <a:chExt cx="3740213" cy="3022825"/>
          </a:xfrm>
        </p:grpSpPr>
        <p:pic>
          <p:nvPicPr>
            <p:cNvPr id="412" name="picture 412"/>
            <p:cNvPicPr>
              <a:picLocks noChangeAspect="1"/>
            </p:cNvPicPr>
            <p:nvPr/>
          </p:nvPicPr>
          <p:blipFill>
            <a:blip r:embed="rId3"/>
            <a:stretch>
              <a:fillRect/>
            </a:stretch>
          </p:blipFill>
          <p:spPr>
            <a:xfrm rot="21600000">
              <a:off x="12700" y="12700"/>
              <a:ext cx="3714813" cy="2228850"/>
            </a:xfrm>
            <a:prstGeom prst="rect">
              <a:avLst/>
            </a:prstGeom>
          </p:spPr>
        </p:pic>
        <p:sp>
          <p:nvSpPr>
            <p:cNvPr id="414" name="textbox 414"/>
            <p:cNvSpPr/>
            <p:nvPr/>
          </p:nvSpPr>
          <p:spPr>
            <a:xfrm>
              <a:off x="433317" y="459077"/>
              <a:ext cx="3234689" cy="2581910"/>
            </a:xfrm>
            <a:prstGeom prst="rect">
              <a:avLst/>
            </a:prstGeom>
            <a:noFill/>
            <a:ln w="0" cap="flat">
              <a:noFill/>
              <a:prstDash val="solid"/>
              <a:miter lim="0"/>
            </a:ln>
          </p:spPr>
          <p:txBody>
            <a:bodyPr vert="horz" wrap="square" lIns="0" tIns="0" rIns="0" bIns="0"/>
            <a:lstStyle/>
            <a:p>
              <a:pPr algn="l" rtl="0" eaLnBrk="0">
                <a:lnSpc>
                  <a:spcPct val="48830"/>
                </a:lnSpc>
                <a:tabLst/>
              </a:pPr>
              <a:endParaRPr sz="100">
                <a:latin typeface="Arial"/>
                <a:ea typeface="Arial"/>
                <a:cs typeface="Arial"/>
              </a:endParaRPr>
            </a:p>
            <a:p>
              <a:pPr marL="12700" indent="13334" eaLnBrk="0">
                <a:lnSpc>
                  <a:spcPct val="85000"/>
                </a:lnSpc>
              </a:pPr>
              <a:r>
                <a:rPr kern="0">
                  <a:solidFill>
                    <a:srgbClr val="000000">
                      <a:alpha val="100000"/>
                    </a:srgbClr>
                  </a:solidFill>
                  <a:latin typeface="Arial"/>
                  <a:ea typeface="Arial"/>
                  <a:cs typeface="Arial"/>
                </a:rPr>
                <a:t>Emphasise</a:t>
              </a:r>
              <a:r>
                <a:rPr kern="0" spc="-10">
                  <a:solidFill>
                    <a:srgbClr val="000000">
                      <a:alpha val="100000"/>
                    </a:srgbClr>
                  </a:solidFill>
                  <a:latin typeface="Arial"/>
                  <a:ea typeface="Arial"/>
                  <a:cs typeface="Arial"/>
                </a:rPr>
                <a:t>d the importance       </a:t>
              </a:r>
              <a:r>
                <a:rPr kern="0">
                  <a:solidFill>
                    <a:srgbClr val="000000">
                      <a:alpha val="100000"/>
                    </a:srgbClr>
                  </a:solidFill>
                  <a:latin typeface="Arial"/>
                  <a:ea typeface="Arial"/>
                  <a:cs typeface="Arial"/>
                </a:rPr>
                <a:t>that</a:t>
              </a:r>
              <a:r>
                <a:rPr kern="0" spc="160">
                  <a:solidFill>
                    <a:srgbClr val="000000">
                      <a:alpha val="100000"/>
                    </a:srgbClr>
                  </a:solidFill>
                  <a:latin typeface="Arial"/>
                  <a:ea typeface="Arial"/>
                  <a:cs typeface="Arial"/>
                </a:rPr>
                <a:t> </a:t>
              </a:r>
              <a:r>
                <a:rPr kern="0">
                  <a:solidFill>
                    <a:srgbClr val="000000">
                      <a:alpha val="100000"/>
                    </a:srgbClr>
                  </a:solidFill>
                  <a:latin typeface="Arial"/>
                  <a:ea typeface="Arial"/>
                  <a:cs typeface="Arial"/>
                </a:rPr>
                <a:t>regis</a:t>
              </a:r>
              <a:r>
                <a:rPr kern="0" spc="-10">
                  <a:solidFill>
                    <a:srgbClr val="000000">
                      <a:alpha val="100000"/>
                    </a:srgbClr>
                  </a:solidFill>
                  <a:latin typeface="Arial"/>
                  <a:ea typeface="Arial"/>
                  <a:cs typeface="Arial"/>
                </a:rPr>
                <a:t>trants look after their</a:t>
              </a:r>
              <a:r>
                <a:rPr kern="0">
                  <a:solidFill>
                    <a:srgbClr val="000000">
                      <a:alpha val="100000"/>
                    </a:srgbClr>
                  </a:solidFill>
                  <a:latin typeface="Arial"/>
                  <a:ea typeface="Arial"/>
                  <a:cs typeface="Arial"/>
                </a:rPr>
                <a:t>    </a:t>
              </a:r>
              <a:r>
                <a:rPr kern="0" spc="-10">
                  <a:solidFill>
                    <a:srgbClr val="000000">
                      <a:alpha val="100000"/>
                    </a:srgbClr>
                  </a:solidFill>
                  <a:latin typeface="Arial"/>
                  <a:ea typeface="Arial"/>
                  <a:cs typeface="Arial"/>
                </a:rPr>
                <a:t>own mental</a:t>
              </a:r>
              <a:r>
                <a:rPr kern="0" spc="180">
                  <a:solidFill>
                    <a:srgbClr val="000000">
                      <a:alpha val="100000"/>
                    </a:srgbClr>
                  </a:solidFill>
                  <a:latin typeface="Arial"/>
                  <a:ea typeface="Arial"/>
                  <a:cs typeface="Arial"/>
                </a:rPr>
                <a:t> </a:t>
              </a:r>
              <a:r>
                <a:rPr kern="0" spc="-10">
                  <a:solidFill>
                    <a:srgbClr val="000000">
                      <a:alpha val="100000"/>
                    </a:srgbClr>
                  </a:solidFill>
                  <a:latin typeface="Arial"/>
                  <a:ea typeface="Arial"/>
                  <a:cs typeface="Arial"/>
                </a:rPr>
                <a:t>health, and</a:t>
              </a:r>
              <a:r>
                <a:rPr kern="0" spc="50">
                  <a:solidFill>
                    <a:srgbClr val="000000">
                      <a:alpha val="100000"/>
                    </a:srgbClr>
                  </a:solidFill>
                  <a:latin typeface="Arial"/>
                  <a:ea typeface="Arial"/>
                  <a:cs typeface="Arial"/>
                </a:rPr>
                <a:t> </a:t>
              </a:r>
              <a:r>
                <a:rPr kern="0" spc="-10">
                  <a:solidFill>
                    <a:srgbClr val="000000">
                      <a:alpha val="100000"/>
                    </a:srgbClr>
                  </a:solidFill>
                  <a:latin typeface="Arial"/>
                  <a:ea typeface="Arial"/>
                  <a:cs typeface="Arial"/>
                </a:rPr>
                <a:t>seek</a:t>
              </a:r>
              <a:r>
                <a:rPr kern="0">
                  <a:solidFill>
                    <a:srgbClr val="000000">
                      <a:alpha val="100000"/>
                    </a:srgbClr>
                  </a:solidFill>
                  <a:latin typeface="Arial"/>
                  <a:ea typeface="Arial"/>
                  <a:cs typeface="Arial"/>
                </a:rPr>
                <a:t>      help where nec</a:t>
              </a:r>
              <a:r>
                <a:rPr kern="0" spc="-10">
                  <a:solidFill>
                    <a:srgbClr val="000000">
                      <a:alpha val="100000"/>
                    </a:srgbClr>
                  </a:solidFill>
                  <a:latin typeface="Arial"/>
                  <a:ea typeface="Arial"/>
                  <a:cs typeface="Arial"/>
                </a:rPr>
                <a:t>essary</a:t>
              </a:r>
              <a:endParaRPr>
                <a:latin typeface="Arial"/>
                <a:ea typeface="Arial"/>
                <a:cs typeface="Arial"/>
              </a:endParaRPr>
            </a:p>
            <a:p>
              <a:pPr marL="17779" eaLnBrk="0">
                <a:lnSpc>
                  <a:spcPct val="83000"/>
                </a:lnSpc>
                <a:spcBef>
                  <a:spcPts val="784"/>
                </a:spcBef>
              </a:pPr>
              <a:r>
                <a:rPr sz="1400" kern="0">
                  <a:solidFill>
                    <a:srgbClr val="000000">
                      <a:alpha val="100000"/>
                    </a:srgbClr>
                  </a:solidFill>
                  <a:latin typeface="Arial"/>
                  <a:ea typeface="Arial"/>
                  <a:cs typeface="Arial"/>
                </a:rPr>
                <a:t>• Our previous </a:t>
              </a:r>
              <a:r>
                <a:rPr sz="1400" kern="0" spc="-10">
                  <a:solidFill>
                    <a:srgbClr val="000000">
                      <a:alpha val="100000"/>
                    </a:srgbClr>
                  </a:solidFill>
                  <a:latin typeface="Arial"/>
                  <a:ea typeface="Arial"/>
                  <a:cs typeface="Arial"/>
                </a:rPr>
                <a:t>standards were</a:t>
              </a:r>
              <a:r>
                <a:rPr sz="1400" kern="0" spc="10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less</a:t>
              </a:r>
              <a:endParaRPr sz="1400">
                <a:latin typeface="Arial"/>
                <a:ea typeface="Arial"/>
                <a:cs typeface="Arial"/>
              </a:endParaRPr>
            </a:p>
            <a:p>
              <a:pPr marL="128904" eaLnBrk="0">
                <a:lnSpc>
                  <a:spcPct val="82000"/>
                </a:lnSpc>
                <a:spcBef>
                  <a:spcPts val="108"/>
                </a:spcBef>
              </a:pPr>
              <a:r>
                <a:rPr sz="1400" kern="0" spc="-10">
                  <a:solidFill>
                    <a:srgbClr val="000000">
                      <a:alpha val="100000"/>
                    </a:srgbClr>
                  </a:solidFill>
                  <a:latin typeface="Arial"/>
                  <a:ea typeface="Arial"/>
                  <a:cs typeface="Arial"/>
                </a:rPr>
                <a:t>about the</a:t>
              </a:r>
              <a:r>
                <a:rPr sz="1400" kern="0" spc="15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registrant and their</a:t>
              </a:r>
              <a:r>
                <a:rPr sz="1400" kern="0" spc="11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health,</a:t>
              </a:r>
              <a:endParaRPr sz="1400">
                <a:latin typeface="Arial"/>
                <a:ea typeface="Arial"/>
                <a:cs typeface="Arial"/>
              </a:endParaRPr>
            </a:p>
            <a:p>
              <a:pPr algn="r" eaLnBrk="0">
                <a:lnSpc>
                  <a:spcPct val="83000"/>
                </a:lnSpc>
                <a:spcBef>
                  <a:spcPts val="50"/>
                </a:spcBef>
              </a:pPr>
              <a:r>
                <a:rPr sz="1400" kern="0">
                  <a:solidFill>
                    <a:srgbClr val="000000">
                      <a:alpha val="100000"/>
                    </a:srgbClr>
                  </a:solidFill>
                  <a:latin typeface="Arial"/>
                  <a:ea typeface="Arial"/>
                  <a:cs typeface="Arial"/>
                </a:rPr>
                <a:t>and more focused on fi</a:t>
              </a:r>
              <a:r>
                <a:rPr sz="1400" kern="0" spc="-10">
                  <a:solidFill>
                    <a:srgbClr val="000000">
                      <a:alpha val="100000"/>
                    </a:srgbClr>
                  </a:solidFill>
                  <a:latin typeface="Arial"/>
                  <a:ea typeface="Arial"/>
                  <a:cs typeface="Arial"/>
                </a:rPr>
                <a:t>tness</a:t>
              </a:r>
              <a:r>
                <a:rPr sz="1400" kern="0" spc="4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to practise</a:t>
              </a:r>
              <a:endParaRPr sz="1400">
                <a:latin typeface="Arial"/>
                <a:ea typeface="Arial"/>
                <a:cs typeface="Arial"/>
              </a:endParaRPr>
            </a:p>
            <a:p>
              <a:pPr marL="133350" indent="-115570" eaLnBrk="0">
                <a:lnSpc>
                  <a:spcPct val="83000"/>
                </a:lnSpc>
                <a:spcBef>
                  <a:spcPts val="348"/>
                </a:spcBef>
              </a:pPr>
              <a:r>
                <a:rPr sz="1400" kern="0">
                  <a:solidFill>
                    <a:srgbClr val="000000">
                      <a:alpha val="100000"/>
                    </a:srgbClr>
                  </a:solidFill>
                  <a:latin typeface="Arial"/>
                  <a:ea typeface="Arial"/>
                  <a:cs typeface="Arial"/>
                </a:rPr>
                <a:t>• Wording</a:t>
              </a:r>
              <a:r>
                <a:rPr sz="1400" kern="0" spc="-10">
                  <a:solidFill>
                    <a:srgbClr val="000000">
                      <a:alpha val="100000"/>
                    </a:srgbClr>
                  </a:solidFill>
                  <a:latin typeface="Arial"/>
                  <a:ea typeface="Arial"/>
                  <a:cs typeface="Arial"/>
                </a:rPr>
                <a:t> reflects our</a:t>
              </a:r>
              <a:r>
                <a:rPr sz="1400" kern="0" spc="10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position as a</a:t>
              </a:r>
              <a:r>
                <a:rPr sz="1400" kern="0">
                  <a:solidFill>
                    <a:srgbClr val="000000">
                      <a:alpha val="100000"/>
                    </a:srgbClr>
                  </a:solidFill>
                  <a:latin typeface="Arial"/>
                  <a:ea typeface="Arial"/>
                  <a:cs typeface="Arial"/>
                </a:rPr>
                <a:t>           ‘compassi</a:t>
              </a:r>
              <a:r>
                <a:rPr sz="1400" kern="0" spc="-10">
                  <a:solidFill>
                    <a:srgbClr val="000000">
                      <a:alpha val="100000"/>
                    </a:srgbClr>
                  </a:solidFill>
                  <a:latin typeface="Arial"/>
                  <a:ea typeface="Arial"/>
                  <a:cs typeface="Arial"/>
                </a:rPr>
                <a:t>onate</a:t>
              </a:r>
              <a:r>
                <a:rPr sz="1400" kern="0" spc="10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regulator’ and the</a:t>
              </a:r>
              <a:endParaRPr sz="1400">
                <a:latin typeface="Arial"/>
                <a:ea typeface="Arial"/>
                <a:cs typeface="Arial"/>
              </a:endParaRPr>
            </a:p>
            <a:p>
              <a:pPr marL="129539" eaLnBrk="0">
                <a:lnSpc>
                  <a:spcPct val="82000"/>
                </a:lnSpc>
                <a:spcBef>
                  <a:spcPts val="50"/>
                </a:spcBef>
              </a:pPr>
              <a:r>
                <a:rPr sz="1400" kern="0">
                  <a:solidFill>
                    <a:srgbClr val="000000">
                      <a:alpha val="100000"/>
                    </a:srgbClr>
                  </a:solidFill>
                  <a:latin typeface="Arial"/>
                  <a:ea typeface="Arial"/>
                  <a:cs typeface="Arial"/>
                </a:rPr>
                <a:t>centrality of registr</a:t>
              </a:r>
              <a:r>
                <a:rPr sz="1400" kern="0" spc="-10">
                  <a:solidFill>
                    <a:srgbClr val="000000">
                      <a:alpha val="100000"/>
                    </a:srgbClr>
                  </a:solidFill>
                  <a:latin typeface="Arial"/>
                  <a:ea typeface="Arial"/>
                  <a:cs typeface="Arial"/>
                </a:rPr>
                <a:t>ant</a:t>
              </a:r>
              <a:r>
                <a:rPr sz="1400" kern="0" spc="4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wellness</a:t>
              </a:r>
              <a:endParaRPr sz="1400">
                <a:latin typeface="Arial"/>
                <a:ea typeface="Arial"/>
                <a:cs typeface="Arial"/>
              </a:endParaRPr>
            </a:p>
            <a:p>
              <a:pPr marL="133985" indent="-116204" eaLnBrk="0">
                <a:lnSpc>
                  <a:spcPct val="84000"/>
                </a:lnSpc>
                <a:spcBef>
                  <a:spcPts val="333"/>
                </a:spcBef>
              </a:pPr>
              <a:r>
                <a:rPr sz="1400" kern="0" spc="-10">
                  <a:solidFill>
                    <a:srgbClr val="000000">
                      <a:alpha val="100000"/>
                    </a:srgbClr>
                  </a:solidFill>
                  <a:latin typeface="Arial"/>
                  <a:ea typeface="Arial"/>
                  <a:cs typeface="Arial"/>
                </a:rPr>
                <a:t>• Still links</a:t>
              </a:r>
              <a:r>
                <a:rPr sz="1400" kern="0" spc="8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to</a:t>
              </a:r>
              <a:r>
                <a:rPr sz="1400" kern="0" spc="4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the fitness</a:t>
              </a:r>
              <a:r>
                <a:rPr sz="1400" kern="0" spc="4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to</a:t>
              </a:r>
              <a:r>
                <a:rPr sz="1400" kern="0" spc="11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practise of</a:t>
              </a:r>
              <a:r>
                <a:rPr sz="1400" kern="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registrants</a:t>
              </a:r>
              <a:endParaRPr sz="1400">
                <a:latin typeface="Arial"/>
                <a:ea typeface="Arial"/>
                <a:cs typeface="Arial"/>
              </a:endParaRPr>
            </a:p>
          </p:txBody>
        </p:sp>
        <p:pic>
          <p:nvPicPr>
            <p:cNvPr id="416" name="picture 416"/>
            <p:cNvPicPr>
              <a:picLocks noChangeAspect="1"/>
            </p:cNvPicPr>
            <p:nvPr/>
          </p:nvPicPr>
          <p:blipFill>
            <a:blip r:embed="rId4"/>
            <a:stretch>
              <a:fillRect/>
            </a:stretch>
          </p:blipFill>
          <p:spPr>
            <a:xfrm rot="21600000">
              <a:off x="12700" y="0"/>
              <a:ext cx="3727513" cy="384428"/>
            </a:xfrm>
            <a:prstGeom prst="rect">
              <a:avLst/>
            </a:prstGeom>
          </p:spPr>
        </p:pic>
        <p:pic>
          <p:nvPicPr>
            <p:cNvPr id="418" name="picture 418"/>
            <p:cNvPicPr>
              <a:picLocks noChangeAspect="1"/>
            </p:cNvPicPr>
            <p:nvPr/>
          </p:nvPicPr>
          <p:blipFill>
            <a:blip r:embed="rId5"/>
            <a:stretch>
              <a:fillRect/>
            </a:stretch>
          </p:blipFill>
          <p:spPr>
            <a:xfrm rot="21600000">
              <a:off x="0" y="12700"/>
              <a:ext cx="384695" cy="2241550"/>
            </a:xfrm>
            <a:prstGeom prst="rect">
              <a:avLst/>
            </a:prstGeom>
          </p:spPr>
        </p:pic>
      </p:grpSp>
      <p:grpSp>
        <p:nvGrpSpPr>
          <p:cNvPr id="28" name="group 28"/>
          <p:cNvGrpSpPr/>
          <p:nvPr/>
        </p:nvGrpSpPr>
        <p:grpSpPr>
          <a:xfrm rot="21600000">
            <a:off x="6500875" y="2290826"/>
            <a:ext cx="3714750" cy="2534510"/>
            <a:chOff x="0" y="0"/>
            <a:chExt cx="3714750" cy="2534510"/>
          </a:xfrm>
        </p:grpSpPr>
        <p:pic>
          <p:nvPicPr>
            <p:cNvPr id="420" name="picture 420"/>
            <p:cNvPicPr>
              <a:picLocks noChangeAspect="1"/>
            </p:cNvPicPr>
            <p:nvPr/>
          </p:nvPicPr>
          <p:blipFill>
            <a:blip r:embed="rId6"/>
            <a:stretch>
              <a:fillRect/>
            </a:stretch>
          </p:blipFill>
          <p:spPr>
            <a:xfrm rot="21600000">
              <a:off x="0" y="0"/>
              <a:ext cx="3714750" cy="2228722"/>
            </a:xfrm>
            <a:prstGeom prst="rect">
              <a:avLst/>
            </a:prstGeom>
          </p:spPr>
        </p:pic>
        <p:sp>
          <p:nvSpPr>
            <p:cNvPr id="422" name="textbox 422"/>
            <p:cNvSpPr/>
            <p:nvPr/>
          </p:nvSpPr>
          <p:spPr>
            <a:xfrm>
              <a:off x="-12700" y="-12700"/>
              <a:ext cx="3740784" cy="2565400"/>
            </a:xfrm>
            <a:prstGeom prst="rect">
              <a:avLst/>
            </a:prstGeom>
            <a:noFill/>
            <a:ln w="0" cap="flat">
              <a:noFill/>
              <a:prstDash val="solid"/>
              <a:miter lim="0"/>
            </a:ln>
          </p:spPr>
          <p:txBody>
            <a:bodyPr vert="horz" wrap="square" lIns="0" tIns="0" rIns="0" bIns="0"/>
            <a:lstStyle/>
            <a:p>
              <a:pPr algn="l" rtl="0" eaLnBrk="0">
                <a:lnSpc>
                  <a:spcPct val="103000"/>
                </a:lnSpc>
                <a:tabLst/>
              </a:pPr>
              <a:endParaRPr sz="1000">
                <a:latin typeface="Arial"/>
                <a:ea typeface="Arial"/>
                <a:cs typeface="Arial"/>
              </a:endParaRPr>
            </a:p>
            <a:p>
              <a:pPr algn="l" rtl="0" eaLnBrk="0">
                <a:lnSpc>
                  <a:spcPct val="103000"/>
                </a:lnSpc>
                <a:tabLst/>
              </a:pPr>
              <a:endParaRPr sz="1000">
                <a:latin typeface="Arial"/>
                <a:ea typeface="Arial"/>
                <a:cs typeface="Arial"/>
              </a:endParaRPr>
            </a:p>
            <a:p>
              <a:pPr algn="l" rtl="0" eaLnBrk="0">
                <a:lnSpc>
                  <a:spcPct val="103000"/>
                </a:lnSpc>
                <a:tabLst/>
              </a:pPr>
              <a:endParaRPr sz="1000">
                <a:latin typeface="Arial"/>
                <a:ea typeface="Arial"/>
                <a:cs typeface="Arial"/>
              </a:endParaRPr>
            </a:p>
            <a:p>
              <a:pPr algn="l" rtl="0" eaLnBrk="0">
                <a:lnSpc>
                  <a:spcPct val="8809"/>
                </a:lnSpc>
                <a:tabLst/>
              </a:pPr>
              <a:endParaRPr sz="100">
                <a:latin typeface="Arial"/>
                <a:ea typeface="Arial"/>
                <a:cs typeface="Arial"/>
              </a:endParaRPr>
            </a:p>
            <a:p>
              <a:pPr marL="451484" indent="13334" eaLnBrk="0">
                <a:lnSpc>
                  <a:spcPct val="84000"/>
                </a:lnSpc>
              </a:pPr>
              <a:r>
                <a:rPr kern="0">
                  <a:solidFill>
                    <a:srgbClr val="000000">
                      <a:alpha val="100000"/>
                    </a:srgbClr>
                  </a:solidFill>
                  <a:latin typeface="Arial"/>
                  <a:ea typeface="Arial"/>
                  <a:cs typeface="Arial"/>
                </a:rPr>
                <a:t>Education providers add</a:t>
              </a:r>
              <a:r>
                <a:rPr kern="0" spc="-10">
                  <a:solidFill>
                    <a:srgbClr val="000000">
                      <a:alpha val="100000"/>
                    </a:srgbClr>
                  </a:solidFill>
                  <a:latin typeface="Arial"/>
                  <a:ea typeface="Arial"/>
                  <a:cs typeface="Arial"/>
                </a:rPr>
                <a:t>ressed   </a:t>
              </a:r>
              <a:r>
                <a:rPr kern="0">
                  <a:solidFill>
                    <a:srgbClr val="000000">
                      <a:alpha val="100000"/>
                    </a:srgbClr>
                  </a:solidFill>
                  <a:latin typeface="Arial"/>
                  <a:ea typeface="Arial"/>
                  <a:cs typeface="Arial"/>
                </a:rPr>
                <a:t>this theme thro</a:t>
              </a:r>
              <a:r>
                <a:rPr kern="0" spc="-10">
                  <a:solidFill>
                    <a:srgbClr val="000000">
                      <a:alpha val="100000"/>
                    </a:srgbClr>
                  </a:solidFill>
                  <a:latin typeface="Arial"/>
                  <a:ea typeface="Arial"/>
                  <a:cs typeface="Arial"/>
                </a:rPr>
                <a:t>ugh</a:t>
              </a:r>
              <a:endParaRPr>
                <a:latin typeface="Arial"/>
                <a:ea typeface="Arial"/>
                <a:cs typeface="Arial"/>
              </a:endParaRPr>
            </a:p>
            <a:p>
              <a:pPr marL="457200" eaLnBrk="0">
                <a:lnSpc>
                  <a:spcPct val="82000"/>
                </a:lnSpc>
                <a:spcBef>
                  <a:spcPts val="785"/>
                </a:spcBef>
              </a:pPr>
              <a:r>
                <a:rPr sz="1400" kern="0" spc="-10">
                  <a:solidFill>
                    <a:srgbClr val="000000">
                      <a:alpha val="100000"/>
                    </a:srgbClr>
                  </a:solidFill>
                  <a:latin typeface="Arial"/>
                  <a:ea typeface="Arial"/>
                  <a:cs typeface="Arial"/>
                </a:rPr>
                <a:t>•</a:t>
              </a:r>
              <a:r>
                <a:rPr sz="1400" kern="0" spc="12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Embedding</a:t>
              </a:r>
              <a:r>
                <a:rPr sz="1400" kern="0" spc="11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into</a:t>
              </a:r>
              <a:r>
                <a:rPr sz="1400" kern="0" spc="11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programme </a:t>
              </a:r>
              <a:r>
                <a:rPr sz="1400" kern="0" spc="-20">
                  <a:solidFill>
                    <a:srgbClr val="000000">
                      <a:alpha val="100000"/>
                    </a:srgbClr>
                  </a:solidFill>
                  <a:latin typeface="Arial"/>
                  <a:ea typeface="Arial"/>
                  <a:cs typeface="Arial"/>
                </a:rPr>
                <a:t>curricula</a:t>
              </a:r>
              <a:endParaRPr sz="1400">
                <a:latin typeface="Arial"/>
                <a:ea typeface="Arial"/>
                <a:cs typeface="Arial"/>
              </a:endParaRPr>
            </a:p>
            <a:p>
              <a:pPr marL="457200" eaLnBrk="0">
                <a:lnSpc>
                  <a:spcPct val="82000"/>
                </a:lnSpc>
                <a:spcBef>
                  <a:spcPts val="274"/>
                </a:spcBef>
              </a:pPr>
              <a:r>
                <a:rPr sz="1400" kern="0">
                  <a:solidFill>
                    <a:srgbClr val="000000">
                      <a:alpha val="100000"/>
                    </a:srgbClr>
                  </a:solidFill>
                  <a:latin typeface="Arial"/>
                  <a:ea typeface="Arial"/>
                  <a:cs typeface="Arial"/>
                </a:rPr>
                <a:t>•</a:t>
              </a:r>
              <a:r>
                <a:rPr sz="1400" kern="0" spc="120">
                  <a:solidFill>
                    <a:srgbClr val="000000">
                      <a:alpha val="100000"/>
                    </a:srgbClr>
                  </a:solidFill>
                  <a:latin typeface="Arial"/>
                  <a:ea typeface="Arial"/>
                  <a:cs typeface="Arial"/>
                </a:rPr>
                <a:t> </a:t>
              </a:r>
              <a:r>
                <a:rPr sz="1400" kern="0">
                  <a:solidFill>
                    <a:srgbClr val="000000">
                      <a:alpha val="100000"/>
                    </a:srgbClr>
                  </a:solidFill>
                  <a:latin typeface="Arial"/>
                  <a:ea typeface="Arial"/>
                  <a:cs typeface="Arial"/>
                </a:rPr>
                <a:t>Ensuring </a:t>
              </a:r>
              <a:r>
                <a:rPr sz="1400" kern="0" spc="-10">
                  <a:solidFill>
                    <a:srgbClr val="000000">
                      <a:alpha val="100000"/>
                    </a:srgbClr>
                  </a:solidFill>
                  <a:latin typeface="Arial"/>
                  <a:ea typeface="Arial"/>
                  <a:cs typeface="Arial"/>
                </a:rPr>
                <a:t>appropriate support for</a:t>
              </a:r>
              <a:endParaRPr sz="1400">
                <a:latin typeface="Arial"/>
                <a:ea typeface="Arial"/>
                <a:cs typeface="Arial"/>
              </a:endParaRPr>
            </a:p>
            <a:p>
              <a:pPr marL="562609" indent="10795" eaLnBrk="0">
                <a:lnSpc>
                  <a:spcPct val="84000"/>
                </a:lnSpc>
                <a:spcBef>
                  <a:spcPts val="124"/>
                </a:spcBef>
              </a:pPr>
              <a:r>
                <a:rPr sz="1400" kern="0" spc="-10">
                  <a:solidFill>
                    <a:srgbClr val="000000">
                      <a:alpha val="100000"/>
                    </a:srgbClr>
                  </a:solidFill>
                  <a:latin typeface="Arial"/>
                  <a:ea typeface="Arial"/>
                  <a:cs typeface="Arial"/>
                </a:rPr>
                <a:t>learner mental health was</a:t>
              </a:r>
              <a:r>
                <a:rPr sz="1400" kern="0" spc="11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i</a:t>
              </a:r>
              <a:r>
                <a:rPr sz="1400" kern="0" spc="-20">
                  <a:solidFill>
                    <a:srgbClr val="000000">
                      <a:alpha val="100000"/>
                    </a:srgbClr>
                  </a:solidFill>
                  <a:latin typeface="Arial"/>
                  <a:ea typeface="Arial"/>
                  <a:cs typeface="Arial"/>
                </a:rPr>
                <a:t>n</a:t>
              </a:r>
              <a:r>
                <a:rPr sz="1400" kern="0" spc="110">
                  <a:solidFill>
                    <a:srgbClr val="000000">
                      <a:alpha val="100000"/>
                    </a:srgbClr>
                  </a:solidFill>
                  <a:latin typeface="Arial"/>
                  <a:ea typeface="Arial"/>
                  <a:cs typeface="Arial"/>
                </a:rPr>
                <a:t> </a:t>
              </a:r>
              <a:r>
                <a:rPr sz="1400" kern="0" spc="-20">
                  <a:solidFill>
                    <a:srgbClr val="000000">
                      <a:alpha val="100000"/>
                    </a:srgbClr>
                  </a:solidFill>
                  <a:latin typeface="Arial"/>
                  <a:ea typeface="Arial"/>
                  <a:cs typeface="Arial"/>
                </a:rPr>
                <a:t>place,</a:t>
              </a:r>
              <a:r>
                <a:rPr sz="1400" kern="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including</a:t>
              </a:r>
              <a:r>
                <a:rPr sz="1400" kern="0" spc="11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new support</a:t>
              </a:r>
              <a:r>
                <a:rPr sz="1400" kern="0" spc="13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mechanism</a:t>
              </a:r>
              <a:r>
                <a:rPr sz="1400" kern="0" spc="-20">
                  <a:solidFill>
                    <a:srgbClr val="000000">
                      <a:alpha val="100000"/>
                    </a:srgbClr>
                  </a:solidFill>
                  <a:latin typeface="Arial"/>
                  <a:ea typeface="Arial"/>
                  <a:cs typeface="Arial"/>
                </a:rPr>
                <a:t>s</a:t>
              </a:r>
              <a:r>
                <a:rPr sz="1400" kern="0">
                  <a:solidFill>
                    <a:srgbClr val="000000">
                      <a:alpha val="100000"/>
                    </a:srgbClr>
                  </a:solidFill>
                  <a:latin typeface="Arial"/>
                  <a:ea typeface="Arial"/>
                  <a:cs typeface="Arial"/>
                </a:rPr>
                <a:t>         where</a:t>
              </a:r>
              <a:r>
                <a:rPr sz="1400" kern="0" spc="-10">
                  <a:solidFill>
                    <a:srgbClr val="000000">
                      <a:alpha val="100000"/>
                    </a:srgbClr>
                  </a:solidFill>
                  <a:latin typeface="Arial"/>
                  <a:ea typeface="Arial"/>
                  <a:cs typeface="Arial"/>
                </a:rPr>
                <a:t> </a:t>
              </a:r>
              <a:r>
                <a:rPr sz="1400" kern="0">
                  <a:solidFill>
                    <a:srgbClr val="000000">
                      <a:alpha val="100000"/>
                    </a:srgbClr>
                  </a:solidFill>
                  <a:latin typeface="Arial"/>
                  <a:ea typeface="Arial"/>
                  <a:cs typeface="Arial"/>
                </a:rPr>
                <a:t>they</a:t>
              </a:r>
              <a:r>
                <a:rPr sz="1400" kern="0" spc="-10">
                  <a:solidFill>
                    <a:srgbClr val="000000">
                      <a:alpha val="100000"/>
                    </a:srgbClr>
                  </a:solidFill>
                  <a:latin typeface="Arial"/>
                  <a:ea typeface="Arial"/>
                  <a:cs typeface="Arial"/>
                </a:rPr>
                <a:t> </a:t>
              </a:r>
              <a:r>
                <a:rPr sz="1400" kern="0">
                  <a:solidFill>
                    <a:srgbClr val="000000">
                      <a:alpha val="100000"/>
                    </a:srgbClr>
                  </a:solidFill>
                  <a:latin typeface="Arial"/>
                  <a:ea typeface="Arial"/>
                  <a:cs typeface="Arial"/>
                </a:rPr>
                <a:t>were</a:t>
              </a:r>
              <a:r>
                <a:rPr sz="1400" kern="0" spc="-10">
                  <a:solidFill>
                    <a:srgbClr val="000000">
                      <a:alpha val="100000"/>
                    </a:srgbClr>
                  </a:solidFill>
                  <a:latin typeface="Arial"/>
                  <a:ea typeface="Arial"/>
                  <a:cs typeface="Arial"/>
                </a:rPr>
                <a:t> </a:t>
              </a:r>
              <a:r>
                <a:rPr sz="1400" kern="0">
                  <a:solidFill>
                    <a:srgbClr val="000000">
                      <a:alpha val="100000"/>
                    </a:srgbClr>
                  </a:solidFill>
                  <a:latin typeface="Arial"/>
                  <a:ea typeface="Arial"/>
                  <a:cs typeface="Arial"/>
                </a:rPr>
                <a:t>needed</a:t>
              </a:r>
              <a:endParaRPr sz="1400">
                <a:latin typeface="Arial"/>
                <a:ea typeface="Arial"/>
                <a:cs typeface="Arial"/>
              </a:endParaRPr>
            </a:p>
            <a:p>
              <a:pPr marL="457200" eaLnBrk="0">
                <a:lnSpc>
                  <a:spcPct val="83000"/>
                </a:lnSpc>
                <a:spcBef>
                  <a:spcPts val="350"/>
                </a:spcBef>
              </a:pPr>
              <a:r>
                <a:rPr sz="1400" kern="0" spc="-10">
                  <a:solidFill>
                    <a:srgbClr val="000000">
                      <a:alpha val="100000"/>
                    </a:srgbClr>
                  </a:solidFill>
                  <a:latin typeface="Arial"/>
                  <a:ea typeface="Arial"/>
                  <a:cs typeface="Arial"/>
                </a:rPr>
                <a:t>• Good</a:t>
              </a:r>
              <a:r>
                <a:rPr sz="1400" kern="0" spc="14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practice to provide</a:t>
              </a:r>
              <a:r>
                <a:rPr sz="1400" kern="0" spc="6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an</a:t>
              </a:r>
              <a:endParaRPr sz="1400">
                <a:latin typeface="Arial"/>
                <a:ea typeface="Arial"/>
                <a:cs typeface="Arial"/>
              </a:endParaRPr>
            </a:p>
            <a:p>
              <a:pPr marL="574040" eaLnBrk="0">
                <a:lnSpc>
                  <a:spcPct val="82000"/>
                </a:lnSpc>
                <a:spcBef>
                  <a:spcPts val="33"/>
                </a:spcBef>
              </a:pPr>
              <a:r>
                <a:rPr sz="1400" kern="0">
                  <a:solidFill>
                    <a:srgbClr val="000000">
                      <a:alpha val="100000"/>
                    </a:srgbClr>
                  </a:solidFill>
                  <a:latin typeface="Arial"/>
                  <a:ea typeface="Arial"/>
                  <a:cs typeface="Arial"/>
                </a:rPr>
                <a:t>underpinning to sup</a:t>
              </a:r>
              <a:r>
                <a:rPr sz="1400" kern="0" spc="-10">
                  <a:solidFill>
                    <a:srgbClr val="000000">
                      <a:alpha val="100000"/>
                    </a:srgbClr>
                  </a:solidFill>
                  <a:latin typeface="Arial"/>
                  <a:ea typeface="Arial"/>
                  <a:cs typeface="Arial"/>
                </a:rPr>
                <a:t>port future</a:t>
              </a:r>
              <a:endParaRPr sz="1400">
                <a:latin typeface="Arial"/>
                <a:ea typeface="Arial"/>
                <a:cs typeface="Arial"/>
              </a:endParaRPr>
            </a:p>
            <a:p>
              <a:pPr marL="574040" eaLnBrk="0">
                <a:lnSpc>
                  <a:spcPct val="82000"/>
                </a:lnSpc>
                <a:spcBef>
                  <a:spcPts val="48"/>
                </a:spcBef>
              </a:pPr>
              <a:r>
                <a:rPr sz="1400" kern="0">
                  <a:solidFill>
                    <a:srgbClr val="000000">
                      <a:alpha val="100000"/>
                    </a:srgbClr>
                  </a:solidFill>
                  <a:latin typeface="Arial"/>
                  <a:ea typeface="Arial"/>
                  <a:cs typeface="Arial"/>
                </a:rPr>
                <a:t>registrants managing th</a:t>
              </a:r>
              <a:r>
                <a:rPr sz="1400" kern="0" spc="-10">
                  <a:solidFill>
                    <a:srgbClr val="000000">
                      <a:alpha val="100000"/>
                    </a:srgbClr>
                  </a:solidFill>
                  <a:latin typeface="Arial"/>
                  <a:ea typeface="Arial"/>
                  <a:cs typeface="Arial"/>
                </a:rPr>
                <a:t>eir own mental</a:t>
              </a:r>
              <a:endParaRPr sz="1400">
                <a:latin typeface="Arial"/>
                <a:ea typeface="Arial"/>
                <a:cs typeface="Arial"/>
              </a:endParaRPr>
            </a:p>
          </p:txBody>
        </p:sp>
      </p:grpSp>
      <p:pic>
        <p:nvPicPr>
          <p:cNvPr id="424" name="picture 424"/>
          <p:cNvPicPr>
            <a:picLocks noChangeAspect="1"/>
          </p:cNvPicPr>
          <p:nvPr/>
        </p:nvPicPr>
        <p:blipFill>
          <a:blip r:embed="rId7"/>
          <a:stretch>
            <a:fillRect/>
          </a:stretch>
        </p:blipFill>
        <p:spPr>
          <a:xfrm rot="21600000">
            <a:off x="6500875" y="2278127"/>
            <a:ext cx="3727450" cy="384429"/>
          </a:xfrm>
          <a:prstGeom prst="rect">
            <a:avLst/>
          </a:prstGeom>
        </p:spPr>
      </p:pic>
      <p:sp>
        <p:nvSpPr>
          <p:cNvPr id="426" name="textbox 426"/>
          <p:cNvSpPr/>
          <p:nvPr/>
        </p:nvSpPr>
        <p:spPr>
          <a:xfrm>
            <a:off x="2215905" y="1348253"/>
            <a:ext cx="3795395" cy="321309"/>
          </a:xfrm>
          <a:prstGeom prst="rect">
            <a:avLst/>
          </a:prstGeom>
          <a:noFill/>
          <a:ln w="0" cap="flat">
            <a:noFill/>
            <a:prstDash val="solid"/>
            <a:miter lim="0"/>
          </a:ln>
        </p:spPr>
        <p:txBody>
          <a:bodyPr vert="horz" wrap="square" lIns="0" tIns="0" rIns="0" bIns="0"/>
          <a:lstStyle/>
          <a:p>
            <a:pPr algn="l" rtl="0" eaLnBrk="0">
              <a:lnSpc>
                <a:spcPct val="78489"/>
              </a:lnSpc>
              <a:tabLst/>
            </a:pPr>
            <a:endParaRPr sz="100">
              <a:latin typeface="Arial"/>
              <a:ea typeface="Arial"/>
              <a:cs typeface="Arial"/>
            </a:endParaRPr>
          </a:p>
          <a:p>
            <a:pPr marL="12700" eaLnBrk="0">
              <a:lnSpc>
                <a:spcPct val="81000"/>
              </a:lnSpc>
            </a:pPr>
            <a:r>
              <a:rPr sz="2400" b="1" kern="0" spc="-20">
                <a:solidFill>
                  <a:srgbClr val="01356D">
                    <a:alpha val="100000"/>
                  </a:srgbClr>
                </a:solidFill>
                <a:latin typeface="Arial"/>
                <a:ea typeface="Arial"/>
                <a:cs typeface="Arial"/>
              </a:rPr>
              <a:t>Registrants’ mental</a:t>
            </a:r>
            <a:r>
              <a:rPr sz="2400" b="1" kern="0" spc="180">
                <a:solidFill>
                  <a:srgbClr val="01356D">
                    <a:alpha val="100000"/>
                  </a:srgbClr>
                </a:solidFill>
                <a:latin typeface="Arial"/>
                <a:ea typeface="Arial"/>
                <a:cs typeface="Arial"/>
              </a:rPr>
              <a:t> </a:t>
            </a:r>
            <a:r>
              <a:rPr sz="2400" b="1" kern="0" spc="-20">
                <a:solidFill>
                  <a:srgbClr val="01356D">
                    <a:alpha val="100000"/>
                  </a:srgbClr>
                </a:solidFill>
                <a:latin typeface="Arial"/>
                <a:ea typeface="Arial"/>
                <a:cs typeface="Arial"/>
              </a:rPr>
              <a:t>he</a:t>
            </a:r>
            <a:r>
              <a:rPr sz="2400" b="1" kern="0" spc="-30">
                <a:solidFill>
                  <a:srgbClr val="01356D">
                    <a:alpha val="100000"/>
                  </a:srgbClr>
                </a:solidFill>
                <a:latin typeface="Arial"/>
                <a:ea typeface="Arial"/>
                <a:cs typeface="Arial"/>
              </a:rPr>
              <a:t>alth</a:t>
            </a:r>
            <a:endParaRPr sz="2400">
              <a:latin typeface="Arial"/>
              <a:ea typeface="Arial"/>
              <a:cs typeface="Arial"/>
            </a:endParaRPr>
          </a:p>
        </p:txBody>
      </p:sp>
      <p:pic>
        <p:nvPicPr>
          <p:cNvPr id="428" name="picture 428"/>
          <p:cNvPicPr>
            <a:picLocks noChangeAspect="1"/>
          </p:cNvPicPr>
          <p:nvPr/>
        </p:nvPicPr>
        <p:blipFill>
          <a:blip r:embed="rId8"/>
          <a:stretch>
            <a:fillRect/>
          </a:stretch>
        </p:blipFill>
        <p:spPr>
          <a:xfrm rot="21600000">
            <a:off x="6488176" y="2290826"/>
            <a:ext cx="384683" cy="2241422"/>
          </a:xfrm>
          <a:prstGeom prst="rect">
            <a:avLst/>
          </a:prstGeom>
        </p:spPr>
      </p:pic>
      <p:grpSp>
        <p:nvGrpSpPr>
          <p:cNvPr id="30" name="group 30"/>
          <p:cNvGrpSpPr/>
          <p:nvPr/>
        </p:nvGrpSpPr>
        <p:grpSpPr>
          <a:xfrm rot="21600000">
            <a:off x="5472654" y="2281914"/>
            <a:ext cx="650397" cy="659787"/>
            <a:chOff x="0" y="0"/>
            <a:chExt cx="650397" cy="659787"/>
          </a:xfrm>
        </p:grpSpPr>
        <p:sp>
          <p:nvSpPr>
            <p:cNvPr id="430" name="path 430"/>
            <p:cNvSpPr/>
            <p:nvPr/>
          </p:nvSpPr>
          <p:spPr>
            <a:xfrm>
              <a:off x="9047" y="8912"/>
              <a:ext cx="628650" cy="638175"/>
            </a:xfrm>
            <a:custGeom>
              <a:avLst/>
              <a:gdLst/>
              <a:ahLst/>
              <a:cxnLst/>
              <a:rect l="0" t="0" r="0" b="0"/>
              <a:pathLst>
                <a:path w="990" h="1005">
                  <a:moveTo>
                    <a:pt x="0" y="1005"/>
                  </a:moveTo>
                  <a:lnTo>
                    <a:pt x="990" y="0"/>
                  </a:lnTo>
                  <a:lnTo>
                    <a:pt x="990" y="1005"/>
                  </a:lnTo>
                  <a:lnTo>
                    <a:pt x="0" y="1005"/>
                  </a:lnTo>
                  <a:close/>
                </a:path>
              </a:pathLst>
            </a:custGeom>
            <a:solidFill>
              <a:srgbClr val="5EAFA6">
                <a:alpha val="100000"/>
              </a:srgbClr>
            </a:solidFill>
            <a:ln w="0" cap="flat">
              <a:noFill/>
              <a:prstDash val="solid"/>
              <a:miter lim="0"/>
            </a:ln>
          </p:spPr>
          <p:txBody>
            <a:bodyPr rtlCol="0"/>
            <a:lstStyle/>
            <a:p>
              <a:pPr algn="ctr"/>
              <a:endParaRPr lang="zh-CN" altLang="en-US"/>
            </a:p>
          </p:txBody>
        </p:sp>
        <p:sp>
          <p:nvSpPr>
            <p:cNvPr id="432" name="path 432"/>
            <p:cNvSpPr/>
            <p:nvPr/>
          </p:nvSpPr>
          <p:spPr>
            <a:xfrm>
              <a:off x="0" y="0"/>
              <a:ext cx="650397" cy="659787"/>
            </a:xfrm>
            <a:custGeom>
              <a:avLst/>
              <a:gdLst/>
              <a:ahLst/>
              <a:cxnLst/>
              <a:rect l="0" t="0" r="0" b="0"/>
              <a:pathLst>
                <a:path w="1024" h="1039">
                  <a:moveTo>
                    <a:pt x="14" y="1019"/>
                  </a:moveTo>
                  <a:lnTo>
                    <a:pt x="1004" y="14"/>
                  </a:lnTo>
                  <a:lnTo>
                    <a:pt x="1004" y="1019"/>
                  </a:lnTo>
                  <a:lnTo>
                    <a:pt x="14" y="1019"/>
                  </a:lnTo>
                  <a:close/>
                </a:path>
              </a:pathLst>
            </a:custGeom>
            <a:noFill/>
            <a:ln w="25400" cap="flat">
              <a:solidFill>
                <a:srgbClr val="5EAFA6"/>
              </a:solidFill>
              <a:prstDash val="solid"/>
              <a:round/>
            </a:ln>
          </p:spPr>
          <p:txBody>
            <a:bodyPr rtlCol="0"/>
            <a:lstStyle/>
            <a:p>
              <a:pPr algn="ctr"/>
              <a:endParaRPr lang="zh-CN" altLang="en-US"/>
            </a:p>
          </p:txBody>
        </p:sp>
      </p:grpSp>
      <p:sp>
        <p:nvSpPr>
          <p:cNvPr id="434" name="textbox 434"/>
          <p:cNvSpPr/>
          <p:nvPr/>
        </p:nvSpPr>
        <p:spPr>
          <a:xfrm>
            <a:off x="7050051" y="4833338"/>
            <a:ext cx="495300" cy="236220"/>
          </a:xfrm>
          <a:prstGeom prst="rect">
            <a:avLst/>
          </a:prstGeom>
          <a:noFill/>
          <a:ln w="0" cap="flat">
            <a:noFill/>
            <a:prstDash val="solid"/>
            <a:miter lim="0"/>
          </a:ln>
        </p:spPr>
        <p:txBody>
          <a:bodyPr vert="horz" wrap="square" lIns="0" tIns="0" rIns="0" bIns="0"/>
          <a:lstStyle/>
          <a:p>
            <a:pPr algn="l" rtl="0" eaLnBrk="0">
              <a:lnSpc>
                <a:spcPct val="79603"/>
              </a:lnSpc>
              <a:tabLst/>
            </a:pPr>
            <a:endParaRPr sz="100">
              <a:latin typeface="Arial"/>
              <a:ea typeface="Arial"/>
              <a:cs typeface="Arial"/>
            </a:endParaRPr>
          </a:p>
          <a:p>
            <a:pPr marL="12700" eaLnBrk="0">
              <a:lnSpc>
                <a:spcPct val="99000"/>
              </a:lnSpc>
            </a:pPr>
            <a:r>
              <a:rPr sz="1400" kern="0" spc="-30">
                <a:solidFill>
                  <a:srgbClr val="000000">
                    <a:alpha val="100000"/>
                  </a:srgbClr>
                </a:solidFill>
                <a:latin typeface="Arial"/>
                <a:ea typeface="Arial"/>
                <a:cs typeface="Arial"/>
              </a:rPr>
              <a:t>health</a:t>
            </a:r>
            <a:endParaRPr sz="1400">
              <a:latin typeface="Arial"/>
              <a:ea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2" name="picture 482"/>
          <p:cNvPicPr>
            <a:picLocks noChangeAspect="1"/>
          </p:cNvPicPr>
          <p:nvPr/>
        </p:nvPicPr>
        <p:blipFill>
          <a:blip r:embed="rId2"/>
          <a:stretch>
            <a:fillRect/>
          </a:stretch>
        </p:blipFill>
        <p:spPr>
          <a:xfrm rot="21600000">
            <a:off x="1524000" y="0"/>
            <a:ext cx="9144000" cy="6857998"/>
          </a:xfrm>
          <a:prstGeom prst="rect">
            <a:avLst/>
          </a:prstGeom>
        </p:spPr>
      </p:pic>
      <p:grpSp>
        <p:nvGrpSpPr>
          <p:cNvPr id="36" name="group 36"/>
          <p:cNvGrpSpPr/>
          <p:nvPr/>
        </p:nvGrpSpPr>
        <p:grpSpPr>
          <a:xfrm rot="21600000">
            <a:off x="6500875" y="2290826"/>
            <a:ext cx="3714750" cy="2534510"/>
            <a:chOff x="0" y="0"/>
            <a:chExt cx="3714750" cy="2534510"/>
          </a:xfrm>
        </p:grpSpPr>
        <p:pic>
          <p:nvPicPr>
            <p:cNvPr id="484" name="picture 484"/>
            <p:cNvPicPr>
              <a:picLocks noChangeAspect="1"/>
            </p:cNvPicPr>
            <p:nvPr/>
          </p:nvPicPr>
          <p:blipFill>
            <a:blip r:embed="rId3"/>
            <a:stretch>
              <a:fillRect/>
            </a:stretch>
          </p:blipFill>
          <p:spPr>
            <a:xfrm rot="21600000">
              <a:off x="0" y="0"/>
              <a:ext cx="3714750" cy="2228722"/>
            </a:xfrm>
            <a:prstGeom prst="rect">
              <a:avLst/>
            </a:prstGeom>
          </p:spPr>
        </p:pic>
        <p:sp>
          <p:nvSpPr>
            <p:cNvPr id="486" name="textbox 486"/>
            <p:cNvSpPr/>
            <p:nvPr/>
          </p:nvSpPr>
          <p:spPr>
            <a:xfrm>
              <a:off x="-12700" y="-12700"/>
              <a:ext cx="3740784" cy="2577464"/>
            </a:xfrm>
            <a:prstGeom prst="rect">
              <a:avLst/>
            </a:prstGeom>
            <a:noFill/>
            <a:ln w="0" cap="flat">
              <a:noFill/>
              <a:prstDash val="solid"/>
              <a:miter lim="0"/>
            </a:ln>
          </p:spPr>
          <p:txBody>
            <a:bodyPr vert="horz" wrap="square" lIns="0" tIns="0" rIns="0" bIns="0"/>
            <a:lstStyle/>
            <a:p>
              <a:pPr algn="l" rtl="0" eaLnBrk="0">
                <a:lnSpc>
                  <a:spcPct val="103000"/>
                </a:lnSpc>
                <a:tabLst/>
              </a:pPr>
              <a:endParaRPr sz="1000">
                <a:latin typeface="Arial"/>
                <a:ea typeface="Arial"/>
                <a:cs typeface="Arial"/>
              </a:endParaRPr>
            </a:p>
            <a:p>
              <a:pPr algn="l" rtl="0" eaLnBrk="0">
                <a:lnSpc>
                  <a:spcPct val="103000"/>
                </a:lnSpc>
                <a:tabLst/>
              </a:pPr>
              <a:endParaRPr sz="1000">
                <a:latin typeface="Arial"/>
                <a:ea typeface="Arial"/>
                <a:cs typeface="Arial"/>
              </a:endParaRPr>
            </a:p>
            <a:p>
              <a:pPr algn="l" rtl="0" eaLnBrk="0">
                <a:lnSpc>
                  <a:spcPct val="103000"/>
                </a:lnSpc>
                <a:tabLst/>
              </a:pPr>
              <a:endParaRPr sz="1000">
                <a:latin typeface="Arial"/>
                <a:ea typeface="Arial"/>
                <a:cs typeface="Arial"/>
              </a:endParaRPr>
            </a:p>
            <a:p>
              <a:pPr algn="l" rtl="0" eaLnBrk="0">
                <a:lnSpc>
                  <a:spcPct val="8809"/>
                </a:lnSpc>
                <a:tabLst/>
              </a:pPr>
              <a:endParaRPr sz="100">
                <a:latin typeface="Arial"/>
                <a:ea typeface="Arial"/>
                <a:cs typeface="Arial"/>
              </a:endParaRPr>
            </a:p>
            <a:p>
              <a:pPr marL="451484" indent="13334" eaLnBrk="0">
                <a:lnSpc>
                  <a:spcPct val="84000"/>
                </a:lnSpc>
              </a:pPr>
              <a:r>
                <a:rPr kern="0">
                  <a:solidFill>
                    <a:srgbClr val="000000">
                      <a:alpha val="100000"/>
                    </a:srgbClr>
                  </a:solidFill>
                  <a:latin typeface="Arial"/>
                  <a:ea typeface="Arial"/>
                  <a:cs typeface="Arial"/>
                </a:rPr>
                <a:t>Education providers add</a:t>
              </a:r>
              <a:r>
                <a:rPr kern="0" spc="-10">
                  <a:solidFill>
                    <a:srgbClr val="000000">
                      <a:alpha val="100000"/>
                    </a:srgbClr>
                  </a:solidFill>
                  <a:latin typeface="Arial"/>
                  <a:ea typeface="Arial"/>
                  <a:cs typeface="Arial"/>
                </a:rPr>
                <a:t>ressed   </a:t>
              </a:r>
              <a:r>
                <a:rPr kern="0">
                  <a:solidFill>
                    <a:srgbClr val="000000">
                      <a:alpha val="100000"/>
                    </a:srgbClr>
                  </a:solidFill>
                  <a:latin typeface="Arial"/>
                  <a:ea typeface="Arial"/>
                  <a:cs typeface="Arial"/>
                </a:rPr>
                <a:t>this theme thro</a:t>
              </a:r>
              <a:r>
                <a:rPr kern="0" spc="-10">
                  <a:solidFill>
                    <a:srgbClr val="000000">
                      <a:alpha val="100000"/>
                    </a:srgbClr>
                  </a:solidFill>
                  <a:latin typeface="Arial"/>
                  <a:ea typeface="Arial"/>
                  <a:cs typeface="Arial"/>
                </a:rPr>
                <a:t>ugh</a:t>
              </a:r>
              <a:endParaRPr>
                <a:latin typeface="Arial"/>
                <a:ea typeface="Arial"/>
                <a:cs typeface="Arial"/>
              </a:endParaRPr>
            </a:p>
            <a:p>
              <a:pPr marL="562609" indent="-105410" eaLnBrk="0">
                <a:lnSpc>
                  <a:spcPct val="83000"/>
                </a:lnSpc>
                <a:spcBef>
                  <a:spcPts val="801"/>
                </a:spcBef>
              </a:pPr>
              <a:r>
                <a:rPr sz="1400" kern="0" spc="-10">
                  <a:solidFill>
                    <a:srgbClr val="000000">
                      <a:alpha val="100000"/>
                    </a:srgbClr>
                  </a:solidFill>
                  <a:latin typeface="Arial"/>
                  <a:ea typeface="Arial"/>
                  <a:cs typeface="Arial"/>
                </a:rPr>
                <a:t>•</a:t>
              </a:r>
              <a:r>
                <a:rPr sz="1400" kern="0" spc="15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Leadership already embedded in</a:t>
              </a:r>
              <a:r>
                <a:rPr sz="1400" kern="0" spc="6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some</a:t>
              </a:r>
              <a:r>
                <a:rPr sz="1400" kern="0">
                  <a:solidFill>
                    <a:srgbClr val="000000">
                      <a:alpha val="100000"/>
                    </a:srgbClr>
                  </a:solidFill>
                  <a:latin typeface="Arial"/>
                  <a:ea typeface="Arial"/>
                  <a:cs typeface="Arial"/>
                </a:rPr>
                <a:t>   way</a:t>
              </a:r>
              <a:endParaRPr sz="1400">
                <a:latin typeface="Arial"/>
                <a:ea typeface="Arial"/>
                <a:cs typeface="Arial"/>
              </a:endParaRPr>
            </a:p>
            <a:p>
              <a:pPr marL="457200" eaLnBrk="0">
                <a:lnSpc>
                  <a:spcPct val="82000"/>
                </a:lnSpc>
                <a:spcBef>
                  <a:spcPts val="350"/>
                </a:spcBef>
              </a:pPr>
              <a:r>
                <a:rPr sz="1400" kern="0" spc="-10">
                  <a:solidFill>
                    <a:srgbClr val="000000">
                      <a:alpha val="100000"/>
                    </a:srgbClr>
                  </a:solidFill>
                  <a:latin typeface="Arial"/>
                  <a:ea typeface="Arial"/>
                  <a:cs typeface="Arial"/>
                </a:rPr>
                <a:t>• Some</a:t>
              </a:r>
              <a:r>
                <a:rPr sz="1400" kern="0" spc="10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(usually masters</a:t>
              </a:r>
              <a:r>
                <a:rPr sz="1400" kern="0" spc="11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l</a:t>
              </a:r>
              <a:r>
                <a:rPr sz="1400" kern="0" spc="-20">
                  <a:solidFill>
                    <a:srgbClr val="000000">
                      <a:alpha val="100000"/>
                    </a:srgbClr>
                  </a:solidFill>
                  <a:latin typeface="Arial"/>
                  <a:ea typeface="Arial"/>
                  <a:cs typeface="Arial"/>
                </a:rPr>
                <a:t>evel)</a:t>
              </a:r>
              <a:endParaRPr sz="1400">
                <a:latin typeface="Arial"/>
                <a:ea typeface="Arial"/>
                <a:cs typeface="Arial"/>
              </a:endParaRPr>
            </a:p>
            <a:p>
              <a:pPr marL="574040" eaLnBrk="0">
                <a:lnSpc>
                  <a:spcPct val="82000"/>
                </a:lnSpc>
                <a:spcBef>
                  <a:spcPts val="50"/>
                </a:spcBef>
              </a:pPr>
              <a:r>
                <a:rPr sz="1400" kern="0">
                  <a:solidFill>
                    <a:srgbClr val="000000">
                      <a:alpha val="100000"/>
                    </a:srgbClr>
                  </a:solidFill>
                  <a:latin typeface="Arial"/>
                  <a:ea typeface="Arial"/>
                  <a:cs typeface="Arial"/>
                </a:rPr>
                <a:t>programmes explicitly</a:t>
              </a:r>
              <a:r>
                <a:rPr sz="1400" kern="0" spc="-10">
                  <a:solidFill>
                    <a:srgbClr val="000000">
                      <a:alpha val="100000"/>
                    </a:srgbClr>
                  </a:solidFill>
                  <a:latin typeface="Arial"/>
                  <a:ea typeface="Arial"/>
                  <a:cs typeface="Arial"/>
                </a:rPr>
                <a:t> focused on</a:t>
              </a:r>
              <a:endParaRPr sz="1400">
                <a:latin typeface="Arial"/>
                <a:ea typeface="Arial"/>
                <a:cs typeface="Arial"/>
              </a:endParaRPr>
            </a:p>
            <a:p>
              <a:pPr marL="573405" eaLnBrk="0">
                <a:lnSpc>
                  <a:spcPct val="83000"/>
                </a:lnSpc>
                <a:spcBef>
                  <a:spcPts val="34"/>
                </a:spcBef>
              </a:pPr>
              <a:r>
                <a:rPr sz="1400" kern="0">
                  <a:solidFill>
                    <a:srgbClr val="000000">
                      <a:alpha val="100000"/>
                    </a:srgbClr>
                  </a:solidFill>
                  <a:latin typeface="Arial"/>
                  <a:ea typeface="Arial"/>
                  <a:cs typeface="Arial"/>
                </a:rPr>
                <a:t>‘growing the</a:t>
              </a:r>
              <a:r>
                <a:rPr sz="1400" kern="0" spc="110">
                  <a:solidFill>
                    <a:srgbClr val="000000">
                      <a:alpha val="100000"/>
                    </a:srgbClr>
                  </a:solidFill>
                  <a:latin typeface="Arial"/>
                  <a:ea typeface="Arial"/>
                  <a:cs typeface="Arial"/>
                </a:rPr>
                <a:t> </a:t>
              </a:r>
              <a:r>
                <a:rPr sz="1400" kern="0">
                  <a:solidFill>
                    <a:srgbClr val="000000">
                      <a:alpha val="100000"/>
                    </a:srgbClr>
                  </a:solidFill>
                  <a:latin typeface="Arial"/>
                  <a:ea typeface="Arial"/>
                  <a:cs typeface="Arial"/>
                </a:rPr>
                <a:t>ne</a:t>
              </a:r>
              <a:r>
                <a:rPr sz="1400" kern="0" spc="-10">
                  <a:solidFill>
                    <a:srgbClr val="000000">
                      <a:alpha val="100000"/>
                    </a:srgbClr>
                  </a:solidFill>
                  <a:latin typeface="Arial"/>
                  <a:ea typeface="Arial"/>
                  <a:cs typeface="Arial"/>
                </a:rPr>
                <a:t>xt generation of leaders’</a:t>
              </a:r>
              <a:endParaRPr sz="1400">
                <a:latin typeface="Arial"/>
                <a:ea typeface="Arial"/>
                <a:cs typeface="Arial"/>
              </a:endParaRPr>
            </a:p>
            <a:p>
              <a:pPr marL="568959" indent="-111760" eaLnBrk="0">
                <a:lnSpc>
                  <a:spcPct val="86000"/>
                </a:lnSpc>
                <a:spcBef>
                  <a:spcPts val="342"/>
                </a:spcBef>
              </a:pPr>
              <a:r>
                <a:rPr sz="1400" kern="0">
                  <a:solidFill>
                    <a:srgbClr val="000000">
                      <a:alpha val="100000"/>
                    </a:srgbClr>
                  </a:solidFill>
                  <a:latin typeface="Arial"/>
                  <a:ea typeface="Arial"/>
                  <a:cs typeface="Arial"/>
                </a:rPr>
                <a:t>•</a:t>
              </a:r>
              <a:r>
                <a:rPr sz="1400" kern="0" spc="120">
                  <a:solidFill>
                    <a:srgbClr val="000000">
                      <a:alpha val="100000"/>
                    </a:srgbClr>
                  </a:solidFill>
                  <a:latin typeface="Arial"/>
                  <a:ea typeface="Arial"/>
                  <a:cs typeface="Arial"/>
                </a:rPr>
                <a:t> </a:t>
              </a:r>
              <a:r>
                <a:rPr sz="1400" kern="0">
                  <a:solidFill>
                    <a:srgbClr val="000000">
                      <a:alpha val="100000"/>
                    </a:srgbClr>
                  </a:solidFill>
                  <a:latin typeface="Arial"/>
                  <a:ea typeface="Arial"/>
                  <a:cs typeface="Arial"/>
                </a:rPr>
                <a:t>Practice</a:t>
              </a:r>
              <a:r>
                <a:rPr sz="1400" kern="0" spc="-10">
                  <a:solidFill>
                    <a:srgbClr val="000000">
                      <a:alpha val="100000"/>
                    </a:srgbClr>
                  </a:solidFill>
                  <a:latin typeface="Arial"/>
                  <a:ea typeface="Arial"/>
                  <a:cs typeface="Arial"/>
                </a:rPr>
                <a:t>-based</a:t>
              </a:r>
              <a:r>
                <a:rPr sz="1400" kern="0" spc="10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learning opportunities –</a:t>
              </a:r>
              <a:r>
                <a:rPr sz="1400" kern="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usually final</a:t>
              </a:r>
              <a:r>
                <a:rPr sz="1400" kern="0" spc="13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placements had</a:t>
              </a:r>
              <a:r>
                <a:rPr sz="1400" kern="0" spc="11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leadersh</a:t>
              </a:r>
              <a:r>
                <a:rPr sz="1400" kern="0" spc="-20">
                  <a:solidFill>
                    <a:srgbClr val="000000">
                      <a:alpha val="100000"/>
                    </a:srgbClr>
                  </a:solidFill>
                  <a:latin typeface="Arial"/>
                  <a:ea typeface="Arial"/>
                  <a:cs typeface="Arial"/>
                </a:rPr>
                <a:t>ip</a:t>
              </a:r>
              <a:r>
                <a:rPr sz="1400" kern="0">
                  <a:solidFill>
                    <a:srgbClr val="000000">
                      <a:alpha val="100000"/>
                    </a:srgbClr>
                  </a:solidFill>
                  <a:latin typeface="Arial"/>
                  <a:ea typeface="Arial"/>
                  <a:cs typeface="Arial"/>
                </a:rPr>
                <a:t>   embedded, as learners fee</a:t>
              </a:r>
              <a:r>
                <a:rPr sz="1400" kern="0" spc="-10">
                  <a:solidFill>
                    <a:srgbClr val="000000">
                      <a:alpha val="100000"/>
                    </a:srgbClr>
                  </a:solidFill>
                  <a:latin typeface="Arial"/>
                  <a:ea typeface="Arial"/>
                  <a:cs typeface="Arial"/>
                </a:rPr>
                <a:t>l more</a:t>
              </a:r>
              <a:endParaRPr sz="1400">
                <a:latin typeface="Arial"/>
                <a:ea typeface="Arial"/>
                <a:cs typeface="Arial"/>
              </a:endParaRPr>
            </a:p>
          </p:txBody>
        </p:sp>
      </p:grpSp>
      <p:pic>
        <p:nvPicPr>
          <p:cNvPr id="488" name="picture 488"/>
          <p:cNvPicPr>
            <a:picLocks noChangeAspect="1"/>
          </p:cNvPicPr>
          <p:nvPr/>
        </p:nvPicPr>
        <p:blipFill>
          <a:blip r:embed="rId4"/>
          <a:stretch>
            <a:fillRect/>
          </a:stretch>
        </p:blipFill>
        <p:spPr>
          <a:xfrm rot="21600000">
            <a:off x="2395538" y="3310001"/>
            <a:ext cx="3714813" cy="2228850"/>
          </a:xfrm>
          <a:prstGeom prst="rect">
            <a:avLst/>
          </a:prstGeom>
        </p:spPr>
      </p:pic>
      <p:graphicFrame>
        <p:nvGraphicFramePr>
          <p:cNvPr id="490" name="table 490"/>
          <p:cNvGraphicFramePr>
            <a:graphicFrameLocks noGrp="1"/>
          </p:cNvGraphicFramePr>
          <p:nvPr/>
        </p:nvGraphicFramePr>
        <p:xfrm>
          <a:off x="2382837" y="3297301"/>
          <a:ext cx="3740150" cy="2228850"/>
        </p:xfrm>
        <a:graphic>
          <a:graphicData uri="http://schemas.openxmlformats.org/drawingml/2006/table">
            <a:tbl>
              <a:tblPr/>
              <a:tblGrid>
                <a:gridCol w="3740150">
                  <a:extLst>
                    <a:ext uri="{9D8B030D-6E8A-4147-A177-3AD203B41FA5}">
                      <a16:colId xmlns:a16="http://schemas.microsoft.com/office/drawing/2014/main" val="20000"/>
                    </a:ext>
                  </a:extLst>
                </a:gridCol>
              </a:tblGrid>
              <a:tr h="2228850">
                <a:tc>
                  <a:txBody>
                    <a:bodyPr/>
                    <a:lstStyle/>
                    <a:p>
                      <a:pPr algn="l" rtl="0" eaLnBrk="0">
                        <a:lnSpc>
                          <a:spcPct val="103000"/>
                        </a:lnSpc>
                        <a:tabLst/>
                      </a:pPr>
                      <a:endParaRPr sz="1000">
                        <a:latin typeface="Arial"/>
                        <a:ea typeface="Arial"/>
                        <a:cs typeface="Arial"/>
                      </a:endParaRPr>
                    </a:p>
                    <a:p>
                      <a:pPr algn="l" rtl="0" eaLnBrk="0">
                        <a:lnSpc>
                          <a:spcPct val="103000"/>
                        </a:lnSpc>
                        <a:tabLst/>
                      </a:pPr>
                      <a:endParaRPr sz="1000">
                        <a:latin typeface="Arial"/>
                        <a:ea typeface="Arial"/>
                        <a:cs typeface="Arial"/>
                      </a:endParaRPr>
                    </a:p>
                    <a:p>
                      <a:pPr algn="l" rtl="0" eaLnBrk="0">
                        <a:lnSpc>
                          <a:spcPct val="103000"/>
                        </a:lnSpc>
                        <a:tabLst/>
                      </a:pPr>
                      <a:endParaRPr sz="1000">
                        <a:latin typeface="Arial"/>
                        <a:ea typeface="Arial"/>
                        <a:cs typeface="Arial"/>
                      </a:endParaRPr>
                    </a:p>
                    <a:p>
                      <a:pPr marL="459740" algn="l" rtl="0" eaLnBrk="0">
                        <a:lnSpc>
                          <a:spcPct val="82000"/>
                        </a:lnSpc>
                        <a:spcBef>
                          <a:spcPts val="1"/>
                        </a:spcBef>
                        <a:tabLst/>
                      </a:pPr>
                      <a:r>
                        <a:rPr sz="1800" kern="0" spc="-10">
                          <a:solidFill>
                            <a:srgbClr val="000000">
                              <a:alpha val="100000"/>
                            </a:srgbClr>
                          </a:solidFill>
                          <a:latin typeface="Arial"/>
                          <a:ea typeface="Arial"/>
                          <a:cs typeface="Arial"/>
                        </a:rPr>
                        <a:t>Emphasised the role</a:t>
                      </a:r>
                      <a:r>
                        <a:rPr sz="1800" kern="0" spc="80">
                          <a:solidFill>
                            <a:srgbClr val="000000">
                              <a:alpha val="100000"/>
                            </a:srgbClr>
                          </a:solidFill>
                          <a:latin typeface="Arial"/>
                          <a:ea typeface="Arial"/>
                          <a:cs typeface="Arial"/>
                        </a:rPr>
                        <a:t> </a:t>
                      </a:r>
                      <a:r>
                        <a:rPr sz="1800" kern="0" spc="-10">
                          <a:solidFill>
                            <a:srgbClr val="000000">
                              <a:alpha val="100000"/>
                            </a:srgbClr>
                          </a:solidFill>
                          <a:latin typeface="Arial"/>
                          <a:ea typeface="Arial"/>
                          <a:cs typeface="Arial"/>
                        </a:rPr>
                        <a:t>and</a:t>
                      </a:r>
                      <a:endParaRPr sz="1800">
                        <a:latin typeface="Arial"/>
                        <a:ea typeface="Arial"/>
                        <a:cs typeface="Arial"/>
                      </a:endParaRPr>
                    </a:p>
                    <a:p>
                      <a:pPr marL="455930" algn="l" rtl="0" eaLnBrk="0">
                        <a:lnSpc>
                          <a:spcPct val="83000"/>
                        </a:lnSpc>
                        <a:spcBef>
                          <a:spcPts val="95"/>
                        </a:spcBef>
                        <a:tabLst/>
                      </a:pPr>
                      <a:r>
                        <a:rPr sz="1800" kern="0" spc="0">
                          <a:solidFill>
                            <a:srgbClr val="000000">
                              <a:alpha val="100000"/>
                            </a:srgbClr>
                          </a:solidFill>
                          <a:latin typeface="Arial"/>
                          <a:ea typeface="Arial"/>
                          <a:cs typeface="Arial"/>
                        </a:rPr>
                        <a:t>importance of leade</a:t>
                      </a:r>
                      <a:r>
                        <a:rPr sz="1800" kern="0" spc="-10">
                          <a:solidFill>
                            <a:srgbClr val="000000">
                              <a:alpha val="100000"/>
                            </a:srgbClr>
                          </a:solidFill>
                          <a:latin typeface="Arial"/>
                          <a:ea typeface="Arial"/>
                          <a:cs typeface="Arial"/>
                        </a:rPr>
                        <a:t>rship at all     levels of</a:t>
                      </a:r>
                      <a:r>
                        <a:rPr sz="1800" kern="0" spc="100">
                          <a:solidFill>
                            <a:srgbClr val="000000">
                              <a:alpha val="100000"/>
                            </a:srgbClr>
                          </a:solidFill>
                          <a:latin typeface="Arial"/>
                          <a:ea typeface="Arial"/>
                          <a:cs typeface="Arial"/>
                        </a:rPr>
                        <a:t> </a:t>
                      </a:r>
                      <a:r>
                        <a:rPr sz="1800" kern="0" spc="-20">
                          <a:solidFill>
                            <a:srgbClr val="000000">
                              <a:alpha val="100000"/>
                            </a:srgbClr>
                          </a:solidFill>
                          <a:latin typeface="Arial"/>
                          <a:ea typeface="Arial"/>
                          <a:cs typeface="Arial"/>
                        </a:rPr>
                        <a:t>practice</a:t>
                      </a:r>
                      <a:endParaRPr sz="1800">
                        <a:latin typeface="Arial"/>
                        <a:ea typeface="Arial"/>
                        <a:cs typeface="Arial"/>
                      </a:endParaRPr>
                    </a:p>
                    <a:p>
                      <a:pPr marL="562609" indent="-111125" algn="l" rtl="0" eaLnBrk="0">
                        <a:lnSpc>
                          <a:spcPct val="84000"/>
                        </a:lnSpc>
                        <a:spcBef>
                          <a:spcPts val="838"/>
                        </a:spcBef>
                        <a:tabLst/>
                      </a:pPr>
                      <a:r>
                        <a:rPr sz="1400" kern="0" spc="-10">
                          <a:solidFill>
                            <a:srgbClr val="000000">
                              <a:alpha val="100000"/>
                            </a:srgbClr>
                          </a:solidFill>
                          <a:latin typeface="Arial"/>
                          <a:ea typeface="Arial"/>
                          <a:cs typeface="Arial"/>
                        </a:rPr>
                        <a:t>•</a:t>
                      </a:r>
                      <a:r>
                        <a:rPr sz="1400" kern="0" spc="19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Important that registrants are</a:t>
                      </a:r>
                      <a:r>
                        <a:rPr sz="1400" kern="0" spc="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autonomous</a:t>
                      </a:r>
                      <a:r>
                        <a:rPr sz="1400" kern="0" spc="17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professionals</a:t>
                      </a:r>
                      <a:endParaRPr sz="1400">
                        <a:latin typeface="Arial"/>
                        <a:ea typeface="Arial"/>
                        <a:cs typeface="Arial"/>
                      </a:endParaRPr>
                    </a:p>
                    <a:p>
                      <a:pPr marL="556259" indent="-104775" algn="l" rtl="0" eaLnBrk="0">
                        <a:lnSpc>
                          <a:spcPct val="86000"/>
                        </a:lnSpc>
                        <a:spcBef>
                          <a:spcPts val="249"/>
                        </a:spcBef>
                        <a:tabLst/>
                      </a:pPr>
                      <a:r>
                        <a:rPr sz="1400" kern="0" spc="0">
                          <a:solidFill>
                            <a:srgbClr val="000000">
                              <a:alpha val="100000"/>
                            </a:srgbClr>
                          </a:solidFill>
                          <a:latin typeface="Arial"/>
                          <a:ea typeface="Arial"/>
                          <a:cs typeface="Arial"/>
                        </a:rPr>
                        <a:t>• This includes displaying</a:t>
                      </a:r>
                      <a:r>
                        <a:rPr sz="1400" kern="0" spc="-10">
                          <a:solidFill>
                            <a:srgbClr val="000000">
                              <a:alpha val="100000"/>
                            </a:srgbClr>
                          </a:solidFill>
                          <a:latin typeface="Arial"/>
                          <a:ea typeface="Arial"/>
                          <a:cs typeface="Arial"/>
                        </a:rPr>
                        <a:t> leadership</a:t>
                      </a:r>
                      <a:r>
                        <a:rPr sz="1400" kern="0" spc="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 without needing to</a:t>
                      </a:r>
                      <a:r>
                        <a:rPr sz="1400" kern="0" spc="10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be</a:t>
                      </a:r>
                      <a:r>
                        <a:rPr sz="1400" kern="0" spc="11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in</a:t>
                      </a:r>
                      <a:r>
                        <a:rPr sz="1400" kern="0" spc="-20">
                          <a:solidFill>
                            <a:srgbClr val="000000">
                              <a:alpha val="100000"/>
                            </a:srgbClr>
                          </a:solidFill>
                          <a:latin typeface="Arial"/>
                          <a:ea typeface="Arial"/>
                          <a:cs typeface="Arial"/>
                        </a:rPr>
                        <a:t> a</a:t>
                      </a:r>
                      <a:endParaRPr sz="1400">
                        <a:latin typeface="Arial"/>
                        <a:ea typeface="Arial"/>
                        <a:cs typeface="Arial"/>
                      </a:endParaRPr>
                    </a:p>
                    <a:p>
                      <a:pPr marL="567690" algn="l" rtl="0" eaLnBrk="0">
                        <a:lnSpc>
                          <a:spcPct val="82000"/>
                        </a:lnSpc>
                        <a:spcBef>
                          <a:spcPts val="48"/>
                        </a:spcBef>
                        <a:tabLst/>
                      </a:pPr>
                      <a:r>
                        <a:rPr sz="1400" kern="0" spc="-10">
                          <a:solidFill>
                            <a:srgbClr val="000000">
                              <a:alpha val="100000"/>
                            </a:srgbClr>
                          </a:solidFill>
                          <a:latin typeface="Arial"/>
                          <a:ea typeface="Arial"/>
                          <a:cs typeface="Arial"/>
                        </a:rPr>
                        <a:t>management role</a:t>
                      </a:r>
                      <a:endParaRPr sz="1400">
                        <a:latin typeface="Arial"/>
                        <a:ea typeface="Arial"/>
                        <a:cs typeface="Arial"/>
                      </a:endParaRPr>
                    </a:p>
                  </a:txBody>
                  <a:tcPr marL="0" marR="0" marT="0" marB="0">
                    <a:lnL w="25400" cap="flat" cmpd="sng" algn="ctr">
                      <a:solidFill>
                        <a:srgbClr val="9BBB59"/>
                      </a:solidFill>
                      <a:prstDash val="solid"/>
                      <a:round/>
                      <a:headEnd type="none" w="med" len="med"/>
                      <a:tailEnd type="none" w="med" len="med"/>
                    </a:lnL>
                    <a:lnR w="25400" cap="flat" cmpd="sng" algn="ctr">
                      <a:solidFill>
                        <a:srgbClr val="9BBB59"/>
                      </a:solidFill>
                      <a:prstDash val="solid"/>
                      <a:round/>
                      <a:headEnd type="none" w="med" len="med"/>
                      <a:tailEnd type="none" w="med" len="med"/>
                    </a:lnR>
                    <a:lnT w="25400" cap="flat" cmpd="sng" algn="ctr">
                      <a:solidFill>
                        <a:srgbClr val="9BBB59"/>
                      </a:solidFill>
                      <a:prstDash val="solid"/>
                      <a:round/>
                      <a:headEnd type="none" w="med" len="med"/>
                      <a:tailEnd type="none" w="med" len="med"/>
                    </a:lnT>
                    <a:lnB w="25400" cap="flat" cmpd="sng" algn="ctr">
                      <a:solidFill>
                        <a:srgbClr val="9BBB59"/>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492" name="textbox 492"/>
          <p:cNvSpPr/>
          <p:nvPr/>
        </p:nvSpPr>
        <p:spPr>
          <a:xfrm>
            <a:off x="6933014" y="4833338"/>
            <a:ext cx="2658745" cy="601980"/>
          </a:xfrm>
          <a:prstGeom prst="rect">
            <a:avLst/>
          </a:prstGeom>
          <a:noFill/>
          <a:ln w="0" cap="flat">
            <a:noFill/>
            <a:prstDash val="solid"/>
            <a:miter lim="0"/>
          </a:ln>
        </p:spPr>
        <p:txBody>
          <a:bodyPr vert="horz" wrap="square" lIns="0" tIns="0" rIns="0" bIns="0"/>
          <a:lstStyle/>
          <a:p>
            <a:pPr algn="l" rtl="0" eaLnBrk="0">
              <a:lnSpc>
                <a:spcPct val="71842"/>
              </a:lnSpc>
              <a:tabLst/>
            </a:pPr>
            <a:endParaRPr sz="100">
              <a:latin typeface="Arial"/>
              <a:ea typeface="Arial"/>
              <a:cs typeface="Arial"/>
            </a:endParaRPr>
          </a:p>
          <a:p>
            <a:pPr marL="128904" indent="-5080" eaLnBrk="0">
              <a:lnSpc>
                <a:spcPct val="84000"/>
              </a:lnSpc>
            </a:pPr>
            <a:r>
              <a:rPr sz="1400" kern="0" spc="-10">
                <a:solidFill>
                  <a:srgbClr val="000000">
                    <a:alpha val="100000"/>
                  </a:srgbClr>
                </a:solidFill>
                <a:latin typeface="Arial"/>
                <a:ea typeface="Arial"/>
                <a:cs typeface="Arial"/>
              </a:rPr>
              <a:t>autonomous</a:t>
            </a:r>
            <a:r>
              <a:rPr sz="1400" kern="0" spc="-20">
                <a:solidFill>
                  <a:srgbClr val="000000">
                    <a:alpha val="100000"/>
                  </a:srgbClr>
                </a:solidFill>
                <a:latin typeface="Arial"/>
                <a:ea typeface="Arial"/>
                <a:cs typeface="Arial"/>
              </a:rPr>
              <a:t> at</a:t>
            </a:r>
            <a:r>
              <a:rPr sz="1400" kern="0" spc="50">
                <a:solidFill>
                  <a:srgbClr val="000000">
                    <a:alpha val="100000"/>
                  </a:srgbClr>
                </a:solidFill>
                <a:latin typeface="Arial"/>
                <a:ea typeface="Arial"/>
                <a:cs typeface="Arial"/>
              </a:rPr>
              <a:t> </a:t>
            </a:r>
            <a:r>
              <a:rPr sz="1400" kern="0" spc="-20">
                <a:solidFill>
                  <a:srgbClr val="000000">
                    <a:alpha val="100000"/>
                  </a:srgbClr>
                </a:solidFill>
                <a:latin typeface="Arial"/>
                <a:ea typeface="Arial"/>
                <a:cs typeface="Arial"/>
              </a:rPr>
              <a:t>this</a:t>
            </a:r>
            <a:r>
              <a:rPr sz="1400" kern="0" spc="120">
                <a:solidFill>
                  <a:srgbClr val="000000">
                    <a:alpha val="100000"/>
                  </a:srgbClr>
                </a:solidFill>
                <a:latin typeface="Arial"/>
                <a:ea typeface="Arial"/>
                <a:cs typeface="Arial"/>
              </a:rPr>
              <a:t> </a:t>
            </a:r>
            <a:r>
              <a:rPr sz="1400" kern="0" spc="-20">
                <a:solidFill>
                  <a:srgbClr val="000000">
                    <a:alpha val="100000"/>
                  </a:srgbClr>
                </a:solidFill>
                <a:latin typeface="Arial"/>
                <a:ea typeface="Arial"/>
                <a:cs typeface="Arial"/>
              </a:rPr>
              <a:t>point</a:t>
            </a:r>
            <a:r>
              <a:rPr sz="1400" kern="0" spc="130">
                <a:solidFill>
                  <a:srgbClr val="000000">
                    <a:alpha val="100000"/>
                  </a:srgbClr>
                </a:solidFill>
                <a:latin typeface="Arial"/>
                <a:ea typeface="Arial"/>
                <a:cs typeface="Arial"/>
              </a:rPr>
              <a:t> </a:t>
            </a:r>
            <a:r>
              <a:rPr sz="1400" kern="0" spc="-20">
                <a:solidFill>
                  <a:srgbClr val="000000">
                    <a:alpha val="100000"/>
                  </a:srgbClr>
                </a:solidFill>
                <a:latin typeface="Arial"/>
                <a:ea typeface="Arial"/>
                <a:cs typeface="Arial"/>
              </a:rPr>
              <a:t>in</a:t>
            </a:r>
            <a:r>
              <a:rPr sz="1400" kern="0">
                <a:solidFill>
                  <a:srgbClr val="000000">
                    <a:alpha val="100000"/>
                  </a:srgbClr>
                </a:solidFill>
                <a:latin typeface="Arial"/>
                <a:ea typeface="Arial"/>
                <a:cs typeface="Arial"/>
              </a:rPr>
              <a:t>         </a:t>
            </a:r>
            <a:r>
              <a:rPr sz="1400" kern="0" spc="-10">
                <a:solidFill>
                  <a:srgbClr val="000000">
                    <a:alpha val="100000"/>
                  </a:srgbClr>
                </a:solidFill>
                <a:latin typeface="Arial"/>
                <a:ea typeface="Arial"/>
                <a:cs typeface="Arial"/>
              </a:rPr>
              <a:t>programme</a:t>
            </a:r>
            <a:r>
              <a:rPr sz="1400" kern="0" spc="-20">
                <a:solidFill>
                  <a:srgbClr val="000000">
                    <a:alpha val="100000"/>
                  </a:srgbClr>
                </a:solidFill>
                <a:latin typeface="Arial"/>
                <a:ea typeface="Arial"/>
                <a:cs typeface="Arial"/>
              </a:rPr>
              <a:t>s</a:t>
            </a:r>
            <a:endParaRPr sz="1400">
              <a:latin typeface="Arial"/>
              <a:ea typeface="Arial"/>
              <a:cs typeface="Arial"/>
            </a:endParaRPr>
          </a:p>
          <a:p>
            <a:pPr marL="12700" eaLnBrk="0">
              <a:lnSpc>
                <a:spcPct val="82000"/>
              </a:lnSpc>
              <a:spcBef>
                <a:spcPts val="351"/>
              </a:spcBef>
            </a:pPr>
            <a:r>
              <a:rPr sz="1400" kern="0">
                <a:solidFill>
                  <a:srgbClr val="000000">
                    <a:alpha val="100000"/>
                  </a:srgbClr>
                </a:solidFill>
                <a:latin typeface="Arial"/>
                <a:ea typeface="Arial"/>
                <a:cs typeface="Arial"/>
              </a:rPr>
              <a:t>•</a:t>
            </a:r>
            <a:r>
              <a:rPr sz="1400" kern="0" spc="120">
                <a:solidFill>
                  <a:srgbClr val="000000">
                    <a:alpha val="100000"/>
                  </a:srgbClr>
                </a:solidFill>
                <a:latin typeface="Arial"/>
                <a:ea typeface="Arial"/>
                <a:cs typeface="Arial"/>
              </a:rPr>
              <a:t> </a:t>
            </a:r>
            <a:r>
              <a:rPr sz="1400" kern="0">
                <a:solidFill>
                  <a:srgbClr val="000000">
                    <a:alpha val="100000"/>
                  </a:srgbClr>
                </a:solidFill>
                <a:latin typeface="Arial"/>
                <a:ea typeface="Arial"/>
                <a:cs typeface="Arial"/>
              </a:rPr>
              <a:t>Review of</a:t>
            </a:r>
            <a:r>
              <a:rPr sz="1400" kern="0" spc="-10">
                <a:solidFill>
                  <a:srgbClr val="000000">
                    <a:alpha val="100000"/>
                  </a:srgbClr>
                </a:solidFill>
                <a:latin typeface="Arial"/>
                <a:ea typeface="Arial"/>
                <a:cs typeface="Arial"/>
              </a:rPr>
              <a:t> teaching and learning</a:t>
            </a:r>
            <a:endParaRPr sz="1400">
              <a:latin typeface="Arial"/>
              <a:ea typeface="Arial"/>
              <a:cs typeface="Arial"/>
            </a:endParaRPr>
          </a:p>
        </p:txBody>
      </p:sp>
      <p:pic>
        <p:nvPicPr>
          <p:cNvPr id="494" name="picture 494"/>
          <p:cNvPicPr>
            <a:picLocks noChangeAspect="1"/>
          </p:cNvPicPr>
          <p:nvPr/>
        </p:nvPicPr>
        <p:blipFill>
          <a:blip r:embed="rId5"/>
          <a:stretch>
            <a:fillRect/>
          </a:stretch>
        </p:blipFill>
        <p:spPr>
          <a:xfrm rot="21600000">
            <a:off x="6500875" y="2278127"/>
            <a:ext cx="3727450" cy="384429"/>
          </a:xfrm>
          <a:prstGeom prst="rect">
            <a:avLst/>
          </a:prstGeom>
        </p:spPr>
      </p:pic>
      <p:pic>
        <p:nvPicPr>
          <p:cNvPr id="496" name="picture 496"/>
          <p:cNvPicPr>
            <a:picLocks noChangeAspect="1"/>
          </p:cNvPicPr>
          <p:nvPr/>
        </p:nvPicPr>
        <p:blipFill>
          <a:blip r:embed="rId6"/>
          <a:stretch>
            <a:fillRect/>
          </a:stretch>
        </p:blipFill>
        <p:spPr>
          <a:xfrm rot="21600000">
            <a:off x="6488176" y="2290826"/>
            <a:ext cx="384683" cy="2241422"/>
          </a:xfrm>
          <a:prstGeom prst="rect">
            <a:avLst/>
          </a:prstGeom>
        </p:spPr>
      </p:pic>
      <p:sp>
        <p:nvSpPr>
          <p:cNvPr id="498" name="textbox 498"/>
          <p:cNvSpPr/>
          <p:nvPr/>
        </p:nvSpPr>
        <p:spPr>
          <a:xfrm>
            <a:off x="2217126" y="1348252"/>
            <a:ext cx="1624964" cy="325120"/>
          </a:xfrm>
          <a:prstGeom prst="rect">
            <a:avLst/>
          </a:prstGeom>
          <a:noFill/>
          <a:ln w="0" cap="flat">
            <a:noFill/>
            <a:prstDash val="solid"/>
            <a:miter lim="0"/>
          </a:ln>
        </p:spPr>
        <p:txBody>
          <a:bodyPr vert="horz" wrap="square" lIns="0" tIns="0" rIns="0" bIns="0"/>
          <a:lstStyle/>
          <a:p>
            <a:pPr algn="l" rtl="0" eaLnBrk="0">
              <a:lnSpc>
                <a:spcPct val="80859"/>
              </a:lnSpc>
              <a:tabLst/>
            </a:pPr>
            <a:endParaRPr sz="100">
              <a:latin typeface="Arial"/>
              <a:ea typeface="Arial"/>
              <a:cs typeface="Arial"/>
            </a:endParaRPr>
          </a:p>
          <a:p>
            <a:pPr marL="12700" eaLnBrk="0">
              <a:lnSpc>
                <a:spcPct val="82000"/>
              </a:lnSpc>
            </a:pPr>
            <a:r>
              <a:rPr sz="2400" b="1" kern="0" spc="-20">
                <a:solidFill>
                  <a:srgbClr val="01356D">
                    <a:alpha val="100000"/>
                  </a:srgbClr>
                </a:solidFill>
                <a:latin typeface="Arial"/>
                <a:ea typeface="Arial"/>
                <a:cs typeface="Arial"/>
              </a:rPr>
              <a:t>Leadershi</a:t>
            </a:r>
            <a:r>
              <a:rPr sz="2400" b="1" kern="0" spc="-30">
                <a:solidFill>
                  <a:srgbClr val="01356D">
                    <a:alpha val="100000"/>
                  </a:srgbClr>
                </a:solidFill>
                <a:latin typeface="Arial"/>
                <a:ea typeface="Arial"/>
                <a:cs typeface="Arial"/>
              </a:rPr>
              <a:t>p</a:t>
            </a:r>
            <a:endParaRPr sz="2400">
              <a:latin typeface="Arial"/>
              <a:ea typeface="Arial"/>
              <a:cs typeface="Arial"/>
            </a:endParaRPr>
          </a:p>
        </p:txBody>
      </p:sp>
      <p:grpSp>
        <p:nvGrpSpPr>
          <p:cNvPr id="38" name="group 38"/>
          <p:cNvGrpSpPr/>
          <p:nvPr/>
        </p:nvGrpSpPr>
        <p:grpSpPr>
          <a:xfrm rot="21600000">
            <a:off x="5472654" y="2281914"/>
            <a:ext cx="650397" cy="659787"/>
            <a:chOff x="0" y="0"/>
            <a:chExt cx="650397" cy="659787"/>
          </a:xfrm>
        </p:grpSpPr>
        <p:sp>
          <p:nvSpPr>
            <p:cNvPr id="500" name="path 500"/>
            <p:cNvSpPr/>
            <p:nvPr/>
          </p:nvSpPr>
          <p:spPr>
            <a:xfrm>
              <a:off x="9047" y="8912"/>
              <a:ext cx="628650" cy="638175"/>
            </a:xfrm>
            <a:custGeom>
              <a:avLst/>
              <a:gdLst/>
              <a:ahLst/>
              <a:cxnLst/>
              <a:rect l="0" t="0" r="0" b="0"/>
              <a:pathLst>
                <a:path w="990" h="1005">
                  <a:moveTo>
                    <a:pt x="0" y="1005"/>
                  </a:moveTo>
                  <a:lnTo>
                    <a:pt x="990" y="0"/>
                  </a:lnTo>
                  <a:lnTo>
                    <a:pt x="990" y="1005"/>
                  </a:lnTo>
                  <a:lnTo>
                    <a:pt x="0" y="1005"/>
                  </a:lnTo>
                  <a:close/>
                </a:path>
              </a:pathLst>
            </a:custGeom>
            <a:solidFill>
              <a:srgbClr val="5EAFA6">
                <a:alpha val="100000"/>
              </a:srgbClr>
            </a:solidFill>
            <a:ln w="0" cap="flat">
              <a:noFill/>
              <a:prstDash val="solid"/>
              <a:miter lim="0"/>
            </a:ln>
          </p:spPr>
          <p:txBody>
            <a:bodyPr rtlCol="0"/>
            <a:lstStyle/>
            <a:p>
              <a:pPr algn="ctr"/>
              <a:endParaRPr lang="zh-CN" altLang="en-US"/>
            </a:p>
          </p:txBody>
        </p:sp>
        <p:sp>
          <p:nvSpPr>
            <p:cNvPr id="502" name="path 502"/>
            <p:cNvSpPr/>
            <p:nvPr/>
          </p:nvSpPr>
          <p:spPr>
            <a:xfrm>
              <a:off x="0" y="0"/>
              <a:ext cx="650397" cy="659787"/>
            </a:xfrm>
            <a:custGeom>
              <a:avLst/>
              <a:gdLst/>
              <a:ahLst/>
              <a:cxnLst/>
              <a:rect l="0" t="0" r="0" b="0"/>
              <a:pathLst>
                <a:path w="1024" h="1039">
                  <a:moveTo>
                    <a:pt x="14" y="1019"/>
                  </a:moveTo>
                  <a:lnTo>
                    <a:pt x="1004" y="14"/>
                  </a:lnTo>
                  <a:lnTo>
                    <a:pt x="1004" y="1019"/>
                  </a:lnTo>
                  <a:lnTo>
                    <a:pt x="14" y="1019"/>
                  </a:lnTo>
                  <a:close/>
                </a:path>
              </a:pathLst>
            </a:custGeom>
            <a:noFill/>
            <a:ln w="25400" cap="flat">
              <a:solidFill>
                <a:srgbClr val="5EAFA6"/>
              </a:solidFill>
              <a:prstDash val="solid"/>
              <a:round/>
            </a:ln>
          </p:spPr>
          <p:txBody>
            <a:bodyPr rtlCol="0"/>
            <a:lstStyle/>
            <a:p>
              <a:pPr algn="ctr"/>
              <a:endParaRPr lang="zh-CN" altLang="en-US"/>
            </a:p>
          </p:txBody>
        </p:sp>
      </p:grpSp>
      <p:pic>
        <p:nvPicPr>
          <p:cNvPr id="504" name="picture 504"/>
          <p:cNvPicPr>
            <a:picLocks noChangeAspect="1"/>
          </p:cNvPicPr>
          <p:nvPr/>
        </p:nvPicPr>
        <p:blipFill>
          <a:blip r:embed="rId7"/>
          <a:stretch>
            <a:fillRect/>
          </a:stretch>
        </p:blipFill>
        <p:spPr>
          <a:xfrm rot="21600000">
            <a:off x="2754834" y="3656329"/>
            <a:ext cx="3355517" cy="25400"/>
          </a:xfrm>
          <a:prstGeom prst="rect">
            <a:avLst/>
          </a:prstGeom>
        </p:spPr>
      </p:pic>
      <p:pic>
        <p:nvPicPr>
          <p:cNvPr id="506" name="picture 506"/>
          <p:cNvPicPr>
            <a:picLocks noChangeAspect="1"/>
          </p:cNvPicPr>
          <p:nvPr/>
        </p:nvPicPr>
        <p:blipFill>
          <a:blip r:embed="rId8"/>
          <a:stretch>
            <a:fillRect/>
          </a:stretch>
        </p:blipFill>
        <p:spPr>
          <a:xfrm rot="21600000">
            <a:off x="2742133" y="3669030"/>
            <a:ext cx="25400" cy="186982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HCPC Standards of Proficiency.</a:t>
            </a:r>
          </a:p>
        </p:txBody>
      </p:sp>
      <p:graphicFrame>
        <p:nvGraphicFramePr>
          <p:cNvPr id="5" name="Content Placeholder 2"/>
          <p:cNvGraphicFramePr>
            <a:graphicFrameLocks noGrp="1"/>
          </p:cNvGraphicFramePr>
          <p:nvPr>
            <p:ph idx="1"/>
            <p:extLst>
              <p:ext uri="{D42A27DB-BD31-4B8C-83A1-F6EECF244321}">
                <p14:modId xmlns:p14="http://schemas.microsoft.com/office/powerpoint/2010/main" val="66759774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9"/>
          <p:cNvSpPr>
            <a:spLocks noGrp="1" noRot="1" noChangeAspect="1" noMove="1" noResize="1" noEditPoints="1" noAdjustHandles="1" noChangeArrowheads="1" noChangeShapeType="1" noTextEdit="1"/>
          </p:cNvSpPr>
          <p:nvPr/>
        </p:nvSpPr>
        <p:spPr>
          <a:xfrm>
            <a:off x="-1"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1295400" y="669925"/>
            <a:ext cx="4800600" cy="1325563"/>
          </a:xfrm>
        </p:spPr>
        <p:txBody>
          <a:bodyPr anchor="b">
            <a:normAutofit/>
          </a:bodyPr>
          <a:lstStyle/>
          <a:p>
            <a:r>
              <a:rPr lang="en-GB">
                <a:solidFill>
                  <a:schemeClr val="bg1"/>
                </a:solidFill>
              </a:rPr>
              <a:t>What is the CSP?</a:t>
            </a:r>
          </a:p>
        </p:txBody>
      </p:sp>
      <p:cxnSp>
        <p:nvCxnSpPr>
          <p:cNvPr id="18" name="Straight Connector 11"/>
          <p:cNvCxnSpPr>
            <a:cxnSpLocks noGrp="1" noRot="1" noChangeAspect="1" noMove="1" noResize="1" noEditPoints="1" noAdjustHandles="1" noChangeArrowheads="1" noChangeShapeType="1"/>
          </p:cNvCxnSpPr>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1295400" y="2288833"/>
            <a:ext cx="4800600" cy="3711571"/>
          </a:xfrm>
        </p:spPr>
        <p:txBody>
          <a:bodyPr>
            <a:normAutofit/>
          </a:bodyPr>
          <a:lstStyle/>
          <a:p>
            <a:r>
              <a:rPr lang="en-GB" sz="3200">
                <a:solidFill>
                  <a:schemeClr val="bg1"/>
                </a:solidFill>
              </a:rPr>
              <a:t>Chartered Society for Physiotherapy.</a:t>
            </a:r>
          </a:p>
          <a:p>
            <a:pPr lvl="1"/>
            <a:r>
              <a:rPr lang="en-GB" sz="2000" b="0" i="0">
                <a:solidFill>
                  <a:schemeClr val="bg1"/>
                </a:solidFill>
                <a:effectLst/>
                <a:latin typeface="Google Sans"/>
              </a:rPr>
              <a:t>professional, educational and trade union body for the UK's chartered physiotherapists, physiotherapy students and support workers.</a:t>
            </a:r>
            <a:endParaRPr lang="en-GB" sz="2000">
              <a:solidFill>
                <a:schemeClr val="bg1"/>
              </a:solidFill>
            </a:endParaRPr>
          </a:p>
          <a:p>
            <a:endParaRPr lang="en-GB" sz="2000">
              <a:solidFill>
                <a:schemeClr val="bg1"/>
              </a:solidFill>
            </a:endParaRPr>
          </a:p>
        </p:txBody>
      </p:sp>
      <p:pic>
        <p:nvPicPr>
          <p:cNvPr id="4" name="Picture 3"/>
          <p:cNvPicPr>
            <a:picLocks noChangeAspect="1"/>
          </p:cNvPicPr>
          <p:nvPr/>
        </p:nvPicPr>
        <p:blipFill>
          <a:blip r:embed="rId2"/>
          <a:stretch>
            <a:fillRect/>
          </a:stretch>
        </p:blipFill>
        <p:spPr>
          <a:xfrm>
            <a:off x="7624990" y="369913"/>
            <a:ext cx="1629045" cy="2784532"/>
          </a:xfrm>
          <a:prstGeom prst="rect">
            <a:avLst/>
          </a:prstGeom>
        </p:spPr>
      </p:pic>
      <p:sp>
        <p:nvSpPr>
          <p:cNvPr id="19" name="Rectangle 13"/>
          <p:cNvSpPr>
            <a:spLocks noGrp="1" noRot="1" noChangeAspect="1" noMove="1" noResize="1" noEditPoints="1" noAdjustHandles="1" noChangeArrowheads="1" noChangeShapeType="1" noTextEdit="1"/>
          </p:cNvSpPr>
          <p:nvPr/>
        </p:nvSpPr>
        <p:spPr>
          <a:xfrm>
            <a:off x="6431603" y="182859"/>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3"/>
          <a:stretch>
            <a:fillRect/>
          </a:stretch>
        </p:blipFill>
        <p:spPr>
          <a:xfrm>
            <a:off x="8038661" y="4016036"/>
            <a:ext cx="3588640" cy="2212994"/>
          </a:xfrm>
          <a:prstGeom prst="rect">
            <a:avLst/>
          </a:prstGeom>
        </p:spPr>
      </p:pic>
      <p:sp>
        <p:nvSpPr>
          <p:cNvPr id="16" name="Rectangle 15"/>
          <p:cNvSpPr>
            <a:spLocks noGrp="1" noRot="1" noChangeAspect="1" noMove="1" noResize="1" noEditPoints="1" noAdjustHandles="1" noChangeArrowheads="1" noChangeShapeType="1" noTextEdit="1"/>
          </p:cNvSpPr>
          <p:nvPr/>
        </p:nvSpPr>
        <p:spPr>
          <a:xfrm>
            <a:off x="7825071" y="3543213"/>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1824989" cy="697230"/>
          </a:xfrm>
          <a:prstGeom prst="rect">
            <a:avLst/>
          </a:prstGeom>
        </p:spPr>
        <p:txBody>
          <a:bodyPr vert="horz" wrap="square" lIns="0" tIns="13335" rIns="0" bIns="0" rtlCol="0">
            <a:spAutoFit/>
          </a:bodyPr>
          <a:lstStyle/>
          <a:p>
            <a:pPr marL="12700">
              <a:lnSpc>
                <a:spcPct val="100000"/>
              </a:lnSpc>
              <a:spcBef>
                <a:spcPts val="105"/>
              </a:spcBef>
            </a:pPr>
            <a:r>
              <a:rPr spc="-5"/>
              <a:t>The</a:t>
            </a:r>
            <a:r>
              <a:rPr spc="-75"/>
              <a:t> </a:t>
            </a:r>
            <a:r>
              <a:rPr spc="-5"/>
              <a:t>CSP</a:t>
            </a:r>
          </a:p>
        </p:txBody>
      </p:sp>
      <p:graphicFrame>
        <p:nvGraphicFramePr>
          <p:cNvPr id="5" name="object 3"/>
          <p:cNvGraphicFramePr/>
          <p:nvPr/>
        </p:nvGraphicFramePr>
        <p:xfrm>
          <a:off x="535021" y="1527243"/>
          <a:ext cx="11215992" cy="48249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41375" y="926083"/>
            <a:ext cx="6144895" cy="696595"/>
          </a:xfrm>
          <a:prstGeom prst="rect">
            <a:avLst/>
          </a:prstGeom>
        </p:spPr>
        <p:txBody>
          <a:bodyPr vert="horz" wrap="square" lIns="0" tIns="13335" rIns="0" bIns="0" rtlCol="0">
            <a:spAutoFit/>
          </a:bodyPr>
          <a:lstStyle/>
          <a:p>
            <a:pPr marL="12700">
              <a:lnSpc>
                <a:spcPct val="100000"/>
              </a:lnSpc>
              <a:spcBef>
                <a:spcPts val="105"/>
              </a:spcBef>
            </a:pPr>
            <a:r>
              <a:rPr spc="-5"/>
              <a:t>Code of </a:t>
            </a:r>
            <a:r>
              <a:rPr spc="-20"/>
              <a:t>professional</a:t>
            </a:r>
            <a:r>
              <a:rPr spc="-45"/>
              <a:t> </a:t>
            </a:r>
            <a:r>
              <a:rPr spc="-15"/>
              <a:t>values</a:t>
            </a:r>
          </a:p>
        </p:txBody>
      </p:sp>
      <p:sp>
        <p:nvSpPr>
          <p:cNvPr id="3" name="object 3"/>
          <p:cNvSpPr txBox="1"/>
          <p:nvPr/>
        </p:nvSpPr>
        <p:spPr>
          <a:xfrm>
            <a:off x="916939" y="2308987"/>
            <a:ext cx="10329545" cy="3739515"/>
          </a:xfrm>
          <a:prstGeom prst="rect">
            <a:avLst/>
          </a:prstGeom>
        </p:spPr>
        <p:txBody>
          <a:bodyPr vert="horz" wrap="square" lIns="0" tIns="52705" rIns="0" bIns="0" rtlCol="0">
            <a:spAutoFit/>
          </a:bodyPr>
          <a:lstStyle/>
          <a:p>
            <a:pPr marL="241300" marR="40005" indent="-228600">
              <a:lnSpc>
                <a:spcPct val="90000"/>
              </a:lnSpc>
              <a:spcBef>
                <a:spcPts val="415"/>
              </a:spcBef>
              <a:buFont typeface="Arial" panose="020B0604020202020204"/>
              <a:buChar char="•"/>
              <a:tabLst>
                <a:tab pos="241300" algn="l"/>
              </a:tabLst>
            </a:pPr>
            <a:r>
              <a:rPr sz="2600" spc="-5">
                <a:latin typeface="Calibri" panose="020F0502020204030204"/>
                <a:cs typeface="Calibri" panose="020F0502020204030204"/>
              </a:rPr>
              <a:t>“</a:t>
            </a:r>
            <a:r>
              <a:rPr sz="2600" spc="-5">
                <a:solidFill>
                  <a:srgbClr val="212121"/>
                </a:solidFill>
                <a:latin typeface="Calibri" panose="020F0502020204030204"/>
                <a:cs typeface="Calibri" panose="020F0502020204030204"/>
              </a:rPr>
              <a:t>The </a:t>
            </a:r>
            <a:r>
              <a:rPr sz="2600">
                <a:solidFill>
                  <a:srgbClr val="212121"/>
                </a:solidFill>
                <a:latin typeface="Calibri" panose="020F0502020204030204"/>
                <a:cs typeface="Calibri" panose="020F0502020204030204"/>
              </a:rPr>
              <a:t>CSP's </a:t>
            </a:r>
            <a:r>
              <a:rPr sz="2600" spc="-5">
                <a:solidFill>
                  <a:srgbClr val="212121"/>
                </a:solidFill>
                <a:latin typeface="Calibri" panose="020F0502020204030204"/>
                <a:cs typeface="Calibri" panose="020F0502020204030204"/>
              </a:rPr>
              <a:t>Code of </a:t>
            </a:r>
            <a:r>
              <a:rPr sz="2600" spc="-10">
                <a:solidFill>
                  <a:srgbClr val="212121"/>
                </a:solidFill>
                <a:latin typeface="Calibri" panose="020F0502020204030204"/>
                <a:cs typeface="Calibri" panose="020F0502020204030204"/>
              </a:rPr>
              <a:t>Members' Professional </a:t>
            </a:r>
            <a:r>
              <a:rPr sz="2600" spc="-25">
                <a:solidFill>
                  <a:srgbClr val="212121"/>
                </a:solidFill>
                <a:latin typeface="Calibri" panose="020F0502020204030204"/>
                <a:cs typeface="Calibri" panose="020F0502020204030204"/>
              </a:rPr>
              <a:t>Values </a:t>
            </a:r>
            <a:r>
              <a:rPr sz="2600">
                <a:solidFill>
                  <a:srgbClr val="212121"/>
                </a:solidFill>
                <a:latin typeface="Calibri" panose="020F0502020204030204"/>
                <a:cs typeface="Calibri" panose="020F0502020204030204"/>
              </a:rPr>
              <a:t>and </a:t>
            </a:r>
            <a:r>
              <a:rPr sz="2600" spc="-5">
                <a:solidFill>
                  <a:srgbClr val="212121"/>
                </a:solidFill>
                <a:latin typeface="Calibri" panose="020F0502020204030204"/>
                <a:cs typeface="Calibri" panose="020F0502020204030204"/>
              </a:rPr>
              <a:t>Behaviour </a:t>
            </a:r>
            <a:r>
              <a:rPr sz="2600">
                <a:solidFill>
                  <a:srgbClr val="212121"/>
                </a:solidFill>
                <a:latin typeface="Calibri" panose="020F0502020204030204"/>
                <a:cs typeface="Calibri" panose="020F0502020204030204"/>
              </a:rPr>
              <a:t>is </a:t>
            </a:r>
            <a:r>
              <a:rPr sz="2600" spc="-10">
                <a:solidFill>
                  <a:srgbClr val="212121"/>
                </a:solidFill>
                <a:latin typeface="Calibri" panose="020F0502020204030204"/>
                <a:cs typeface="Calibri" panose="020F0502020204030204"/>
              </a:rPr>
              <a:t>centred  around </a:t>
            </a:r>
            <a:r>
              <a:rPr sz="2600">
                <a:solidFill>
                  <a:srgbClr val="212121"/>
                </a:solidFill>
                <a:latin typeface="Calibri" panose="020F0502020204030204"/>
                <a:cs typeface="Calibri" panose="020F0502020204030204"/>
              </a:rPr>
              <a:t>the needs </a:t>
            </a:r>
            <a:r>
              <a:rPr sz="2600" spc="-5">
                <a:solidFill>
                  <a:srgbClr val="212121"/>
                </a:solidFill>
                <a:latin typeface="Calibri" panose="020F0502020204030204"/>
                <a:cs typeface="Calibri" panose="020F0502020204030204"/>
              </a:rPr>
              <a:t>of patients </a:t>
            </a:r>
            <a:r>
              <a:rPr sz="2600">
                <a:solidFill>
                  <a:srgbClr val="212121"/>
                </a:solidFill>
                <a:latin typeface="Calibri" panose="020F0502020204030204"/>
                <a:cs typeface="Calibri" panose="020F0502020204030204"/>
              </a:rPr>
              <a:t>and </a:t>
            </a:r>
            <a:r>
              <a:rPr sz="2600" spc="-5">
                <a:solidFill>
                  <a:srgbClr val="212121"/>
                </a:solidFill>
                <a:latin typeface="Calibri" panose="020F0502020204030204"/>
                <a:cs typeface="Calibri" panose="020F0502020204030204"/>
              </a:rPr>
              <a:t>clients. </a:t>
            </a:r>
            <a:r>
              <a:rPr sz="2600">
                <a:solidFill>
                  <a:srgbClr val="212121"/>
                </a:solidFill>
                <a:latin typeface="Calibri" panose="020F0502020204030204"/>
                <a:cs typeface="Calibri" panose="020F0502020204030204"/>
              </a:rPr>
              <a:t>It </a:t>
            </a:r>
            <a:r>
              <a:rPr sz="2600" spc="-5">
                <a:solidFill>
                  <a:srgbClr val="212121"/>
                </a:solidFill>
                <a:latin typeface="Calibri" panose="020F0502020204030204"/>
                <a:cs typeface="Calibri" panose="020F0502020204030204"/>
              </a:rPr>
              <a:t>sets out </a:t>
            </a:r>
            <a:r>
              <a:rPr sz="2600">
                <a:solidFill>
                  <a:srgbClr val="212121"/>
                </a:solidFill>
                <a:latin typeface="Calibri" panose="020F0502020204030204"/>
                <a:cs typeface="Calibri" panose="020F0502020204030204"/>
              </a:rPr>
              <a:t>the </a:t>
            </a:r>
            <a:r>
              <a:rPr sz="2600" spc="-5">
                <a:solidFill>
                  <a:srgbClr val="212121"/>
                </a:solidFill>
                <a:latin typeface="Calibri" panose="020F0502020204030204"/>
                <a:cs typeface="Calibri" panose="020F0502020204030204"/>
              </a:rPr>
              <a:t>high </a:t>
            </a:r>
            <a:r>
              <a:rPr sz="2600" spc="-10">
                <a:solidFill>
                  <a:srgbClr val="212121"/>
                </a:solidFill>
                <a:latin typeface="Calibri" panose="020F0502020204030204"/>
                <a:cs typeface="Calibri" panose="020F0502020204030204"/>
              </a:rPr>
              <a:t>standards </a:t>
            </a:r>
            <a:r>
              <a:rPr sz="2600" spc="-5">
                <a:solidFill>
                  <a:srgbClr val="212121"/>
                </a:solidFill>
                <a:latin typeface="Calibri" panose="020F0502020204030204"/>
                <a:cs typeface="Calibri" panose="020F0502020204030204"/>
              </a:rPr>
              <a:t>of  behaviour </a:t>
            </a:r>
            <a:r>
              <a:rPr sz="2600" spc="-10">
                <a:solidFill>
                  <a:srgbClr val="212121"/>
                </a:solidFill>
                <a:latin typeface="Calibri" panose="020F0502020204030204"/>
                <a:cs typeface="Calibri" panose="020F0502020204030204"/>
              </a:rPr>
              <a:t>required </a:t>
            </a:r>
            <a:r>
              <a:rPr sz="2600" spc="-5">
                <a:solidFill>
                  <a:srgbClr val="212121"/>
                </a:solidFill>
                <a:latin typeface="Calibri" panose="020F0502020204030204"/>
                <a:cs typeface="Calibri" panose="020F0502020204030204"/>
              </a:rPr>
              <a:t>of </a:t>
            </a:r>
            <a:r>
              <a:rPr sz="2600" spc="-20">
                <a:solidFill>
                  <a:srgbClr val="212121"/>
                </a:solidFill>
                <a:latin typeface="Calibri" panose="020F0502020204030204"/>
                <a:cs typeface="Calibri" panose="020F0502020204030204"/>
              </a:rPr>
              <a:t>you </a:t>
            </a:r>
            <a:r>
              <a:rPr sz="2600">
                <a:solidFill>
                  <a:srgbClr val="212121"/>
                </a:solidFill>
                <a:latin typeface="Calibri" panose="020F0502020204030204"/>
                <a:cs typeface="Calibri" panose="020F0502020204030204"/>
              </a:rPr>
              <a:t>as a </a:t>
            </a:r>
            <a:r>
              <a:rPr sz="2600" spc="-5">
                <a:solidFill>
                  <a:srgbClr val="212121"/>
                </a:solidFill>
                <a:latin typeface="Calibri" panose="020F0502020204030204"/>
                <a:cs typeface="Calibri" panose="020F0502020204030204"/>
              </a:rPr>
              <a:t>CSP </a:t>
            </a:r>
            <a:r>
              <a:rPr sz="2600">
                <a:solidFill>
                  <a:srgbClr val="212121"/>
                </a:solidFill>
                <a:latin typeface="Calibri" panose="020F0502020204030204"/>
                <a:cs typeface="Calibri" panose="020F0502020204030204"/>
              </a:rPr>
              <a:t>member; </a:t>
            </a:r>
            <a:r>
              <a:rPr sz="2600" spc="-10">
                <a:solidFill>
                  <a:srgbClr val="212121"/>
                </a:solidFill>
                <a:latin typeface="Calibri" panose="020F0502020204030204"/>
                <a:cs typeface="Calibri" panose="020F0502020204030204"/>
              </a:rPr>
              <a:t>following </a:t>
            </a:r>
            <a:r>
              <a:rPr sz="2600">
                <a:solidFill>
                  <a:srgbClr val="212121"/>
                </a:solidFill>
                <a:latin typeface="Calibri" panose="020F0502020204030204"/>
                <a:cs typeface="Calibri" panose="020F0502020204030204"/>
              </a:rPr>
              <a:t>the </a:t>
            </a:r>
            <a:r>
              <a:rPr sz="2600" spc="-5">
                <a:solidFill>
                  <a:srgbClr val="212121"/>
                </a:solidFill>
                <a:latin typeface="Calibri" panose="020F0502020204030204"/>
                <a:cs typeface="Calibri" panose="020F0502020204030204"/>
              </a:rPr>
              <a:t>Code </a:t>
            </a:r>
            <a:r>
              <a:rPr sz="2600" spc="-15">
                <a:solidFill>
                  <a:srgbClr val="212121"/>
                </a:solidFill>
                <a:latin typeface="Calibri" panose="020F0502020204030204"/>
                <a:cs typeface="Calibri" panose="020F0502020204030204"/>
              </a:rPr>
              <a:t>forms </a:t>
            </a:r>
            <a:r>
              <a:rPr sz="2600" spc="-5">
                <a:solidFill>
                  <a:srgbClr val="212121"/>
                </a:solidFill>
                <a:latin typeface="Calibri" panose="020F0502020204030204"/>
                <a:cs typeface="Calibri" panose="020F0502020204030204"/>
              </a:rPr>
              <a:t>part  of </a:t>
            </a:r>
            <a:r>
              <a:rPr sz="2600" spc="-15">
                <a:solidFill>
                  <a:srgbClr val="212121"/>
                </a:solidFill>
                <a:latin typeface="Calibri" panose="020F0502020204030204"/>
                <a:cs typeface="Calibri" panose="020F0502020204030204"/>
              </a:rPr>
              <a:t>your </a:t>
            </a:r>
            <a:r>
              <a:rPr sz="2600" spc="-10">
                <a:solidFill>
                  <a:srgbClr val="212121"/>
                </a:solidFill>
                <a:latin typeface="Calibri" panose="020F0502020204030204"/>
                <a:cs typeface="Calibri" panose="020F0502020204030204"/>
              </a:rPr>
              <a:t>contract </a:t>
            </a:r>
            <a:r>
              <a:rPr sz="2600">
                <a:solidFill>
                  <a:srgbClr val="212121"/>
                </a:solidFill>
                <a:latin typeface="Calibri" panose="020F0502020204030204"/>
                <a:cs typeface="Calibri" panose="020F0502020204030204"/>
              </a:rPr>
              <a:t>as a member </a:t>
            </a:r>
            <a:r>
              <a:rPr sz="2600" spc="-5">
                <a:solidFill>
                  <a:srgbClr val="212121"/>
                </a:solidFill>
                <a:latin typeface="Calibri" panose="020F0502020204030204"/>
                <a:cs typeface="Calibri" panose="020F0502020204030204"/>
              </a:rPr>
              <a:t>of </a:t>
            </a:r>
            <a:r>
              <a:rPr sz="2600">
                <a:solidFill>
                  <a:srgbClr val="212121"/>
                </a:solidFill>
                <a:latin typeface="Calibri" panose="020F0502020204030204"/>
                <a:cs typeface="Calibri" panose="020F0502020204030204"/>
              </a:rPr>
              <a:t>the</a:t>
            </a:r>
            <a:r>
              <a:rPr sz="2600" spc="-15">
                <a:solidFill>
                  <a:srgbClr val="212121"/>
                </a:solidFill>
                <a:latin typeface="Calibri" panose="020F0502020204030204"/>
                <a:cs typeface="Calibri" panose="020F0502020204030204"/>
              </a:rPr>
              <a:t> </a:t>
            </a:r>
            <a:r>
              <a:rPr sz="2600" spc="-114">
                <a:solidFill>
                  <a:srgbClr val="212121"/>
                </a:solidFill>
                <a:latin typeface="Calibri" panose="020F0502020204030204"/>
                <a:cs typeface="Calibri" panose="020F0502020204030204"/>
              </a:rPr>
              <a:t>CSP.”</a:t>
            </a:r>
            <a:endParaRPr sz="2600">
              <a:latin typeface="Calibri" panose="020F0502020204030204"/>
              <a:cs typeface="Calibri" panose="020F0502020204030204"/>
            </a:endParaRPr>
          </a:p>
          <a:p>
            <a:pPr marL="241300" indent="-228600">
              <a:lnSpc>
                <a:spcPct val="100000"/>
              </a:lnSpc>
              <a:spcBef>
                <a:spcPts val="650"/>
              </a:spcBef>
              <a:buFont typeface="Arial" panose="020B0604020202020204"/>
              <a:buChar char="•"/>
              <a:tabLst>
                <a:tab pos="241300" algn="l"/>
              </a:tabLst>
            </a:pPr>
            <a:r>
              <a:rPr sz="2800" spc="-5">
                <a:latin typeface="Calibri" panose="020F0502020204030204"/>
                <a:cs typeface="Calibri" panose="020F0502020204030204"/>
              </a:rPr>
              <a:t>Built </a:t>
            </a:r>
            <a:r>
              <a:rPr sz="2800" spc="-15">
                <a:latin typeface="Calibri" panose="020F0502020204030204"/>
                <a:cs typeface="Calibri" panose="020F0502020204030204"/>
              </a:rPr>
              <a:t>around </a:t>
            </a:r>
            <a:r>
              <a:rPr sz="2800" spc="-5">
                <a:latin typeface="Calibri" panose="020F0502020204030204"/>
                <a:cs typeface="Calibri" panose="020F0502020204030204"/>
              </a:rPr>
              <a:t>4 main</a:t>
            </a:r>
            <a:r>
              <a:rPr sz="2800" spc="95">
                <a:latin typeface="Calibri" panose="020F0502020204030204"/>
                <a:cs typeface="Calibri" panose="020F0502020204030204"/>
              </a:rPr>
              <a:t> </a:t>
            </a:r>
            <a:r>
              <a:rPr sz="2800" spc="-10">
                <a:latin typeface="Calibri" panose="020F0502020204030204"/>
                <a:cs typeface="Calibri" panose="020F0502020204030204"/>
              </a:rPr>
              <a:t>principles</a:t>
            </a:r>
            <a:endParaRPr sz="2800">
              <a:latin typeface="Calibri" panose="020F0502020204030204"/>
              <a:cs typeface="Calibri" panose="020F0502020204030204"/>
            </a:endParaRPr>
          </a:p>
          <a:p>
            <a:pPr marL="241300" marR="5080" indent="-228600">
              <a:lnSpc>
                <a:spcPts val="3030"/>
              </a:lnSpc>
              <a:spcBef>
                <a:spcPts val="1035"/>
              </a:spcBef>
              <a:buFont typeface="Arial" panose="020B0604020202020204"/>
              <a:buChar char="•"/>
              <a:tabLst>
                <a:tab pos="241300" algn="l"/>
              </a:tabLst>
            </a:pPr>
            <a:r>
              <a:rPr sz="2800" spc="-5">
                <a:latin typeface="Calibri" panose="020F0502020204030204"/>
                <a:cs typeface="Calibri" panose="020F0502020204030204"/>
              </a:rPr>
              <a:t>Underlines the </a:t>
            </a:r>
            <a:r>
              <a:rPr sz="2800" spc="-10">
                <a:latin typeface="Calibri" panose="020F0502020204030204"/>
                <a:cs typeface="Calibri" panose="020F0502020204030204"/>
              </a:rPr>
              <a:t>obligations </a:t>
            </a:r>
            <a:r>
              <a:rPr sz="2800" spc="-5">
                <a:latin typeface="Calibri" panose="020F0502020204030204"/>
                <a:cs typeface="Calibri" panose="020F0502020204030204"/>
              </a:rPr>
              <a:t>of the </a:t>
            </a:r>
            <a:r>
              <a:rPr sz="2800" spc="-15">
                <a:latin typeface="Calibri" panose="020F0502020204030204"/>
                <a:cs typeface="Calibri" panose="020F0502020204030204"/>
              </a:rPr>
              <a:t>therapist to follow </a:t>
            </a:r>
            <a:r>
              <a:rPr sz="2800" spc="-20">
                <a:latin typeface="Calibri" panose="020F0502020204030204"/>
                <a:cs typeface="Calibri" panose="020F0502020204030204"/>
              </a:rPr>
              <a:t>relevant </a:t>
            </a:r>
            <a:r>
              <a:rPr sz="2800" spc="-15">
                <a:latin typeface="Calibri" panose="020F0502020204030204"/>
                <a:cs typeface="Calibri" panose="020F0502020204030204"/>
              </a:rPr>
              <a:t>laws </a:t>
            </a:r>
            <a:r>
              <a:rPr sz="2800" spc="-5">
                <a:latin typeface="Calibri" panose="020F0502020204030204"/>
                <a:cs typeface="Calibri" panose="020F0502020204030204"/>
              </a:rPr>
              <a:t>and  </a:t>
            </a:r>
            <a:r>
              <a:rPr sz="2800" spc="-10">
                <a:latin typeface="Calibri" panose="020F0502020204030204"/>
                <a:cs typeface="Calibri" panose="020F0502020204030204"/>
              </a:rPr>
              <a:t>regulations </a:t>
            </a:r>
            <a:r>
              <a:rPr sz="2800" spc="-5">
                <a:latin typeface="Calibri" panose="020F0502020204030204"/>
                <a:cs typeface="Calibri" panose="020F0502020204030204"/>
              </a:rPr>
              <a:t>as </a:t>
            </a:r>
            <a:r>
              <a:rPr sz="2800" spc="-10">
                <a:latin typeface="Calibri" panose="020F0502020204030204"/>
                <a:cs typeface="Calibri" panose="020F0502020204030204"/>
              </a:rPr>
              <a:t>well </a:t>
            </a:r>
            <a:r>
              <a:rPr sz="2800" spc="-5">
                <a:latin typeface="Calibri" panose="020F0502020204030204"/>
                <a:cs typeface="Calibri" panose="020F0502020204030204"/>
              </a:rPr>
              <a:t>as guidance </a:t>
            </a:r>
            <a:r>
              <a:rPr sz="2800" spc="-20">
                <a:latin typeface="Calibri" panose="020F0502020204030204"/>
                <a:cs typeface="Calibri" panose="020F0502020204030204"/>
              </a:rPr>
              <a:t>from </a:t>
            </a:r>
            <a:r>
              <a:rPr sz="2800" spc="-15">
                <a:latin typeface="Calibri" panose="020F0502020204030204"/>
                <a:cs typeface="Calibri" panose="020F0502020204030204"/>
              </a:rPr>
              <a:t>your</a:t>
            </a:r>
            <a:r>
              <a:rPr sz="2800" spc="140">
                <a:latin typeface="Calibri" panose="020F0502020204030204"/>
                <a:cs typeface="Calibri" panose="020F0502020204030204"/>
              </a:rPr>
              <a:t> </a:t>
            </a:r>
            <a:r>
              <a:rPr sz="2800" spc="-15">
                <a:latin typeface="Calibri" panose="020F0502020204030204"/>
                <a:cs typeface="Calibri" panose="020F0502020204030204"/>
              </a:rPr>
              <a:t>employer/educator</a:t>
            </a:r>
            <a:endParaRPr sz="2800">
              <a:latin typeface="Calibri" panose="020F0502020204030204"/>
              <a:cs typeface="Calibri" panose="020F0502020204030204"/>
            </a:endParaRPr>
          </a:p>
          <a:p>
            <a:pPr marL="241300" marR="859790" indent="-228600">
              <a:lnSpc>
                <a:spcPts val="2810"/>
              </a:lnSpc>
              <a:spcBef>
                <a:spcPts val="1010"/>
              </a:spcBef>
              <a:buFont typeface="Arial" panose="020B0604020202020204"/>
              <a:buChar char="•"/>
              <a:tabLst>
                <a:tab pos="241300" algn="l"/>
              </a:tabLst>
            </a:pPr>
            <a:r>
              <a:rPr sz="2600" i="1">
                <a:latin typeface="Calibri" panose="020F0502020204030204"/>
                <a:cs typeface="Calibri" panose="020F0502020204030204"/>
              </a:rPr>
              <a:t>“</a:t>
            </a:r>
            <a:r>
              <a:rPr sz="2600" i="1">
                <a:solidFill>
                  <a:srgbClr val="212121"/>
                </a:solidFill>
                <a:latin typeface="Calibri" panose="020F0502020204030204"/>
                <a:cs typeface="Calibri" panose="020F0502020204030204"/>
              </a:rPr>
              <a:t>enables </a:t>
            </a:r>
            <a:r>
              <a:rPr sz="2600" i="1" spc="-5">
                <a:solidFill>
                  <a:srgbClr val="212121"/>
                </a:solidFill>
                <a:latin typeface="Calibri" panose="020F0502020204030204"/>
                <a:cs typeface="Calibri" panose="020F0502020204030204"/>
              </a:rPr>
              <a:t>you </a:t>
            </a:r>
            <a:r>
              <a:rPr sz="2600" i="1" spc="-20">
                <a:solidFill>
                  <a:srgbClr val="212121"/>
                </a:solidFill>
                <a:latin typeface="Calibri" panose="020F0502020204030204"/>
                <a:cs typeface="Calibri" panose="020F0502020204030204"/>
              </a:rPr>
              <a:t>to </a:t>
            </a:r>
            <a:r>
              <a:rPr sz="2600" i="1" spc="-30">
                <a:solidFill>
                  <a:srgbClr val="212121"/>
                </a:solidFill>
                <a:latin typeface="Calibri" panose="020F0502020204030204"/>
                <a:cs typeface="Calibri" panose="020F0502020204030204"/>
              </a:rPr>
              <a:t>take </a:t>
            </a:r>
            <a:r>
              <a:rPr sz="2600" i="1">
                <a:solidFill>
                  <a:srgbClr val="212121"/>
                </a:solidFill>
                <a:latin typeface="Calibri" panose="020F0502020204030204"/>
                <a:cs typeface="Calibri" panose="020F0502020204030204"/>
              </a:rPr>
              <a:t>responsibility </a:t>
            </a:r>
            <a:r>
              <a:rPr sz="2600" i="1" spc="-15">
                <a:solidFill>
                  <a:srgbClr val="212121"/>
                </a:solidFill>
                <a:latin typeface="Calibri" panose="020F0502020204030204"/>
                <a:cs typeface="Calibri" panose="020F0502020204030204"/>
              </a:rPr>
              <a:t>for </a:t>
            </a:r>
            <a:r>
              <a:rPr sz="2600" i="1" spc="-5">
                <a:solidFill>
                  <a:srgbClr val="212121"/>
                </a:solidFill>
                <a:latin typeface="Calibri" panose="020F0502020204030204"/>
                <a:cs typeface="Calibri" panose="020F0502020204030204"/>
              </a:rPr>
              <a:t>your </a:t>
            </a:r>
            <a:r>
              <a:rPr sz="2600" i="1">
                <a:solidFill>
                  <a:srgbClr val="212121"/>
                </a:solidFill>
                <a:latin typeface="Calibri" panose="020F0502020204030204"/>
                <a:cs typeface="Calibri" panose="020F0502020204030204"/>
              </a:rPr>
              <a:t>decision-making and </a:t>
            </a:r>
            <a:r>
              <a:rPr sz="2600" i="1" spc="-5">
                <a:solidFill>
                  <a:srgbClr val="212121"/>
                </a:solidFill>
                <a:latin typeface="Calibri" panose="020F0502020204030204"/>
                <a:cs typeface="Calibri" panose="020F0502020204030204"/>
              </a:rPr>
              <a:t>your  </a:t>
            </a:r>
            <a:r>
              <a:rPr sz="2600" i="1">
                <a:solidFill>
                  <a:srgbClr val="212121"/>
                </a:solidFill>
                <a:latin typeface="Calibri" panose="020F0502020204030204"/>
                <a:cs typeface="Calibri" panose="020F0502020204030204"/>
              </a:rPr>
              <a:t>actions, and </a:t>
            </a:r>
            <a:r>
              <a:rPr sz="2600" i="1" spc="-15">
                <a:solidFill>
                  <a:srgbClr val="212121"/>
                </a:solidFill>
                <a:latin typeface="Calibri" panose="020F0502020204030204"/>
                <a:cs typeface="Calibri" panose="020F0502020204030204"/>
              </a:rPr>
              <a:t>to </a:t>
            </a:r>
            <a:r>
              <a:rPr sz="2600" i="1" spc="-5">
                <a:solidFill>
                  <a:srgbClr val="212121"/>
                </a:solidFill>
                <a:latin typeface="Calibri" panose="020F0502020204030204"/>
                <a:cs typeface="Calibri" panose="020F0502020204030204"/>
              </a:rPr>
              <a:t>fulfil your </a:t>
            </a:r>
            <a:r>
              <a:rPr sz="2600" i="1">
                <a:solidFill>
                  <a:srgbClr val="212121"/>
                </a:solidFill>
                <a:latin typeface="Calibri" panose="020F0502020204030204"/>
                <a:cs typeface="Calibri" panose="020F0502020204030204"/>
              </a:rPr>
              <a:t>duty </a:t>
            </a:r>
            <a:r>
              <a:rPr sz="2600" i="1" spc="-5">
                <a:solidFill>
                  <a:srgbClr val="212121"/>
                </a:solidFill>
                <a:latin typeface="Calibri" panose="020F0502020204030204"/>
                <a:cs typeface="Calibri" panose="020F0502020204030204"/>
              </a:rPr>
              <a:t>of </a:t>
            </a:r>
            <a:r>
              <a:rPr sz="2600" i="1" spc="-10">
                <a:solidFill>
                  <a:srgbClr val="212121"/>
                </a:solidFill>
                <a:latin typeface="Calibri" panose="020F0502020204030204"/>
                <a:cs typeface="Calibri" panose="020F0502020204030204"/>
              </a:rPr>
              <a:t>care </a:t>
            </a:r>
            <a:r>
              <a:rPr sz="2600" i="1" spc="-20">
                <a:solidFill>
                  <a:srgbClr val="212121"/>
                </a:solidFill>
                <a:latin typeface="Calibri" panose="020F0502020204030204"/>
                <a:cs typeface="Calibri" panose="020F0502020204030204"/>
              </a:rPr>
              <a:t>to </a:t>
            </a:r>
            <a:r>
              <a:rPr sz="2600" i="1">
                <a:solidFill>
                  <a:srgbClr val="212121"/>
                </a:solidFill>
                <a:latin typeface="Calibri" panose="020F0502020204030204"/>
                <a:cs typeface="Calibri" panose="020F0502020204030204"/>
              </a:rPr>
              <a:t>the </a:t>
            </a:r>
            <a:r>
              <a:rPr sz="2600" i="1" spc="-5">
                <a:solidFill>
                  <a:srgbClr val="212121"/>
                </a:solidFill>
                <a:latin typeface="Calibri" panose="020F0502020204030204"/>
                <a:cs typeface="Calibri" panose="020F0502020204030204"/>
              </a:rPr>
              <a:t>people you</a:t>
            </a:r>
            <a:r>
              <a:rPr sz="2600" i="1" spc="-60">
                <a:solidFill>
                  <a:srgbClr val="212121"/>
                </a:solidFill>
                <a:latin typeface="Calibri" panose="020F0502020204030204"/>
                <a:cs typeface="Calibri" panose="020F0502020204030204"/>
              </a:rPr>
              <a:t> </a:t>
            </a:r>
            <a:r>
              <a:rPr sz="2600" i="1" spc="10">
                <a:solidFill>
                  <a:srgbClr val="212121"/>
                </a:solidFill>
                <a:latin typeface="Calibri" panose="020F0502020204030204"/>
                <a:cs typeface="Calibri" panose="020F0502020204030204"/>
              </a:rPr>
              <a:t>serve”</a:t>
            </a:r>
            <a:endParaRPr sz="2600">
              <a:latin typeface="Calibri" panose="020F0502020204030204"/>
              <a:cs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a:spLocks noGrp="1" noRot="1" noChangeAspect="1" noMove="1" noResize="1" noEditPoints="1" noAdjustHandles="1" noChangeArrowheads="1" noChangeShapeType="1" noTextEdit="1"/>
          </p:cNvSpPr>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p:cNvSpPr>
            <a:spLocks noGrp="1" noRot="1" noChangeAspect="1" noMove="1" noResize="1" noEditPoints="1" noAdjustHandles="1" noChangeArrowheads="1" noChangeShapeType="1" noTextEdit="1"/>
          </p:cNvSpPr>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p:cNvSpPr>
            <a:spLocks noGrp="1" noRot="1" noChangeAspect="1" noMove="1" noResize="1" noEditPoints="1" noAdjustHandles="1" noChangeArrowheads="1" noChangeShapeType="1" noTextEdit="1"/>
          </p:cNvSpPr>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466722" y="586855"/>
            <a:ext cx="3201366" cy="3387497"/>
          </a:xfrm>
          <a:prstGeom prst="rect">
            <a:avLst/>
          </a:prstGeom>
        </p:spPr>
        <p:txBody>
          <a:bodyPr vert="horz" lIns="91440" tIns="45720" rIns="91440" bIns="45720" rtlCol="0" anchor="b">
            <a:normAutofit/>
          </a:bodyPr>
          <a:lstStyle/>
          <a:p>
            <a:pPr marL="12700" algn="r"/>
            <a:r>
              <a:rPr lang="en-US" sz="4000" kern="1200" spc="-5">
                <a:solidFill>
                  <a:srgbClr val="FFFFFF"/>
                </a:solidFill>
                <a:latin typeface="+mj-lt"/>
                <a:ea typeface="+mj-ea"/>
                <a:cs typeface="+mj-cs"/>
              </a:rPr>
              <a:t>Principle</a:t>
            </a:r>
            <a:r>
              <a:rPr lang="en-US" sz="4000" kern="1200" spc="-70">
                <a:solidFill>
                  <a:srgbClr val="FFFFFF"/>
                </a:solidFill>
                <a:latin typeface="+mj-lt"/>
                <a:ea typeface="+mj-ea"/>
                <a:cs typeface="+mj-cs"/>
              </a:rPr>
              <a:t> </a:t>
            </a:r>
            <a:r>
              <a:rPr lang="en-US" sz="4000" kern="1200">
                <a:solidFill>
                  <a:srgbClr val="FFFFFF"/>
                </a:solidFill>
                <a:latin typeface="+mj-lt"/>
                <a:ea typeface="+mj-ea"/>
                <a:cs typeface="+mj-cs"/>
              </a:rPr>
              <a:t>1</a:t>
            </a:r>
          </a:p>
        </p:txBody>
      </p:sp>
      <p:sp>
        <p:nvSpPr>
          <p:cNvPr id="3" name="object 3"/>
          <p:cNvSpPr txBox="1"/>
          <p:nvPr/>
        </p:nvSpPr>
        <p:spPr>
          <a:xfrm>
            <a:off x="4134810" y="649480"/>
            <a:ext cx="7762117" cy="5546047"/>
          </a:xfrm>
          <a:prstGeom prst="rect">
            <a:avLst/>
          </a:prstGeom>
        </p:spPr>
        <p:txBody>
          <a:bodyPr vert="horz" lIns="91440" tIns="45720" rIns="91440" bIns="45720" rtlCol="0" anchor="ctr">
            <a:normAutofit/>
          </a:bodyPr>
          <a:lstStyle/>
          <a:p>
            <a:pPr marL="241300" indent="-228600">
              <a:lnSpc>
                <a:spcPct val="90000"/>
              </a:lnSpc>
              <a:spcBef>
                <a:spcPts val="385"/>
              </a:spcBef>
              <a:buFont typeface="Arial" panose="020B0604020202020204" pitchFamily="34" charset="0"/>
              <a:buChar char="•"/>
              <a:tabLst>
                <a:tab pos="241300" algn="l"/>
              </a:tabLst>
            </a:pPr>
            <a:r>
              <a:rPr lang="en-US" sz="2800" spc="-5"/>
              <a:t>CSP </a:t>
            </a:r>
            <a:r>
              <a:rPr lang="en-US" sz="2800" spc="-10"/>
              <a:t>members </a:t>
            </a:r>
            <a:r>
              <a:rPr lang="en-US" sz="2800" spc="-35"/>
              <a:t>take </a:t>
            </a:r>
            <a:r>
              <a:rPr lang="en-US" sz="2800" spc="-5"/>
              <a:t>responsibility </a:t>
            </a:r>
            <a:r>
              <a:rPr lang="en-US" sz="2800" spc="-25"/>
              <a:t>for </a:t>
            </a:r>
            <a:r>
              <a:rPr lang="en-US" sz="2800" spc="-5"/>
              <a:t>their</a:t>
            </a:r>
            <a:r>
              <a:rPr lang="en-US" sz="2800" spc="130"/>
              <a:t> </a:t>
            </a:r>
            <a:r>
              <a:rPr lang="en-US" sz="2800"/>
              <a:t>actions</a:t>
            </a:r>
          </a:p>
          <a:p>
            <a:pPr marL="241300" indent="-228600">
              <a:lnSpc>
                <a:spcPct val="90000"/>
              </a:lnSpc>
              <a:spcBef>
                <a:spcPts val="385"/>
              </a:spcBef>
              <a:buFont typeface="Arial" panose="020B0604020202020204" pitchFamily="34" charset="0"/>
              <a:buChar char="•"/>
              <a:tabLst>
                <a:tab pos="241300" algn="l"/>
              </a:tabLst>
            </a:pPr>
            <a:endParaRPr lang="en-US" sz="2800"/>
          </a:p>
          <a:p>
            <a:pPr marL="698500" lvl="1" indent="-228600">
              <a:lnSpc>
                <a:spcPct val="90000"/>
              </a:lnSpc>
              <a:spcBef>
                <a:spcPts val="245"/>
              </a:spcBef>
              <a:buFont typeface="Arial" panose="020B0604020202020204" pitchFamily="34" charset="0"/>
              <a:buChar char="•"/>
              <a:tabLst>
                <a:tab pos="699135" algn="l"/>
              </a:tabLst>
            </a:pPr>
            <a:r>
              <a:rPr lang="en-US" sz="2800" spc="-10"/>
              <a:t>Members </a:t>
            </a:r>
            <a:r>
              <a:rPr lang="en-US" sz="2800" spc="-15"/>
              <a:t>are </a:t>
            </a:r>
            <a:r>
              <a:rPr lang="en-US" sz="2800" spc="-5"/>
              <a:t>responsible </a:t>
            </a:r>
            <a:r>
              <a:rPr lang="en-US" sz="2800"/>
              <a:t>and </a:t>
            </a:r>
            <a:r>
              <a:rPr lang="en-US" sz="2800" spc="-10"/>
              <a:t>accountable</a:t>
            </a:r>
            <a:endParaRPr lang="en-US" sz="2800"/>
          </a:p>
          <a:p>
            <a:pPr marL="698500" lvl="1" indent="-228600">
              <a:lnSpc>
                <a:spcPct val="90000"/>
              </a:lnSpc>
              <a:spcBef>
                <a:spcPts val="220"/>
              </a:spcBef>
              <a:buFont typeface="Arial" panose="020B0604020202020204" pitchFamily="34" charset="0"/>
              <a:buChar char="•"/>
              <a:tabLst>
                <a:tab pos="699135" algn="l"/>
              </a:tabLst>
            </a:pPr>
            <a:r>
              <a:rPr lang="en-US" sz="2800" spc="-10"/>
              <a:t>Members </a:t>
            </a:r>
            <a:r>
              <a:rPr lang="en-US" sz="2800"/>
              <a:t>act within their </a:t>
            </a:r>
            <a:r>
              <a:rPr lang="en-US" sz="2800" spc="-10"/>
              <a:t>scope </a:t>
            </a:r>
            <a:r>
              <a:rPr lang="en-US" sz="2800" spc="-5"/>
              <a:t>of</a:t>
            </a:r>
            <a:r>
              <a:rPr lang="en-US" sz="2800" spc="-55"/>
              <a:t> </a:t>
            </a:r>
            <a:r>
              <a:rPr lang="en-US" sz="2800" spc="-10"/>
              <a:t>practice</a:t>
            </a:r>
            <a:endParaRPr lang="en-US" sz="2800"/>
          </a:p>
          <a:p>
            <a:pPr marL="698500" lvl="1" indent="-228600">
              <a:lnSpc>
                <a:spcPct val="90000"/>
              </a:lnSpc>
              <a:spcBef>
                <a:spcPts val="200"/>
              </a:spcBef>
              <a:buFont typeface="Arial" panose="020B0604020202020204" pitchFamily="34" charset="0"/>
              <a:buChar char="•"/>
              <a:tabLst>
                <a:tab pos="699135" algn="l"/>
              </a:tabLst>
            </a:pPr>
            <a:r>
              <a:rPr lang="en-US" sz="2800" spc="-10"/>
              <a:t>Members </a:t>
            </a:r>
            <a:r>
              <a:rPr lang="en-US" sz="2800" spc="-20"/>
              <a:t>make </a:t>
            </a:r>
            <a:r>
              <a:rPr lang="en-US" sz="2800" spc="-15"/>
              <a:t>informed</a:t>
            </a:r>
            <a:r>
              <a:rPr lang="en-US" sz="2800" spc="-30"/>
              <a:t> </a:t>
            </a:r>
            <a:r>
              <a:rPr lang="en-US" sz="2800" spc="-5"/>
              <a:t>decisions</a:t>
            </a:r>
            <a:endParaRPr lang="en-US" sz="2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9571355" cy="697230"/>
          </a:xfrm>
          <a:prstGeom prst="rect">
            <a:avLst/>
          </a:prstGeom>
        </p:spPr>
        <p:txBody>
          <a:bodyPr vert="horz" wrap="square" lIns="0" tIns="13335" rIns="0" bIns="0" rtlCol="0">
            <a:spAutoFit/>
          </a:bodyPr>
          <a:lstStyle/>
          <a:p>
            <a:pPr marL="12700">
              <a:lnSpc>
                <a:spcPct val="100000"/>
              </a:lnSpc>
              <a:spcBef>
                <a:spcPts val="105"/>
              </a:spcBef>
            </a:pPr>
            <a:r>
              <a:rPr spc="-10"/>
              <a:t>Members </a:t>
            </a:r>
            <a:r>
              <a:rPr spc="-20"/>
              <a:t>are </a:t>
            </a:r>
            <a:r>
              <a:rPr spc="-10"/>
              <a:t>responsible </a:t>
            </a:r>
            <a:r>
              <a:t>and</a:t>
            </a:r>
            <a:r>
              <a:rPr spc="-15"/>
              <a:t> accountable</a:t>
            </a:r>
          </a:p>
        </p:txBody>
      </p:sp>
      <p:sp>
        <p:nvSpPr>
          <p:cNvPr id="3" name="object 3"/>
          <p:cNvSpPr txBox="1"/>
          <p:nvPr/>
        </p:nvSpPr>
        <p:spPr>
          <a:xfrm>
            <a:off x="916939" y="1706841"/>
            <a:ext cx="8587105" cy="4117975"/>
          </a:xfrm>
          <a:prstGeom prst="rect">
            <a:avLst/>
          </a:prstGeom>
        </p:spPr>
        <p:txBody>
          <a:bodyPr vert="horz" wrap="square" lIns="0" tIns="98425" rIns="0" bIns="0" rtlCol="0">
            <a:spAutoFit/>
          </a:bodyPr>
          <a:lstStyle/>
          <a:p>
            <a:pPr marL="12700">
              <a:lnSpc>
                <a:spcPct val="100000"/>
              </a:lnSpc>
              <a:spcBef>
                <a:spcPts val="775"/>
              </a:spcBef>
            </a:pPr>
            <a:r>
              <a:rPr sz="2800" spc="-25">
                <a:latin typeface="Calibri" panose="020F0502020204030204"/>
                <a:cs typeface="Calibri" panose="020F0502020204030204"/>
              </a:rPr>
              <a:t>Key </a:t>
            </a:r>
            <a:r>
              <a:rPr sz="2800" spc="-10">
                <a:latin typeface="Calibri" panose="020F0502020204030204"/>
                <a:cs typeface="Calibri" panose="020F0502020204030204"/>
              </a:rPr>
              <a:t>points:</a:t>
            </a:r>
            <a:endParaRPr sz="2800">
              <a:latin typeface="Calibri" panose="020F0502020204030204"/>
              <a:cs typeface="Calibri" panose="020F0502020204030204"/>
            </a:endParaRPr>
          </a:p>
          <a:p>
            <a:pPr marL="321945" indent="-309880">
              <a:lnSpc>
                <a:spcPct val="100000"/>
              </a:lnSpc>
              <a:spcBef>
                <a:spcPts val="675"/>
              </a:spcBef>
              <a:buFont typeface="Arial" panose="020B0604020202020204"/>
              <a:buChar char="•"/>
              <a:tabLst>
                <a:tab pos="321945" algn="l"/>
                <a:tab pos="322580" algn="l"/>
              </a:tabLst>
            </a:pPr>
            <a:r>
              <a:rPr sz="2800" spc="-15">
                <a:latin typeface="Calibri" panose="020F0502020204030204"/>
                <a:cs typeface="Calibri" panose="020F0502020204030204"/>
              </a:rPr>
              <a:t>Autonomy </a:t>
            </a:r>
            <a:r>
              <a:rPr sz="2800" spc="-5">
                <a:latin typeface="Calibri" panose="020F0502020204030204"/>
                <a:cs typeface="Calibri" panose="020F0502020204030204"/>
              </a:rPr>
              <a:t>as a</a:t>
            </a:r>
            <a:r>
              <a:rPr sz="2800" spc="45">
                <a:latin typeface="Calibri" panose="020F0502020204030204"/>
                <a:cs typeface="Calibri" panose="020F0502020204030204"/>
              </a:rPr>
              <a:t> </a:t>
            </a:r>
            <a:r>
              <a:rPr sz="2800" spc="-20">
                <a:latin typeface="Calibri" panose="020F0502020204030204"/>
                <a:cs typeface="Calibri" panose="020F0502020204030204"/>
              </a:rPr>
              <a:t>professional</a:t>
            </a:r>
            <a:endParaRPr sz="2800">
              <a:latin typeface="Calibri" panose="020F0502020204030204"/>
              <a:cs typeface="Calibri" panose="020F0502020204030204"/>
            </a:endParaRPr>
          </a:p>
          <a:p>
            <a:pPr marL="241300" indent="-228600">
              <a:lnSpc>
                <a:spcPct val="100000"/>
              </a:lnSpc>
              <a:spcBef>
                <a:spcPts val="660"/>
              </a:spcBef>
              <a:buFont typeface="Arial" panose="020B0604020202020204"/>
              <a:buChar char="•"/>
              <a:tabLst>
                <a:tab pos="241300" algn="l"/>
              </a:tabLst>
            </a:pPr>
            <a:r>
              <a:rPr sz="2800" spc="-15">
                <a:latin typeface="Calibri" panose="020F0502020204030204"/>
                <a:cs typeface="Calibri" panose="020F0502020204030204"/>
              </a:rPr>
              <a:t>Autonomy </a:t>
            </a:r>
            <a:r>
              <a:rPr sz="2800" spc="-5">
                <a:latin typeface="Calibri" panose="020F0502020204030204"/>
                <a:cs typeface="Calibri" panose="020F0502020204030204"/>
              </a:rPr>
              <a:t>of the</a:t>
            </a:r>
            <a:r>
              <a:rPr sz="2800" spc="55">
                <a:latin typeface="Calibri" panose="020F0502020204030204"/>
                <a:cs typeface="Calibri" panose="020F0502020204030204"/>
              </a:rPr>
              <a:t> </a:t>
            </a:r>
            <a:r>
              <a:rPr sz="2800" spc="-15">
                <a:latin typeface="Calibri" panose="020F0502020204030204"/>
                <a:cs typeface="Calibri" panose="020F0502020204030204"/>
              </a:rPr>
              <a:t>patient</a:t>
            </a:r>
            <a:endParaRPr sz="2800">
              <a:latin typeface="Calibri" panose="020F0502020204030204"/>
              <a:cs typeface="Calibri" panose="020F0502020204030204"/>
            </a:endParaRPr>
          </a:p>
          <a:p>
            <a:pPr marL="241300" indent="-228600">
              <a:lnSpc>
                <a:spcPct val="100000"/>
              </a:lnSpc>
              <a:spcBef>
                <a:spcPts val="660"/>
              </a:spcBef>
              <a:buFont typeface="Arial" panose="020B0604020202020204"/>
              <a:buChar char="•"/>
              <a:tabLst>
                <a:tab pos="241300" algn="l"/>
              </a:tabLst>
            </a:pPr>
            <a:r>
              <a:rPr sz="2800" spc="-5">
                <a:latin typeface="Calibri" panose="020F0502020204030204"/>
                <a:cs typeface="Calibri" panose="020F0502020204030204"/>
              </a:rPr>
              <a:t>Duty of </a:t>
            </a:r>
            <a:r>
              <a:rPr sz="2800" spc="-15">
                <a:latin typeface="Calibri" panose="020F0502020204030204"/>
                <a:cs typeface="Calibri" panose="020F0502020204030204"/>
              </a:rPr>
              <a:t>care </a:t>
            </a:r>
            <a:r>
              <a:rPr sz="2800" spc="-5">
                <a:latin typeface="Calibri" panose="020F0502020204030204"/>
                <a:cs typeface="Calibri" panose="020F0502020204030204"/>
              </a:rPr>
              <a:t>and</a:t>
            </a:r>
            <a:r>
              <a:rPr sz="2800" spc="45">
                <a:latin typeface="Calibri" panose="020F0502020204030204"/>
                <a:cs typeface="Calibri" panose="020F0502020204030204"/>
              </a:rPr>
              <a:t> </a:t>
            </a:r>
            <a:r>
              <a:rPr sz="2800" spc="-5">
                <a:latin typeface="Calibri" panose="020F0502020204030204"/>
                <a:cs typeface="Calibri" panose="020F0502020204030204"/>
              </a:rPr>
              <a:t>candour</a:t>
            </a:r>
            <a:endParaRPr sz="2800">
              <a:latin typeface="Calibri" panose="020F0502020204030204"/>
              <a:cs typeface="Calibri" panose="020F0502020204030204"/>
            </a:endParaRPr>
          </a:p>
          <a:p>
            <a:pPr marL="241300" indent="-228600">
              <a:lnSpc>
                <a:spcPct val="100000"/>
              </a:lnSpc>
              <a:spcBef>
                <a:spcPts val="675"/>
              </a:spcBef>
              <a:buFont typeface="Arial" panose="020B0604020202020204"/>
              <a:buChar char="•"/>
              <a:tabLst>
                <a:tab pos="241300" algn="l"/>
              </a:tabLst>
            </a:pPr>
            <a:r>
              <a:rPr sz="2800" spc="-15">
                <a:latin typeface="Calibri" panose="020F0502020204030204"/>
                <a:cs typeface="Calibri" panose="020F0502020204030204"/>
              </a:rPr>
              <a:t>Engage </a:t>
            </a:r>
            <a:r>
              <a:rPr sz="2800" spc="-5">
                <a:latin typeface="Calibri" panose="020F0502020204030204"/>
                <a:cs typeface="Calibri" panose="020F0502020204030204"/>
              </a:rPr>
              <a:t>with </a:t>
            </a:r>
            <a:r>
              <a:rPr sz="2800" spc="-10">
                <a:latin typeface="Calibri" panose="020F0502020204030204"/>
                <a:cs typeface="Calibri" panose="020F0502020204030204"/>
              </a:rPr>
              <a:t>clinical governance </a:t>
            </a:r>
            <a:r>
              <a:rPr sz="2800" spc="-5">
                <a:latin typeface="Calibri" panose="020F0502020204030204"/>
                <a:cs typeface="Calibri" panose="020F0502020204030204"/>
              </a:rPr>
              <a:t>and service</a:t>
            </a:r>
            <a:r>
              <a:rPr sz="2800" spc="135">
                <a:latin typeface="Calibri" panose="020F0502020204030204"/>
                <a:cs typeface="Calibri" panose="020F0502020204030204"/>
              </a:rPr>
              <a:t> </a:t>
            </a:r>
            <a:r>
              <a:rPr sz="2800" spc="-15">
                <a:latin typeface="Calibri" panose="020F0502020204030204"/>
                <a:cs typeface="Calibri" panose="020F0502020204030204"/>
              </a:rPr>
              <a:t>improvement</a:t>
            </a:r>
            <a:endParaRPr sz="2800">
              <a:latin typeface="Calibri" panose="020F0502020204030204"/>
              <a:cs typeface="Calibri" panose="020F0502020204030204"/>
            </a:endParaRPr>
          </a:p>
          <a:p>
            <a:pPr marL="241300" indent="-228600">
              <a:lnSpc>
                <a:spcPct val="100000"/>
              </a:lnSpc>
              <a:spcBef>
                <a:spcPts val="660"/>
              </a:spcBef>
              <a:buFont typeface="Arial" panose="020B0604020202020204"/>
              <a:buChar char="•"/>
              <a:tabLst>
                <a:tab pos="241300" algn="l"/>
              </a:tabLst>
            </a:pPr>
            <a:r>
              <a:rPr sz="2800" spc="-10">
                <a:latin typeface="Calibri" panose="020F0502020204030204"/>
                <a:cs typeface="Calibri" panose="020F0502020204030204"/>
              </a:rPr>
              <a:t>Justify </a:t>
            </a:r>
            <a:r>
              <a:rPr sz="2800" spc="-15">
                <a:latin typeface="Calibri" panose="020F0502020204030204"/>
                <a:cs typeface="Calibri" panose="020F0502020204030204"/>
              </a:rPr>
              <a:t>your</a:t>
            </a:r>
            <a:r>
              <a:rPr sz="2800" spc="50">
                <a:latin typeface="Calibri" panose="020F0502020204030204"/>
                <a:cs typeface="Calibri" panose="020F0502020204030204"/>
              </a:rPr>
              <a:t> </a:t>
            </a:r>
            <a:r>
              <a:rPr sz="2800">
                <a:latin typeface="Calibri" panose="020F0502020204030204"/>
                <a:cs typeface="Calibri" panose="020F0502020204030204"/>
              </a:rPr>
              <a:t>actions</a:t>
            </a:r>
          </a:p>
          <a:p>
            <a:pPr marL="241300" indent="-228600">
              <a:lnSpc>
                <a:spcPct val="100000"/>
              </a:lnSpc>
              <a:spcBef>
                <a:spcPts val="665"/>
              </a:spcBef>
              <a:buFont typeface="Arial" panose="020B0604020202020204"/>
              <a:buChar char="•"/>
              <a:tabLst>
                <a:tab pos="241300" algn="l"/>
              </a:tabLst>
            </a:pPr>
            <a:r>
              <a:rPr sz="2800" spc="-15">
                <a:latin typeface="Calibri" panose="020F0502020204030204"/>
                <a:cs typeface="Calibri" panose="020F0502020204030204"/>
              </a:rPr>
              <a:t>Ensure </a:t>
            </a:r>
            <a:r>
              <a:rPr sz="2800" spc="-20">
                <a:latin typeface="Calibri" panose="020F0502020204030204"/>
                <a:cs typeface="Calibri" panose="020F0502020204030204"/>
              </a:rPr>
              <a:t>you </a:t>
            </a:r>
            <a:r>
              <a:rPr sz="2800" spc="-25">
                <a:latin typeface="Calibri" panose="020F0502020204030204"/>
                <a:cs typeface="Calibri" panose="020F0502020204030204"/>
              </a:rPr>
              <a:t>have </a:t>
            </a:r>
            <a:r>
              <a:rPr sz="2800" spc="-15">
                <a:latin typeface="Calibri" panose="020F0502020204030204"/>
                <a:cs typeface="Calibri" panose="020F0502020204030204"/>
              </a:rPr>
              <a:t>cover</a:t>
            </a:r>
            <a:r>
              <a:rPr sz="2800" spc="114">
                <a:latin typeface="Calibri" panose="020F0502020204030204"/>
                <a:cs typeface="Calibri" panose="020F0502020204030204"/>
              </a:rPr>
              <a:t> </a:t>
            </a:r>
            <a:r>
              <a:rPr sz="2800" spc="-10">
                <a:latin typeface="Calibri" panose="020F0502020204030204"/>
                <a:cs typeface="Calibri" panose="020F0502020204030204"/>
              </a:rPr>
              <a:t>legally</a:t>
            </a:r>
            <a:endParaRPr sz="2800">
              <a:latin typeface="Calibri" panose="020F0502020204030204"/>
              <a:cs typeface="Calibri" panose="020F0502020204030204"/>
            </a:endParaRPr>
          </a:p>
          <a:p>
            <a:pPr marL="241300" indent="-228600">
              <a:lnSpc>
                <a:spcPct val="100000"/>
              </a:lnSpc>
              <a:spcBef>
                <a:spcPts val="670"/>
              </a:spcBef>
              <a:buFont typeface="Arial" panose="020B0604020202020204"/>
              <a:buChar char="•"/>
              <a:tabLst>
                <a:tab pos="241300" algn="l"/>
              </a:tabLst>
            </a:pPr>
            <a:r>
              <a:rPr sz="2800" spc="-5">
                <a:latin typeface="Calibri" panose="020F0502020204030204"/>
                <a:cs typeface="Calibri" panose="020F0502020204030204"/>
              </a:rPr>
              <a:t>Uphold the </a:t>
            </a:r>
            <a:r>
              <a:rPr sz="2800" spc="-10">
                <a:latin typeface="Calibri" panose="020F0502020204030204"/>
                <a:cs typeface="Calibri" panose="020F0502020204030204"/>
              </a:rPr>
              <a:t>HCPC</a:t>
            </a:r>
            <a:r>
              <a:rPr sz="2800" spc="60">
                <a:latin typeface="Calibri" panose="020F0502020204030204"/>
                <a:cs typeface="Calibri" panose="020F0502020204030204"/>
              </a:rPr>
              <a:t> </a:t>
            </a:r>
            <a:r>
              <a:rPr sz="2800" spc="-10">
                <a:latin typeface="Calibri" panose="020F0502020204030204"/>
                <a:cs typeface="Calibri" panose="020F0502020204030204"/>
              </a:rPr>
              <a:t>regulations</a:t>
            </a:r>
            <a:endParaRPr sz="2800">
              <a:latin typeface="Calibri" panose="020F0502020204030204"/>
              <a:cs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4347210" cy="697230"/>
          </a:xfrm>
          <a:prstGeom prst="rect">
            <a:avLst/>
          </a:prstGeom>
        </p:spPr>
        <p:txBody>
          <a:bodyPr vert="horz" wrap="square" lIns="0" tIns="13335" rIns="0" bIns="0" rtlCol="0">
            <a:spAutoFit/>
          </a:bodyPr>
          <a:lstStyle/>
          <a:p>
            <a:pPr marL="12700">
              <a:lnSpc>
                <a:spcPct val="100000"/>
              </a:lnSpc>
              <a:spcBef>
                <a:spcPts val="105"/>
              </a:spcBef>
            </a:pPr>
            <a:r>
              <a:rPr spc="-10"/>
              <a:t>Clinical</a:t>
            </a:r>
            <a:r>
              <a:rPr spc="-35"/>
              <a:t> </a:t>
            </a:r>
            <a:r>
              <a:rPr spc="-15"/>
              <a:t>governance</a:t>
            </a:r>
          </a:p>
        </p:txBody>
      </p:sp>
      <p:sp>
        <p:nvSpPr>
          <p:cNvPr id="3" name="object 3"/>
          <p:cNvSpPr txBox="1"/>
          <p:nvPr/>
        </p:nvSpPr>
        <p:spPr>
          <a:xfrm>
            <a:off x="916939" y="1793189"/>
            <a:ext cx="10351770" cy="3050962"/>
          </a:xfrm>
          <a:prstGeom prst="rect">
            <a:avLst/>
          </a:prstGeom>
        </p:spPr>
        <p:txBody>
          <a:bodyPr vert="horz" wrap="square" lIns="0" tIns="55244" rIns="0" bIns="0" rtlCol="0">
            <a:spAutoFit/>
          </a:bodyPr>
          <a:lstStyle/>
          <a:p>
            <a:pPr marL="241300" marR="147320" indent="-228600">
              <a:lnSpc>
                <a:spcPct val="90000"/>
              </a:lnSpc>
              <a:spcBef>
                <a:spcPts val="435"/>
              </a:spcBef>
              <a:buFont typeface="Arial" panose="020B0604020202020204"/>
              <a:buChar char="•"/>
              <a:tabLst>
                <a:tab pos="241300" algn="l"/>
              </a:tabLst>
            </a:pPr>
            <a:r>
              <a:rPr sz="2800" spc="-5">
                <a:latin typeface="Calibri" panose="020F0502020204030204"/>
                <a:cs typeface="Calibri" panose="020F0502020204030204"/>
              </a:rPr>
              <a:t>“the </a:t>
            </a:r>
            <a:r>
              <a:rPr sz="2800" spc="-25">
                <a:latin typeface="Calibri" panose="020F0502020204030204"/>
                <a:cs typeface="Calibri" panose="020F0502020204030204"/>
              </a:rPr>
              <a:t>system </a:t>
            </a:r>
            <a:r>
              <a:rPr sz="2800" spc="-15">
                <a:latin typeface="Calibri" panose="020F0502020204030204"/>
                <a:cs typeface="Calibri" panose="020F0502020204030204"/>
              </a:rPr>
              <a:t>through </a:t>
            </a:r>
            <a:r>
              <a:rPr sz="2800" spc="-5">
                <a:latin typeface="Calibri" panose="020F0502020204030204"/>
                <a:cs typeface="Calibri" panose="020F0502020204030204"/>
              </a:rPr>
              <a:t>which NHS </a:t>
            </a:r>
            <a:r>
              <a:rPr sz="2800" spc="-10">
                <a:latin typeface="Calibri" panose="020F0502020204030204"/>
                <a:cs typeface="Calibri" panose="020F0502020204030204"/>
              </a:rPr>
              <a:t>organisations </a:t>
            </a:r>
            <a:r>
              <a:rPr sz="2800" spc="-15">
                <a:latin typeface="Calibri" panose="020F0502020204030204"/>
                <a:cs typeface="Calibri" panose="020F0502020204030204"/>
              </a:rPr>
              <a:t>are </a:t>
            </a:r>
            <a:r>
              <a:rPr sz="2800" spc="-10">
                <a:latin typeface="Calibri" panose="020F0502020204030204"/>
                <a:cs typeface="Calibri" panose="020F0502020204030204"/>
              </a:rPr>
              <a:t>accountable </a:t>
            </a:r>
            <a:r>
              <a:rPr sz="2800" spc="-25">
                <a:latin typeface="Calibri" panose="020F0502020204030204"/>
                <a:cs typeface="Calibri" panose="020F0502020204030204"/>
              </a:rPr>
              <a:t>for  </a:t>
            </a:r>
            <a:r>
              <a:rPr sz="2800" spc="-10">
                <a:latin typeface="Calibri" panose="020F0502020204030204"/>
                <a:cs typeface="Calibri" panose="020F0502020204030204"/>
              </a:rPr>
              <a:t>continuously </a:t>
            </a:r>
            <a:r>
              <a:rPr sz="2800" spc="-15">
                <a:latin typeface="Calibri" panose="020F0502020204030204"/>
                <a:cs typeface="Calibri" panose="020F0502020204030204"/>
              </a:rPr>
              <a:t>improving </a:t>
            </a:r>
            <a:r>
              <a:rPr sz="2800" spc="-5">
                <a:latin typeface="Calibri" panose="020F0502020204030204"/>
                <a:cs typeface="Calibri" panose="020F0502020204030204"/>
              </a:rPr>
              <a:t>the </a:t>
            </a:r>
            <a:r>
              <a:rPr sz="2800" spc="-10">
                <a:latin typeface="Calibri" panose="020F0502020204030204"/>
                <a:cs typeface="Calibri" panose="020F0502020204030204"/>
              </a:rPr>
              <a:t>quality </a:t>
            </a:r>
            <a:r>
              <a:rPr sz="2800" spc="-5">
                <a:latin typeface="Calibri" panose="020F0502020204030204"/>
                <a:cs typeface="Calibri" panose="020F0502020204030204"/>
              </a:rPr>
              <a:t>of their services and </a:t>
            </a:r>
            <a:r>
              <a:rPr sz="2800" spc="-15">
                <a:latin typeface="Calibri" panose="020F0502020204030204"/>
                <a:cs typeface="Calibri" panose="020F0502020204030204"/>
              </a:rPr>
              <a:t>safeguarding  </a:t>
            </a:r>
            <a:r>
              <a:rPr sz="2800" spc="-10">
                <a:latin typeface="Calibri" panose="020F0502020204030204"/>
                <a:cs typeface="Calibri" panose="020F0502020204030204"/>
              </a:rPr>
              <a:t>high </a:t>
            </a:r>
            <a:r>
              <a:rPr sz="2800" spc="-15">
                <a:latin typeface="Calibri" panose="020F0502020204030204"/>
                <a:cs typeface="Calibri" panose="020F0502020204030204"/>
              </a:rPr>
              <a:t>standards </a:t>
            </a:r>
            <a:r>
              <a:rPr sz="2800" spc="-5">
                <a:latin typeface="Calibri" panose="020F0502020204030204"/>
                <a:cs typeface="Calibri" panose="020F0502020204030204"/>
              </a:rPr>
              <a:t>of </a:t>
            </a:r>
            <a:r>
              <a:rPr sz="2800" spc="-10">
                <a:latin typeface="Calibri" panose="020F0502020204030204"/>
                <a:cs typeface="Calibri" panose="020F0502020204030204"/>
              </a:rPr>
              <a:t>car</a:t>
            </a:r>
            <a:r>
              <a:rPr lang="en-GB" sz="2800" spc="-10">
                <a:latin typeface="Calibri" panose="020F0502020204030204"/>
                <a:cs typeface="Calibri" panose="020F0502020204030204"/>
              </a:rPr>
              <a:t>e</a:t>
            </a:r>
            <a:r>
              <a:rPr sz="2800" spc="-10">
                <a:latin typeface="Calibri" panose="020F0502020204030204"/>
                <a:cs typeface="Calibri" panose="020F0502020204030204"/>
              </a:rPr>
              <a:t> </a:t>
            </a:r>
            <a:r>
              <a:rPr sz="2800" spc="-15">
                <a:latin typeface="Calibri" panose="020F0502020204030204"/>
                <a:cs typeface="Calibri" panose="020F0502020204030204"/>
              </a:rPr>
              <a:t>by </a:t>
            </a:r>
            <a:r>
              <a:rPr sz="2800" spc="-10">
                <a:latin typeface="Calibri" panose="020F0502020204030204"/>
                <a:cs typeface="Calibri" panose="020F0502020204030204"/>
              </a:rPr>
              <a:t>creating </a:t>
            </a:r>
            <a:r>
              <a:rPr sz="2800">
                <a:latin typeface="Calibri" panose="020F0502020204030204"/>
                <a:cs typeface="Calibri" panose="020F0502020204030204"/>
              </a:rPr>
              <a:t>an </a:t>
            </a:r>
            <a:r>
              <a:rPr sz="2800" spc="-20">
                <a:latin typeface="Calibri" panose="020F0502020204030204"/>
                <a:cs typeface="Calibri" panose="020F0502020204030204"/>
              </a:rPr>
              <a:t>environment </a:t>
            </a:r>
            <a:r>
              <a:rPr sz="2800" spc="-5">
                <a:latin typeface="Calibri" panose="020F0502020204030204"/>
                <a:cs typeface="Calibri" panose="020F0502020204030204"/>
              </a:rPr>
              <a:t>in which </a:t>
            </a:r>
            <a:r>
              <a:rPr sz="2800" spc="-10">
                <a:latin typeface="Calibri" panose="020F0502020204030204"/>
                <a:cs typeface="Calibri" panose="020F0502020204030204"/>
              </a:rPr>
              <a:t>clinical  </a:t>
            </a:r>
            <a:r>
              <a:rPr sz="2800" spc="-15">
                <a:latin typeface="Calibri" panose="020F0502020204030204"/>
                <a:cs typeface="Calibri" panose="020F0502020204030204"/>
              </a:rPr>
              <a:t>excellence </a:t>
            </a:r>
            <a:r>
              <a:rPr sz="2800" spc="-5">
                <a:latin typeface="Calibri" panose="020F0502020204030204"/>
                <a:cs typeface="Calibri" panose="020F0502020204030204"/>
              </a:rPr>
              <a:t>will </a:t>
            </a:r>
            <a:r>
              <a:rPr sz="2800" spc="-10">
                <a:latin typeface="Calibri" panose="020F0502020204030204"/>
                <a:cs typeface="Calibri" panose="020F0502020204030204"/>
              </a:rPr>
              <a:t>flourish” department </a:t>
            </a:r>
            <a:r>
              <a:rPr sz="2800" spc="-5">
                <a:latin typeface="Calibri" panose="020F0502020204030204"/>
                <a:cs typeface="Calibri" panose="020F0502020204030204"/>
              </a:rPr>
              <a:t>of </a:t>
            </a:r>
            <a:r>
              <a:rPr sz="2800" spc="-10">
                <a:latin typeface="Calibri" panose="020F0502020204030204"/>
                <a:cs typeface="Calibri" panose="020F0502020204030204"/>
              </a:rPr>
              <a:t>health</a:t>
            </a:r>
            <a:r>
              <a:rPr sz="2800" spc="130">
                <a:latin typeface="Calibri" panose="020F0502020204030204"/>
                <a:cs typeface="Calibri" panose="020F0502020204030204"/>
              </a:rPr>
              <a:t> </a:t>
            </a:r>
            <a:r>
              <a:rPr sz="2800" spc="-5">
                <a:latin typeface="Calibri" panose="020F0502020204030204"/>
                <a:cs typeface="Calibri" panose="020F0502020204030204"/>
              </a:rPr>
              <a:t>2020</a:t>
            </a:r>
            <a:endParaRPr sz="2800">
              <a:latin typeface="Calibri" panose="020F0502020204030204"/>
              <a:cs typeface="Calibri" panose="020F0502020204030204"/>
            </a:endParaRPr>
          </a:p>
          <a:p>
            <a:pPr>
              <a:lnSpc>
                <a:spcPct val="100000"/>
              </a:lnSpc>
              <a:buFont typeface="Arial" panose="020B0604020202020204"/>
              <a:buChar char="•"/>
            </a:pPr>
            <a:endParaRPr sz="2800">
              <a:latin typeface="Times New Roman" panose="02020603050405020304"/>
              <a:cs typeface="Times New Roman" panose="02020603050405020304"/>
            </a:endParaRPr>
          </a:p>
          <a:p>
            <a:pPr marL="241300" marR="5080" indent="-228600">
              <a:lnSpc>
                <a:spcPts val="3020"/>
              </a:lnSpc>
              <a:spcBef>
                <a:spcPts val="1855"/>
              </a:spcBef>
              <a:buFont typeface="Arial" panose="020B0604020202020204"/>
              <a:buChar char="•"/>
              <a:tabLst>
                <a:tab pos="241300" algn="l"/>
              </a:tabLst>
            </a:pPr>
            <a:r>
              <a:rPr sz="2800" spc="-15">
                <a:latin typeface="Calibri" panose="020F0502020204030204"/>
                <a:cs typeface="Calibri" panose="020F0502020204030204"/>
              </a:rPr>
              <a:t>There are </a:t>
            </a:r>
            <a:r>
              <a:rPr sz="2800" spc="-5">
                <a:latin typeface="Calibri" panose="020F0502020204030204"/>
                <a:cs typeface="Calibri" panose="020F0502020204030204"/>
              </a:rPr>
              <a:t>7 </a:t>
            </a:r>
            <a:r>
              <a:rPr sz="2800" spc="-15">
                <a:latin typeface="Calibri" panose="020F0502020204030204"/>
                <a:cs typeface="Calibri" panose="020F0502020204030204"/>
              </a:rPr>
              <a:t>pillars </a:t>
            </a:r>
            <a:r>
              <a:rPr sz="2800" spc="-5">
                <a:latin typeface="Calibri" panose="020F0502020204030204"/>
                <a:cs typeface="Calibri" panose="020F0502020204030204"/>
              </a:rPr>
              <a:t>of </a:t>
            </a:r>
            <a:r>
              <a:rPr sz="2800" spc="-10">
                <a:latin typeface="Calibri" panose="020F0502020204030204"/>
                <a:cs typeface="Calibri" panose="020F0502020204030204"/>
              </a:rPr>
              <a:t>clinical governance that </a:t>
            </a:r>
            <a:r>
              <a:rPr sz="2800" spc="-5">
                <a:latin typeface="Calibri" panose="020F0502020204030204"/>
                <a:cs typeface="Calibri" panose="020F0502020204030204"/>
              </a:rPr>
              <a:t>all </a:t>
            </a:r>
            <a:r>
              <a:rPr sz="2800" spc="-10">
                <a:latin typeface="Calibri" panose="020F0502020204030204"/>
                <a:cs typeface="Calibri" panose="020F0502020204030204"/>
              </a:rPr>
              <a:t>health </a:t>
            </a:r>
            <a:r>
              <a:rPr sz="2800" spc="-20">
                <a:latin typeface="Calibri" panose="020F0502020204030204"/>
                <a:cs typeface="Calibri" panose="020F0502020204030204"/>
              </a:rPr>
              <a:t>care </a:t>
            </a:r>
            <a:r>
              <a:rPr sz="2800" spc="-10">
                <a:latin typeface="Calibri" panose="020F0502020204030204"/>
                <a:cs typeface="Calibri" panose="020F0502020204030204"/>
              </a:rPr>
              <a:t>trusts </a:t>
            </a:r>
            <a:r>
              <a:rPr sz="2800" spc="-5">
                <a:latin typeface="Calibri" panose="020F0502020204030204"/>
                <a:cs typeface="Calibri" panose="020F0502020204030204"/>
              </a:rPr>
              <a:t>and  </a:t>
            </a:r>
            <a:r>
              <a:rPr sz="2800" spc="-25">
                <a:latin typeface="Calibri" panose="020F0502020204030204"/>
                <a:cs typeface="Calibri" panose="020F0502020204030204"/>
              </a:rPr>
              <a:t>workers </a:t>
            </a:r>
            <a:r>
              <a:rPr sz="2800" spc="-5">
                <a:latin typeface="Calibri" panose="020F0502020204030204"/>
                <a:cs typeface="Calibri" panose="020F0502020204030204"/>
              </a:rPr>
              <a:t>should abide</a:t>
            </a:r>
            <a:r>
              <a:rPr sz="2800" spc="65">
                <a:latin typeface="Calibri" panose="020F0502020204030204"/>
                <a:cs typeface="Calibri" panose="020F0502020204030204"/>
              </a:rPr>
              <a:t> </a:t>
            </a:r>
            <a:r>
              <a:rPr sz="2800" spc="-15">
                <a:latin typeface="Calibri" panose="020F0502020204030204"/>
                <a:cs typeface="Calibri" panose="020F0502020204030204"/>
              </a:rPr>
              <a:t>by</a:t>
            </a:r>
            <a:endParaRPr sz="2800">
              <a:latin typeface="Calibri" panose="020F0502020204030204"/>
              <a:cs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6734175" cy="697230"/>
          </a:xfrm>
          <a:prstGeom prst="rect">
            <a:avLst/>
          </a:prstGeom>
        </p:spPr>
        <p:txBody>
          <a:bodyPr vert="horz" wrap="square" lIns="0" tIns="13335" rIns="0" bIns="0" rtlCol="0">
            <a:spAutoFit/>
          </a:bodyPr>
          <a:lstStyle/>
          <a:p>
            <a:pPr marL="12700">
              <a:lnSpc>
                <a:spcPct val="100000"/>
              </a:lnSpc>
              <a:spcBef>
                <a:spcPts val="105"/>
              </a:spcBef>
            </a:pPr>
            <a:r>
              <a:t>7 </a:t>
            </a:r>
            <a:r>
              <a:rPr spc="-10"/>
              <a:t>pillars of clinical</a:t>
            </a:r>
            <a:r>
              <a:rPr spc="15"/>
              <a:t> </a:t>
            </a:r>
            <a:r>
              <a:rPr spc="-15"/>
              <a:t>governance</a:t>
            </a:r>
          </a:p>
        </p:txBody>
      </p:sp>
      <p:sp>
        <p:nvSpPr>
          <p:cNvPr id="3" name="object 3"/>
          <p:cNvSpPr txBox="1"/>
          <p:nvPr/>
        </p:nvSpPr>
        <p:spPr>
          <a:xfrm>
            <a:off x="916939" y="1706841"/>
            <a:ext cx="5007610" cy="3605529"/>
          </a:xfrm>
          <a:prstGeom prst="rect">
            <a:avLst/>
          </a:prstGeom>
        </p:spPr>
        <p:txBody>
          <a:bodyPr vert="horz" wrap="square" lIns="0" tIns="98425" rIns="0" bIns="0" rtlCol="0">
            <a:spAutoFit/>
          </a:bodyPr>
          <a:lstStyle/>
          <a:p>
            <a:pPr marL="527685" indent="-515620">
              <a:lnSpc>
                <a:spcPct val="100000"/>
              </a:lnSpc>
              <a:spcBef>
                <a:spcPts val="775"/>
              </a:spcBef>
              <a:buAutoNum type="arabicPeriod"/>
              <a:tabLst>
                <a:tab pos="527685" algn="l"/>
                <a:tab pos="528320" algn="l"/>
              </a:tabLst>
            </a:pPr>
            <a:r>
              <a:rPr sz="2800" spc="-10">
                <a:latin typeface="Calibri" panose="020F0502020204030204"/>
                <a:cs typeface="Calibri" panose="020F0502020204030204"/>
              </a:rPr>
              <a:t>Clinical</a:t>
            </a:r>
            <a:r>
              <a:rPr sz="2800">
                <a:latin typeface="Calibri" panose="020F0502020204030204"/>
                <a:cs typeface="Calibri" panose="020F0502020204030204"/>
              </a:rPr>
              <a:t> </a:t>
            </a:r>
            <a:r>
              <a:rPr sz="2800" spc="-15">
                <a:latin typeface="Calibri" panose="020F0502020204030204"/>
                <a:cs typeface="Calibri" panose="020F0502020204030204"/>
              </a:rPr>
              <a:t>effectiveness</a:t>
            </a:r>
            <a:endParaRPr sz="2800">
              <a:latin typeface="Calibri" panose="020F0502020204030204"/>
              <a:cs typeface="Calibri" panose="020F0502020204030204"/>
            </a:endParaRPr>
          </a:p>
          <a:p>
            <a:pPr marL="527685" indent="-515620">
              <a:lnSpc>
                <a:spcPct val="100000"/>
              </a:lnSpc>
              <a:spcBef>
                <a:spcPts val="675"/>
              </a:spcBef>
              <a:buAutoNum type="arabicPeriod"/>
              <a:tabLst>
                <a:tab pos="527685" algn="l"/>
                <a:tab pos="528320" algn="l"/>
              </a:tabLst>
            </a:pPr>
            <a:r>
              <a:rPr sz="2800" spc="-15">
                <a:latin typeface="Calibri" panose="020F0502020204030204"/>
                <a:cs typeface="Calibri" panose="020F0502020204030204"/>
              </a:rPr>
              <a:t>Information </a:t>
            </a:r>
            <a:r>
              <a:rPr sz="2800" spc="-5">
                <a:latin typeface="Calibri" panose="020F0502020204030204"/>
                <a:cs typeface="Calibri" panose="020F0502020204030204"/>
              </a:rPr>
              <a:t>and</a:t>
            </a:r>
            <a:r>
              <a:rPr sz="2800" spc="20">
                <a:latin typeface="Calibri" panose="020F0502020204030204"/>
                <a:cs typeface="Calibri" panose="020F0502020204030204"/>
              </a:rPr>
              <a:t> </a:t>
            </a:r>
            <a:r>
              <a:rPr sz="2800" spc="-5">
                <a:latin typeface="Calibri" panose="020F0502020204030204"/>
                <a:cs typeface="Calibri" panose="020F0502020204030204"/>
              </a:rPr>
              <a:t>IT</a:t>
            </a:r>
            <a:endParaRPr sz="2800">
              <a:latin typeface="Calibri" panose="020F0502020204030204"/>
              <a:cs typeface="Calibri" panose="020F0502020204030204"/>
            </a:endParaRPr>
          </a:p>
          <a:p>
            <a:pPr marL="527685" indent="-515620">
              <a:lnSpc>
                <a:spcPct val="100000"/>
              </a:lnSpc>
              <a:spcBef>
                <a:spcPts val="660"/>
              </a:spcBef>
              <a:buAutoNum type="arabicPeriod"/>
              <a:tabLst>
                <a:tab pos="527685" algn="l"/>
                <a:tab pos="528320" algn="l"/>
              </a:tabLst>
            </a:pPr>
            <a:r>
              <a:rPr sz="2800" spc="-5">
                <a:latin typeface="Calibri" panose="020F0502020204030204"/>
                <a:cs typeface="Calibri" panose="020F0502020204030204"/>
              </a:rPr>
              <a:t>Risk</a:t>
            </a:r>
            <a:r>
              <a:rPr sz="2800" spc="5">
                <a:latin typeface="Calibri" panose="020F0502020204030204"/>
                <a:cs typeface="Calibri" panose="020F0502020204030204"/>
              </a:rPr>
              <a:t> </a:t>
            </a:r>
            <a:r>
              <a:rPr sz="2800" spc="-10">
                <a:latin typeface="Calibri" panose="020F0502020204030204"/>
                <a:cs typeface="Calibri" panose="020F0502020204030204"/>
              </a:rPr>
              <a:t>management</a:t>
            </a:r>
            <a:endParaRPr sz="2800">
              <a:latin typeface="Calibri" panose="020F0502020204030204"/>
              <a:cs typeface="Calibri" panose="020F0502020204030204"/>
            </a:endParaRPr>
          </a:p>
          <a:p>
            <a:pPr marL="527685" indent="-515620">
              <a:lnSpc>
                <a:spcPct val="100000"/>
              </a:lnSpc>
              <a:spcBef>
                <a:spcPts val="660"/>
              </a:spcBef>
              <a:buAutoNum type="arabicPeriod"/>
              <a:tabLst>
                <a:tab pos="527685" algn="l"/>
                <a:tab pos="528320" algn="l"/>
              </a:tabLst>
            </a:pPr>
            <a:r>
              <a:rPr sz="2800" spc="-15">
                <a:latin typeface="Calibri" panose="020F0502020204030204"/>
                <a:cs typeface="Calibri" panose="020F0502020204030204"/>
              </a:rPr>
              <a:t>Education </a:t>
            </a:r>
            <a:r>
              <a:rPr sz="2800" spc="-5">
                <a:latin typeface="Calibri" panose="020F0502020204030204"/>
                <a:cs typeface="Calibri" panose="020F0502020204030204"/>
              </a:rPr>
              <a:t>and</a:t>
            </a:r>
            <a:r>
              <a:rPr sz="2800" spc="25">
                <a:latin typeface="Calibri" panose="020F0502020204030204"/>
                <a:cs typeface="Calibri" panose="020F0502020204030204"/>
              </a:rPr>
              <a:t> </a:t>
            </a:r>
            <a:r>
              <a:rPr sz="2800" spc="-15">
                <a:latin typeface="Calibri" panose="020F0502020204030204"/>
                <a:cs typeface="Calibri" panose="020F0502020204030204"/>
              </a:rPr>
              <a:t>training</a:t>
            </a:r>
            <a:endParaRPr sz="2800">
              <a:latin typeface="Calibri" panose="020F0502020204030204"/>
              <a:cs typeface="Calibri" panose="020F0502020204030204"/>
            </a:endParaRPr>
          </a:p>
          <a:p>
            <a:pPr marL="527685" indent="-515620">
              <a:lnSpc>
                <a:spcPct val="100000"/>
              </a:lnSpc>
              <a:spcBef>
                <a:spcPts val="675"/>
              </a:spcBef>
              <a:buAutoNum type="arabicPeriod"/>
              <a:tabLst>
                <a:tab pos="527685" algn="l"/>
                <a:tab pos="528320" algn="l"/>
              </a:tabLst>
            </a:pPr>
            <a:r>
              <a:rPr sz="2800" spc="-5">
                <a:latin typeface="Calibri" panose="020F0502020204030204"/>
                <a:cs typeface="Calibri" panose="020F0502020204030204"/>
              </a:rPr>
              <a:t>Audit</a:t>
            </a:r>
            <a:endParaRPr sz="2800">
              <a:latin typeface="Calibri" panose="020F0502020204030204"/>
              <a:cs typeface="Calibri" panose="020F0502020204030204"/>
            </a:endParaRPr>
          </a:p>
          <a:p>
            <a:pPr marL="527685" indent="-515620">
              <a:lnSpc>
                <a:spcPct val="100000"/>
              </a:lnSpc>
              <a:spcBef>
                <a:spcPts val="660"/>
              </a:spcBef>
              <a:buAutoNum type="arabicPeriod"/>
              <a:tabLst>
                <a:tab pos="527685" algn="l"/>
                <a:tab pos="528320" algn="l"/>
              </a:tabLst>
            </a:pPr>
            <a:r>
              <a:rPr sz="2800" spc="-20">
                <a:latin typeface="Calibri" panose="020F0502020204030204"/>
                <a:cs typeface="Calibri" panose="020F0502020204030204"/>
              </a:rPr>
              <a:t>Patient </a:t>
            </a:r>
            <a:r>
              <a:rPr sz="2800" spc="-5">
                <a:latin typeface="Calibri" panose="020F0502020204030204"/>
                <a:cs typeface="Calibri" panose="020F0502020204030204"/>
              </a:rPr>
              <a:t>and </a:t>
            </a:r>
            <a:r>
              <a:rPr sz="2800" spc="-10">
                <a:latin typeface="Calibri" panose="020F0502020204030204"/>
                <a:cs typeface="Calibri" panose="020F0502020204030204"/>
              </a:rPr>
              <a:t>public</a:t>
            </a:r>
            <a:r>
              <a:rPr sz="2800" spc="40">
                <a:latin typeface="Calibri" panose="020F0502020204030204"/>
                <a:cs typeface="Calibri" panose="020F0502020204030204"/>
              </a:rPr>
              <a:t> </a:t>
            </a:r>
            <a:r>
              <a:rPr sz="2800" spc="-20">
                <a:latin typeface="Calibri" panose="020F0502020204030204"/>
                <a:cs typeface="Calibri" panose="020F0502020204030204"/>
              </a:rPr>
              <a:t>involvement</a:t>
            </a:r>
            <a:endParaRPr sz="2800">
              <a:latin typeface="Calibri" panose="020F0502020204030204"/>
              <a:cs typeface="Calibri" panose="020F0502020204030204"/>
            </a:endParaRPr>
          </a:p>
          <a:p>
            <a:pPr marL="527685" indent="-515620">
              <a:lnSpc>
                <a:spcPct val="100000"/>
              </a:lnSpc>
              <a:spcBef>
                <a:spcPts val="665"/>
              </a:spcBef>
              <a:buAutoNum type="arabicPeriod"/>
              <a:tabLst>
                <a:tab pos="527685" algn="l"/>
                <a:tab pos="528320" algn="l"/>
              </a:tabLst>
            </a:pPr>
            <a:r>
              <a:rPr sz="2800" spc="-20">
                <a:latin typeface="Calibri" panose="020F0502020204030204"/>
                <a:cs typeface="Calibri" panose="020F0502020204030204"/>
              </a:rPr>
              <a:t>Staff </a:t>
            </a:r>
            <a:r>
              <a:rPr sz="2800" spc="-10">
                <a:latin typeface="Calibri" panose="020F0502020204030204"/>
                <a:cs typeface="Calibri" panose="020F0502020204030204"/>
              </a:rPr>
              <a:t>management</a:t>
            </a:r>
            <a:endParaRPr sz="2800">
              <a:latin typeface="Calibri" panose="020F0502020204030204"/>
              <a:cs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a:grpSpLocks noGrp="1" noUngrp="1" noRot="1" noChangeAspect="1" noMove="1" noResize="1"/>
          </p:cNvGrpSpPr>
          <p:nvPr/>
        </p:nvGrpSpPr>
        <p:grpSpPr>
          <a:xfrm>
            <a:off x="4" y="1216597"/>
            <a:ext cx="731521" cy="673460"/>
            <a:chOff x="3940602" y="308034"/>
            <a:chExt cx="2116791" cy="3428999"/>
          </a:xfrm>
          <a:solidFill>
            <a:schemeClr val="accent4"/>
          </a:solidFill>
        </p:grpSpPr>
        <p:sp>
          <p:nvSpPr>
            <p:cNvPr id="12" name="Rectangle 11"/>
            <p:cNvSpPr/>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p:cNvSpPr>
            <a:spLocks noGrp="1" noRot="1" noChangeAspect="1" noMove="1" noResize="1" noEditPoints="1" noAdjustHandles="1" noChangeArrowheads="1" noChangeShapeType="1" noTextEdit="1"/>
          </p:cNvSpPr>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1043631" y="809898"/>
            <a:ext cx="10173010" cy="1554480"/>
          </a:xfrm>
          <a:prstGeom prst="rect">
            <a:avLst/>
          </a:prstGeom>
        </p:spPr>
        <p:txBody>
          <a:bodyPr vert="horz" lIns="91440" tIns="45720" rIns="91440" bIns="45720" rtlCol="0" anchor="ctr">
            <a:normAutofit/>
          </a:bodyPr>
          <a:lstStyle/>
          <a:p>
            <a:pPr marL="12700"/>
            <a:r>
              <a:rPr lang="en-US" sz="4800" kern="1200" spc="-10">
                <a:solidFill>
                  <a:schemeClr val="tx1"/>
                </a:solidFill>
                <a:latin typeface="+mj-lt"/>
                <a:ea typeface="+mj-ea"/>
                <a:cs typeface="+mj-cs"/>
              </a:rPr>
              <a:t>Clinical</a:t>
            </a:r>
            <a:r>
              <a:rPr lang="en-US" sz="4800" kern="1200" spc="-50">
                <a:solidFill>
                  <a:schemeClr val="tx1"/>
                </a:solidFill>
                <a:latin typeface="+mj-lt"/>
                <a:ea typeface="+mj-ea"/>
                <a:cs typeface="+mj-cs"/>
              </a:rPr>
              <a:t> </a:t>
            </a:r>
            <a:r>
              <a:rPr lang="en-US" sz="4800" kern="1200" spc="-10">
                <a:solidFill>
                  <a:schemeClr val="tx1"/>
                </a:solidFill>
                <a:latin typeface="+mj-lt"/>
                <a:ea typeface="+mj-ea"/>
                <a:cs typeface="+mj-cs"/>
              </a:rPr>
              <a:t>reasoning</a:t>
            </a:r>
          </a:p>
        </p:txBody>
      </p:sp>
      <p:cxnSp>
        <p:nvCxnSpPr>
          <p:cNvPr id="18" name="Straight Connector 17"/>
          <p:cNvCxnSpPr>
            <a:cxnSpLocks noGrp="1" noRot="1" noChangeAspect="1" noMove="1" noResize="1" noEditPoints="1" noAdjustHandles="1" noChangeArrowheads="1" noChangeShapeType="1"/>
          </p:cNvCxnSpPr>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object 3"/>
          <p:cNvGraphicFramePr/>
          <p:nvPr>
            <p:extLst>
              <p:ext uri="{D42A27DB-BD31-4B8C-83A1-F6EECF244321}">
                <p14:modId xmlns:p14="http://schemas.microsoft.com/office/powerpoint/2010/main" val="1378903553"/>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932554" cy="697230"/>
          </a:xfrm>
          <a:prstGeom prst="rect">
            <a:avLst/>
          </a:prstGeom>
        </p:spPr>
        <p:txBody>
          <a:bodyPr vert="horz" wrap="square" lIns="0" tIns="13335" rIns="0" bIns="0" rtlCol="0">
            <a:spAutoFit/>
          </a:bodyPr>
          <a:lstStyle/>
          <a:p>
            <a:pPr marL="12700">
              <a:lnSpc>
                <a:spcPct val="100000"/>
              </a:lnSpc>
              <a:spcBef>
                <a:spcPts val="105"/>
              </a:spcBef>
            </a:pPr>
            <a:r>
              <a:rPr spc="-10"/>
              <a:t>Clinical</a:t>
            </a:r>
            <a:r>
              <a:rPr spc="-50"/>
              <a:t> </a:t>
            </a:r>
            <a:r>
              <a:rPr spc="-10"/>
              <a:t>reasoning</a:t>
            </a:r>
          </a:p>
        </p:txBody>
      </p:sp>
      <p:sp>
        <p:nvSpPr>
          <p:cNvPr id="3" name="object 3"/>
          <p:cNvSpPr/>
          <p:nvPr/>
        </p:nvSpPr>
        <p:spPr>
          <a:xfrm>
            <a:off x="2819400" y="1529756"/>
            <a:ext cx="6638925" cy="4858851"/>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a:spLocks noGrp="1" noRot="1" noChangeAspect="1" noMove="1" noResize="1" noEditPoints="1" noAdjustHandles="1" noChangeArrowheads="1" noChangeShapeType="1" noTextEdit="1"/>
          </p:cNvSpPr>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p:cNvSpPr>
            <a:spLocks noGrp="1" noRot="1" noChangeAspect="1" noMove="1" noResize="1" noEditPoints="1" noAdjustHandles="1" noChangeArrowheads="1" noChangeShapeType="1" noTextEdit="1"/>
          </p:cNvSpPr>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p:cNvSpPr>
            <a:spLocks noGrp="1" noRot="1" noChangeAspect="1" noMove="1" noResize="1" noEditPoints="1" noAdjustHandles="1" noChangeArrowheads="1" noChangeShapeType="1" noTextEdit="1"/>
          </p:cNvSpPr>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466722" y="586855"/>
            <a:ext cx="3201366" cy="3387497"/>
          </a:xfrm>
          <a:prstGeom prst="rect">
            <a:avLst/>
          </a:prstGeom>
        </p:spPr>
        <p:txBody>
          <a:bodyPr vert="horz" lIns="91440" tIns="45720" rIns="91440" bIns="45720" rtlCol="0" anchor="b">
            <a:normAutofit/>
          </a:bodyPr>
          <a:lstStyle/>
          <a:p>
            <a:pPr marL="12700" algn="r"/>
            <a:r>
              <a:rPr lang="en-US" sz="4000" kern="1200" spc="-5">
                <a:solidFill>
                  <a:srgbClr val="FFFFFF"/>
                </a:solidFill>
                <a:latin typeface="+mj-lt"/>
                <a:ea typeface="+mj-ea"/>
                <a:cs typeface="+mj-cs"/>
              </a:rPr>
              <a:t>Principle</a:t>
            </a:r>
            <a:r>
              <a:rPr lang="en-US" sz="4000" kern="1200" spc="-80">
                <a:solidFill>
                  <a:srgbClr val="FFFFFF"/>
                </a:solidFill>
                <a:latin typeface="+mj-lt"/>
                <a:ea typeface="+mj-ea"/>
                <a:cs typeface="+mj-cs"/>
              </a:rPr>
              <a:t> </a:t>
            </a:r>
            <a:r>
              <a:rPr lang="en-US" sz="4000" kern="1200">
                <a:solidFill>
                  <a:srgbClr val="FFFFFF"/>
                </a:solidFill>
                <a:latin typeface="+mj-lt"/>
                <a:ea typeface="+mj-ea"/>
                <a:cs typeface="+mj-cs"/>
              </a:rPr>
              <a:t>2</a:t>
            </a:r>
          </a:p>
        </p:txBody>
      </p:sp>
      <p:sp>
        <p:nvSpPr>
          <p:cNvPr id="3" name="object 3"/>
          <p:cNvSpPr txBox="1"/>
          <p:nvPr/>
        </p:nvSpPr>
        <p:spPr>
          <a:xfrm>
            <a:off x="4134810" y="649481"/>
            <a:ext cx="7917759" cy="5527584"/>
          </a:xfrm>
          <a:prstGeom prst="rect">
            <a:avLst/>
          </a:prstGeom>
        </p:spPr>
        <p:txBody>
          <a:bodyPr vert="horz" lIns="91440" tIns="45720" rIns="91440" bIns="45720" rtlCol="0" anchor="ctr">
            <a:normAutofit/>
          </a:bodyPr>
          <a:lstStyle/>
          <a:p>
            <a:pPr marL="241300" indent="-228600">
              <a:lnSpc>
                <a:spcPct val="90000"/>
              </a:lnSpc>
              <a:spcBef>
                <a:spcPts val="385"/>
              </a:spcBef>
              <a:buFont typeface="Arial" panose="020B0604020202020204" pitchFamily="34" charset="0"/>
              <a:buChar char="•"/>
              <a:tabLst>
                <a:tab pos="241300" algn="l"/>
              </a:tabLst>
            </a:pPr>
            <a:r>
              <a:rPr lang="en-US" sz="2800" spc="-10"/>
              <a:t>Members </a:t>
            </a:r>
            <a:r>
              <a:rPr lang="en-US" sz="2800" spc="-20"/>
              <a:t>behave</a:t>
            </a:r>
            <a:r>
              <a:rPr lang="en-US" sz="2800" spc="40"/>
              <a:t> </a:t>
            </a:r>
            <a:r>
              <a:rPr lang="en-US" sz="2800" spc="-10"/>
              <a:t>ethically</a:t>
            </a:r>
          </a:p>
          <a:p>
            <a:pPr marL="241300" indent="-228600">
              <a:lnSpc>
                <a:spcPct val="90000"/>
              </a:lnSpc>
              <a:spcBef>
                <a:spcPts val="385"/>
              </a:spcBef>
              <a:buFont typeface="Arial" panose="020B0604020202020204" pitchFamily="34" charset="0"/>
              <a:buChar char="•"/>
              <a:tabLst>
                <a:tab pos="241300" algn="l"/>
              </a:tabLst>
            </a:pPr>
            <a:endParaRPr lang="en-US" sz="2800"/>
          </a:p>
          <a:p>
            <a:pPr marL="698500" lvl="1" indent="-228600">
              <a:lnSpc>
                <a:spcPct val="90000"/>
              </a:lnSpc>
              <a:spcBef>
                <a:spcPts val="245"/>
              </a:spcBef>
              <a:buFont typeface="Arial" panose="020B0604020202020204" pitchFamily="34" charset="0"/>
              <a:buChar char="•"/>
              <a:tabLst>
                <a:tab pos="699135" algn="l"/>
              </a:tabLst>
            </a:pPr>
            <a:r>
              <a:rPr lang="en-US" sz="2800" spc="-10"/>
              <a:t>Members adhere </a:t>
            </a:r>
            <a:r>
              <a:rPr lang="en-US" sz="2800" spc="-15"/>
              <a:t>to </a:t>
            </a:r>
            <a:r>
              <a:rPr lang="en-US" sz="2800" spc="-10"/>
              <a:t>legal, regulatory </a:t>
            </a:r>
            <a:r>
              <a:rPr lang="en-US" sz="2800"/>
              <a:t>and </a:t>
            </a:r>
            <a:r>
              <a:rPr lang="en-US" sz="2800" spc="-5"/>
              <a:t>ethical</a:t>
            </a:r>
            <a:r>
              <a:rPr lang="en-US" sz="2800" spc="-15"/>
              <a:t> </a:t>
            </a:r>
            <a:r>
              <a:rPr lang="en-US" sz="2800" spc="-10"/>
              <a:t>requirements</a:t>
            </a:r>
            <a:endParaRPr lang="en-US" sz="2800"/>
          </a:p>
          <a:p>
            <a:pPr marL="698500" lvl="1" indent="-228600">
              <a:lnSpc>
                <a:spcPct val="90000"/>
              </a:lnSpc>
              <a:spcBef>
                <a:spcPts val="220"/>
              </a:spcBef>
              <a:buFont typeface="Arial" panose="020B0604020202020204" pitchFamily="34" charset="0"/>
              <a:buChar char="•"/>
              <a:tabLst>
                <a:tab pos="699135" algn="l"/>
              </a:tabLst>
            </a:pPr>
            <a:r>
              <a:rPr lang="en-US" sz="2800" spc="-10"/>
              <a:t>Members </a:t>
            </a:r>
            <a:r>
              <a:rPr lang="en-US" sz="2800"/>
              <a:t>act with </a:t>
            </a:r>
            <a:r>
              <a:rPr lang="en-US" sz="2800" spc="-25"/>
              <a:t>integrity, </a:t>
            </a:r>
            <a:r>
              <a:rPr lang="en-US" sz="2800" spc="-10"/>
              <a:t>honesty </a:t>
            </a:r>
            <a:r>
              <a:rPr lang="en-US" sz="2800"/>
              <a:t>, </a:t>
            </a:r>
            <a:r>
              <a:rPr lang="en-US" sz="2800" spc="-5"/>
              <a:t>respect </a:t>
            </a:r>
            <a:r>
              <a:rPr lang="en-US" sz="2800"/>
              <a:t>and</a:t>
            </a:r>
            <a:r>
              <a:rPr lang="en-US" sz="2800" spc="-60"/>
              <a:t> </a:t>
            </a:r>
            <a:r>
              <a:rPr lang="en-US" sz="2800" spc="-5"/>
              <a:t>openness</a:t>
            </a:r>
            <a:endParaRPr lang="en-US" sz="2800"/>
          </a:p>
          <a:p>
            <a:pPr marL="698500" marR="5080" lvl="1" indent="-228600">
              <a:lnSpc>
                <a:spcPct val="90000"/>
              </a:lnSpc>
              <a:spcBef>
                <a:spcPts val="530"/>
              </a:spcBef>
              <a:buFont typeface="Arial" panose="020B0604020202020204" pitchFamily="34" charset="0"/>
              <a:buChar char="•"/>
              <a:tabLst>
                <a:tab pos="699135" algn="l"/>
              </a:tabLst>
            </a:pPr>
            <a:r>
              <a:rPr lang="en-US" sz="2800" spc="-10"/>
              <a:t>Members </a:t>
            </a:r>
            <a:r>
              <a:rPr lang="en-US" sz="2800" spc="-5"/>
              <a:t>fulfil </a:t>
            </a:r>
            <a:r>
              <a:rPr lang="en-US" sz="2800"/>
              <a:t>their </a:t>
            </a:r>
            <a:r>
              <a:rPr lang="en-US" sz="2800" spc="-5"/>
              <a:t>responsibilities </a:t>
            </a:r>
            <a:r>
              <a:rPr lang="en-US" sz="2800"/>
              <a:t>within </a:t>
            </a:r>
            <a:r>
              <a:rPr lang="en-US" sz="2800" spc="-15"/>
              <a:t>relevant </a:t>
            </a:r>
            <a:r>
              <a:rPr lang="en-US" sz="2800" spc="-10"/>
              <a:t>professional </a:t>
            </a:r>
            <a:r>
              <a:rPr lang="en-US" sz="2800"/>
              <a:t>and </a:t>
            </a:r>
            <a:r>
              <a:rPr lang="en-US" sz="2800" spc="-5"/>
              <a:t>social  </a:t>
            </a:r>
            <a:r>
              <a:rPr lang="en-US" sz="2800" spc="-15"/>
              <a:t>contexts</a:t>
            </a:r>
            <a:endParaRPr lang="en-US" sz="2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5927725" cy="697230"/>
          </a:xfrm>
          <a:prstGeom prst="rect">
            <a:avLst/>
          </a:prstGeom>
        </p:spPr>
        <p:txBody>
          <a:bodyPr vert="horz" wrap="square" lIns="0" tIns="13335" rIns="0" bIns="0" rtlCol="0">
            <a:spAutoFit/>
          </a:bodyPr>
          <a:lstStyle/>
          <a:p>
            <a:pPr marL="12700">
              <a:lnSpc>
                <a:spcPct val="100000"/>
              </a:lnSpc>
              <a:spcBef>
                <a:spcPts val="105"/>
              </a:spcBef>
            </a:pPr>
            <a:r>
              <a:rPr spc="-10"/>
              <a:t>Members </a:t>
            </a:r>
            <a:r>
              <a:rPr spc="-20"/>
              <a:t>behave</a:t>
            </a:r>
            <a:r>
              <a:rPr spc="-90"/>
              <a:t> </a:t>
            </a:r>
            <a:r>
              <a:rPr spc="-5"/>
              <a:t>ethically</a:t>
            </a:r>
          </a:p>
        </p:txBody>
      </p:sp>
      <p:sp>
        <p:nvSpPr>
          <p:cNvPr id="3" name="object 3"/>
          <p:cNvSpPr txBox="1"/>
          <p:nvPr/>
        </p:nvSpPr>
        <p:spPr>
          <a:xfrm>
            <a:off x="916939" y="1765757"/>
            <a:ext cx="8161655" cy="4074160"/>
          </a:xfrm>
          <a:prstGeom prst="rect">
            <a:avLst/>
          </a:prstGeom>
        </p:spPr>
        <p:txBody>
          <a:bodyPr vert="horz" wrap="square" lIns="0" tIns="13335" rIns="0" bIns="0" rtlCol="0">
            <a:spAutoFit/>
          </a:bodyPr>
          <a:lstStyle/>
          <a:p>
            <a:pPr marL="12700">
              <a:lnSpc>
                <a:spcPts val="3115"/>
              </a:lnSpc>
              <a:spcBef>
                <a:spcPts val="105"/>
              </a:spcBef>
            </a:pPr>
            <a:r>
              <a:rPr sz="2600" spc="-20">
                <a:latin typeface="Calibri" panose="020F0502020204030204"/>
                <a:cs typeface="Calibri" panose="020F0502020204030204"/>
              </a:rPr>
              <a:t>Key</a:t>
            </a:r>
            <a:r>
              <a:rPr sz="2600" spc="-35">
                <a:latin typeface="Calibri" panose="020F0502020204030204"/>
                <a:cs typeface="Calibri" panose="020F0502020204030204"/>
              </a:rPr>
              <a:t> </a:t>
            </a:r>
            <a:r>
              <a:rPr sz="2600" spc="-5">
                <a:latin typeface="Calibri" panose="020F0502020204030204"/>
                <a:cs typeface="Calibri" panose="020F0502020204030204"/>
              </a:rPr>
              <a:t>points:</a:t>
            </a:r>
            <a:endParaRPr sz="2600">
              <a:latin typeface="Calibri" panose="020F0502020204030204"/>
              <a:cs typeface="Calibri" panose="020F0502020204030204"/>
            </a:endParaRPr>
          </a:p>
          <a:p>
            <a:pPr marL="698500" indent="-229235">
              <a:lnSpc>
                <a:spcPts val="2620"/>
              </a:lnSpc>
              <a:buFont typeface="Arial" panose="020B0604020202020204"/>
              <a:buChar char="•"/>
              <a:tabLst>
                <a:tab pos="698500" algn="l"/>
                <a:tab pos="699135" algn="l"/>
              </a:tabLst>
            </a:pPr>
            <a:r>
              <a:rPr sz="2200" spc="-10">
                <a:latin typeface="Calibri" panose="020F0502020204030204"/>
                <a:cs typeface="Calibri" panose="020F0502020204030204"/>
              </a:rPr>
              <a:t>Adhere </a:t>
            </a:r>
            <a:r>
              <a:rPr sz="2200" spc="-15">
                <a:latin typeface="Calibri" panose="020F0502020204030204"/>
                <a:cs typeface="Calibri" panose="020F0502020204030204"/>
              </a:rPr>
              <a:t>to </a:t>
            </a:r>
            <a:r>
              <a:rPr sz="2200" spc="-10">
                <a:latin typeface="Calibri" panose="020F0502020204030204"/>
                <a:cs typeface="Calibri" panose="020F0502020204030204"/>
              </a:rPr>
              <a:t>legal, regulatory </a:t>
            </a:r>
            <a:r>
              <a:rPr sz="2200" spc="-5">
                <a:latin typeface="Calibri" panose="020F0502020204030204"/>
                <a:cs typeface="Calibri" panose="020F0502020204030204"/>
              </a:rPr>
              <a:t>and </a:t>
            </a:r>
            <a:r>
              <a:rPr sz="2200" spc="-10">
                <a:latin typeface="Calibri" panose="020F0502020204030204"/>
                <a:cs typeface="Calibri" panose="020F0502020204030204"/>
              </a:rPr>
              <a:t>ethical</a:t>
            </a:r>
            <a:r>
              <a:rPr sz="2200" spc="45">
                <a:latin typeface="Calibri" panose="020F0502020204030204"/>
                <a:cs typeface="Calibri" panose="020F0502020204030204"/>
              </a:rPr>
              <a:t> </a:t>
            </a:r>
            <a:r>
              <a:rPr sz="2200" spc="-10">
                <a:latin typeface="Calibri" panose="020F0502020204030204"/>
                <a:cs typeface="Calibri" panose="020F0502020204030204"/>
              </a:rPr>
              <a:t>requirements</a:t>
            </a:r>
            <a:endParaRPr sz="2200">
              <a:latin typeface="Calibri" panose="020F0502020204030204"/>
              <a:cs typeface="Calibri" panose="020F0502020204030204"/>
            </a:endParaRPr>
          </a:p>
          <a:p>
            <a:pPr marL="698500" indent="-229235">
              <a:lnSpc>
                <a:spcPts val="2610"/>
              </a:lnSpc>
              <a:buFont typeface="Arial" panose="020B0604020202020204"/>
              <a:buChar char="•"/>
              <a:tabLst>
                <a:tab pos="698500" algn="l"/>
                <a:tab pos="699135" algn="l"/>
              </a:tabLst>
            </a:pPr>
            <a:r>
              <a:rPr sz="2200" spc="-5">
                <a:latin typeface="Calibri" panose="020F0502020204030204"/>
                <a:cs typeface="Calibri" panose="020F0502020204030204"/>
              </a:rPr>
              <a:t>GDPR</a:t>
            </a:r>
            <a:endParaRPr sz="2200">
              <a:latin typeface="Calibri" panose="020F0502020204030204"/>
              <a:cs typeface="Calibri" panose="020F0502020204030204"/>
            </a:endParaRPr>
          </a:p>
          <a:p>
            <a:pPr marL="698500" indent="-229235">
              <a:lnSpc>
                <a:spcPts val="2615"/>
              </a:lnSpc>
              <a:buFont typeface="Arial" panose="020B0604020202020204"/>
              <a:buChar char="•"/>
              <a:tabLst>
                <a:tab pos="698500" algn="l"/>
                <a:tab pos="699135" algn="l"/>
              </a:tabLst>
            </a:pPr>
            <a:r>
              <a:rPr sz="2200" spc="-10">
                <a:latin typeface="Calibri" panose="020F0502020204030204"/>
                <a:cs typeface="Calibri" panose="020F0502020204030204"/>
              </a:rPr>
              <a:t>Confidentiality</a:t>
            </a:r>
            <a:endParaRPr sz="2200">
              <a:latin typeface="Calibri" panose="020F0502020204030204"/>
              <a:cs typeface="Calibri" panose="020F0502020204030204"/>
            </a:endParaRPr>
          </a:p>
          <a:p>
            <a:pPr marL="698500" indent="-229235">
              <a:lnSpc>
                <a:spcPts val="2610"/>
              </a:lnSpc>
              <a:buFont typeface="Arial" panose="020B0604020202020204"/>
              <a:buChar char="•"/>
              <a:tabLst>
                <a:tab pos="698500" algn="l"/>
                <a:tab pos="699135" algn="l"/>
              </a:tabLst>
            </a:pPr>
            <a:r>
              <a:rPr sz="2200" spc="-5">
                <a:latin typeface="Calibri" panose="020F0502020204030204"/>
                <a:cs typeface="Calibri" panose="020F0502020204030204"/>
              </a:rPr>
              <a:t>Justify and </a:t>
            </a:r>
            <a:r>
              <a:rPr sz="2200" spc="-15">
                <a:latin typeface="Calibri" panose="020F0502020204030204"/>
                <a:cs typeface="Calibri" panose="020F0502020204030204"/>
              </a:rPr>
              <a:t>reflect </a:t>
            </a:r>
            <a:r>
              <a:rPr sz="2200" spc="-5">
                <a:latin typeface="Calibri" panose="020F0502020204030204"/>
                <a:cs typeface="Calibri" panose="020F0502020204030204"/>
              </a:rPr>
              <a:t>on </a:t>
            </a:r>
            <a:r>
              <a:rPr sz="2200" spc="-15">
                <a:latin typeface="Calibri" panose="020F0502020204030204"/>
                <a:cs typeface="Calibri" panose="020F0502020204030204"/>
              </a:rPr>
              <a:t>ethical</a:t>
            </a:r>
            <a:r>
              <a:rPr sz="2200" spc="30">
                <a:latin typeface="Calibri" panose="020F0502020204030204"/>
                <a:cs typeface="Calibri" panose="020F0502020204030204"/>
              </a:rPr>
              <a:t> </a:t>
            </a:r>
            <a:r>
              <a:rPr sz="2200" spc="-5">
                <a:latin typeface="Calibri" panose="020F0502020204030204"/>
                <a:cs typeface="Calibri" panose="020F0502020204030204"/>
              </a:rPr>
              <a:t>decisions</a:t>
            </a:r>
            <a:endParaRPr sz="2200">
              <a:latin typeface="Calibri" panose="020F0502020204030204"/>
              <a:cs typeface="Calibri" panose="020F0502020204030204"/>
            </a:endParaRPr>
          </a:p>
          <a:p>
            <a:pPr marL="698500" indent="-229235">
              <a:lnSpc>
                <a:spcPts val="2610"/>
              </a:lnSpc>
              <a:buFont typeface="Arial" panose="020B0604020202020204"/>
              <a:buChar char="•"/>
              <a:tabLst>
                <a:tab pos="698500" algn="l"/>
                <a:tab pos="699135" algn="l"/>
              </a:tabLst>
            </a:pPr>
            <a:r>
              <a:rPr sz="2200" spc="-15">
                <a:latin typeface="Calibri" panose="020F0502020204030204"/>
                <a:cs typeface="Calibri" panose="020F0502020204030204"/>
              </a:rPr>
              <a:t>Understand </a:t>
            </a:r>
            <a:r>
              <a:rPr sz="2200" spc="-5">
                <a:latin typeface="Calibri" panose="020F0502020204030204"/>
                <a:cs typeface="Calibri" panose="020F0502020204030204"/>
              </a:rPr>
              <a:t>and </a:t>
            </a:r>
            <a:r>
              <a:rPr sz="2200" spc="-10">
                <a:latin typeface="Calibri" panose="020F0502020204030204"/>
                <a:cs typeface="Calibri" panose="020F0502020204030204"/>
              </a:rPr>
              <a:t>manage personal </a:t>
            </a:r>
            <a:r>
              <a:rPr sz="2200" spc="-15">
                <a:latin typeface="Calibri" panose="020F0502020204030204"/>
                <a:cs typeface="Calibri" panose="020F0502020204030204"/>
              </a:rPr>
              <a:t>beliefs </a:t>
            </a:r>
            <a:r>
              <a:rPr sz="2200" spc="-5">
                <a:latin typeface="Calibri" panose="020F0502020204030204"/>
                <a:cs typeface="Calibri" panose="020F0502020204030204"/>
              </a:rPr>
              <a:t>and the </a:t>
            </a:r>
            <a:r>
              <a:rPr sz="2200" spc="-15">
                <a:latin typeface="Calibri" panose="020F0502020204030204"/>
                <a:cs typeface="Calibri" panose="020F0502020204030204"/>
              </a:rPr>
              <a:t>beliefs </a:t>
            </a:r>
            <a:r>
              <a:rPr sz="2200" spc="-5">
                <a:latin typeface="Calibri" panose="020F0502020204030204"/>
                <a:cs typeface="Calibri" panose="020F0502020204030204"/>
              </a:rPr>
              <a:t>of</a:t>
            </a:r>
            <a:r>
              <a:rPr sz="2200" spc="95">
                <a:latin typeface="Calibri" panose="020F0502020204030204"/>
                <a:cs typeface="Calibri" panose="020F0502020204030204"/>
              </a:rPr>
              <a:t> </a:t>
            </a:r>
            <a:r>
              <a:rPr sz="2200" spc="-10">
                <a:latin typeface="Calibri" panose="020F0502020204030204"/>
                <a:cs typeface="Calibri" panose="020F0502020204030204"/>
              </a:rPr>
              <a:t>others</a:t>
            </a:r>
            <a:endParaRPr sz="2200">
              <a:latin typeface="Calibri" panose="020F0502020204030204"/>
              <a:cs typeface="Calibri" panose="020F0502020204030204"/>
            </a:endParaRPr>
          </a:p>
          <a:p>
            <a:pPr marL="698500" indent="-229235">
              <a:lnSpc>
                <a:spcPts val="2615"/>
              </a:lnSpc>
              <a:buFont typeface="Arial" panose="020B0604020202020204"/>
              <a:buChar char="•"/>
              <a:tabLst>
                <a:tab pos="698500" algn="l"/>
                <a:tab pos="699135" algn="l"/>
              </a:tabLst>
            </a:pPr>
            <a:r>
              <a:rPr sz="2200" spc="-10">
                <a:latin typeface="Calibri" panose="020F0502020204030204"/>
                <a:cs typeface="Calibri" panose="020F0502020204030204"/>
              </a:rPr>
              <a:t>Highlight</a:t>
            </a:r>
            <a:r>
              <a:rPr sz="2200" spc="5">
                <a:latin typeface="Calibri" panose="020F0502020204030204"/>
                <a:cs typeface="Calibri" panose="020F0502020204030204"/>
              </a:rPr>
              <a:t> </a:t>
            </a:r>
            <a:r>
              <a:rPr sz="2200" spc="-10">
                <a:latin typeface="Calibri" panose="020F0502020204030204"/>
                <a:cs typeface="Calibri" panose="020F0502020204030204"/>
              </a:rPr>
              <a:t>concerns</a:t>
            </a:r>
            <a:endParaRPr sz="2200">
              <a:latin typeface="Calibri" panose="020F0502020204030204"/>
              <a:cs typeface="Calibri" panose="020F0502020204030204"/>
            </a:endParaRPr>
          </a:p>
          <a:p>
            <a:pPr marL="698500" indent="-229235">
              <a:lnSpc>
                <a:spcPts val="2610"/>
              </a:lnSpc>
              <a:buFont typeface="Arial" panose="020B0604020202020204"/>
              <a:buChar char="•"/>
              <a:tabLst>
                <a:tab pos="698500" algn="l"/>
                <a:tab pos="699135" algn="l"/>
              </a:tabLst>
            </a:pPr>
            <a:r>
              <a:rPr sz="2200" spc="-5">
                <a:latin typeface="Calibri" panose="020F0502020204030204"/>
                <a:cs typeface="Calibri" panose="020F0502020204030204"/>
              </a:rPr>
              <a:t>Be </a:t>
            </a:r>
            <a:r>
              <a:rPr sz="2200" spc="-10">
                <a:latin typeface="Calibri" panose="020F0502020204030204"/>
                <a:cs typeface="Calibri" panose="020F0502020204030204"/>
              </a:rPr>
              <a:t>honest </a:t>
            </a:r>
            <a:r>
              <a:rPr sz="2200" spc="-5">
                <a:latin typeface="Calibri" panose="020F0502020204030204"/>
                <a:cs typeface="Calibri" panose="020F0502020204030204"/>
              </a:rPr>
              <a:t>and </a:t>
            </a:r>
            <a:r>
              <a:rPr sz="2200" spc="-10">
                <a:latin typeface="Calibri" panose="020F0502020204030204"/>
                <a:cs typeface="Calibri" panose="020F0502020204030204"/>
              </a:rPr>
              <a:t>truthful </a:t>
            </a:r>
            <a:r>
              <a:rPr sz="2200" spc="-5">
                <a:latin typeface="Calibri" panose="020F0502020204030204"/>
                <a:cs typeface="Calibri" panose="020F0502020204030204"/>
              </a:rPr>
              <a:t>when</a:t>
            </a:r>
            <a:r>
              <a:rPr sz="2200" spc="15">
                <a:latin typeface="Calibri" panose="020F0502020204030204"/>
                <a:cs typeface="Calibri" panose="020F0502020204030204"/>
              </a:rPr>
              <a:t> </a:t>
            </a:r>
            <a:r>
              <a:rPr sz="2200" spc="-5">
                <a:latin typeface="Calibri" panose="020F0502020204030204"/>
                <a:cs typeface="Calibri" panose="020F0502020204030204"/>
              </a:rPr>
              <a:t>advertising</a:t>
            </a:r>
            <a:endParaRPr sz="2200">
              <a:latin typeface="Calibri" panose="020F0502020204030204"/>
              <a:cs typeface="Calibri" panose="020F0502020204030204"/>
            </a:endParaRPr>
          </a:p>
          <a:p>
            <a:pPr marL="698500" indent="-229235">
              <a:lnSpc>
                <a:spcPts val="2610"/>
              </a:lnSpc>
              <a:buFont typeface="Arial" panose="020B0604020202020204"/>
              <a:buChar char="•"/>
              <a:tabLst>
                <a:tab pos="698500" algn="l"/>
                <a:tab pos="699135" algn="l"/>
              </a:tabLst>
            </a:pPr>
            <a:r>
              <a:rPr sz="2200" spc="-15">
                <a:latin typeface="Calibri" panose="020F0502020204030204"/>
                <a:cs typeface="Calibri" panose="020F0502020204030204"/>
              </a:rPr>
              <a:t>Recognise </a:t>
            </a:r>
            <a:r>
              <a:rPr sz="2200" spc="-5">
                <a:latin typeface="Calibri" panose="020F0502020204030204"/>
                <a:cs typeface="Calibri" panose="020F0502020204030204"/>
              </a:rPr>
              <a:t>the impact of </a:t>
            </a:r>
            <a:r>
              <a:rPr sz="2200" spc="-20">
                <a:latin typeface="Calibri" panose="020F0502020204030204"/>
                <a:cs typeface="Calibri" panose="020F0502020204030204"/>
              </a:rPr>
              <a:t>life </a:t>
            </a:r>
            <a:r>
              <a:rPr sz="2200" spc="-5">
                <a:latin typeface="Calibri" panose="020F0502020204030204"/>
                <a:cs typeface="Calibri" panose="020F0502020204030204"/>
              </a:rPr>
              <a:t>outside </a:t>
            </a:r>
            <a:r>
              <a:rPr sz="2200">
                <a:latin typeface="Calibri" panose="020F0502020204030204"/>
                <a:cs typeface="Calibri" panose="020F0502020204030204"/>
              </a:rPr>
              <a:t>of</a:t>
            </a:r>
            <a:r>
              <a:rPr sz="2200" spc="85">
                <a:latin typeface="Calibri" panose="020F0502020204030204"/>
                <a:cs typeface="Calibri" panose="020F0502020204030204"/>
              </a:rPr>
              <a:t> </a:t>
            </a:r>
            <a:r>
              <a:rPr sz="2200" spc="-15">
                <a:latin typeface="Calibri" panose="020F0502020204030204"/>
                <a:cs typeface="Calibri" panose="020F0502020204030204"/>
              </a:rPr>
              <a:t>work</a:t>
            </a:r>
            <a:endParaRPr sz="2200">
              <a:latin typeface="Calibri" panose="020F0502020204030204"/>
              <a:cs typeface="Calibri" panose="020F0502020204030204"/>
            </a:endParaRPr>
          </a:p>
          <a:p>
            <a:pPr marL="698500" indent="-229235">
              <a:lnSpc>
                <a:spcPts val="2615"/>
              </a:lnSpc>
              <a:buFont typeface="Arial" panose="020B0604020202020204"/>
              <a:buChar char="•"/>
              <a:tabLst>
                <a:tab pos="698500" algn="l"/>
                <a:tab pos="699135" algn="l"/>
              </a:tabLst>
            </a:pPr>
            <a:r>
              <a:rPr sz="2200" spc="-10">
                <a:latin typeface="Calibri" panose="020F0502020204030204"/>
                <a:cs typeface="Calibri" panose="020F0502020204030204"/>
              </a:rPr>
              <a:t>Recognise </a:t>
            </a:r>
            <a:r>
              <a:rPr sz="2200" spc="-5">
                <a:latin typeface="Calibri" panose="020F0502020204030204"/>
                <a:cs typeface="Calibri" panose="020F0502020204030204"/>
              </a:rPr>
              <a:t>and </a:t>
            </a:r>
            <a:r>
              <a:rPr sz="2200" spc="-10">
                <a:latin typeface="Calibri" panose="020F0502020204030204"/>
                <a:cs typeface="Calibri" panose="020F0502020204030204"/>
              </a:rPr>
              <a:t>challenge </a:t>
            </a:r>
            <a:r>
              <a:rPr sz="2200" spc="-5">
                <a:latin typeface="Calibri" panose="020F0502020204030204"/>
                <a:cs typeface="Calibri" panose="020F0502020204030204"/>
              </a:rPr>
              <a:t>health</a:t>
            </a:r>
            <a:r>
              <a:rPr sz="2200" spc="40">
                <a:latin typeface="Calibri" panose="020F0502020204030204"/>
                <a:cs typeface="Calibri" panose="020F0502020204030204"/>
              </a:rPr>
              <a:t> </a:t>
            </a:r>
            <a:r>
              <a:rPr sz="2200" spc="-5">
                <a:latin typeface="Calibri" panose="020F0502020204030204"/>
                <a:cs typeface="Calibri" panose="020F0502020204030204"/>
              </a:rPr>
              <a:t>inequalities</a:t>
            </a:r>
            <a:endParaRPr sz="2200">
              <a:latin typeface="Calibri" panose="020F0502020204030204"/>
              <a:cs typeface="Calibri" panose="020F0502020204030204"/>
            </a:endParaRPr>
          </a:p>
          <a:p>
            <a:pPr marL="698500" indent="-229235">
              <a:lnSpc>
                <a:spcPts val="2610"/>
              </a:lnSpc>
              <a:buFont typeface="Arial" panose="020B0604020202020204"/>
              <a:buChar char="•"/>
              <a:tabLst>
                <a:tab pos="698500" algn="l"/>
                <a:tab pos="699135" algn="l"/>
              </a:tabLst>
            </a:pPr>
            <a:r>
              <a:rPr sz="2200" spc="-10">
                <a:latin typeface="Calibri" panose="020F0502020204030204"/>
                <a:cs typeface="Calibri" panose="020F0502020204030204"/>
              </a:rPr>
              <a:t>Communicate </a:t>
            </a:r>
            <a:r>
              <a:rPr sz="2200" spc="-5">
                <a:latin typeface="Calibri" panose="020F0502020204030204"/>
                <a:cs typeface="Calibri" panose="020F0502020204030204"/>
              </a:rPr>
              <a:t>in a </a:t>
            </a:r>
            <a:r>
              <a:rPr sz="2200" spc="-10">
                <a:latin typeface="Calibri" panose="020F0502020204030204"/>
                <a:cs typeface="Calibri" panose="020F0502020204030204"/>
              </a:rPr>
              <a:t>professional</a:t>
            </a:r>
            <a:r>
              <a:rPr sz="2200" spc="30">
                <a:latin typeface="Calibri" panose="020F0502020204030204"/>
                <a:cs typeface="Calibri" panose="020F0502020204030204"/>
              </a:rPr>
              <a:t> </a:t>
            </a:r>
            <a:r>
              <a:rPr sz="2200" spc="-5">
                <a:latin typeface="Calibri" panose="020F0502020204030204"/>
                <a:cs typeface="Calibri" panose="020F0502020204030204"/>
              </a:rPr>
              <a:t>manner</a:t>
            </a:r>
            <a:endParaRPr sz="2200">
              <a:latin typeface="Calibri" panose="020F0502020204030204"/>
              <a:cs typeface="Calibri" panose="020F0502020204030204"/>
            </a:endParaRPr>
          </a:p>
          <a:p>
            <a:pPr marL="698500" indent="-229235">
              <a:lnSpc>
                <a:spcPts val="2620"/>
              </a:lnSpc>
              <a:buFont typeface="Arial" panose="020B0604020202020204"/>
              <a:buChar char="•"/>
              <a:tabLst>
                <a:tab pos="698500" algn="l"/>
                <a:tab pos="699135" algn="l"/>
              </a:tabLst>
            </a:pPr>
            <a:r>
              <a:rPr sz="2200" spc="-5">
                <a:latin typeface="Calibri" panose="020F0502020204030204"/>
                <a:cs typeface="Calibri" panose="020F0502020204030204"/>
              </a:rPr>
              <a:t>Disclose </a:t>
            </a:r>
            <a:r>
              <a:rPr sz="2200" spc="-15">
                <a:latin typeface="Calibri" panose="020F0502020204030204"/>
                <a:cs typeface="Calibri" panose="020F0502020204030204"/>
              </a:rPr>
              <a:t>any </a:t>
            </a:r>
            <a:r>
              <a:rPr sz="2200" spc="-10">
                <a:latin typeface="Calibri" panose="020F0502020204030204"/>
                <a:cs typeface="Calibri" panose="020F0502020204030204"/>
              </a:rPr>
              <a:t>financial</a:t>
            </a:r>
            <a:r>
              <a:rPr sz="2200" spc="-25">
                <a:latin typeface="Calibri" panose="020F0502020204030204"/>
                <a:cs typeface="Calibri" panose="020F0502020204030204"/>
              </a:rPr>
              <a:t> </a:t>
            </a:r>
            <a:r>
              <a:rPr sz="2200" spc="-15">
                <a:latin typeface="Calibri" panose="020F0502020204030204"/>
                <a:cs typeface="Calibri" panose="020F0502020204030204"/>
              </a:rPr>
              <a:t>benefit</a:t>
            </a:r>
            <a:endParaRPr sz="2200">
              <a:latin typeface="Calibri" panose="020F0502020204030204"/>
              <a:cs typeface="Calibri" panose="020F0502020204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p:cNvSpPr>
            <a:spLocks noGrp="1" noRot="1" noChangeAspect="1" noMove="1" noResize="1" noEditPoints="1" noAdjustHandles="1" noChangeArrowheads="1" noChangeShapeType="1" noTextEdit="1"/>
          </p:cNvSpPr>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1136396" y="502021"/>
            <a:ext cx="6173262" cy="1655483"/>
          </a:xfrm>
          <a:prstGeom prst="rect">
            <a:avLst/>
          </a:prstGeom>
        </p:spPr>
        <p:txBody>
          <a:bodyPr vert="horz" lIns="91440" tIns="45720" rIns="91440" bIns="45720" rtlCol="0" anchor="b">
            <a:normAutofit/>
          </a:bodyPr>
          <a:lstStyle/>
          <a:p>
            <a:pPr marL="12700"/>
            <a:r>
              <a:rPr lang="en-US" sz="4000" spc="-15"/>
              <a:t>Information governance </a:t>
            </a:r>
            <a:r>
              <a:rPr lang="en-US" sz="4000"/>
              <a:t>and</a:t>
            </a:r>
            <a:r>
              <a:rPr lang="en-US" sz="4000" spc="45"/>
              <a:t> </a:t>
            </a:r>
            <a:r>
              <a:rPr lang="en-US" sz="4000" spc="-10"/>
              <a:t>confidentiality</a:t>
            </a:r>
          </a:p>
        </p:txBody>
      </p:sp>
      <p:sp>
        <p:nvSpPr>
          <p:cNvPr id="3" name="object 3"/>
          <p:cNvSpPr txBox="1"/>
          <p:nvPr/>
        </p:nvSpPr>
        <p:spPr>
          <a:xfrm>
            <a:off x="1136397" y="2408518"/>
            <a:ext cx="6173262" cy="3535083"/>
          </a:xfrm>
          <a:prstGeom prst="rect">
            <a:avLst/>
          </a:prstGeom>
        </p:spPr>
        <p:txBody>
          <a:bodyPr vert="horz" lIns="91440" tIns="45720" rIns="91440" bIns="45720" rtlCol="0">
            <a:normAutofit/>
          </a:bodyPr>
          <a:lstStyle/>
          <a:p>
            <a:pPr marL="241300" marR="680085" indent="-228600">
              <a:lnSpc>
                <a:spcPct val="90000"/>
              </a:lnSpc>
              <a:spcBef>
                <a:spcPts val="475"/>
              </a:spcBef>
              <a:buFont typeface="Arial" panose="020B0604020202020204" pitchFamily="34" charset="0"/>
              <a:buChar char="•"/>
              <a:tabLst>
                <a:tab pos="241300" algn="l"/>
              </a:tabLst>
            </a:pPr>
            <a:r>
              <a:rPr lang="en-US" sz="2000" spc="-15"/>
              <a:t>Information </a:t>
            </a:r>
            <a:r>
              <a:rPr lang="en-US" sz="2000" spc="-10"/>
              <a:t>governance </a:t>
            </a:r>
            <a:r>
              <a:rPr lang="en-US" sz="2000" spc="-5"/>
              <a:t>is </a:t>
            </a:r>
            <a:r>
              <a:rPr lang="en-US" sz="2000" spc="-15"/>
              <a:t>regulated by </a:t>
            </a:r>
            <a:r>
              <a:rPr lang="en-US" sz="2000" spc="-5"/>
              <a:t>the </a:t>
            </a:r>
            <a:r>
              <a:rPr lang="en-US" sz="2000" spc="-15"/>
              <a:t>Caldicott </a:t>
            </a:r>
            <a:r>
              <a:rPr lang="en-US" sz="2000" spc="-10"/>
              <a:t>guardians </a:t>
            </a:r>
            <a:r>
              <a:rPr lang="en-US" sz="2000" spc="-5"/>
              <a:t>in  </a:t>
            </a:r>
            <a:r>
              <a:rPr lang="en-US" sz="2000" spc="-10"/>
              <a:t>trusts</a:t>
            </a:r>
            <a:endParaRPr lang="en-US" sz="2000"/>
          </a:p>
          <a:p>
            <a:pPr marL="241300" indent="-228600">
              <a:lnSpc>
                <a:spcPct val="90000"/>
              </a:lnSpc>
              <a:spcBef>
                <a:spcPts val="620"/>
              </a:spcBef>
              <a:buFont typeface="Arial" panose="020B0604020202020204" pitchFamily="34" charset="0"/>
              <a:buChar char="•"/>
              <a:tabLst>
                <a:tab pos="241300" algn="l"/>
              </a:tabLst>
            </a:pPr>
            <a:r>
              <a:rPr lang="en-US" sz="2000" spc="-20"/>
              <a:t>It’s </a:t>
            </a:r>
            <a:r>
              <a:rPr lang="en-US" sz="2000" spc="-5"/>
              <a:t>a </a:t>
            </a:r>
            <a:r>
              <a:rPr lang="en-US" sz="2000" spc="-15"/>
              <a:t>legal framework </a:t>
            </a:r>
            <a:r>
              <a:rPr lang="en-US" sz="2000" spc="-10"/>
              <a:t>that </a:t>
            </a:r>
            <a:r>
              <a:rPr lang="en-US" sz="2000" spc="-15"/>
              <a:t>dictates </a:t>
            </a:r>
            <a:r>
              <a:rPr lang="en-US" sz="2000" spc="-10"/>
              <a:t>how </a:t>
            </a:r>
            <a:r>
              <a:rPr lang="en-US" sz="2000" spc="-15"/>
              <a:t>we </a:t>
            </a:r>
            <a:r>
              <a:rPr lang="en-US" sz="2000" spc="-10"/>
              <a:t>handle </a:t>
            </a:r>
            <a:r>
              <a:rPr lang="en-US" sz="2000" spc="-5"/>
              <a:t>and </a:t>
            </a:r>
            <a:r>
              <a:rPr lang="en-US" sz="2000" spc="-15"/>
              <a:t>share</a:t>
            </a:r>
            <a:r>
              <a:rPr lang="en-US" sz="2000" spc="270"/>
              <a:t> </a:t>
            </a:r>
            <a:r>
              <a:rPr lang="en-US" sz="2000" spc="-15"/>
              <a:t>personal</a:t>
            </a:r>
            <a:endParaRPr lang="en-US" sz="2000"/>
          </a:p>
          <a:p>
            <a:pPr marL="241300" indent="-228600">
              <a:lnSpc>
                <a:spcPct val="90000"/>
              </a:lnSpc>
              <a:buFont typeface="Arial" panose="020B0604020202020204" pitchFamily="34" charset="0"/>
              <a:buChar char="•"/>
            </a:pPr>
            <a:r>
              <a:rPr lang="en-US" sz="2000" spc="-5"/>
              <a:t>and identifiable </a:t>
            </a:r>
            <a:r>
              <a:rPr lang="en-US" sz="2000" spc="-15"/>
              <a:t>information </a:t>
            </a:r>
            <a:r>
              <a:rPr lang="en-US" sz="2000" spc="-5"/>
              <a:t>in the</a:t>
            </a:r>
            <a:r>
              <a:rPr lang="en-US" sz="2000" spc="90"/>
              <a:t> </a:t>
            </a:r>
            <a:r>
              <a:rPr lang="en-US" sz="2000" spc="-5"/>
              <a:t>NHS</a:t>
            </a:r>
            <a:endParaRPr lang="en-US" sz="2000"/>
          </a:p>
          <a:p>
            <a:pPr marL="241300" indent="-228600">
              <a:lnSpc>
                <a:spcPct val="90000"/>
              </a:lnSpc>
              <a:spcBef>
                <a:spcPts val="665"/>
              </a:spcBef>
              <a:buFont typeface="Arial" panose="020B0604020202020204" pitchFamily="34" charset="0"/>
              <a:buChar char="•"/>
              <a:tabLst>
                <a:tab pos="241300" algn="l"/>
              </a:tabLst>
            </a:pPr>
            <a:r>
              <a:rPr lang="en-US" sz="2000" spc="-5"/>
              <a:t>Includes</a:t>
            </a:r>
            <a:r>
              <a:rPr lang="en-US" sz="2000" spc="30"/>
              <a:t> </a:t>
            </a:r>
            <a:r>
              <a:rPr lang="en-US" sz="2000" spc="-5"/>
              <a:t>:</a:t>
            </a:r>
            <a:endParaRPr lang="en-US" sz="2000"/>
          </a:p>
          <a:p>
            <a:pPr marL="698500" lvl="1" indent="-228600">
              <a:lnSpc>
                <a:spcPct val="90000"/>
              </a:lnSpc>
              <a:spcBef>
                <a:spcPts val="240"/>
              </a:spcBef>
              <a:buFont typeface="Arial" panose="020B0604020202020204" pitchFamily="34" charset="0"/>
              <a:buChar char="•"/>
              <a:tabLst>
                <a:tab pos="699135" algn="l"/>
              </a:tabLst>
            </a:pPr>
            <a:r>
              <a:rPr lang="en-US" sz="2000"/>
              <a:t>NHS act</a:t>
            </a:r>
            <a:r>
              <a:rPr lang="en-US" sz="2000" spc="-35"/>
              <a:t> </a:t>
            </a:r>
            <a:r>
              <a:rPr lang="en-US" sz="2000" spc="-5"/>
              <a:t>2006</a:t>
            </a:r>
            <a:endParaRPr lang="en-US" sz="2000"/>
          </a:p>
          <a:p>
            <a:pPr marL="698500" lvl="1" indent="-228600">
              <a:lnSpc>
                <a:spcPct val="90000"/>
              </a:lnSpc>
              <a:spcBef>
                <a:spcPts val="205"/>
              </a:spcBef>
              <a:buFont typeface="Arial" panose="020B0604020202020204" pitchFamily="34" charset="0"/>
              <a:buChar char="•"/>
              <a:tabLst>
                <a:tab pos="699135" algn="l"/>
              </a:tabLst>
            </a:pPr>
            <a:r>
              <a:rPr lang="en-US" sz="2000" spc="-5"/>
              <a:t>Health </a:t>
            </a:r>
            <a:r>
              <a:rPr lang="en-US" sz="2000"/>
              <a:t>and </a:t>
            </a:r>
            <a:r>
              <a:rPr lang="en-US" sz="2000" spc="-5"/>
              <a:t>social </a:t>
            </a:r>
            <a:r>
              <a:rPr lang="en-US" sz="2000" spc="-15"/>
              <a:t>care </a:t>
            </a:r>
            <a:r>
              <a:rPr lang="en-US" sz="2000"/>
              <a:t>act</a:t>
            </a:r>
            <a:r>
              <a:rPr lang="en-US" sz="2000" spc="-25"/>
              <a:t> </a:t>
            </a:r>
            <a:r>
              <a:rPr lang="en-US" sz="2000" spc="-5"/>
              <a:t>2012</a:t>
            </a:r>
            <a:endParaRPr lang="en-US" sz="2000"/>
          </a:p>
          <a:p>
            <a:pPr marL="698500" lvl="1" indent="-228600">
              <a:lnSpc>
                <a:spcPct val="90000"/>
              </a:lnSpc>
              <a:spcBef>
                <a:spcPts val="220"/>
              </a:spcBef>
              <a:buFont typeface="Arial" panose="020B0604020202020204" pitchFamily="34" charset="0"/>
              <a:buChar char="•"/>
              <a:tabLst>
                <a:tab pos="699135" algn="l"/>
              </a:tabLst>
            </a:pPr>
            <a:r>
              <a:rPr lang="en-US" sz="2000" spc="-15"/>
              <a:t>Data </a:t>
            </a:r>
            <a:r>
              <a:rPr lang="en-US" sz="2000" spc="-10"/>
              <a:t>protection</a:t>
            </a:r>
            <a:r>
              <a:rPr lang="en-US" sz="2000" spc="-40"/>
              <a:t> </a:t>
            </a:r>
            <a:r>
              <a:rPr lang="en-US" sz="2000"/>
              <a:t>act</a:t>
            </a:r>
          </a:p>
          <a:p>
            <a:pPr marL="698500" lvl="1" indent="-228600">
              <a:lnSpc>
                <a:spcPct val="90000"/>
              </a:lnSpc>
              <a:spcBef>
                <a:spcPts val="215"/>
              </a:spcBef>
              <a:buFont typeface="Arial" panose="020B0604020202020204" pitchFamily="34" charset="0"/>
              <a:buChar char="•"/>
              <a:tabLst>
                <a:tab pos="699135" algn="l"/>
              </a:tabLst>
            </a:pPr>
            <a:r>
              <a:rPr lang="en-US" sz="2000" spc="-5"/>
              <a:t>Human rights</a:t>
            </a:r>
            <a:r>
              <a:rPr lang="en-US" sz="2000" spc="-15"/>
              <a:t> </a:t>
            </a:r>
            <a:r>
              <a:rPr lang="en-US" sz="2000"/>
              <a:t>act</a:t>
            </a:r>
          </a:p>
          <a:p>
            <a:pPr marL="241300" indent="-228600">
              <a:lnSpc>
                <a:spcPct val="90000"/>
              </a:lnSpc>
              <a:spcBef>
                <a:spcPts val="630"/>
              </a:spcBef>
              <a:buFont typeface="Arial" panose="020B0604020202020204" pitchFamily="34" charset="0"/>
              <a:buChar char="•"/>
              <a:tabLst>
                <a:tab pos="241300" algn="l"/>
              </a:tabLst>
            </a:pPr>
            <a:r>
              <a:rPr lang="en-US" sz="2000" spc="-5"/>
              <a:t>This </a:t>
            </a:r>
            <a:r>
              <a:rPr lang="en-US" sz="2000" spc="-10"/>
              <a:t>now </a:t>
            </a:r>
            <a:r>
              <a:rPr lang="en-US" sz="2000" spc="-5"/>
              <a:t>also includes</a:t>
            </a:r>
            <a:r>
              <a:rPr lang="en-US" sz="2000" spc="85"/>
              <a:t> </a:t>
            </a:r>
            <a:r>
              <a:rPr lang="en-US" sz="2000" spc="-5"/>
              <a:t>GDPR</a:t>
            </a:r>
            <a:endParaRPr lang="en-US" sz="2000"/>
          </a:p>
        </p:txBody>
      </p:sp>
      <p:pic>
        <p:nvPicPr>
          <p:cNvPr id="5" name="Picture 4" descr="Two people holding each other's hands"/>
          <p:cNvPicPr>
            <a:picLocks noChangeAspect="1"/>
          </p:cNvPicPr>
          <p:nvPr/>
        </p:nvPicPr>
        <p:blipFill rotWithShape="1">
          <a:blip r:embed="rId2"/>
          <a:srcRect l="25151" r="32454" b="1"/>
          <a:stretch>
            <a:fillRect/>
          </a:stretch>
        </p:blipFill>
        <p:spPr>
          <a:xfrm>
            <a:off x="8115300" y="-12515"/>
            <a:ext cx="4076700" cy="6418631"/>
          </a:xfrm>
          <a:prstGeom prst="rect">
            <a:avLst/>
          </a:prstGeom>
        </p:spPr>
      </p:pic>
      <p:sp>
        <p:nvSpPr>
          <p:cNvPr id="22" name="Rectangle 21"/>
          <p:cNvSpPr>
            <a:spLocks noGrp="1" noRot="1" noChangeAspect="1" noMove="1" noResize="1" noEditPoints="1" noAdjustHandles="1" noChangeArrowheads="1" noChangeShapeType="1" noTextEdit="1"/>
          </p:cNvSpPr>
          <p:nvPr/>
        </p:nvSpPr>
        <p:spPr>
          <a:xfrm flipH="1">
            <a:off x="0" y="6406116"/>
            <a:ext cx="12191998" cy="461774"/>
          </a:xfrm>
          <a:prstGeom prst="rect">
            <a:avLst/>
          </a:prstGeom>
          <a:gradFill>
            <a:gsLst>
              <a:gs pos="0">
                <a:srgbClr val="000000"/>
              </a:gs>
              <a:gs pos="7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a:spLocks noGrp="1" noRot="1" noChangeAspect="1" noMove="1" noResize="1" noEditPoints="1" noAdjustHandles="1" noChangeArrowheads="1" noChangeShapeType="1" noTextEdit="1"/>
          </p:cNvSpPr>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rotWithShape="1">
          <a:blip r:embed="rId2"/>
          <a:srcRect t="7427" r="35356" b="1664"/>
          <a:stretch>
            <a:fillRect/>
          </a:stretch>
        </p:blipFill>
        <p:spPr>
          <a:xfrm>
            <a:off x="3647445" y="0"/>
            <a:ext cx="8583465" cy="6789907"/>
          </a:xfrm>
          <a:prstGeom prst="rect">
            <a:avLst/>
          </a:prstGeom>
        </p:spPr>
      </p:pic>
      <p:sp>
        <p:nvSpPr>
          <p:cNvPr id="11" name="Rectangle 10"/>
          <p:cNvSpPr>
            <a:spLocks noGrp="1" noRot="1" noChangeAspect="1" noMove="1" noResize="1" noEditPoints="1" noAdjustHandles="1" noChangeArrowheads="1" noChangeShapeType="1" noTextEdit="1"/>
          </p:cNvSpPr>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359664" y="247216"/>
            <a:ext cx="3438144" cy="530344"/>
          </a:xfrm>
          <a:prstGeom prst="rect">
            <a:avLst/>
          </a:prstGeom>
        </p:spPr>
        <p:txBody>
          <a:bodyPr vert="horz" lIns="91440" tIns="45720" rIns="91440" bIns="45720" rtlCol="0" anchor="b">
            <a:normAutofit/>
          </a:bodyPr>
          <a:lstStyle/>
          <a:p>
            <a:pPr marL="12700"/>
            <a:r>
              <a:rPr lang="en-US" sz="2800" spc="-5">
                <a:solidFill>
                  <a:schemeClr val="bg1"/>
                </a:solidFill>
              </a:rPr>
              <a:t>GDPR</a:t>
            </a:r>
          </a:p>
        </p:txBody>
      </p:sp>
      <p:sp>
        <p:nvSpPr>
          <p:cNvPr id="13" name="Rectangle 12"/>
          <p:cNvSpPr>
            <a:spLocks noGrp="1" noRot="1" noChangeAspect="1" noMove="1" noResize="1" noEditPoints="1" noAdjustHandles="1" noChangeArrowheads="1" noChangeShapeType="1" noTextEdit="1"/>
          </p:cNvSpPr>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p:cNvSpPr>
            <a:spLocks noGrp="1" noRot="1" noChangeAspect="1" noMove="1" noResize="1" noEditPoints="1" noAdjustHandles="1" noChangeArrowheads="1" noChangeShapeType="1" noTextEdit="1"/>
          </p:cNvSpPr>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object 3"/>
          <p:cNvSpPr txBox="1"/>
          <p:nvPr/>
        </p:nvSpPr>
        <p:spPr>
          <a:xfrm>
            <a:off x="184827" y="1293779"/>
            <a:ext cx="6935820" cy="5330758"/>
          </a:xfrm>
          <a:prstGeom prst="rect">
            <a:avLst/>
          </a:prstGeom>
        </p:spPr>
        <p:txBody>
          <a:bodyPr vert="horz" lIns="91440" tIns="45720" rIns="91440" bIns="45720" rtlCol="0" anchor="t">
            <a:normAutofit/>
          </a:bodyPr>
          <a:lstStyle/>
          <a:p>
            <a:pPr marL="241300" indent="-228600">
              <a:lnSpc>
                <a:spcPct val="90000"/>
              </a:lnSpc>
              <a:spcBef>
                <a:spcPts val="100"/>
              </a:spcBef>
              <a:buFont typeface="Arial" panose="020B0604020202020204" pitchFamily="34" charset="0"/>
              <a:buChar char="•"/>
              <a:tabLst>
                <a:tab pos="240665" algn="l"/>
                <a:tab pos="241300" algn="l"/>
              </a:tabLst>
            </a:pPr>
            <a:r>
              <a:rPr lang="en-US" sz="1600">
                <a:solidFill>
                  <a:schemeClr val="bg1"/>
                </a:solidFill>
              </a:rPr>
              <a:t>10 </a:t>
            </a:r>
            <a:r>
              <a:rPr lang="en-US" sz="1600" spc="-25">
                <a:solidFill>
                  <a:schemeClr val="bg1"/>
                </a:solidFill>
              </a:rPr>
              <a:t>key</a:t>
            </a:r>
            <a:r>
              <a:rPr lang="en-US" sz="1600" spc="-5">
                <a:solidFill>
                  <a:schemeClr val="bg1"/>
                </a:solidFill>
              </a:rPr>
              <a:t> requirements:</a:t>
            </a:r>
          </a:p>
          <a:p>
            <a:pPr marL="241300" indent="-228600">
              <a:lnSpc>
                <a:spcPct val="90000"/>
              </a:lnSpc>
              <a:spcBef>
                <a:spcPts val="100"/>
              </a:spcBef>
              <a:buFont typeface="Arial" panose="020B0604020202020204" pitchFamily="34" charset="0"/>
              <a:buChar char="•"/>
              <a:tabLst>
                <a:tab pos="240665" algn="l"/>
                <a:tab pos="241300" algn="l"/>
              </a:tabLst>
            </a:pPr>
            <a:endParaRPr lang="en-US" sz="1600">
              <a:solidFill>
                <a:schemeClr val="bg1"/>
              </a:solidFill>
            </a:endParaRPr>
          </a:p>
          <a:p>
            <a:pPr marL="698500" lvl="1" indent="-228600">
              <a:lnSpc>
                <a:spcPct val="90000"/>
              </a:lnSpc>
              <a:buFont typeface="Arial" panose="020B0604020202020204" pitchFamily="34" charset="0"/>
              <a:buChar char="•"/>
              <a:tabLst>
                <a:tab pos="698500" algn="l"/>
                <a:tab pos="699135" algn="l"/>
              </a:tabLst>
            </a:pPr>
            <a:r>
              <a:rPr lang="en-US" sz="1600" spc="-5">
                <a:solidFill>
                  <a:schemeClr val="bg1"/>
                </a:solidFill>
              </a:rPr>
              <a:t>Lawful </a:t>
            </a:r>
            <a:r>
              <a:rPr lang="en-US" sz="1600">
                <a:solidFill>
                  <a:schemeClr val="bg1"/>
                </a:solidFill>
              </a:rPr>
              <a:t>, </a:t>
            </a:r>
            <a:r>
              <a:rPr lang="en-US" sz="1600" spc="-10">
                <a:solidFill>
                  <a:schemeClr val="bg1"/>
                </a:solidFill>
              </a:rPr>
              <a:t>fair </a:t>
            </a:r>
            <a:r>
              <a:rPr lang="en-US" sz="1600">
                <a:solidFill>
                  <a:schemeClr val="bg1"/>
                </a:solidFill>
              </a:rPr>
              <a:t>and </a:t>
            </a:r>
            <a:r>
              <a:rPr lang="en-US" sz="1600" spc="-10">
                <a:solidFill>
                  <a:schemeClr val="bg1"/>
                </a:solidFill>
              </a:rPr>
              <a:t>transparent</a:t>
            </a:r>
            <a:r>
              <a:rPr lang="en-US" sz="1600" spc="-85">
                <a:solidFill>
                  <a:schemeClr val="bg1"/>
                </a:solidFill>
              </a:rPr>
              <a:t> </a:t>
            </a:r>
            <a:r>
              <a:rPr lang="en-US" sz="1600" spc="-5">
                <a:solidFill>
                  <a:schemeClr val="bg1"/>
                </a:solidFill>
              </a:rPr>
              <a:t>processing</a:t>
            </a:r>
            <a:endParaRPr lang="en-US" sz="1600">
              <a:solidFill>
                <a:schemeClr val="bg1"/>
              </a:solidFill>
            </a:endParaRPr>
          </a:p>
          <a:p>
            <a:pPr marL="698500" lvl="1" indent="-228600">
              <a:lnSpc>
                <a:spcPct val="90000"/>
              </a:lnSpc>
              <a:buFont typeface="Arial" panose="020B0604020202020204" pitchFamily="34" charset="0"/>
              <a:buChar char="•"/>
              <a:tabLst>
                <a:tab pos="698500" algn="l"/>
                <a:tab pos="699135" algn="l"/>
              </a:tabLst>
            </a:pPr>
            <a:r>
              <a:rPr lang="en-US" sz="1600" spc="-5">
                <a:solidFill>
                  <a:schemeClr val="bg1"/>
                </a:solidFill>
              </a:rPr>
              <a:t>Limitation of purpose, </a:t>
            </a:r>
            <a:r>
              <a:rPr lang="en-US" sz="1600" spc="-10">
                <a:solidFill>
                  <a:schemeClr val="bg1"/>
                </a:solidFill>
              </a:rPr>
              <a:t>data </a:t>
            </a:r>
            <a:r>
              <a:rPr lang="en-US" sz="1600">
                <a:solidFill>
                  <a:schemeClr val="bg1"/>
                </a:solidFill>
              </a:rPr>
              <a:t>and</a:t>
            </a:r>
            <a:r>
              <a:rPr lang="en-US" sz="1600" spc="-90">
                <a:solidFill>
                  <a:schemeClr val="bg1"/>
                </a:solidFill>
              </a:rPr>
              <a:t> </a:t>
            </a:r>
            <a:r>
              <a:rPr lang="en-US" sz="1600" spc="-15">
                <a:solidFill>
                  <a:schemeClr val="bg1"/>
                </a:solidFill>
              </a:rPr>
              <a:t>storage</a:t>
            </a:r>
            <a:endParaRPr lang="en-US" sz="1600">
              <a:solidFill>
                <a:schemeClr val="bg1"/>
              </a:solidFill>
            </a:endParaRPr>
          </a:p>
          <a:p>
            <a:pPr marL="698500" lvl="1" indent="-228600">
              <a:lnSpc>
                <a:spcPct val="90000"/>
              </a:lnSpc>
              <a:buFont typeface="Arial" panose="020B0604020202020204" pitchFamily="34" charset="0"/>
              <a:buChar char="•"/>
              <a:tabLst>
                <a:tab pos="698500" algn="l"/>
                <a:tab pos="699135" algn="l"/>
              </a:tabLst>
            </a:pPr>
            <a:r>
              <a:rPr lang="en-US" sz="1600" spc="-10">
                <a:solidFill>
                  <a:schemeClr val="bg1"/>
                </a:solidFill>
              </a:rPr>
              <a:t>Data </a:t>
            </a:r>
            <a:r>
              <a:rPr lang="en-US" sz="1600" spc="-5">
                <a:solidFill>
                  <a:schemeClr val="bg1"/>
                </a:solidFill>
              </a:rPr>
              <a:t>subject rights</a:t>
            </a:r>
            <a:r>
              <a:rPr lang="en-US" sz="1600" spc="-35">
                <a:solidFill>
                  <a:schemeClr val="bg1"/>
                </a:solidFill>
              </a:rPr>
              <a:t> </a:t>
            </a:r>
            <a:r>
              <a:rPr lang="en-US" sz="1600">
                <a:solidFill>
                  <a:schemeClr val="bg1"/>
                </a:solidFill>
              </a:rPr>
              <a:t>:</a:t>
            </a:r>
          </a:p>
          <a:p>
            <a:pPr marL="1155700" lvl="2" indent="-228600">
              <a:lnSpc>
                <a:spcPct val="90000"/>
              </a:lnSpc>
              <a:spcBef>
                <a:spcPts val="30"/>
              </a:spcBef>
              <a:buFont typeface="Arial" panose="020B0604020202020204" pitchFamily="34" charset="0"/>
              <a:buChar char="•"/>
              <a:tabLst>
                <a:tab pos="1155700" algn="l"/>
                <a:tab pos="1156335" algn="l"/>
              </a:tabLst>
            </a:pPr>
            <a:r>
              <a:rPr lang="en-US" sz="1600" spc="-5">
                <a:solidFill>
                  <a:schemeClr val="bg1"/>
                </a:solidFill>
              </a:rPr>
              <a:t>Right </a:t>
            </a:r>
            <a:r>
              <a:rPr lang="en-US" sz="1600" spc="-10">
                <a:solidFill>
                  <a:schemeClr val="bg1"/>
                </a:solidFill>
              </a:rPr>
              <a:t>to </a:t>
            </a:r>
            <a:r>
              <a:rPr lang="en-US" sz="1600" spc="-5">
                <a:solidFill>
                  <a:schemeClr val="bg1"/>
                </a:solidFill>
              </a:rPr>
              <a:t>be</a:t>
            </a:r>
            <a:r>
              <a:rPr lang="en-US" sz="1600" spc="30">
                <a:solidFill>
                  <a:schemeClr val="bg1"/>
                </a:solidFill>
              </a:rPr>
              <a:t> </a:t>
            </a:r>
            <a:r>
              <a:rPr lang="en-US" sz="1600" spc="-10">
                <a:solidFill>
                  <a:schemeClr val="bg1"/>
                </a:solidFill>
              </a:rPr>
              <a:t>informed</a:t>
            </a:r>
            <a:endParaRPr lang="en-US" sz="1600">
              <a:solidFill>
                <a:schemeClr val="bg1"/>
              </a:solidFill>
            </a:endParaRPr>
          </a:p>
          <a:p>
            <a:pPr marL="1155700" lvl="2" indent="-228600">
              <a:lnSpc>
                <a:spcPct val="90000"/>
              </a:lnSpc>
              <a:spcBef>
                <a:spcPts val="35"/>
              </a:spcBef>
              <a:buFont typeface="Arial" panose="020B0604020202020204" pitchFamily="34" charset="0"/>
              <a:buChar char="•"/>
              <a:tabLst>
                <a:tab pos="1155700" algn="l"/>
                <a:tab pos="1156335" algn="l"/>
              </a:tabLst>
            </a:pPr>
            <a:r>
              <a:rPr lang="en-US" sz="1600" spc="-5">
                <a:solidFill>
                  <a:schemeClr val="bg1"/>
                </a:solidFill>
              </a:rPr>
              <a:t>Right of</a:t>
            </a:r>
            <a:r>
              <a:rPr lang="en-US" sz="1600" spc="15">
                <a:solidFill>
                  <a:schemeClr val="bg1"/>
                </a:solidFill>
              </a:rPr>
              <a:t> </a:t>
            </a:r>
            <a:r>
              <a:rPr lang="en-US" sz="1600" spc="-5">
                <a:solidFill>
                  <a:schemeClr val="bg1"/>
                </a:solidFill>
              </a:rPr>
              <a:t>access</a:t>
            </a:r>
            <a:endParaRPr lang="en-US" sz="1600">
              <a:solidFill>
                <a:schemeClr val="bg1"/>
              </a:solidFill>
            </a:endParaRPr>
          </a:p>
          <a:p>
            <a:pPr marL="1155700" lvl="2" indent="-228600">
              <a:lnSpc>
                <a:spcPct val="90000"/>
              </a:lnSpc>
              <a:spcBef>
                <a:spcPts val="25"/>
              </a:spcBef>
              <a:buFont typeface="Arial" panose="020B0604020202020204" pitchFamily="34" charset="0"/>
              <a:buChar char="•"/>
              <a:tabLst>
                <a:tab pos="1155700" algn="l"/>
                <a:tab pos="1156335" algn="l"/>
              </a:tabLst>
            </a:pPr>
            <a:r>
              <a:rPr lang="en-US" sz="1600" spc="-5">
                <a:solidFill>
                  <a:schemeClr val="bg1"/>
                </a:solidFill>
              </a:rPr>
              <a:t>Right of</a:t>
            </a:r>
            <a:r>
              <a:rPr lang="en-US" sz="1600" spc="15">
                <a:solidFill>
                  <a:schemeClr val="bg1"/>
                </a:solidFill>
              </a:rPr>
              <a:t> </a:t>
            </a:r>
            <a:r>
              <a:rPr lang="en-US" sz="1600" spc="-5">
                <a:solidFill>
                  <a:schemeClr val="bg1"/>
                </a:solidFill>
              </a:rPr>
              <a:t>rectification</a:t>
            </a:r>
            <a:endParaRPr lang="en-US" sz="1600">
              <a:solidFill>
                <a:schemeClr val="bg1"/>
              </a:solidFill>
            </a:endParaRPr>
          </a:p>
          <a:p>
            <a:pPr marL="1155700" lvl="2" indent="-228600">
              <a:lnSpc>
                <a:spcPct val="90000"/>
              </a:lnSpc>
              <a:spcBef>
                <a:spcPts val="35"/>
              </a:spcBef>
              <a:buFont typeface="Arial" panose="020B0604020202020204" pitchFamily="34" charset="0"/>
              <a:buChar char="•"/>
              <a:tabLst>
                <a:tab pos="1155700" algn="l"/>
                <a:tab pos="1156335" algn="l"/>
              </a:tabLst>
            </a:pPr>
            <a:r>
              <a:rPr lang="en-US" sz="1600" spc="-5">
                <a:solidFill>
                  <a:schemeClr val="bg1"/>
                </a:solidFill>
              </a:rPr>
              <a:t>Right </a:t>
            </a:r>
            <a:r>
              <a:rPr lang="en-US" sz="1600" spc="-10">
                <a:solidFill>
                  <a:schemeClr val="bg1"/>
                </a:solidFill>
              </a:rPr>
              <a:t>to</a:t>
            </a:r>
            <a:r>
              <a:rPr lang="en-US" sz="1600" spc="15">
                <a:solidFill>
                  <a:schemeClr val="bg1"/>
                </a:solidFill>
              </a:rPr>
              <a:t> </a:t>
            </a:r>
            <a:r>
              <a:rPr lang="en-US" sz="1600" spc="-10">
                <a:solidFill>
                  <a:schemeClr val="bg1"/>
                </a:solidFill>
              </a:rPr>
              <a:t>erasure</a:t>
            </a:r>
            <a:endParaRPr lang="en-US" sz="1600">
              <a:solidFill>
                <a:schemeClr val="bg1"/>
              </a:solidFill>
            </a:endParaRPr>
          </a:p>
          <a:p>
            <a:pPr marL="1155700" lvl="2" indent="-228600">
              <a:lnSpc>
                <a:spcPct val="90000"/>
              </a:lnSpc>
              <a:spcBef>
                <a:spcPts val="40"/>
              </a:spcBef>
              <a:buFont typeface="Arial" panose="020B0604020202020204" pitchFamily="34" charset="0"/>
              <a:buChar char="•"/>
              <a:tabLst>
                <a:tab pos="1155700" algn="l"/>
                <a:tab pos="1156335" algn="l"/>
              </a:tabLst>
            </a:pPr>
            <a:r>
              <a:rPr lang="en-US" sz="1600" spc="-5">
                <a:solidFill>
                  <a:schemeClr val="bg1"/>
                </a:solidFill>
              </a:rPr>
              <a:t>Right </a:t>
            </a:r>
            <a:r>
              <a:rPr lang="en-US" sz="1600" spc="-10">
                <a:solidFill>
                  <a:schemeClr val="bg1"/>
                </a:solidFill>
              </a:rPr>
              <a:t>to </a:t>
            </a:r>
            <a:r>
              <a:rPr lang="en-US" sz="1600" spc="-5">
                <a:solidFill>
                  <a:schemeClr val="bg1"/>
                </a:solidFill>
              </a:rPr>
              <a:t>restrict</a:t>
            </a:r>
            <a:r>
              <a:rPr lang="en-US" sz="1600" spc="15">
                <a:solidFill>
                  <a:schemeClr val="bg1"/>
                </a:solidFill>
              </a:rPr>
              <a:t> </a:t>
            </a:r>
            <a:r>
              <a:rPr lang="en-US" sz="1600" spc="-10">
                <a:solidFill>
                  <a:schemeClr val="bg1"/>
                </a:solidFill>
              </a:rPr>
              <a:t>processing</a:t>
            </a:r>
            <a:endParaRPr lang="en-US" sz="1600">
              <a:solidFill>
                <a:schemeClr val="bg1"/>
              </a:solidFill>
            </a:endParaRPr>
          </a:p>
          <a:p>
            <a:pPr marL="1155700" lvl="2" indent="-228600">
              <a:lnSpc>
                <a:spcPct val="90000"/>
              </a:lnSpc>
              <a:spcBef>
                <a:spcPts val="25"/>
              </a:spcBef>
              <a:buFont typeface="Arial" panose="020B0604020202020204" pitchFamily="34" charset="0"/>
              <a:buChar char="•"/>
              <a:tabLst>
                <a:tab pos="1155700" algn="l"/>
                <a:tab pos="1156335" algn="l"/>
              </a:tabLst>
            </a:pPr>
            <a:r>
              <a:rPr lang="en-US" sz="1600" spc="-5">
                <a:solidFill>
                  <a:schemeClr val="bg1"/>
                </a:solidFill>
              </a:rPr>
              <a:t>Right </a:t>
            </a:r>
            <a:r>
              <a:rPr lang="en-US" sz="1600" spc="-10">
                <a:solidFill>
                  <a:schemeClr val="bg1"/>
                </a:solidFill>
              </a:rPr>
              <a:t>to data</a:t>
            </a:r>
            <a:r>
              <a:rPr lang="en-US" sz="1600" spc="30">
                <a:solidFill>
                  <a:schemeClr val="bg1"/>
                </a:solidFill>
              </a:rPr>
              <a:t> </a:t>
            </a:r>
            <a:r>
              <a:rPr lang="en-US" sz="1600" spc="-5">
                <a:solidFill>
                  <a:schemeClr val="bg1"/>
                </a:solidFill>
              </a:rPr>
              <a:t>portability</a:t>
            </a:r>
            <a:endParaRPr lang="en-US" sz="1600">
              <a:solidFill>
                <a:schemeClr val="bg1"/>
              </a:solidFill>
            </a:endParaRPr>
          </a:p>
          <a:p>
            <a:pPr marL="1155700" lvl="2" indent="-228600">
              <a:lnSpc>
                <a:spcPct val="90000"/>
              </a:lnSpc>
              <a:spcBef>
                <a:spcPts val="35"/>
              </a:spcBef>
              <a:buFont typeface="Arial" panose="020B0604020202020204" pitchFamily="34" charset="0"/>
              <a:buChar char="•"/>
              <a:tabLst>
                <a:tab pos="1155700" algn="l"/>
                <a:tab pos="1156335" algn="l"/>
              </a:tabLst>
            </a:pPr>
            <a:r>
              <a:rPr lang="en-US" sz="1600" spc="-5">
                <a:solidFill>
                  <a:schemeClr val="bg1"/>
                </a:solidFill>
              </a:rPr>
              <a:t>Right </a:t>
            </a:r>
            <a:r>
              <a:rPr lang="en-US" sz="1600" spc="-10">
                <a:solidFill>
                  <a:schemeClr val="bg1"/>
                </a:solidFill>
              </a:rPr>
              <a:t>to</a:t>
            </a:r>
            <a:r>
              <a:rPr lang="en-US" sz="1600" spc="15">
                <a:solidFill>
                  <a:schemeClr val="bg1"/>
                </a:solidFill>
              </a:rPr>
              <a:t> </a:t>
            </a:r>
            <a:r>
              <a:rPr lang="en-US" sz="1600" spc="-5">
                <a:solidFill>
                  <a:schemeClr val="bg1"/>
                </a:solidFill>
              </a:rPr>
              <a:t>object</a:t>
            </a:r>
            <a:endParaRPr lang="en-US" sz="1600">
              <a:solidFill>
                <a:schemeClr val="bg1"/>
              </a:solidFill>
            </a:endParaRPr>
          </a:p>
          <a:p>
            <a:pPr marL="1155700" lvl="2" indent="-228600">
              <a:lnSpc>
                <a:spcPct val="90000"/>
              </a:lnSpc>
              <a:spcBef>
                <a:spcPts val="35"/>
              </a:spcBef>
              <a:buFont typeface="Arial" panose="020B0604020202020204" pitchFamily="34" charset="0"/>
              <a:buChar char="•"/>
              <a:tabLst>
                <a:tab pos="1155700" algn="l"/>
                <a:tab pos="1156335" algn="l"/>
              </a:tabLst>
            </a:pPr>
            <a:r>
              <a:rPr lang="en-US" sz="1600" spc="-5">
                <a:solidFill>
                  <a:schemeClr val="bg1"/>
                </a:solidFill>
              </a:rPr>
              <a:t>Rights </a:t>
            </a:r>
            <a:r>
              <a:rPr lang="en-US" sz="1600" spc="-10">
                <a:solidFill>
                  <a:schemeClr val="bg1"/>
                </a:solidFill>
              </a:rPr>
              <a:t>related to automated </a:t>
            </a:r>
            <a:r>
              <a:rPr lang="en-US" sz="1600" spc="-5">
                <a:solidFill>
                  <a:schemeClr val="bg1"/>
                </a:solidFill>
              </a:rPr>
              <a:t>decision making including</a:t>
            </a:r>
            <a:r>
              <a:rPr lang="en-US" sz="1600" spc="200">
                <a:solidFill>
                  <a:schemeClr val="bg1"/>
                </a:solidFill>
              </a:rPr>
              <a:t> </a:t>
            </a:r>
            <a:r>
              <a:rPr lang="en-US" sz="1600" spc="-10">
                <a:solidFill>
                  <a:schemeClr val="bg1"/>
                </a:solidFill>
              </a:rPr>
              <a:t>profiling</a:t>
            </a:r>
          </a:p>
          <a:p>
            <a:pPr marL="1155700" lvl="2" indent="-228600">
              <a:lnSpc>
                <a:spcPct val="90000"/>
              </a:lnSpc>
              <a:spcBef>
                <a:spcPts val="35"/>
              </a:spcBef>
              <a:buFont typeface="Arial" panose="020B0604020202020204" pitchFamily="34" charset="0"/>
              <a:buChar char="•"/>
              <a:tabLst>
                <a:tab pos="1155700" algn="l"/>
                <a:tab pos="1156335" algn="l"/>
              </a:tabLst>
            </a:pPr>
            <a:endParaRPr lang="en-US" sz="1600">
              <a:solidFill>
                <a:schemeClr val="bg1"/>
              </a:solidFill>
            </a:endParaRPr>
          </a:p>
          <a:p>
            <a:pPr marL="698500" lvl="1" indent="-228600">
              <a:lnSpc>
                <a:spcPct val="90000"/>
              </a:lnSpc>
              <a:buFont typeface="Arial" panose="020B0604020202020204" pitchFamily="34" charset="0"/>
              <a:buChar char="•"/>
              <a:tabLst>
                <a:tab pos="698500" algn="l"/>
                <a:tab pos="699135" algn="l"/>
              </a:tabLst>
            </a:pPr>
            <a:r>
              <a:rPr lang="en-US" sz="1600" spc="-5">
                <a:solidFill>
                  <a:schemeClr val="bg1"/>
                </a:solidFill>
              </a:rPr>
              <a:t>Consent</a:t>
            </a:r>
            <a:endParaRPr lang="en-US" sz="1600">
              <a:solidFill>
                <a:schemeClr val="bg1"/>
              </a:solidFill>
            </a:endParaRPr>
          </a:p>
          <a:p>
            <a:pPr marL="698500" lvl="1" indent="-228600">
              <a:lnSpc>
                <a:spcPct val="90000"/>
              </a:lnSpc>
              <a:buFont typeface="Arial" panose="020B0604020202020204" pitchFamily="34" charset="0"/>
              <a:buChar char="•"/>
              <a:tabLst>
                <a:tab pos="698500" algn="l"/>
                <a:tab pos="699135" algn="l"/>
              </a:tabLst>
            </a:pPr>
            <a:r>
              <a:rPr lang="en-US" sz="1600" spc="-10">
                <a:solidFill>
                  <a:schemeClr val="bg1"/>
                </a:solidFill>
              </a:rPr>
              <a:t>Personal data</a:t>
            </a:r>
            <a:r>
              <a:rPr lang="en-US" sz="1600" spc="-35">
                <a:solidFill>
                  <a:schemeClr val="bg1"/>
                </a:solidFill>
              </a:rPr>
              <a:t> </a:t>
            </a:r>
            <a:r>
              <a:rPr lang="en-US" sz="1600" spc="-5">
                <a:solidFill>
                  <a:schemeClr val="bg1"/>
                </a:solidFill>
              </a:rPr>
              <a:t>breaches</a:t>
            </a:r>
            <a:endParaRPr lang="en-US" sz="1600">
              <a:solidFill>
                <a:schemeClr val="bg1"/>
              </a:solidFill>
            </a:endParaRPr>
          </a:p>
          <a:p>
            <a:pPr marL="698500" lvl="1" indent="-228600">
              <a:lnSpc>
                <a:spcPct val="90000"/>
              </a:lnSpc>
              <a:buFont typeface="Arial" panose="020B0604020202020204" pitchFamily="34" charset="0"/>
              <a:buChar char="•"/>
              <a:tabLst>
                <a:tab pos="698500" algn="l"/>
                <a:tab pos="699135" algn="l"/>
              </a:tabLst>
            </a:pPr>
            <a:r>
              <a:rPr lang="en-US" sz="1600" spc="-5">
                <a:solidFill>
                  <a:schemeClr val="bg1"/>
                </a:solidFill>
              </a:rPr>
              <a:t>Privacy by</a:t>
            </a:r>
            <a:r>
              <a:rPr lang="en-US" sz="1600" spc="-30">
                <a:solidFill>
                  <a:schemeClr val="bg1"/>
                </a:solidFill>
              </a:rPr>
              <a:t> </a:t>
            </a:r>
            <a:r>
              <a:rPr lang="en-US" sz="1600" spc="-5">
                <a:solidFill>
                  <a:schemeClr val="bg1"/>
                </a:solidFill>
              </a:rPr>
              <a:t>design</a:t>
            </a:r>
            <a:endParaRPr lang="en-US" sz="1600">
              <a:solidFill>
                <a:schemeClr val="bg1"/>
              </a:solidFill>
            </a:endParaRPr>
          </a:p>
          <a:p>
            <a:pPr marL="698500" lvl="1" indent="-228600">
              <a:lnSpc>
                <a:spcPct val="90000"/>
              </a:lnSpc>
              <a:buFont typeface="Arial" panose="020B0604020202020204" pitchFamily="34" charset="0"/>
              <a:buChar char="•"/>
              <a:tabLst>
                <a:tab pos="698500" algn="l"/>
                <a:tab pos="699135" algn="l"/>
              </a:tabLst>
            </a:pPr>
            <a:r>
              <a:rPr lang="en-US" sz="1600" spc="-10">
                <a:solidFill>
                  <a:schemeClr val="bg1"/>
                </a:solidFill>
              </a:rPr>
              <a:t>Data </a:t>
            </a:r>
            <a:r>
              <a:rPr lang="en-US" sz="1600" spc="-5">
                <a:solidFill>
                  <a:schemeClr val="bg1"/>
                </a:solidFill>
              </a:rPr>
              <a:t>protection </a:t>
            </a:r>
            <a:r>
              <a:rPr lang="en-US" sz="1600">
                <a:solidFill>
                  <a:schemeClr val="bg1"/>
                </a:solidFill>
              </a:rPr>
              <a:t>impact</a:t>
            </a:r>
            <a:r>
              <a:rPr lang="en-US" sz="1600" spc="-40">
                <a:solidFill>
                  <a:schemeClr val="bg1"/>
                </a:solidFill>
              </a:rPr>
              <a:t> </a:t>
            </a:r>
            <a:r>
              <a:rPr lang="en-US" sz="1600" spc="-5">
                <a:solidFill>
                  <a:schemeClr val="bg1"/>
                </a:solidFill>
              </a:rPr>
              <a:t>assessment</a:t>
            </a:r>
            <a:endParaRPr lang="en-US" sz="1600">
              <a:solidFill>
                <a:schemeClr val="bg1"/>
              </a:solidFill>
            </a:endParaRPr>
          </a:p>
          <a:p>
            <a:pPr marL="698500" lvl="1" indent="-228600">
              <a:lnSpc>
                <a:spcPct val="90000"/>
              </a:lnSpc>
              <a:buFont typeface="Arial" panose="020B0604020202020204" pitchFamily="34" charset="0"/>
              <a:buChar char="•"/>
              <a:tabLst>
                <a:tab pos="698500" algn="l"/>
                <a:tab pos="699135" algn="l"/>
              </a:tabLst>
            </a:pPr>
            <a:r>
              <a:rPr lang="en-US" sz="1600" spc="-10">
                <a:solidFill>
                  <a:schemeClr val="bg1"/>
                </a:solidFill>
              </a:rPr>
              <a:t>Data</a:t>
            </a:r>
            <a:r>
              <a:rPr lang="en-US" sz="1600" spc="-20">
                <a:solidFill>
                  <a:schemeClr val="bg1"/>
                </a:solidFill>
              </a:rPr>
              <a:t> </a:t>
            </a:r>
            <a:r>
              <a:rPr lang="en-US" sz="1600" spc="-15">
                <a:solidFill>
                  <a:schemeClr val="bg1"/>
                </a:solidFill>
              </a:rPr>
              <a:t>transfers</a:t>
            </a:r>
            <a:endParaRPr lang="en-US" sz="1600">
              <a:solidFill>
                <a:schemeClr val="bg1"/>
              </a:solidFill>
            </a:endParaRPr>
          </a:p>
          <a:p>
            <a:pPr marL="698500" lvl="1" indent="-228600">
              <a:lnSpc>
                <a:spcPct val="90000"/>
              </a:lnSpc>
              <a:buFont typeface="Arial" panose="020B0604020202020204" pitchFamily="34" charset="0"/>
              <a:buChar char="•"/>
              <a:tabLst>
                <a:tab pos="698500" algn="l"/>
                <a:tab pos="699135" algn="l"/>
              </a:tabLst>
            </a:pPr>
            <a:r>
              <a:rPr lang="en-US" sz="1600" spc="-10">
                <a:solidFill>
                  <a:schemeClr val="bg1"/>
                </a:solidFill>
              </a:rPr>
              <a:t>Data </a:t>
            </a:r>
            <a:r>
              <a:rPr lang="en-US" sz="1600" spc="-5">
                <a:solidFill>
                  <a:schemeClr val="bg1"/>
                </a:solidFill>
              </a:rPr>
              <a:t>protection</a:t>
            </a:r>
            <a:r>
              <a:rPr lang="en-US" sz="1600" spc="-30">
                <a:solidFill>
                  <a:schemeClr val="bg1"/>
                </a:solidFill>
              </a:rPr>
              <a:t> </a:t>
            </a:r>
            <a:r>
              <a:rPr lang="en-US" sz="1600" spc="-10">
                <a:solidFill>
                  <a:schemeClr val="bg1"/>
                </a:solidFill>
              </a:rPr>
              <a:t>officer</a:t>
            </a:r>
            <a:endParaRPr lang="en-US" sz="1600">
              <a:solidFill>
                <a:schemeClr val="bg1"/>
              </a:solidFill>
            </a:endParaRPr>
          </a:p>
          <a:p>
            <a:pPr marL="698500" lvl="1" indent="-228600">
              <a:lnSpc>
                <a:spcPct val="90000"/>
              </a:lnSpc>
              <a:buFont typeface="Arial" panose="020B0604020202020204" pitchFamily="34" charset="0"/>
              <a:buChar char="•"/>
              <a:tabLst>
                <a:tab pos="698500" algn="l"/>
                <a:tab pos="699135" algn="l"/>
              </a:tabLst>
            </a:pPr>
            <a:r>
              <a:rPr lang="en-US" sz="1600" spc="-5">
                <a:solidFill>
                  <a:schemeClr val="bg1"/>
                </a:solidFill>
              </a:rPr>
              <a:t>Awareness </a:t>
            </a:r>
            <a:r>
              <a:rPr lang="en-US" sz="1600">
                <a:solidFill>
                  <a:schemeClr val="bg1"/>
                </a:solidFill>
              </a:rPr>
              <a:t>and.</a:t>
            </a:r>
            <a:r>
              <a:rPr lang="en-US" sz="1600" spc="-25">
                <a:solidFill>
                  <a:schemeClr val="bg1"/>
                </a:solidFill>
              </a:rPr>
              <a:t> </a:t>
            </a:r>
            <a:r>
              <a:rPr lang="en-US" sz="1600" spc="-20">
                <a:solidFill>
                  <a:schemeClr val="bg1"/>
                </a:solidFill>
              </a:rPr>
              <a:t>Training</a:t>
            </a:r>
            <a:endParaRPr lang="en-US" sz="1600">
              <a:solidFill>
                <a:schemeClr val="bg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490585" cy="697230"/>
          </a:xfrm>
          <a:prstGeom prst="rect">
            <a:avLst/>
          </a:prstGeom>
        </p:spPr>
        <p:txBody>
          <a:bodyPr vert="horz" wrap="square" lIns="0" tIns="13335" rIns="0" bIns="0" rtlCol="0">
            <a:spAutoFit/>
          </a:bodyPr>
          <a:lstStyle/>
          <a:p>
            <a:pPr marL="12700">
              <a:lnSpc>
                <a:spcPct val="100000"/>
              </a:lnSpc>
              <a:spcBef>
                <a:spcPts val="105"/>
              </a:spcBef>
            </a:pPr>
            <a:r>
              <a:rPr spc="-50"/>
              <a:t>Effective </a:t>
            </a:r>
            <a:r>
              <a:rPr spc="-10"/>
              <a:t>documentation</a:t>
            </a:r>
            <a:r>
              <a:t>: </a:t>
            </a:r>
            <a:r>
              <a:rPr spc="-15"/>
              <a:t>SOAP</a:t>
            </a:r>
            <a:r>
              <a:rPr spc="35"/>
              <a:t> </a:t>
            </a:r>
            <a:r>
              <a:rPr spc="-10"/>
              <a:t>notes</a:t>
            </a:r>
          </a:p>
        </p:txBody>
      </p:sp>
      <p:graphicFrame>
        <p:nvGraphicFramePr>
          <p:cNvPr id="3" name="object 3"/>
          <p:cNvGraphicFramePr>
            <a:graphicFrameLocks noGrp="1"/>
          </p:cNvGraphicFramePr>
          <p:nvPr/>
        </p:nvGraphicFramePr>
        <p:xfrm>
          <a:off x="1740661" y="1497075"/>
          <a:ext cx="8128000" cy="5142012"/>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1188720">
                <a:tc>
                  <a:txBody>
                    <a:bodyPr/>
                    <a:lstStyle/>
                    <a:p>
                      <a:pPr marL="91440">
                        <a:lnSpc>
                          <a:spcPct val="100000"/>
                        </a:lnSpc>
                        <a:spcBef>
                          <a:spcPts val="245"/>
                        </a:spcBef>
                      </a:pPr>
                      <a:r>
                        <a:rPr sz="1800" spc="-5">
                          <a:latin typeface="Calibri" panose="020F0502020204030204"/>
                          <a:cs typeface="Calibri" panose="020F0502020204030204"/>
                        </a:rPr>
                        <a:t>Subjective</a:t>
                      </a:r>
                      <a:endParaRPr sz="1800">
                        <a:latin typeface="Calibri" panose="020F0502020204030204"/>
                        <a:cs typeface="Calibri" panose="020F0502020204030204"/>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spc="-5">
                          <a:latin typeface="Calibri" panose="020F0502020204030204"/>
                          <a:cs typeface="Calibri" panose="020F0502020204030204"/>
                        </a:rPr>
                        <a:t>Consent</a:t>
                      </a:r>
                      <a:endParaRPr sz="1800">
                        <a:latin typeface="Calibri" panose="020F0502020204030204"/>
                        <a:cs typeface="Calibri" panose="020F0502020204030204"/>
                      </a:endParaRPr>
                    </a:p>
                    <a:p>
                      <a:pPr marL="92075">
                        <a:lnSpc>
                          <a:spcPct val="100000"/>
                        </a:lnSpc>
                      </a:pPr>
                      <a:r>
                        <a:rPr sz="1800" spc="-10">
                          <a:latin typeface="Calibri" panose="020F0502020204030204"/>
                          <a:cs typeface="Calibri" panose="020F0502020204030204"/>
                        </a:rPr>
                        <a:t>How </a:t>
                      </a:r>
                      <a:r>
                        <a:rPr sz="1800">
                          <a:latin typeface="Calibri" panose="020F0502020204030204"/>
                          <a:cs typeface="Calibri" panose="020F0502020204030204"/>
                        </a:rPr>
                        <a:t>the </a:t>
                      </a:r>
                      <a:r>
                        <a:rPr sz="1800" spc="-5">
                          <a:latin typeface="Calibri" panose="020F0502020204030204"/>
                          <a:cs typeface="Calibri" panose="020F0502020204030204"/>
                        </a:rPr>
                        <a:t>patient is </a:t>
                      </a:r>
                      <a:r>
                        <a:rPr sz="1800" spc="-10">
                          <a:latin typeface="Calibri" panose="020F0502020204030204"/>
                          <a:cs typeface="Calibri" panose="020F0502020204030204"/>
                        </a:rPr>
                        <a:t>feeling </a:t>
                      </a:r>
                      <a:r>
                        <a:rPr sz="1800" spc="-5">
                          <a:latin typeface="Calibri" panose="020F0502020204030204"/>
                          <a:cs typeface="Calibri" panose="020F0502020204030204"/>
                        </a:rPr>
                        <a:t>that</a:t>
                      </a:r>
                      <a:r>
                        <a:rPr sz="1800" spc="50">
                          <a:latin typeface="Calibri" panose="020F0502020204030204"/>
                          <a:cs typeface="Calibri" panose="020F0502020204030204"/>
                        </a:rPr>
                        <a:t> </a:t>
                      </a:r>
                      <a:r>
                        <a:rPr sz="1800" spc="-15">
                          <a:latin typeface="Calibri" panose="020F0502020204030204"/>
                          <a:cs typeface="Calibri" panose="020F0502020204030204"/>
                        </a:rPr>
                        <a:t>day</a:t>
                      </a:r>
                      <a:endParaRPr sz="1800">
                        <a:latin typeface="Calibri" panose="020F0502020204030204"/>
                        <a:cs typeface="Calibri" panose="020F0502020204030204"/>
                      </a:endParaRPr>
                    </a:p>
                    <a:p>
                      <a:pPr marL="92075">
                        <a:lnSpc>
                          <a:spcPct val="100000"/>
                        </a:lnSpc>
                      </a:pPr>
                      <a:r>
                        <a:rPr sz="1800" spc="-15">
                          <a:latin typeface="Calibri" panose="020F0502020204030204"/>
                          <a:cs typeface="Calibri" panose="020F0502020204030204"/>
                        </a:rPr>
                        <a:t>Any </a:t>
                      </a:r>
                      <a:r>
                        <a:rPr sz="1800" spc="-5">
                          <a:latin typeface="Calibri" panose="020F0502020204030204"/>
                          <a:cs typeface="Calibri" panose="020F0502020204030204"/>
                        </a:rPr>
                        <a:t>medical</a:t>
                      </a:r>
                      <a:r>
                        <a:rPr sz="1800" spc="15">
                          <a:latin typeface="Calibri" panose="020F0502020204030204"/>
                          <a:cs typeface="Calibri" panose="020F0502020204030204"/>
                        </a:rPr>
                        <a:t> </a:t>
                      </a:r>
                      <a:r>
                        <a:rPr sz="1800" spc="-10">
                          <a:latin typeface="Calibri" panose="020F0502020204030204"/>
                          <a:cs typeface="Calibri" panose="020F0502020204030204"/>
                        </a:rPr>
                        <a:t>updates</a:t>
                      </a:r>
                      <a:endParaRPr sz="1800">
                        <a:latin typeface="Calibri" panose="020F0502020204030204"/>
                        <a:cs typeface="Calibri" panose="020F0502020204030204"/>
                      </a:endParaRPr>
                    </a:p>
                    <a:p>
                      <a:pPr marL="92075">
                        <a:lnSpc>
                          <a:spcPct val="100000"/>
                        </a:lnSpc>
                      </a:pPr>
                      <a:r>
                        <a:rPr sz="1800" spc="-5">
                          <a:latin typeface="Calibri" panose="020F0502020204030204"/>
                          <a:cs typeface="Calibri" panose="020F0502020204030204"/>
                        </a:rPr>
                        <a:t>Anything </a:t>
                      </a:r>
                      <a:r>
                        <a:rPr sz="1800" spc="-10">
                          <a:latin typeface="Calibri" panose="020F0502020204030204"/>
                          <a:cs typeface="Calibri" panose="020F0502020204030204"/>
                        </a:rPr>
                        <a:t>you </a:t>
                      </a:r>
                      <a:r>
                        <a:rPr sz="1800" spc="-5">
                          <a:latin typeface="Calibri" panose="020F0502020204030204"/>
                          <a:cs typeface="Calibri" panose="020F0502020204030204"/>
                        </a:rPr>
                        <a:t>discussed with </a:t>
                      </a:r>
                      <a:r>
                        <a:rPr sz="1800">
                          <a:latin typeface="Calibri" panose="020F0502020204030204"/>
                          <a:cs typeface="Calibri" panose="020F0502020204030204"/>
                        </a:rPr>
                        <a:t>the</a:t>
                      </a:r>
                      <a:r>
                        <a:rPr sz="1800" spc="15">
                          <a:latin typeface="Calibri" panose="020F0502020204030204"/>
                          <a:cs typeface="Calibri" panose="020F0502020204030204"/>
                        </a:rPr>
                        <a:t> </a:t>
                      </a:r>
                      <a:r>
                        <a:rPr sz="1800" spc="-5">
                          <a:latin typeface="Calibri" panose="020F0502020204030204"/>
                          <a:cs typeface="Calibri" panose="020F0502020204030204"/>
                        </a:rPr>
                        <a:t>patient</a:t>
                      </a:r>
                      <a:endParaRPr sz="1800">
                        <a:latin typeface="Calibri" panose="020F0502020204030204"/>
                        <a:cs typeface="Calibri" panose="020F0502020204030204"/>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0"/>
                  </a:ext>
                </a:extLst>
              </a:tr>
              <a:tr h="921511">
                <a:tc>
                  <a:txBody>
                    <a:bodyPr/>
                    <a:lstStyle/>
                    <a:p>
                      <a:pPr marL="91440">
                        <a:lnSpc>
                          <a:spcPct val="100000"/>
                        </a:lnSpc>
                        <a:spcBef>
                          <a:spcPts val="245"/>
                        </a:spcBef>
                      </a:pPr>
                      <a:r>
                        <a:rPr sz="1800" spc="-10">
                          <a:latin typeface="Calibri" panose="020F0502020204030204"/>
                          <a:cs typeface="Calibri" panose="020F0502020204030204"/>
                        </a:rPr>
                        <a:t>Observations</a:t>
                      </a:r>
                      <a:endParaRPr sz="1800">
                        <a:latin typeface="Calibri" panose="020F0502020204030204"/>
                        <a:cs typeface="Calibri" panose="020F0502020204030204"/>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marR="1546225">
                        <a:lnSpc>
                          <a:spcPct val="100000"/>
                        </a:lnSpc>
                        <a:spcBef>
                          <a:spcPts val="245"/>
                        </a:spcBef>
                      </a:pPr>
                      <a:r>
                        <a:rPr sz="1800" spc="-5">
                          <a:latin typeface="Calibri" panose="020F0502020204030204"/>
                          <a:cs typeface="Calibri" panose="020F0502020204030204"/>
                        </a:rPr>
                        <a:t>Assessment of </a:t>
                      </a:r>
                      <a:r>
                        <a:rPr sz="1800">
                          <a:latin typeface="Calibri" panose="020F0502020204030204"/>
                          <a:cs typeface="Calibri" panose="020F0502020204030204"/>
                        </a:rPr>
                        <a:t>the</a:t>
                      </a:r>
                      <a:r>
                        <a:rPr sz="1800" spc="-70">
                          <a:latin typeface="Calibri" panose="020F0502020204030204"/>
                          <a:cs typeface="Calibri" panose="020F0502020204030204"/>
                        </a:rPr>
                        <a:t> </a:t>
                      </a:r>
                      <a:r>
                        <a:rPr sz="1800" spc="-5">
                          <a:latin typeface="Calibri" panose="020F0502020204030204"/>
                          <a:cs typeface="Calibri" panose="020F0502020204030204"/>
                        </a:rPr>
                        <a:t>patient  </a:t>
                      </a:r>
                      <a:r>
                        <a:rPr sz="1800">
                          <a:latin typeface="Calibri" panose="020F0502020204030204"/>
                          <a:cs typeface="Calibri" panose="020F0502020204030204"/>
                        </a:rPr>
                        <a:t>A-E</a:t>
                      </a:r>
                      <a:r>
                        <a:rPr sz="1800" spc="-10">
                          <a:latin typeface="Calibri" panose="020F0502020204030204"/>
                          <a:cs typeface="Calibri" panose="020F0502020204030204"/>
                        </a:rPr>
                        <a:t> </a:t>
                      </a:r>
                      <a:r>
                        <a:rPr sz="1800" spc="-5">
                          <a:latin typeface="Calibri" panose="020F0502020204030204"/>
                          <a:cs typeface="Calibri" panose="020F0502020204030204"/>
                        </a:rPr>
                        <a:t>assessment</a:t>
                      </a:r>
                      <a:endParaRPr sz="1800">
                        <a:latin typeface="Calibri" panose="020F0502020204030204"/>
                        <a:cs typeface="Calibri" panose="020F0502020204030204"/>
                      </a:endParaRPr>
                    </a:p>
                    <a:p>
                      <a:pPr marL="92075">
                        <a:lnSpc>
                          <a:spcPct val="100000"/>
                        </a:lnSpc>
                      </a:pPr>
                      <a:r>
                        <a:rPr sz="1800" spc="-5">
                          <a:latin typeface="Calibri" panose="020F0502020204030204"/>
                          <a:cs typeface="Calibri" panose="020F0502020204030204"/>
                        </a:rPr>
                        <a:t>Risk</a:t>
                      </a:r>
                      <a:r>
                        <a:rPr sz="1800" spc="-10">
                          <a:latin typeface="Calibri" panose="020F0502020204030204"/>
                          <a:cs typeface="Calibri" panose="020F0502020204030204"/>
                        </a:rPr>
                        <a:t> </a:t>
                      </a:r>
                      <a:r>
                        <a:rPr sz="1800">
                          <a:latin typeface="Calibri" panose="020F0502020204030204"/>
                          <a:cs typeface="Calibri" panose="020F0502020204030204"/>
                        </a:rPr>
                        <a:t>assessment</a:t>
                      </a: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1"/>
                  </a:ext>
                </a:extLst>
              </a:tr>
              <a:tr h="921512">
                <a:tc>
                  <a:txBody>
                    <a:bodyPr/>
                    <a:lstStyle/>
                    <a:p>
                      <a:pPr marL="91440">
                        <a:lnSpc>
                          <a:spcPct val="100000"/>
                        </a:lnSpc>
                        <a:spcBef>
                          <a:spcPts val="245"/>
                        </a:spcBef>
                      </a:pPr>
                      <a:r>
                        <a:rPr lang="en-GB" sz="1800" spc="-20">
                          <a:latin typeface="Calibri" panose="020F0502020204030204"/>
                          <a:cs typeface="Calibri" panose="020F0502020204030204"/>
                        </a:rPr>
                        <a:t>(</a:t>
                      </a:r>
                      <a:r>
                        <a:rPr sz="1800" spc="-20">
                          <a:latin typeface="Calibri" panose="020F0502020204030204"/>
                          <a:cs typeface="Calibri" panose="020F0502020204030204"/>
                        </a:rPr>
                        <a:t>Treatment</a:t>
                      </a:r>
                      <a:r>
                        <a:rPr lang="en-GB" sz="1800" spc="-20">
                          <a:latin typeface="Calibri" panose="020F0502020204030204"/>
                          <a:cs typeface="Calibri" panose="020F0502020204030204"/>
                        </a:rPr>
                        <a:t>)</a:t>
                      </a:r>
                      <a:endParaRPr sz="1800">
                        <a:latin typeface="Calibri" panose="020F0502020204030204"/>
                        <a:cs typeface="Calibri" panose="020F0502020204030204"/>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marR="289560">
                        <a:lnSpc>
                          <a:spcPct val="100000"/>
                        </a:lnSpc>
                        <a:spcBef>
                          <a:spcPts val="245"/>
                        </a:spcBef>
                      </a:pPr>
                      <a:r>
                        <a:rPr sz="1800" spc="-10">
                          <a:latin typeface="Calibri" panose="020F0502020204030204"/>
                          <a:cs typeface="Calibri" panose="020F0502020204030204"/>
                        </a:rPr>
                        <a:t>Step </a:t>
                      </a:r>
                      <a:r>
                        <a:rPr sz="1800" spc="-5">
                          <a:latin typeface="Calibri" panose="020F0502020204030204"/>
                          <a:cs typeface="Calibri" panose="020F0502020204030204"/>
                        </a:rPr>
                        <a:t>by </a:t>
                      </a:r>
                      <a:r>
                        <a:rPr sz="1800" spc="-15">
                          <a:latin typeface="Calibri" panose="020F0502020204030204"/>
                          <a:cs typeface="Calibri" panose="020F0502020204030204"/>
                        </a:rPr>
                        <a:t>step </a:t>
                      </a:r>
                      <a:r>
                        <a:rPr sz="1800" spc="-10">
                          <a:latin typeface="Calibri" panose="020F0502020204030204"/>
                          <a:cs typeface="Calibri" panose="020F0502020204030204"/>
                        </a:rPr>
                        <a:t>detail </a:t>
                      </a:r>
                      <a:r>
                        <a:rPr sz="1800" spc="-5">
                          <a:latin typeface="Calibri" panose="020F0502020204030204"/>
                          <a:cs typeface="Calibri" panose="020F0502020204030204"/>
                        </a:rPr>
                        <a:t>of what </a:t>
                      </a:r>
                      <a:r>
                        <a:rPr sz="1800" spc="-10">
                          <a:latin typeface="Calibri" panose="020F0502020204030204"/>
                          <a:cs typeface="Calibri" panose="020F0502020204030204"/>
                        </a:rPr>
                        <a:t>you </a:t>
                      </a:r>
                      <a:r>
                        <a:rPr sz="1800" spc="-5">
                          <a:latin typeface="Calibri" panose="020F0502020204030204"/>
                          <a:cs typeface="Calibri" panose="020F0502020204030204"/>
                        </a:rPr>
                        <a:t>did with  </a:t>
                      </a:r>
                      <a:r>
                        <a:rPr sz="1800">
                          <a:latin typeface="Calibri" panose="020F0502020204030204"/>
                          <a:cs typeface="Calibri" panose="020F0502020204030204"/>
                        </a:rPr>
                        <a:t>the</a:t>
                      </a:r>
                      <a:r>
                        <a:rPr sz="1800" spc="5">
                          <a:latin typeface="Calibri" panose="020F0502020204030204"/>
                          <a:cs typeface="Calibri" panose="020F0502020204030204"/>
                        </a:rPr>
                        <a:t> </a:t>
                      </a:r>
                      <a:r>
                        <a:rPr sz="1800" spc="-5">
                          <a:latin typeface="Calibri" panose="020F0502020204030204"/>
                          <a:cs typeface="Calibri" panose="020F0502020204030204"/>
                        </a:rPr>
                        <a:t>patient</a:t>
                      </a:r>
                      <a:endParaRPr sz="1800">
                        <a:latin typeface="Calibri" panose="020F0502020204030204"/>
                        <a:cs typeface="Calibri" panose="020F0502020204030204"/>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2"/>
                  </a:ext>
                </a:extLst>
              </a:tr>
              <a:tr h="1188745">
                <a:tc>
                  <a:txBody>
                    <a:bodyPr/>
                    <a:lstStyle/>
                    <a:p>
                      <a:pPr marL="91440">
                        <a:lnSpc>
                          <a:spcPct val="100000"/>
                        </a:lnSpc>
                        <a:spcBef>
                          <a:spcPts val="245"/>
                        </a:spcBef>
                      </a:pPr>
                      <a:r>
                        <a:rPr sz="1800" spc="-5">
                          <a:latin typeface="Calibri" panose="020F0502020204030204"/>
                          <a:cs typeface="Calibri" panose="020F0502020204030204"/>
                        </a:rPr>
                        <a:t>Analysis</a:t>
                      </a:r>
                      <a:endParaRPr sz="1800">
                        <a:latin typeface="Calibri" panose="020F0502020204030204"/>
                        <a:cs typeface="Calibri" panose="020F0502020204030204"/>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spc="-5">
                          <a:latin typeface="Calibri" panose="020F0502020204030204"/>
                          <a:cs typeface="Calibri" panose="020F0502020204030204"/>
                        </a:rPr>
                        <a:t>Sum up of all </a:t>
                      </a:r>
                      <a:r>
                        <a:rPr sz="1800">
                          <a:latin typeface="Calibri" panose="020F0502020204030204"/>
                          <a:cs typeface="Calibri" panose="020F0502020204030204"/>
                        </a:rPr>
                        <a:t>the</a:t>
                      </a:r>
                      <a:r>
                        <a:rPr sz="1800" spc="35">
                          <a:latin typeface="Calibri" panose="020F0502020204030204"/>
                          <a:cs typeface="Calibri" panose="020F0502020204030204"/>
                        </a:rPr>
                        <a:t> </a:t>
                      </a:r>
                      <a:r>
                        <a:rPr sz="1800" spc="-5">
                          <a:latin typeface="Calibri" panose="020F0502020204030204"/>
                          <a:cs typeface="Calibri" panose="020F0502020204030204"/>
                        </a:rPr>
                        <a:t>above</a:t>
                      </a:r>
                      <a:endParaRPr sz="1800">
                        <a:latin typeface="Calibri" panose="020F0502020204030204"/>
                        <a:cs typeface="Calibri" panose="020F0502020204030204"/>
                      </a:endParaRPr>
                    </a:p>
                    <a:p>
                      <a:pPr marL="92075">
                        <a:lnSpc>
                          <a:spcPct val="100000"/>
                        </a:lnSpc>
                        <a:spcBef>
                          <a:spcPts val="5"/>
                        </a:spcBef>
                      </a:pPr>
                      <a:r>
                        <a:rPr sz="1800" spc="-10">
                          <a:latin typeface="Calibri" panose="020F0502020204030204"/>
                          <a:cs typeface="Calibri" panose="020F0502020204030204"/>
                        </a:rPr>
                        <a:t>Clinical </a:t>
                      </a:r>
                      <a:r>
                        <a:rPr sz="1800" spc="-5">
                          <a:latin typeface="Calibri" panose="020F0502020204030204"/>
                          <a:cs typeface="Calibri" panose="020F0502020204030204"/>
                        </a:rPr>
                        <a:t>reasoning </a:t>
                      </a:r>
                      <a:r>
                        <a:rPr sz="1800">
                          <a:latin typeface="Calibri" panose="020F0502020204030204"/>
                          <a:cs typeface="Calibri" panose="020F0502020204030204"/>
                        </a:rPr>
                        <a:t>and </a:t>
                      </a:r>
                      <a:r>
                        <a:rPr sz="1800" spc="-10">
                          <a:latin typeface="Calibri" panose="020F0502020204030204"/>
                          <a:cs typeface="Calibri" panose="020F0502020204030204"/>
                        </a:rPr>
                        <a:t>justification </a:t>
                      </a:r>
                      <a:r>
                        <a:rPr sz="1800" spc="-5">
                          <a:latin typeface="Calibri" panose="020F0502020204030204"/>
                          <a:cs typeface="Calibri" panose="020F0502020204030204"/>
                        </a:rPr>
                        <a:t>of</a:t>
                      </a:r>
                      <a:r>
                        <a:rPr sz="1800" spc="85">
                          <a:latin typeface="Calibri" panose="020F0502020204030204"/>
                          <a:cs typeface="Calibri" panose="020F0502020204030204"/>
                        </a:rPr>
                        <a:t> </a:t>
                      </a:r>
                      <a:r>
                        <a:rPr sz="1800" spc="-5">
                          <a:latin typeface="Calibri" panose="020F0502020204030204"/>
                          <a:cs typeface="Calibri" panose="020F0502020204030204"/>
                        </a:rPr>
                        <a:t>rx</a:t>
                      </a:r>
                      <a:endParaRPr sz="1800">
                        <a:latin typeface="Calibri" panose="020F0502020204030204"/>
                        <a:cs typeface="Calibri" panose="020F0502020204030204"/>
                      </a:endParaRPr>
                    </a:p>
                    <a:p>
                      <a:pPr marL="92075">
                        <a:lnSpc>
                          <a:spcPct val="100000"/>
                        </a:lnSpc>
                      </a:pPr>
                      <a:r>
                        <a:rPr sz="1800" spc="-5">
                          <a:latin typeface="Calibri" panose="020F0502020204030204"/>
                          <a:cs typeface="Calibri" panose="020F0502020204030204"/>
                        </a:rPr>
                        <a:t>choices</a:t>
                      </a:r>
                      <a:endParaRPr sz="1800">
                        <a:latin typeface="Calibri" panose="020F0502020204030204"/>
                        <a:cs typeface="Calibri" panose="020F0502020204030204"/>
                      </a:endParaRPr>
                    </a:p>
                    <a:p>
                      <a:pPr marL="92075">
                        <a:lnSpc>
                          <a:spcPct val="100000"/>
                        </a:lnSpc>
                      </a:pPr>
                      <a:r>
                        <a:rPr sz="1800" spc="-10">
                          <a:latin typeface="Calibri" panose="020F0502020204030204"/>
                          <a:cs typeface="Calibri" panose="020F0502020204030204"/>
                        </a:rPr>
                        <a:t>Recommendations </a:t>
                      </a:r>
                      <a:r>
                        <a:rPr sz="1800">
                          <a:latin typeface="Calibri" panose="020F0502020204030204"/>
                          <a:cs typeface="Calibri" panose="020F0502020204030204"/>
                        </a:rPr>
                        <a:t>and </a:t>
                      </a:r>
                      <a:r>
                        <a:rPr sz="1800" spc="-10">
                          <a:latin typeface="Calibri" panose="020F0502020204030204"/>
                          <a:cs typeface="Calibri" panose="020F0502020204030204"/>
                        </a:rPr>
                        <a:t>future</a:t>
                      </a:r>
                      <a:r>
                        <a:rPr sz="1800" spc="35">
                          <a:latin typeface="Calibri" panose="020F0502020204030204"/>
                          <a:cs typeface="Calibri" panose="020F0502020204030204"/>
                        </a:rPr>
                        <a:t> </a:t>
                      </a:r>
                      <a:r>
                        <a:rPr sz="1800" spc="-5">
                          <a:latin typeface="Calibri" panose="020F0502020204030204"/>
                          <a:cs typeface="Calibri" panose="020F0502020204030204"/>
                        </a:rPr>
                        <a:t>plans</a:t>
                      </a:r>
                      <a:endParaRPr sz="1800">
                        <a:latin typeface="Calibri" panose="020F0502020204030204"/>
                        <a:cs typeface="Calibri" panose="020F0502020204030204"/>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3"/>
                  </a:ext>
                </a:extLst>
              </a:tr>
              <a:tr h="921524">
                <a:tc>
                  <a:txBody>
                    <a:bodyPr/>
                    <a:lstStyle/>
                    <a:p>
                      <a:pPr marL="91440">
                        <a:lnSpc>
                          <a:spcPct val="100000"/>
                        </a:lnSpc>
                        <a:spcBef>
                          <a:spcPts val="250"/>
                        </a:spcBef>
                      </a:pPr>
                      <a:r>
                        <a:rPr sz="1800" spc="-5">
                          <a:latin typeface="Calibri" panose="020F0502020204030204"/>
                          <a:cs typeface="Calibri" panose="020F0502020204030204"/>
                        </a:rPr>
                        <a:t>Plan</a:t>
                      </a:r>
                      <a:endParaRPr sz="1800">
                        <a:latin typeface="Calibri" panose="020F0502020204030204"/>
                        <a:cs typeface="Calibri" panose="020F0502020204030204"/>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50"/>
                        </a:spcBef>
                      </a:pPr>
                      <a:r>
                        <a:rPr sz="1800" spc="-5">
                          <a:latin typeface="Calibri" panose="020F0502020204030204"/>
                          <a:cs typeface="Calibri" panose="020F0502020204030204"/>
                        </a:rPr>
                        <a:t>What </a:t>
                      </a:r>
                      <a:r>
                        <a:rPr sz="1800" spc="-10">
                          <a:latin typeface="Calibri" panose="020F0502020204030204"/>
                          <a:cs typeface="Calibri" panose="020F0502020204030204"/>
                        </a:rPr>
                        <a:t>your </a:t>
                      </a:r>
                      <a:r>
                        <a:rPr sz="1800" spc="-5">
                          <a:latin typeface="Calibri" panose="020F0502020204030204"/>
                          <a:cs typeface="Calibri" panose="020F0502020204030204"/>
                        </a:rPr>
                        <a:t>goals</a:t>
                      </a:r>
                      <a:r>
                        <a:rPr sz="1800" spc="5">
                          <a:latin typeface="Calibri" panose="020F0502020204030204"/>
                          <a:cs typeface="Calibri" panose="020F0502020204030204"/>
                        </a:rPr>
                        <a:t> </a:t>
                      </a:r>
                      <a:r>
                        <a:rPr sz="1800" spc="-10">
                          <a:latin typeface="Calibri" panose="020F0502020204030204"/>
                          <a:cs typeface="Calibri" panose="020F0502020204030204"/>
                        </a:rPr>
                        <a:t>are</a:t>
                      </a:r>
                      <a:endParaRPr sz="1800">
                        <a:latin typeface="Calibri" panose="020F0502020204030204"/>
                        <a:cs typeface="Calibri" panose="020F0502020204030204"/>
                      </a:endParaRPr>
                    </a:p>
                    <a:p>
                      <a:pPr marL="92075">
                        <a:lnSpc>
                          <a:spcPct val="100000"/>
                        </a:lnSpc>
                      </a:pPr>
                      <a:r>
                        <a:rPr sz="1800" spc="-5">
                          <a:latin typeface="Calibri" panose="020F0502020204030204"/>
                          <a:cs typeface="Calibri" panose="020F0502020204030204"/>
                        </a:rPr>
                        <a:t>What </a:t>
                      </a:r>
                      <a:r>
                        <a:rPr sz="1800" spc="-10">
                          <a:latin typeface="Calibri" panose="020F0502020204030204"/>
                          <a:cs typeface="Calibri" panose="020F0502020204030204"/>
                        </a:rPr>
                        <a:t>you </a:t>
                      </a:r>
                      <a:r>
                        <a:rPr sz="1800" spc="-5">
                          <a:latin typeface="Calibri" panose="020F0502020204030204"/>
                          <a:cs typeface="Calibri" panose="020F0502020204030204"/>
                        </a:rPr>
                        <a:t>will do with </a:t>
                      </a:r>
                      <a:r>
                        <a:rPr sz="1800">
                          <a:latin typeface="Calibri" panose="020F0502020204030204"/>
                          <a:cs typeface="Calibri" panose="020F0502020204030204"/>
                        </a:rPr>
                        <a:t>the </a:t>
                      </a:r>
                      <a:r>
                        <a:rPr sz="1800" spc="-5">
                          <a:latin typeface="Calibri" panose="020F0502020204030204"/>
                          <a:cs typeface="Calibri" panose="020F0502020204030204"/>
                        </a:rPr>
                        <a:t>patient</a:t>
                      </a:r>
                      <a:r>
                        <a:rPr sz="1800" spc="45">
                          <a:latin typeface="Calibri" panose="020F0502020204030204"/>
                          <a:cs typeface="Calibri" panose="020F0502020204030204"/>
                        </a:rPr>
                        <a:t> </a:t>
                      </a:r>
                      <a:r>
                        <a:rPr sz="1800" spc="-10">
                          <a:latin typeface="Calibri" panose="020F0502020204030204"/>
                          <a:cs typeface="Calibri" panose="020F0502020204030204"/>
                        </a:rPr>
                        <a:t>next</a:t>
                      </a:r>
                      <a:endParaRPr sz="1800">
                        <a:latin typeface="Calibri" panose="020F0502020204030204"/>
                        <a:cs typeface="Calibri" panose="020F0502020204030204"/>
                      </a:endParaRPr>
                    </a:p>
                    <a:p>
                      <a:pPr marL="92075">
                        <a:lnSpc>
                          <a:spcPct val="100000"/>
                        </a:lnSpc>
                      </a:pPr>
                      <a:r>
                        <a:rPr sz="1800" spc="-5">
                          <a:latin typeface="Calibri" panose="020F0502020204030204"/>
                          <a:cs typeface="Calibri" panose="020F0502020204030204"/>
                        </a:rPr>
                        <a:t>session</a:t>
                      </a:r>
                      <a:endParaRPr sz="1800">
                        <a:latin typeface="Calibri" panose="020F0502020204030204"/>
                        <a:cs typeface="Calibri" panose="020F0502020204030204"/>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a:spLocks noGrp="1" noRot="1" noChangeAspect="1" noMove="1" noResize="1" noEditPoints="1" noAdjustHandles="1" noChangeArrowheads="1" noChangeShapeType="1" noTextEdit="1"/>
          </p:cNvSpPr>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a:spLocks noGrp="1" noRot="1" noChangeAspect="1" noMove="1" noResize="1" noEditPoints="1" noAdjustHandles="1" noChangeArrowheads="1" noChangeShapeType="1" noTextEdit="1"/>
          </p:cNvSpPr>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1383564" y="348865"/>
            <a:ext cx="9718111" cy="1576446"/>
          </a:xfrm>
          <a:prstGeom prst="rect">
            <a:avLst/>
          </a:prstGeom>
        </p:spPr>
        <p:txBody>
          <a:bodyPr vert="horz" lIns="91440" tIns="45720" rIns="91440" bIns="45720" rtlCol="0" anchor="ctr">
            <a:normAutofit/>
          </a:bodyPr>
          <a:lstStyle/>
          <a:p>
            <a:pPr marL="12700" marR="5080"/>
            <a:r>
              <a:rPr lang="en-US" sz="4000" kern="1200" spc="-5">
                <a:solidFill>
                  <a:srgbClr val="FFFFFF"/>
                </a:solidFill>
                <a:latin typeface="+mj-lt"/>
                <a:ea typeface="+mj-ea"/>
                <a:cs typeface="+mj-cs"/>
              </a:rPr>
              <a:t>Principle </a:t>
            </a:r>
            <a:r>
              <a:rPr lang="en-US" sz="4000" kern="1200">
                <a:solidFill>
                  <a:srgbClr val="FFFFFF"/>
                </a:solidFill>
                <a:latin typeface="+mj-lt"/>
                <a:ea typeface="+mj-ea"/>
                <a:cs typeface="+mj-cs"/>
              </a:rPr>
              <a:t>3: </a:t>
            </a:r>
            <a:r>
              <a:rPr lang="en-US" sz="4000" kern="1200" spc="-5">
                <a:solidFill>
                  <a:srgbClr val="FFFFFF"/>
                </a:solidFill>
                <a:latin typeface="+mj-lt"/>
                <a:ea typeface="+mj-ea"/>
                <a:cs typeface="+mj-cs"/>
              </a:rPr>
              <a:t>CSP </a:t>
            </a:r>
            <a:r>
              <a:rPr lang="en-US" sz="4000" kern="1200" spc="-15">
                <a:solidFill>
                  <a:srgbClr val="FFFFFF"/>
                </a:solidFill>
                <a:latin typeface="+mj-lt"/>
                <a:ea typeface="+mj-ea"/>
                <a:cs typeface="+mj-cs"/>
              </a:rPr>
              <a:t>members </a:t>
            </a:r>
            <a:r>
              <a:rPr lang="en-US" sz="4000" kern="1200" spc="-10">
                <a:solidFill>
                  <a:srgbClr val="FFFFFF"/>
                </a:solidFill>
                <a:latin typeface="+mj-lt"/>
                <a:ea typeface="+mj-ea"/>
                <a:cs typeface="+mj-cs"/>
              </a:rPr>
              <a:t>deliver </a:t>
            </a:r>
            <a:r>
              <a:rPr lang="en-US" sz="4000" kern="1200">
                <a:solidFill>
                  <a:srgbClr val="FFFFFF"/>
                </a:solidFill>
                <a:latin typeface="+mj-lt"/>
                <a:ea typeface="+mj-ea"/>
                <a:cs typeface="+mj-cs"/>
              </a:rPr>
              <a:t>an </a:t>
            </a:r>
            <a:r>
              <a:rPr lang="en-US" sz="4000" kern="1200" spc="-35">
                <a:solidFill>
                  <a:srgbClr val="FFFFFF"/>
                </a:solidFill>
                <a:latin typeface="+mj-lt"/>
                <a:ea typeface="+mj-ea"/>
                <a:cs typeface="+mj-cs"/>
              </a:rPr>
              <a:t>effective  </a:t>
            </a:r>
            <a:r>
              <a:rPr lang="en-US" sz="4000" kern="1200" spc="5">
                <a:solidFill>
                  <a:srgbClr val="FFFFFF"/>
                </a:solidFill>
                <a:latin typeface="+mj-lt"/>
                <a:ea typeface="+mj-ea"/>
                <a:cs typeface="+mj-cs"/>
              </a:rPr>
              <a:t>service</a:t>
            </a:r>
          </a:p>
        </p:txBody>
      </p:sp>
      <p:graphicFrame>
        <p:nvGraphicFramePr>
          <p:cNvPr id="5" name="object 3"/>
          <p:cNvGraphicFramePr/>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a:spLocks noGrp="1" noRot="1" noChangeAspect="1" noMove="1" noResize="1" noEditPoints="1" noAdjustHandles="1" noChangeArrowheads="1" noChangeShapeType="1" noTextEdit="1"/>
          </p:cNvSpPr>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a:spLocks noGrp="1" noRot="1" noChangeAspect="1" noMove="1" noResize="1" noEditPoints="1" noAdjustHandles="1" noChangeArrowheads="1" noChangeShapeType="1" noTextEdit="1"/>
          </p:cNvSpPr>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p:cNvSpPr>
            <a:spLocks noGrp="1" noRot="1" noChangeAspect="1" noMove="1" noResize="1" noEditPoints="1" noAdjustHandles="1" noChangeArrowheads="1" noChangeShapeType="1" noTextEdit="1"/>
          </p:cNvSpPr>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Rectangle 18"/>
          <p:cNvSpPr>
            <a:spLocks noGrp="1" noRot="1" noChangeAspect="1" noMove="1" noResize="1" noEditPoints="1" noAdjustHandles="1" noChangeArrowheads="1" noChangeShapeType="1" noTextEdit="1"/>
          </p:cNvSpPr>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586478" y="1683756"/>
            <a:ext cx="3115265" cy="2396359"/>
          </a:xfrm>
          <a:prstGeom prst="rect">
            <a:avLst/>
          </a:prstGeom>
        </p:spPr>
        <p:txBody>
          <a:bodyPr vert="horz" lIns="91440" tIns="45720" rIns="91440" bIns="45720" rtlCol="0" anchor="b">
            <a:normAutofit/>
          </a:bodyPr>
          <a:lstStyle/>
          <a:p>
            <a:pPr marL="12700" algn="r"/>
            <a:r>
              <a:rPr lang="en-US" sz="4000" kern="1200" spc="-10">
                <a:solidFill>
                  <a:srgbClr val="FFFFFF"/>
                </a:solidFill>
                <a:latin typeface="+mj-lt"/>
                <a:ea typeface="+mj-ea"/>
                <a:cs typeface="+mj-cs"/>
              </a:rPr>
              <a:t>Members deliver </a:t>
            </a:r>
            <a:r>
              <a:rPr lang="en-US" sz="4000" kern="1200">
                <a:solidFill>
                  <a:srgbClr val="FFFFFF"/>
                </a:solidFill>
                <a:latin typeface="+mj-lt"/>
                <a:ea typeface="+mj-ea"/>
                <a:cs typeface="+mj-cs"/>
              </a:rPr>
              <a:t>an </a:t>
            </a:r>
            <a:r>
              <a:rPr lang="en-US" sz="4000" kern="1200" spc="-35">
                <a:solidFill>
                  <a:srgbClr val="FFFFFF"/>
                </a:solidFill>
                <a:latin typeface="+mj-lt"/>
                <a:ea typeface="+mj-ea"/>
                <a:cs typeface="+mj-cs"/>
              </a:rPr>
              <a:t>effective</a:t>
            </a:r>
            <a:r>
              <a:rPr lang="en-US" sz="4000" kern="1200" spc="-20">
                <a:solidFill>
                  <a:srgbClr val="FFFFFF"/>
                </a:solidFill>
                <a:latin typeface="+mj-lt"/>
                <a:ea typeface="+mj-ea"/>
                <a:cs typeface="+mj-cs"/>
              </a:rPr>
              <a:t> </a:t>
            </a:r>
            <a:r>
              <a:rPr lang="en-US" sz="4000" kern="1200" spc="5">
                <a:solidFill>
                  <a:srgbClr val="FFFFFF"/>
                </a:solidFill>
                <a:latin typeface="+mj-lt"/>
                <a:ea typeface="+mj-ea"/>
                <a:cs typeface="+mj-cs"/>
              </a:rPr>
              <a:t>service</a:t>
            </a:r>
          </a:p>
        </p:txBody>
      </p:sp>
      <p:graphicFrame>
        <p:nvGraphicFramePr>
          <p:cNvPr id="5" name="object 3"/>
          <p:cNvGraphicFramePr/>
          <p:nvPr/>
        </p:nvGraphicFramePr>
        <p:xfrm>
          <a:off x="4091855" y="712178"/>
          <a:ext cx="7941259"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6252210" cy="697230"/>
          </a:xfrm>
          <a:prstGeom prst="rect">
            <a:avLst/>
          </a:prstGeom>
        </p:spPr>
        <p:txBody>
          <a:bodyPr vert="horz" wrap="square" lIns="0" tIns="13335" rIns="0" bIns="0" rtlCol="0">
            <a:spAutoFit/>
          </a:bodyPr>
          <a:lstStyle/>
          <a:p>
            <a:pPr marL="12700">
              <a:lnSpc>
                <a:spcPct val="100000"/>
              </a:lnSpc>
              <a:spcBef>
                <a:spcPts val="105"/>
              </a:spcBef>
            </a:pPr>
            <a:r>
              <a:rPr spc="-5"/>
              <a:t>Other </a:t>
            </a:r>
            <a:r>
              <a:rPr spc="-15"/>
              <a:t>members </a:t>
            </a:r>
            <a:r>
              <a:t>of the</a:t>
            </a:r>
            <a:r>
              <a:rPr spc="-75"/>
              <a:t> </a:t>
            </a:r>
            <a:r>
              <a:rPr spc="-10"/>
              <a:t>MDT</a:t>
            </a:r>
          </a:p>
        </p:txBody>
      </p:sp>
      <p:sp>
        <p:nvSpPr>
          <p:cNvPr id="3" name="object 3"/>
          <p:cNvSpPr txBox="1"/>
          <p:nvPr/>
        </p:nvSpPr>
        <p:spPr>
          <a:xfrm>
            <a:off x="916939" y="1756565"/>
            <a:ext cx="8848090" cy="4204970"/>
          </a:xfrm>
          <a:prstGeom prst="rect">
            <a:avLst/>
          </a:prstGeom>
        </p:spPr>
        <p:txBody>
          <a:bodyPr vert="horz" wrap="square" lIns="0" tIns="48895" rIns="0" bIns="0" rtlCol="0">
            <a:spAutoFit/>
          </a:bodyPr>
          <a:lstStyle/>
          <a:p>
            <a:pPr marL="241300" indent="-228600">
              <a:lnSpc>
                <a:spcPct val="100000"/>
              </a:lnSpc>
              <a:spcBef>
                <a:spcPts val="385"/>
              </a:spcBef>
              <a:buFont typeface="Arial" panose="020B0604020202020204"/>
              <a:buChar char="•"/>
              <a:tabLst>
                <a:tab pos="241300" algn="l"/>
              </a:tabLst>
            </a:pPr>
            <a:r>
              <a:rPr sz="2800" spc="-5">
                <a:latin typeface="Calibri" panose="020F0502020204030204"/>
                <a:cs typeface="Calibri" panose="020F0502020204030204"/>
              </a:rPr>
              <a:t>Some </a:t>
            </a:r>
            <a:r>
              <a:rPr sz="2800" spc="-20">
                <a:latin typeface="Calibri" panose="020F0502020204030204"/>
                <a:cs typeface="Calibri" panose="020F0502020204030204"/>
              </a:rPr>
              <a:t>MDT </a:t>
            </a:r>
            <a:r>
              <a:rPr sz="2800" spc="-10">
                <a:latin typeface="Calibri" panose="020F0502020204030204"/>
                <a:cs typeface="Calibri" panose="020F0502020204030204"/>
              </a:rPr>
              <a:t>members that </a:t>
            </a:r>
            <a:r>
              <a:rPr sz="2800" spc="-20">
                <a:latin typeface="Calibri" panose="020F0502020204030204"/>
                <a:cs typeface="Calibri" panose="020F0502020204030204"/>
              </a:rPr>
              <a:t>you may </a:t>
            </a:r>
            <a:r>
              <a:rPr sz="2800" spc="-10">
                <a:latin typeface="Calibri" panose="020F0502020204030204"/>
                <a:cs typeface="Calibri" panose="020F0502020204030204"/>
              </a:rPr>
              <a:t>come </a:t>
            </a:r>
            <a:r>
              <a:rPr sz="2800" spc="-15">
                <a:latin typeface="Calibri" panose="020F0502020204030204"/>
                <a:cs typeface="Calibri" panose="020F0502020204030204"/>
              </a:rPr>
              <a:t>into contact </a:t>
            </a:r>
            <a:r>
              <a:rPr sz="2800" spc="-5">
                <a:latin typeface="Calibri" panose="020F0502020204030204"/>
                <a:cs typeface="Calibri" panose="020F0502020204030204"/>
              </a:rPr>
              <a:t>with</a:t>
            </a:r>
            <a:r>
              <a:rPr sz="2800" spc="245">
                <a:latin typeface="Calibri" panose="020F0502020204030204"/>
                <a:cs typeface="Calibri" panose="020F0502020204030204"/>
              </a:rPr>
              <a:t> </a:t>
            </a:r>
            <a:r>
              <a:rPr sz="2800" spc="-5">
                <a:latin typeface="Calibri" panose="020F0502020204030204"/>
                <a:cs typeface="Calibri" panose="020F0502020204030204"/>
              </a:rPr>
              <a:t>:</a:t>
            </a:r>
            <a:endParaRPr sz="2800">
              <a:latin typeface="Calibri" panose="020F0502020204030204"/>
              <a:cs typeface="Calibri" panose="020F0502020204030204"/>
            </a:endParaRPr>
          </a:p>
          <a:p>
            <a:pPr marL="698500" lvl="1" indent="-229235">
              <a:lnSpc>
                <a:spcPct val="100000"/>
              </a:lnSpc>
              <a:spcBef>
                <a:spcPts val="245"/>
              </a:spcBef>
              <a:buFont typeface="Arial" panose="020B0604020202020204"/>
              <a:buChar char="•"/>
              <a:tabLst>
                <a:tab pos="699135" algn="l"/>
              </a:tabLst>
            </a:pPr>
            <a:r>
              <a:rPr sz="2400" spc="-15">
                <a:latin typeface="Calibri" panose="020F0502020204030204"/>
                <a:cs typeface="Calibri" panose="020F0502020204030204"/>
              </a:rPr>
              <a:t>Doctors</a:t>
            </a:r>
            <a:endParaRPr sz="2400">
              <a:latin typeface="Calibri" panose="020F0502020204030204"/>
              <a:cs typeface="Calibri" panose="020F0502020204030204"/>
            </a:endParaRPr>
          </a:p>
          <a:p>
            <a:pPr marL="698500" lvl="1" indent="-229235">
              <a:lnSpc>
                <a:spcPct val="100000"/>
              </a:lnSpc>
              <a:spcBef>
                <a:spcPts val="220"/>
              </a:spcBef>
              <a:buFont typeface="Arial" panose="020B0604020202020204"/>
              <a:buChar char="•"/>
              <a:tabLst>
                <a:tab pos="699135" algn="l"/>
              </a:tabLst>
            </a:pPr>
            <a:r>
              <a:rPr sz="2400" spc="-25">
                <a:latin typeface="Calibri" panose="020F0502020204030204"/>
                <a:cs typeface="Calibri" panose="020F0502020204030204"/>
              </a:rPr>
              <a:t>Physician’s </a:t>
            </a:r>
            <a:r>
              <a:rPr sz="2400" spc="-10">
                <a:latin typeface="Calibri" panose="020F0502020204030204"/>
                <a:cs typeface="Calibri" panose="020F0502020204030204"/>
              </a:rPr>
              <a:t>assistants</a:t>
            </a:r>
            <a:endParaRPr sz="2400">
              <a:latin typeface="Calibri" panose="020F0502020204030204"/>
              <a:cs typeface="Calibri" panose="020F0502020204030204"/>
            </a:endParaRPr>
          </a:p>
          <a:p>
            <a:pPr marL="698500" lvl="1" indent="-229235">
              <a:lnSpc>
                <a:spcPct val="100000"/>
              </a:lnSpc>
              <a:spcBef>
                <a:spcPts val="200"/>
              </a:spcBef>
              <a:buFont typeface="Arial" panose="020B0604020202020204"/>
              <a:buChar char="•"/>
              <a:tabLst>
                <a:tab pos="699135" algn="l"/>
              </a:tabLst>
            </a:pPr>
            <a:r>
              <a:rPr sz="2400" spc="-10">
                <a:latin typeface="Calibri" panose="020F0502020204030204"/>
                <a:cs typeface="Calibri" panose="020F0502020204030204"/>
              </a:rPr>
              <a:t>Nurses</a:t>
            </a:r>
            <a:endParaRPr sz="2400">
              <a:latin typeface="Calibri" panose="020F0502020204030204"/>
              <a:cs typeface="Calibri" panose="020F0502020204030204"/>
            </a:endParaRPr>
          </a:p>
          <a:p>
            <a:pPr marL="698500" lvl="1" indent="-229235">
              <a:lnSpc>
                <a:spcPct val="100000"/>
              </a:lnSpc>
              <a:spcBef>
                <a:spcPts val="220"/>
              </a:spcBef>
              <a:buFont typeface="Arial" panose="020B0604020202020204"/>
              <a:buChar char="•"/>
              <a:tabLst>
                <a:tab pos="699135" algn="l"/>
              </a:tabLst>
            </a:pPr>
            <a:r>
              <a:rPr sz="2400" spc="-10">
                <a:latin typeface="Calibri" panose="020F0502020204030204"/>
                <a:cs typeface="Calibri" panose="020F0502020204030204"/>
              </a:rPr>
              <a:t>Nursing associates </a:t>
            </a:r>
            <a:r>
              <a:rPr sz="2400">
                <a:latin typeface="Calibri" panose="020F0502020204030204"/>
                <a:cs typeface="Calibri" panose="020F0502020204030204"/>
              </a:rPr>
              <a:t>and </a:t>
            </a:r>
            <a:r>
              <a:rPr sz="2400" spc="-5">
                <a:latin typeface="Calibri" panose="020F0502020204030204"/>
                <a:cs typeface="Calibri" panose="020F0502020204030204"/>
              </a:rPr>
              <a:t>health </a:t>
            </a:r>
            <a:r>
              <a:rPr sz="2400" spc="-15">
                <a:latin typeface="Calibri" panose="020F0502020204030204"/>
                <a:cs typeface="Calibri" panose="020F0502020204030204"/>
              </a:rPr>
              <a:t>care</a:t>
            </a:r>
            <a:r>
              <a:rPr sz="2400" spc="-25">
                <a:latin typeface="Calibri" panose="020F0502020204030204"/>
                <a:cs typeface="Calibri" panose="020F0502020204030204"/>
              </a:rPr>
              <a:t> </a:t>
            </a:r>
            <a:r>
              <a:rPr sz="2400" spc="-10">
                <a:latin typeface="Calibri" panose="020F0502020204030204"/>
                <a:cs typeface="Calibri" panose="020F0502020204030204"/>
              </a:rPr>
              <a:t>assistants</a:t>
            </a:r>
            <a:endParaRPr sz="2400">
              <a:latin typeface="Calibri" panose="020F0502020204030204"/>
              <a:cs typeface="Calibri" panose="020F0502020204030204"/>
            </a:endParaRPr>
          </a:p>
          <a:p>
            <a:pPr marL="698500" lvl="1" indent="-229235">
              <a:lnSpc>
                <a:spcPct val="100000"/>
              </a:lnSpc>
              <a:spcBef>
                <a:spcPts val="215"/>
              </a:spcBef>
              <a:buFont typeface="Arial" panose="020B0604020202020204"/>
              <a:buChar char="•"/>
              <a:tabLst>
                <a:tab pos="699135" algn="l"/>
              </a:tabLst>
            </a:pPr>
            <a:r>
              <a:rPr sz="2400">
                <a:latin typeface="Calibri" panose="020F0502020204030204"/>
                <a:cs typeface="Calibri" panose="020F0502020204030204"/>
              </a:rPr>
              <a:t>Admin</a:t>
            </a:r>
            <a:r>
              <a:rPr sz="2400" spc="-15">
                <a:latin typeface="Calibri" panose="020F0502020204030204"/>
                <a:cs typeface="Calibri" panose="020F0502020204030204"/>
              </a:rPr>
              <a:t> </a:t>
            </a:r>
            <a:r>
              <a:rPr sz="2400" spc="-20">
                <a:latin typeface="Calibri" panose="020F0502020204030204"/>
                <a:cs typeface="Calibri" panose="020F0502020204030204"/>
              </a:rPr>
              <a:t>staff</a:t>
            </a:r>
            <a:endParaRPr sz="2400">
              <a:latin typeface="Calibri" panose="020F0502020204030204"/>
              <a:cs typeface="Calibri" panose="020F0502020204030204"/>
            </a:endParaRPr>
          </a:p>
          <a:p>
            <a:pPr marL="698500" lvl="1" indent="-229235">
              <a:lnSpc>
                <a:spcPct val="100000"/>
              </a:lnSpc>
              <a:spcBef>
                <a:spcPts val="205"/>
              </a:spcBef>
              <a:buFont typeface="Arial" panose="020B0604020202020204"/>
              <a:buChar char="•"/>
              <a:tabLst>
                <a:tab pos="699135" algn="l"/>
              </a:tabLst>
            </a:pPr>
            <a:r>
              <a:rPr sz="2400" spc="-5">
                <a:latin typeface="Calibri" panose="020F0502020204030204"/>
                <a:cs typeface="Calibri" panose="020F0502020204030204"/>
              </a:rPr>
              <a:t>Other</a:t>
            </a:r>
            <a:r>
              <a:rPr sz="2400" spc="-10">
                <a:latin typeface="Calibri" panose="020F0502020204030204"/>
                <a:cs typeface="Calibri" panose="020F0502020204030204"/>
              </a:rPr>
              <a:t> AHPs:</a:t>
            </a:r>
            <a:endParaRPr sz="2400">
              <a:latin typeface="Calibri" panose="020F0502020204030204"/>
              <a:cs typeface="Calibri" panose="020F0502020204030204"/>
            </a:endParaRPr>
          </a:p>
          <a:p>
            <a:pPr marL="1155700" lvl="2" indent="-229235">
              <a:lnSpc>
                <a:spcPct val="100000"/>
              </a:lnSpc>
              <a:spcBef>
                <a:spcPts val="290"/>
              </a:spcBef>
              <a:buFont typeface="Arial" panose="020B0604020202020204"/>
              <a:buChar char="•"/>
              <a:tabLst>
                <a:tab pos="1155700" algn="l"/>
                <a:tab pos="1156335" algn="l"/>
              </a:tabLst>
            </a:pPr>
            <a:r>
              <a:rPr sz="2000" spc="-5">
                <a:latin typeface="Calibri" panose="020F0502020204030204"/>
                <a:cs typeface="Calibri" panose="020F0502020204030204"/>
              </a:rPr>
              <a:t>Occupational</a:t>
            </a:r>
            <a:r>
              <a:rPr sz="2000" spc="-20">
                <a:latin typeface="Calibri" panose="020F0502020204030204"/>
                <a:cs typeface="Calibri" panose="020F0502020204030204"/>
              </a:rPr>
              <a:t> </a:t>
            </a:r>
            <a:r>
              <a:rPr sz="2000" spc="-5">
                <a:latin typeface="Calibri" panose="020F0502020204030204"/>
                <a:cs typeface="Calibri" panose="020F0502020204030204"/>
              </a:rPr>
              <a:t>therapists</a:t>
            </a:r>
            <a:endParaRPr sz="2000">
              <a:latin typeface="Calibri" panose="020F0502020204030204"/>
              <a:cs typeface="Calibri" panose="020F0502020204030204"/>
            </a:endParaRPr>
          </a:p>
          <a:p>
            <a:pPr marL="1155700" lvl="2" indent="-229235">
              <a:lnSpc>
                <a:spcPct val="100000"/>
              </a:lnSpc>
              <a:spcBef>
                <a:spcPts val="255"/>
              </a:spcBef>
              <a:buFont typeface="Arial" panose="020B0604020202020204"/>
              <a:buChar char="•"/>
              <a:tabLst>
                <a:tab pos="1155700" algn="l"/>
                <a:tab pos="1156335" algn="l"/>
              </a:tabLst>
            </a:pPr>
            <a:r>
              <a:rPr sz="2000">
                <a:latin typeface="Calibri" panose="020F0502020204030204"/>
                <a:cs typeface="Calibri" panose="020F0502020204030204"/>
              </a:rPr>
              <a:t>Speech and </a:t>
            </a:r>
            <a:r>
              <a:rPr sz="2000" spc="-5">
                <a:latin typeface="Calibri" panose="020F0502020204030204"/>
                <a:cs typeface="Calibri" panose="020F0502020204030204"/>
              </a:rPr>
              <a:t>language</a:t>
            </a:r>
            <a:r>
              <a:rPr sz="2000" spc="-40">
                <a:latin typeface="Calibri" panose="020F0502020204030204"/>
                <a:cs typeface="Calibri" panose="020F0502020204030204"/>
              </a:rPr>
              <a:t> </a:t>
            </a:r>
            <a:r>
              <a:rPr sz="2000" spc="-10">
                <a:latin typeface="Calibri" panose="020F0502020204030204"/>
                <a:cs typeface="Calibri" panose="020F0502020204030204"/>
              </a:rPr>
              <a:t>therapists</a:t>
            </a:r>
            <a:endParaRPr sz="2000">
              <a:latin typeface="Calibri" panose="020F0502020204030204"/>
              <a:cs typeface="Calibri" panose="020F0502020204030204"/>
            </a:endParaRPr>
          </a:p>
          <a:p>
            <a:pPr marL="1155700" lvl="2" indent="-229235">
              <a:lnSpc>
                <a:spcPct val="100000"/>
              </a:lnSpc>
              <a:spcBef>
                <a:spcPts val="265"/>
              </a:spcBef>
              <a:buFont typeface="Arial" panose="020B0604020202020204"/>
              <a:buChar char="•"/>
              <a:tabLst>
                <a:tab pos="1155700" algn="l"/>
                <a:tab pos="1156335" algn="l"/>
              </a:tabLst>
            </a:pPr>
            <a:r>
              <a:rPr sz="2000" spc="-5">
                <a:latin typeface="Calibri" panose="020F0502020204030204"/>
                <a:cs typeface="Calibri" panose="020F0502020204030204"/>
              </a:rPr>
              <a:t>Dieticians</a:t>
            </a:r>
            <a:endParaRPr sz="2000">
              <a:latin typeface="Calibri" panose="020F0502020204030204"/>
              <a:cs typeface="Calibri" panose="020F0502020204030204"/>
            </a:endParaRPr>
          </a:p>
          <a:p>
            <a:pPr marL="1155700" lvl="2" indent="-229235">
              <a:lnSpc>
                <a:spcPct val="100000"/>
              </a:lnSpc>
              <a:spcBef>
                <a:spcPts val="265"/>
              </a:spcBef>
              <a:buFont typeface="Arial" panose="020B0604020202020204"/>
              <a:buChar char="•"/>
              <a:tabLst>
                <a:tab pos="1155700" algn="l"/>
                <a:tab pos="1156335" algn="l"/>
              </a:tabLst>
            </a:pPr>
            <a:r>
              <a:rPr sz="2000" spc="-15">
                <a:latin typeface="Calibri" panose="020F0502020204030204"/>
                <a:cs typeface="Calibri" panose="020F0502020204030204"/>
              </a:rPr>
              <a:t>Play </a:t>
            </a:r>
            <a:r>
              <a:rPr sz="2000">
                <a:latin typeface="Calibri" panose="020F0502020204030204"/>
                <a:cs typeface="Calibri" panose="020F0502020204030204"/>
              </a:rPr>
              <a:t>and art</a:t>
            </a:r>
            <a:r>
              <a:rPr sz="2000" spc="10">
                <a:latin typeface="Calibri" panose="020F0502020204030204"/>
                <a:cs typeface="Calibri" panose="020F0502020204030204"/>
              </a:rPr>
              <a:t> </a:t>
            </a:r>
            <a:r>
              <a:rPr sz="2000" spc="-10">
                <a:latin typeface="Calibri" panose="020F0502020204030204"/>
                <a:cs typeface="Calibri" panose="020F0502020204030204"/>
              </a:rPr>
              <a:t>therapists</a:t>
            </a:r>
            <a:endParaRPr sz="2000">
              <a:latin typeface="Calibri" panose="020F0502020204030204"/>
              <a:cs typeface="Calibri" panose="020F050202020403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9142095" cy="697230"/>
          </a:xfrm>
          <a:prstGeom prst="rect">
            <a:avLst/>
          </a:prstGeom>
        </p:spPr>
        <p:txBody>
          <a:bodyPr vert="horz" wrap="square" lIns="0" tIns="13335" rIns="0" bIns="0" rtlCol="0">
            <a:spAutoFit/>
          </a:bodyPr>
          <a:lstStyle/>
          <a:p>
            <a:pPr marL="12700">
              <a:lnSpc>
                <a:spcPct val="100000"/>
              </a:lnSpc>
              <a:spcBef>
                <a:spcPts val="105"/>
              </a:spcBef>
            </a:pPr>
            <a:r>
              <a:rPr spc="-15"/>
              <a:t>Understanding </a:t>
            </a:r>
            <a:r>
              <a:t>the needs of </a:t>
            </a:r>
            <a:r>
              <a:rPr spc="-15"/>
              <a:t>your</a:t>
            </a:r>
            <a:r>
              <a:rPr spc="-25"/>
              <a:t> </a:t>
            </a:r>
            <a:r>
              <a:rPr spc="-15"/>
              <a:t>patient</a:t>
            </a:r>
          </a:p>
        </p:txBody>
      </p:sp>
      <p:sp>
        <p:nvSpPr>
          <p:cNvPr id="3" name="object 3"/>
          <p:cNvSpPr txBox="1"/>
          <p:nvPr/>
        </p:nvSpPr>
        <p:spPr>
          <a:xfrm>
            <a:off x="642027" y="1420238"/>
            <a:ext cx="10391098" cy="3523400"/>
          </a:xfrm>
          <a:prstGeom prst="rect">
            <a:avLst/>
          </a:prstGeom>
        </p:spPr>
        <p:txBody>
          <a:bodyPr vert="horz" wrap="square" lIns="0" tIns="98425" rIns="0" bIns="0" rtlCol="0">
            <a:spAutoFit/>
          </a:bodyPr>
          <a:lstStyle/>
          <a:p>
            <a:pPr marL="241300" indent="-228600">
              <a:lnSpc>
                <a:spcPct val="100000"/>
              </a:lnSpc>
              <a:spcBef>
                <a:spcPts val="775"/>
              </a:spcBef>
              <a:buFont typeface="Arial" panose="020B0604020202020204"/>
              <a:buChar char="•"/>
              <a:tabLst>
                <a:tab pos="241300" algn="l"/>
              </a:tabLst>
            </a:pPr>
            <a:r>
              <a:rPr sz="2800" spc="-5">
                <a:latin typeface="Calibri" panose="020F0502020204030204"/>
                <a:cs typeface="Calibri" panose="020F0502020204030204"/>
              </a:rPr>
              <a:t>Be </a:t>
            </a:r>
            <a:r>
              <a:rPr sz="2800" spc="-20">
                <a:latin typeface="Calibri" panose="020F0502020204030204"/>
                <a:cs typeface="Calibri" panose="020F0502020204030204"/>
              </a:rPr>
              <a:t>aware </a:t>
            </a:r>
            <a:r>
              <a:rPr sz="2800" spc="-5">
                <a:latin typeface="Calibri" panose="020F0502020204030204"/>
                <a:cs typeface="Calibri" panose="020F0502020204030204"/>
              </a:rPr>
              <a:t>of </a:t>
            </a:r>
            <a:r>
              <a:rPr sz="2800" spc="-10">
                <a:latin typeface="Calibri" panose="020F0502020204030204"/>
                <a:cs typeface="Calibri" panose="020F0502020204030204"/>
              </a:rPr>
              <a:t>cultural </a:t>
            </a:r>
            <a:r>
              <a:rPr sz="2800" spc="-15">
                <a:latin typeface="Calibri" panose="020F0502020204030204"/>
                <a:cs typeface="Calibri" panose="020F0502020204030204"/>
              </a:rPr>
              <a:t>beliefs </a:t>
            </a:r>
            <a:r>
              <a:rPr sz="2800" spc="-5">
                <a:latin typeface="Calibri" panose="020F0502020204030204"/>
                <a:cs typeface="Calibri" panose="020F0502020204030204"/>
              </a:rPr>
              <a:t>and </a:t>
            </a:r>
            <a:r>
              <a:rPr sz="2800" spc="-10">
                <a:latin typeface="Calibri" panose="020F0502020204030204"/>
                <a:cs typeface="Calibri" panose="020F0502020204030204"/>
              </a:rPr>
              <a:t>values that </a:t>
            </a:r>
            <a:r>
              <a:rPr sz="2800" spc="-15">
                <a:latin typeface="Calibri" panose="020F0502020204030204"/>
                <a:cs typeface="Calibri" panose="020F0502020204030204"/>
              </a:rPr>
              <a:t>your </a:t>
            </a:r>
            <a:r>
              <a:rPr sz="2800" spc="-10">
                <a:latin typeface="Calibri" panose="020F0502020204030204"/>
                <a:cs typeface="Calibri" panose="020F0502020204030204"/>
              </a:rPr>
              <a:t>patients </a:t>
            </a:r>
            <a:r>
              <a:rPr sz="2800" spc="-20">
                <a:latin typeface="Calibri" panose="020F0502020204030204"/>
                <a:cs typeface="Calibri" panose="020F0502020204030204"/>
              </a:rPr>
              <a:t>may</a:t>
            </a:r>
            <a:r>
              <a:rPr sz="2800" spc="220">
                <a:latin typeface="Calibri" panose="020F0502020204030204"/>
                <a:cs typeface="Calibri" panose="020F0502020204030204"/>
              </a:rPr>
              <a:t> </a:t>
            </a:r>
            <a:r>
              <a:rPr sz="2800" spc="-25">
                <a:latin typeface="Calibri" panose="020F0502020204030204"/>
                <a:cs typeface="Calibri" panose="020F0502020204030204"/>
              </a:rPr>
              <a:t>have</a:t>
            </a:r>
            <a:endParaRPr sz="2800">
              <a:latin typeface="Calibri" panose="020F0502020204030204"/>
              <a:cs typeface="Calibri" panose="020F0502020204030204"/>
            </a:endParaRPr>
          </a:p>
          <a:p>
            <a:pPr marL="241300" marR="5080" indent="-228600">
              <a:lnSpc>
                <a:spcPts val="3020"/>
              </a:lnSpc>
              <a:spcBef>
                <a:spcPts val="1060"/>
              </a:spcBef>
              <a:buFont typeface="Arial" panose="020B0604020202020204"/>
              <a:buChar char="•"/>
              <a:tabLst>
                <a:tab pos="241300" algn="l"/>
              </a:tabLst>
            </a:pPr>
            <a:r>
              <a:rPr sz="2800" spc="-15">
                <a:latin typeface="Calibri" panose="020F0502020204030204"/>
                <a:cs typeface="Calibri" panose="020F0502020204030204"/>
              </a:rPr>
              <a:t>Understand </a:t>
            </a:r>
            <a:r>
              <a:rPr sz="2800" spc="-10">
                <a:latin typeface="Calibri" panose="020F0502020204030204"/>
                <a:cs typeface="Calibri" panose="020F0502020204030204"/>
              </a:rPr>
              <a:t>disabilities </a:t>
            </a:r>
            <a:r>
              <a:rPr sz="2800" spc="-5">
                <a:latin typeface="Calibri" panose="020F0502020204030204"/>
                <a:cs typeface="Calibri" panose="020F0502020204030204"/>
              </a:rPr>
              <a:t>and </a:t>
            </a:r>
            <a:r>
              <a:rPr sz="2800" spc="-10">
                <a:latin typeface="Calibri" panose="020F0502020204030204"/>
                <a:cs typeface="Calibri" panose="020F0502020204030204"/>
              </a:rPr>
              <a:t>how </a:t>
            </a:r>
            <a:r>
              <a:rPr sz="2800" spc="-15">
                <a:latin typeface="Calibri" panose="020F0502020204030204"/>
                <a:cs typeface="Calibri" panose="020F0502020204030204"/>
              </a:rPr>
              <a:t>we </a:t>
            </a:r>
            <a:r>
              <a:rPr sz="2800" spc="-10">
                <a:latin typeface="Calibri" panose="020F0502020204030204"/>
                <a:cs typeface="Calibri" panose="020F0502020204030204"/>
              </a:rPr>
              <a:t>need </a:t>
            </a:r>
            <a:r>
              <a:rPr sz="2800" spc="-15">
                <a:latin typeface="Calibri" panose="020F0502020204030204"/>
                <a:cs typeface="Calibri" panose="020F0502020204030204"/>
              </a:rPr>
              <a:t>to </a:t>
            </a:r>
            <a:r>
              <a:rPr sz="2800" spc="-10">
                <a:latin typeface="Calibri" panose="020F0502020204030204"/>
                <a:cs typeface="Calibri" panose="020F0502020204030204"/>
              </a:rPr>
              <a:t>change our approach </a:t>
            </a:r>
            <a:r>
              <a:rPr sz="2800" spc="-15">
                <a:latin typeface="Calibri" panose="020F0502020204030204"/>
                <a:cs typeface="Calibri" panose="020F0502020204030204"/>
              </a:rPr>
              <a:t>to  </a:t>
            </a:r>
            <a:r>
              <a:rPr sz="2800" spc="-10">
                <a:latin typeface="Calibri" panose="020F0502020204030204"/>
                <a:cs typeface="Calibri" panose="020F0502020204030204"/>
              </a:rPr>
              <a:t>accommodate </a:t>
            </a:r>
            <a:r>
              <a:rPr sz="2800" spc="-5">
                <a:latin typeface="Calibri" panose="020F0502020204030204"/>
                <a:cs typeface="Calibri" panose="020F0502020204030204"/>
              </a:rPr>
              <a:t>this eg. </a:t>
            </a:r>
            <a:r>
              <a:rPr sz="2800" spc="-20">
                <a:latin typeface="Calibri" panose="020F0502020204030204"/>
                <a:cs typeface="Calibri" panose="020F0502020204030204"/>
              </a:rPr>
              <a:t>Patients </a:t>
            </a:r>
            <a:r>
              <a:rPr sz="2800" spc="-5">
                <a:latin typeface="Calibri" panose="020F0502020204030204"/>
                <a:cs typeface="Calibri" panose="020F0502020204030204"/>
              </a:rPr>
              <a:t>who </a:t>
            </a:r>
            <a:r>
              <a:rPr sz="2800" spc="-15">
                <a:latin typeface="Calibri" panose="020F0502020204030204"/>
                <a:cs typeface="Calibri" panose="020F0502020204030204"/>
              </a:rPr>
              <a:t>are</a:t>
            </a:r>
            <a:r>
              <a:rPr sz="2800" spc="120">
                <a:latin typeface="Calibri" panose="020F0502020204030204"/>
                <a:cs typeface="Calibri" panose="020F0502020204030204"/>
              </a:rPr>
              <a:t> </a:t>
            </a:r>
            <a:r>
              <a:rPr sz="2800" spc="-10">
                <a:latin typeface="Calibri" panose="020F0502020204030204"/>
                <a:cs typeface="Calibri" panose="020F0502020204030204"/>
              </a:rPr>
              <a:t>blind</a:t>
            </a:r>
            <a:endParaRPr sz="2800">
              <a:latin typeface="Calibri" panose="020F0502020204030204"/>
              <a:cs typeface="Calibri" panose="020F0502020204030204"/>
            </a:endParaRPr>
          </a:p>
          <a:p>
            <a:pPr marL="241300" indent="-228600">
              <a:lnSpc>
                <a:spcPct val="100000"/>
              </a:lnSpc>
              <a:spcBef>
                <a:spcPts val="620"/>
              </a:spcBef>
              <a:buFont typeface="Arial" panose="020B0604020202020204"/>
              <a:buChar char="•"/>
              <a:tabLst>
                <a:tab pos="241300" algn="l"/>
              </a:tabLst>
            </a:pPr>
            <a:r>
              <a:rPr sz="2800" spc="-5">
                <a:latin typeface="Calibri" panose="020F0502020204030204"/>
                <a:cs typeface="Calibri" panose="020F0502020204030204"/>
              </a:rPr>
              <a:t>Do they need </a:t>
            </a:r>
            <a:r>
              <a:rPr sz="2800" spc="-10">
                <a:latin typeface="Calibri" panose="020F0502020204030204"/>
                <a:cs typeface="Calibri" panose="020F0502020204030204"/>
              </a:rPr>
              <a:t>translation</a:t>
            </a:r>
            <a:r>
              <a:rPr sz="2800" spc="-5">
                <a:latin typeface="Calibri" panose="020F0502020204030204"/>
                <a:cs typeface="Calibri" panose="020F0502020204030204"/>
              </a:rPr>
              <a:t>?</a:t>
            </a:r>
            <a:endParaRPr sz="2800">
              <a:latin typeface="Calibri" panose="020F0502020204030204"/>
              <a:cs typeface="Calibri" panose="020F0502020204030204"/>
            </a:endParaRPr>
          </a:p>
          <a:p>
            <a:pPr marL="241300" indent="-228600">
              <a:lnSpc>
                <a:spcPct val="100000"/>
              </a:lnSpc>
              <a:spcBef>
                <a:spcPts val="665"/>
              </a:spcBef>
              <a:buFont typeface="Arial" panose="020B0604020202020204"/>
              <a:buChar char="•"/>
              <a:tabLst>
                <a:tab pos="241300" algn="l"/>
              </a:tabLst>
            </a:pPr>
            <a:r>
              <a:rPr sz="2800" spc="-5">
                <a:latin typeface="Calibri" panose="020F0502020204030204"/>
                <a:cs typeface="Calibri" panose="020F0502020204030204"/>
              </a:rPr>
              <a:t>Learning </a:t>
            </a:r>
            <a:r>
              <a:rPr sz="2800" spc="-10">
                <a:latin typeface="Calibri" panose="020F0502020204030204"/>
                <a:cs typeface="Calibri" panose="020F0502020204030204"/>
              </a:rPr>
              <a:t>disability</a:t>
            </a:r>
            <a:r>
              <a:rPr sz="2800" spc="50">
                <a:latin typeface="Calibri" panose="020F0502020204030204"/>
                <a:cs typeface="Calibri" panose="020F0502020204030204"/>
              </a:rPr>
              <a:t> </a:t>
            </a:r>
            <a:r>
              <a:rPr sz="2800" spc="-5">
                <a:latin typeface="Calibri" panose="020F0502020204030204"/>
                <a:cs typeface="Calibri" panose="020F0502020204030204"/>
              </a:rPr>
              <a:t>passports</a:t>
            </a:r>
            <a:endParaRPr sz="2800">
              <a:latin typeface="Calibri" panose="020F0502020204030204"/>
              <a:cs typeface="Calibri" panose="020F0502020204030204"/>
            </a:endParaRPr>
          </a:p>
          <a:p>
            <a:pPr>
              <a:lnSpc>
                <a:spcPct val="100000"/>
              </a:lnSpc>
              <a:spcBef>
                <a:spcPts val="35"/>
              </a:spcBef>
              <a:buFont typeface="Arial" panose="020B0604020202020204"/>
              <a:buChar char="•"/>
            </a:pPr>
            <a:endParaRPr sz="4050">
              <a:latin typeface="Times New Roman" panose="02020603050405020304"/>
              <a:cs typeface="Times New Roman" panose="02020603050405020304"/>
            </a:endParaRPr>
          </a:p>
          <a:p>
            <a:pPr marL="241300" indent="-228600">
              <a:lnSpc>
                <a:spcPct val="100000"/>
              </a:lnSpc>
              <a:buFont typeface="Arial" panose="020B0604020202020204"/>
              <a:buChar char="•"/>
              <a:tabLst>
                <a:tab pos="241300" algn="l"/>
              </a:tabLst>
            </a:pPr>
            <a:r>
              <a:rPr sz="2800" spc="-50">
                <a:latin typeface="Calibri" panose="020F0502020204030204"/>
                <a:cs typeface="Calibri" panose="020F0502020204030204"/>
              </a:rPr>
              <a:t>ADAPTATION </a:t>
            </a:r>
            <a:r>
              <a:rPr sz="2800" spc="-5">
                <a:latin typeface="Calibri" panose="020F0502020204030204"/>
                <a:cs typeface="Calibri" panose="020F0502020204030204"/>
              </a:rPr>
              <a:t>and</a:t>
            </a:r>
            <a:r>
              <a:rPr sz="2800" spc="85">
                <a:latin typeface="Calibri" panose="020F0502020204030204"/>
                <a:cs typeface="Calibri" panose="020F0502020204030204"/>
              </a:rPr>
              <a:t> </a:t>
            </a:r>
            <a:r>
              <a:rPr sz="2800" spc="-10">
                <a:latin typeface="Calibri" panose="020F0502020204030204"/>
                <a:cs typeface="Calibri" panose="020F0502020204030204"/>
              </a:rPr>
              <a:t>Accommodation</a:t>
            </a:r>
            <a:endParaRPr sz="2800">
              <a:latin typeface="Calibri" panose="020F0502020204030204"/>
              <a:cs typeface="Calibri" panose="020F050202020403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a:spLocks noGrp="1" noRot="1" noChangeAspect="1" noMove="1" noResize="1" noEditPoints="1" noAdjustHandles="1" noChangeArrowheads="1" noChangeShapeType="1" noTextEdit="1"/>
          </p:cNvSpPr>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a:spLocks noGrp="1" noRot="1" noChangeAspect="1" noMove="1" noResize="1" noEditPoints="1" noAdjustHandles="1" noChangeArrowheads="1" noChangeShapeType="1" noTextEdit="1"/>
          </p:cNvSpPr>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p:cNvSpPr>
            <a:spLocks noGrp="1" noRot="1" noChangeAspect="1" noMove="1" noResize="1" noEditPoints="1" noAdjustHandles="1" noChangeArrowheads="1" noChangeShapeType="1" noTextEdit="1"/>
          </p:cNvSpPr>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Rectangle 18"/>
          <p:cNvSpPr>
            <a:spLocks noGrp="1" noRot="1" noChangeAspect="1" noMove="1" noResize="1" noEditPoints="1" noAdjustHandles="1" noChangeArrowheads="1" noChangeShapeType="1" noTextEdit="1"/>
          </p:cNvSpPr>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586478" y="1683756"/>
            <a:ext cx="3115265" cy="2396359"/>
          </a:xfrm>
          <a:prstGeom prst="rect">
            <a:avLst/>
          </a:prstGeom>
        </p:spPr>
        <p:txBody>
          <a:bodyPr vert="horz" lIns="91440" tIns="45720" rIns="91440" bIns="45720" rtlCol="0" anchor="b">
            <a:normAutofit/>
          </a:bodyPr>
          <a:lstStyle/>
          <a:p>
            <a:pPr marL="12700" marR="5080" algn="r"/>
            <a:r>
              <a:rPr lang="en-US" sz="3700" kern="1200" spc="-5">
                <a:solidFill>
                  <a:srgbClr val="FFFFFF"/>
                </a:solidFill>
                <a:latin typeface="+mj-lt"/>
                <a:ea typeface="+mj-ea"/>
                <a:cs typeface="+mj-cs"/>
              </a:rPr>
              <a:t>Principle </a:t>
            </a:r>
            <a:r>
              <a:rPr lang="en-US" sz="3700" kern="1200">
                <a:solidFill>
                  <a:srgbClr val="FFFFFF"/>
                </a:solidFill>
                <a:latin typeface="+mj-lt"/>
                <a:ea typeface="+mj-ea"/>
                <a:cs typeface="+mj-cs"/>
              </a:rPr>
              <a:t>4 </a:t>
            </a:r>
            <a:r>
              <a:rPr lang="en-US" sz="3700" kern="1200" spc="-5">
                <a:solidFill>
                  <a:srgbClr val="FFFFFF"/>
                </a:solidFill>
                <a:latin typeface="+mj-lt"/>
                <a:ea typeface="+mj-ea"/>
                <a:cs typeface="+mj-cs"/>
              </a:rPr>
              <a:t>CSP </a:t>
            </a:r>
            <a:r>
              <a:rPr lang="en-US" sz="3700" kern="1200" spc="-15">
                <a:solidFill>
                  <a:srgbClr val="FFFFFF"/>
                </a:solidFill>
                <a:latin typeface="+mj-lt"/>
                <a:ea typeface="+mj-ea"/>
                <a:cs typeface="+mj-cs"/>
              </a:rPr>
              <a:t>members strive </a:t>
            </a:r>
            <a:r>
              <a:rPr lang="en-US" sz="3700" kern="1200" spc="-25">
                <a:solidFill>
                  <a:srgbClr val="FFFFFF"/>
                </a:solidFill>
                <a:latin typeface="+mj-lt"/>
                <a:ea typeface="+mj-ea"/>
                <a:cs typeface="+mj-cs"/>
              </a:rPr>
              <a:t>to </a:t>
            </a:r>
            <a:r>
              <a:rPr lang="en-US" sz="3700" kern="1200" spc="-15">
                <a:solidFill>
                  <a:srgbClr val="FFFFFF"/>
                </a:solidFill>
                <a:latin typeface="+mj-lt"/>
                <a:ea typeface="+mj-ea"/>
                <a:cs typeface="+mj-cs"/>
              </a:rPr>
              <a:t>achieve  </a:t>
            </a:r>
            <a:r>
              <a:rPr lang="en-US" sz="3700" kern="1200" spc="-20">
                <a:solidFill>
                  <a:srgbClr val="FFFFFF"/>
                </a:solidFill>
                <a:latin typeface="+mj-lt"/>
                <a:ea typeface="+mj-ea"/>
                <a:cs typeface="+mj-cs"/>
              </a:rPr>
              <a:t>excellence</a:t>
            </a:r>
          </a:p>
        </p:txBody>
      </p:sp>
      <p:graphicFrame>
        <p:nvGraphicFramePr>
          <p:cNvPr id="5" name="object 3"/>
          <p:cNvGraphicFramePr/>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423910" cy="697230"/>
          </a:xfrm>
          <a:prstGeom prst="rect">
            <a:avLst/>
          </a:prstGeom>
        </p:spPr>
        <p:txBody>
          <a:bodyPr vert="horz" wrap="square" lIns="0" tIns="13335" rIns="0" bIns="0" rtlCol="0">
            <a:spAutoFit/>
          </a:bodyPr>
          <a:lstStyle/>
          <a:p>
            <a:pPr marL="12700">
              <a:lnSpc>
                <a:spcPct val="100000"/>
              </a:lnSpc>
              <a:spcBef>
                <a:spcPts val="105"/>
              </a:spcBef>
            </a:pPr>
            <a:r>
              <a:rPr spc="-10"/>
              <a:t>Members </a:t>
            </a:r>
            <a:r>
              <a:rPr spc="-15"/>
              <a:t>strive </a:t>
            </a:r>
            <a:r>
              <a:rPr spc="-25"/>
              <a:t>to </a:t>
            </a:r>
            <a:r>
              <a:rPr spc="-15"/>
              <a:t>achieve</a:t>
            </a:r>
            <a:r>
              <a:rPr spc="5"/>
              <a:t> </a:t>
            </a:r>
            <a:r>
              <a:rPr spc="-20"/>
              <a:t>excellence</a:t>
            </a:r>
          </a:p>
        </p:txBody>
      </p:sp>
      <p:sp>
        <p:nvSpPr>
          <p:cNvPr id="3" name="object 3"/>
          <p:cNvSpPr txBox="1"/>
          <p:nvPr/>
        </p:nvSpPr>
        <p:spPr>
          <a:xfrm>
            <a:off x="916939" y="1756565"/>
            <a:ext cx="8811260" cy="3571875"/>
          </a:xfrm>
          <a:prstGeom prst="rect">
            <a:avLst/>
          </a:prstGeom>
        </p:spPr>
        <p:txBody>
          <a:bodyPr vert="horz" wrap="square" lIns="0" tIns="48895" rIns="0" bIns="0" rtlCol="0">
            <a:spAutoFit/>
          </a:bodyPr>
          <a:lstStyle/>
          <a:p>
            <a:pPr marL="12700">
              <a:lnSpc>
                <a:spcPct val="100000"/>
              </a:lnSpc>
              <a:spcBef>
                <a:spcPts val="385"/>
              </a:spcBef>
            </a:pPr>
            <a:r>
              <a:rPr sz="2800" spc="-25">
                <a:latin typeface="Calibri" panose="020F0502020204030204"/>
                <a:cs typeface="Calibri" panose="020F0502020204030204"/>
              </a:rPr>
              <a:t>Key </a:t>
            </a:r>
            <a:r>
              <a:rPr sz="2800" spc="-10">
                <a:latin typeface="Calibri" panose="020F0502020204030204"/>
                <a:cs typeface="Calibri" panose="020F0502020204030204"/>
              </a:rPr>
              <a:t>points</a:t>
            </a:r>
            <a:r>
              <a:rPr sz="2800" spc="-5">
                <a:latin typeface="Calibri" panose="020F0502020204030204"/>
                <a:cs typeface="Calibri" panose="020F0502020204030204"/>
              </a:rPr>
              <a:t>:</a:t>
            </a:r>
            <a:endParaRPr sz="2800">
              <a:latin typeface="Calibri" panose="020F0502020204030204"/>
              <a:cs typeface="Calibri" panose="020F0502020204030204"/>
            </a:endParaRPr>
          </a:p>
          <a:p>
            <a:pPr marL="698500" indent="-229235">
              <a:lnSpc>
                <a:spcPct val="100000"/>
              </a:lnSpc>
              <a:spcBef>
                <a:spcPts val="245"/>
              </a:spcBef>
              <a:buFont typeface="Arial" panose="020B0604020202020204"/>
              <a:buChar char="•"/>
              <a:tabLst>
                <a:tab pos="699135" algn="l"/>
              </a:tabLst>
            </a:pPr>
            <a:r>
              <a:rPr sz="2400" spc="-10">
                <a:latin typeface="Calibri" panose="020F0502020204030204"/>
                <a:cs typeface="Calibri" panose="020F0502020204030204"/>
              </a:rPr>
              <a:t>Maintain </a:t>
            </a:r>
            <a:r>
              <a:rPr sz="2400">
                <a:latin typeface="Calibri" panose="020F0502020204030204"/>
                <a:cs typeface="Calibri" panose="020F0502020204030204"/>
              </a:rPr>
              <a:t>and </a:t>
            </a:r>
            <a:r>
              <a:rPr sz="2400" spc="-15">
                <a:latin typeface="Calibri" panose="020F0502020204030204"/>
                <a:cs typeface="Calibri" panose="020F0502020204030204"/>
              </a:rPr>
              <a:t>promote </a:t>
            </a:r>
            <a:r>
              <a:rPr sz="2400" spc="-5">
                <a:latin typeface="Calibri" panose="020F0502020204030204"/>
                <a:cs typeface="Calibri" panose="020F0502020204030204"/>
              </a:rPr>
              <a:t>high </a:t>
            </a:r>
            <a:r>
              <a:rPr sz="2400" spc="-10">
                <a:latin typeface="Calibri" panose="020F0502020204030204"/>
                <a:cs typeface="Calibri" panose="020F0502020204030204"/>
              </a:rPr>
              <a:t>standards </a:t>
            </a:r>
            <a:r>
              <a:rPr sz="2400">
                <a:latin typeface="Calibri" panose="020F0502020204030204"/>
                <a:cs typeface="Calibri" panose="020F0502020204030204"/>
              </a:rPr>
              <a:t>in</a:t>
            </a:r>
            <a:r>
              <a:rPr sz="2400" spc="-25">
                <a:latin typeface="Calibri" panose="020F0502020204030204"/>
                <a:cs typeface="Calibri" panose="020F0502020204030204"/>
              </a:rPr>
              <a:t> </a:t>
            </a:r>
            <a:r>
              <a:rPr sz="2400" spc="-15">
                <a:latin typeface="Calibri" panose="020F0502020204030204"/>
                <a:cs typeface="Calibri" panose="020F0502020204030204"/>
              </a:rPr>
              <a:t>physiotherapy</a:t>
            </a:r>
            <a:endParaRPr sz="2400">
              <a:latin typeface="Calibri" panose="020F0502020204030204"/>
              <a:cs typeface="Calibri" panose="020F0502020204030204"/>
            </a:endParaRPr>
          </a:p>
          <a:p>
            <a:pPr marL="698500" indent="-229235">
              <a:lnSpc>
                <a:spcPct val="100000"/>
              </a:lnSpc>
              <a:spcBef>
                <a:spcPts val="220"/>
              </a:spcBef>
              <a:buFont typeface="Arial" panose="020B0604020202020204"/>
              <a:buChar char="•"/>
              <a:tabLst>
                <a:tab pos="699135" algn="l"/>
              </a:tabLst>
            </a:pPr>
            <a:r>
              <a:rPr sz="2400" spc="-15">
                <a:latin typeface="Calibri" panose="020F0502020204030204"/>
                <a:cs typeface="Calibri" panose="020F0502020204030204"/>
              </a:rPr>
              <a:t>Engage </a:t>
            </a:r>
            <a:r>
              <a:rPr sz="2400">
                <a:latin typeface="Calibri" panose="020F0502020204030204"/>
                <a:cs typeface="Calibri" panose="020F0502020204030204"/>
              </a:rPr>
              <a:t>in </a:t>
            </a:r>
            <a:r>
              <a:rPr sz="2400" spc="-15">
                <a:latin typeface="Calibri" panose="020F0502020204030204"/>
                <a:cs typeface="Calibri" panose="020F0502020204030204"/>
              </a:rPr>
              <a:t>data</a:t>
            </a:r>
            <a:r>
              <a:rPr sz="2400" spc="-5">
                <a:latin typeface="Calibri" panose="020F0502020204030204"/>
                <a:cs typeface="Calibri" panose="020F0502020204030204"/>
              </a:rPr>
              <a:t> </a:t>
            </a:r>
            <a:r>
              <a:rPr sz="2400" spc="-10">
                <a:latin typeface="Calibri" panose="020F0502020204030204"/>
                <a:cs typeface="Calibri" panose="020F0502020204030204"/>
              </a:rPr>
              <a:t>collection</a:t>
            </a:r>
            <a:endParaRPr sz="2400">
              <a:latin typeface="Calibri" panose="020F0502020204030204"/>
              <a:cs typeface="Calibri" panose="020F0502020204030204"/>
            </a:endParaRPr>
          </a:p>
          <a:p>
            <a:pPr marL="698500" indent="-229235">
              <a:lnSpc>
                <a:spcPct val="100000"/>
              </a:lnSpc>
              <a:spcBef>
                <a:spcPts val="200"/>
              </a:spcBef>
              <a:buFont typeface="Arial" panose="020B0604020202020204"/>
              <a:buChar char="•"/>
              <a:tabLst>
                <a:tab pos="699135" algn="l"/>
              </a:tabLst>
            </a:pPr>
            <a:r>
              <a:rPr sz="2400" spc="-15">
                <a:latin typeface="Calibri" panose="020F0502020204030204"/>
                <a:cs typeface="Calibri" panose="020F0502020204030204"/>
              </a:rPr>
              <a:t>Engage </a:t>
            </a:r>
            <a:r>
              <a:rPr sz="2400">
                <a:latin typeface="Calibri" panose="020F0502020204030204"/>
                <a:cs typeface="Calibri" panose="020F0502020204030204"/>
              </a:rPr>
              <a:t>in </a:t>
            </a:r>
            <a:r>
              <a:rPr sz="2400" spc="-10">
                <a:latin typeface="Calibri" panose="020F0502020204030204"/>
                <a:cs typeface="Calibri" panose="020F0502020204030204"/>
              </a:rPr>
              <a:t>career </a:t>
            </a:r>
            <a:r>
              <a:rPr sz="2400">
                <a:latin typeface="Calibri" panose="020F0502020204030204"/>
                <a:cs typeface="Calibri" panose="020F0502020204030204"/>
              </a:rPr>
              <a:t>long</a:t>
            </a:r>
            <a:r>
              <a:rPr sz="2400" spc="-5">
                <a:latin typeface="Calibri" panose="020F0502020204030204"/>
                <a:cs typeface="Calibri" panose="020F0502020204030204"/>
              </a:rPr>
              <a:t> learning</a:t>
            </a:r>
            <a:endParaRPr sz="2400">
              <a:latin typeface="Calibri" panose="020F0502020204030204"/>
              <a:cs typeface="Calibri" panose="020F0502020204030204"/>
            </a:endParaRPr>
          </a:p>
          <a:p>
            <a:pPr marL="698500" indent="-229235">
              <a:lnSpc>
                <a:spcPct val="100000"/>
              </a:lnSpc>
              <a:spcBef>
                <a:spcPts val="220"/>
              </a:spcBef>
              <a:buFont typeface="Arial" panose="020B0604020202020204"/>
              <a:buChar char="•"/>
              <a:tabLst>
                <a:tab pos="699135" algn="l"/>
              </a:tabLst>
            </a:pPr>
            <a:r>
              <a:rPr sz="2400" spc="-10">
                <a:latin typeface="Calibri" panose="020F0502020204030204"/>
                <a:cs typeface="Calibri" panose="020F0502020204030204"/>
              </a:rPr>
              <a:t>Contribute </a:t>
            </a:r>
            <a:r>
              <a:rPr sz="2400" spc="-15">
                <a:latin typeface="Calibri" panose="020F0502020204030204"/>
                <a:cs typeface="Calibri" panose="020F0502020204030204"/>
              </a:rPr>
              <a:t>to </a:t>
            </a:r>
            <a:r>
              <a:rPr sz="2400" spc="-5">
                <a:latin typeface="Calibri" panose="020F0502020204030204"/>
                <a:cs typeface="Calibri" panose="020F0502020204030204"/>
              </a:rPr>
              <a:t>evidence base </a:t>
            </a:r>
            <a:r>
              <a:rPr sz="2400" spc="-20">
                <a:latin typeface="Calibri" panose="020F0502020204030204"/>
                <a:cs typeface="Calibri" panose="020F0502020204030204"/>
              </a:rPr>
              <a:t>for</a:t>
            </a:r>
            <a:r>
              <a:rPr sz="2400" spc="10">
                <a:latin typeface="Calibri" panose="020F0502020204030204"/>
                <a:cs typeface="Calibri" panose="020F0502020204030204"/>
              </a:rPr>
              <a:t> </a:t>
            </a:r>
            <a:r>
              <a:rPr sz="2400" spc="-15">
                <a:latin typeface="Calibri" panose="020F0502020204030204"/>
                <a:cs typeface="Calibri" panose="020F0502020204030204"/>
              </a:rPr>
              <a:t>physiotherapy</a:t>
            </a:r>
            <a:endParaRPr sz="2400">
              <a:latin typeface="Calibri" panose="020F0502020204030204"/>
              <a:cs typeface="Calibri" panose="020F0502020204030204"/>
            </a:endParaRPr>
          </a:p>
          <a:p>
            <a:pPr marL="698500" indent="-229235">
              <a:lnSpc>
                <a:spcPct val="100000"/>
              </a:lnSpc>
              <a:spcBef>
                <a:spcPts val="215"/>
              </a:spcBef>
              <a:buFont typeface="Arial" panose="020B0604020202020204"/>
              <a:buChar char="•"/>
              <a:tabLst>
                <a:tab pos="699135" algn="l"/>
              </a:tabLst>
            </a:pPr>
            <a:r>
              <a:rPr sz="2400" spc="-10">
                <a:latin typeface="Calibri" panose="020F0502020204030204"/>
                <a:cs typeface="Calibri" panose="020F0502020204030204"/>
              </a:rPr>
              <a:t>Share </a:t>
            </a:r>
            <a:r>
              <a:rPr sz="2400">
                <a:latin typeface="Calibri" panose="020F0502020204030204"/>
                <a:cs typeface="Calibri" panose="020F0502020204030204"/>
              </a:rPr>
              <a:t>learning with </a:t>
            </a:r>
            <a:r>
              <a:rPr sz="2400" spc="-10">
                <a:latin typeface="Calibri" panose="020F0502020204030204"/>
                <a:cs typeface="Calibri" panose="020F0502020204030204"/>
              </a:rPr>
              <a:t>others through</a:t>
            </a:r>
            <a:r>
              <a:rPr sz="2400" spc="-40">
                <a:latin typeface="Calibri" panose="020F0502020204030204"/>
                <a:cs typeface="Calibri" panose="020F0502020204030204"/>
              </a:rPr>
              <a:t> </a:t>
            </a:r>
            <a:r>
              <a:rPr sz="2400" spc="-10">
                <a:latin typeface="Calibri" panose="020F0502020204030204"/>
                <a:cs typeface="Calibri" panose="020F0502020204030204"/>
              </a:rPr>
              <a:t>reflection</a:t>
            </a:r>
            <a:endParaRPr sz="2400">
              <a:latin typeface="Calibri" panose="020F0502020204030204"/>
              <a:cs typeface="Calibri" panose="020F0502020204030204"/>
            </a:endParaRPr>
          </a:p>
          <a:p>
            <a:pPr marL="698500" indent="-229235">
              <a:lnSpc>
                <a:spcPct val="100000"/>
              </a:lnSpc>
              <a:spcBef>
                <a:spcPts val="205"/>
              </a:spcBef>
              <a:buFont typeface="Arial" panose="020B0604020202020204"/>
              <a:buChar char="•"/>
              <a:tabLst>
                <a:tab pos="699135" algn="l"/>
              </a:tabLst>
            </a:pPr>
            <a:r>
              <a:rPr sz="2400" spc="-5">
                <a:latin typeface="Calibri" panose="020F0502020204030204"/>
                <a:cs typeface="Calibri" panose="020F0502020204030204"/>
              </a:rPr>
              <a:t>Identify knowledge </a:t>
            </a:r>
            <a:r>
              <a:rPr sz="2400" spc="-15">
                <a:latin typeface="Calibri" panose="020F0502020204030204"/>
                <a:cs typeface="Calibri" panose="020F0502020204030204"/>
              </a:rPr>
              <a:t>gaps </a:t>
            </a:r>
            <a:r>
              <a:rPr sz="2400">
                <a:latin typeface="Calibri" panose="020F0502020204030204"/>
                <a:cs typeface="Calibri" panose="020F0502020204030204"/>
              </a:rPr>
              <a:t>and </a:t>
            </a:r>
            <a:r>
              <a:rPr sz="2400" spc="-10">
                <a:latin typeface="Calibri" panose="020F0502020204030204"/>
                <a:cs typeface="Calibri" panose="020F0502020204030204"/>
              </a:rPr>
              <a:t>contribute </a:t>
            </a:r>
            <a:r>
              <a:rPr sz="2400" spc="-15">
                <a:latin typeface="Calibri" panose="020F0502020204030204"/>
                <a:cs typeface="Calibri" panose="020F0502020204030204"/>
              </a:rPr>
              <a:t>to</a:t>
            </a:r>
            <a:r>
              <a:rPr sz="2400" spc="-5">
                <a:latin typeface="Calibri" panose="020F0502020204030204"/>
                <a:cs typeface="Calibri" panose="020F0502020204030204"/>
              </a:rPr>
              <a:t> </a:t>
            </a:r>
            <a:r>
              <a:rPr sz="2400" spc="-10">
                <a:latin typeface="Calibri" panose="020F0502020204030204"/>
                <a:cs typeface="Calibri" panose="020F0502020204030204"/>
              </a:rPr>
              <a:t>research</a:t>
            </a:r>
            <a:endParaRPr sz="2400">
              <a:latin typeface="Calibri" panose="020F0502020204030204"/>
              <a:cs typeface="Calibri" panose="020F0502020204030204"/>
            </a:endParaRPr>
          </a:p>
          <a:p>
            <a:pPr marL="698500" indent="-229235">
              <a:lnSpc>
                <a:spcPts val="2740"/>
              </a:lnSpc>
              <a:spcBef>
                <a:spcPts val="215"/>
              </a:spcBef>
              <a:buFont typeface="Arial" panose="020B0604020202020204"/>
              <a:buChar char="•"/>
              <a:tabLst>
                <a:tab pos="699135" algn="l"/>
              </a:tabLst>
            </a:pPr>
            <a:r>
              <a:rPr sz="2400">
                <a:latin typeface="Calibri" panose="020F0502020204030204"/>
                <a:cs typeface="Calibri" panose="020F0502020204030204"/>
              </a:rPr>
              <a:t>Be </a:t>
            </a:r>
            <a:r>
              <a:rPr sz="2400" spc="-15">
                <a:latin typeface="Calibri" panose="020F0502020204030204"/>
                <a:cs typeface="Calibri" panose="020F0502020204030204"/>
              </a:rPr>
              <a:t>aware </a:t>
            </a:r>
            <a:r>
              <a:rPr sz="2400" spc="-5">
                <a:latin typeface="Calibri" panose="020F0502020204030204"/>
                <a:cs typeface="Calibri" panose="020F0502020204030204"/>
              </a:rPr>
              <a:t>of </a:t>
            </a:r>
            <a:r>
              <a:rPr sz="2400">
                <a:latin typeface="Calibri" panose="020F0502020204030204"/>
                <a:cs typeface="Calibri" panose="020F0502020204030204"/>
              </a:rPr>
              <a:t>learning </a:t>
            </a:r>
            <a:r>
              <a:rPr sz="2400" spc="-5">
                <a:latin typeface="Calibri" panose="020F0502020204030204"/>
                <a:cs typeface="Calibri" panose="020F0502020204030204"/>
              </a:rPr>
              <a:t>needs with </a:t>
            </a:r>
            <a:r>
              <a:rPr sz="2400">
                <a:latin typeface="Calibri" panose="020F0502020204030204"/>
                <a:cs typeface="Calibri" panose="020F0502020204030204"/>
              </a:rPr>
              <a:t>the changing </a:t>
            </a:r>
            <a:r>
              <a:rPr sz="2400" spc="-10">
                <a:latin typeface="Calibri" panose="020F0502020204030204"/>
                <a:cs typeface="Calibri" panose="020F0502020204030204"/>
              </a:rPr>
              <a:t>scope </a:t>
            </a:r>
            <a:r>
              <a:rPr sz="2400" spc="-5">
                <a:latin typeface="Calibri" panose="020F0502020204030204"/>
                <a:cs typeface="Calibri" panose="020F0502020204030204"/>
              </a:rPr>
              <a:t>of </a:t>
            </a:r>
            <a:r>
              <a:rPr sz="2400" spc="-10">
                <a:latin typeface="Calibri" panose="020F0502020204030204"/>
                <a:cs typeface="Calibri" panose="020F0502020204030204"/>
              </a:rPr>
              <a:t>practice</a:t>
            </a:r>
            <a:r>
              <a:rPr sz="2400" spc="-70">
                <a:latin typeface="Calibri" panose="020F0502020204030204"/>
                <a:cs typeface="Calibri" panose="020F0502020204030204"/>
              </a:rPr>
              <a:t> </a:t>
            </a:r>
            <a:r>
              <a:rPr sz="2400">
                <a:latin typeface="Calibri" panose="020F0502020204030204"/>
                <a:cs typeface="Calibri" panose="020F0502020204030204"/>
              </a:rPr>
              <a:t>in</a:t>
            </a:r>
          </a:p>
          <a:p>
            <a:pPr marL="698500">
              <a:lnSpc>
                <a:spcPts val="2740"/>
              </a:lnSpc>
            </a:pPr>
            <a:r>
              <a:rPr sz="2400" spc="-15">
                <a:latin typeface="Calibri" panose="020F0502020204030204"/>
                <a:cs typeface="Calibri" panose="020F0502020204030204"/>
              </a:rPr>
              <a:t>physiotherapy</a:t>
            </a:r>
            <a:endParaRPr sz="2400">
              <a:latin typeface="Calibri" panose="020F0502020204030204"/>
              <a:cs typeface="Calibri" panose="020F050202020403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9351010" cy="697230"/>
          </a:xfrm>
          <a:prstGeom prst="rect">
            <a:avLst/>
          </a:prstGeom>
        </p:spPr>
        <p:txBody>
          <a:bodyPr vert="horz" wrap="square" lIns="0" tIns="13335" rIns="0" bIns="0" rtlCol="0">
            <a:spAutoFit/>
          </a:bodyPr>
          <a:lstStyle/>
          <a:p>
            <a:pPr marL="12700">
              <a:lnSpc>
                <a:spcPct val="100000"/>
              </a:lnSpc>
              <a:spcBef>
                <a:spcPts val="105"/>
              </a:spcBef>
            </a:pPr>
            <a:r>
              <a:t>Underpinning </a:t>
            </a:r>
            <a:r>
              <a:rPr spc="-5"/>
              <a:t>ethics, </a:t>
            </a:r>
            <a:r>
              <a:rPr spc="-10"/>
              <a:t>values </a:t>
            </a:r>
            <a:r>
              <a:t>and</a:t>
            </a:r>
            <a:r>
              <a:rPr spc="-15"/>
              <a:t> </a:t>
            </a:r>
            <a:r>
              <a:rPr spc="-10"/>
              <a:t>concepts</a:t>
            </a:r>
          </a:p>
        </p:txBody>
      </p:sp>
      <p:sp>
        <p:nvSpPr>
          <p:cNvPr id="3" name="object 3"/>
          <p:cNvSpPr/>
          <p:nvPr/>
        </p:nvSpPr>
        <p:spPr>
          <a:xfrm>
            <a:off x="1342316" y="1632046"/>
            <a:ext cx="9117363" cy="4050214"/>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07635-4361-11E8-4A9D-664ABAC8EB1C}"/>
              </a:ext>
            </a:extLst>
          </p:cNvPr>
          <p:cNvSpPr>
            <a:spLocks noGrp="1"/>
          </p:cNvSpPr>
          <p:nvPr>
            <p:ph type="title"/>
          </p:nvPr>
        </p:nvSpPr>
        <p:spPr/>
        <p:txBody>
          <a:bodyPr/>
          <a:lstStyle/>
          <a:p>
            <a:r>
              <a:rPr lang="en-GB"/>
              <a:t>Case Scenario 1</a:t>
            </a:r>
          </a:p>
        </p:txBody>
      </p:sp>
      <p:sp>
        <p:nvSpPr>
          <p:cNvPr id="4" name="TextBox 3">
            <a:extLst>
              <a:ext uri="{FF2B5EF4-FFF2-40B4-BE49-F238E27FC236}">
                <a16:creationId xmlns:a16="http://schemas.microsoft.com/office/drawing/2014/main" id="{04D3E047-AC22-DC38-8D2F-9C6993EEFC77}"/>
              </a:ext>
            </a:extLst>
          </p:cNvPr>
          <p:cNvSpPr txBox="1"/>
          <p:nvPr/>
        </p:nvSpPr>
        <p:spPr>
          <a:xfrm>
            <a:off x="724486" y="1842868"/>
            <a:ext cx="10719582" cy="3462294"/>
          </a:xfrm>
          <a:prstGeom prst="rect">
            <a:avLst/>
          </a:prstGeom>
          <a:noFill/>
        </p:spPr>
        <p:txBody>
          <a:bodyPr wrap="square">
            <a:spAutoFit/>
          </a:bodyPr>
          <a:lstStyle/>
          <a:p>
            <a:pPr>
              <a:lnSpc>
                <a:spcPct val="115000"/>
              </a:lnSpc>
              <a:spcAft>
                <a:spcPts val="800"/>
              </a:spcAft>
            </a:pPr>
            <a:r>
              <a:rPr lang="en-GB" sz="3200" kern="100">
                <a:effectLst/>
                <a:latin typeface="Aptos" panose="020B0004020202020204" pitchFamily="34" charset="0"/>
                <a:ea typeface="Aptos" panose="020B0004020202020204" pitchFamily="34" charset="0"/>
                <a:cs typeface="Arial" panose="020B0604020202020204" pitchFamily="34" charset="0"/>
              </a:rPr>
              <a:t>Sarah, a newly qualified physiotherapist, is treating a high-profile client with a knee injury. One day, while talking to her colleagues in the staff room, she shares details of the client’s treatment plan and progress. One of her colleagues reminds her that this might be a breach of patient confidentiality.</a:t>
            </a:r>
          </a:p>
        </p:txBody>
      </p:sp>
    </p:spTree>
    <p:extLst>
      <p:ext uri="{BB962C8B-B14F-4D97-AF65-F5344CB8AC3E}">
        <p14:creationId xmlns:p14="http://schemas.microsoft.com/office/powerpoint/2010/main" val="19680959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A8A72-CDB1-A634-9B9A-6FF83F506BA0}"/>
              </a:ext>
            </a:extLst>
          </p:cNvPr>
          <p:cNvSpPr>
            <a:spLocks noGrp="1"/>
          </p:cNvSpPr>
          <p:nvPr>
            <p:ph type="title"/>
          </p:nvPr>
        </p:nvSpPr>
        <p:spPr/>
        <p:txBody>
          <a:bodyPr/>
          <a:lstStyle/>
          <a:p>
            <a:r>
              <a:rPr lang="en-GB"/>
              <a:t>Case Scenario 2</a:t>
            </a:r>
          </a:p>
        </p:txBody>
      </p:sp>
      <p:sp>
        <p:nvSpPr>
          <p:cNvPr id="4" name="TextBox 3">
            <a:extLst>
              <a:ext uri="{FF2B5EF4-FFF2-40B4-BE49-F238E27FC236}">
                <a16:creationId xmlns:a16="http://schemas.microsoft.com/office/drawing/2014/main" id="{AE009ED9-8CE8-1F02-7DF8-B3E8E3B75722}"/>
              </a:ext>
            </a:extLst>
          </p:cNvPr>
          <p:cNvSpPr txBox="1"/>
          <p:nvPr/>
        </p:nvSpPr>
        <p:spPr>
          <a:xfrm>
            <a:off x="1069145" y="1828800"/>
            <a:ext cx="9200269" cy="4091907"/>
          </a:xfrm>
          <a:prstGeom prst="rect">
            <a:avLst/>
          </a:prstGeom>
          <a:noFill/>
        </p:spPr>
        <p:txBody>
          <a:bodyPr wrap="square">
            <a:spAutoFit/>
          </a:bodyPr>
          <a:lstStyle/>
          <a:p>
            <a:pPr>
              <a:lnSpc>
                <a:spcPct val="115000"/>
              </a:lnSpc>
              <a:spcAft>
                <a:spcPts val="800"/>
              </a:spcAft>
            </a:pPr>
            <a:r>
              <a:rPr lang="en-GB" sz="3200" kern="100">
                <a:effectLst/>
                <a:latin typeface="Aptos" panose="020B0004020202020204" pitchFamily="34" charset="0"/>
                <a:ea typeface="Aptos" panose="020B0004020202020204" pitchFamily="34" charset="0"/>
                <a:cs typeface="Arial" panose="020B0604020202020204" pitchFamily="34" charset="0"/>
              </a:rPr>
              <a:t>Tom, a senior physiotherapist, is working with an elderly patient, Mr. Johnson, who has difficulty understanding the treatment being proposed due to hearing loss and mild cognitive impairment. Tom explains the procedure quickly and begins treatment without ensuring that Mr. Johnson fully understands or agrees to it.</a:t>
            </a:r>
          </a:p>
        </p:txBody>
      </p:sp>
    </p:spTree>
    <p:extLst>
      <p:ext uri="{BB962C8B-B14F-4D97-AF65-F5344CB8AC3E}">
        <p14:creationId xmlns:p14="http://schemas.microsoft.com/office/powerpoint/2010/main" val="6783482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34C22-46C8-240C-5E36-CCC68ADB3578}"/>
              </a:ext>
            </a:extLst>
          </p:cNvPr>
          <p:cNvSpPr>
            <a:spLocks noGrp="1"/>
          </p:cNvSpPr>
          <p:nvPr>
            <p:ph type="title"/>
          </p:nvPr>
        </p:nvSpPr>
        <p:spPr/>
        <p:txBody>
          <a:bodyPr/>
          <a:lstStyle/>
          <a:p>
            <a:r>
              <a:rPr lang="en-GB"/>
              <a:t>Case Scenario 3</a:t>
            </a:r>
          </a:p>
        </p:txBody>
      </p:sp>
      <p:sp>
        <p:nvSpPr>
          <p:cNvPr id="4" name="TextBox 3">
            <a:extLst>
              <a:ext uri="{FF2B5EF4-FFF2-40B4-BE49-F238E27FC236}">
                <a16:creationId xmlns:a16="http://schemas.microsoft.com/office/drawing/2014/main" id="{ED7FE0E6-DBC4-5528-7AA3-426EC78A7EF6}"/>
              </a:ext>
            </a:extLst>
          </p:cNvPr>
          <p:cNvSpPr txBox="1"/>
          <p:nvPr/>
        </p:nvSpPr>
        <p:spPr>
          <a:xfrm>
            <a:off x="914400" y="1786597"/>
            <a:ext cx="9840351" cy="4031873"/>
          </a:xfrm>
          <a:prstGeom prst="rect">
            <a:avLst/>
          </a:prstGeom>
          <a:noFill/>
        </p:spPr>
        <p:txBody>
          <a:bodyPr wrap="square">
            <a:spAutoFit/>
          </a:bodyPr>
          <a:lstStyle/>
          <a:p>
            <a:r>
              <a:rPr lang="en-GB" sz="3200">
                <a:effectLst/>
                <a:latin typeface="Aptos" panose="020B0004020202020204" pitchFamily="34" charset="0"/>
                <a:ea typeface="Aptos" panose="020B0004020202020204" pitchFamily="34" charset="0"/>
                <a:cs typeface="Arial" panose="020B0604020202020204" pitchFamily="34" charset="0"/>
              </a:rPr>
              <a:t>Emily, a physiotherapist, is treating a regular patient, Mark, who has been seeing her for six months for a chronic back condition. Mark has expressed his appreciation by giving her small gifts, and recently, he asked Emily to have dinner with him outside of work. Emily feels conflicted because she enjoys working with Mark but is unsure whether accepting the offer is appropriate.</a:t>
            </a:r>
            <a:endParaRPr lang="en-GB" sz="3200"/>
          </a:p>
        </p:txBody>
      </p:sp>
    </p:spTree>
    <p:extLst>
      <p:ext uri="{BB962C8B-B14F-4D97-AF65-F5344CB8AC3E}">
        <p14:creationId xmlns:p14="http://schemas.microsoft.com/office/powerpoint/2010/main" val="28878416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Yellow question mark"/>
          <p:cNvPicPr>
            <a:picLocks noChangeAspect="1"/>
          </p:cNvPicPr>
          <p:nvPr/>
        </p:nvPicPr>
        <p:blipFill rotWithShape="1">
          <a:blip r:embed="rId2"/>
          <a:srcRect l="24160"/>
          <a:stretch>
            <a:fillRect/>
          </a:stretch>
        </p:blipFill>
        <p:spPr>
          <a:xfrm>
            <a:off x="20" y="10"/>
            <a:ext cx="8668492" cy="6857990"/>
          </a:xfrm>
          <a:prstGeom prst="rect">
            <a:avLst/>
          </a:prstGeom>
        </p:spPr>
      </p:pic>
      <p:sp>
        <p:nvSpPr>
          <p:cNvPr id="10" name="Rectangle 9"/>
          <p:cNvSpPr>
            <a:spLocks noGrp="1" noRot="1" noChangeAspect="1" noMove="1" noResize="1" noEditPoints="1" noAdjustHandles="1" noChangeArrowheads="1" noChangeShapeType="1" noTextEdit="1"/>
          </p:cNvSpPr>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7848600" y="1122363"/>
            <a:ext cx="4023360" cy="3204134"/>
          </a:xfrm>
          <a:prstGeom prst="rect">
            <a:avLst/>
          </a:prstGeom>
        </p:spPr>
        <p:txBody>
          <a:bodyPr vert="horz" lIns="91440" tIns="45720" rIns="91440" bIns="45720" rtlCol="0" anchor="b">
            <a:normAutofit/>
          </a:bodyPr>
          <a:lstStyle/>
          <a:p>
            <a:pPr marL="12700"/>
            <a:r>
              <a:rPr lang="en-US" sz="4800" spc="-5"/>
              <a:t>Questions</a:t>
            </a:r>
            <a:r>
              <a:rPr lang="en-US" sz="4800"/>
              <a:t>?</a:t>
            </a:r>
          </a:p>
        </p:txBody>
      </p:sp>
      <p:sp>
        <p:nvSpPr>
          <p:cNvPr id="12" name="Rectangle 11"/>
          <p:cNvSpPr>
            <a:spLocks noGrp="1" noRot="1" noChangeAspect="1" noMove="1" noResize="1" noEditPoints="1" noAdjustHandles="1" noChangeArrowheads="1" noChangeShapeType="1" noTextEdit="1"/>
          </p:cNvSpPr>
          <p:nvPr/>
        </p:nvSpPr>
        <p:spPr>
          <a:xfrm rot="5400000">
            <a:off x="81305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p:cNvSpPr>
            <a:spLocks noGrp="1" noRot="1" noChangeAspect="1" noMove="1" noResize="1" noEditPoints="1" noAdjustHandles="1" noChangeArrowheads="1" noChangeShapeType="1" noTextEdit="1"/>
          </p:cNvSpPr>
          <p:nvPr/>
        </p:nvSpPr>
        <p:spPr>
          <a:xfrm>
            <a:off x="7851648"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2493645" cy="697230"/>
          </a:xfrm>
          <a:prstGeom prst="rect">
            <a:avLst/>
          </a:prstGeom>
        </p:spPr>
        <p:txBody>
          <a:bodyPr vert="horz" wrap="square" lIns="0" tIns="13335" rIns="0" bIns="0" rtlCol="0">
            <a:spAutoFit/>
          </a:bodyPr>
          <a:lstStyle/>
          <a:p>
            <a:pPr marL="12700">
              <a:lnSpc>
                <a:spcPct val="100000"/>
              </a:lnSpc>
              <a:spcBef>
                <a:spcPts val="105"/>
              </a:spcBef>
            </a:pPr>
            <a:r>
              <a:rPr spc="-35"/>
              <a:t>References</a:t>
            </a:r>
          </a:p>
        </p:txBody>
      </p:sp>
      <p:sp>
        <p:nvSpPr>
          <p:cNvPr id="3" name="object 3"/>
          <p:cNvSpPr txBox="1"/>
          <p:nvPr/>
        </p:nvSpPr>
        <p:spPr>
          <a:xfrm>
            <a:off x="916939" y="1764538"/>
            <a:ext cx="10269855" cy="3613150"/>
          </a:xfrm>
          <a:prstGeom prst="rect">
            <a:avLst/>
          </a:prstGeom>
        </p:spPr>
        <p:txBody>
          <a:bodyPr vert="horz" wrap="square" lIns="0" tIns="13335" rIns="0" bIns="0" rtlCol="0">
            <a:spAutoFit/>
          </a:bodyPr>
          <a:lstStyle/>
          <a:p>
            <a:pPr marL="241300" indent="-228600">
              <a:lnSpc>
                <a:spcPts val="2040"/>
              </a:lnSpc>
              <a:spcBef>
                <a:spcPts val="105"/>
              </a:spcBef>
              <a:buFont typeface="Arial" panose="020B0604020202020204"/>
              <a:buChar char="•"/>
              <a:tabLst>
                <a:tab pos="240665" algn="l"/>
                <a:tab pos="241300" algn="l"/>
              </a:tabLst>
            </a:pPr>
            <a:r>
              <a:rPr sz="2000" spc="-5">
                <a:latin typeface="Calibri" panose="020F0502020204030204"/>
                <a:cs typeface="Calibri" panose="020F0502020204030204"/>
              </a:rPr>
              <a:t>Hcpc-uk.org. </a:t>
            </a:r>
            <a:r>
              <a:rPr sz="2000">
                <a:latin typeface="Calibri" panose="020F0502020204030204"/>
                <a:cs typeface="Calibri" panose="020F0502020204030204"/>
              </a:rPr>
              <a:t>(2011). </a:t>
            </a:r>
            <a:r>
              <a:rPr sz="2000" i="1" spc="-5">
                <a:latin typeface="Calibri" panose="020F0502020204030204"/>
                <a:cs typeface="Calibri" panose="020F0502020204030204"/>
              </a:rPr>
              <a:t>Professionalism </a:t>
            </a:r>
            <a:r>
              <a:rPr sz="2000" i="1">
                <a:latin typeface="Calibri" panose="020F0502020204030204"/>
                <a:cs typeface="Calibri" panose="020F0502020204030204"/>
              </a:rPr>
              <a:t>in </a:t>
            </a:r>
            <a:r>
              <a:rPr sz="2000" i="1" spc="-5">
                <a:latin typeface="Calibri" panose="020F0502020204030204"/>
                <a:cs typeface="Calibri" panose="020F0502020204030204"/>
              </a:rPr>
              <a:t>healthcare professionals </a:t>
            </a:r>
            <a:r>
              <a:rPr sz="2000" i="1" spc="-15">
                <a:latin typeface="Calibri" panose="020F0502020204030204"/>
                <a:cs typeface="Calibri" panose="020F0502020204030204"/>
              </a:rPr>
              <a:t>|</a:t>
            </a:r>
            <a:r>
              <a:rPr sz="2000" spc="-15">
                <a:latin typeface="Calibri" panose="020F0502020204030204"/>
                <a:cs typeface="Calibri" panose="020F0502020204030204"/>
              </a:rPr>
              <a:t>. </a:t>
            </a:r>
            <a:r>
              <a:rPr sz="2000" spc="-5">
                <a:latin typeface="Calibri" panose="020F0502020204030204"/>
                <a:cs typeface="Calibri" panose="020F0502020204030204"/>
              </a:rPr>
              <a:t>[online] </a:t>
            </a:r>
            <a:r>
              <a:rPr sz="2000" spc="-10">
                <a:latin typeface="Calibri" panose="020F0502020204030204"/>
                <a:cs typeface="Calibri" panose="020F0502020204030204"/>
              </a:rPr>
              <a:t>Available</a:t>
            </a:r>
            <a:r>
              <a:rPr sz="2000" spc="-105">
                <a:latin typeface="Calibri" panose="020F0502020204030204"/>
                <a:cs typeface="Calibri" panose="020F0502020204030204"/>
              </a:rPr>
              <a:t> </a:t>
            </a:r>
            <a:r>
              <a:rPr sz="2000" spc="-10">
                <a:latin typeface="Calibri" panose="020F0502020204030204"/>
                <a:cs typeface="Calibri" panose="020F0502020204030204"/>
              </a:rPr>
              <a:t>at:</a:t>
            </a:r>
            <a:endParaRPr sz="2000">
              <a:latin typeface="Calibri" panose="020F0502020204030204"/>
              <a:cs typeface="Calibri" panose="020F0502020204030204"/>
            </a:endParaRPr>
          </a:p>
          <a:p>
            <a:pPr marL="241300">
              <a:lnSpc>
                <a:spcPts val="2040"/>
              </a:lnSpc>
            </a:pPr>
            <a:r>
              <a:rPr sz="2000" spc="-10">
                <a:latin typeface="Calibri" panose="020F0502020204030204"/>
                <a:cs typeface="Calibri" panose="020F0502020204030204"/>
              </a:rPr>
              <a:t>https://</a:t>
            </a:r>
            <a:r>
              <a:rPr sz="2000" spc="-10">
                <a:latin typeface="Calibri" panose="020F0502020204030204"/>
                <a:cs typeface="Calibri" panose="020F0502020204030204"/>
                <a:hlinkClick r:id="rId2"/>
              </a:rPr>
              <a:t>www.hcpc-uk.org/resources/reports/2011/professionalism-in-healthcare-professionals/.</a:t>
            </a:r>
            <a:endParaRPr sz="2000">
              <a:latin typeface="Calibri" panose="020F0502020204030204"/>
              <a:cs typeface="Calibri" panose="020F0502020204030204"/>
            </a:endParaRPr>
          </a:p>
          <a:p>
            <a:pPr marL="241300" marR="5080" indent="-228600">
              <a:lnSpc>
                <a:spcPct val="70000"/>
              </a:lnSpc>
              <a:spcBef>
                <a:spcPts val="995"/>
              </a:spcBef>
              <a:buFont typeface="Arial" panose="020B0604020202020204"/>
              <a:buChar char="•"/>
              <a:tabLst>
                <a:tab pos="240665" algn="l"/>
                <a:tab pos="241300" algn="l"/>
              </a:tabLst>
            </a:pPr>
            <a:r>
              <a:rPr sz="2000">
                <a:latin typeface="Calibri" panose="020F0502020204030204"/>
                <a:cs typeface="Calibri" panose="020F0502020204030204"/>
              </a:rPr>
              <a:t>CSP (2019). </a:t>
            </a:r>
            <a:r>
              <a:rPr sz="2000" i="1" spc="-5">
                <a:latin typeface="Calibri" panose="020F0502020204030204"/>
                <a:cs typeface="Calibri" panose="020F0502020204030204"/>
              </a:rPr>
              <a:t>Code of </a:t>
            </a:r>
            <a:r>
              <a:rPr sz="2000" i="1">
                <a:latin typeface="Calibri" panose="020F0502020204030204"/>
                <a:cs typeface="Calibri" panose="020F0502020204030204"/>
              </a:rPr>
              <a:t>Members’ </a:t>
            </a:r>
            <a:r>
              <a:rPr sz="2000" i="1" spc="-5">
                <a:latin typeface="Calibri" panose="020F0502020204030204"/>
                <a:cs typeface="Calibri" panose="020F0502020204030204"/>
              </a:rPr>
              <a:t>Professional </a:t>
            </a:r>
            <a:r>
              <a:rPr sz="2000" i="1" spc="-20">
                <a:latin typeface="Calibri" panose="020F0502020204030204"/>
                <a:cs typeface="Calibri" panose="020F0502020204030204"/>
              </a:rPr>
              <a:t>Values </a:t>
            </a:r>
            <a:r>
              <a:rPr sz="2000" i="1" spc="-5">
                <a:latin typeface="Calibri" panose="020F0502020204030204"/>
                <a:cs typeface="Calibri" panose="020F0502020204030204"/>
              </a:rPr>
              <a:t>and </a:t>
            </a:r>
            <a:r>
              <a:rPr sz="2000" i="1">
                <a:latin typeface="Calibri" panose="020F0502020204030204"/>
                <a:cs typeface="Calibri" panose="020F0502020204030204"/>
              </a:rPr>
              <a:t>Behaviour</a:t>
            </a:r>
            <a:r>
              <a:rPr sz="2000">
                <a:latin typeface="Calibri" panose="020F0502020204030204"/>
                <a:cs typeface="Calibri" panose="020F0502020204030204"/>
              </a:rPr>
              <a:t>. </a:t>
            </a:r>
            <a:r>
              <a:rPr sz="2000" spc="-5">
                <a:latin typeface="Calibri" panose="020F0502020204030204"/>
                <a:cs typeface="Calibri" panose="020F0502020204030204"/>
              </a:rPr>
              <a:t>[online] The </a:t>
            </a:r>
            <a:r>
              <a:rPr sz="2000" spc="-10">
                <a:latin typeface="Calibri" panose="020F0502020204030204"/>
                <a:cs typeface="Calibri" panose="020F0502020204030204"/>
              </a:rPr>
              <a:t>Chartered </a:t>
            </a:r>
            <a:r>
              <a:rPr sz="2000" spc="-5">
                <a:latin typeface="Calibri" panose="020F0502020204030204"/>
                <a:cs typeface="Calibri" panose="020F0502020204030204"/>
              </a:rPr>
              <a:t>Society  of </a:t>
            </a:r>
            <a:r>
              <a:rPr sz="2000" spc="-20">
                <a:latin typeface="Calibri" panose="020F0502020204030204"/>
                <a:cs typeface="Calibri" panose="020F0502020204030204"/>
              </a:rPr>
              <a:t>Physiotherapy. </a:t>
            </a:r>
            <a:r>
              <a:rPr sz="2000" spc="-10">
                <a:latin typeface="Calibri" panose="020F0502020204030204"/>
                <a:cs typeface="Calibri" panose="020F0502020204030204"/>
              </a:rPr>
              <a:t>Available at: https://</a:t>
            </a:r>
            <a:r>
              <a:rPr sz="2000" spc="-10">
                <a:latin typeface="Calibri" panose="020F0502020204030204"/>
                <a:cs typeface="Calibri" panose="020F0502020204030204"/>
                <a:hlinkClick r:id="rId3"/>
              </a:rPr>
              <a:t>www.csp.org.uk/publications/code-members-professional- </a:t>
            </a:r>
            <a:r>
              <a:rPr sz="2000" spc="-10">
                <a:latin typeface="Calibri" panose="020F0502020204030204"/>
                <a:cs typeface="Calibri" panose="020F0502020204030204"/>
              </a:rPr>
              <a:t> </a:t>
            </a:r>
            <a:r>
              <a:rPr sz="2000" spc="-20">
                <a:latin typeface="Calibri" panose="020F0502020204030204"/>
                <a:cs typeface="Calibri" panose="020F0502020204030204"/>
              </a:rPr>
              <a:t>values-behaviour.</a:t>
            </a:r>
            <a:endParaRPr sz="2000">
              <a:latin typeface="Calibri" panose="020F0502020204030204"/>
              <a:cs typeface="Calibri" panose="020F0502020204030204"/>
            </a:endParaRPr>
          </a:p>
          <a:p>
            <a:pPr marL="241300" indent="-228600">
              <a:lnSpc>
                <a:spcPts val="2040"/>
              </a:lnSpc>
              <a:spcBef>
                <a:spcPts val="290"/>
              </a:spcBef>
              <a:buFont typeface="Arial" panose="020B0604020202020204"/>
              <a:buChar char="•"/>
              <a:tabLst>
                <a:tab pos="240665" algn="l"/>
                <a:tab pos="241300" algn="l"/>
              </a:tabLst>
            </a:pPr>
            <a:r>
              <a:rPr sz="2000" spc="-5">
                <a:latin typeface="Calibri" panose="020F0502020204030204"/>
                <a:cs typeface="Calibri" panose="020F0502020204030204"/>
              </a:rPr>
              <a:t>The Chartered Society of </a:t>
            </a:r>
            <a:r>
              <a:rPr sz="2000" spc="-20">
                <a:latin typeface="Calibri" panose="020F0502020204030204"/>
                <a:cs typeface="Calibri" panose="020F0502020204030204"/>
              </a:rPr>
              <a:t>Physiotherapy. </a:t>
            </a:r>
            <a:r>
              <a:rPr sz="2000">
                <a:latin typeface="Calibri" panose="020F0502020204030204"/>
                <a:cs typeface="Calibri" panose="020F0502020204030204"/>
              </a:rPr>
              <a:t>(n.d.). </a:t>
            </a:r>
            <a:r>
              <a:rPr sz="2000" i="1">
                <a:latin typeface="Calibri" panose="020F0502020204030204"/>
                <a:cs typeface="Calibri" panose="020F0502020204030204"/>
              </a:rPr>
              <a:t>About the </a:t>
            </a:r>
            <a:r>
              <a:rPr sz="2000" i="1" spc="-5">
                <a:latin typeface="Calibri" panose="020F0502020204030204"/>
                <a:cs typeface="Calibri" panose="020F0502020204030204"/>
              </a:rPr>
              <a:t>CSP</a:t>
            </a:r>
            <a:r>
              <a:rPr sz="2000" spc="-5">
                <a:latin typeface="Calibri" panose="020F0502020204030204"/>
                <a:cs typeface="Calibri" panose="020F0502020204030204"/>
              </a:rPr>
              <a:t>. [online] </a:t>
            </a:r>
            <a:r>
              <a:rPr sz="2000" spc="-10">
                <a:latin typeface="Calibri" panose="020F0502020204030204"/>
                <a:cs typeface="Calibri" panose="020F0502020204030204"/>
              </a:rPr>
              <a:t>Available</a:t>
            </a:r>
            <a:r>
              <a:rPr sz="2000" spc="-75">
                <a:latin typeface="Calibri" panose="020F0502020204030204"/>
                <a:cs typeface="Calibri" panose="020F0502020204030204"/>
              </a:rPr>
              <a:t> </a:t>
            </a:r>
            <a:r>
              <a:rPr sz="2000" spc="-10">
                <a:latin typeface="Calibri" panose="020F0502020204030204"/>
                <a:cs typeface="Calibri" panose="020F0502020204030204"/>
              </a:rPr>
              <a:t>at:</a:t>
            </a:r>
            <a:endParaRPr sz="2000">
              <a:latin typeface="Calibri" panose="020F0502020204030204"/>
              <a:cs typeface="Calibri" panose="020F0502020204030204"/>
            </a:endParaRPr>
          </a:p>
          <a:p>
            <a:pPr marL="241300">
              <a:lnSpc>
                <a:spcPts val="2040"/>
              </a:lnSpc>
            </a:pPr>
            <a:r>
              <a:rPr sz="2000" spc="-10">
                <a:latin typeface="Calibri" panose="020F0502020204030204"/>
                <a:cs typeface="Calibri" panose="020F0502020204030204"/>
              </a:rPr>
              <a:t>https://</a:t>
            </a:r>
            <a:r>
              <a:rPr sz="2000" spc="-10">
                <a:latin typeface="Calibri" panose="020F0502020204030204"/>
                <a:cs typeface="Calibri" panose="020F0502020204030204"/>
                <a:hlinkClick r:id="rId4"/>
              </a:rPr>
              <a:t>www.csp.org.uk/about-csp.</a:t>
            </a:r>
            <a:endParaRPr sz="2000">
              <a:latin typeface="Calibri" panose="020F0502020204030204"/>
              <a:cs typeface="Calibri" panose="020F0502020204030204"/>
            </a:endParaRPr>
          </a:p>
          <a:p>
            <a:pPr marL="241300" marR="855980" indent="-228600" algn="just">
              <a:lnSpc>
                <a:spcPct val="70000"/>
              </a:lnSpc>
              <a:spcBef>
                <a:spcPts val="995"/>
              </a:spcBef>
              <a:buFont typeface="Arial" panose="020B0604020202020204"/>
              <a:buChar char="•"/>
              <a:tabLst>
                <a:tab pos="241300" algn="l"/>
              </a:tabLst>
            </a:pPr>
            <a:r>
              <a:rPr sz="2000" spc="-10">
                <a:latin typeface="Calibri" panose="020F0502020204030204"/>
                <a:cs typeface="Calibri" panose="020F0502020204030204"/>
              </a:rPr>
              <a:t>Information </a:t>
            </a:r>
            <a:r>
              <a:rPr sz="2000" spc="-5">
                <a:latin typeface="Calibri" panose="020F0502020204030204"/>
                <a:cs typeface="Calibri" panose="020F0502020204030204"/>
              </a:rPr>
              <a:t>Commissioners Office </a:t>
            </a:r>
            <a:r>
              <a:rPr sz="2000">
                <a:latin typeface="Calibri" panose="020F0502020204030204"/>
                <a:cs typeface="Calibri" panose="020F0502020204030204"/>
              </a:rPr>
              <a:t>(2019). </a:t>
            </a:r>
            <a:r>
              <a:rPr sz="2000" i="1" spc="-5">
                <a:latin typeface="Calibri" panose="020F0502020204030204"/>
                <a:cs typeface="Calibri" panose="020F0502020204030204"/>
              </a:rPr>
              <a:t>The Principles</a:t>
            </a:r>
            <a:r>
              <a:rPr sz="2000" spc="-5">
                <a:latin typeface="Calibri" panose="020F0502020204030204"/>
                <a:cs typeface="Calibri" panose="020F0502020204030204"/>
              </a:rPr>
              <a:t>. [online] Ico.org.uk. </a:t>
            </a:r>
            <a:r>
              <a:rPr sz="2000" spc="-10">
                <a:latin typeface="Calibri" panose="020F0502020204030204"/>
                <a:cs typeface="Calibri" panose="020F0502020204030204"/>
              </a:rPr>
              <a:t>Available at:  https://ico.org.uk/for-organisations/guide-to-data-protection/guide-to-the-general-data-  </a:t>
            </a:r>
            <a:r>
              <a:rPr sz="2000" spc="-5">
                <a:latin typeface="Calibri" panose="020F0502020204030204"/>
                <a:cs typeface="Calibri" panose="020F0502020204030204"/>
              </a:rPr>
              <a:t>protection-regulation-gdpr/principles/.</a:t>
            </a:r>
            <a:endParaRPr sz="2000">
              <a:latin typeface="Calibri" panose="020F0502020204030204"/>
              <a:cs typeface="Calibri" panose="020F0502020204030204"/>
            </a:endParaRPr>
          </a:p>
          <a:p>
            <a:pPr marL="241300" marR="362585" indent="-228600">
              <a:lnSpc>
                <a:spcPct val="70000"/>
              </a:lnSpc>
              <a:spcBef>
                <a:spcPts val="1000"/>
              </a:spcBef>
              <a:buFont typeface="Arial" panose="020B0604020202020204"/>
              <a:buChar char="•"/>
              <a:tabLst>
                <a:tab pos="240665" algn="l"/>
                <a:tab pos="241300" algn="l"/>
              </a:tabLst>
            </a:pPr>
            <a:r>
              <a:rPr sz="2000">
                <a:latin typeface="Calibri" panose="020F0502020204030204"/>
                <a:cs typeface="Calibri" panose="020F0502020204030204"/>
              </a:rPr>
              <a:t>Public Health England (2021). </a:t>
            </a:r>
            <a:r>
              <a:rPr sz="2000" i="1" spc="-5">
                <a:latin typeface="Calibri" panose="020F0502020204030204"/>
                <a:cs typeface="Calibri" panose="020F0502020204030204"/>
              </a:rPr>
              <a:t>Clinical governance</a:t>
            </a:r>
            <a:r>
              <a:rPr sz="2000" spc="-5">
                <a:latin typeface="Calibri" panose="020F0502020204030204"/>
                <a:cs typeface="Calibri" panose="020F0502020204030204"/>
              </a:rPr>
              <a:t>. [online] </a:t>
            </a:r>
            <a:r>
              <a:rPr sz="2000" spc="-35">
                <a:latin typeface="Calibri" panose="020F0502020204030204"/>
                <a:cs typeface="Calibri" panose="020F0502020204030204"/>
              </a:rPr>
              <a:t>GOV.UK. </a:t>
            </a:r>
            <a:r>
              <a:rPr sz="2000" spc="-10">
                <a:latin typeface="Calibri" panose="020F0502020204030204"/>
                <a:cs typeface="Calibri" panose="020F0502020204030204"/>
              </a:rPr>
              <a:t>Available at:  https://</a:t>
            </a:r>
            <a:r>
              <a:rPr sz="2000" spc="-10">
                <a:latin typeface="Calibri" panose="020F0502020204030204"/>
                <a:cs typeface="Calibri" panose="020F0502020204030204"/>
                <a:hlinkClick r:id="rId5"/>
              </a:rPr>
              <a:t>www.gov.uk/government/publications/newborn-hearing-screening-programme-nhsp- </a:t>
            </a:r>
            <a:r>
              <a:rPr sz="2000" spc="-10">
                <a:latin typeface="Calibri" panose="020F0502020204030204"/>
                <a:cs typeface="Calibri" panose="020F0502020204030204"/>
              </a:rPr>
              <a:t> </a:t>
            </a:r>
            <a:r>
              <a:rPr sz="2000" spc="-5">
                <a:latin typeface="Calibri" panose="020F0502020204030204"/>
                <a:cs typeface="Calibri" panose="020F0502020204030204"/>
              </a:rPr>
              <a:t>operational-guidance/4-clinical-  governance#:~:text=Clinical%20governance%20is%20the%20system.</a:t>
            </a:r>
            <a:endParaRPr sz="2000">
              <a:latin typeface="Calibri" panose="020F0502020204030204"/>
              <a:cs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38</Slides>
  <Notes>5</Notes>
  <HiddenSlides>0</HiddenSlide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PROFESSIONALISM AND THE CSP</vt:lpstr>
      <vt:lpstr>Learning Outcomes:</vt:lpstr>
      <vt:lpstr>What is Professionalism?</vt:lpstr>
      <vt:lpstr>What is the HCPC? Global context.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HCPC Standards of Proficiency.</vt:lpstr>
      <vt:lpstr>What is the CSP?</vt:lpstr>
      <vt:lpstr>The CSP</vt:lpstr>
      <vt:lpstr>Code of professional values</vt:lpstr>
      <vt:lpstr>Principle 1</vt:lpstr>
      <vt:lpstr>Members are responsible and accountable</vt:lpstr>
      <vt:lpstr>Clinical governance</vt:lpstr>
      <vt:lpstr>7 pillars of clinical governance</vt:lpstr>
      <vt:lpstr>Clinical reasoning</vt:lpstr>
      <vt:lpstr>Clinical reasoning</vt:lpstr>
      <vt:lpstr>Principle 2</vt:lpstr>
      <vt:lpstr>Members behave ethically</vt:lpstr>
      <vt:lpstr>Information governance and confidentiality</vt:lpstr>
      <vt:lpstr>GDPR</vt:lpstr>
      <vt:lpstr>Effective documentation: SOAP notes</vt:lpstr>
      <vt:lpstr>Principle 3: CSP members deliver an effective  service</vt:lpstr>
      <vt:lpstr>Members deliver an effective service</vt:lpstr>
      <vt:lpstr>Other members of the MDT</vt:lpstr>
      <vt:lpstr>Understanding the needs of your patient</vt:lpstr>
      <vt:lpstr>Principle 4 CSP members strive to achieve  excellence</vt:lpstr>
      <vt:lpstr>Members strive to achieve excellence</vt:lpstr>
      <vt:lpstr>Underpinning ethics, values and concepts</vt:lpstr>
      <vt:lpstr>Case Scenario 1</vt:lpstr>
      <vt:lpstr>Case Scenario 2</vt:lpstr>
      <vt:lpstr>Case Scenario 3</vt:lpstr>
      <vt:lpstr>Questions?</vt:lpstr>
      <vt:lpstr>References</vt:lpstr>
    </vt:vector>
  </TitlesOfParts>
  <Company>London Metropolitan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PROFESSIONALISM AND THE CSP</dc:title>
  <dc:creator>Ngozi Onuegbu</dc:creator>
  <cp:revision>1</cp:revision>
  <dcterms:created xsi:type="dcterms:W3CDTF">2023-09-30T00:54:00Z</dcterms:created>
  <dcterms:modified xsi:type="dcterms:W3CDTF">2024-10-02T09:44:08Z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A3312A87374348A584DE28890E37BEA6_12</vt:lpwstr>
  </property>
  <property fmtid="{D5CDD505-2E9C-101B-9397-08002B2CF9AE}" pid="3" name="KSOProductBuildVer">
    <vt:lpwstr>2057-12.2.0.13215</vt:lpwstr>
  </property>
</Properties>
</file>