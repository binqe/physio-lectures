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 id="2147483670" r:id="rId2"/>
  </p:sldMasterIdLst>
  <p:notesMasterIdLst>
    <p:notesMasterId r:id="rId64"/>
  </p:notesMasterIdLst>
  <p:handoutMasterIdLst>
    <p:handoutMasterId r:id="rId65"/>
  </p:handoutMasterIdLst>
  <p:sldIdLst>
    <p:sldId id="292" r:id="rId3"/>
    <p:sldId id="257" r:id="rId4"/>
    <p:sldId id="420" r:id="rId5"/>
    <p:sldId id="445" r:id="rId6"/>
    <p:sldId id="444" r:id="rId7"/>
    <p:sldId id="385" r:id="rId8"/>
    <p:sldId id="376" r:id="rId9"/>
    <p:sldId id="415" r:id="rId10"/>
    <p:sldId id="416" r:id="rId11"/>
    <p:sldId id="418" r:id="rId12"/>
    <p:sldId id="419" r:id="rId13"/>
    <p:sldId id="461" r:id="rId14"/>
    <p:sldId id="505" r:id="rId15"/>
    <p:sldId id="470" r:id="rId16"/>
    <p:sldId id="506" r:id="rId17"/>
    <p:sldId id="507" r:id="rId18"/>
    <p:sldId id="471" r:id="rId19"/>
    <p:sldId id="492" r:id="rId20"/>
    <p:sldId id="508" r:id="rId21"/>
    <p:sldId id="476" r:id="rId22"/>
    <p:sldId id="496" r:id="rId23"/>
    <p:sldId id="509" r:id="rId24"/>
    <p:sldId id="390" r:id="rId25"/>
    <p:sldId id="477" r:id="rId26"/>
    <p:sldId id="479" r:id="rId27"/>
    <p:sldId id="510" r:id="rId28"/>
    <p:sldId id="480" r:id="rId29"/>
    <p:sldId id="481" r:id="rId30"/>
    <p:sldId id="511" r:id="rId31"/>
    <p:sldId id="501" r:id="rId32"/>
    <p:sldId id="512" r:id="rId33"/>
    <p:sldId id="417" r:id="rId34"/>
    <p:sldId id="446" r:id="rId35"/>
    <p:sldId id="454" r:id="rId36"/>
    <p:sldId id="448" r:id="rId37"/>
    <p:sldId id="449" r:id="rId38"/>
    <p:sldId id="451" r:id="rId39"/>
    <p:sldId id="452" r:id="rId40"/>
    <p:sldId id="377" r:id="rId41"/>
    <p:sldId id="409" r:id="rId42"/>
    <p:sldId id="457" r:id="rId43"/>
    <p:sldId id="340" r:id="rId44"/>
    <p:sldId id="428" r:id="rId45"/>
    <p:sldId id="513" r:id="rId46"/>
    <p:sldId id="429" r:id="rId47"/>
    <p:sldId id="439" r:id="rId48"/>
    <p:sldId id="460" r:id="rId49"/>
    <p:sldId id="344" r:id="rId50"/>
    <p:sldId id="350" r:id="rId51"/>
    <p:sldId id="339" r:id="rId52"/>
    <p:sldId id="347" r:id="rId53"/>
    <p:sldId id="348" r:id="rId54"/>
    <p:sldId id="353" r:id="rId55"/>
    <p:sldId id="354" r:id="rId56"/>
    <p:sldId id="355" r:id="rId57"/>
    <p:sldId id="351" r:id="rId58"/>
    <p:sldId id="352" r:id="rId59"/>
    <p:sldId id="437" r:id="rId60"/>
    <p:sldId id="349" r:id="rId61"/>
    <p:sldId id="356" r:id="rId62"/>
    <p:sldId id="324" r:id="rId63"/>
  </p:sldIdLst>
  <p:sldSz cx="9906000" cy="6858000" type="A4"/>
  <p:notesSz cx="6797675" cy="9926638"/>
  <p:defaultTextStyle>
    <a:defPPr>
      <a:defRPr lang="en-GB"/>
    </a:defPPr>
    <a:lvl1pPr algn="l" rtl="0" fontAlgn="base">
      <a:spcBef>
        <a:spcPct val="0"/>
      </a:spcBef>
      <a:spcAft>
        <a:spcPct val="0"/>
      </a:spcAft>
      <a:defRPr sz="3600" kern="1200">
        <a:solidFill>
          <a:schemeClr val="tx1"/>
        </a:solidFill>
        <a:latin typeface="Arial" panose="020B0604020202020204" pitchFamily="34" charset="0"/>
        <a:ea typeface="MS PGothic" panose="020B0600070205080204" pitchFamily="34" charset="-128"/>
        <a:cs typeface="+mn-cs"/>
      </a:defRPr>
    </a:lvl1pPr>
    <a:lvl2pPr marL="457200" algn="l" rtl="0" fontAlgn="base">
      <a:spcBef>
        <a:spcPct val="0"/>
      </a:spcBef>
      <a:spcAft>
        <a:spcPct val="0"/>
      </a:spcAft>
      <a:defRPr sz="3600"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sz="3600"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sz="3600"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sz="36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36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36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36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3600" kern="1200">
        <a:solidFill>
          <a:schemeClr val="tx1"/>
        </a:solidFill>
        <a:latin typeface="Arial" panose="020B0604020202020204" pitchFamily="34" charset="0"/>
        <a:ea typeface="MS PGothic" panose="020B0600070205080204" pitchFamily="34" charset="-128"/>
        <a:cs typeface="+mn-cs"/>
      </a:defRPr>
    </a:lvl9pPr>
  </p:defaultTextStyle>
  <p:extLst>
    <p:ext uri="{521415D9-36F7-43E2-AB2F-B90AF26B5E84}">
      <p14:sectionLst xmlns:p14="http://schemas.microsoft.com/office/powerpoint/2010/main">
        <p14:section name="Default Section" id="{1AFB5AD8-7091-4EEC-BB65-327A5AFEF87F}">
          <p14:sldIdLst>
            <p14:sldId id="292"/>
            <p14:sldId id="257"/>
            <p14:sldId id="420"/>
            <p14:sldId id="445"/>
            <p14:sldId id="444"/>
            <p14:sldId id="385"/>
            <p14:sldId id="376"/>
            <p14:sldId id="415"/>
            <p14:sldId id="416"/>
            <p14:sldId id="418"/>
            <p14:sldId id="419"/>
            <p14:sldId id="461"/>
            <p14:sldId id="505"/>
            <p14:sldId id="470"/>
            <p14:sldId id="506"/>
            <p14:sldId id="507"/>
            <p14:sldId id="471"/>
            <p14:sldId id="492"/>
            <p14:sldId id="508"/>
            <p14:sldId id="476"/>
            <p14:sldId id="496"/>
            <p14:sldId id="509"/>
            <p14:sldId id="390"/>
            <p14:sldId id="477"/>
            <p14:sldId id="479"/>
            <p14:sldId id="510"/>
            <p14:sldId id="480"/>
            <p14:sldId id="481"/>
            <p14:sldId id="511"/>
            <p14:sldId id="501"/>
            <p14:sldId id="512"/>
            <p14:sldId id="417"/>
            <p14:sldId id="446"/>
            <p14:sldId id="454"/>
            <p14:sldId id="448"/>
            <p14:sldId id="449"/>
            <p14:sldId id="451"/>
            <p14:sldId id="452"/>
            <p14:sldId id="377"/>
            <p14:sldId id="409"/>
            <p14:sldId id="457"/>
            <p14:sldId id="340"/>
            <p14:sldId id="428"/>
            <p14:sldId id="513"/>
            <p14:sldId id="429"/>
            <p14:sldId id="439"/>
            <p14:sldId id="460"/>
            <p14:sldId id="344"/>
            <p14:sldId id="350"/>
            <p14:sldId id="339"/>
            <p14:sldId id="347"/>
            <p14:sldId id="348"/>
            <p14:sldId id="353"/>
            <p14:sldId id="354"/>
            <p14:sldId id="355"/>
            <p14:sldId id="351"/>
            <p14:sldId id="352"/>
            <p14:sldId id="437"/>
            <p14:sldId id="349"/>
            <p14:sldId id="356"/>
            <p14:sldId id="324"/>
          </p14:sldIdLst>
        </p14:section>
        <p14:section name="Untitled Section" id="{030C930D-F9FE-4F5C-A288-71694BAB871E}">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guide id="3" orient="horz" pos="622">
          <p15:clr>
            <a:srgbClr val="A4A3A4"/>
          </p15:clr>
        </p15:guide>
        <p15:guide id="4" pos="13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993366"/>
    <a:srgbClr val="3366FF"/>
    <a:srgbClr val="2D2D87"/>
    <a:srgbClr val="CC0066"/>
    <a:srgbClr val="6699FF"/>
    <a:srgbClr val="4D4D4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91" autoAdjust="0"/>
    <p:restoredTop sz="76572" autoAdjust="0"/>
  </p:normalViewPr>
  <p:slideViewPr>
    <p:cSldViewPr snapToGrid="0">
      <p:cViewPr>
        <p:scale>
          <a:sx n="72" d="100"/>
          <a:sy n="72" d="100"/>
        </p:scale>
        <p:origin x="840" y="-828"/>
      </p:cViewPr>
      <p:guideLst>
        <p:guide orient="horz" pos="2160"/>
        <p:guide pos="3120"/>
        <p:guide orient="horz" pos="622"/>
        <p:guide pos="132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08"/>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605790-4E2B-4DD1-A5B7-F01983146117}" type="doc">
      <dgm:prSet loTypeId="urn:microsoft.com/office/officeart/2005/8/layout/pyramid1" loCatId="pyramid" qsTypeId="urn:microsoft.com/office/officeart/2005/8/quickstyle/simple1" qsCatId="simple" csTypeId="urn:microsoft.com/office/officeart/2005/8/colors/accent1_2" csCatId="accent1" phldr="1"/>
      <dgm:spPr/>
    </dgm:pt>
    <dgm:pt modelId="{414B2E66-FBA0-47C7-9CF1-967C98DDE1D4}">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Function</a:t>
          </a:r>
        </a:p>
      </dgm:t>
    </dgm:pt>
    <dgm:pt modelId="{037E6F7D-28BA-4630-B78C-D83D5592F656}" type="parTrans" cxnId="{36DF42D9-1FD2-41E8-9944-29657AE55B99}">
      <dgm:prSet/>
      <dgm:spPr/>
      <dgm:t>
        <a:bodyPr/>
        <a:lstStyle/>
        <a:p>
          <a:endParaRPr lang="en-GB"/>
        </a:p>
      </dgm:t>
    </dgm:pt>
    <dgm:pt modelId="{55B7D36F-6480-4DEF-A056-A2F6D70E5EAD}" type="sibTrans" cxnId="{36DF42D9-1FD2-41E8-9944-29657AE55B99}">
      <dgm:prSet/>
      <dgm:spPr/>
      <dgm:t>
        <a:bodyPr/>
        <a:lstStyle/>
        <a:p>
          <a:endParaRPr lang="en-GB"/>
        </a:p>
      </dgm:t>
    </dgm:pt>
    <dgm:pt modelId="{4A9AB868-F11F-4CB8-BEBF-5ED76CEDF7A0}">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Praxis</a:t>
          </a:r>
        </a:p>
      </dgm:t>
    </dgm:pt>
    <dgm:pt modelId="{ECFFF2B2-E2D6-4076-9C17-5789DEA2D316}" type="parTrans" cxnId="{0467588A-5778-45F0-A7E2-5DA7ADCDA64B}">
      <dgm:prSet/>
      <dgm:spPr/>
      <dgm:t>
        <a:bodyPr/>
        <a:lstStyle/>
        <a:p>
          <a:endParaRPr lang="en-GB"/>
        </a:p>
      </dgm:t>
    </dgm:pt>
    <dgm:pt modelId="{DE3B1F9A-8594-4452-A8BB-93CFA96956BF}" type="sibTrans" cxnId="{0467588A-5778-45F0-A7E2-5DA7ADCDA64B}">
      <dgm:prSet/>
      <dgm:spPr/>
      <dgm:t>
        <a:bodyPr/>
        <a:lstStyle/>
        <a:p>
          <a:endParaRPr lang="en-GB"/>
        </a:p>
      </dgm:t>
    </dgm:pt>
    <dgm:pt modelId="{157F8B8E-2229-42FF-8D7A-41AAB0B7C521}">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Memory</a:t>
          </a:r>
        </a:p>
      </dgm:t>
    </dgm:pt>
    <dgm:pt modelId="{AF7F0719-DA9F-47D1-93AC-0D8EB35B50AA}" type="parTrans" cxnId="{49A3F16C-E673-452B-BF3F-F778725999E5}">
      <dgm:prSet/>
      <dgm:spPr/>
      <dgm:t>
        <a:bodyPr/>
        <a:lstStyle/>
        <a:p>
          <a:endParaRPr lang="en-GB"/>
        </a:p>
      </dgm:t>
    </dgm:pt>
    <dgm:pt modelId="{AC43729E-E9CE-4998-83F7-2448EC80586B}" type="sibTrans" cxnId="{49A3F16C-E673-452B-BF3F-F778725999E5}">
      <dgm:prSet/>
      <dgm:spPr/>
      <dgm:t>
        <a:bodyPr/>
        <a:lstStyle/>
        <a:p>
          <a:endParaRPr lang="en-GB"/>
        </a:p>
      </dgm:t>
    </dgm:pt>
    <dgm:pt modelId="{BC7AAFA2-F98F-47B7-9DBB-2ED9746CCD7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Visual/spatial perception</a:t>
          </a:r>
        </a:p>
      </dgm:t>
    </dgm:pt>
    <dgm:pt modelId="{3393ACCB-B4E3-4D0F-BB38-1EA5EA816809}" type="parTrans" cxnId="{33DC2F48-992E-4B5D-B244-F964544B1F7C}">
      <dgm:prSet/>
      <dgm:spPr/>
      <dgm:t>
        <a:bodyPr/>
        <a:lstStyle/>
        <a:p>
          <a:endParaRPr lang="en-GB"/>
        </a:p>
      </dgm:t>
    </dgm:pt>
    <dgm:pt modelId="{911D8E7F-61BB-456E-983E-7EC512AE8C6E}" type="sibTrans" cxnId="{33DC2F48-992E-4B5D-B244-F964544B1F7C}">
      <dgm:prSet/>
      <dgm:spPr/>
      <dgm:t>
        <a:bodyPr/>
        <a:lstStyle/>
        <a:p>
          <a:endParaRPr lang="en-GB"/>
        </a:p>
      </dgm:t>
    </dgm:pt>
    <dgm:pt modelId="{C403FD6A-E304-4990-BBFC-975D58D049B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Attention</a:t>
          </a:r>
        </a:p>
      </dgm:t>
    </dgm:pt>
    <dgm:pt modelId="{2804BCC4-2B08-4EF1-BD62-CFE2C365FAB2}" type="parTrans" cxnId="{4B504072-80CD-43EC-B343-384C1CBE2B82}">
      <dgm:prSet/>
      <dgm:spPr/>
      <dgm:t>
        <a:bodyPr/>
        <a:lstStyle/>
        <a:p>
          <a:endParaRPr lang="en-GB"/>
        </a:p>
      </dgm:t>
    </dgm:pt>
    <dgm:pt modelId="{CE6B6D9A-FECE-496A-9A50-0DFE7FAA763A}" type="sibTrans" cxnId="{4B504072-80CD-43EC-B343-384C1CBE2B82}">
      <dgm:prSet/>
      <dgm:spPr/>
      <dgm:t>
        <a:bodyPr/>
        <a:lstStyle/>
        <a:p>
          <a:endParaRPr lang="en-GB"/>
        </a:p>
      </dgm:t>
    </dgm:pt>
    <dgm:pt modelId="{C8B1DBC7-B6EB-469E-9590-C3987CB97D6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Sensory Registration</a:t>
          </a:r>
        </a:p>
      </dgm:t>
    </dgm:pt>
    <dgm:pt modelId="{6C796529-51D3-4A48-B82A-F037366E7C9E}" type="parTrans" cxnId="{5CC9F6C4-8BBA-43A7-AD22-48E06E1086FF}">
      <dgm:prSet/>
      <dgm:spPr/>
      <dgm:t>
        <a:bodyPr/>
        <a:lstStyle/>
        <a:p>
          <a:endParaRPr lang="en-GB"/>
        </a:p>
      </dgm:t>
    </dgm:pt>
    <dgm:pt modelId="{4F5A1E95-2041-4750-ACFC-C393B40EB611}" type="sibTrans" cxnId="{5CC9F6C4-8BBA-43A7-AD22-48E06E1086FF}">
      <dgm:prSet/>
      <dgm:spPr/>
      <dgm:t>
        <a:bodyPr/>
        <a:lstStyle/>
        <a:p>
          <a:endParaRPr lang="en-GB"/>
        </a:p>
      </dgm:t>
    </dgm:pt>
    <dgm:pt modelId="{E0EF2D14-62C6-4271-96C5-EB18C438151F}">
      <dgm:prSet/>
      <dgm:spPr>
        <a:solidFill>
          <a:schemeClr val="tx2">
            <a:lumMod val="40000"/>
            <a:lumOff val="60000"/>
          </a:schemeClr>
        </a:solidFill>
      </dgm:spPr>
      <dgm:t>
        <a:bodyPr/>
        <a:lstStyle/>
        <a:p>
          <a:r>
            <a:rPr lang="en-GB" b="1" dirty="0">
              <a:latin typeface="Arial" panose="020B0604020202020204" pitchFamily="34" charset="0"/>
              <a:cs typeface="Arial" panose="020B0604020202020204" pitchFamily="34" charset="0"/>
            </a:rPr>
            <a:t>Object recognition</a:t>
          </a:r>
        </a:p>
      </dgm:t>
    </dgm:pt>
    <dgm:pt modelId="{55C8A5D4-1A9F-4E6C-9EA2-6CC33A8E8F66}" type="parTrans" cxnId="{269BEDE0-4A13-4FF1-AF22-A35F5C6B18D8}">
      <dgm:prSet/>
      <dgm:spPr/>
      <dgm:t>
        <a:bodyPr/>
        <a:lstStyle/>
        <a:p>
          <a:endParaRPr lang="en-GB"/>
        </a:p>
      </dgm:t>
    </dgm:pt>
    <dgm:pt modelId="{1603DA05-47C4-4E5E-B5EE-EFF64408C642}" type="sibTrans" cxnId="{269BEDE0-4A13-4FF1-AF22-A35F5C6B18D8}">
      <dgm:prSet/>
      <dgm:spPr/>
      <dgm:t>
        <a:bodyPr/>
        <a:lstStyle/>
        <a:p>
          <a:endParaRPr lang="en-GB"/>
        </a:p>
      </dgm:t>
    </dgm:pt>
    <dgm:pt modelId="{5FC02A65-74FC-4306-A7BA-76528E990F7B}" type="pres">
      <dgm:prSet presAssocID="{EC605790-4E2B-4DD1-A5B7-F01983146117}" presName="Name0" presStyleCnt="0">
        <dgm:presLayoutVars>
          <dgm:dir/>
          <dgm:animLvl val="lvl"/>
          <dgm:resizeHandles val="exact"/>
        </dgm:presLayoutVars>
      </dgm:prSet>
      <dgm:spPr/>
    </dgm:pt>
    <dgm:pt modelId="{3C3DA3AB-7A63-4704-B4F3-54A66035CCAF}" type="pres">
      <dgm:prSet presAssocID="{414B2E66-FBA0-47C7-9CF1-967C98DDE1D4}" presName="Name8" presStyleCnt="0"/>
      <dgm:spPr/>
    </dgm:pt>
    <dgm:pt modelId="{7F65F3E1-2B46-40A0-9536-1A581E5CA00D}" type="pres">
      <dgm:prSet presAssocID="{414B2E66-FBA0-47C7-9CF1-967C98DDE1D4}" presName="level" presStyleLbl="node1" presStyleIdx="0" presStyleCnt="7">
        <dgm:presLayoutVars>
          <dgm:chMax val="1"/>
          <dgm:bulletEnabled val="1"/>
        </dgm:presLayoutVars>
      </dgm:prSet>
      <dgm:spPr/>
    </dgm:pt>
    <dgm:pt modelId="{1FC6927E-BC34-4B71-A4EB-F92C6FC00C07}" type="pres">
      <dgm:prSet presAssocID="{414B2E66-FBA0-47C7-9CF1-967C98DDE1D4}" presName="levelTx" presStyleLbl="revTx" presStyleIdx="0" presStyleCnt="0">
        <dgm:presLayoutVars>
          <dgm:chMax val="1"/>
          <dgm:bulletEnabled val="1"/>
        </dgm:presLayoutVars>
      </dgm:prSet>
      <dgm:spPr/>
    </dgm:pt>
    <dgm:pt modelId="{4AA977EF-4A4B-45E6-9E6B-2630702E3CAC}" type="pres">
      <dgm:prSet presAssocID="{4A9AB868-F11F-4CB8-BEBF-5ED76CEDF7A0}" presName="Name8" presStyleCnt="0"/>
      <dgm:spPr/>
    </dgm:pt>
    <dgm:pt modelId="{9C54B7F6-685B-4F47-929A-D28B8AFC99EC}" type="pres">
      <dgm:prSet presAssocID="{4A9AB868-F11F-4CB8-BEBF-5ED76CEDF7A0}" presName="level" presStyleLbl="node1" presStyleIdx="1" presStyleCnt="7">
        <dgm:presLayoutVars>
          <dgm:chMax val="1"/>
          <dgm:bulletEnabled val="1"/>
        </dgm:presLayoutVars>
      </dgm:prSet>
      <dgm:spPr/>
    </dgm:pt>
    <dgm:pt modelId="{21184A3B-29EC-4646-9696-B6702084B1C8}" type="pres">
      <dgm:prSet presAssocID="{4A9AB868-F11F-4CB8-BEBF-5ED76CEDF7A0}" presName="levelTx" presStyleLbl="revTx" presStyleIdx="0" presStyleCnt="0">
        <dgm:presLayoutVars>
          <dgm:chMax val="1"/>
          <dgm:bulletEnabled val="1"/>
        </dgm:presLayoutVars>
      </dgm:prSet>
      <dgm:spPr/>
    </dgm:pt>
    <dgm:pt modelId="{24959762-2439-45AB-93C8-B651AEAA4D58}" type="pres">
      <dgm:prSet presAssocID="{157F8B8E-2229-42FF-8D7A-41AAB0B7C521}" presName="Name8" presStyleCnt="0"/>
      <dgm:spPr/>
    </dgm:pt>
    <dgm:pt modelId="{5DD74F72-A01B-4AF4-84AE-84E40E9C9A33}" type="pres">
      <dgm:prSet presAssocID="{157F8B8E-2229-42FF-8D7A-41AAB0B7C521}" presName="level" presStyleLbl="node1" presStyleIdx="2" presStyleCnt="7">
        <dgm:presLayoutVars>
          <dgm:chMax val="1"/>
          <dgm:bulletEnabled val="1"/>
        </dgm:presLayoutVars>
      </dgm:prSet>
      <dgm:spPr/>
    </dgm:pt>
    <dgm:pt modelId="{B6483D1A-64BD-4180-91F5-232DA5DBC08F}" type="pres">
      <dgm:prSet presAssocID="{157F8B8E-2229-42FF-8D7A-41AAB0B7C521}" presName="levelTx" presStyleLbl="revTx" presStyleIdx="0" presStyleCnt="0">
        <dgm:presLayoutVars>
          <dgm:chMax val="1"/>
          <dgm:bulletEnabled val="1"/>
        </dgm:presLayoutVars>
      </dgm:prSet>
      <dgm:spPr/>
    </dgm:pt>
    <dgm:pt modelId="{717ECD6A-766E-4FD5-A24D-1AC87C050073}" type="pres">
      <dgm:prSet presAssocID="{E0EF2D14-62C6-4271-96C5-EB18C438151F}" presName="Name8" presStyleCnt="0"/>
      <dgm:spPr/>
    </dgm:pt>
    <dgm:pt modelId="{DCF56EDC-6D69-411E-8276-BA2AC3E48CD8}" type="pres">
      <dgm:prSet presAssocID="{E0EF2D14-62C6-4271-96C5-EB18C438151F}" presName="level" presStyleLbl="node1" presStyleIdx="3" presStyleCnt="7">
        <dgm:presLayoutVars>
          <dgm:chMax val="1"/>
          <dgm:bulletEnabled val="1"/>
        </dgm:presLayoutVars>
      </dgm:prSet>
      <dgm:spPr/>
    </dgm:pt>
    <dgm:pt modelId="{E6CFD25A-C0BA-475F-9160-F1AD17FEC72B}" type="pres">
      <dgm:prSet presAssocID="{E0EF2D14-62C6-4271-96C5-EB18C438151F}" presName="levelTx" presStyleLbl="revTx" presStyleIdx="0" presStyleCnt="0">
        <dgm:presLayoutVars>
          <dgm:chMax val="1"/>
          <dgm:bulletEnabled val="1"/>
        </dgm:presLayoutVars>
      </dgm:prSet>
      <dgm:spPr/>
    </dgm:pt>
    <dgm:pt modelId="{5E9DFE45-CA4D-4646-B7BC-F0987150ABF6}" type="pres">
      <dgm:prSet presAssocID="{BC7AAFA2-F98F-47B7-9DBB-2ED9746CCD79}" presName="Name8" presStyleCnt="0"/>
      <dgm:spPr/>
    </dgm:pt>
    <dgm:pt modelId="{F0F9FA52-341D-4850-8FB1-B875FF25731B}" type="pres">
      <dgm:prSet presAssocID="{BC7AAFA2-F98F-47B7-9DBB-2ED9746CCD79}" presName="level" presStyleLbl="node1" presStyleIdx="4" presStyleCnt="7">
        <dgm:presLayoutVars>
          <dgm:chMax val="1"/>
          <dgm:bulletEnabled val="1"/>
        </dgm:presLayoutVars>
      </dgm:prSet>
      <dgm:spPr/>
    </dgm:pt>
    <dgm:pt modelId="{07D07377-EAA3-431F-93AE-992D4195B3D4}" type="pres">
      <dgm:prSet presAssocID="{BC7AAFA2-F98F-47B7-9DBB-2ED9746CCD79}" presName="levelTx" presStyleLbl="revTx" presStyleIdx="0" presStyleCnt="0">
        <dgm:presLayoutVars>
          <dgm:chMax val="1"/>
          <dgm:bulletEnabled val="1"/>
        </dgm:presLayoutVars>
      </dgm:prSet>
      <dgm:spPr/>
    </dgm:pt>
    <dgm:pt modelId="{55D9BA4E-FC27-401C-AFF3-63D463953556}" type="pres">
      <dgm:prSet presAssocID="{C403FD6A-E304-4990-BBFC-975D58D049B9}" presName="Name8" presStyleCnt="0"/>
      <dgm:spPr/>
    </dgm:pt>
    <dgm:pt modelId="{4FFBCB2E-F7EA-42D9-8E93-4541AA5167C8}" type="pres">
      <dgm:prSet presAssocID="{C403FD6A-E304-4990-BBFC-975D58D049B9}" presName="level" presStyleLbl="node1" presStyleIdx="5" presStyleCnt="7">
        <dgm:presLayoutVars>
          <dgm:chMax val="1"/>
          <dgm:bulletEnabled val="1"/>
        </dgm:presLayoutVars>
      </dgm:prSet>
      <dgm:spPr/>
    </dgm:pt>
    <dgm:pt modelId="{4122939E-E11A-4291-ACCE-5CBA04707855}" type="pres">
      <dgm:prSet presAssocID="{C403FD6A-E304-4990-BBFC-975D58D049B9}" presName="levelTx" presStyleLbl="revTx" presStyleIdx="0" presStyleCnt="0">
        <dgm:presLayoutVars>
          <dgm:chMax val="1"/>
          <dgm:bulletEnabled val="1"/>
        </dgm:presLayoutVars>
      </dgm:prSet>
      <dgm:spPr/>
    </dgm:pt>
    <dgm:pt modelId="{FAB2B1CC-D3DE-4257-A58F-7DBD36AB83F4}" type="pres">
      <dgm:prSet presAssocID="{C8B1DBC7-B6EB-469E-9590-C3987CB97D69}" presName="Name8" presStyleCnt="0"/>
      <dgm:spPr/>
    </dgm:pt>
    <dgm:pt modelId="{FAF0455A-A921-4BD1-8B07-5C109C18F0F7}" type="pres">
      <dgm:prSet presAssocID="{C8B1DBC7-B6EB-469E-9590-C3987CB97D69}" presName="level" presStyleLbl="node1" presStyleIdx="6" presStyleCnt="7">
        <dgm:presLayoutVars>
          <dgm:chMax val="1"/>
          <dgm:bulletEnabled val="1"/>
        </dgm:presLayoutVars>
      </dgm:prSet>
      <dgm:spPr/>
    </dgm:pt>
    <dgm:pt modelId="{7A1340A4-0934-42A5-8102-D17BD23286C2}" type="pres">
      <dgm:prSet presAssocID="{C8B1DBC7-B6EB-469E-9590-C3987CB97D69}" presName="levelTx" presStyleLbl="revTx" presStyleIdx="0" presStyleCnt="0">
        <dgm:presLayoutVars>
          <dgm:chMax val="1"/>
          <dgm:bulletEnabled val="1"/>
        </dgm:presLayoutVars>
      </dgm:prSet>
      <dgm:spPr/>
    </dgm:pt>
  </dgm:ptLst>
  <dgm:cxnLst>
    <dgm:cxn modelId="{FF3ECD00-ED07-4BFE-869D-4902EC654B2F}" type="presOf" srcId="{E0EF2D14-62C6-4271-96C5-EB18C438151F}" destId="{DCF56EDC-6D69-411E-8276-BA2AC3E48CD8}" srcOrd="0" destOrd="0" presId="urn:microsoft.com/office/officeart/2005/8/layout/pyramid1"/>
    <dgm:cxn modelId="{7AF2970C-3FAC-4BCE-BE5F-5730DCFFB055}" type="presOf" srcId="{414B2E66-FBA0-47C7-9CF1-967C98DDE1D4}" destId="{1FC6927E-BC34-4B71-A4EB-F92C6FC00C07}" srcOrd="1" destOrd="0" presId="urn:microsoft.com/office/officeart/2005/8/layout/pyramid1"/>
    <dgm:cxn modelId="{14065D12-2325-426D-883D-420363DDE422}" type="presOf" srcId="{C403FD6A-E304-4990-BBFC-975D58D049B9}" destId="{4122939E-E11A-4291-ACCE-5CBA04707855}" srcOrd="1" destOrd="0" presId="urn:microsoft.com/office/officeart/2005/8/layout/pyramid1"/>
    <dgm:cxn modelId="{6ACA6214-81E9-425D-A3AD-7C8E3BA5C671}" type="presOf" srcId="{414B2E66-FBA0-47C7-9CF1-967C98DDE1D4}" destId="{7F65F3E1-2B46-40A0-9536-1A581E5CA00D}" srcOrd="0" destOrd="0" presId="urn:microsoft.com/office/officeart/2005/8/layout/pyramid1"/>
    <dgm:cxn modelId="{C174C71B-45DF-4AF8-A4C9-0EF1D7EA2DC8}" type="presOf" srcId="{C8B1DBC7-B6EB-469E-9590-C3987CB97D69}" destId="{7A1340A4-0934-42A5-8102-D17BD23286C2}" srcOrd="1" destOrd="0" presId="urn:microsoft.com/office/officeart/2005/8/layout/pyramid1"/>
    <dgm:cxn modelId="{170B511D-F305-45F2-A7D2-E371CDA91F0F}" type="presOf" srcId="{4A9AB868-F11F-4CB8-BEBF-5ED76CEDF7A0}" destId="{9C54B7F6-685B-4F47-929A-D28B8AFC99EC}" srcOrd="0" destOrd="0" presId="urn:microsoft.com/office/officeart/2005/8/layout/pyramid1"/>
    <dgm:cxn modelId="{FC97B763-993D-4ADE-9DDD-0727EC4A48A2}" type="presOf" srcId="{4A9AB868-F11F-4CB8-BEBF-5ED76CEDF7A0}" destId="{21184A3B-29EC-4646-9696-B6702084B1C8}" srcOrd="1" destOrd="0" presId="urn:microsoft.com/office/officeart/2005/8/layout/pyramid1"/>
    <dgm:cxn modelId="{33DC2F48-992E-4B5D-B244-F964544B1F7C}" srcId="{EC605790-4E2B-4DD1-A5B7-F01983146117}" destId="{BC7AAFA2-F98F-47B7-9DBB-2ED9746CCD79}" srcOrd="4" destOrd="0" parTransId="{3393ACCB-B4E3-4D0F-BB38-1EA5EA816809}" sibTransId="{911D8E7F-61BB-456E-983E-7EC512AE8C6E}"/>
    <dgm:cxn modelId="{600D4C6B-28E6-4606-80E8-7FAB54E13CB6}" type="presOf" srcId="{BC7AAFA2-F98F-47B7-9DBB-2ED9746CCD79}" destId="{07D07377-EAA3-431F-93AE-992D4195B3D4}" srcOrd="1" destOrd="0" presId="urn:microsoft.com/office/officeart/2005/8/layout/pyramid1"/>
    <dgm:cxn modelId="{49A3F16C-E673-452B-BF3F-F778725999E5}" srcId="{EC605790-4E2B-4DD1-A5B7-F01983146117}" destId="{157F8B8E-2229-42FF-8D7A-41AAB0B7C521}" srcOrd="2" destOrd="0" parTransId="{AF7F0719-DA9F-47D1-93AC-0D8EB35B50AA}" sibTransId="{AC43729E-E9CE-4998-83F7-2448EC80586B}"/>
    <dgm:cxn modelId="{4B504072-80CD-43EC-B343-384C1CBE2B82}" srcId="{EC605790-4E2B-4DD1-A5B7-F01983146117}" destId="{C403FD6A-E304-4990-BBFC-975D58D049B9}" srcOrd="5" destOrd="0" parTransId="{2804BCC4-2B08-4EF1-BD62-CFE2C365FAB2}" sibTransId="{CE6B6D9A-FECE-496A-9A50-0DFE7FAA763A}"/>
    <dgm:cxn modelId="{64FA8B56-EFE6-401F-8773-129FA9E5368A}" type="presOf" srcId="{E0EF2D14-62C6-4271-96C5-EB18C438151F}" destId="{E6CFD25A-C0BA-475F-9160-F1AD17FEC72B}" srcOrd="1" destOrd="0" presId="urn:microsoft.com/office/officeart/2005/8/layout/pyramid1"/>
    <dgm:cxn modelId="{0467588A-5778-45F0-A7E2-5DA7ADCDA64B}" srcId="{EC605790-4E2B-4DD1-A5B7-F01983146117}" destId="{4A9AB868-F11F-4CB8-BEBF-5ED76CEDF7A0}" srcOrd="1" destOrd="0" parTransId="{ECFFF2B2-E2D6-4076-9C17-5789DEA2D316}" sibTransId="{DE3B1F9A-8594-4452-A8BB-93CFA96956BF}"/>
    <dgm:cxn modelId="{A562EE93-D711-493D-968C-15505163087E}" type="presOf" srcId="{157F8B8E-2229-42FF-8D7A-41AAB0B7C521}" destId="{5DD74F72-A01B-4AF4-84AE-84E40E9C9A33}" srcOrd="0" destOrd="0" presId="urn:microsoft.com/office/officeart/2005/8/layout/pyramid1"/>
    <dgm:cxn modelId="{2B0D159E-A54B-4B67-AE3B-498754E2F9AA}" type="presOf" srcId="{C8B1DBC7-B6EB-469E-9590-C3987CB97D69}" destId="{FAF0455A-A921-4BD1-8B07-5C109C18F0F7}" srcOrd="0" destOrd="0" presId="urn:microsoft.com/office/officeart/2005/8/layout/pyramid1"/>
    <dgm:cxn modelId="{427C35AB-1C33-49C2-AEB5-AA1862B67500}" type="presOf" srcId="{BC7AAFA2-F98F-47B7-9DBB-2ED9746CCD79}" destId="{F0F9FA52-341D-4850-8FB1-B875FF25731B}" srcOrd="0" destOrd="0" presId="urn:microsoft.com/office/officeart/2005/8/layout/pyramid1"/>
    <dgm:cxn modelId="{A2C490AB-063E-40A5-A9DA-9F582A225A1D}" type="presOf" srcId="{157F8B8E-2229-42FF-8D7A-41AAB0B7C521}" destId="{B6483D1A-64BD-4180-91F5-232DA5DBC08F}" srcOrd="1" destOrd="0" presId="urn:microsoft.com/office/officeart/2005/8/layout/pyramid1"/>
    <dgm:cxn modelId="{5CC9F6C4-8BBA-43A7-AD22-48E06E1086FF}" srcId="{EC605790-4E2B-4DD1-A5B7-F01983146117}" destId="{C8B1DBC7-B6EB-469E-9590-C3987CB97D69}" srcOrd="6" destOrd="0" parTransId="{6C796529-51D3-4A48-B82A-F037366E7C9E}" sibTransId="{4F5A1E95-2041-4750-ACFC-C393B40EB611}"/>
    <dgm:cxn modelId="{8FB23ED5-B964-4AB5-9ECD-D72B0CEFC5FB}" type="presOf" srcId="{C403FD6A-E304-4990-BBFC-975D58D049B9}" destId="{4FFBCB2E-F7EA-42D9-8E93-4541AA5167C8}" srcOrd="0" destOrd="0" presId="urn:microsoft.com/office/officeart/2005/8/layout/pyramid1"/>
    <dgm:cxn modelId="{36DF42D9-1FD2-41E8-9944-29657AE55B99}" srcId="{EC605790-4E2B-4DD1-A5B7-F01983146117}" destId="{414B2E66-FBA0-47C7-9CF1-967C98DDE1D4}" srcOrd="0" destOrd="0" parTransId="{037E6F7D-28BA-4630-B78C-D83D5592F656}" sibTransId="{55B7D36F-6480-4DEF-A056-A2F6D70E5EAD}"/>
    <dgm:cxn modelId="{269BEDE0-4A13-4FF1-AF22-A35F5C6B18D8}" srcId="{EC605790-4E2B-4DD1-A5B7-F01983146117}" destId="{E0EF2D14-62C6-4271-96C5-EB18C438151F}" srcOrd="3" destOrd="0" parTransId="{55C8A5D4-1A9F-4E6C-9EA2-6CC33A8E8F66}" sibTransId="{1603DA05-47C4-4E5E-B5EE-EFF64408C642}"/>
    <dgm:cxn modelId="{CF36C3E2-962B-4EFC-BF51-E3C271CC92EB}" type="presOf" srcId="{EC605790-4E2B-4DD1-A5B7-F01983146117}" destId="{5FC02A65-74FC-4306-A7BA-76528E990F7B}" srcOrd="0" destOrd="0" presId="urn:microsoft.com/office/officeart/2005/8/layout/pyramid1"/>
    <dgm:cxn modelId="{F9353A36-3F4C-46DB-A459-34005B9C0594}" type="presParOf" srcId="{5FC02A65-74FC-4306-A7BA-76528E990F7B}" destId="{3C3DA3AB-7A63-4704-B4F3-54A66035CCAF}" srcOrd="0" destOrd="0" presId="urn:microsoft.com/office/officeart/2005/8/layout/pyramid1"/>
    <dgm:cxn modelId="{7DA5868E-AD66-409D-BF14-B7009F7C2947}" type="presParOf" srcId="{3C3DA3AB-7A63-4704-B4F3-54A66035CCAF}" destId="{7F65F3E1-2B46-40A0-9536-1A581E5CA00D}" srcOrd="0" destOrd="0" presId="urn:microsoft.com/office/officeart/2005/8/layout/pyramid1"/>
    <dgm:cxn modelId="{88281A2B-566F-4973-A9B9-72254BF298A7}" type="presParOf" srcId="{3C3DA3AB-7A63-4704-B4F3-54A66035CCAF}" destId="{1FC6927E-BC34-4B71-A4EB-F92C6FC00C07}" srcOrd="1" destOrd="0" presId="urn:microsoft.com/office/officeart/2005/8/layout/pyramid1"/>
    <dgm:cxn modelId="{1610314E-7DF8-414E-80A1-690B11144308}" type="presParOf" srcId="{5FC02A65-74FC-4306-A7BA-76528E990F7B}" destId="{4AA977EF-4A4B-45E6-9E6B-2630702E3CAC}" srcOrd="1" destOrd="0" presId="urn:microsoft.com/office/officeart/2005/8/layout/pyramid1"/>
    <dgm:cxn modelId="{F0A8D93D-517E-4F04-A6EF-E493D81B2C78}" type="presParOf" srcId="{4AA977EF-4A4B-45E6-9E6B-2630702E3CAC}" destId="{9C54B7F6-685B-4F47-929A-D28B8AFC99EC}" srcOrd="0" destOrd="0" presId="urn:microsoft.com/office/officeart/2005/8/layout/pyramid1"/>
    <dgm:cxn modelId="{7D0A2655-D186-4226-B392-D4D9955AF51F}" type="presParOf" srcId="{4AA977EF-4A4B-45E6-9E6B-2630702E3CAC}" destId="{21184A3B-29EC-4646-9696-B6702084B1C8}" srcOrd="1" destOrd="0" presId="urn:microsoft.com/office/officeart/2005/8/layout/pyramid1"/>
    <dgm:cxn modelId="{FB228687-6A1D-4102-9D6D-EAE47730AD9F}" type="presParOf" srcId="{5FC02A65-74FC-4306-A7BA-76528E990F7B}" destId="{24959762-2439-45AB-93C8-B651AEAA4D58}" srcOrd="2" destOrd="0" presId="urn:microsoft.com/office/officeart/2005/8/layout/pyramid1"/>
    <dgm:cxn modelId="{6CAC70FF-9885-435B-9711-DA4BEC4516C8}" type="presParOf" srcId="{24959762-2439-45AB-93C8-B651AEAA4D58}" destId="{5DD74F72-A01B-4AF4-84AE-84E40E9C9A33}" srcOrd="0" destOrd="0" presId="urn:microsoft.com/office/officeart/2005/8/layout/pyramid1"/>
    <dgm:cxn modelId="{6E5FAC30-A049-405F-8938-B57BBB8EEF0C}" type="presParOf" srcId="{24959762-2439-45AB-93C8-B651AEAA4D58}" destId="{B6483D1A-64BD-4180-91F5-232DA5DBC08F}" srcOrd="1" destOrd="0" presId="urn:microsoft.com/office/officeart/2005/8/layout/pyramid1"/>
    <dgm:cxn modelId="{B6DA0C22-CAA7-4B65-B73D-3B59D60D66BA}" type="presParOf" srcId="{5FC02A65-74FC-4306-A7BA-76528E990F7B}" destId="{717ECD6A-766E-4FD5-A24D-1AC87C050073}" srcOrd="3" destOrd="0" presId="urn:microsoft.com/office/officeart/2005/8/layout/pyramid1"/>
    <dgm:cxn modelId="{1247FFA1-2DFF-4D6C-8298-BB95854B376B}" type="presParOf" srcId="{717ECD6A-766E-4FD5-A24D-1AC87C050073}" destId="{DCF56EDC-6D69-411E-8276-BA2AC3E48CD8}" srcOrd="0" destOrd="0" presId="urn:microsoft.com/office/officeart/2005/8/layout/pyramid1"/>
    <dgm:cxn modelId="{8D00347E-0F4E-4B0D-9FC9-D15AE43D5EF6}" type="presParOf" srcId="{717ECD6A-766E-4FD5-A24D-1AC87C050073}" destId="{E6CFD25A-C0BA-475F-9160-F1AD17FEC72B}" srcOrd="1" destOrd="0" presId="urn:microsoft.com/office/officeart/2005/8/layout/pyramid1"/>
    <dgm:cxn modelId="{0521F6A1-E916-43F8-A0CC-C233CDC2317D}" type="presParOf" srcId="{5FC02A65-74FC-4306-A7BA-76528E990F7B}" destId="{5E9DFE45-CA4D-4646-B7BC-F0987150ABF6}" srcOrd="4" destOrd="0" presId="urn:microsoft.com/office/officeart/2005/8/layout/pyramid1"/>
    <dgm:cxn modelId="{AB9A48B5-0880-416E-8E05-CA2B672AE13C}" type="presParOf" srcId="{5E9DFE45-CA4D-4646-B7BC-F0987150ABF6}" destId="{F0F9FA52-341D-4850-8FB1-B875FF25731B}" srcOrd="0" destOrd="0" presId="urn:microsoft.com/office/officeart/2005/8/layout/pyramid1"/>
    <dgm:cxn modelId="{93966933-BB3E-42B6-92F5-6A1F9967007E}" type="presParOf" srcId="{5E9DFE45-CA4D-4646-B7BC-F0987150ABF6}" destId="{07D07377-EAA3-431F-93AE-992D4195B3D4}" srcOrd="1" destOrd="0" presId="urn:microsoft.com/office/officeart/2005/8/layout/pyramid1"/>
    <dgm:cxn modelId="{5597AA25-85DD-47CC-8760-CDBEB78427CA}" type="presParOf" srcId="{5FC02A65-74FC-4306-A7BA-76528E990F7B}" destId="{55D9BA4E-FC27-401C-AFF3-63D463953556}" srcOrd="5" destOrd="0" presId="urn:microsoft.com/office/officeart/2005/8/layout/pyramid1"/>
    <dgm:cxn modelId="{1DEF7224-5ECD-4A0B-BEC9-5E33009677EC}" type="presParOf" srcId="{55D9BA4E-FC27-401C-AFF3-63D463953556}" destId="{4FFBCB2E-F7EA-42D9-8E93-4541AA5167C8}" srcOrd="0" destOrd="0" presId="urn:microsoft.com/office/officeart/2005/8/layout/pyramid1"/>
    <dgm:cxn modelId="{AC9ECBA7-53A2-4031-9AFA-FA5B45EAB210}" type="presParOf" srcId="{55D9BA4E-FC27-401C-AFF3-63D463953556}" destId="{4122939E-E11A-4291-ACCE-5CBA04707855}" srcOrd="1" destOrd="0" presId="urn:microsoft.com/office/officeart/2005/8/layout/pyramid1"/>
    <dgm:cxn modelId="{7FA1EF5E-3EC6-4DCA-8855-CE3DA2AE73B1}" type="presParOf" srcId="{5FC02A65-74FC-4306-A7BA-76528E990F7B}" destId="{FAB2B1CC-D3DE-4257-A58F-7DBD36AB83F4}" srcOrd="6" destOrd="0" presId="urn:microsoft.com/office/officeart/2005/8/layout/pyramid1"/>
    <dgm:cxn modelId="{04028088-F258-44F1-8E7A-6D9C9233D65C}" type="presParOf" srcId="{FAB2B1CC-D3DE-4257-A58F-7DBD36AB83F4}" destId="{FAF0455A-A921-4BD1-8B07-5C109C18F0F7}" srcOrd="0" destOrd="0" presId="urn:microsoft.com/office/officeart/2005/8/layout/pyramid1"/>
    <dgm:cxn modelId="{27353D18-C07B-423F-9E9B-0F80E91F1635}" type="presParOf" srcId="{FAB2B1CC-D3DE-4257-A58F-7DBD36AB83F4}" destId="{7A1340A4-0934-42A5-8102-D17BD23286C2}"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605790-4E2B-4DD1-A5B7-F01983146117}" type="doc">
      <dgm:prSet loTypeId="urn:microsoft.com/office/officeart/2005/8/layout/pyramid1" loCatId="pyramid" qsTypeId="urn:microsoft.com/office/officeart/2005/8/quickstyle/simple1" qsCatId="simple" csTypeId="urn:microsoft.com/office/officeart/2005/8/colors/accent1_2" csCatId="accent1" phldr="1"/>
      <dgm:spPr/>
    </dgm:pt>
    <dgm:pt modelId="{414B2E66-FBA0-47C7-9CF1-967C98DDE1D4}">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Function</a:t>
          </a:r>
        </a:p>
      </dgm:t>
    </dgm:pt>
    <dgm:pt modelId="{037E6F7D-28BA-4630-B78C-D83D5592F656}" type="parTrans" cxnId="{36DF42D9-1FD2-41E8-9944-29657AE55B99}">
      <dgm:prSet/>
      <dgm:spPr/>
      <dgm:t>
        <a:bodyPr/>
        <a:lstStyle/>
        <a:p>
          <a:endParaRPr lang="en-GB"/>
        </a:p>
      </dgm:t>
    </dgm:pt>
    <dgm:pt modelId="{55B7D36F-6480-4DEF-A056-A2F6D70E5EAD}" type="sibTrans" cxnId="{36DF42D9-1FD2-41E8-9944-29657AE55B99}">
      <dgm:prSet/>
      <dgm:spPr/>
      <dgm:t>
        <a:bodyPr/>
        <a:lstStyle/>
        <a:p>
          <a:endParaRPr lang="en-GB"/>
        </a:p>
      </dgm:t>
    </dgm:pt>
    <dgm:pt modelId="{4A9AB868-F11F-4CB8-BEBF-5ED76CEDF7A0}">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Praxis</a:t>
          </a:r>
        </a:p>
      </dgm:t>
    </dgm:pt>
    <dgm:pt modelId="{ECFFF2B2-E2D6-4076-9C17-5789DEA2D316}" type="parTrans" cxnId="{0467588A-5778-45F0-A7E2-5DA7ADCDA64B}">
      <dgm:prSet/>
      <dgm:spPr/>
      <dgm:t>
        <a:bodyPr/>
        <a:lstStyle/>
        <a:p>
          <a:endParaRPr lang="en-GB"/>
        </a:p>
      </dgm:t>
    </dgm:pt>
    <dgm:pt modelId="{DE3B1F9A-8594-4452-A8BB-93CFA96956BF}" type="sibTrans" cxnId="{0467588A-5778-45F0-A7E2-5DA7ADCDA64B}">
      <dgm:prSet/>
      <dgm:spPr/>
      <dgm:t>
        <a:bodyPr/>
        <a:lstStyle/>
        <a:p>
          <a:endParaRPr lang="en-GB"/>
        </a:p>
      </dgm:t>
    </dgm:pt>
    <dgm:pt modelId="{157F8B8E-2229-42FF-8D7A-41AAB0B7C521}">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Memory</a:t>
          </a:r>
        </a:p>
      </dgm:t>
    </dgm:pt>
    <dgm:pt modelId="{AF7F0719-DA9F-47D1-93AC-0D8EB35B50AA}" type="parTrans" cxnId="{49A3F16C-E673-452B-BF3F-F778725999E5}">
      <dgm:prSet/>
      <dgm:spPr/>
      <dgm:t>
        <a:bodyPr/>
        <a:lstStyle/>
        <a:p>
          <a:endParaRPr lang="en-GB"/>
        </a:p>
      </dgm:t>
    </dgm:pt>
    <dgm:pt modelId="{AC43729E-E9CE-4998-83F7-2448EC80586B}" type="sibTrans" cxnId="{49A3F16C-E673-452B-BF3F-F778725999E5}">
      <dgm:prSet/>
      <dgm:spPr/>
      <dgm:t>
        <a:bodyPr/>
        <a:lstStyle/>
        <a:p>
          <a:endParaRPr lang="en-GB"/>
        </a:p>
      </dgm:t>
    </dgm:pt>
    <dgm:pt modelId="{BC7AAFA2-F98F-47B7-9DBB-2ED9746CCD7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Visual/spatial perception</a:t>
          </a:r>
        </a:p>
      </dgm:t>
    </dgm:pt>
    <dgm:pt modelId="{3393ACCB-B4E3-4D0F-BB38-1EA5EA816809}" type="parTrans" cxnId="{33DC2F48-992E-4B5D-B244-F964544B1F7C}">
      <dgm:prSet/>
      <dgm:spPr/>
      <dgm:t>
        <a:bodyPr/>
        <a:lstStyle/>
        <a:p>
          <a:endParaRPr lang="en-GB"/>
        </a:p>
      </dgm:t>
    </dgm:pt>
    <dgm:pt modelId="{911D8E7F-61BB-456E-983E-7EC512AE8C6E}" type="sibTrans" cxnId="{33DC2F48-992E-4B5D-B244-F964544B1F7C}">
      <dgm:prSet/>
      <dgm:spPr/>
      <dgm:t>
        <a:bodyPr/>
        <a:lstStyle/>
        <a:p>
          <a:endParaRPr lang="en-GB"/>
        </a:p>
      </dgm:t>
    </dgm:pt>
    <dgm:pt modelId="{C403FD6A-E304-4990-BBFC-975D58D049B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Attention</a:t>
          </a:r>
        </a:p>
      </dgm:t>
    </dgm:pt>
    <dgm:pt modelId="{2804BCC4-2B08-4EF1-BD62-CFE2C365FAB2}" type="parTrans" cxnId="{4B504072-80CD-43EC-B343-384C1CBE2B82}">
      <dgm:prSet/>
      <dgm:spPr/>
      <dgm:t>
        <a:bodyPr/>
        <a:lstStyle/>
        <a:p>
          <a:endParaRPr lang="en-GB"/>
        </a:p>
      </dgm:t>
    </dgm:pt>
    <dgm:pt modelId="{CE6B6D9A-FECE-496A-9A50-0DFE7FAA763A}" type="sibTrans" cxnId="{4B504072-80CD-43EC-B343-384C1CBE2B82}">
      <dgm:prSet/>
      <dgm:spPr/>
      <dgm:t>
        <a:bodyPr/>
        <a:lstStyle/>
        <a:p>
          <a:endParaRPr lang="en-GB"/>
        </a:p>
      </dgm:t>
    </dgm:pt>
    <dgm:pt modelId="{C8B1DBC7-B6EB-469E-9590-C3987CB97D69}">
      <dgm:prSet/>
      <dgm:spPr>
        <a:solidFill>
          <a:srgbClr val="FF66CC"/>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Sensory Registration</a:t>
          </a:r>
        </a:p>
      </dgm:t>
    </dgm:pt>
    <dgm:pt modelId="{6C796529-51D3-4A48-B82A-F037366E7C9E}" type="parTrans" cxnId="{5CC9F6C4-8BBA-43A7-AD22-48E06E1086FF}">
      <dgm:prSet/>
      <dgm:spPr/>
      <dgm:t>
        <a:bodyPr/>
        <a:lstStyle/>
        <a:p>
          <a:endParaRPr lang="en-GB"/>
        </a:p>
      </dgm:t>
    </dgm:pt>
    <dgm:pt modelId="{4F5A1E95-2041-4750-ACFC-C393B40EB611}" type="sibTrans" cxnId="{5CC9F6C4-8BBA-43A7-AD22-48E06E1086FF}">
      <dgm:prSet/>
      <dgm:spPr/>
      <dgm:t>
        <a:bodyPr/>
        <a:lstStyle/>
        <a:p>
          <a:endParaRPr lang="en-GB"/>
        </a:p>
      </dgm:t>
    </dgm:pt>
    <dgm:pt modelId="{E0EF2D14-62C6-4271-96C5-EB18C438151F}">
      <dgm:prSet/>
      <dgm:spPr>
        <a:solidFill>
          <a:schemeClr val="tx2">
            <a:lumMod val="40000"/>
            <a:lumOff val="60000"/>
          </a:schemeClr>
        </a:solidFill>
      </dgm:spPr>
      <dgm:t>
        <a:bodyPr/>
        <a:lstStyle/>
        <a:p>
          <a:r>
            <a:rPr lang="en-GB" b="1" dirty="0">
              <a:latin typeface="Arial" panose="020B0604020202020204" pitchFamily="34" charset="0"/>
              <a:cs typeface="Arial" panose="020B0604020202020204" pitchFamily="34" charset="0"/>
            </a:rPr>
            <a:t>Object recognition</a:t>
          </a:r>
        </a:p>
      </dgm:t>
    </dgm:pt>
    <dgm:pt modelId="{55C8A5D4-1A9F-4E6C-9EA2-6CC33A8E8F66}" type="parTrans" cxnId="{269BEDE0-4A13-4FF1-AF22-A35F5C6B18D8}">
      <dgm:prSet/>
      <dgm:spPr/>
      <dgm:t>
        <a:bodyPr/>
        <a:lstStyle/>
        <a:p>
          <a:endParaRPr lang="en-GB"/>
        </a:p>
      </dgm:t>
    </dgm:pt>
    <dgm:pt modelId="{1603DA05-47C4-4E5E-B5EE-EFF64408C642}" type="sibTrans" cxnId="{269BEDE0-4A13-4FF1-AF22-A35F5C6B18D8}">
      <dgm:prSet/>
      <dgm:spPr/>
      <dgm:t>
        <a:bodyPr/>
        <a:lstStyle/>
        <a:p>
          <a:endParaRPr lang="en-GB"/>
        </a:p>
      </dgm:t>
    </dgm:pt>
    <dgm:pt modelId="{5FC02A65-74FC-4306-A7BA-76528E990F7B}" type="pres">
      <dgm:prSet presAssocID="{EC605790-4E2B-4DD1-A5B7-F01983146117}" presName="Name0" presStyleCnt="0">
        <dgm:presLayoutVars>
          <dgm:dir/>
          <dgm:animLvl val="lvl"/>
          <dgm:resizeHandles val="exact"/>
        </dgm:presLayoutVars>
      </dgm:prSet>
      <dgm:spPr/>
    </dgm:pt>
    <dgm:pt modelId="{3C3DA3AB-7A63-4704-B4F3-54A66035CCAF}" type="pres">
      <dgm:prSet presAssocID="{414B2E66-FBA0-47C7-9CF1-967C98DDE1D4}" presName="Name8" presStyleCnt="0"/>
      <dgm:spPr/>
    </dgm:pt>
    <dgm:pt modelId="{7F65F3E1-2B46-40A0-9536-1A581E5CA00D}" type="pres">
      <dgm:prSet presAssocID="{414B2E66-FBA0-47C7-9CF1-967C98DDE1D4}" presName="level" presStyleLbl="node1" presStyleIdx="0" presStyleCnt="7">
        <dgm:presLayoutVars>
          <dgm:chMax val="1"/>
          <dgm:bulletEnabled val="1"/>
        </dgm:presLayoutVars>
      </dgm:prSet>
      <dgm:spPr/>
    </dgm:pt>
    <dgm:pt modelId="{1FC6927E-BC34-4B71-A4EB-F92C6FC00C07}" type="pres">
      <dgm:prSet presAssocID="{414B2E66-FBA0-47C7-9CF1-967C98DDE1D4}" presName="levelTx" presStyleLbl="revTx" presStyleIdx="0" presStyleCnt="0">
        <dgm:presLayoutVars>
          <dgm:chMax val="1"/>
          <dgm:bulletEnabled val="1"/>
        </dgm:presLayoutVars>
      </dgm:prSet>
      <dgm:spPr/>
    </dgm:pt>
    <dgm:pt modelId="{4AA977EF-4A4B-45E6-9E6B-2630702E3CAC}" type="pres">
      <dgm:prSet presAssocID="{4A9AB868-F11F-4CB8-BEBF-5ED76CEDF7A0}" presName="Name8" presStyleCnt="0"/>
      <dgm:spPr/>
    </dgm:pt>
    <dgm:pt modelId="{9C54B7F6-685B-4F47-929A-D28B8AFC99EC}" type="pres">
      <dgm:prSet presAssocID="{4A9AB868-F11F-4CB8-BEBF-5ED76CEDF7A0}" presName="level" presStyleLbl="node1" presStyleIdx="1" presStyleCnt="7">
        <dgm:presLayoutVars>
          <dgm:chMax val="1"/>
          <dgm:bulletEnabled val="1"/>
        </dgm:presLayoutVars>
      </dgm:prSet>
      <dgm:spPr/>
    </dgm:pt>
    <dgm:pt modelId="{21184A3B-29EC-4646-9696-B6702084B1C8}" type="pres">
      <dgm:prSet presAssocID="{4A9AB868-F11F-4CB8-BEBF-5ED76CEDF7A0}" presName="levelTx" presStyleLbl="revTx" presStyleIdx="0" presStyleCnt="0">
        <dgm:presLayoutVars>
          <dgm:chMax val="1"/>
          <dgm:bulletEnabled val="1"/>
        </dgm:presLayoutVars>
      </dgm:prSet>
      <dgm:spPr/>
    </dgm:pt>
    <dgm:pt modelId="{24959762-2439-45AB-93C8-B651AEAA4D58}" type="pres">
      <dgm:prSet presAssocID="{157F8B8E-2229-42FF-8D7A-41AAB0B7C521}" presName="Name8" presStyleCnt="0"/>
      <dgm:spPr/>
    </dgm:pt>
    <dgm:pt modelId="{5DD74F72-A01B-4AF4-84AE-84E40E9C9A33}" type="pres">
      <dgm:prSet presAssocID="{157F8B8E-2229-42FF-8D7A-41AAB0B7C521}" presName="level" presStyleLbl="node1" presStyleIdx="2" presStyleCnt="7">
        <dgm:presLayoutVars>
          <dgm:chMax val="1"/>
          <dgm:bulletEnabled val="1"/>
        </dgm:presLayoutVars>
      </dgm:prSet>
      <dgm:spPr/>
    </dgm:pt>
    <dgm:pt modelId="{B6483D1A-64BD-4180-91F5-232DA5DBC08F}" type="pres">
      <dgm:prSet presAssocID="{157F8B8E-2229-42FF-8D7A-41AAB0B7C521}" presName="levelTx" presStyleLbl="revTx" presStyleIdx="0" presStyleCnt="0">
        <dgm:presLayoutVars>
          <dgm:chMax val="1"/>
          <dgm:bulletEnabled val="1"/>
        </dgm:presLayoutVars>
      </dgm:prSet>
      <dgm:spPr/>
    </dgm:pt>
    <dgm:pt modelId="{717ECD6A-766E-4FD5-A24D-1AC87C050073}" type="pres">
      <dgm:prSet presAssocID="{E0EF2D14-62C6-4271-96C5-EB18C438151F}" presName="Name8" presStyleCnt="0"/>
      <dgm:spPr/>
    </dgm:pt>
    <dgm:pt modelId="{DCF56EDC-6D69-411E-8276-BA2AC3E48CD8}" type="pres">
      <dgm:prSet presAssocID="{E0EF2D14-62C6-4271-96C5-EB18C438151F}" presName="level" presStyleLbl="node1" presStyleIdx="3" presStyleCnt="7">
        <dgm:presLayoutVars>
          <dgm:chMax val="1"/>
          <dgm:bulletEnabled val="1"/>
        </dgm:presLayoutVars>
      </dgm:prSet>
      <dgm:spPr/>
    </dgm:pt>
    <dgm:pt modelId="{E6CFD25A-C0BA-475F-9160-F1AD17FEC72B}" type="pres">
      <dgm:prSet presAssocID="{E0EF2D14-62C6-4271-96C5-EB18C438151F}" presName="levelTx" presStyleLbl="revTx" presStyleIdx="0" presStyleCnt="0">
        <dgm:presLayoutVars>
          <dgm:chMax val="1"/>
          <dgm:bulletEnabled val="1"/>
        </dgm:presLayoutVars>
      </dgm:prSet>
      <dgm:spPr/>
    </dgm:pt>
    <dgm:pt modelId="{5E9DFE45-CA4D-4646-B7BC-F0987150ABF6}" type="pres">
      <dgm:prSet presAssocID="{BC7AAFA2-F98F-47B7-9DBB-2ED9746CCD79}" presName="Name8" presStyleCnt="0"/>
      <dgm:spPr/>
    </dgm:pt>
    <dgm:pt modelId="{F0F9FA52-341D-4850-8FB1-B875FF25731B}" type="pres">
      <dgm:prSet presAssocID="{BC7AAFA2-F98F-47B7-9DBB-2ED9746CCD79}" presName="level" presStyleLbl="node1" presStyleIdx="4" presStyleCnt="7">
        <dgm:presLayoutVars>
          <dgm:chMax val="1"/>
          <dgm:bulletEnabled val="1"/>
        </dgm:presLayoutVars>
      </dgm:prSet>
      <dgm:spPr/>
    </dgm:pt>
    <dgm:pt modelId="{07D07377-EAA3-431F-93AE-992D4195B3D4}" type="pres">
      <dgm:prSet presAssocID="{BC7AAFA2-F98F-47B7-9DBB-2ED9746CCD79}" presName="levelTx" presStyleLbl="revTx" presStyleIdx="0" presStyleCnt="0">
        <dgm:presLayoutVars>
          <dgm:chMax val="1"/>
          <dgm:bulletEnabled val="1"/>
        </dgm:presLayoutVars>
      </dgm:prSet>
      <dgm:spPr/>
    </dgm:pt>
    <dgm:pt modelId="{55D9BA4E-FC27-401C-AFF3-63D463953556}" type="pres">
      <dgm:prSet presAssocID="{C403FD6A-E304-4990-BBFC-975D58D049B9}" presName="Name8" presStyleCnt="0"/>
      <dgm:spPr/>
    </dgm:pt>
    <dgm:pt modelId="{4FFBCB2E-F7EA-42D9-8E93-4541AA5167C8}" type="pres">
      <dgm:prSet presAssocID="{C403FD6A-E304-4990-BBFC-975D58D049B9}" presName="level" presStyleLbl="node1" presStyleIdx="5" presStyleCnt="7">
        <dgm:presLayoutVars>
          <dgm:chMax val="1"/>
          <dgm:bulletEnabled val="1"/>
        </dgm:presLayoutVars>
      </dgm:prSet>
      <dgm:spPr/>
    </dgm:pt>
    <dgm:pt modelId="{4122939E-E11A-4291-ACCE-5CBA04707855}" type="pres">
      <dgm:prSet presAssocID="{C403FD6A-E304-4990-BBFC-975D58D049B9}" presName="levelTx" presStyleLbl="revTx" presStyleIdx="0" presStyleCnt="0">
        <dgm:presLayoutVars>
          <dgm:chMax val="1"/>
          <dgm:bulletEnabled val="1"/>
        </dgm:presLayoutVars>
      </dgm:prSet>
      <dgm:spPr/>
    </dgm:pt>
    <dgm:pt modelId="{FAB2B1CC-D3DE-4257-A58F-7DBD36AB83F4}" type="pres">
      <dgm:prSet presAssocID="{C8B1DBC7-B6EB-469E-9590-C3987CB97D69}" presName="Name8" presStyleCnt="0"/>
      <dgm:spPr/>
    </dgm:pt>
    <dgm:pt modelId="{FAF0455A-A921-4BD1-8B07-5C109C18F0F7}" type="pres">
      <dgm:prSet presAssocID="{C8B1DBC7-B6EB-469E-9590-C3987CB97D69}" presName="level" presStyleLbl="node1" presStyleIdx="6" presStyleCnt="7">
        <dgm:presLayoutVars>
          <dgm:chMax val="1"/>
          <dgm:bulletEnabled val="1"/>
        </dgm:presLayoutVars>
      </dgm:prSet>
      <dgm:spPr/>
    </dgm:pt>
    <dgm:pt modelId="{7A1340A4-0934-42A5-8102-D17BD23286C2}" type="pres">
      <dgm:prSet presAssocID="{C8B1DBC7-B6EB-469E-9590-C3987CB97D69}" presName="levelTx" presStyleLbl="revTx" presStyleIdx="0" presStyleCnt="0">
        <dgm:presLayoutVars>
          <dgm:chMax val="1"/>
          <dgm:bulletEnabled val="1"/>
        </dgm:presLayoutVars>
      </dgm:prSet>
      <dgm:spPr/>
    </dgm:pt>
  </dgm:ptLst>
  <dgm:cxnLst>
    <dgm:cxn modelId="{FF3ECD00-ED07-4BFE-869D-4902EC654B2F}" type="presOf" srcId="{E0EF2D14-62C6-4271-96C5-EB18C438151F}" destId="{DCF56EDC-6D69-411E-8276-BA2AC3E48CD8}" srcOrd="0" destOrd="0" presId="urn:microsoft.com/office/officeart/2005/8/layout/pyramid1"/>
    <dgm:cxn modelId="{7AF2970C-3FAC-4BCE-BE5F-5730DCFFB055}" type="presOf" srcId="{414B2E66-FBA0-47C7-9CF1-967C98DDE1D4}" destId="{1FC6927E-BC34-4B71-A4EB-F92C6FC00C07}" srcOrd="1" destOrd="0" presId="urn:microsoft.com/office/officeart/2005/8/layout/pyramid1"/>
    <dgm:cxn modelId="{14065D12-2325-426D-883D-420363DDE422}" type="presOf" srcId="{C403FD6A-E304-4990-BBFC-975D58D049B9}" destId="{4122939E-E11A-4291-ACCE-5CBA04707855}" srcOrd="1" destOrd="0" presId="urn:microsoft.com/office/officeart/2005/8/layout/pyramid1"/>
    <dgm:cxn modelId="{6ACA6214-81E9-425D-A3AD-7C8E3BA5C671}" type="presOf" srcId="{414B2E66-FBA0-47C7-9CF1-967C98DDE1D4}" destId="{7F65F3E1-2B46-40A0-9536-1A581E5CA00D}" srcOrd="0" destOrd="0" presId="urn:microsoft.com/office/officeart/2005/8/layout/pyramid1"/>
    <dgm:cxn modelId="{C174C71B-45DF-4AF8-A4C9-0EF1D7EA2DC8}" type="presOf" srcId="{C8B1DBC7-B6EB-469E-9590-C3987CB97D69}" destId="{7A1340A4-0934-42A5-8102-D17BD23286C2}" srcOrd="1" destOrd="0" presId="urn:microsoft.com/office/officeart/2005/8/layout/pyramid1"/>
    <dgm:cxn modelId="{170B511D-F305-45F2-A7D2-E371CDA91F0F}" type="presOf" srcId="{4A9AB868-F11F-4CB8-BEBF-5ED76CEDF7A0}" destId="{9C54B7F6-685B-4F47-929A-D28B8AFC99EC}" srcOrd="0" destOrd="0" presId="urn:microsoft.com/office/officeart/2005/8/layout/pyramid1"/>
    <dgm:cxn modelId="{FC97B763-993D-4ADE-9DDD-0727EC4A48A2}" type="presOf" srcId="{4A9AB868-F11F-4CB8-BEBF-5ED76CEDF7A0}" destId="{21184A3B-29EC-4646-9696-B6702084B1C8}" srcOrd="1" destOrd="0" presId="urn:microsoft.com/office/officeart/2005/8/layout/pyramid1"/>
    <dgm:cxn modelId="{33DC2F48-992E-4B5D-B244-F964544B1F7C}" srcId="{EC605790-4E2B-4DD1-A5B7-F01983146117}" destId="{BC7AAFA2-F98F-47B7-9DBB-2ED9746CCD79}" srcOrd="4" destOrd="0" parTransId="{3393ACCB-B4E3-4D0F-BB38-1EA5EA816809}" sibTransId="{911D8E7F-61BB-456E-983E-7EC512AE8C6E}"/>
    <dgm:cxn modelId="{600D4C6B-28E6-4606-80E8-7FAB54E13CB6}" type="presOf" srcId="{BC7AAFA2-F98F-47B7-9DBB-2ED9746CCD79}" destId="{07D07377-EAA3-431F-93AE-992D4195B3D4}" srcOrd="1" destOrd="0" presId="urn:microsoft.com/office/officeart/2005/8/layout/pyramid1"/>
    <dgm:cxn modelId="{49A3F16C-E673-452B-BF3F-F778725999E5}" srcId="{EC605790-4E2B-4DD1-A5B7-F01983146117}" destId="{157F8B8E-2229-42FF-8D7A-41AAB0B7C521}" srcOrd="2" destOrd="0" parTransId="{AF7F0719-DA9F-47D1-93AC-0D8EB35B50AA}" sibTransId="{AC43729E-E9CE-4998-83F7-2448EC80586B}"/>
    <dgm:cxn modelId="{4B504072-80CD-43EC-B343-384C1CBE2B82}" srcId="{EC605790-4E2B-4DD1-A5B7-F01983146117}" destId="{C403FD6A-E304-4990-BBFC-975D58D049B9}" srcOrd="5" destOrd="0" parTransId="{2804BCC4-2B08-4EF1-BD62-CFE2C365FAB2}" sibTransId="{CE6B6D9A-FECE-496A-9A50-0DFE7FAA763A}"/>
    <dgm:cxn modelId="{64FA8B56-EFE6-401F-8773-129FA9E5368A}" type="presOf" srcId="{E0EF2D14-62C6-4271-96C5-EB18C438151F}" destId="{E6CFD25A-C0BA-475F-9160-F1AD17FEC72B}" srcOrd="1" destOrd="0" presId="urn:microsoft.com/office/officeart/2005/8/layout/pyramid1"/>
    <dgm:cxn modelId="{0467588A-5778-45F0-A7E2-5DA7ADCDA64B}" srcId="{EC605790-4E2B-4DD1-A5B7-F01983146117}" destId="{4A9AB868-F11F-4CB8-BEBF-5ED76CEDF7A0}" srcOrd="1" destOrd="0" parTransId="{ECFFF2B2-E2D6-4076-9C17-5789DEA2D316}" sibTransId="{DE3B1F9A-8594-4452-A8BB-93CFA96956BF}"/>
    <dgm:cxn modelId="{A562EE93-D711-493D-968C-15505163087E}" type="presOf" srcId="{157F8B8E-2229-42FF-8D7A-41AAB0B7C521}" destId="{5DD74F72-A01B-4AF4-84AE-84E40E9C9A33}" srcOrd="0" destOrd="0" presId="urn:microsoft.com/office/officeart/2005/8/layout/pyramid1"/>
    <dgm:cxn modelId="{2B0D159E-A54B-4B67-AE3B-498754E2F9AA}" type="presOf" srcId="{C8B1DBC7-B6EB-469E-9590-C3987CB97D69}" destId="{FAF0455A-A921-4BD1-8B07-5C109C18F0F7}" srcOrd="0" destOrd="0" presId="urn:microsoft.com/office/officeart/2005/8/layout/pyramid1"/>
    <dgm:cxn modelId="{427C35AB-1C33-49C2-AEB5-AA1862B67500}" type="presOf" srcId="{BC7AAFA2-F98F-47B7-9DBB-2ED9746CCD79}" destId="{F0F9FA52-341D-4850-8FB1-B875FF25731B}" srcOrd="0" destOrd="0" presId="urn:microsoft.com/office/officeart/2005/8/layout/pyramid1"/>
    <dgm:cxn modelId="{A2C490AB-063E-40A5-A9DA-9F582A225A1D}" type="presOf" srcId="{157F8B8E-2229-42FF-8D7A-41AAB0B7C521}" destId="{B6483D1A-64BD-4180-91F5-232DA5DBC08F}" srcOrd="1" destOrd="0" presId="urn:microsoft.com/office/officeart/2005/8/layout/pyramid1"/>
    <dgm:cxn modelId="{5CC9F6C4-8BBA-43A7-AD22-48E06E1086FF}" srcId="{EC605790-4E2B-4DD1-A5B7-F01983146117}" destId="{C8B1DBC7-B6EB-469E-9590-C3987CB97D69}" srcOrd="6" destOrd="0" parTransId="{6C796529-51D3-4A48-B82A-F037366E7C9E}" sibTransId="{4F5A1E95-2041-4750-ACFC-C393B40EB611}"/>
    <dgm:cxn modelId="{8FB23ED5-B964-4AB5-9ECD-D72B0CEFC5FB}" type="presOf" srcId="{C403FD6A-E304-4990-BBFC-975D58D049B9}" destId="{4FFBCB2E-F7EA-42D9-8E93-4541AA5167C8}" srcOrd="0" destOrd="0" presId="urn:microsoft.com/office/officeart/2005/8/layout/pyramid1"/>
    <dgm:cxn modelId="{36DF42D9-1FD2-41E8-9944-29657AE55B99}" srcId="{EC605790-4E2B-4DD1-A5B7-F01983146117}" destId="{414B2E66-FBA0-47C7-9CF1-967C98DDE1D4}" srcOrd="0" destOrd="0" parTransId="{037E6F7D-28BA-4630-B78C-D83D5592F656}" sibTransId="{55B7D36F-6480-4DEF-A056-A2F6D70E5EAD}"/>
    <dgm:cxn modelId="{269BEDE0-4A13-4FF1-AF22-A35F5C6B18D8}" srcId="{EC605790-4E2B-4DD1-A5B7-F01983146117}" destId="{E0EF2D14-62C6-4271-96C5-EB18C438151F}" srcOrd="3" destOrd="0" parTransId="{55C8A5D4-1A9F-4E6C-9EA2-6CC33A8E8F66}" sibTransId="{1603DA05-47C4-4E5E-B5EE-EFF64408C642}"/>
    <dgm:cxn modelId="{CF36C3E2-962B-4EFC-BF51-E3C271CC92EB}" type="presOf" srcId="{EC605790-4E2B-4DD1-A5B7-F01983146117}" destId="{5FC02A65-74FC-4306-A7BA-76528E990F7B}" srcOrd="0" destOrd="0" presId="urn:microsoft.com/office/officeart/2005/8/layout/pyramid1"/>
    <dgm:cxn modelId="{F9353A36-3F4C-46DB-A459-34005B9C0594}" type="presParOf" srcId="{5FC02A65-74FC-4306-A7BA-76528E990F7B}" destId="{3C3DA3AB-7A63-4704-B4F3-54A66035CCAF}" srcOrd="0" destOrd="0" presId="urn:microsoft.com/office/officeart/2005/8/layout/pyramid1"/>
    <dgm:cxn modelId="{7DA5868E-AD66-409D-BF14-B7009F7C2947}" type="presParOf" srcId="{3C3DA3AB-7A63-4704-B4F3-54A66035CCAF}" destId="{7F65F3E1-2B46-40A0-9536-1A581E5CA00D}" srcOrd="0" destOrd="0" presId="urn:microsoft.com/office/officeart/2005/8/layout/pyramid1"/>
    <dgm:cxn modelId="{88281A2B-566F-4973-A9B9-72254BF298A7}" type="presParOf" srcId="{3C3DA3AB-7A63-4704-B4F3-54A66035CCAF}" destId="{1FC6927E-BC34-4B71-A4EB-F92C6FC00C07}" srcOrd="1" destOrd="0" presId="urn:microsoft.com/office/officeart/2005/8/layout/pyramid1"/>
    <dgm:cxn modelId="{1610314E-7DF8-414E-80A1-690B11144308}" type="presParOf" srcId="{5FC02A65-74FC-4306-A7BA-76528E990F7B}" destId="{4AA977EF-4A4B-45E6-9E6B-2630702E3CAC}" srcOrd="1" destOrd="0" presId="urn:microsoft.com/office/officeart/2005/8/layout/pyramid1"/>
    <dgm:cxn modelId="{F0A8D93D-517E-4F04-A6EF-E493D81B2C78}" type="presParOf" srcId="{4AA977EF-4A4B-45E6-9E6B-2630702E3CAC}" destId="{9C54B7F6-685B-4F47-929A-D28B8AFC99EC}" srcOrd="0" destOrd="0" presId="urn:microsoft.com/office/officeart/2005/8/layout/pyramid1"/>
    <dgm:cxn modelId="{7D0A2655-D186-4226-B392-D4D9955AF51F}" type="presParOf" srcId="{4AA977EF-4A4B-45E6-9E6B-2630702E3CAC}" destId="{21184A3B-29EC-4646-9696-B6702084B1C8}" srcOrd="1" destOrd="0" presId="urn:microsoft.com/office/officeart/2005/8/layout/pyramid1"/>
    <dgm:cxn modelId="{FB228687-6A1D-4102-9D6D-EAE47730AD9F}" type="presParOf" srcId="{5FC02A65-74FC-4306-A7BA-76528E990F7B}" destId="{24959762-2439-45AB-93C8-B651AEAA4D58}" srcOrd="2" destOrd="0" presId="urn:microsoft.com/office/officeart/2005/8/layout/pyramid1"/>
    <dgm:cxn modelId="{6CAC70FF-9885-435B-9711-DA4BEC4516C8}" type="presParOf" srcId="{24959762-2439-45AB-93C8-B651AEAA4D58}" destId="{5DD74F72-A01B-4AF4-84AE-84E40E9C9A33}" srcOrd="0" destOrd="0" presId="urn:microsoft.com/office/officeart/2005/8/layout/pyramid1"/>
    <dgm:cxn modelId="{6E5FAC30-A049-405F-8938-B57BBB8EEF0C}" type="presParOf" srcId="{24959762-2439-45AB-93C8-B651AEAA4D58}" destId="{B6483D1A-64BD-4180-91F5-232DA5DBC08F}" srcOrd="1" destOrd="0" presId="urn:microsoft.com/office/officeart/2005/8/layout/pyramid1"/>
    <dgm:cxn modelId="{B6DA0C22-CAA7-4B65-B73D-3B59D60D66BA}" type="presParOf" srcId="{5FC02A65-74FC-4306-A7BA-76528E990F7B}" destId="{717ECD6A-766E-4FD5-A24D-1AC87C050073}" srcOrd="3" destOrd="0" presId="urn:microsoft.com/office/officeart/2005/8/layout/pyramid1"/>
    <dgm:cxn modelId="{1247FFA1-2DFF-4D6C-8298-BB95854B376B}" type="presParOf" srcId="{717ECD6A-766E-4FD5-A24D-1AC87C050073}" destId="{DCF56EDC-6D69-411E-8276-BA2AC3E48CD8}" srcOrd="0" destOrd="0" presId="urn:microsoft.com/office/officeart/2005/8/layout/pyramid1"/>
    <dgm:cxn modelId="{8D00347E-0F4E-4B0D-9FC9-D15AE43D5EF6}" type="presParOf" srcId="{717ECD6A-766E-4FD5-A24D-1AC87C050073}" destId="{E6CFD25A-C0BA-475F-9160-F1AD17FEC72B}" srcOrd="1" destOrd="0" presId="urn:microsoft.com/office/officeart/2005/8/layout/pyramid1"/>
    <dgm:cxn modelId="{0521F6A1-E916-43F8-A0CC-C233CDC2317D}" type="presParOf" srcId="{5FC02A65-74FC-4306-A7BA-76528E990F7B}" destId="{5E9DFE45-CA4D-4646-B7BC-F0987150ABF6}" srcOrd="4" destOrd="0" presId="urn:microsoft.com/office/officeart/2005/8/layout/pyramid1"/>
    <dgm:cxn modelId="{AB9A48B5-0880-416E-8E05-CA2B672AE13C}" type="presParOf" srcId="{5E9DFE45-CA4D-4646-B7BC-F0987150ABF6}" destId="{F0F9FA52-341D-4850-8FB1-B875FF25731B}" srcOrd="0" destOrd="0" presId="urn:microsoft.com/office/officeart/2005/8/layout/pyramid1"/>
    <dgm:cxn modelId="{93966933-BB3E-42B6-92F5-6A1F9967007E}" type="presParOf" srcId="{5E9DFE45-CA4D-4646-B7BC-F0987150ABF6}" destId="{07D07377-EAA3-431F-93AE-992D4195B3D4}" srcOrd="1" destOrd="0" presId="urn:microsoft.com/office/officeart/2005/8/layout/pyramid1"/>
    <dgm:cxn modelId="{5597AA25-85DD-47CC-8760-CDBEB78427CA}" type="presParOf" srcId="{5FC02A65-74FC-4306-A7BA-76528E990F7B}" destId="{55D9BA4E-FC27-401C-AFF3-63D463953556}" srcOrd="5" destOrd="0" presId="urn:microsoft.com/office/officeart/2005/8/layout/pyramid1"/>
    <dgm:cxn modelId="{1DEF7224-5ECD-4A0B-BEC9-5E33009677EC}" type="presParOf" srcId="{55D9BA4E-FC27-401C-AFF3-63D463953556}" destId="{4FFBCB2E-F7EA-42D9-8E93-4541AA5167C8}" srcOrd="0" destOrd="0" presId="urn:microsoft.com/office/officeart/2005/8/layout/pyramid1"/>
    <dgm:cxn modelId="{AC9ECBA7-53A2-4031-9AFA-FA5B45EAB210}" type="presParOf" srcId="{55D9BA4E-FC27-401C-AFF3-63D463953556}" destId="{4122939E-E11A-4291-ACCE-5CBA04707855}" srcOrd="1" destOrd="0" presId="urn:microsoft.com/office/officeart/2005/8/layout/pyramid1"/>
    <dgm:cxn modelId="{7FA1EF5E-3EC6-4DCA-8855-CE3DA2AE73B1}" type="presParOf" srcId="{5FC02A65-74FC-4306-A7BA-76528E990F7B}" destId="{FAB2B1CC-D3DE-4257-A58F-7DBD36AB83F4}" srcOrd="6" destOrd="0" presId="urn:microsoft.com/office/officeart/2005/8/layout/pyramid1"/>
    <dgm:cxn modelId="{04028088-F258-44F1-8E7A-6D9C9233D65C}" type="presParOf" srcId="{FAB2B1CC-D3DE-4257-A58F-7DBD36AB83F4}" destId="{FAF0455A-A921-4BD1-8B07-5C109C18F0F7}" srcOrd="0" destOrd="0" presId="urn:microsoft.com/office/officeart/2005/8/layout/pyramid1"/>
    <dgm:cxn modelId="{27353D18-C07B-423F-9E9B-0F80E91F1635}" type="presParOf" srcId="{FAB2B1CC-D3DE-4257-A58F-7DBD36AB83F4}" destId="{7A1340A4-0934-42A5-8102-D17BD23286C2}"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C605790-4E2B-4DD1-A5B7-F01983146117}" type="doc">
      <dgm:prSet loTypeId="urn:microsoft.com/office/officeart/2005/8/layout/pyramid1" loCatId="pyramid" qsTypeId="urn:microsoft.com/office/officeart/2005/8/quickstyle/simple1" qsCatId="simple" csTypeId="urn:microsoft.com/office/officeart/2005/8/colors/accent1_2" csCatId="accent1" phldr="1"/>
      <dgm:spPr/>
    </dgm:pt>
    <dgm:pt modelId="{414B2E66-FBA0-47C7-9CF1-967C98DDE1D4}">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Function</a:t>
          </a:r>
        </a:p>
      </dgm:t>
    </dgm:pt>
    <dgm:pt modelId="{037E6F7D-28BA-4630-B78C-D83D5592F656}" type="parTrans" cxnId="{36DF42D9-1FD2-41E8-9944-29657AE55B99}">
      <dgm:prSet/>
      <dgm:spPr/>
      <dgm:t>
        <a:bodyPr/>
        <a:lstStyle/>
        <a:p>
          <a:endParaRPr lang="en-GB"/>
        </a:p>
      </dgm:t>
    </dgm:pt>
    <dgm:pt modelId="{55B7D36F-6480-4DEF-A056-A2F6D70E5EAD}" type="sibTrans" cxnId="{36DF42D9-1FD2-41E8-9944-29657AE55B99}">
      <dgm:prSet/>
      <dgm:spPr/>
      <dgm:t>
        <a:bodyPr/>
        <a:lstStyle/>
        <a:p>
          <a:endParaRPr lang="en-GB"/>
        </a:p>
      </dgm:t>
    </dgm:pt>
    <dgm:pt modelId="{4A9AB868-F11F-4CB8-BEBF-5ED76CEDF7A0}">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Praxis</a:t>
          </a:r>
        </a:p>
      </dgm:t>
    </dgm:pt>
    <dgm:pt modelId="{ECFFF2B2-E2D6-4076-9C17-5789DEA2D316}" type="parTrans" cxnId="{0467588A-5778-45F0-A7E2-5DA7ADCDA64B}">
      <dgm:prSet/>
      <dgm:spPr/>
      <dgm:t>
        <a:bodyPr/>
        <a:lstStyle/>
        <a:p>
          <a:endParaRPr lang="en-GB"/>
        </a:p>
      </dgm:t>
    </dgm:pt>
    <dgm:pt modelId="{DE3B1F9A-8594-4452-A8BB-93CFA96956BF}" type="sibTrans" cxnId="{0467588A-5778-45F0-A7E2-5DA7ADCDA64B}">
      <dgm:prSet/>
      <dgm:spPr/>
      <dgm:t>
        <a:bodyPr/>
        <a:lstStyle/>
        <a:p>
          <a:endParaRPr lang="en-GB"/>
        </a:p>
      </dgm:t>
    </dgm:pt>
    <dgm:pt modelId="{157F8B8E-2229-42FF-8D7A-41AAB0B7C521}">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Memory</a:t>
          </a:r>
        </a:p>
      </dgm:t>
    </dgm:pt>
    <dgm:pt modelId="{AF7F0719-DA9F-47D1-93AC-0D8EB35B50AA}" type="parTrans" cxnId="{49A3F16C-E673-452B-BF3F-F778725999E5}">
      <dgm:prSet/>
      <dgm:spPr/>
      <dgm:t>
        <a:bodyPr/>
        <a:lstStyle/>
        <a:p>
          <a:endParaRPr lang="en-GB"/>
        </a:p>
      </dgm:t>
    </dgm:pt>
    <dgm:pt modelId="{AC43729E-E9CE-4998-83F7-2448EC80586B}" type="sibTrans" cxnId="{49A3F16C-E673-452B-BF3F-F778725999E5}">
      <dgm:prSet/>
      <dgm:spPr/>
      <dgm:t>
        <a:bodyPr/>
        <a:lstStyle/>
        <a:p>
          <a:endParaRPr lang="en-GB"/>
        </a:p>
      </dgm:t>
    </dgm:pt>
    <dgm:pt modelId="{BC7AAFA2-F98F-47B7-9DBB-2ED9746CCD7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Visual/spatial perception</a:t>
          </a:r>
        </a:p>
      </dgm:t>
    </dgm:pt>
    <dgm:pt modelId="{3393ACCB-B4E3-4D0F-BB38-1EA5EA816809}" type="parTrans" cxnId="{33DC2F48-992E-4B5D-B244-F964544B1F7C}">
      <dgm:prSet/>
      <dgm:spPr/>
      <dgm:t>
        <a:bodyPr/>
        <a:lstStyle/>
        <a:p>
          <a:endParaRPr lang="en-GB"/>
        </a:p>
      </dgm:t>
    </dgm:pt>
    <dgm:pt modelId="{911D8E7F-61BB-456E-983E-7EC512AE8C6E}" type="sibTrans" cxnId="{33DC2F48-992E-4B5D-B244-F964544B1F7C}">
      <dgm:prSet/>
      <dgm:spPr/>
      <dgm:t>
        <a:bodyPr/>
        <a:lstStyle/>
        <a:p>
          <a:endParaRPr lang="en-GB"/>
        </a:p>
      </dgm:t>
    </dgm:pt>
    <dgm:pt modelId="{C403FD6A-E304-4990-BBFC-975D58D049B9}">
      <dgm:prSet/>
      <dgm:spPr>
        <a:solidFill>
          <a:srgbClr val="FF66CC"/>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Attention</a:t>
          </a:r>
        </a:p>
      </dgm:t>
    </dgm:pt>
    <dgm:pt modelId="{2804BCC4-2B08-4EF1-BD62-CFE2C365FAB2}" type="parTrans" cxnId="{4B504072-80CD-43EC-B343-384C1CBE2B82}">
      <dgm:prSet/>
      <dgm:spPr/>
      <dgm:t>
        <a:bodyPr/>
        <a:lstStyle/>
        <a:p>
          <a:endParaRPr lang="en-GB"/>
        </a:p>
      </dgm:t>
    </dgm:pt>
    <dgm:pt modelId="{CE6B6D9A-FECE-496A-9A50-0DFE7FAA763A}" type="sibTrans" cxnId="{4B504072-80CD-43EC-B343-384C1CBE2B82}">
      <dgm:prSet/>
      <dgm:spPr/>
      <dgm:t>
        <a:bodyPr/>
        <a:lstStyle/>
        <a:p>
          <a:endParaRPr lang="en-GB"/>
        </a:p>
      </dgm:t>
    </dgm:pt>
    <dgm:pt modelId="{C8B1DBC7-B6EB-469E-9590-C3987CB97D6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Sensory Registration</a:t>
          </a:r>
        </a:p>
      </dgm:t>
    </dgm:pt>
    <dgm:pt modelId="{6C796529-51D3-4A48-B82A-F037366E7C9E}" type="parTrans" cxnId="{5CC9F6C4-8BBA-43A7-AD22-48E06E1086FF}">
      <dgm:prSet/>
      <dgm:spPr/>
      <dgm:t>
        <a:bodyPr/>
        <a:lstStyle/>
        <a:p>
          <a:endParaRPr lang="en-GB"/>
        </a:p>
      </dgm:t>
    </dgm:pt>
    <dgm:pt modelId="{4F5A1E95-2041-4750-ACFC-C393B40EB611}" type="sibTrans" cxnId="{5CC9F6C4-8BBA-43A7-AD22-48E06E1086FF}">
      <dgm:prSet/>
      <dgm:spPr/>
      <dgm:t>
        <a:bodyPr/>
        <a:lstStyle/>
        <a:p>
          <a:endParaRPr lang="en-GB"/>
        </a:p>
      </dgm:t>
    </dgm:pt>
    <dgm:pt modelId="{E0EF2D14-62C6-4271-96C5-EB18C438151F}">
      <dgm:prSet/>
      <dgm:spPr>
        <a:solidFill>
          <a:schemeClr val="tx2">
            <a:lumMod val="40000"/>
            <a:lumOff val="60000"/>
          </a:schemeClr>
        </a:solidFill>
      </dgm:spPr>
      <dgm:t>
        <a:bodyPr/>
        <a:lstStyle/>
        <a:p>
          <a:r>
            <a:rPr lang="en-GB" b="1" dirty="0">
              <a:latin typeface="Arial" panose="020B0604020202020204" pitchFamily="34" charset="0"/>
              <a:cs typeface="Arial" panose="020B0604020202020204" pitchFamily="34" charset="0"/>
            </a:rPr>
            <a:t>Object recognition</a:t>
          </a:r>
        </a:p>
      </dgm:t>
    </dgm:pt>
    <dgm:pt modelId="{55C8A5D4-1A9F-4E6C-9EA2-6CC33A8E8F66}" type="parTrans" cxnId="{269BEDE0-4A13-4FF1-AF22-A35F5C6B18D8}">
      <dgm:prSet/>
      <dgm:spPr/>
      <dgm:t>
        <a:bodyPr/>
        <a:lstStyle/>
        <a:p>
          <a:endParaRPr lang="en-GB"/>
        </a:p>
      </dgm:t>
    </dgm:pt>
    <dgm:pt modelId="{1603DA05-47C4-4E5E-B5EE-EFF64408C642}" type="sibTrans" cxnId="{269BEDE0-4A13-4FF1-AF22-A35F5C6B18D8}">
      <dgm:prSet/>
      <dgm:spPr/>
      <dgm:t>
        <a:bodyPr/>
        <a:lstStyle/>
        <a:p>
          <a:endParaRPr lang="en-GB"/>
        </a:p>
      </dgm:t>
    </dgm:pt>
    <dgm:pt modelId="{5FC02A65-74FC-4306-A7BA-76528E990F7B}" type="pres">
      <dgm:prSet presAssocID="{EC605790-4E2B-4DD1-A5B7-F01983146117}" presName="Name0" presStyleCnt="0">
        <dgm:presLayoutVars>
          <dgm:dir/>
          <dgm:animLvl val="lvl"/>
          <dgm:resizeHandles val="exact"/>
        </dgm:presLayoutVars>
      </dgm:prSet>
      <dgm:spPr/>
    </dgm:pt>
    <dgm:pt modelId="{3C3DA3AB-7A63-4704-B4F3-54A66035CCAF}" type="pres">
      <dgm:prSet presAssocID="{414B2E66-FBA0-47C7-9CF1-967C98DDE1D4}" presName="Name8" presStyleCnt="0"/>
      <dgm:spPr/>
    </dgm:pt>
    <dgm:pt modelId="{7F65F3E1-2B46-40A0-9536-1A581E5CA00D}" type="pres">
      <dgm:prSet presAssocID="{414B2E66-FBA0-47C7-9CF1-967C98DDE1D4}" presName="level" presStyleLbl="node1" presStyleIdx="0" presStyleCnt="7">
        <dgm:presLayoutVars>
          <dgm:chMax val="1"/>
          <dgm:bulletEnabled val="1"/>
        </dgm:presLayoutVars>
      </dgm:prSet>
      <dgm:spPr/>
    </dgm:pt>
    <dgm:pt modelId="{1FC6927E-BC34-4B71-A4EB-F92C6FC00C07}" type="pres">
      <dgm:prSet presAssocID="{414B2E66-FBA0-47C7-9CF1-967C98DDE1D4}" presName="levelTx" presStyleLbl="revTx" presStyleIdx="0" presStyleCnt="0">
        <dgm:presLayoutVars>
          <dgm:chMax val="1"/>
          <dgm:bulletEnabled val="1"/>
        </dgm:presLayoutVars>
      </dgm:prSet>
      <dgm:spPr/>
    </dgm:pt>
    <dgm:pt modelId="{4AA977EF-4A4B-45E6-9E6B-2630702E3CAC}" type="pres">
      <dgm:prSet presAssocID="{4A9AB868-F11F-4CB8-BEBF-5ED76CEDF7A0}" presName="Name8" presStyleCnt="0"/>
      <dgm:spPr/>
    </dgm:pt>
    <dgm:pt modelId="{9C54B7F6-685B-4F47-929A-D28B8AFC99EC}" type="pres">
      <dgm:prSet presAssocID="{4A9AB868-F11F-4CB8-BEBF-5ED76CEDF7A0}" presName="level" presStyleLbl="node1" presStyleIdx="1" presStyleCnt="7">
        <dgm:presLayoutVars>
          <dgm:chMax val="1"/>
          <dgm:bulletEnabled val="1"/>
        </dgm:presLayoutVars>
      </dgm:prSet>
      <dgm:spPr/>
    </dgm:pt>
    <dgm:pt modelId="{21184A3B-29EC-4646-9696-B6702084B1C8}" type="pres">
      <dgm:prSet presAssocID="{4A9AB868-F11F-4CB8-BEBF-5ED76CEDF7A0}" presName="levelTx" presStyleLbl="revTx" presStyleIdx="0" presStyleCnt="0">
        <dgm:presLayoutVars>
          <dgm:chMax val="1"/>
          <dgm:bulletEnabled val="1"/>
        </dgm:presLayoutVars>
      </dgm:prSet>
      <dgm:spPr/>
    </dgm:pt>
    <dgm:pt modelId="{24959762-2439-45AB-93C8-B651AEAA4D58}" type="pres">
      <dgm:prSet presAssocID="{157F8B8E-2229-42FF-8D7A-41AAB0B7C521}" presName="Name8" presStyleCnt="0"/>
      <dgm:spPr/>
    </dgm:pt>
    <dgm:pt modelId="{5DD74F72-A01B-4AF4-84AE-84E40E9C9A33}" type="pres">
      <dgm:prSet presAssocID="{157F8B8E-2229-42FF-8D7A-41AAB0B7C521}" presName="level" presStyleLbl="node1" presStyleIdx="2" presStyleCnt="7">
        <dgm:presLayoutVars>
          <dgm:chMax val="1"/>
          <dgm:bulletEnabled val="1"/>
        </dgm:presLayoutVars>
      </dgm:prSet>
      <dgm:spPr/>
    </dgm:pt>
    <dgm:pt modelId="{B6483D1A-64BD-4180-91F5-232DA5DBC08F}" type="pres">
      <dgm:prSet presAssocID="{157F8B8E-2229-42FF-8D7A-41AAB0B7C521}" presName="levelTx" presStyleLbl="revTx" presStyleIdx="0" presStyleCnt="0">
        <dgm:presLayoutVars>
          <dgm:chMax val="1"/>
          <dgm:bulletEnabled val="1"/>
        </dgm:presLayoutVars>
      </dgm:prSet>
      <dgm:spPr/>
    </dgm:pt>
    <dgm:pt modelId="{717ECD6A-766E-4FD5-A24D-1AC87C050073}" type="pres">
      <dgm:prSet presAssocID="{E0EF2D14-62C6-4271-96C5-EB18C438151F}" presName="Name8" presStyleCnt="0"/>
      <dgm:spPr/>
    </dgm:pt>
    <dgm:pt modelId="{DCF56EDC-6D69-411E-8276-BA2AC3E48CD8}" type="pres">
      <dgm:prSet presAssocID="{E0EF2D14-62C6-4271-96C5-EB18C438151F}" presName="level" presStyleLbl="node1" presStyleIdx="3" presStyleCnt="7">
        <dgm:presLayoutVars>
          <dgm:chMax val="1"/>
          <dgm:bulletEnabled val="1"/>
        </dgm:presLayoutVars>
      </dgm:prSet>
      <dgm:spPr/>
    </dgm:pt>
    <dgm:pt modelId="{E6CFD25A-C0BA-475F-9160-F1AD17FEC72B}" type="pres">
      <dgm:prSet presAssocID="{E0EF2D14-62C6-4271-96C5-EB18C438151F}" presName="levelTx" presStyleLbl="revTx" presStyleIdx="0" presStyleCnt="0">
        <dgm:presLayoutVars>
          <dgm:chMax val="1"/>
          <dgm:bulletEnabled val="1"/>
        </dgm:presLayoutVars>
      </dgm:prSet>
      <dgm:spPr/>
    </dgm:pt>
    <dgm:pt modelId="{5E9DFE45-CA4D-4646-B7BC-F0987150ABF6}" type="pres">
      <dgm:prSet presAssocID="{BC7AAFA2-F98F-47B7-9DBB-2ED9746CCD79}" presName="Name8" presStyleCnt="0"/>
      <dgm:spPr/>
    </dgm:pt>
    <dgm:pt modelId="{F0F9FA52-341D-4850-8FB1-B875FF25731B}" type="pres">
      <dgm:prSet presAssocID="{BC7AAFA2-F98F-47B7-9DBB-2ED9746CCD79}" presName="level" presStyleLbl="node1" presStyleIdx="4" presStyleCnt="7">
        <dgm:presLayoutVars>
          <dgm:chMax val="1"/>
          <dgm:bulletEnabled val="1"/>
        </dgm:presLayoutVars>
      </dgm:prSet>
      <dgm:spPr/>
    </dgm:pt>
    <dgm:pt modelId="{07D07377-EAA3-431F-93AE-992D4195B3D4}" type="pres">
      <dgm:prSet presAssocID="{BC7AAFA2-F98F-47B7-9DBB-2ED9746CCD79}" presName="levelTx" presStyleLbl="revTx" presStyleIdx="0" presStyleCnt="0">
        <dgm:presLayoutVars>
          <dgm:chMax val="1"/>
          <dgm:bulletEnabled val="1"/>
        </dgm:presLayoutVars>
      </dgm:prSet>
      <dgm:spPr/>
    </dgm:pt>
    <dgm:pt modelId="{55D9BA4E-FC27-401C-AFF3-63D463953556}" type="pres">
      <dgm:prSet presAssocID="{C403FD6A-E304-4990-BBFC-975D58D049B9}" presName="Name8" presStyleCnt="0"/>
      <dgm:spPr/>
    </dgm:pt>
    <dgm:pt modelId="{4FFBCB2E-F7EA-42D9-8E93-4541AA5167C8}" type="pres">
      <dgm:prSet presAssocID="{C403FD6A-E304-4990-BBFC-975D58D049B9}" presName="level" presStyleLbl="node1" presStyleIdx="5" presStyleCnt="7">
        <dgm:presLayoutVars>
          <dgm:chMax val="1"/>
          <dgm:bulletEnabled val="1"/>
        </dgm:presLayoutVars>
      </dgm:prSet>
      <dgm:spPr/>
    </dgm:pt>
    <dgm:pt modelId="{4122939E-E11A-4291-ACCE-5CBA04707855}" type="pres">
      <dgm:prSet presAssocID="{C403FD6A-E304-4990-BBFC-975D58D049B9}" presName="levelTx" presStyleLbl="revTx" presStyleIdx="0" presStyleCnt="0">
        <dgm:presLayoutVars>
          <dgm:chMax val="1"/>
          <dgm:bulletEnabled val="1"/>
        </dgm:presLayoutVars>
      </dgm:prSet>
      <dgm:spPr/>
    </dgm:pt>
    <dgm:pt modelId="{FAB2B1CC-D3DE-4257-A58F-7DBD36AB83F4}" type="pres">
      <dgm:prSet presAssocID="{C8B1DBC7-B6EB-469E-9590-C3987CB97D69}" presName="Name8" presStyleCnt="0"/>
      <dgm:spPr/>
    </dgm:pt>
    <dgm:pt modelId="{FAF0455A-A921-4BD1-8B07-5C109C18F0F7}" type="pres">
      <dgm:prSet presAssocID="{C8B1DBC7-B6EB-469E-9590-C3987CB97D69}" presName="level" presStyleLbl="node1" presStyleIdx="6" presStyleCnt="7" custLinFactNeighborX="-410" custLinFactNeighborY="-7325">
        <dgm:presLayoutVars>
          <dgm:chMax val="1"/>
          <dgm:bulletEnabled val="1"/>
        </dgm:presLayoutVars>
      </dgm:prSet>
      <dgm:spPr/>
    </dgm:pt>
    <dgm:pt modelId="{7A1340A4-0934-42A5-8102-D17BD23286C2}" type="pres">
      <dgm:prSet presAssocID="{C8B1DBC7-B6EB-469E-9590-C3987CB97D69}" presName="levelTx" presStyleLbl="revTx" presStyleIdx="0" presStyleCnt="0">
        <dgm:presLayoutVars>
          <dgm:chMax val="1"/>
          <dgm:bulletEnabled val="1"/>
        </dgm:presLayoutVars>
      </dgm:prSet>
      <dgm:spPr/>
    </dgm:pt>
  </dgm:ptLst>
  <dgm:cxnLst>
    <dgm:cxn modelId="{FF3ECD00-ED07-4BFE-869D-4902EC654B2F}" type="presOf" srcId="{E0EF2D14-62C6-4271-96C5-EB18C438151F}" destId="{DCF56EDC-6D69-411E-8276-BA2AC3E48CD8}" srcOrd="0" destOrd="0" presId="urn:microsoft.com/office/officeart/2005/8/layout/pyramid1"/>
    <dgm:cxn modelId="{7AF2970C-3FAC-4BCE-BE5F-5730DCFFB055}" type="presOf" srcId="{414B2E66-FBA0-47C7-9CF1-967C98DDE1D4}" destId="{1FC6927E-BC34-4B71-A4EB-F92C6FC00C07}" srcOrd="1" destOrd="0" presId="urn:microsoft.com/office/officeart/2005/8/layout/pyramid1"/>
    <dgm:cxn modelId="{14065D12-2325-426D-883D-420363DDE422}" type="presOf" srcId="{C403FD6A-E304-4990-BBFC-975D58D049B9}" destId="{4122939E-E11A-4291-ACCE-5CBA04707855}" srcOrd="1" destOrd="0" presId="urn:microsoft.com/office/officeart/2005/8/layout/pyramid1"/>
    <dgm:cxn modelId="{6ACA6214-81E9-425D-A3AD-7C8E3BA5C671}" type="presOf" srcId="{414B2E66-FBA0-47C7-9CF1-967C98DDE1D4}" destId="{7F65F3E1-2B46-40A0-9536-1A581E5CA00D}" srcOrd="0" destOrd="0" presId="urn:microsoft.com/office/officeart/2005/8/layout/pyramid1"/>
    <dgm:cxn modelId="{C174C71B-45DF-4AF8-A4C9-0EF1D7EA2DC8}" type="presOf" srcId="{C8B1DBC7-B6EB-469E-9590-C3987CB97D69}" destId="{7A1340A4-0934-42A5-8102-D17BD23286C2}" srcOrd="1" destOrd="0" presId="urn:microsoft.com/office/officeart/2005/8/layout/pyramid1"/>
    <dgm:cxn modelId="{170B511D-F305-45F2-A7D2-E371CDA91F0F}" type="presOf" srcId="{4A9AB868-F11F-4CB8-BEBF-5ED76CEDF7A0}" destId="{9C54B7F6-685B-4F47-929A-D28B8AFC99EC}" srcOrd="0" destOrd="0" presId="urn:microsoft.com/office/officeart/2005/8/layout/pyramid1"/>
    <dgm:cxn modelId="{FC97B763-993D-4ADE-9DDD-0727EC4A48A2}" type="presOf" srcId="{4A9AB868-F11F-4CB8-BEBF-5ED76CEDF7A0}" destId="{21184A3B-29EC-4646-9696-B6702084B1C8}" srcOrd="1" destOrd="0" presId="urn:microsoft.com/office/officeart/2005/8/layout/pyramid1"/>
    <dgm:cxn modelId="{33DC2F48-992E-4B5D-B244-F964544B1F7C}" srcId="{EC605790-4E2B-4DD1-A5B7-F01983146117}" destId="{BC7AAFA2-F98F-47B7-9DBB-2ED9746CCD79}" srcOrd="4" destOrd="0" parTransId="{3393ACCB-B4E3-4D0F-BB38-1EA5EA816809}" sibTransId="{911D8E7F-61BB-456E-983E-7EC512AE8C6E}"/>
    <dgm:cxn modelId="{600D4C6B-28E6-4606-80E8-7FAB54E13CB6}" type="presOf" srcId="{BC7AAFA2-F98F-47B7-9DBB-2ED9746CCD79}" destId="{07D07377-EAA3-431F-93AE-992D4195B3D4}" srcOrd="1" destOrd="0" presId="urn:microsoft.com/office/officeart/2005/8/layout/pyramid1"/>
    <dgm:cxn modelId="{49A3F16C-E673-452B-BF3F-F778725999E5}" srcId="{EC605790-4E2B-4DD1-A5B7-F01983146117}" destId="{157F8B8E-2229-42FF-8D7A-41AAB0B7C521}" srcOrd="2" destOrd="0" parTransId="{AF7F0719-DA9F-47D1-93AC-0D8EB35B50AA}" sibTransId="{AC43729E-E9CE-4998-83F7-2448EC80586B}"/>
    <dgm:cxn modelId="{4B504072-80CD-43EC-B343-384C1CBE2B82}" srcId="{EC605790-4E2B-4DD1-A5B7-F01983146117}" destId="{C403FD6A-E304-4990-BBFC-975D58D049B9}" srcOrd="5" destOrd="0" parTransId="{2804BCC4-2B08-4EF1-BD62-CFE2C365FAB2}" sibTransId="{CE6B6D9A-FECE-496A-9A50-0DFE7FAA763A}"/>
    <dgm:cxn modelId="{64FA8B56-EFE6-401F-8773-129FA9E5368A}" type="presOf" srcId="{E0EF2D14-62C6-4271-96C5-EB18C438151F}" destId="{E6CFD25A-C0BA-475F-9160-F1AD17FEC72B}" srcOrd="1" destOrd="0" presId="urn:microsoft.com/office/officeart/2005/8/layout/pyramid1"/>
    <dgm:cxn modelId="{0467588A-5778-45F0-A7E2-5DA7ADCDA64B}" srcId="{EC605790-4E2B-4DD1-A5B7-F01983146117}" destId="{4A9AB868-F11F-4CB8-BEBF-5ED76CEDF7A0}" srcOrd="1" destOrd="0" parTransId="{ECFFF2B2-E2D6-4076-9C17-5789DEA2D316}" sibTransId="{DE3B1F9A-8594-4452-A8BB-93CFA96956BF}"/>
    <dgm:cxn modelId="{A562EE93-D711-493D-968C-15505163087E}" type="presOf" srcId="{157F8B8E-2229-42FF-8D7A-41AAB0B7C521}" destId="{5DD74F72-A01B-4AF4-84AE-84E40E9C9A33}" srcOrd="0" destOrd="0" presId="urn:microsoft.com/office/officeart/2005/8/layout/pyramid1"/>
    <dgm:cxn modelId="{2B0D159E-A54B-4B67-AE3B-498754E2F9AA}" type="presOf" srcId="{C8B1DBC7-B6EB-469E-9590-C3987CB97D69}" destId="{FAF0455A-A921-4BD1-8B07-5C109C18F0F7}" srcOrd="0" destOrd="0" presId="urn:microsoft.com/office/officeart/2005/8/layout/pyramid1"/>
    <dgm:cxn modelId="{427C35AB-1C33-49C2-AEB5-AA1862B67500}" type="presOf" srcId="{BC7AAFA2-F98F-47B7-9DBB-2ED9746CCD79}" destId="{F0F9FA52-341D-4850-8FB1-B875FF25731B}" srcOrd="0" destOrd="0" presId="urn:microsoft.com/office/officeart/2005/8/layout/pyramid1"/>
    <dgm:cxn modelId="{A2C490AB-063E-40A5-A9DA-9F582A225A1D}" type="presOf" srcId="{157F8B8E-2229-42FF-8D7A-41AAB0B7C521}" destId="{B6483D1A-64BD-4180-91F5-232DA5DBC08F}" srcOrd="1" destOrd="0" presId="urn:microsoft.com/office/officeart/2005/8/layout/pyramid1"/>
    <dgm:cxn modelId="{5CC9F6C4-8BBA-43A7-AD22-48E06E1086FF}" srcId="{EC605790-4E2B-4DD1-A5B7-F01983146117}" destId="{C8B1DBC7-B6EB-469E-9590-C3987CB97D69}" srcOrd="6" destOrd="0" parTransId="{6C796529-51D3-4A48-B82A-F037366E7C9E}" sibTransId="{4F5A1E95-2041-4750-ACFC-C393B40EB611}"/>
    <dgm:cxn modelId="{8FB23ED5-B964-4AB5-9ECD-D72B0CEFC5FB}" type="presOf" srcId="{C403FD6A-E304-4990-BBFC-975D58D049B9}" destId="{4FFBCB2E-F7EA-42D9-8E93-4541AA5167C8}" srcOrd="0" destOrd="0" presId="urn:microsoft.com/office/officeart/2005/8/layout/pyramid1"/>
    <dgm:cxn modelId="{36DF42D9-1FD2-41E8-9944-29657AE55B99}" srcId="{EC605790-4E2B-4DD1-A5B7-F01983146117}" destId="{414B2E66-FBA0-47C7-9CF1-967C98DDE1D4}" srcOrd="0" destOrd="0" parTransId="{037E6F7D-28BA-4630-B78C-D83D5592F656}" sibTransId="{55B7D36F-6480-4DEF-A056-A2F6D70E5EAD}"/>
    <dgm:cxn modelId="{269BEDE0-4A13-4FF1-AF22-A35F5C6B18D8}" srcId="{EC605790-4E2B-4DD1-A5B7-F01983146117}" destId="{E0EF2D14-62C6-4271-96C5-EB18C438151F}" srcOrd="3" destOrd="0" parTransId="{55C8A5D4-1A9F-4E6C-9EA2-6CC33A8E8F66}" sibTransId="{1603DA05-47C4-4E5E-B5EE-EFF64408C642}"/>
    <dgm:cxn modelId="{CF36C3E2-962B-4EFC-BF51-E3C271CC92EB}" type="presOf" srcId="{EC605790-4E2B-4DD1-A5B7-F01983146117}" destId="{5FC02A65-74FC-4306-A7BA-76528E990F7B}" srcOrd="0" destOrd="0" presId="urn:microsoft.com/office/officeart/2005/8/layout/pyramid1"/>
    <dgm:cxn modelId="{F9353A36-3F4C-46DB-A459-34005B9C0594}" type="presParOf" srcId="{5FC02A65-74FC-4306-A7BA-76528E990F7B}" destId="{3C3DA3AB-7A63-4704-B4F3-54A66035CCAF}" srcOrd="0" destOrd="0" presId="urn:microsoft.com/office/officeart/2005/8/layout/pyramid1"/>
    <dgm:cxn modelId="{7DA5868E-AD66-409D-BF14-B7009F7C2947}" type="presParOf" srcId="{3C3DA3AB-7A63-4704-B4F3-54A66035CCAF}" destId="{7F65F3E1-2B46-40A0-9536-1A581E5CA00D}" srcOrd="0" destOrd="0" presId="urn:microsoft.com/office/officeart/2005/8/layout/pyramid1"/>
    <dgm:cxn modelId="{88281A2B-566F-4973-A9B9-72254BF298A7}" type="presParOf" srcId="{3C3DA3AB-7A63-4704-B4F3-54A66035CCAF}" destId="{1FC6927E-BC34-4B71-A4EB-F92C6FC00C07}" srcOrd="1" destOrd="0" presId="urn:microsoft.com/office/officeart/2005/8/layout/pyramid1"/>
    <dgm:cxn modelId="{1610314E-7DF8-414E-80A1-690B11144308}" type="presParOf" srcId="{5FC02A65-74FC-4306-A7BA-76528E990F7B}" destId="{4AA977EF-4A4B-45E6-9E6B-2630702E3CAC}" srcOrd="1" destOrd="0" presId="urn:microsoft.com/office/officeart/2005/8/layout/pyramid1"/>
    <dgm:cxn modelId="{F0A8D93D-517E-4F04-A6EF-E493D81B2C78}" type="presParOf" srcId="{4AA977EF-4A4B-45E6-9E6B-2630702E3CAC}" destId="{9C54B7F6-685B-4F47-929A-D28B8AFC99EC}" srcOrd="0" destOrd="0" presId="urn:microsoft.com/office/officeart/2005/8/layout/pyramid1"/>
    <dgm:cxn modelId="{7D0A2655-D186-4226-B392-D4D9955AF51F}" type="presParOf" srcId="{4AA977EF-4A4B-45E6-9E6B-2630702E3CAC}" destId="{21184A3B-29EC-4646-9696-B6702084B1C8}" srcOrd="1" destOrd="0" presId="urn:microsoft.com/office/officeart/2005/8/layout/pyramid1"/>
    <dgm:cxn modelId="{FB228687-6A1D-4102-9D6D-EAE47730AD9F}" type="presParOf" srcId="{5FC02A65-74FC-4306-A7BA-76528E990F7B}" destId="{24959762-2439-45AB-93C8-B651AEAA4D58}" srcOrd="2" destOrd="0" presId="urn:microsoft.com/office/officeart/2005/8/layout/pyramid1"/>
    <dgm:cxn modelId="{6CAC70FF-9885-435B-9711-DA4BEC4516C8}" type="presParOf" srcId="{24959762-2439-45AB-93C8-B651AEAA4D58}" destId="{5DD74F72-A01B-4AF4-84AE-84E40E9C9A33}" srcOrd="0" destOrd="0" presId="urn:microsoft.com/office/officeart/2005/8/layout/pyramid1"/>
    <dgm:cxn modelId="{6E5FAC30-A049-405F-8938-B57BBB8EEF0C}" type="presParOf" srcId="{24959762-2439-45AB-93C8-B651AEAA4D58}" destId="{B6483D1A-64BD-4180-91F5-232DA5DBC08F}" srcOrd="1" destOrd="0" presId="urn:microsoft.com/office/officeart/2005/8/layout/pyramid1"/>
    <dgm:cxn modelId="{B6DA0C22-CAA7-4B65-B73D-3B59D60D66BA}" type="presParOf" srcId="{5FC02A65-74FC-4306-A7BA-76528E990F7B}" destId="{717ECD6A-766E-4FD5-A24D-1AC87C050073}" srcOrd="3" destOrd="0" presId="urn:microsoft.com/office/officeart/2005/8/layout/pyramid1"/>
    <dgm:cxn modelId="{1247FFA1-2DFF-4D6C-8298-BB95854B376B}" type="presParOf" srcId="{717ECD6A-766E-4FD5-A24D-1AC87C050073}" destId="{DCF56EDC-6D69-411E-8276-BA2AC3E48CD8}" srcOrd="0" destOrd="0" presId="urn:microsoft.com/office/officeart/2005/8/layout/pyramid1"/>
    <dgm:cxn modelId="{8D00347E-0F4E-4B0D-9FC9-D15AE43D5EF6}" type="presParOf" srcId="{717ECD6A-766E-4FD5-A24D-1AC87C050073}" destId="{E6CFD25A-C0BA-475F-9160-F1AD17FEC72B}" srcOrd="1" destOrd="0" presId="urn:microsoft.com/office/officeart/2005/8/layout/pyramid1"/>
    <dgm:cxn modelId="{0521F6A1-E916-43F8-A0CC-C233CDC2317D}" type="presParOf" srcId="{5FC02A65-74FC-4306-A7BA-76528E990F7B}" destId="{5E9DFE45-CA4D-4646-B7BC-F0987150ABF6}" srcOrd="4" destOrd="0" presId="urn:microsoft.com/office/officeart/2005/8/layout/pyramid1"/>
    <dgm:cxn modelId="{AB9A48B5-0880-416E-8E05-CA2B672AE13C}" type="presParOf" srcId="{5E9DFE45-CA4D-4646-B7BC-F0987150ABF6}" destId="{F0F9FA52-341D-4850-8FB1-B875FF25731B}" srcOrd="0" destOrd="0" presId="urn:microsoft.com/office/officeart/2005/8/layout/pyramid1"/>
    <dgm:cxn modelId="{93966933-BB3E-42B6-92F5-6A1F9967007E}" type="presParOf" srcId="{5E9DFE45-CA4D-4646-B7BC-F0987150ABF6}" destId="{07D07377-EAA3-431F-93AE-992D4195B3D4}" srcOrd="1" destOrd="0" presId="urn:microsoft.com/office/officeart/2005/8/layout/pyramid1"/>
    <dgm:cxn modelId="{5597AA25-85DD-47CC-8760-CDBEB78427CA}" type="presParOf" srcId="{5FC02A65-74FC-4306-A7BA-76528E990F7B}" destId="{55D9BA4E-FC27-401C-AFF3-63D463953556}" srcOrd="5" destOrd="0" presId="urn:microsoft.com/office/officeart/2005/8/layout/pyramid1"/>
    <dgm:cxn modelId="{1DEF7224-5ECD-4A0B-BEC9-5E33009677EC}" type="presParOf" srcId="{55D9BA4E-FC27-401C-AFF3-63D463953556}" destId="{4FFBCB2E-F7EA-42D9-8E93-4541AA5167C8}" srcOrd="0" destOrd="0" presId="urn:microsoft.com/office/officeart/2005/8/layout/pyramid1"/>
    <dgm:cxn modelId="{AC9ECBA7-53A2-4031-9AFA-FA5B45EAB210}" type="presParOf" srcId="{55D9BA4E-FC27-401C-AFF3-63D463953556}" destId="{4122939E-E11A-4291-ACCE-5CBA04707855}" srcOrd="1" destOrd="0" presId="urn:microsoft.com/office/officeart/2005/8/layout/pyramid1"/>
    <dgm:cxn modelId="{7FA1EF5E-3EC6-4DCA-8855-CE3DA2AE73B1}" type="presParOf" srcId="{5FC02A65-74FC-4306-A7BA-76528E990F7B}" destId="{FAB2B1CC-D3DE-4257-A58F-7DBD36AB83F4}" srcOrd="6" destOrd="0" presId="urn:microsoft.com/office/officeart/2005/8/layout/pyramid1"/>
    <dgm:cxn modelId="{04028088-F258-44F1-8E7A-6D9C9233D65C}" type="presParOf" srcId="{FAB2B1CC-D3DE-4257-A58F-7DBD36AB83F4}" destId="{FAF0455A-A921-4BD1-8B07-5C109C18F0F7}" srcOrd="0" destOrd="0" presId="urn:microsoft.com/office/officeart/2005/8/layout/pyramid1"/>
    <dgm:cxn modelId="{27353D18-C07B-423F-9E9B-0F80E91F1635}" type="presParOf" srcId="{FAB2B1CC-D3DE-4257-A58F-7DBD36AB83F4}" destId="{7A1340A4-0934-42A5-8102-D17BD23286C2}"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C605790-4E2B-4DD1-A5B7-F01983146117}" type="doc">
      <dgm:prSet loTypeId="urn:microsoft.com/office/officeart/2005/8/layout/pyramid1" loCatId="pyramid" qsTypeId="urn:microsoft.com/office/officeart/2005/8/quickstyle/simple1" qsCatId="simple" csTypeId="urn:microsoft.com/office/officeart/2005/8/colors/accent1_2" csCatId="accent1" phldr="1"/>
      <dgm:spPr/>
    </dgm:pt>
    <dgm:pt modelId="{414B2E66-FBA0-47C7-9CF1-967C98DDE1D4}">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Function</a:t>
          </a:r>
        </a:p>
      </dgm:t>
    </dgm:pt>
    <dgm:pt modelId="{037E6F7D-28BA-4630-B78C-D83D5592F656}" type="parTrans" cxnId="{36DF42D9-1FD2-41E8-9944-29657AE55B99}">
      <dgm:prSet/>
      <dgm:spPr/>
      <dgm:t>
        <a:bodyPr/>
        <a:lstStyle/>
        <a:p>
          <a:endParaRPr lang="en-GB"/>
        </a:p>
      </dgm:t>
    </dgm:pt>
    <dgm:pt modelId="{55B7D36F-6480-4DEF-A056-A2F6D70E5EAD}" type="sibTrans" cxnId="{36DF42D9-1FD2-41E8-9944-29657AE55B99}">
      <dgm:prSet/>
      <dgm:spPr/>
      <dgm:t>
        <a:bodyPr/>
        <a:lstStyle/>
        <a:p>
          <a:endParaRPr lang="en-GB"/>
        </a:p>
      </dgm:t>
    </dgm:pt>
    <dgm:pt modelId="{4A9AB868-F11F-4CB8-BEBF-5ED76CEDF7A0}">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Praxis</a:t>
          </a:r>
        </a:p>
      </dgm:t>
    </dgm:pt>
    <dgm:pt modelId="{ECFFF2B2-E2D6-4076-9C17-5789DEA2D316}" type="parTrans" cxnId="{0467588A-5778-45F0-A7E2-5DA7ADCDA64B}">
      <dgm:prSet/>
      <dgm:spPr/>
      <dgm:t>
        <a:bodyPr/>
        <a:lstStyle/>
        <a:p>
          <a:endParaRPr lang="en-GB"/>
        </a:p>
      </dgm:t>
    </dgm:pt>
    <dgm:pt modelId="{DE3B1F9A-8594-4452-A8BB-93CFA96956BF}" type="sibTrans" cxnId="{0467588A-5778-45F0-A7E2-5DA7ADCDA64B}">
      <dgm:prSet/>
      <dgm:spPr/>
      <dgm:t>
        <a:bodyPr/>
        <a:lstStyle/>
        <a:p>
          <a:endParaRPr lang="en-GB"/>
        </a:p>
      </dgm:t>
    </dgm:pt>
    <dgm:pt modelId="{157F8B8E-2229-42FF-8D7A-41AAB0B7C521}">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Memory</a:t>
          </a:r>
        </a:p>
      </dgm:t>
    </dgm:pt>
    <dgm:pt modelId="{AF7F0719-DA9F-47D1-93AC-0D8EB35B50AA}" type="parTrans" cxnId="{49A3F16C-E673-452B-BF3F-F778725999E5}">
      <dgm:prSet/>
      <dgm:spPr/>
      <dgm:t>
        <a:bodyPr/>
        <a:lstStyle/>
        <a:p>
          <a:endParaRPr lang="en-GB"/>
        </a:p>
      </dgm:t>
    </dgm:pt>
    <dgm:pt modelId="{AC43729E-E9CE-4998-83F7-2448EC80586B}" type="sibTrans" cxnId="{49A3F16C-E673-452B-BF3F-F778725999E5}">
      <dgm:prSet/>
      <dgm:spPr/>
      <dgm:t>
        <a:bodyPr/>
        <a:lstStyle/>
        <a:p>
          <a:endParaRPr lang="en-GB"/>
        </a:p>
      </dgm:t>
    </dgm:pt>
    <dgm:pt modelId="{BC7AAFA2-F98F-47B7-9DBB-2ED9746CCD79}">
      <dgm:prSet/>
      <dgm:spPr>
        <a:solidFill>
          <a:srgbClr val="FF66CC"/>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Visual/spatial perception</a:t>
          </a:r>
        </a:p>
      </dgm:t>
    </dgm:pt>
    <dgm:pt modelId="{3393ACCB-B4E3-4D0F-BB38-1EA5EA816809}" type="parTrans" cxnId="{33DC2F48-992E-4B5D-B244-F964544B1F7C}">
      <dgm:prSet/>
      <dgm:spPr/>
      <dgm:t>
        <a:bodyPr/>
        <a:lstStyle/>
        <a:p>
          <a:endParaRPr lang="en-GB"/>
        </a:p>
      </dgm:t>
    </dgm:pt>
    <dgm:pt modelId="{911D8E7F-61BB-456E-983E-7EC512AE8C6E}" type="sibTrans" cxnId="{33DC2F48-992E-4B5D-B244-F964544B1F7C}">
      <dgm:prSet/>
      <dgm:spPr/>
      <dgm:t>
        <a:bodyPr/>
        <a:lstStyle/>
        <a:p>
          <a:endParaRPr lang="en-GB"/>
        </a:p>
      </dgm:t>
    </dgm:pt>
    <dgm:pt modelId="{C403FD6A-E304-4990-BBFC-975D58D049B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Attention</a:t>
          </a:r>
        </a:p>
      </dgm:t>
    </dgm:pt>
    <dgm:pt modelId="{2804BCC4-2B08-4EF1-BD62-CFE2C365FAB2}" type="parTrans" cxnId="{4B504072-80CD-43EC-B343-384C1CBE2B82}">
      <dgm:prSet/>
      <dgm:spPr/>
      <dgm:t>
        <a:bodyPr/>
        <a:lstStyle/>
        <a:p>
          <a:endParaRPr lang="en-GB"/>
        </a:p>
      </dgm:t>
    </dgm:pt>
    <dgm:pt modelId="{CE6B6D9A-FECE-496A-9A50-0DFE7FAA763A}" type="sibTrans" cxnId="{4B504072-80CD-43EC-B343-384C1CBE2B82}">
      <dgm:prSet/>
      <dgm:spPr/>
      <dgm:t>
        <a:bodyPr/>
        <a:lstStyle/>
        <a:p>
          <a:endParaRPr lang="en-GB"/>
        </a:p>
      </dgm:t>
    </dgm:pt>
    <dgm:pt modelId="{C8B1DBC7-B6EB-469E-9590-C3987CB97D6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Sensory Registration</a:t>
          </a:r>
        </a:p>
      </dgm:t>
    </dgm:pt>
    <dgm:pt modelId="{6C796529-51D3-4A48-B82A-F037366E7C9E}" type="parTrans" cxnId="{5CC9F6C4-8BBA-43A7-AD22-48E06E1086FF}">
      <dgm:prSet/>
      <dgm:spPr/>
      <dgm:t>
        <a:bodyPr/>
        <a:lstStyle/>
        <a:p>
          <a:endParaRPr lang="en-GB"/>
        </a:p>
      </dgm:t>
    </dgm:pt>
    <dgm:pt modelId="{4F5A1E95-2041-4750-ACFC-C393B40EB611}" type="sibTrans" cxnId="{5CC9F6C4-8BBA-43A7-AD22-48E06E1086FF}">
      <dgm:prSet/>
      <dgm:spPr/>
      <dgm:t>
        <a:bodyPr/>
        <a:lstStyle/>
        <a:p>
          <a:endParaRPr lang="en-GB"/>
        </a:p>
      </dgm:t>
    </dgm:pt>
    <dgm:pt modelId="{E0EF2D14-62C6-4271-96C5-EB18C438151F}">
      <dgm:prSet/>
      <dgm:spPr>
        <a:solidFill>
          <a:schemeClr val="tx2">
            <a:lumMod val="40000"/>
            <a:lumOff val="60000"/>
          </a:schemeClr>
        </a:solidFill>
      </dgm:spPr>
      <dgm:t>
        <a:bodyPr/>
        <a:lstStyle/>
        <a:p>
          <a:r>
            <a:rPr lang="en-GB" b="1" dirty="0">
              <a:latin typeface="Arial" panose="020B0604020202020204" pitchFamily="34" charset="0"/>
              <a:cs typeface="Arial" panose="020B0604020202020204" pitchFamily="34" charset="0"/>
            </a:rPr>
            <a:t>Object recognition</a:t>
          </a:r>
        </a:p>
      </dgm:t>
    </dgm:pt>
    <dgm:pt modelId="{55C8A5D4-1A9F-4E6C-9EA2-6CC33A8E8F66}" type="parTrans" cxnId="{269BEDE0-4A13-4FF1-AF22-A35F5C6B18D8}">
      <dgm:prSet/>
      <dgm:spPr/>
      <dgm:t>
        <a:bodyPr/>
        <a:lstStyle/>
        <a:p>
          <a:endParaRPr lang="en-GB"/>
        </a:p>
      </dgm:t>
    </dgm:pt>
    <dgm:pt modelId="{1603DA05-47C4-4E5E-B5EE-EFF64408C642}" type="sibTrans" cxnId="{269BEDE0-4A13-4FF1-AF22-A35F5C6B18D8}">
      <dgm:prSet/>
      <dgm:spPr/>
      <dgm:t>
        <a:bodyPr/>
        <a:lstStyle/>
        <a:p>
          <a:endParaRPr lang="en-GB"/>
        </a:p>
      </dgm:t>
    </dgm:pt>
    <dgm:pt modelId="{5FC02A65-74FC-4306-A7BA-76528E990F7B}" type="pres">
      <dgm:prSet presAssocID="{EC605790-4E2B-4DD1-A5B7-F01983146117}" presName="Name0" presStyleCnt="0">
        <dgm:presLayoutVars>
          <dgm:dir/>
          <dgm:animLvl val="lvl"/>
          <dgm:resizeHandles val="exact"/>
        </dgm:presLayoutVars>
      </dgm:prSet>
      <dgm:spPr/>
    </dgm:pt>
    <dgm:pt modelId="{3C3DA3AB-7A63-4704-B4F3-54A66035CCAF}" type="pres">
      <dgm:prSet presAssocID="{414B2E66-FBA0-47C7-9CF1-967C98DDE1D4}" presName="Name8" presStyleCnt="0"/>
      <dgm:spPr/>
    </dgm:pt>
    <dgm:pt modelId="{7F65F3E1-2B46-40A0-9536-1A581E5CA00D}" type="pres">
      <dgm:prSet presAssocID="{414B2E66-FBA0-47C7-9CF1-967C98DDE1D4}" presName="level" presStyleLbl="node1" presStyleIdx="0" presStyleCnt="7">
        <dgm:presLayoutVars>
          <dgm:chMax val="1"/>
          <dgm:bulletEnabled val="1"/>
        </dgm:presLayoutVars>
      </dgm:prSet>
      <dgm:spPr/>
    </dgm:pt>
    <dgm:pt modelId="{1FC6927E-BC34-4B71-A4EB-F92C6FC00C07}" type="pres">
      <dgm:prSet presAssocID="{414B2E66-FBA0-47C7-9CF1-967C98DDE1D4}" presName="levelTx" presStyleLbl="revTx" presStyleIdx="0" presStyleCnt="0">
        <dgm:presLayoutVars>
          <dgm:chMax val="1"/>
          <dgm:bulletEnabled val="1"/>
        </dgm:presLayoutVars>
      </dgm:prSet>
      <dgm:spPr/>
    </dgm:pt>
    <dgm:pt modelId="{4AA977EF-4A4B-45E6-9E6B-2630702E3CAC}" type="pres">
      <dgm:prSet presAssocID="{4A9AB868-F11F-4CB8-BEBF-5ED76CEDF7A0}" presName="Name8" presStyleCnt="0"/>
      <dgm:spPr/>
    </dgm:pt>
    <dgm:pt modelId="{9C54B7F6-685B-4F47-929A-D28B8AFC99EC}" type="pres">
      <dgm:prSet presAssocID="{4A9AB868-F11F-4CB8-BEBF-5ED76CEDF7A0}" presName="level" presStyleLbl="node1" presStyleIdx="1" presStyleCnt="7">
        <dgm:presLayoutVars>
          <dgm:chMax val="1"/>
          <dgm:bulletEnabled val="1"/>
        </dgm:presLayoutVars>
      </dgm:prSet>
      <dgm:spPr/>
    </dgm:pt>
    <dgm:pt modelId="{21184A3B-29EC-4646-9696-B6702084B1C8}" type="pres">
      <dgm:prSet presAssocID="{4A9AB868-F11F-4CB8-BEBF-5ED76CEDF7A0}" presName="levelTx" presStyleLbl="revTx" presStyleIdx="0" presStyleCnt="0">
        <dgm:presLayoutVars>
          <dgm:chMax val="1"/>
          <dgm:bulletEnabled val="1"/>
        </dgm:presLayoutVars>
      </dgm:prSet>
      <dgm:spPr/>
    </dgm:pt>
    <dgm:pt modelId="{24959762-2439-45AB-93C8-B651AEAA4D58}" type="pres">
      <dgm:prSet presAssocID="{157F8B8E-2229-42FF-8D7A-41AAB0B7C521}" presName="Name8" presStyleCnt="0"/>
      <dgm:spPr/>
    </dgm:pt>
    <dgm:pt modelId="{5DD74F72-A01B-4AF4-84AE-84E40E9C9A33}" type="pres">
      <dgm:prSet presAssocID="{157F8B8E-2229-42FF-8D7A-41AAB0B7C521}" presName="level" presStyleLbl="node1" presStyleIdx="2" presStyleCnt="7">
        <dgm:presLayoutVars>
          <dgm:chMax val="1"/>
          <dgm:bulletEnabled val="1"/>
        </dgm:presLayoutVars>
      </dgm:prSet>
      <dgm:spPr/>
    </dgm:pt>
    <dgm:pt modelId="{B6483D1A-64BD-4180-91F5-232DA5DBC08F}" type="pres">
      <dgm:prSet presAssocID="{157F8B8E-2229-42FF-8D7A-41AAB0B7C521}" presName="levelTx" presStyleLbl="revTx" presStyleIdx="0" presStyleCnt="0">
        <dgm:presLayoutVars>
          <dgm:chMax val="1"/>
          <dgm:bulletEnabled val="1"/>
        </dgm:presLayoutVars>
      </dgm:prSet>
      <dgm:spPr/>
    </dgm:pt>
    <dgm:pt modelId="{717ECD6A-766E-4FD5-A24D-1AC87C050073}" type="pres">
      <dgm:prSet presAssocID="{E0EF2D14-62C6-4271-96C5-EB18C438151F}" presName="Name8" presStyleCnt="0"/>
      <dgm:spPr/>
    </dgm:pt>
    <dgm:pt modelId="{DCF56EDC-6D69-411E-8276-BA2AC3E48CD8}" type="pres">
      <dgm:prSet presAssocID="{E0EF2D14-62C6-4271-96C5-EB18C438151F}" presName="level" presStyleLbl="node1" presStyleIdx="3" presStyleCnt="7">
        <dgm:presLayoutVars>
          <dgm:chMax val="1"/>
          <dgm:bulletEnabled val="1"/>
        </dgm:presLayoutVars>
      </dgm:prSet>
      <dgm:spPr/>
    </dgm:pt>
    <dgm:pt modelId="{E6CFD25A-C0BA-475F-9160-F1AD17FEC72B}" type="pres">
      <dgm:prSet presAssocID="{E0EF2D14-62C6-4271-96C5-EB18C438151F}" presName="levelTx" presStyleLbl="revTx" presStyleIdx="0" presStyleCnt="0">
        <dgm:presLayoutVars>
          <dgm:chMax val="1"/>
          <dgm:bulletEnabled val="1"/>
        </dgm:presLayoutVars>
      </dgm:prSet>
      <dgm:spPr/>
    </dgm:pt>
    <dgm:pt modelId="{5E9DFE45-CA4D-4646-B7BC-F0987150ABF6}" type="pres">
      <dgm:prSet presAssocID="{BC7AAFA2-F98F-47B7-9DBB-2ED9746CCD79}" presName="Name8" presStyleCnt="0"/>
      <dgm:spPr/>
    </dgm:pt>
    <dgm:pt modelId="{F0F9FA52-341D-4850-8FB1-B875FF25731B}" type="pres">
      <dgm:prSet presAssocID="{BC7AAFA2-F98F-47B7-9DBB-2ED9746CCD79}" presName="level" presStyleLbl="node1" presStyleIdx="4" presStyleCnt="7">
        <dgm:presLayoutVars>
          <dgm:chMax val="1"/>
          <dgm:bulletEnabled val="1"/>
        </dgm:presLayoutVars>
      </dgm:prSet>
      <dgm:spPr/>
    </dgm:pt>
    <dgm:pt modelId="{07D07377-EAA3-431F-93AE-992D4195B3D4}" type="pres">
      <dgm:prSet presAssocID="{BC7AAFA2-F98F-47B7-9DBB-2ED9746CCD79}" presName="levelTx" presStyleLbl="revTx" presStyleIdx="0" presStyleCnt="0">
        <dgm:presLayoutVars>
          <dgm:chMax val="1"/>
          <dgm:bulletEnabled val="1"/>
        </dgm:presLayoutVars>
      </dgm:prSet>
      <dgm:spPr/>
    </dgm:pt>
    <dgm:pt modelId="{55D9BA4E-FC27-401C-AFF3-63D463953556}" type="pres">
      <dgm:prSet presAssocID="{C403FD6A-E304-4990-BBFC-975D58D049B9}" presName="Name8" presStyleCnt="0"/>
      <dgm:spPr/>
    </dgm:pt>
    <dgm:pt modelId="{4FFBCB2E-F7EA-42D9-8E93-4541AA5167C8}" type="pres">
      <dgm:prSet presAssocID="{C403FD6A-E304-4990-BBFC-975D58D049B9}" presName="level" presStyleLbl="node1" presStyleIdx="5" presStyleCnt="7">
        <dgm:presLayoutVars>
          <dgm:chMax val="1"/>
          <dgm:bulletEnabled val="1"/>
        </dgm:presLayoutVars>
      </dgm:prSet>
      <dgm:spPr/>
    </dgm:pt>
    <dgm:pt modelId="{4122939E-E11A-4291-ACCE-5CBA04707855}" type="pres">
      <dgm:prSet presAssocID="{C403FD6A-E304-4990-BBFC-975D58D049B9}" presName="levelTx" presStyleLbl="revTx" presStyleIdx="0" presStyleCnt="0">
        <dgm:presLayoutVars>
          <dgm:chMax val="1"/>
          <dgm:bulletEnabled val="1"/>
        </dgm:presLayoutVars>
      </dgm:prSet>
      <dgm:spPr/>
    </dgm:pt>
    <dgm:pt modelId="{FAB2B1CC-D3DE-4257-A58F-7DBD36AB83F4}" type="pres">
      <dgm:prSet presAssocID="{C8B1DBC7-B6EB-469E-9590-C3987CB97D69}" presName="Name8" presStyleCnt="0"/>
      <dgm:spPr/>
    </dgm:pt>
    <dgm:pt modelId="{FAF0455A-A921-4BD1-8B07-5C109C18F0F7}" type="pres">
      <dgm:prSet presAssocID="{C8B1DBC7-B6EB-469E-9590-C3987CB97D69}" presName="level" presStyleLbl="node1" presStyleIdx="6" presStyleCnt="7" custLinFactNeighborX="-410" custLinFactNeighborY="-7325">
        <dgm:presLayoutVars>
          <dgm:chMax val="1"/>
          <dgm:bulletEnabled val="1"/>
        </dgm:presLayoutVars>
      </dgm:prSet>
      <dgm:spPr/>
    </dgm:pt>
    <dgm:pt modelId="{7A1340A4-0934-42A5-8102-D17BD23286C2}" type="pres">
      <dgm:prSet presAssocID="{C8B1DBC7-B6EB-469E-9590-C3987CB97D69}" presName="levelTx" presStyleLbl="revTx" presStyleIdx="0" presStyleCnt="0">
        <dgm:presLayoutVars>
          <dgm:chMax val="1"/>
          <dgm:bulletEnabled val="1"/>
        </dgm:presLayoutVars>
      </dgm:prSet>
      <dgm:spPr/>
    </dgm:pt>
  </dgm:ptLst>
  <dgm:cxnLst>
    <dgm:cxn modelId="{FF3ECD00-ED07-4BFE-869D-4902EC654B2F}" type="presOf" srcId="{E0EF2D14-62C6-4271-96C5-EB18C438151F}" destId="{DCF56EDC-6D69-411E-8276-BA2AC3E48CD8}" srcOrd="0" destOrd="0" presId="urn:microsoft.com/office/officeart/2005/8/layout/pyramid1"/>
    <dgm:cxn modelId="{7AF2970C-3FAC-4BCE-BE5F-5730DCFFB055}" type="presOf" srcId="{414B2E66-FBA0-47C7-9CF1-967C98DDE1D4}" destId="{1FC6927E-BC34-4B71-A4EB-F92C6FC00C07}" srcOrd="1" destOrd="0" presId="urn:microsoft.com/office/officeart/2005/8/layout/pyramid1"/>
    <dgm:cxn modelId="{14065D12-2325-426D-883D-420363DDE422}" type="presOf" srcId="{C403FD6A-E304-4990-BBFC-975D58D049B9}" destId="{4122939E-E11A-4291-ACCE-5CBA04707855}" srcOrd="1" destOrd="0" presId="urn:microsoft.com/office/officeart/2005/8/layout/pyramid1"/>
    <dgm:cxn modelId="{6ACA6214-81E9-425D-A3AD-7C8E3BA5C671}" type="presOf" srcId="{414B2E66-FBA0-47C7-9CF1-967C98DDE1D4}" destId="{7F65F3E1-2B46-40A0-9536-1A581E5CA00D}" srcOrd="0" destOrd="0" presId="urn:microsoft.com/office/officeart/2005/8/layout/pyramid1"/>
    <dgm:cxn modelId="{C174C71B-45DF-4AF8-A4C9-0EF1D7EA2DC8}" type="presOf" srcId="{C8B1DBC7-B6EB-469E-9590-C3987CB97D69}" destId="{7A1340A4-0934-42A5-8102-D17BD23286C2}" srcOrd="1" destOrd="0" presId="urn:microsoft.com/office/officeart/2005/8/layout/pyramid1"/>
    <dgm:cxn modelId="{170B511D-F305-45F2-A7D2-E371CDA91F0F}" type="presOf" srcId="{4A9AB868-F11F-4CB8-BEBF-5ED76CEDF7A0}" destId="{9C54B7F6-685B-4F47-929A-D28B8AFC99EC}" srcOrd="0" destOrd="0" presId="urn:microsoft.com/office/officeart/2005/8/layout/pyramid1"/>
    <dgm:cxn modelId="{FC97B763-993D-4ADE-9DDD-0727EC4A48A2}" type="presOf" srcId="{4A9AB868-F11F-4CB8-BEBF-5ED76CEDF7A0}" destId="{21184A3B-29EC-4646-9696-B6702084B1C8}" srcOrd="1" destOrd="0" presId="urn:microsoft.com/office/officeart/2005/8/layout/pyramid1"/>
    <dgm:cxn modelId="{33DC2F48-992E-4B5D-B244-F964544B1F7C}" srcId="{EC605790-4E2B-4DD1-A5B7-F01983146117}" destId="{BC7AAFA2-F98F-47B7-9DBB-2ED9746CCD79}" srcOrd="4" destOrd="0" parTransId="{3393ACCB-B4E3-4D0F-BB38-1EA5EA816809}" sibTransId="{911D8E7F-61BB-456E-983E-7EC512AE8C6E}"/>
    <dgm:cxn modelId="{600D4C6B-28E6-4606-80E8-7FAB54E13CB6}" type="presOf" srcId="{BC7AAFA2-F98F-47B7-9DBB-2ED9746CCD79}" destId="{07D07377-EAA3-431F-93AE-992D4195B3D4}" srcOrd="1" destOrd="0" presId="urn:microsoft.com/office/officeart/2005/8/layout/pyramid1"/>
    <dgm:cxn modelId="{49A3F16C-E673-452B-BF3F-F778725999E5}" srcId="{EC605790-4E2B-4DD1-A5B7-F01983146117}" destId="{157F8B8E-2229-42FF-8D7A-41AAB0B7C521}" srcOrd="2" destOrd="0" parTransId="{AF7F0719-DA9F-47D1-93AC-0D8EB35B50AA}" sibTransId="{AC43729E-E9CE-4998-83F7-2448EC80586B}"/>
    <dgm:cxn modelId="{4B504072-80CD-43EC-B343-384C1CBE2B82}" srcId="{EC605790-4E2B-4DD1-A5B7-F01983146117}" destId="{C403FD6A-E304-4990-BBFC-975D58D049B9}" srcOrd="5" destOrd="0" parTransId="{2804BCC4-2B08-4EF1-BD62-CFE2C365FAB2}" sibTransId="{CE6B6D9A-FECE-496A-9A50-0DFE7FAA763A}"/>
    <dgm:cxn modelId="{64FA8B56-EFE6-401F-8773-129FA9E5368A}" type="presOf" srcId="{E0EF2D14-62C6-4271-96C5-EB18C438151F}" destId="{E6CFD25A-C0BA-475F-9160-F1AD17FEC72B}" srcOrd="1" destOrd="0" presId="urn:microsoft.com/office/officeart/2005/8/layout/pyramid1"/>
    <dgm:cxn modelId="{0467588A-5778-45F0-A7E2-5DA7ADCDA64B}" srcId="{EC605790-4E2B-4DD1-A5B7-F01983146117}" destId="{4A9AB868-F11F-4CB8-BEBF-5ED76CEDF7A0}" srcOrd="1" destOrd="0" parTransId="{ECFFF2B2-E2D6-4076-9C17-5789DEA2D316}" sibTransId="{DE3B1F9A-8594-4452-A8BB-93CFA96956BF}"/>
    <dgm:cxn modelId="{A562EE93-D711-493D-968C-15505163087E}" type="presOf" srcId="{157F8B8E-2229-42FF-8D7A-41AAB0B7C521}" destId="{5DD74F72-A01B-4AF4-84AE-84E40E9C9A33}" srcOrd="0" destOrd="0" presId="urn:microsoft.com/office/officeart/2005/8/layout/pyramid1"/>
    <dgm:cxn modelId="{2B0D159E-A54B-4B67-AE3B-498754E2F9AA}" type="presOf" srcId="{C8B1DBC7-B6EB-469E-9590-C3987CB97D69}" destId="{FAF0455A-A921-4BD1-8B07-5C109C18F0F7}" srcOrd="0" destOrd="0" presId="urn:microsoft.com/office/officeart/2005/8/layout/pyramid1"/>
    <dgm:cxn modelId="{427C35AB-1C33-49C2-AEB5-AA1862B67500}" type="presOf" srcId="{BC7AAFA2-F98F-47B7-9DBB-2ED9746CCD79}" destId="{F0F9FA52-341D-4850-8FB1-B875FF25731B}" srcOrd="0" destOrd="0" presId="urn:microsoft.com/office/officeart/2005/8/layout/pyramid1"/>
    <dgm:cxn modelId="{A2C490AB-063E-40A5-A9DA-9F582A225A1D}" type="presOf" srcId="{157F8B8E-2229-42FF-8D7A-41AAB0B7C521}" destId="{B6483D1A-64BD-4180-91F5-232DA5DBC08F}" srcOrd="1" destOrd="0" presId="urn:microsoft.com/office/officeart/2005/8/layout/pyramid1"/>
    <dgm:cxn modelId="{5CC9F6C4-8BBA-43A7-AD22-48E06E1086FF}" srcId="{EC605790-4E2B-4DD1-A5B7-F01983146117}" destId="{C8B1DBC7-B6EB-469E-9590-C3987CB97D69}" srcOrd="6" destOrd="0" parTransId="{6C796529-51D3-4A48-B82A-F037366E7C9E}" sibTransId="{4F5A1E95-2041-4750-ACFC-C393B40EB611}"/>
    <dgm:cxn modelId="{8FB23ED5-B964-4AB5-9ECD-D72B0CEFC5FB}" type="presOf" srcId="{C403FD6A-E304-4990-BBFC-975D58D049B9}" destId="{4FFBCB2E-F7EA-42D9-8E93-4541AA5167C8}" srcOrd="0" destOrd="0" presId="urn:microsoft.com/office/officeart/2005/8/layout/pyramid1"/>
    <dgm:cxn modelId="{36DF42D9-1FD2-41E8-9944-29657AE55B99}" srcId="{EC605790-4E2B-4DD1-A5B7-F01983146117}" destId="{414B2E66-FBA0-47C7-9CF1-967C98DDE1D4}" srcOrd="0" destOrd="0" parTransId="{037E6F7D-28BA-4630-B78C-D83D5592F656}" sibTransId="{55B7D36F-6480-4DEF-A056-A2F6D70E5EAD}"/>
    <dgm:cxn modelId="{269BEDE0-4A13-4FF1-AF22-A35F5C6B18D8}" srcId="{EC605790-4E2B-4DD1-A5B7-F01983146117}" destId="{E0EF2D14-62C6-4271-96C5-EB18C438151F}" srcOrd="3" destOrd="0" parTransId="{55C8A5D4-1A9F-4E6C-9EA2-6CC33A8E8F66}" sibTransId="{1603DA05-47C4-4E5E-B5EE-EFF64408C642}"/>
    <dgm:cxn modelId="{CF36C3E2-962B-4EFC-BF51-E3C271CC92EB}" type="presOf" srcId="{EC605790-4E2B-4DD1-A5B7-F01983146117}" destId="{5FC02A65-74FC-4306-A7BA-76528E990F7B}" srcOrd="0" destOrd="0" presId="urn:microsoft.com/office/officeart/2005/8/layout/pyramid1"/>
    <dgm:cxn modelId="{F9353A36-3F4C-46DB-A459-34005B9C0594}" type="presParOf" srcId="{5FC02A65-74FC-4306-A7BA-76528E990F7B}" destId="{3C3DA3AB-7A63-4704-B4F3-54A66035CCAF}" srcOrd="0" destOrd="0" presId="urn:microsoft.com/office/officeart/2005/8/layout/pyramid1"/>
    <dgm:cxn modelId="{7DA5868E-AD66-409D-BF14-B7009F7C2947}" type="presParOf" srcId="{3C3DA3AB-7A63-4704-B4F3-54A66035CCAF}" destId="{7F65F3E1-2B46-40A0-9536-1A581E5CA00D}" srcOrd="0" destOrd="0" presId="urn:microsoft.com/office/officeart/2005/8/layout/pyramid1"/>
    <dgm:cxn modelId="{88281A2B-566F-4973-A9B9-72254BF298A7}" type="presParOf" srcId="{3C3DA3AB-7A63-4704-B4F3-54A66035CCAF}" destId="{1FC6927E-BC34-4B71-A4EB-F92C6FC00C07}" srcOrd="1" destOrd="0" presId="urn:microsoft.com/office/officeart/2005/8/layout/pyramid1"/>
    <dgm:cxn modelId="{1610314E-7DF8-414E-80A1-690B11144308}" type="presParOf" srcId="{5FC02A65-74FC-4306-A7BA-76528E990F7B}" destId="{4AA977EF-4A4B-45E6-9E6B-2630702E3CAC}" srcOrd="1" destOrd="0" presId="urn:microsoft.com/office/officeart/2005/8/layout/pyramid1"/>
    <dgm:cxn modelId="{F0A8D93D-517E-4F04-A6EF-E493D81B2C78}" type="presParOf" srcId="{4AA977EF-4A4B-45E6-9E6B-2630702E3CAC}" destId="{9C54B7F6-685B-4F47-929A-D28B8AFC99EC}" srcOrd="0" destOrd="0" presId="urn:microsoft.com/office/officeart/2005/8/layout/pyramid1"/>
    <dgm:cxn modelId="{7D0A2655-D186-4226-B392-D4D9955AF51F}" type="presParOf" srcId="{4AA977EF-4A4B-45E6-9E6B-2630702E3CAC}" destId="{21184A3B-29EC-4646-9696-B6702084B1C8}" srcOrd="1" destOrd="0" presId="urn:microsoft.com/office/officeart/2005/8/layout/pyramid1"/>
    <dgm:cxn modelId="{FB228687-6A1D-4102-9D6D-EAE47730AD9F}" type="presParOf" srcId="{5FC02A65-74FC-4306-A7BA-76528E990F7B}" destId="{24959762-2439-45AB-93C8-B651AEAA4D58}" srcOrd="2" destOrd="0" presId="urn:microsoft.com/office/officeart/2005/8/layout/pyramid1"/>
    <dgm:cxn modelId="{6CAC70FF-9885-435B-9711-DA4BEC4516C8}" type="presParOf" srcId="{24959762-2439-45AB-93C8-B651AEAA4D58}" destId="{5DD74F72-A01B-4AF4-84AE-84E40E9C9A33}" srcOrd="0" destOrd="0" presId="urn:microsoft.com/office/officeart/2005/8/layout/pyramid1"/>
    <dgm:cxn modelId="{6E5FAC30-A049-405F-8938-B57BBB8EEF0C}" type="presParOf" srcId="{24959762-2439-45AB-93C8-B651AEAA4D58}" destId="{B6483D1A-64BD-4180-91F5-232DA5DBC08F}" srcOrd="1" destOrd="0" presId="urn:microsoft.com/office/officeart/2005/8/layout/pyramid1"/>
    <dgm:cxn modelId="{B6DA0C22-CAA7-4B65-B73D-3B59D60D66BA}" type="presParOf" srcId="{5FC02A65-74FC-4306-A7BA-76528E990F7B}" destId="{717ECD6A-766E-4FD5-A24D-1AC87C050073}" srcOrd="3" destOrd="0" presId="urn:microsoft.com/office/officeart/2005/8/layout/pyramid1"/>
    <dgm:cxn modelId="{1247FFA1-2DFF-4D6C-8298-BB95854B376B}" type="presParOf" srcId="{717ECD6A-766E-4FD5-A24D-1AC87C050073}" destId="{DCF56EDC-6D69-411E-8276-BA2AC3E48CD8}" srcOrd="0" destOrd="0" presId="urn:microsoft.com/office/officeart/2005/8/layout/pyramid1"/>
    <dgm:cxn modelId="{8D00347E-0F4E-4B0D-9FC9-D15AE43D5EF6}" type="presParOf" srcId="{717ECD6A-766E-4FD5-A24D-1AC87C050073}" destId="{E6CFD25A-C0BA-475F-9160-F1AD17FEC72B}" srcOrd="1" destOrd="0" presId="urn:microsoft.com/office/officeart/2005/8/layout/pyramid1"/>
    <dgm:cxn modelId="{0521F6A1-E916-43F8-A0CC-C233CDC2317D}" type="presParOf" srcId="{5FC02A65-74FC-4306-A7BA-76528E990F7B}" destId="{5E9DFE45-CA4D-4646-B7BC-F0987150ABF6}" srcOrd="4" destOrd="0" presId="urn:microsoft.com/office/officeart/2005/8/layout/pyramid1"/>
    <dgm:cxn modelId="{AB9A48B5-0880-416E-8E05-CA2B672AE13C}" type="presParOf" srcId="{5E9DFE45-CA4D-4646-B7BC-F0987150ABF6}" destId="{F0F9FA52-341D-4850-8FB1-B875FF25731B}" srcOrd="0" destOrd="0" presId="urn:microsoft.com/office/officeart/2005/8/layout/pyramid1"/>
    <dgm:cxn modelId="{93966933-BB3E-42B6-92F5-6A1F9967007E}" type="presParOf" srcId="{5E9DFE45-CA4D-4646-B7BC-F0987150ABF6}" destId="{07D07377-EAA3-431F-93AE-992D4195B3D4}" srcOrd="1" destOrd="0" presId="urn:microsoft.com/office/officeart/2005/8/layout/pyramid1"/>
    <dgm:cxn modelId="{5597AA25-85DD-47CC-8760-CDBEB78427CA}" type="presParOf" srcId="{5FC02A65-74FC-4306-A7BA-76528E990F7B}" destId="{55D9BA4E-FC27-401C-AFF3-63D463953556}" srcOrd="5" destOrd="0" presId="urn:microsoft.com/office/officeart/2005/8/layout/pyramid1"/>
    <dgm:cxn modelId="{1DEF7224-5ECD-4A0B-BEC9-5E33009677EC}" type="presParOf" srcId="{55D9BA4E-FC27-401C-AFF3-63D463953556}" destId="{4FFBCB2E-F7EA-42D9-8E93-4541AA5167C8}" srcOrd="0" destOrd="0" presId="urn:microsoft.com/office/officeart/2005/8/layout/pyramid1"/>
    <dgm:cxn modelId="{AC9ECBA7-53A2-4031-9AFA-FA5B45EAB210}" type="presParOf" srcId="{55D9BA4E-FC27-401C-AFF3-63D463953556}" destId="{4122939E-E11A-4291-ACCE-5CBA04707855}" srcOrd="1" destOrd="0" presId="urn:microsoft.com/office/officeart/2005/8/layout/pyramid1"/>
    <dgm:cxn modelId="{7FA1EF5E-3EC6-4DCA-8855-CE3DA2AE73B1}" type="presParOf" srcId="{5FC02A65-74FC-4306-A7BA-76528E990F7B}" destId="{FAB2B1CC-D3DE-4257-A58F-7DBD36AB83F4}" srcOrd="6" destOrd="0" presId="urn:microsoft.com/office/officeart/2005/8/layout/pyramid1"/>
    <dgm:cxn modelId="{04028088-F258-44F1-8E7A-6D9C9233D65C}" type="presParOf" srcId="{FAB2B1CC-D3DE-4257-A58F-7DBD36AB83F4}" destId="{FAF0455A-A921-4BD1-8B07-5C109C18F0F7}" srcOrd="0" destOrd="0" presId="urn:microsoft.com/office/officeart/2005/8/layout/pyramid1"/>
    <dgm:cxn modelId="{27353D18-C07B-423F-9E9B-0F80E91F1635}" type="presParOf" srcId="{FAB2B1CC-D3DE-4257-A58F-7DBD36AB83F4}" destId="{7A1340A4-0934-42A5-8102-D17BD23286C2}"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C605790-4E2B-4DD1-A5B7-F01983146117}" type="doc">
      <dgm:prSet loTypeId="urn:microsoft.com/office/officeart/2005/8/layout/pyramid1" loCatId="pyramid" qsTypeId="urn:microsoft.com/office/officeart/2005/8/quickstyle/simple1" qsCatId="simple" csTypeId="urn:microsoft.com/office/officeart/2005/8/colors/accent1_2" csCatId="accent1" phldr="1"/>
      <dgm:spPr/>
    </dgm:pt>
    <dgm:pt modelId="{414B2E66-FBA0-47C7-9CF1-967C98DDE1D4}">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Function</a:t>
          </a:r>
        </a:p>
      </dgm:t>
    </dgm:pt>
    <dgm:pt modelId="{037E6F7D-28BA-4630-B78C-D83D5592F656}" type="parTrans" cxnId="{36DF42D9-1FD2-41E8-9944-29657AE55B99}">
      <dgm:prSet/>
      <dgm:spPr/>
      <dgm:t>
        <a:bodyPr/>
        <a:lstStyle/>
        <a:p>
          <a:endParaRPr lang="en-GB"/>
        </a:p>
      </dgm:t>
    </dgm:pt>
    <dgm:pt modelId="{55B7D36F-6480-4DEF-A056-A2F6D70E5EAD}" type="sibTrans" cxnId="{36DF42D9-1FD2-41E8-9944-29657AE55B99}">
      <dgm:prSet/>
      <dgm:spPr/>
      <dgm:t>
        <a:bodyPr/>
        <a:lstStyle/>
        <a:p>
          <a:endParaRPr lang="en-GB"/>
        </a:p>
      </dgm:t>
    </dgm:pt>
    <dgm:pt modelId="{4A9AB868-F11F-4CB8-BEBF-5ED76CEDF7A0}">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Praxis</a:t>
          </a:r>
        </a:p>
      </dgm:t>
    </dgm:pt>
    <dgm:pt modelId="{ECFFF2B2-E2D6-4076-9C17-5789DEA2D316}" type="parTrans" cxnId="{0467588A-5778-45F0-A7E2-5DA7ADCDA64B}">
      <dgm:prSet/>
      <dgm:spPr/>
      <dgm:t>
        <a:bodyPr/>
        <a:lstStyle/>
        <a:p>
          <a:endParaRPr lang="en-GB"/>
        </a:p>
      </dgm:t>
    </dgm:pt>
    <dgm:pt modelId="{DE3B1F9A-8594-4452-A8BB-93CFA96956BF}" type="sibTrans" cxnId="{0467588A-5778-45F0-A7E2-5DA7ADCDA64B}">
      <dgm:prSet/>
      <dgm:spPr/>
      <dgm:t>
        <a:bodyPr/>
        <a:lstStyle/>
        <a:p>
          <a:endParaRPr lang="en-GB"/>
        </a:p>
      </dgm:t>
    </dgm:pt>
    <dgm:pt modelId="{157F8B8E-2229-42FF-8D7A-41AAB0B7C521}">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Memory</a:t>
          </a:r>
        </a:p>
      </dgm:t>
    </dgm:pt>
    <dgm:pt modelId="{AF7F0719-DA9F-47D1-93AC-0D8EB35B50AA}" type="parTrans" cxnId="{49A3F16C-E673-452B-BF3F-F778725999E5}">
      <dgm:prSet/>
      <dgm:spPr/>
      <dgm:t>
        <a:bodyPr/>
        <a:lstStyle/>
        <a:p>
          <a:endParaRPr lang="en-GB"/>
        </a:p>
      </dgm:t>
    </dgm:pt>
    <dgm:pt modelId="{AC43729E-E9CE-4998-83F7-2448EC80586B}" type="sibTrans" cxnId="{49A3F16C-E673-452B-BF3F-F778725999E5}">
      <dgm:prSet/>
      <dgm:spPr/>
      <dgm:t>
        <a:bodyPr/>
        <a:lstStyle/>
        <a:p>
          <a:endParaRPr lang="en-GB"/>
        </a:p>
      </dgm:t>
    </dgm:pt>
    <dgm:pt modelId="{BC7AAFA2-F98F-47B7-9DBB-2ED9746CCD7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Visual/spatial perception</a:t>
          </a:r>
        </a:p>
      </dgm:t>
    </dgm:pt>
    <dgm:pt modelId="{3393ACCB-B4E3-4D0F-BB38-1EA5EA816809}" type="parTrans" cxnId="{33DC2F48-992E-4B5D-B244-F964544B1F7C}">
      <dgm:prSet/>
      <dgm:spPr/>
      <dgm:t>
        <a:bodyPr/>
        <a:lstStyle/>
        <a:p>
          <a:endParaRPr lang="en-GB"/>
        </a:p>
      </dgm:t>
    </dgm:pt>
    <dgm:pt modelId="{911D8E7F-61BB-456E-983E-7EC512AE8C6E}" type="sibTrans" cxnId="{33DC2F48-992E-4B5D-B244-F964544B1F7C}">
      <dgm:prSet/>
      <dgm:spPr/>
      <dgm:t>
        <a:bodyPr/>
        <a:lstStyle/>
        <a:p>
          <a:endParaRPr lang="en-GB"/>
        </a:p>
      </dgm:t>
    </dgm:pt>
    <dgm:pt modelId="{C403FD6A-E304-4990-BBFC-975D58D049B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Attention</a:t>
          </a:r>
        </a:p>
      </dgm:t>
    </dgm:pt>
    <dgm:pt modelId="{2804BCC4-2B08-4EF1-BD62-CFE2C365FAB2}" type="parTrans" cxnId="{4B504072-80CD-43EC-B343-384C1CBE2B82}">
      <dgm:prSet/>
      <dgm:spPr/>
      <dgm:t>
        <a:bodyPr/>
        <a:lstStyle/>
        <a:p>
          <a:endParaRPr lang="en-GB"/>
        </a:p>
      </dgm:t>
    </dgm:pt>
    <dgm:pt modelId="{CE6B6D9A-FECE-496A-9A50-0DFE7FAA763A}" type="sibTrans" cxnId="{4B504072-80CD-43EC-B343-384C1CBE2B82}">
      <dgm:prSet/>
      <dgm:spPr/>
      <dgm:t>
        <a:bodyPr/>
        <a:lstStyle/>
        <a:p>
          <a:endParaRPr lang="en-GB"/>
        </a:p>
      </dgm:t>
    </dgm:pt>
    <dgm:pt modelId="{C8B1DBC7-B6EB-469E-9590-C3987CB97D6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Sensory Registration</a:t>
          </a:r>
        </a:p>
      </dgm:t>
    </dgm:pt>
    <dgm:pt modelId="{6C796529-51D3-4A48-B82A-F037366E7C9E}" type="parTrans" cxnId="{5CC9F6C4-8BBA-43A7-AD22-48E06E1086FF}">
      <dgm:prSet/>
      <dgm:spPr/>
      <dgm:t>
        <a:bodyPr/>
        <a:lstStyle/>
        <a:p>
          <a:endParaRPr lang="en-GB"/>
        </a:p>
      </dgm:t>
    </dgm:pt>
    <dgm:pt modelId="{4F5A1E95-2041-4750-ACFC-C393B40EB611}" type="sibTrans" cxnId="{5CC9F6C4-8BBA-43A7-AD22-48E06E1086FF}">
      <dgm:prSet/>
      <dgm:spPr/>
      <dgm:t>
        <a:bodyPr/>
        <a:lstStyle/>
        <a:p>
          <a:endParaRPr lang="en-GB"/>
        </a:p>
      </dgm:t>
    </dgm:pt>
    <dgm:pt modelId="{E0EF2D14-62C6-4271-96C5-EB18C438151F}">
      <dgm:prSet/>
      <dgm:spPr>
        <a:solidFill>
          <a:srgbClr val="FF66CC"/>
        </a:solidFill>
      </dgm:spPr>
      <dgm:t>
        <a:bodyPr/>
        <a:lstStyle/>
        <a:p>
          <a:r>
            <a:rPr lang="en-GB" b="1" dirty="0">
              <a:latin typeface="Arial" panose="020B0604020202020204" pitchFamily="34" charset="0"/>
              <a:cs typeface="Arial" panose="020B0604020202020204" pitchFamily="34" charset="0"/>
            </a:rPr>
            <a:t>Object recognition</a:t>
          </a:r>
        </a:p>
      </dgm:t>
    </dgm:pt>
    <dgm:pt modelId="{55C8A5D4-1A9F-4E6C-9EA2-6CC33A8E8F66}" type="parTrans" cxnId="{269BEDE0-4A13-4FF1-AF22-A35F5C6B18D8}">
      <dgm:prSet/>
      <dgm:spPr/>
      <dgm:t>
        <a:bodyPr/>
        <a:lstStyle/>
        <a:p>
          <a:endParaRPr lang="en-GB"/>
        </a:p>
      </dgm:t>
    </dgm:pt>
    <dgm:pt modelId="{1603DA05-47C4-4E5E-B5EE-EFF64408C642}" type="sibTrans" cxnId="{269BEDE0-4A13-4FF1-AF22-A35F5C6B18D8}">
      <dgm:prSet/>
      <dgm:spPr/>
      <dgm:t>
        <a:bodyPr/>
        <a:lstStyle/>
        <a:p>
          <a:endParaRPr lang="en-GB"/>
        </a:p>
      </dgm:t>
    </dgm:pt>
    <dgm:pt modelId="{5FC02A65-74FC-4306-A7BA-76528E990F7B}" type="pres">
      <dgm:prSet presAssocID="{EC605790-4E2B-4DD1-A5B7-F01983146117}" presName="Name0" presStyleCnt="0">
        <dgm:presLayoutVars>
          <dgm:dir/>
          <dgm:animLvl val="lvl"/>
          <dgm:resizeHandles val="exact"/>
        </dgm:presLayoutVars>
      </dgm:prSet>
      <dgm:spPr/>
    </dgm:pt>
    <dgm:pt modelId="{3C3DA3AB-7A63-4704-B4F3-54A66035CCAF}" type="pres">
      <dgm:prSet presAssocID="{414B2E66-FBA0-47C7-9CF1-967C98DDE1D4}" presName="Name8" presStyleCnt="0"/>
      <dgm:spPr/>
    </dgm:pt>
    <dgm:pt modelId="{7F65F3E1-2B46-40A0-9536-1A581E5CA00D}" type="pres">
      <dgm:prSet presAssocID="{414B2E66-FBA0-47C7-9CF1-967C98DDE1D4}" presName="level" presStyleLbl="node1" presStyleIdx="0" presStyleCnt="7">
        <dgm:presLayoutVars>
          <dgm:chMax val="1"/>
          <dgm:bulletEnabled val="1"/>
        </dgm:presLayoutVars>
      </dgm:prSet>
      <dgm:spPr/>
    </dgm:pt>
    <dgm:pt modelId="{1FC6927E-BC34-4B71-A4EB-F92C6FC00C07}" type="pres">
      <dgm:prSet presAssocID="{414B2E66-FBA0-47C7-9CF1-967C98DDE1D4}" presName="levelTx" presStyleLbl="revTx" presStyleIdx="0" presStyleCnt="0">
        <dgm:presLayoutVars>
          <dgm:chMax val="1"/>
          <dgm:bulletEnabled val="1"/>
        </dgm:presLayoutVars>
      </dgm:prSet>
      <dgm:spPr/>
    </dgm:pt>
    <dgm:pt modelId="{4AA977EF-4A4B-45E6-9E6B-2630702E3CAC}" type="pres">
      <dgm:prSet presAssocID="{4A9AB868-F11F-4CB8-BEBF-5ED76CEDF7A0}" presName="Name8" presStyleCnt="0"/>
      <dgm:spPr/>
    </dgm:pt>
    <dgm:pt modelId="{9C54B7F6-685B-4F47-929A-D28B8AFC99EC}" type="pres">
      <dgm:prSet presAssocID="{4A9AB868-F11F-4CB8-BEBF-5ED76CEDF7A0}" presName="level" presStyleLbl="node1" presStyleIdx="1" presStyleCnt="7">
        <dgm:presLayoutVars>
          <dgm:chMax val="1"/>
          <dgm:bulletEnabled val="1"/>
        </dgm:presLayoutVars>
      </dgm:prSet>
      <dgm:spPr/>
    </dgm:pt>
    <dgm:pt modelId="{21184A3B-29EC-4646-9696-B6702084B1C8}" type="pres">
      <dgm:prSet presAssocID="{4A9AB868-F11F-4CB8-BEBF-5ED76CEDF7A0}" presName="levelTx" presStyleLbl="revTx" presStyleIdx="0" presStyleCnt="0">
        <dgm:presLayoutVars>
          <dgm:chMax val="1"/>
          <dgm:bulletEnabled val="1"/>
        </dgm:presLayoutVars>
      </dgm:prSet>
      <dgm:spPr/>
    </dgm:pt>
    <dgm:pt modelId="{24959762-2439-45AB-93C8-B651AEAA4D58}" type="pres">
      <dgm:prSet presAssocID="{157F8B8E-2229-42FF-8D7A-41AAB0B7C521}" presName="Name8" presStyleCnt="0"/>
      <dgm:spPr/>
    </dgm:pt>
    <dgm:pt modelId="{5DD74F72-A01B-4AF4-84AE-84E40E9C9A33}" type="pres">
      <dgm:prSet presAssocID="{157F8B8E-2229-42FF-8D7A-41AAB0B7C521}" presName="level" presStyleLbl="node1" presStyleIdx="2" presStyleCnt="7">
        <dgm:presLayoutVars>
          <dgm:chMax val="1"/>
          <dgm:bulletEnabled val="1"/>
        </dgm:presLayoutVars>
      </dgm:prSet>
      <dgm:spPr/>
    </dgm:pt>
    <dgm:pt modelId="{B6483D1A-64BD-4180-91F5-232DA5DBC08F}" type="pres">
      <dgm:prSet presAssocID="{157F8B8E-2229-42FF-8D7A-41AAB0B7C521}" presName="levelTx" presStyleLbl="revTx" presStyleIdx="0" presStyleCnt="0">
        <dgm:presLayoutVars>
          <dgm:chMax val="1"/>
          <dgm:bulletEnabled val="1"/>
        </dgm:presLayoutVars>
      </dgm:prSet>
      <dgm:spPr/>
    </dgm:pt>
    <dgm:pt modelId="{717ECD6A-766E-4FD5-A24D-1AC87C050073}" type="pres">
      <dgm:prSet presAssocID="{E0EF2D14-62C6-4271-96C5-EB18C438151F}" presName="Name8" presStyleCnt="0"/>
      <dgm:spPr/>
    </dgm:pt>
    <dgm:pt modelId="{DCF56EDC-6D69-411E-8276-BA2AC3E48CD8}" type="pres">
      <dgm:prSet presAssocID="{E0EF2D14-62C6-4271-96C5-EB18C438151F}" presName="level" presStyleLbl="node1" presStyleIdx="3" presStyleCnt="7">
        <dgm:presLayoutVars>
          <dgm:chMax val="1"/>
          <dgm:bulletEnabled val="1"/>
        </dgm:presLayoutVars>
      </dgm:prSet>
      <dgm:spPr/>
    </dgm:pt>
    <dgm:pt modelId="{E6CFD25A-C0BA-475F-9160-F1AD17FEC72B}" type="pres">
      <dgm:prSet presAssocID="{E0EF2D14-62C6-4271-96C5-EB18C438151F}" presName="levelTx" presStyleLbl="revTx" presStyleIdx="0" presStyleCnt="0">
        <dgm:presLayoutVars>
          <dgm:chMax val="1"/>
          <dgm:bulletEnabled val="1"/>
        </dgm:presLayoutVars>
      </dgm:prSet>
      <dgm:spPr/>
    </dgm:pt>
    <dgm:pt modelId="{5E9DFE45-CA4D-4646-B7BC-F0987150ABF6}" type="pres">
      <dgm:prSet presAssocID="{BC7AAFA2-F98F-47B7-9DBB-2ED9746CCD79}" presName="Name8" presStyleCnt="0"/>
      <dgm:spPr/>
    </dgm:pt>
    <dgm:pt modelId="{F0F9FA52-341D-4850-8FB1-B875FF25731B}" type="pres">
      <dgm:prSet presAssocID="{BC7AAFA2-F98F-47B7-9DBB-2ED9746CCD79}" presName="level" presStyleLbl="node1" presStyleIdx="4" presStyleCnt="7">
        <dgm:presLayoutVars>
          <dgm:chMax val="1"/>
          <dgm:bulletEnabled val="1"/>
        </dgm:presLayoutVars>
      </dgm:prSet>
      <dgm:spPr/>
    </dgm:pt>
    <dgm:pt modelId="{07D07377-EAA3-431F-93AE-992D4195B3D4}" type="pres">
      <dgm:prSet presAssocID="{BC7AAFA2-F98F-47B7-9DBB-2ED9746CCD79}" presName="levelTx" presStyleLbl="revTx" presStyleIdx="0" presStyleCnt="0">
        <dgm:presLayoutVars>
          <dgm:chMax val="1"/>
          <dgm:bulletEnabled val="1"/>
        </dgm:presLayoutVars>
      </dgm:prSet>
      <dgm:spPr/>
    </dgm:pt>
    <dgm:pt modelId="{55D9BA4E-FC27-401C-AFF3-63D463953556}" type="pres">
      <dgm:prSet presAssocID="{C403FD6A-E304-4990-BBFC-975D58D049B9}" presName="Name8" presStyleCnt="0"/>
      <dgm:spPr/>
    </dgm:pt>
    <dgm:pt modelId="{4FFBCB2E-F7EA-42D9-8E93-4541AA5167C8}" type="pres">
      <dgm:prSet presAssocID="{C403FD6A-E304-4990-BBFC-975D58D049B9}" presName="level" presStyleLbl="node1" presStyleIdx="5" presStyleCnt="7">
        <dgm:presLayoutVars>
          <dgm:chMax val="1"/>
          <dgm:bulletEnabled val="1"/>
        </dgm:presLayoutVars>
      </dgm:prSet>
      <dgm:spPr/>
    </dgm:pt>
    <dgm:pt modelId="{4122939E-E11A-4291-ACCE-5CBA04707855}" type="pres">
      <dgm:prSet presAssocID="{C403FD6A-E304-4990-BBFC-975D58D049B9}" presName="levelTx" presStyleLbl="revTx" presStyleIdx="0" presStyleCnt="0">
        <dgm:presLayoutVars>
          <dgm:chMax val="1"/>
          <dgm:bulletEnabled val="1"/>
        </dgm:presLayoutVars>
      </dgm:prSet>
      <dgm:spPr/>
    </dgm:pt>
    <dgm:pt modelId="{FAB2B1CC-D3DE-4257-A58F-7DBD36AB83F4}" type="pres">
      <dgm:prSet presAssocID="{C8B1DBC7-B6EB-469E-9590-C3987CB97D69}" presName="Name8" presStyleCnt="0"/>
      <dgm:spPr/>
    </dgm:pt>
    <dgm:pt modelId="{FAF0455A-A921-4BD1-8B07-5C109C18F0F7}" type="pres">
      <dgm:prSet presAssocID="{C8B1DBC7-B6EB-469E-9590-C3987CB97D69}" presName="level" presStyleLbl="node1" presStyleIdx="6" presStyleCnt="7" custLinFactNeighborX="-410" custLinFactNeighborY="-7325">
        <dgm:presLayoutVars>
          <dgm:chMax val="1"/>
          <dgm:bulletEnabled val="1"/>
        </dgm:presLayoutVars>
      </dgm:prSet>
      <dgm:spPr/>
    </dgm:pt>
    <dgm:pt modelId="{7A1340A4-0934-42A5-8102-D17BD23286C2}" type="pres">
      <dgm:prSet presAssocID="{C8B1DBC7-B6EB-469E-9590-C3987CB97D69}" presName="levelTx" presStyleLbl="revTx" presStyleIdx="0" presStyleCnt="0">
        <dgm:presLayoutVars>
          <dgm:chMax val="1"/>
          <dgm:bulletEnabled val="1"/>
        </dgm:presLayoutVars>
      </dgm:prSet>
      <dgm:spPr/>
    </dgm:pt>
  </dgm:ptLst>
  <dgm:cxnLst>
    <dgm:cxn modelId="{FF3ECD00-ED07-4BFE-869D-4902EC654B2F}" type="presOf" srcId="{E0EF2D14-62C6-4271-96C5-EB18C438151F}" destId="{DCF56EDC-6D69-411E-8276-BA2AC3E48CD8}" srcOrd="0" destOrd="0" presId="urn:microsoft.com/office/officeart/2005/8/layout/pyramid1"/>
    <dgm:cxn modelId="{7AF2970C-3FAC-4BCE-BE5F-5730DCFFB055}" type="presOf" srcId="{414B2E66-FBA0-47C7-9CF1-967C98DDE1D4}" destId="{1FC6927E-BC34-4B71-A4EB-F92C6FC00C07}" srcOrd="1" destOrd="0" presId="urn:microsoft.com/office/officeart/2005/8/layout/pyramid1"/>
    <dgm:cxn modelId="{14065D12-2325-426D-883D-420363DDE422}" type="presOf" srcId="{C403FD6A-E304-4990-BBFC-975D58D049B9}" destId="{4122939E-E11A-4291-ACCE-5CBA04707855}" srcOrd="1" destOrd="0" presId="urn:microsoft.com/office/officeart/2005/8/layout/pyramid1"/>
    <dgm:cxn modelId="{6ACA6214-81E9-425D-A3AD-7C8E3BA5C671}" type="presOf" srcId="{414B2E66-FBA0-47C7-9CF1-967C98DDE1D4}" destId="{7F65F3E1-2B46-40A0-9536-1A581E5CA00D}" srcOrd="0" destOrd="0" presId="urn:microsoft.com/office/officeart/2005/8/layout/pyramid1"/>
    <dgm:cxn modelId="{C174C71B-45DF-4AF8-A4C9-0EF1D7EA2DC8}" type="presOf" srcId="{C8B1DBC7-B6EB-469E-9590-C3987CB97D69}" destId="{7A1340A4-0934-42A5-8102-D17BD23286C2}" srcOrd="1" destOrd="0" presId="urn:microsoft.com/office/officeart/2005/8/layout/pyramid1"/>
    <dgm:cxn modelId="{170B511D-F305-45F2-A7D2-E371CDA91F0F}" type="presOf" srcId="{4A9AB868-F11F-4CB8-BEBF-5ED76CEDF7A0}" destId="{9C54B7F6-685B-4F47-929A-D28B8AFC99EC}" srcOrd="0" destOrd="0" presId="urn:microsoft.com/office/officeart/2005/8/layout/pyramid1"/>
    <dgm:cxn modelId="{FC97B763-993D-4ADE-9DDD-0727EC4A48A2}" type="presOf" srcId="{4A9AB868-F11F-4CB8-BEBF-5ED76CEDF7A0}" destId="{21184A3B-29EC-4646-9696-B6702084B1C8}" srcOrd="1" destOrd="0" presId="urn:microsoft.com/office/officeart/2005/8/layout/pyramid1"/>
    <dgm:cxn modelId="{33DC2F48-992E-4B5D-B244-F964544B1F7C}" srcId="{EC605790-4E2B-4DD1-A5B7-F01983146117}" destId="{BC7AAFA2-F98F-47B7-9DBB-2ED9746CCD79}" srcOrd="4" destOrd="0" parTransId="{3393ACCB-B4E3-4D0F-BB38-1EA5EA816809}" sibTransId="{911D8E7F-61BB-456E-983E-7EC512AE8C6E}"/>
    <dgm:cxn modelId="{600D4C6B-28E6-4606-80E8-7FAB54E13CB6}" type="presOf" srcId="{BC7AAFA2-F98F-47B7-9DBB-2ED9746CCD79}" destId="{07D07377-EAA3-431F-93AE-992D4195B3D4}" srcOrd="1" destOrd="0" presId="urn:microsoft.com/office/officeart/2005/8/layout/pyramid1"/>
    <dgm:cxn modelId="{49A3F16C-E673-452B-BF3F-F778725999E5}" srcId="{EC605790-4E2B-4DD1-A5B7-F01983146117}" destId="{157F8B8E-2229-42FF-8D7A-41AAB0B7C521}" srcOrd="2" destOrd="0" parTransId="{AF7F0719-DA9F-47D1-93AC-0D8EB35B50AA}" sibTransId="{AC43729E-E9CE-4998-83F7-2448EC80586B}"/>
    <dgm:cxn modelId="{4B504072-80CD-43EC-B343-384C1CBE2B82}" srcId="{EC605790-4E2B-4DD1-A5B7-F01983146117}" destId="{C403FD6A-E304-4990-BBFC-975D58D049B9}" srcOrd="5" destOrd="0" parTransId="{2804BCC4-2B08-4EF1-BD62-CFE2C365FAB2}" sibTransId="{CE6B6D9A-FECE-496A-9A50-0DFE7FAA763A}"/>
    <dgm:cxn modelId="{64FA8B56-EFE6-401F-8773-129FA9E5368A}" type="presOf" srcId="{E0EF2D14-62C6-4271-96C5-EB18C438151F}" destId="{E6CFD25A-C0BA-475F-9160-F1AD17FEC72B}" srcOrd="1" destOrd="0" presId="urn:microsoft.com/office/officeart/2005/8/layout/pyramid1"/>
    <dgm:cxn modelId="{0467588A-5778-45F0-A7E2-5DA7ADCDA64B}" srcId="{EC605790-4E2B-4DD1-A5B7-F01983146117}" destId="{4A9AB868-F11F-4CB8-BEBF-5ED76CEDF7A0}" srcOrd="1" destOrd="0" parTransId="{ECFFF2B2-E2D6-4076-9C17-5789DEA2D316}" sibTransId="{DE3B1F9A-8594-4452-A8BB-93CFA96956BF}"/>
    <dgm:cxn modelId="{A562EE93-D711-493D-968C-15505163087E}" type="presOf" srcId="{157F8B8E-2229-42FF-8D7A-41AAB0B7C521}" destId="{5DD74F72-A01B-4AF4-84AE-84E40E9C9A33}" srcOrd="0" destOrd="0" presId="urn:microsoft.com/office/officeart/2005/8/layout/pyramid1"/>
    <dgm:cxn modelId="{2B0D159E-A54B-4B67-AE3B-498754E2F9AA}" type="presOf" srcId="{C8B1DBC7-B6EB-469E-9590-C3987CB97D69}" destId="{FAF0455A-A921-4BD1-8B07-5C109C18F0F7}" srcOrd="0" destOrd="0" presId="urn:microsoft.com/office/officeart/2005/8/layout/pyramid1"/>
    <dgm:cxn modelId="{427C35AB-1C33-49C2-AEB5-AA1862B67500}" type="presOf" srcId="{BC7AAFA2-F98F-47B7-9DBB-2ED9746CCD79}" destId="{F0F9FA52-341D-4850-8FB1-B875FF25731B}" srcOrd="0" destOrd="0" presId="urn:microsoft.com/office/officeart/2005/8/layout/pyramid1"/>
    <dgm:cxn modelId="{A2C490AB-063E-40A5-A9DA-9F582A225A1D}" type="presOf" srcId="{157F8B8E-2229-42FF-8D7A-41AAB0B7C521}" destId="{B6483D1A-64BD-4180-91F5-232DA5DBC08F}" srcOrd="1" destOrd="0" presId="urn:microsoft.com/office/officeart/2005/8/layout/pyramid1"/>
    <dgm:cxn modelId="{5CC9F6C4-8BBA-43A7-AD22-48E06E1086FF}" srcId="{EC605790-4E2B-4DD1-A5B7-F01983146117}" destId="{C8B1DBC7-B6EB-469E-9590-C3987CB97D69}" srcOrd="6" destOrd="0" parTransId="{6C796529-51D3-4A48-B82A-F037366E7C9E}" sibTransId="{4F5A1E95-2041-4750-ACFC-C393B40EB611}"/>
    <dgm:cxn modelId="{8FB23ED5-B964-4AB5-9ECD-D72B0CEFC5FB}" type="presOf" srcId="{C403FD6A-E304-4990-BBFC-975D58D049B9}" destId="{4FFBCB2E-F7EA-42D9-8E93-4541AA5167C8}" srcOrd="0" destOrd="0" presId="urn:microsoft.com/office/officeart/2005/8/layout/pyramid1"/>
    <dgm:cxn modelId="{36DF42D9-1FD2-41E8-9944-29657AE55B99}" srcId="{EC605790-4E2B-4DD1-A5B7-F01983146117}" destId="{414B2E66-FBA0-47C7-9CF1-967C98DDE1D4}" srcOrd="0" destOrd="0" parTransId="{037E6F7D-28BA-4630-B78C-D83D5592F656}" sibTransId="{55B7D36F-6480-4DEF-A056-A2F6D70E5EAD}"/>
    <dgm:cxn modelId="{269BEDE0-4A13-4FF1-AF22-A35F5C6B18D8}" srcId="{EC605790-4E2B-4DD1-A5B7-F01983146117}" destId="{E0EF2D14-62C6-4271-96C5-EB18C438151F}" srcOrd="3" destOrd="0" parTransId="{55C8A5D4-1A9F-4E6C-9EA2-6CC33A8E8F66}" sibTransId="{1603DA05-47C4-4E5E-B5EE-EFF64408C642}"/>
    <dgm:cxn modelId="{CF36C3E2-962B-4EFC-BF51-E3C271CC92EB}" type="presOf" srcId="{EC605790-4E2B-4DD1-A5B7-F01983146117}" destId="{5FC02A65-74FC-4306-A7BA-76528E990F7B}" srcOrd="0" destOrd="0" presId="urn:microsoft.com/office/officeart/2005/8/layout/pyramid1"/>
    <dgm:cxn modelId="{F9353A36-3F4C-46DB-A459-34005B9C0594}" type="presParOf" srcId="{5FC02A65-74FC-4306-A7BA-76528E990F7B}" destId="{3C3DA3AB-7A63-4704-B4F3-54A66035CCAF}" srcOrd="0" destOrd="0" presId="urn:microsoft.com/office/officeart/2005/8/layout/pyramid1"/>
    <dgm:cxn modelId="{7DA5868E-AD66-409D-BF14-B7009F7C2947}" type="presParOf" srcId="{3C3DA3AB-7A63-4704-B4F3-54A66035CCAF}" destId="{7F65F3E1-2B46-40A0-9536-1A581E5CA00D}" srcOrd="0" destOrd="0" presId="urn:microsoft.com/office/officeart/2005/8/layout/pyramid1"/>
    <dgm:cxn modelId="{88281A2B-566F-4973-A9B9-72254BF298A7}" type="presParOf" srcId="{3C3DA3AB-7A63-4704-B4F3-54A66035CCAF}" destId="{1FC6927E-BC34-4B71-A4EB-F92C6FC00C07}" srcOrd="1" destOrd="0" presId="urn:microsoft.com/office/officeart/2005/8/layout/pyramid1"/>
    <dgm:cxn modelId="{1610314E-7DF8-414E-80A1-690B11144308}" type="presParOf" srcId="{5FC02A65-74FC-4306-A7BA-76528E990F7B}" destId="{4AA977EF-4A4B-45E6-9E6B-2630702E3CAC}" srcOrd="1" destOrd="0" presId="urn:microsoft.com/office/officeart/2005/8/layout/pyramid1"/>
    <dgm:cxn modelId="{F0A8D93D-517E-4F04-A6EF-E493D81B2C78}" type="presParOf" srcId="{4AA977EF-4A4B-45E6-9E6B-2630702E3CAC}" destId="{9C54B7F6-685B-4F47-929A-D28B8AFC99EC}" srcOrd="0" destOrd="0" presId="urn:microsoft.com/office/officeart/2005/8/layout/pyramid1"/>
    <dgm:cxn modelId="{7D0A2655-D186-4226-B392-D4D9955AF51F}" type="presParOf" srcId="{4AA977EF-4A4B-45E6-9E6B-2630702E3CAC}" destId="{21184A3B-29EC-4646-9696-B6702084B1C8}" srcOrd="1" destOrd="0" presId="urn:microsoft.com/office/officeart/2005/8/layout/pyramid1"/>
    <dgm:cxn modelId="{FB228687-6A1D-4102-9D6D-EAE47730AD9F}" type="presParOf" srcId="{5FC02A65-74FC-4306-A7BA-76528E990F7B}" destId="{24959762-2439-45AB-93C8-B651AEAA4D58}" srcOrd="2" destOrd="0" presId="urn:microsoft.com/office/officeart/2005/8/layout/pyramid1"/>
    <dgm:cxn modelId="{6CAC70FF-9885-435B-9711-DA4BEC4516C8}" type="presParOf" srcId="{24959762-2439-45AB-93C8-B651AEAA4D58}" destId="{5DD74F72-A01B-4AF4-84AE-84E40E9C9A33}" srcOrd="0" destOrd="0" presId="urn:microsoft.com/office/officeart/2005/8/layout/pyramid1"/>
    <dgm:cxn modelId="{6E5FAC30-A049-405F-8938-B57BBB8EEF0C}" type="presParOf" srcId="{24959762-2439-45AB-93C8-B651AEAA4D58}" destId="{B6483D1A-64BD-4180-91F5-232DA5DBC08F}" srcOrd="1" destOrd="0" presId="urn:microsoft.com/office/officeart/2005/8/layout/pyramid1"/>
    <dgm:cxn modelId="{B6DA0C22-CAA7-4B65-B73D-3B59D60D66BA}" type="presParOf" srcId="{5FC02A65-74FC-4306-A7BA-76528E990F7B}" destId="{717ECD6A-766E-4FD5-A24D-1AC87C050073}" srcOrd="3" destOrd="0" presId="urn:microsoft.com/office/officeart/2005/8/layout/pyramid1"/>
    <dgm:cxn modelId="{1247FFA1-2DFF-4D6C-8298-BB95854B376B}" type="presParOf" srcId="{717ECD6A-766E-4FD5-A24D-1AC87C050073}" destId="{DCF56EDC-6D69-411E-8276-BA2AC3E48CD8}" srcOrd="0" destOrd="0" presId="urn:microsoft.com/office/officeart/2005/8/layout/pyramid1"/>
    <dgm:cxn modelId="{8D00347E-0F4E-4B0D-9FC9-D15AE43D5EF6}" type="presParOf" srcId="{717ECD6A-766E-4FD5-A24D-1AC87C050073}" destId="{E6CFD25A-C0BA-475F-9160-F1AD17FEC72B}" srcOrd="1" destOrd="0" presId="urn:microsoft.com/office/officeart/2005/8/layout/pyramid1"/>
    <dgm:cxn modelId="{0521F6A1-E916-43F8-A0CC-C233CDC2317D}" type="presParOf" srcId="{5FC02A65-74FC-4306-A7BA-76528E990F7B}" destId="{5E9DFE45-CA4D-4646-B7BC-F0987150ABF6}" srcOrd="4" destOrd="0" presId="urn:microsoft.com/office/officeart/2005/8/layout/pyramid1"/>
    <dgm:cxn modelId="{AB9A48B5-0880-416E-8E05-CA2B672AE13C}" type="presParOf" srcId="{5E9DFE45-CA4D-4646-B7BC-F0987150ABF6}" destId="{F0F9FA52-341D-4850-8FB1-B875FF25731B}" srcOrd="0" destOrd="0" presId="urn:microsoft.com/office/officeart/2005/8/layout/pyramid1"/>
    <dgm:cxn modelId="{93966933-BB3E-42B6-92F5-6A1F9967007E}" type="presParOf" srcId="{5E9DFE45-CA4D-4646-B7BC-F0987150ABF6}" destId="{07D07377-EAA3-431F-93AE-992D4195B3D4}" srcOrd="1" destOrd="0" presId="urn:microsoft.com/office/officeart/2005/8/layout/pyramid1"/>
    <dgm:cxn modelId="{5597AA25-85DD-47CC-8760-CDBEB78427CA}" type="presParOf" srcId="{5FC02A65-74FC-4306-A7BA-76528E990F7B}" destId="{55D9BA4E-FC27-401C-AFF3-63D463953556}" srcOrd="5" destOrd="0" presId="urn:microsoft.com/office/officeart/2005/8/layout/pyramid1"/>
    <dgm:cxn modelId="{1DEF7224-5ECD-4A0B-BEC9-5E33009677EC}" type="presParOf" srcId="{55D9BA4E-FC27-401C-AFF3-63D463953556}" destId="{4FFBCB2E-F7EA-42D9-8E93-4541AA5167C8}" srcOrd="0" destOrd="0" presId="urn:microsoft.com/office/officeart/2005/8/layout/pyramid1"/>
    <dgm:cxn modelId="{AC9ECBA7-53A2-4031-9AFA-FA5B45EAB210}" type="presParOf" srcId="{55D9BA4E-FC27-401C-AFF3-63D463953556}" destId="{4122939E-E11A-4291-ACCE-5CBA04707855}" srcOrd="1" destOrd="0" presId="urn:microsoft.com/office/officeart/2005/8/layout/pyramid1"/>
    <dgm:cxn modelId="{7FA1EF5E-3EC6-4DCA-8855-CE3DA2AE73B1}" type="presParOf" srcId="{5FC02A65-74FC-4306-A7BA-76528E990F7B}" destId="{FAB2B1CC-D3DE-4257-A58F-7DBD36AB83F4}" srcOrd="6" destOrd="0" presId="urn:microsoft.com/office/officeart/2005/8/layout/pyramid1"/>
    <dgm:cxn modelId="{04028088-F258-44F1-8E7A-6D9C9233D65C}" type="presParOf" srcId="{FAB2B1CC-D3DE-4257-A58F-7DBD36AB83F4}" destId="{FAF0455A-A921-4BD1-8B07-5C109C18F0F7}" srcOrd="0" destOrd="0" presId="urn:microsoft.com/office/officeart/2005/8/layout/pyramid1"/>
    <dgm:cxn modelId="{27353D18-C07B-423F-9E9B-0F80E91F1635}" type="presParOf" srcId="{FAB2B1CC-D3DE-4257-A58F-7DBD36AB83F4}" destId="{7A1340A4-0934-42A5-8102-D17BD23286C2}"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C605790-4E2B-4DD1-A5B7-F01983146117}" type="doc">
      <dgm:prSet loTypeId="urn:microsoft.com/office/officeart/2005/8/layout/pyramid1" loCatId="pyramid" qsTypeId="urn:microsoft.com/office/officeart/2005/8/quickstyle/simple1" qsCatId="simple" csTypeId="urn:microsoft.com/office/officeart/2005/8/colors/accent1_2" csCatId="accent1" phldr="1"/>
      <dgm:spPr/>
    </dgm:pt>
    <dgm:pt modelId="{414B2E66-FBA0-47C7-9CF1-967C98DDE1D4}">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Function</a:t>
          </a:r>
        </a:p>
      </dgm:t>
    </dgm:pt>
    <dgm:pt modelId="{037E6F7D-28BA-4630-B78C-D83D5592F656}" type="parTrans" cxnId="{36DF42D9-1FD2-41E8-9944-29657AE55B99}">
      <dgm:prSet/>
      <dgm:spPr/>
      <dgm:t>
        <a:bodyPr/>
        <a:lstStyle/>
        <a:p>
          <a:endParaRPr lang="en-GB"/>
        </a:p>
      </dgm:t>
    </dgm:pt>
    <dgm:pt modelId="{55B7D36F-6480-4DEF-A056-A2F6D70E5EAD}" type="sibTrans" cxnId="{36DF42D9-1FD2-41E8-9944-29657AE55B99}">
      <dgm:prSet/>
      <dgm:spPr/>
      <dgm:t>
        <a:bodyPr/>
        <a:lstStyle/>
        <a:p>
          <a:endParaRPr lang="en-GB"/>
        </a:p>
      </dgm:t>
    </dgm:pt>
    <dgm:pt modelId="{4A9AB868-F11F-4CB8-BEBF-5ED76CEDF7A0}">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Praxis</a:t>
          </a:r>
        </a:p>
      </dgm:t>
    </dgm:pt>
    <dgm:pt modelId="{ECFFF2B2-E2D6-4076-9C17-5789DEA2D316}" type="parTrans" cxnId="{0467588A-5778-45F0-A7E2-5DA7ADCDA64B}">
      <dgm:prSet/>
      <dgm:spPr/>
      <dgm:t>
        <a:bodyPr/>
        <a:lstStyle/>
        <a:p>
          <a:endParaRPr lang="en-GB"/>
        </a:p>
      </dgm:t>
    </dgm:pt>
    <dgm:pt modelId="{DE3B1F9A-8594-4452-A8BB-93CFA96956BF}" type="sibTrans" cxnId="{0467588A-5778-45F0-A7E2-5DA7ADCDA64B}">
      <dgm:prSet/>
      <dgm:spPr/>
      <dgm:t>
        <a:bodyPr/>
        <a:lstStyle/>
        <a:p>
          <a:endParaRPr lang="en-GB"/>
        </a:p>
      </dgm:t>
    </dgm:pt>
    <dgm:pt modelId="{157F8B8E-2229-42FF-8D7A-41AAB0B7C521}">
      <dgm:prSet/>
      <dgm:spPr>
        <a:solidFill>
          <a:srgbClr val="FF66CC"/>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Memory</a:t>
          </a:r>
        </a:p>
      </dgm:t>
    </dgm:pt>
    <dgm:pt modelId="{AF7F0719-DA9F-47D1-93AC-0D8EB35B50AA}" type="parTrans" cxnId="{49A3F16C-E673-452B-BF3F-F778725999E5}">
      <dgm:prSet/>
      <dgm:spPr/>
      <dgm:t>
        <a:bodyPr/>
        <a:lstStyle/>
        <a:p>
          <a:endParaRPr lang="en-GB"/>
        </a:p>
      </dgm:t>
    </dgm:pt>
    <dgm:pt modelId="{AC43729E-E9CE-4998-83F7-2448EC80586B}" type="sibTrans" cxnId="{49A3F16C-E673-452B-BF3F-F778725999E5}">
      <dgm:prSet/>
      <dgm:spPr/>
      <dgm:t>
        <a:bodyPr/>
        <a:lstStyle/>
        <a:p>
          <a:endParaRPr lang="en-GB"/>
        </a:p>
      </dgm:t>
    </dgm:pt>
    <dgm:pt modelId="{BC7AAFA2-F98F-47B7-9DBB-2ED9746CCD7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Visual/spatial perception</a:t>
          </a:r>
        </a:p>
      </dgm:t>
    </dgm:pt>
    <dgm:pt modelId="{3393ACCB-B4E3-4D0F-BB38-1EA5EA816809}" type="parTrans" cxnId="{33DC2F48-992E-4B5D-B244-F964544B1F7C}">
      <dgm:prSet/>
      <dgm:spPr/>
      <dgm:t>
        <a:bodyPr/>
        <a:lstStyle/>
        <a:p>
          <a:endParaRPr lang="en-GB"/>
        </a:p>
      </dgm:t>
    </dgm:pt>
    <dgm:pt modelId="{911D8E7F-61BB-456E-983E-7EC512AE8C6E}" type="sibTrans" cxnId="{33DC2F48-992E-4B5D-B244-F964544B1F7C}">
      <dgm:prSet/>
      <dgm:spPr/>
      <dgm:t>
        <a:bodyPr/>
        <a:lstStyle/>
        <a:p>
          <a:endParaRPr lang="en-GB"/>
        </a:p>
      </dgm:t>
    </dgm:pt>
    <dgm:pt modelId="{C403FD6A-E304-4990-BBFC-975D58D049B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Attention</a:t>
          </a:r>
        </a:p>
      </dgm:t>
    </dgm:pt>
    <dgm:pt modelId="{2804BCC4-2B08-4EF1-BD62-CFE2C365FAB2}" type="parTrans" cxnId="{4B504072-80CD-43EC-B343-384C1CBE2B82}">
      <dgm:prSet/>
      <dgm:spPr/>
      <dgm:t>
        <a:bodyPr/>
        <a:lstStyle/>
        <a:p>
          <a:endParaRPr lang="en-GB"/>
        </a:p>
      </dgm:t>
    </dgm:pt>
    <dgm:pt modelId="{CE6B6D9A-FECE-496A-9A50-0DFE7FAA763A}" type="sibTrans" cxnId="{4B504072-80CD-43EC-B343-384C1CBE2B82}">
      <dgm:prSet/>
      <dgm:spPr/>
      <dgm:t>
        <a:bodyPr/>
        <a:lstStyle/>
        <a:p>
          <a:endParaRPr lang="en-GB"/>
        </a:p>
      </dgm:t>
    </dgm:pt>
    <dgm:pt modelId="{C8B1DBC7-B6EB-469E-9590-C3987CB97D6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Sensory Registration</a:t>
          </a:r>
        </a:p>
      </dgm:t>
    </dgm:pt>
    <dgm:pt modelId="{6C796529-51D3-4A48-B82A-F037366E7C9E}" type="parTrans" cxnId="{5CC9F6C4-8BBA-43A7-AD22-48E06E1086FF}">
      <dgm:prSet/>
      <dgm:spPr/>
      <dgm:t>
        <a:bodyPr/>
        <a:lstStyle/>
        <a:p>
          <a:endParaRPr lang="en-GB"/>
        </a:p>
      </dgm:t>
    </dgm:pt>
    <dgm:pt modelId="{4F5A1E95-2041-4750-ACFC-C393B40EB611}" type="sibTrans" cxnId="{5CC9F6C4-8BBA-43A7-AD22-48E06E1086FF}">
      <dgm:prSet/>
      <dgm:spPr/>
      <dgm:t>
        <a:bodyPr/>
        <a:lstStyle/>
        <a:p>
          <a:endParaRPr lang="en-GB"/>
        </a:p>
      </dgm:t>
    </dgm:pt>
    <dgm:pt modelId="{E0EF2D14-62C6-4271-96C5-EB18C438151F}">
      <dgm:prSet/>
      <dgm:spPr>
        <a:solidFill>
          <a:schemeClr val="tx2">
            <a:lumMod val="40000"/>
            <a:lumOff val="60000"/>
          </a:schemeClr>
        </a:solidFill>
      </dgm:spPr>
      <dgm:t>
        <a:bodyPr/>
        <a:lstStyle/>
        <a:p>
          <a:r>
            <a:rPr lang="en-GB" b="1" dirty="0">
              <a:latin typeface="Arial" panose="020B0604020202020204" pitchFamily="34" charset="0"/>
              <a:cs typeface="Arial" panose="020B0604020202020204" pitchFamily="34" charset="0"/>
            </a:rPr>
            <a:t>Object recognition</a:t>
          </a:r>
        </a:p>
      </dgm:t>
    </dgm:pt>
    <dgm:pt modelId="{55C8A5D4-1A9F-4E6C-9EA2-6CC33A8E8F66}" type="parTrans" cxnId="{269BEDE0-4A13-4FF1-AF22-A35F5C6B18D8}">
      <dgm:prSet/>
      <dgm:spPr/>
      <dgm:t>
        <a:bodyPr/>
        <a:lstStyle/>
        <a:p>
          <a:endParaRPr lang="en-GB"/>
        </a:p>
      </dgm:t>
    </dgm:pt>
    <dgm:pt modelId="{1603DA05-47C4-4E5E-B5EE-EFF64408C642}" type="sibTrans" cxnId="{269BEDE0-4A13-4FF1-AF22-A35F5C6B18D8}">
      <dgm:prSet/>
      <dgm:spPr/>
      <dgm:t>
        <a:bodyPr/>
        <a:lstStyle/>
        <a:p>
          <a:endParaRPr lang="en-GB"/>
        </a:p>
      </dgm:t>
    </dgm:pt>
    <dgm:pt modelId="{5FC02A65-74FC-4306-A7BA-76528E990F7B}" type="pres">
      <dgm:prSet presAssocID="{EC605790-4E2B-4DD1-A5B7-F01983146117}" presName="Name0" presStyleCnt="0">
        <dgm:presLayoutVars>
          <dgm:dir/>
          <dgm:animLvl val="lvl"/>
          <dgm:resizeHandles val="exact"/>
        </dgm:presLayoutVars>
      </dgm:prSet>
      <dgm:spPr/>
    </dgm:pt>
    <dgm:pt modelId="{3C3DA3AB-7A63-4704-B4F3-54A66035CCAF}" type="pres">
      <dgm:prSet presAssocID="{414B2E66-FBA0-47C7-9CF1-967C98DDE1D4}" presName="Name8" presStyleCnt="0"/>
      <dgm:spPr/>
    </dgm:pt>
    <dgm:pt modelId="{7F65F3E1-2B46-40A0-9536-1A581E5CA00D}" type="pres">
      <dgm:prSet presAssocID="{414B2E66-FBA0-47C7-9CF1-967C98DDE1D4}" presName="level" presStyleLbl="node1" presStyleIdx="0" presStyleCnt="7">
        <dgm:presLayoutVars>
          <dgm:chMax val="1"/>
          <dgm:bulletEnabled val="1"/>
        </dgm:presLayoutVars>
      </dgm:prSet>
      <dgm:spPr/>
    </dgm:pt>
    <dgm:pt modelId="{1FC6927E-BC34-4B71-A4EB-F92C6FC00C07}" type="pres">
      <dgm:prSet presAssocID="{414B2E66-FBA0-47C7-9CF1-967C98DDE1D4}" presName="levelTx" presStyleLbl="revTx" presStyleIdx="0" presStyleCnt="0">
        <dgm:presLayoutVars>
          <dgm:chMax val="1"/>
          <dgm:bulletEnabled val="1"/>
        </dgm:presLayoutVars>
      </dgm:prSet>
      <dgm:spPr/>
    </dgm:pt>
    <dgm:pt modelId="{4AA977EF-4A4B-45E6-9E6B-2630702E3CAC}" type="pres">
      <dgm:prSet presAssocID="{4A9AB868-F11F-4CB8-BEBF-5ED76CEDF7A0}" presName="Name8" presStyleCnt="0"/>
      <dgm:spPr/>
    </dgm:pt>
    <dgm:pt modelId="{9C54B7F6-685B-4F47-929A-D28B8AFC99EC}" type="pres">
      <dgm:prSet presAssocID="{4A9AB868-F11F-4CB8-BEBF-5ED76CEDF7A0}" presName="level" presStyleLbl="node1" presStyleIdx="1" presStyleCnt="7">
        <dgm:presLayoutVars>
          <dgm:chMax val="1"/>
          <dgm:bulletEnabled val="1"/>
        </dgm:presLayoutVars>
      </dgm:prSet>
      <dgm:spPr/>
    </dgm:pt>
    <dgm:pt modelId="{21184A3B-29EC-4646-9696-B6702084B1C8}" type="pres">
      <dgm:prSet presAssocID="{4A9AB868-F11F-4CB8-BEBF-5ED76CEDF7A0}" presName="levelTx" presStyleLbl="revTx" presStyleIdx="0" presStyleCnt="0">
        <dgm:presLayoutVars>
          <dgm:chMax val="1"/>
          <dgm:bulletEnabled val="1"/>
        </dgm:presLayoutVars>
      </dgm:prSet>
      <dgm:spPr/>
    </dgm:pt>
    <dgm:pt modelId="{24959762-2439-45AB-93C8-B651AEAA4D58}" type="pres">
      <dgm:prSet presAssocID="{157F8B8E-2229-42FF-8D7A-41AAB0B7C521}" presName="Name8" presStyleCnt="0"/>
      <dgm:spPr/>
    </dgm:pt>
    <dgm:pt modelId="{5DD74F72-A01B-4AF4-84AE-84E40E9C9A33}" type="pres">
      <dgm:prSet presAssocID="{157F8B8E-2229-42FF-8D7A-41AAB0B7C521}" presName="level" presStyleLbl="node1" presStyleIdx="2" presStyleCnt="7">
        <dgm:presLayoutVars>
          <dgm:chMax val="1"/>
          <dgm:bulletEnabled val="1"/>
        </dgm:presLayoutVars>
      </dgm:prSet>
      <dgm:spPr/>
    </dgm:pt>
    <dgm:pt modelId="{B6483D1A-64BD-4180-91F5-232DA5DBC08F}" type="pres">
      <dgm:prSet presAssocID="{157F8B8E-2229-42FF-8D7A-41AAB0B7C521}" presName="levelTx" presStyleLbl="revTx" presStyleIdx="0" presStyleCnt="0">
        <dgm:presLayoutVars>
          <dgm:chMax val="1"/>
          <dgm:bulletEnabled val="1"/>
        </dgm:presLayoutVars>
      </dgm:prSet>
      <dgm:spPr/>
    </dgm:pt>
    <dgm:pt modelId="{717ECD6A-766E-4FD5-A24D-1AC87C050073}" type="pres">
      <dgm:prSet presAssocID="{E0EF2D14-62C6-4271-96C5-EB18C438151F}" presName="Name8" presStyleCnt="0"/>
      <dgm:spPr/>
    </dgm:pt>
    <dgm:pt modelId="{DCF56EDC-6D69-411E-8276-BA2AC3E48CD8}" type="pres">
      <dgm:prSet presAssocID="{E0EF2D14-62C6-4271-96C5-EB18C438151F}" presName="level" presStyleLbl="node1" presStyleIdx="3" presStyleCnt="7">
        <dgm:presLayoutVars>
          <dgm:chMax val="1"/>
          <dgm:bulletEnabled val="1"/>
        </dgm:presLayoutVars>
      </dgm:prSet>
      <dgm:spPr/>
    </dgm:pt>
    <dgm:pt modelId="{E6CFD25A-C0BA-475F-9160-F1AD17FEC72B}" type="pres">
      <dgm:prSet presAssocID="{E0EF2D14-62C6-4271-96C5-EB18C438151F}" presName="levelTx" presStyleLbl="revTx" presStyleIdx="0" presStyleCnt="0">
        <dgm:presLayoutVars>
          <dgm:chMax val="1"/>
          <dgm:bulletEnabled val="1"/>
        </dgm:presLayoutVars>
      </dgm:prSet>
      <dgm:spPr/>
    </dgm:pt>
    <dgm:pt modelId="{5E9DFE45-CA4D-4646-B7BC-F0987150ABF6}" type="pres">
      <dgm:prSet presAssocID="{BC7AAFA2-F98F-47B7-9DBB-2ED9746CCD79}" presName="Name8" presStyleCnt="0"/>
      <dgm:spPr/>
    </dgm:pt>
    <dgm:pt modelId="{F0F9FA52-341D-4850-8FB1-B875FF25731B}" type="pres">
      <dgm:prSet presAssocID="{BC7AAFA2-F98F-47B7-9DBB-2ED9746CCD79}" presName="level" presStyleLbl="node1" presStyleIdx="4" presStyleCnt="7">
        <dgm:presLayoutVars>
          <dgm:chMax val="1"/>
          <dgm:bulletEnabled val="1"/>
        </dgm:presLayoutVars>
      </dgm:prSet>
      <dgm:spPr/>
    </dgm:pt>
    <dgm:pt modelId="{07D07377-EAA3-431F-93AE-992D4195B3D4}" type="pres">
      <dgm:prSet presAssocID="{BC7AAFA2-F98F-47B7-9DBB-2ED9746CCD79}" presName="levelTx" presStyleLbl="revTx" presStyleIdx="0" presStyleCnt="0">
        <dgm:presLayoutVars>
          <dgm:chMax val="1"/>
          <dgm:bulletEnabled val="1"/>
        </dgm:presLayoutVars>
      </dgm:prSet>
      <dgm:spPr/>
    </dgm:pt>
    <dgm:pt modelId="{55D9BA4E-FC27-401C-AFF3-63D463953556}" type="pres">
      <dgm:prSet presAssocID="{C403FD6A-E304-4990-BBFC-975D58D049B9}" presName="Name8" presStyleCnt="0"/>
      <dgm:spPr/>
    </dgm:pt>
    <dgm:pt modelId="{4FFBCB2E-F7EA-42D9-8E93-4541AA5167C8}" type="pres">
      <dgm:prSet presAssocID="{C403FD6A-E304-4990-BBFC-975D58D049B9}" presName="level" presStyleLbl="node1" presStyleIdx="5" presStyleCnt="7">
        <dgm:presLayoutVars>
          <dgm:chMax val="1"/>
          <dgm:bulletEnabled val="1"/>
        </dgm:presLayoutVars>
      </dgm:prSet>
      <dgm:spPr/>
    </dgm:pt>
    <dgm:pt modelId="{4122939E-E11A-4291-ACCE-5CBA04707855}" type="pres">
      <dgm:prSet presAssocID="{C403FD6A-E304-4990-BBFC-975D58D049B9}" presName="levelTx" presStyleLbl="revTx" presStyleIdx="0" presStyleCnt="0">
        <dgm:presLayoutVars>
          <dgm:chMax val="1"/>
          <dgm:bulletEnabled val="1"/>
        </dgm:presLayoutVars>
      </dgm:prSet>
      <dgm:spPr/>
    </dgm:pt>
    <dgm:pt modelId="{FAB2B1CC-D3DE-4257-A58F-7DBD36AB83F4}" type="pres">
      <dgm:prSet presAssocID="{C8B1DBC7-B6EB-469E-9590-C3987CB97D69}" presName="Name8" presStyleCnt="0"/>
      <dgm:spPr/>
    </dgm:pt>
    <dgm:pt modelId="{FAF0455A-A921-4BD1-8B07-5C109C18F0F7}" type="pres">
      <dgm:prSet presAssocID="{C8B1DBC7-B6EB-469E-9590-C3987CB97D69}" presName="level" presStyleLbl="node1" presStyleIdx="6" presStyleCnt="7" custLinFactNeighborX="-410" custLinFactNeighborY="-7325">
        <dgm:presLayoutVars>
          <dgm:chMax val="1"/>
          <dgm:bulletEnabled val="1"/>
        </dgm:presLayoutVars>
      </dgm:prSet>
      <dgm:spPr/>
    </dgm:pt>
    <dgm:pt modelId="{7A1340A4-0934-42A5-8102-D17BD23286C2}" type="pres">
      <dgm:prSet presAssocID="{C8B1DBC7-B6EB-469E-9590-C3987CB97D69}" presName="levelTx" presStyleLbl="revTx" presStyleIdx="0" presStyleCnt="0">
        <dgm:presLayoutVars>
          <dgm:chMax val="1"/>
          <dgm:bulletEnabled val="1"/>
        </dgm:presLayoutVars>
      </dgm:prSet>
      <dgm:spPr/>
    </dgm:pt>
  </dgm:ptLst>
  <dgm:cxnLst>
    <dgm:cxn modelId="{FF3ECD00-ED07-4BFE-869D-4902EC654B2F}" type="presOf" srcId="{E0EF2D14-62C6-4271-96C5-EB18C438151F}" destId="{DCF56EDC-6D69-411E-8276-BA2AC3E48CD8}" srcOrd="0" destOrd="0" presId="urn:microsoft.com/office/officeart/2005/8/layout/pyramid1"/>
    <dgm:cxn modelId="{7AF2970C-3FAC-4BCE-BE5F-5730DCFFB055}" type="presOf" srcId="{414B2E66-FBA0-47C7-9CF1-967C98DDE1D4}" destId="{1FC6927E-BC34-4B71-A4EB-F92C6FC00C07}" srcOrd="1" destOrd="0" presId="urn:microsoft.com/office/officeart/2005/8/layout/pyramid1"/>
    <dgm:cxn modelId="{14065D12-2325-426D-883D-420363DDE422}" type="presOf" srcId="{C403FD6A-E304-4990-BBFC-975D58D049B9}" destId="{4122939E-E11A-4291-ACCE-5CBA04707855}" srcOrd="1" destOrd="0" presId="urn:microsoft.com/office/officeart/2005/8/layout/pyramid1"/>
    <dgm:cxn modelId="{6ACA6214-81E9-425D-A3AD-7C8E3BA5C671}" type="presOf" srcId="{414B2E66-FBA0-47C7-9CF1-967C98DDE1D4}" destId="{7F65F3E1-2B46-40A0-9536-1A581E5CA00D}" srcOrd="0" destOrd="0" presId="urn:microsoft.com/office/officeart/2005/8/layout/pyramid1"/>
    <dgm:cxn modelId="{C174C71B-45DF-4AF8-A4C9-0EF1D7EA2DC8}" type="presOf" srcId="{C8B1DBC7-B6EB-469E-9590-C3987CB97D69}" destId="{7A1340A4-0934-42A5-8102-D17BD23286C2}" srcOrd="1" destOrd="0" presId="urn:microsoft.com/office/officeart/2005/8/layout/pyramid1"/>
    <dgm:cxn modelId="{170B511D-F305-45F2-A7D2-E371CDA91F0F}" type="presOf" srcId="{4A9AB868-F11F-4CB8-BEBF-5ED76CEDF7A0}" destId="{9C54B7F6-685B-4F47-929A-D28B8AFC99EC}" srcOrd="0" destOrd="0" presId="urn:microsoft.com/office/officeart/2005/8/layout/pyramid1"/>
    <dgm:cxn modelId="{FC97B763-993D-4ADE-9DDD-0727EC4A48A2}" type="presOf" srcId="{4A9AB868-F11F-4CB8-BEBF-5ED76CEDF7A0}" destId="{21184A3B-29EC-4646-9696-B6702084B1C8}" srcOrd="1" destOrd="0" presId="urn:microsoft.com/office/officeart/2005/8/layout/pyramid1"/>
    <dgm:cxn modelId="{33DC2F48-992E-4B5D-B244-F964544B1F7C}" srcId="{EC605790-4E2B-4DD1-A5B7-F01983146117}" destId="{BC7AAFA2-F98F-47B7-9DBB-2ED9746CCD79}" srcOrd="4" destOrd="0" parTransId="{3393ACCB-B4E3-4D0F-BB38-1EA5EA816809}" sibTransId="{911D8E7F-61BB-456E-983E-7EC512AE8C6E}"/>
    <dgm:cxn modelId="{600D4C6B-28E6-4606-80E8-7FAB54E13CB6}" type="presOf" srcId="{BC7AAFA2-F98F-47B7-9DBB-2ED9746CCD79}" destId="{07D07377-EAA3-431F-93AE-992D4195B3D4}" srcOrd="1" destOrd="0" presId="urn:microsoft.com/office/officeart/2005/8/layout/pyramid1"/>
    <dgm:cxn modelId="{49A3F16C-E673-452B-BF3F-F778725999E5}" srcId="{EC605790-4E2B-4DD1-A5B7-F01983146117}" destId="{157F8B8E-2229-42FF-8D7A-41AAB0B7C521}" srcOrd="2" destOrd="0" parTransId="{AF7F0719-DA9F-47D1-93AC-0D8EB35B50AA}" sibTransId="{AC43729E-E9CE-4998-83F7-2448EC80586B}"/>
    <dgm:cxn modelId="{4B504072-80CD-43EC-B343-384C1CBE2B82}" srcId="{EC605790-4E2B-4DD1-A5B7-F01983146117}" destId="{C403FD6A-E304-4990-BBFC-975D58D049B9}" srcOrd="5" destOrd="0" parTransId="{2804BCC4-2B08-4EF1-BD62-CFE2C365FAB2}" sibTransId="{CE6B6D9A-FECE-496A-9A50-0DFE7FAA763A}"/>
    <dgm:cxn modelId="{64FA8B56-EFE6-401F-8773-129FA9E5368A}" type="presOf" srcId="{E0EF2D14-62C6-4271-96C5-EB18C438151F}" destId="{E6CFD25A-C0BA-475F-9160-F1AD17FEC72B}" srcOrd="1" destOrd="0" presId="urn:microsoft.com/office/officeart/2005/8/layout/pyramid1"/>
    <dgm:cxn modelId="{0467588A-5778-45F0-A7E2-5DA7ADCDA64B}" srcId="{EC605790-4E2B-4DD1-A5B7-F01983146117}" destId="{4A9AB868-F11F-4CB8-BEBF-5ED76CEDF7A0}" srcOrd="1" destOrd="0" parTransId="{ECFFF2B2-E2D6-4076-9C17-5789DEA2D316}" sibTransId="{DE3B1F9A-8594-4452-A8BB-93CFA96956BF}"/>
    <dgm:cxn modelId="{A562EE93-D711-493D-968C-15505163087E}" type="presOf" srcId="{157F8B8E-2229-42FF-8D7A-41AAB0B7C521}" destId="{5DD74F72-A01B-4AF4-84AE-84E40E9C9A33}" srcOrd="0" destOrd="0" presId="urn:microsoft.com/office/officeart/2005/8/layout/pyramid1"/>
    <dgm:cxn modelId="{2B0D159E-A54B-4B67-AE3B-498754E2F9AA}" type="presOf" srcId="{C8B1DBC7-B6EB-469E-9590-C3987CB97D69}" destId="{FAF0455A-A921-4BD1-8B07-5C109C18F0F7}" srcOrd="0" destOrd="0" presId="urn:microsoft.com/office/officeart/2005/8/layout/pyramid1"/>
    <dgm:cxn modelId="{427C35AB-1C33-49C2-AEB5-AA1862B67500}" type="presOf" srcId="{BC7AAFA2-F98F-47B7-9DBB-2ED9746CCD79}" destId="{F0F9FA52-341D-4850-8FB1-B875FF25731B}" srcOrd="0" destOrd="0" presId="urn:microsoft.com/office/officeart/2005/8/layout/pyramid1"/>
    <dgm:cxn modelId="{A2C490AB-063E-40A5-A9DA-9F582A225A1D}" type="presOf" srcId="{157F8B8E-2229-42FF-8D7A-41AAB0B7C521}" destId="{B6483D1A-64BD-4180-91F5-232DA5DBC08F}" srcOrd="1" destOrd="0" presId="urn:microsoft.com/office/officeart/2005/8/layout/pyramid1"/>
    <dgm:cxn modelId="{5CC9F6C4-8BBA-43A7-AD22-48E06E1086FF}" srcId="{EC605790-4E2B-4DD1-A5B7-F01983146117}" destId="{C8B1DBC7-B6EB-469E-9590-C3987CB97D69}" srcOrd="6" destOrd="0" parTransId="{6C796529-51D3-4A48-B82A-F037366E7C9E}" sibTransId="{4F5A1E95-2041-4750-ACFC-C393B40EB611}"/>
    <dgm:cxn modelId="{8FB23ED5-B964-4AB5-9ECD-D72B0CEFC5FB}" type="presOf" srcId="{C403FD6A-E304-4990-BBFC-975D58D049B9}" destId="{4FFBCB2E-F7EA-42D9-8E93-4541AA5167C8}" srcOrd="0" destOrd="0" presId="urn:microsoft.com/office/officeart/2005/8/layout/pyramid1"/>
    <dgm:cxn modelId="{36DF42D9-1FD2-41E8-9944-29657AE55B99}" srcId="{EC605790-4E2B-4DD1-A5B7-F01983146117}" destId="{414B2E66-FBA0-47C7-9CF1-967C98DDE1D4}" srcOrd="0" destOrd="0" parTransId="{037E6F7D-28BA-4630-B78C-D83D5592F656}" sibTransId="{55B7D36F-6480-4DEF-A056-A2F6D70E5EAD}"/>
    <dgm:cxn modelId="{269BEDE0-4A13-4FF1-AF22-A35F5C6B18D8}" srcId="{EC605790-4E2B-4DD1-A5B7-F01983146117}" destId="{E0EF2D14-62C6-4271-96C5-EB18C438151F}" srcOrd="3" destOrd="0" parTransId="{55C8A5D4-1A9F-4E6C-9EA2-6CC33A8E8F66}" sibTransId="{1603DA05-47C4-4E5E-B5EE-EFF64408C642}"/>
    <dgm:cxn modelId="{CF36C3E2-962B-4EFC-BF51-E3C271CC92EB}" type="presOf" srcId="{EC605790-4E2B-4DD1-A5B7-F01983146117}" destId="{5FC02A65-74FC-4306-A7BA-76528E990F7B}" srcOrd="0" destOrd="0" presId="urn:microsoft.com/office/officeart/2005/8/layout/pyramid1"/>
    <dgm:cxn modelId="{F9353A36-3F4C-46DB-A459-34005B9C0594}" type="presParOf" srcId="{5FC02A65-74FC-4306-A7BA-76528E990F7B}" destId="{3C3DA3AB-7A63-4704-B4F3-54A66035CCAF}" srcOrd="0" destOrd="0" presId="urn:microsoft.com/office/officeart/2005/8/layout/pyramid1"/>
    <dgm:cxn modelId="{7DA5868E-AD66-409D-BF14-B7009F7C2947}" type="presParOf" srcId="{3C3DA3AB-7A63-4704-B4F3-54A66035CCAF}" destId="{7F65F3E1-2B46-40A0-9536-1A581E5CA00D}" srcOrd="0" destOrd="0" presId="urn:microsoft.com/office/officeart/2005/8/layout/pyramid1"/>
    <dgm:cxn modelId="{88281A2B-566F-4973-A9B9-72254BF298A7}" type="presParOf" srcId="{3C3DA3AB-7A63-4704-B4F3-54A66035CCAF}" destId="{1FC6927E-BC34-4B71-A4EB-F92C6FC00C07}" srcOrd="1" destOrd="0" presId="urn:microsoft.com/office/officeart/2005/8/layout/pyramid1"/>
    <dgm:cxn modelId="{1610314E-7DF8-414E-80A1-690B11144308}" type="presParOf" srcId="{5FC02A65-74FC-4306-A7BA-76528E990F7B}" destId="{4AA977EF-4A4B-45E6-9E6B-2630702E3CAC}" srcOrd="1" destOrd="0" presId="urn:microsoft.com/office/officeart/2005/8/layout/pyramid1"/>
    <dgm:cxn modelId="{F0A8D93D-517E-4F04-A6EF-E493D81B2C78}" type="presParOf" srcId="{4AA977EF-4A4B-45E6-9E6B-2630702E3CAC}" destId="{9C54B7F6-685B-4F47-929A-D28B8AFC99EC}" srcOrd="0" destOrd="0" presId="urn:microsoft.com/office/officeart/2005/8/layout/pyramid1"/>
    <dgm:cxn modelId="{7D0A2655-D186-4226-B392-D4D9955AF51F}" type="presParOf" srcId="{4AA977EF-4A4B-45E6-9E6B-2630702E3CAC}" destId="{21184A3B-29EC-4646-9696-B6702084B1C8}" srcOrd="1" destOrd="0" presId="urn:microsoft.com/office/officeart/2005/8/layout/pyramid1"/>
    <dgm:cxn modelId="{FB228687-6A1D-4102-9D6D-EAE47730AD9F}" type="presParOf" srcId="{5FC02A65-74FC-4306-A7BA-76528E990F7B}" destId="{24959762-2439-45AB-93C8-B651AEAA4D58}" srcOrd="2" destOrd="0" presId="urn:microsoft.com/office/officeart/2005/8/layout/pyramid1"/>
    <dgm:cxn modelId="{6CAC70FF-9885-435B-9711-DA4BEC4516C8}" type="presParOf" srcId="{24959762-2439-45AB-93C8-B651AEAA4D58}" destId="{5DD74F72-A01B-4AF4-84AE-84E40E9C9A33}" srcOrd="0" destOrd="0" presId="urn:microsoft.com/office/officeart/2005/8/layout/pyramid1"/>
    <dgm:cxn modelId="{6E5FAC30-A049-405F-8938-B57BBB8EEF0C}" type="presParOf" srcId="{24959762-2439-45AB-93C8-B651AEAA4D58}" destId="{B6483D1A-64BD-4180-91F5-232DA5DBC08F}" srcOrd="1" destOrd="0" presId="urn:microsoft.com/office/officeart/2005/8/layout/pyramid1"/>
    <dgm:cxn modelId="{B6DA0C22-CAA7-4B65-B73D-3B59D60D66BA}" type="presParOf" srcId="{5FC02A65-74FC-4306-A7BA-76528E990F7B}" destId="{717ECD6A-766E-4FD5-A24D-1AC87C050073}" srcOrd="3" destOrd="0" presId="urn:microsoft.com/office/officeart/2005/8/layout/pyramid1"/>
    <dgm:cxn modelId="{1247FFA1-2DFF-4D6C-8298-BB95854B376B}" type="presParOf" srcId="{717ECD6A-766E-4FD5-A24D-1AC87C050073}" destId="{DCF56EDC-6D69-411E-8276-BA2AC3E48CD8}" srcOrd="0" destOrd="0" presId="urn:microsoft.com/office/officeart/2005/8/layout/pyramid1"/>
    <dgm:cxn modelId="{8D00347E-0F4E-4B0D-9FC9-D15AE43D5EF6}" type="presParOf" srcId="{717ECD6A-766E-4FD5-A24D-1AC87C050073}" destId="{E6CFD25A-C0BA-475F-9160-F1AD17FEC72B}" srcOrd="1" destOrd="0" presId="urn:microsoft.com/office/officeart/2005/8/layout/pyramid1"/>
    <dgm:cxn modelId="{0521F6A1-E916-43F8-A0CC-C233CDC2317D}" type="presParOf" srcId="{5FC02A65-74FC-4306-A7BA-76528E990F7B}" destId="{5E9DFE45-CA4D-4646-B7BC-F0987150ABF6}" srcOrd="4" destOrd="0" presId="urn:microsoft.com/office/officeart/2005/8/layout/pyramid1"/>
    <dgm:cxn modelId="{AB9A48B5-0880-416E-8E05-CA2B672AE13C}" type="presParOf" srcId="{5E9DFE45-CA4D-4646-B7BC-F0987150ABF6}" destId="{F0F9FA52-341D-4850-8FB1-B875FF25731B}" srcOrd="0" destOrd="0" presId="urn:microsoft.com/office/officeart/2005/8/layout/pyramid1"/>
    <dgm:cxn modelId="{93966933-BB3E-42B6-92F5-6A1F9967007E}" type="presParOf" srcId="{5E9DFE45-CA4D-4646-B7BC-F0987150ABF6}" destId="{07D07377-EAA3-431F-93AE-992D4195B3D4}" srcOrd="1" destOrd="0" presId="urn:microsoft.com/office/officeart/2005/8/layout/pyramid1"/>
    <dgm:cxn modelId="{5597AA25-85DD-47CC-8760-CDBEB78427CA}" type="presParOf" srcId="{5FC02A65-74FC-4306-A7BA-76528E990F7B}" destId="{55D9BA4E-FC27-401C-AFF3-63D463953556}" srcOrd="5" destOrd="0" presId="urn:microsoft.com/office/officeart/2005/8/layout/pyramid1"/>
    <dgm:cxn modelId="{1DEF7224-5ECD-4A0B-BEC9-5E33009677EC}" type="presParOf" srcId="{55D9BA4E-FC27-401C-AFF3-63D463953556}" destId="{4FFBCB2E-F7EA-42D9-8E93-4541AA5167C8}" srcOrd="0" destOrd="0" presId="urn:microsoft.com/office/officeart/2005/8/layout/pyramid1"/>
    <dgm:cxn modelId="{AC9ECBA7-53A2-4031-9AFA-FA5B45EAB210}" type="presParOf" srcId="{55D9BA4E-FC27-401C-AFF3-63D463953556}" destId="{4122939E-E11A-4291-ACCE-5CBA04707855}" srcOrd="1" destOrd="0" presId="urn:microsoft.com/office/officeart/2005/8/layout/pyramid1"/>
    <dgm:cxn modelId="{7FA1EF5E-3EC6-4DCA-8855-CE3DA2AE73B1}" type="presParOf" srcId="{5FC02A65-74FC-4306-A7BA-76528E990F7B}" destId="{FAB2B1CC-D3DE-4257-A58F-7DBD36AB83F4}" srcOrd="6" destOrd="0" presId="urn:microsoft.com/office/officeart/2005/8/layout/pyramid1"/>
    <dgm:cxn modelId="{04028088-F258-44F1-8E7A-6D9C9233D65C}" type="presParOf" srcId="{FAB2B1CC-D3DE-4257-A58F-7DBD36AB83F4}" destId="{FAF0455A-A921-4BD1-8B07-5C109C18F0F7}" srcOrd="0" destOrd="0" presId="urn:microsoft.com/office/officeart/2005/8/layout/pyramid1"/>
    <dgm:cxn modelId="{27353D18-C07B-423F-9E9B-0F80E91F1635}" type="presParOf" srcId="{FAB2B1CC-D3DE-4257-A58F-7DBD36AB83F4}" destId="{7A1340A4-0934-42A5-8102-D17BD23286C2}"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C605790-4E2B-4DD1-A5B7-F01983146117}" type="doc">
      <dgm:prSet loTypeId="urn:microsoft.com/office/officeart/2005/8/layout/pyramid1" loCatId="pyramid" qsTypeId="urn:microsoft.com/office/officeart/2005/8/quickstyle/simple1" qsCatId="simple" csTypeId="urn:microsoft.com/office/officeart/2005/8/colors/accent1_2" csCatId="accent1" phldr="1"/>
      <dgm:spPr/>
    </dgm:pt>
    <dgm:pt modelId="{414B2E66-FBA0-47C7-9CF1-967C98DDE1D4}">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Function</a:t>
          </a:r>
        </a:p>
      </dgm:t>
    </dgm:pt>
    <dgm:pt modelId="{037E6F7D-28BA-4630-B78C-D83D5592F656}" type="parTrans" cxnId="{36DF42D9-1FD2-41E8-9944-29657AE55B99}">
      <dgm:prSet/>
      <dgm:spPr/>
      <dgm:t>
        <a:bodyPr/>
        <a:lstStyle/>
        <a:p>
          <a:endParaRPr lang="en-GB"/>
        </a:p>
      </dgm:t>
    </dgm:pt>
    <dgm:pt modelId="{55B7D36F-6480-4DEF-A056-A2F6D70E5EAD}" type="sibTrans" cxnId="{36DF42D9-1FD2-41E8-9944-29657AE55B99}">
      <dgm:prSet/>
      <dgm:spPr/>
      <dgm:t>
        <a:bodyPr/>
        <a:lstStyle/>
        <a:p>
          <a:endParaRPr lang="en-GB"/>
        </a:p>
      </dgm:t>
    </dgm:pt>
    <dgm:pt modelId="{4A9AB868-F11F-4CB8-BEBF-5ED76CEDF7A0}">
      <dgm:prSet/>
      <dgm:spPr>
        <a:solidFill>
          <a:srgbClr val="FF66CC"/>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Praxis</a:t>
          </a:r>
        </a:p>
      </dgm:t>
    </dgm:pt>
    <dgm:pt modelId="{ECFFF2B2-E2D6-4076-9C17-5789DEA2D316}" type="parTrans" cxnId="{0467588A-5778-45F0-A7E2-5DA7ADCDA64B}">
      <dgm:prSet/>
      <dgm:spPr/>
      <dgm:t>
        <a:bodyPr/>
        <a:lstStyle/>
        <a:p>
          <a:endParaRPr lang="en-GB"/>
        </a:p>
      </dgm:t>
    </dgm:pt>
    <dgm:pt modelId="{DE3B1F9A-8594-4452-A8BB-93CFA96956BF}" type="sibTrans" cxnId="{0467588A-5778-45F0-A7E2-5DA7ADCDA64B}">
      <dgm:prSet/>
      <dgm:spPr/>
      <dgm:t>
        <a:bodyPr/>
        <a:lstStyle/>
        <a:p>
          <a:endParaRPr lang="en-GB"/>
        </a:p>
      </dgm:t>
    </dgm:pt>
    <dgm:pt modelId="{157F8B8E-2229-42FF-8D7A-41AAB0B7C521}">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Memory</a:t>
          </a:r>
        </a:p>
      </dgm:t>
    </dgm:pt>
    <dgm:pt modelId="{AF7F0719-DA9F-47D1-93AC-0D8EB35B50AA}" type="parTrans" cxnId="{49A3F16C-E673-452B-BF3F-F778725999E5}">
      <dgm:prSet/>
      <dgm:spPr/>
      <dgm:t>
        <a:bodyPr/>
        <a:lstStyle/>
        <a:p>
          <a:endParaRPr lang="en-GB"/>
        </a:p>
      </dgm:t>
    </dgm:pt>
    <dgm:pt modelId="{AC43729E-E9CE-4998-83F7-2448EC80586B}" type="sibTrans" cxnId="{49A3F16C-E673-452B-BF3F-F778725999E5}">
      <dgm:prSet/>
      <dgm:spPr/>
      <dgm:t>
        <a:bodyPr/>
        <a:lstStyle/>
        <a:p>
          <a:endParaRPr lang="en-GB"/>
        </a:p>
      </dgm:t>
    </dgm:pt>
    <dgm:pt modelId="{BC7AAFA2-F98F-47B7-9DBB-2ED9746CCD7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Visual/spatial perception</a:t>
          </a:r>
        </a:p>
      </dgm:t>
    </dgm:pt>
    <dgm:pt modelId="{3393ACCB-B4E3-4D0F-BB38-1EA5EA816809}" type="parTrans" cxnId="{33DC2F48-992E-4B5D-B244-F964544B1F7C}">
      <dgm:prSet/>
      <dgm:spPr/>
      <dgm:t>
        <a:bodyPr/>
        <a:lstStyle/>
        <a:p>
          <a:endParaRPr lang="en-GB"/>
        </a:p>
      </dgm:t>
    </dgm:pt>
    <dgm:pt modelId="{911D8E7F-61BB-456E-983E-7EC512AE8C6E}" type="sibTrans" cxnId="{33DC2F48-992E-4B5D-B244-F964544B1F7C}">
      <dgm:prSet/>
      <dgm:spPr/>
      <dgm:t>
        <a:bodyPr/>
        <a:lstStyle/>
        <a:p>
          <a:endParaRPr lang="en-GB"/>
        </a:p>
      </dgm:t>
    </dgm:pt>
    <dgm:pt modelId="{C403FD6A-E304-4990-BBFC-975D58D049B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Attention</a:t>
          </a:r>
        </a:p>
      </dgm:t>
    </dgm:pt>
    <dgm:pt modelId="{2804BCC4-2B08-4EF1-BD62-CFE2C365FAB2}" type="parTrans" cxnId="{4B504072-80CD-43EC-B343-384C1CBE2B82}">
      <dgm:prSet/>
      <dgm:spPr/>
      <dgm:t>
        <a:bodyPr/>
        <a:lstStyle/>
        <a:p>
          <a:endParaRPr lang="en-GB"/>
        </a:p>
      </dgm:t>
    </dgm:pt>
    <dgm:pt modelId="{CE6B6D9A-FECE-496A-9A50-0DFE7FAA763A}" type="sibTrans" cxnId="{4B504072-80CD-43EC-B343-384C1CBE2B82}">
      <dgm:prSet/>
      <dgm:spPr/>
      <dgm:t>
        <a:bodyPr/>
        <a:lstStyle/>
        <a:p>
          <a:endParaRPr lang="en-GB"/>
        </a:p>
      </dgm:t>
    </dgm:pt>
    <dgm:pt modelId="{C8B1DBC7-B6EB-469E-9590-C3987CB97D6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Sensory Registration</a:t>
          </a:r>
        </a:p>
      </dgm:t>
    </dgm:pt>
    <dgm:pt modelId="{6C796529-51D3-4A48-B82A-F037366E7C9E}" type="parTrans" cxnId="{5CC9F6C4-8BBA-43A7-AD22-48E06E1086FF}">
      <dgm:prSet/>
      <dgm:spPr/>
      <dgm:t>
        <a:bodyPr/>
        <a:lstStyle/>
        <a:p>
          <a:endParaRPr lang="en-GB"/>
        </a:p>
      </dgm:t>
    </dgm:pt>
    <dgm:pt modelId="{4F5A1E95-2041-4750-ACFC-C393B40EB611}" type="sibTrans" cxnId="{5CC9F6C4-8BBA-43A7-AD22-48E06E1086FF}">
      <dgm:prSet/>
      <dgm:spPr/>
      <dgm:t>
        <a:bodyPr/>
        <a:lstStyle/>
        <a:p>
          <a:endParaRPr lang="en-GB"/>
        </a:p>
      </dgm:t>
    </dgm:pt>
    <dgm:pt modelId="{E0EF2D14-62C6-4271-96C5-EB18C438151F}">
      <dgm:prSet/>
      <dgm:spPr>
        <a:solidFill>
          <a:schemeClr val="tx2">
            <a:lumMod val="40000"/>
            <a:lumOff val="60000"/>
          </a:schemeClr>
        </a:solidFill>
      </dgm:spPr>
      <dgm:t>
        <a:bodyPr/>
        <a:lstStyle/>
        <a:p>
          <a:r>
            <a:rPr lang="en-GB" b="1" dirty="0">
              <a:latin typeface="Arial" panose="020B0604020202020204" pitchFamily="34" charset="0"/>
              <a:cs typeface="Arial" panose="020B0604020202020204" pitchFamily="34" charset="0"/>
            </a:rPr>
            <a:t>Object recognition</a:t>
          </a:r>
        </a:p>
      </dgm:t>
    </dgm:pt>
    <dgm:pt modelId="{55C8A5D4-1A9F-4E6C-9EA2-6CC33A8E8F66}" type="parTrans" cxnId="{269BEDE0-4A13-4FF1-AF22-A35F5C6B18D8}">
      <dgm:prSet/>
      <dgm:spPr/>
      <dgm:t>
        <a:bodyPr/>
        <a:lstStyle/>
        <a:p>
          <a:endParaRPr lang="en-GB"/>
        </a:p>
      </dgm:t>
    </dgm:pt>
    <dgm:pt modelId="{1603DA05-47C4-4E5E-B5EE-EFF64408C642}" type="sibTrans" cxnId="{269BEDE0-4A13-4FF1-AF22-A35F5C6B18D8}">
      <dgm:prSet/>
      <dgm:spPr/>
      <dgm:t>
        <a:bodyPr/>
        <a:lstStyle/>
        <a:p>
          <a:endParaRPr lang="en-GB"/>
        </a:p>
      </dgm:t>
    </dgm:pt>
    <dgm:pt modelId="{5FC02A65-74FC-4306-A7BA-76528E990F7B}" type="pres">
      <dgm:prSet presAssocID="{EC605790-4E2B-4DD1-A5B7-F01983146117}" presName="Name0" presStyleCnt="0">
        <dgm:presLayoutVars>
          <dgm:dir/>
          <dgm:animLvl val="lvl"/>
          <dgm:resizeHandles val="exact"/>
        </dgm:presLayoutVars>
      </dgm:prSet>
      <dgm:spPr/>
    </dgm:pt>
    <dgm:pt modelId="{3C3DA3AB-7A63-4704-B4F3-54A66035CCAF}" type="pres">
      <dgm:prSet presAssocID="{414B2E66-FBA0-47C7-9CF1-967C98DDE1D4}" presName="Name8" presStyleCnt="0"/>
      <dgm:spPr/>
    </dgm:pt>
    <dgm:pt modelId="{7F65F3E1-2B46-40A0-9536-1A581E5CA00D}" type="pres">
      <dgm:prSet presAssocID="{414B2E66-FBA0-47C7-9CF1-967C98DDE1D4}" presName="level" presStyleLbl="node1" presStyleIdx="0" presStyleCnt="7">
        <dgm:presLayoutVars>
          <dgm:chMax val="1"/>
          <dgm:bulletEnabled val="1"/>
        </dgm:presLayoutVars>
      </dgm:prSet>
      <dgm:spPr/>
    </dgm:pt>
    <dgm:pt modelId="{1FC6927E-BC34-4B71-A4EB-F92C6FC00C07}" type="pres">
      <dgm:prSet presAssocID="{414B2E66-FBA0-47C7-9CF1-967C98DDE1D4}" presName="levelTx" presStyleLbl="revTx" presStyleIdx="0" presStyleCnt="0">
        <dgm:presLayoutVars>
          <dgm:chMax val="1"/>
          <dgm:bulletEnabled val="1"/>
        </dgm:presLayoutVars>
      </dgm:prSet>
      <dgm:spPr/>
    </dgm:pt>
    <dgm:pt modelId="{4AA977EF-4A4B-45E6-9E6B-2630702E3CAC}" type="pres">
      <dgm:prSet presAssocID="{4A9AB868-F11F-4CB8-BEBF-5ED76CEDF7A0}" presName="Name8" presStyleCnt="0"/>
      <dgm:spPr/>
    </dgm:pt>
    <dgm:pt modelId="{9C54B7F6-685B-4F47-929A-D28B8AFC99EC}" type="pres">
      <dgm:prSet presAssocID="{4A9AB868-F11F-4CB8-BEBF-5ED76CEDF7A0}" presName="level" presStyleLbl="node1" presStyleIdx="1" presStyleCnt="7">
        <dgm:presLayoutVars>
          <dgm:chMax val="1"/>
          <dgm:bulletEnabled val="1"/>
        </dgm:presLayoutVars>
      </dgm:prSet>
      <dgm:spPr/>
    </dgm:pt>
    <dgm:pt modelId="{21184A3B-29EC-4646-9696-B6702084B1C8}" type="pres">
      <dgm:prSet presAssocID="{4A9AB868-F11F-4CB8-BEBF-5ED76CEDF7A0}" presName="levelTx" presStyleLbl="revTx" presStyleIdx="0" presStyleCnt="0">
        <dgm:presLayoutVars>
          <dgm:chMax val="1"/>
          <dgm:bulletEnabled val="1"/>
        </dgm:presLayoutVars>
      </dgm:prSet>
      <dgm:spPr/>
    </dgm:pt>
    <dgm:pt modelId="{24959762-2439-45AB-93C8-B651AEAA4D58}" type="pres">
      <dgm:prSet presAssocID="{157F8B8E-2229-42FF-8D7A-41AAB0B7C521}" presName="Name8" presStyleCnt="0"/>
      <dgm:spPr/>
    </dgm:pt>
    <dgm:pt modelId="{5DD74F72-A01B-4AF4-84AE-84E40E9C9A33}" type="pres">
      <dgm:prSet presAssocID="{157F8B8E-2229-42FF-8D7A-41AAB0B7C521}" presName="level" presStyleLbl="node1" presStyleIdx="2" presStyleCnt="7">
        <dgm:presLayoutVars>
          <dgm:chMax val="1"/>
          <dgm:bulletEnabled val="1"/>
        </dgm:presLayoutVars>
      </dgm:prSet>
      <dgm:spPr/>
    </dgm:pt>
    <dgm:pt modelId="{B6483D1A-64BD-4180-91F5-232DA5DBC08F}" type="pres">
      <dgm:prSet presAssocID="{157F8B8E-2229-42FF-8D7A-41AAB0B7C521}" presName="levelTx" presStyleLbl="revTx" presStyleIdx="0" presStyleCnt="0">
        <dgm:presLayoutVars>
          <dgm:chMax val="1"/>
          <dgm:bulletEnabled val="1"/>
        </dgm:presLayoutVars>
      </dgm:prSet>
      <dgm:spPr/>
    </dgm:pt>
    <dgm:pt modelId="{717ECD6A-766E-4FD5-A24D-1AC87C050073}" type="pres">
      <dgm:prSet presAssocID="{E0EF2D14-62C6-4271-96C5-EB18C438151F}" presName="Name8" presStyleCnt="0"/>
      <dgm:spPr/>
    </dgm:pt>
    <dgm:pt modelId="{DCF56EDC-6D69-411E-8276-BA2AC3E48CD8}" type="pres">
      <dgm:prSet presAssocID="{E0EF2D14-62C6-4271-96C5-EB18C438151F}" presName="level" presStyleLbl="node1" presStyleIdx="3" presStyleCnt="7">
        <dgm:presLayoutVars>
          <dgm:chMax val="1"/>
          <dgm:bulletEnabled val="1"/>
        </dgm:presLayoutVars>
      </dgm:prSet>
      <dgm:spPr/>
    </dgm:pt>
    <dgm:pt modelId="{E6CFD25A-C0BA-475F-9160-F1AD17FEC72B}" type="pres">
      <dgm:prSet presAssocID="{E0EF2D14-62C6-4271-96C5-EB18C438151F}" presName="levelTx" presStyleLbl="revTx" presStyleIdx="0" presStyleCnt="0">
        <dgm:presLayoutVars>
          <dgm:chMax val="1"/>
          <dgm:bulletEnabled val="1"/>
        </dgm:presLayoutVars>
      </dgm:prSet>
      <dgm:spPr/>
    </dgm:pt>
    <dgm:pt modelId="{5E9DFE45-CA4D-4646-B7BC-F0987150ABF6}" type="pres">
      <dgm:prSet presAssocID="{BC7AAFA2-F98F-47B7-9DBB-2ED9746CCD79}" presName="Name8" presStyleCnt="0"/>
      <dgm:spPr/>
    </dgm:pt>
    <dgm:pt modelId="{F0F9FA52-341D-4850-8FB1-B875FF25731B}" type="pres">
      <dgm:prSet presAssocID="{BC7AAFA2-F98F-47B7-9DBB-2ED9746CCD79}" presName="level" presStyleLbl="node1" presStyleIdx="4" presStyleCnt="7">
        <dgm:presLayoutVars>
          <dgm:chMax val="1"/>
          <dgm:bulletEnabled val="1"/>
        </dgm:presLayoutVars>
      </dgm:prSet>
      <dgm:spPr/>
    </dgm:pt>
    <dgm:pt modelId="{07D07377-EAA3-431F-93AE-992D4195B3D4}" type="pres">
      <dgm:prSet presAssocID="{BC7AAFA2-F98F-47B7-9DBB-2ED9746CCD79}" presName="levelTx" presStyleLbl="revTx" presStyleIdx="0" presStyleCnt="0">
        <dgm:presLayoutVars>
          <dgm:chMax val="1"/>
          <dgm:bulletEnabled val="1"/>
        </dgm:presLayoutVars>
      </dgm:prSet>
      <dgm:spPr/>
    </dgm:pt>
    <dgm:pt modelId="{55D9BA4E-FC27-401C-AFF3-63D463953556}" type="pres">
      <dgm:prSet presAssocID="{C403FD6A-E304-4990-BBFC-975D58D049B9}" presName="Name8" presStyleCnt="0"/>
      <dgm:spPr/>
    </dgm:pt>
    <dgm:pt modelId="{4FFBCB2E-F7EA-42D9-8E93-4541AA5167C8}" type="pres">
      <dgm:prSet presAssocID="{C403FD6A-E304-4990-BBFC-975D58D049B9}" presName="level" presStyleLbl="node1" presStyleIdx="5" presStyleCnt="7">
        <dgm:presLayoutVars>
          <dgm:chMax val="1"/>
          <dgm:bulletEnabled val="1"/>
        </dgm:presLayoutVars>
      </dgm:prSet>
      <dgm:spPr/>
    </dgm:pt>
    <dgm:pt modelId="{4122939E-E11A-4291-ACCE-5CBA04707855}" type="pres">
      <dgm:prSet presAssocID="{C403FD6A-E304-4990-BBFC-975D58D049B9}" presName="levelTx" presStyleLbl="revTx" presStyleIdx="0" presStyleCnt="0">
        <dgm:presLayoutVars>
          <dgm:chMax val="1"/>
          <dgm:bulletEnabled val="1"/>
        </dgm:presLayoutVars>
      </dgm:prSet>
      <dgm:spPr/>
    </dgm:pt>
    <dgm:pt modelId="{FAB2B1CC-D3DE-4257-A58F-7DBD36AB83F4}" type="pres">
      <dgm:prSet presAssocID="{C8B1DBC7-B6EB-469E-9590-C3987CB97D69}" presName="Name8" presStyleCnt="0"/>
      <dgm:spPr/>
    </dgm:pt>
    <dgm:pt modelId="{FAF0455A-A921-4BD1-8B07-5C109C18F0F7}" type="pres">
      <dgm:prSet presAssocID="{C8B1DBC7-B6EB-469E-9590-C3987CB97D69}" presName="level" presStyleLbl="node1" presStyleIdx="6" presStyleCnt="7" custLinFactNeighborX="-410" custLinFactNeighborY="-7325">
        <dgm:presLayoutVars>
          <dgm:chMax val="1"/>
          <dgm:bulletEnabled val="1"/>
        </dgm:presLayoutVars>
      </dgm:prSet>
      <dgm:spPr/>
    </dgm:pt>
    <dgm:pt modelId="{7A1340A4-0934-42A5-8102-D17BD23286C2}" type="pres">
      <dgm:prSet presAssocID="{C8B1DBC7-B6EB-469E-9590-C3987CB97D69}" presName="levelTx" presStyleLbl="revTx" presStyleIdx="0" presStyleCnt="0">
        <dgm:presLayoutVars>
          <dgm:chMax val="1"/>
          <dgm:bulletEnabled val="1"/>
        </dgm:presLayoutVars>
      </dgm:prSet>
      <dgm:spPr/>
    </dgm:pt>
  </dgm:ptLst>
  <dgm:cxnLst>
    <dgm:cxn modelId="{FF3ECD00-ED07-4BFE-869D-4902EC654B2F}" type="presOf" srcId="{E0EF2D14-62C6-4271-96C5-EB18C438151F}" destId="{DCF56EDC-6D69-411E-8276-BA2AC3E48CD8}" srcOrd="0" destOrd="0" presId="urn:microsoft.com/office/officeart/2005/8/layout/pyramid1"/>
    <dgm:cxn modelId="{7AF2970C-3FAC-4BCE-BE5F-5730DCFFB055}" type="presOf" srcId="{414B2E66-FBA0-47C7-9CF1-967C98DDE1D4}" destId="{1FC6927E-BC34-4B71-A4EB-F92C6FC00C07}" srcOrd="1" destOrd="0" presId="urn:microsoft.com/office/officeart/2005/8/layout/pyramid1"/>
    <dgm:cxn modelId="{14065D12-2325-426D-883D-420363DDE422}" type="presOf" srcId="{C403FD6A-E304-4990-BBFC-975D58D049B9}" destId="{4122939E-E11A-4291-ACCE-5CBA04707855}" srcOrd="1" destOrd="0" presId="urn:microsoft.com/office/officeart/2005/8/layout/pyramid1"/>
    <dgm:cxn modelId="{6ACA6214-81E9-425D-A3AD-7C8E3BA5C671}" type="presOf" srcId="{414B2E66-FBA0-47C7-9CF1-967C98DDE1D4}" destId="{7F65F3E1-2B46-40A0-9536-1A581E5CA00D}" srcOrd="0" destOrd="0" presId="urn:microsoft.com/office/officeart/2005/8/layout/pyramid1"/>
    <dgm:cxn modelId="{C174C71B-45DF-4AF8-A4C9-0EF1D7EA2DC8}" type="presOf" srcId="{C8B1DBC7-B6EB-469E-9590-C3987CB97D69}" destId="{7A1340A4-0934-42A5-8102-D17BD23286C2}" srcOrd="1" destOrd="0" presId="urn:microsoft.com/office/officeart/2005/8/layout/pyramid1"/>
    <dgm:cxn modelId="{170B511D-F305-45F2-A7D2-E371CDA91F0F}" type="presOf" srcId="{4A9AB868-F11F-4CB8-BEBF-5ED76CEDF7A0}" destId="{9C54B7F6-685B-4F47-929A-D28B8AFC99EC}" srcOrd="0" destOrd="0" presId="urn:microsoft.com/office/officeart/2005/8/layout/pyramid1"/>
    <dgm:cxn modelId="{FC97B763-993D-4ADE-9DDD-0727EC4A48A2}" type="presOf" srcId="{4A9AB868-F11F-4CB8-BEBF-5ED76CEDF7A0}" destId="{21184A3B-29EC-4646-9696-B6702084B1C8}" srcOrd="1" destOrd="0" presId="urn:microsoft.com/office/officeart/2005/8/layout/pyramid1"/>
    <dgm:cxn modelId="{33DC2F48-992E-4B5D-B244-F964544B1F7C}" srcId="{EC605790-4E2B-4DD1-A5B7-F01983146117}" destId="{BC7AAFA2-F98F-47B7-9DBB-2ED9746CCD79}" srcOrd="4" destOrd="0" parTransId="{3393ACCB-B4E3-4D0F-BB38-1EA5EA816809}" sibTransId="{911D8E7F-61BB-456E-983E-7EC512AE8C6E}"/>
    <dgm:cxn modelId="{600D4C6B-28E6-4606-80E8-7FAB54E13CB6}" type="presOf" srcId="{BC7AAFA2-F98F-47B7-9DBB-2ED9746CCD79}" destId="{07D07377-EAA3-431F-93AE-992D4195B3D4}" srcOrd="1" destOrd="0" presId="urn:microsoft.com/office/officeart/2005/8/layout/pyramid1"/>
    <dgm:cxn modelId="{49A3F16C-E673-452B-BF3F-F778725999E5}" srcId="{EC605790-4E2B-4DD1-A5B7-F01983146117}" destId="{157F8B8E-2229-42FF-8D7A-41AAB0B7C521}" srcOrd="2" destOrd="0" parTransId="{AF7F0719-DA9F-47D1-93AC-0D8EB35B50AA}" sibTransId="{AC43729E-E9CE-4998-83F7-2448EC80586B}"/>
    <dgm:cxn modelId="{4B504072-80CD-43EC-B343-384C1CBE2B82}" srcId="{EC605790-4E2B-4DD1-A5B7-F01983146117}" destId="{C403FD6A-E304-4990-BBFC-975D58D049B9}" srcOrd="5" destOrd="0" parTransId="{2804BCC4-2B08-4EF1-BD62-CFE2C365FAB2}" sibTransId="{CE6B6D9A-FECE-496A-9A50-0DFE7FAA763A}"/>
    <dgm:cxn modelId="{64FA8B56-EFE6-401F-8773-129FA9E5368A}" type="presOf" srcId="{E0EF2D14-62C6-4271-96C5-EB18C438151F}" destId="{E6CFD25A-C0BA-475F-9160-F1AD17FEC72B}" srcOrd="1" destOrd="0" presId="urn:microsoft.com/office/officeart/2005/8/layout/pyramid1"/>
    <dgm:cxn modelId="{0467588A-5778-45F0-A7E2-5DA7ADCDA64B}" srcId="{EC605790-4E2B-4DD1-A5B7-F01983146117}" destId="{4A9AB868-F11F-4CB8-BEBF-5ED76CEDF7A0}" srcOrd="1" destOrd="0" parTransId="{ECFFF2B2-E2D6-4076-9C17-5789DEA2D316}" sibTransId="{DE3B1F9A-8594-4452-A8BB-93CFA96956BF}"/>
    <dgm:cxn modelId="{A562EE93-D711-493D-968C-15505163087E}" type="presOf" srcId="{157F8B8E-2229-42FF-8D7A-41AAB0B7C521}" destId="{5DD74F72-A01B-4AF4-84AE-84E40E9C9A33}" srcOrd="0" destOrd="0" presId="urn:microsoft.com/office/officeart/2005/8/layout/pyramid1"/>
    <dgm:cxn modelId="{2B0D159E-A54B-4B67-AE3B-498754E2F9AA}" type="presOf" srcId="{C8B1DBC7-B6EB-469E-9590-C3987CB97D69}" destId="{FAF0455A-A921-4BD1-8B07-5C109C18F0F7}" srcOrd="0" destOrd="0" presId="urn:microsoft.com/office/officeart/2005/8/layout/pyramid1"/>
    <dgm:cxn modelId="{427C35AB-1C33-49C2-AEB5-AA1862B67500}" type="presOf" srcId="{BC7AAFA2-F98F-47B7-9DBB-2ED9746CCD79}" destId="{F0F9FA52-341D-4850-8FB1-B875FF25731B}" srcOrd="0" destOrd="0" presId="urn:microsoft.com/office/officeart/2005/8/layout/pyramid1"/>
    <dgm:cxn modelId="{A2C490AB-063E-40A5-A9DA-9F582A225A1D}" type="presOf" srcId="{157F8B8E-2229-42FF-8D7A-41AAB0B7C521}" destId="{B6483D1A-64BD-4180-91F5-232DA5DBC08F}" srcOrd="1" destOrd="0" presId="urn:microsoft.com/office/officeart/2005/8/layout/pyramid1"/>
    <dgm:cxn modelId="{5CC9F6C4-8BBA-43A7-AD22-48E06E1086FF}" srcId="{EC605790-4E2B-4DD1-A5B7-F01983146117}" destId="{C8B1DBC7-B6EB-469E-9590-C3987CB97D69}" srcOrd="6" destOrd="0" parTransId="{6C796529-51D3-4A48-B82A-F037366E7C9E}" sibTransId="{4F5A1E95-2041-4750-ACFC-C393B40EB611}"/>
    <dgm:cxn modelId="{8FB23ED5-B964-4AB5-9ECD-D72B0CEFC5FB}" type="presOf" srcId="{C403FD6A-E304-4990-BBFC-975D58D049B9}" destId="{4FFBCB2E-F7EA-42D9-8E93-4541AA5167C8}" srcOrd="0" destOrd="0" presId="urn:microsoft.com/office/officeart/2005/8/layout/pyramid1"/>
    <dgm:cxn modelId="{36DF42D9-1FD2-41E8-9944-29657AE55B99}" srcId="{EC605790-4E2B-4DD1-A5B7-F01983146117}" destId="{414B2E66-FBA0-47C7-9CF1-967C98DDE1D4}" srcOrd="0" destOrd="0" parTransId="{037E6F7D-28BA-4630-B78C-D83D5592F656}" sibTransId="{55B7D36F-6480-4DEF-A056-A2F6D70E5EAD}"/>
    <dgm:cxn modelId="{269BEDE0-4A13-4FF1-AF22-A35F5C6B18D8}" srcId="{EC605790-4E2B-4DD1-A5B7-F01983146117}" destId="{E0EF2D14-62C6-4271-96C5-EB18C438151F}" srcOrd="3" destOrd="0" parTransId="{55C8A5D4-1A9F-4E6C-9EA2-6CC33A8E8F66}" sibTransId="{1603DA05-47C4-4E5E-B5EE-EFF64408C642}"/>
    <dgm:cxn modelId="{CF36C3E2-962B-4EFC-BF51-E3C271CC92EB}" type="presOf" srcId="{EC605790-4E2B-4DD1-A5B7-F01983146117}" destId="{5FC02A65-74FC-4306-A7BA-76528E990F7B}" srcOrd="0" destOrd="0" presId="urn:microsoft.com/office/officeart/2005/8/layout/pyramid1"/>
    <dgm:cxn modelId="{F9353A36-3F4C-46DB-A459-34005B9C0594}" type="presParOf" srcId="{5FC02A65-74FC-4306-A7BA-76528E990F7B}" destId="{3C3DA3AB-7A63-4704-B4F3-54A66035CCAF}" srcOrd="0" destOrd="0" presId="urn:microsoft.com/office/officeart/2005/8/layout/pyramid1"/>
    <dgm:cxn modelId="{7DA5868E-AD66-409D-BF14-B7009F7C2947}" type="presParOf" srcId="{3C3DA3AB-7A63-4704-B4F3-54A66035CCAF}" destId="{7F65F3E1-2B46-40A0-9536-1A581E5CA00D}" srcOrd="0" destOrd="0" presId="urn:microsoft.com/office/officeart/2005/8/layout/pyramid1"/>
    <dgm:cxn modelId="{88281A2B-566F-4973-A9B9-72254BF298A7}" type="presParOf" srcId="{3C3DA3AB-7A63-4704-B4F3-54A66035CCAF}" destId="{1FC6927E-BC34-4B71-A4EB-F92C6FC00C07}" srcOrd="1" destOrd="0" presId="urn:microsoft.com/office/officeart/2005/8/layout/pyramid1"/>
    <dgm:cxn modelId="{1610314E-7DF8-414E-80A1-690B11144308}" type="presParOf" srcId="{5FC02A65-74FC-4306-A7BA-76528E990F7B}" destId="{4AA977EF-4A4B-45E6-9E6B-2630702E3CAC}" srcOrd="1" destOrd="0" presId="urn:microsoft.com/office/officeart/2005/8/layout/pyramid1"/>
    <dgm:cxn modelId="{F0A8D93D-517E-4F04-A6EF-E493D81B2C78}" type="presParOf" srcId="{4AA977EF-4A4B-45E6-9E6B-2630702E3CAC}" destId="{9C54B7F6-685B-4F47-929A-D28B8AFC99EC}" srcOrd="0" destOrd="0" presId="urn:microsoft.com/office/officeart/2005/8/layout/pyramid1"/>
    <dgm:cxn modelId="{7D0A2655-D186-4226-B392-D4D9955AF51F}" type="presParOf" srcId="{4AA977EF-4A4B-45E6-9E6B-2630702E3CAC}" destId="{21184A3B-29EC-4646-9696-B6702084B1C8}" srcOrd="1" destOrd="0" presId="urn:microsoft.com/office/officeart/2005/8/layout/pyramid1"/>
    <dgm:cxn modelId="{FB228687-6A1D-4102-9D6D-EAE47730AD9F}" type="presParOf" srcId="{5FC02A65-74FC-4306-A7BA-76528E990F7B}" destId="{24959762-2439-45AB-93C8-B651AEAA4D58}" srcOrd="2" destOrd="0" presId="urn:microsoft.com/office/officeart/2005/8/layout/pyramid1"/>
    <dgm:cxn modelId="{6CAC70FF-9885-435B-9711-DA4BEC4516C8}" type="presParOf" srcId="{24959762-2439-45AB-93C8-B651AEAA4D58}" destId="{5DD74F72-A01B-4AF4-84AE-84E40E9C9A33}" srcOrd="0" destOrd="0" presId="urn:microsoft.com/office/officeart/2005/8/layout/pyramid1"/>
    <dgm:cxn modelId="{6E5FAC30-A049-405F-8938-B57BBB8EEF0C}" type="presParOf" srcId="{24959762-2439-45AB-93C8-B651AEAA4D58}" destId="{B6483D1A-64BD-4180-91F5-232DA5DBC08F}" srcOrd="1" destOrd="0" presId="urn:microsoft.com/office/officeart/2005/8/layout/pyramid1"/>
    <dgm:cxn modelId="{B6DA0C22-CAA7-4B65-B73D-3B59D60D66BA}" type="presParOf" srcId="{5FC02A65-74FC-4306-A7BA-76528E990F7B}" destId="{717ECD6A-766E-4FD5-A24D-1AC87C050073}" srcOrd="3" destOrd="0" presId="urn:microsoft.com/office/officeart/2005/8/layout/pyramid1"/>
    <dgm:cxn modelId="{1247FFA1-2DFF-4D6C-8298-BB95854B376B}" type="presParOf" srcId="{717ECD6A-766E-4FD5-A24D-1AC87C050073}" destId="{DCF56EDC-6D69-411E-8276-BA2AC3E48CD8}" srcOrd="0" destOrd="0" presId="urn:microsoft.com/office/officeart/2005/8/layout/pyramid1"/>
    <dgm:cxn modelId="{8D00347E-0F4E-4B0D-9FC9-D15AE43D5EF6}" type="presParOf" srcId="{717ECD6A-766E-4FD5-A24D-1AC87C050073}" destId="{E6CFD25A-C0BA-475F-9160-F1AD17FEC72B}" srcOrd="1" destOrd="0" presId="urn:microsoft.com/office/officeart/2005/8/layout/pyramid1"/>
    <dgm:cxn modelId="{0521F6A1-E916-43F8-A0CC-C233CDC2317D}" type="presParOf" srcId="{5FC02A65-74FC-4306-A7BA-76528E990F7B}" destId="{5E9DFE45-CA4D-4646-B7BC-F0987150ABF6}" srcOrd="4" destOrd="0" presId="urn:microsoft.com/office/officeart/2005/8/layout/pyramid1"/>
    <dgm:cxn modelId="{AB9A48B5-0880-416E-8E05-CA2B672AE13C}" type="presParOf" srcId="{5E9DFE45-CA4D-4646-B7BC-F0987150ABF6}" destId="{F0F9FA52-341D-4850-8FB1-B875FF25731B}" srcOrd="0" destOrd="0" presId="urn:microsoft.com/office/officeart/2005/8/layout/pyramid1"/>
    <dgm:cxn modelId="{93966933-BB3E-42B6-92F5-6A1F9967007E}" type="presParOf" srcId="{5E9DFE45-CA4D-4646-B7BC-F0987150ABF6}" destId="{07D07377-EAA3-431F-93AE-992D4195B3D4}" srcOrd="1" destOrd="0" presId="urn:microsoft.com/office/officeart/2005/8/layout/pyramid1"/>
    <dgm:cxn modelId="{5597AA25-85DD-47CC-8760-CDBEB78427CA}" type="presParOf" srcId="{5FC02A65-74FC-4306-A7BA-76528E990F7B}" destId="{55D9BA4E-FC27-401C-AFF3-63D463953556}" srcOrd="5" destOrd="0" presId="urn:microsoft.com/office/officeart/2005/8/layout/pyramid1"/>
    <dgm:cxn modelId="{1DEF7224-5ECD-4A0B-BEC9-5E33009677EC}" type="presParOf" srcId="{55D9BA4E-FC27-401C-AFF3-63D463953556}" destId="{4FFBCB2E-F7EA-42D9-8E93-4541AA5167C8}" srcOrd="0" destOrd="0" presId="urn:microsoft.com/office/officeart/2005/8/layout/pyramid1"/>
    <dgm:cxn modelId="{AC9ECBA7-53A2-4031-9AFA-FA5B45EAB210}" type="presParOf" srcId="{55D9BA4E-FC27-401C-AFF3-63D463953556}" destId="{4122939E-E11A-4291-ACCE-5CBA04707855}" srcOrd="1" destOrd="0" presId="urn:microsoft.com/office/officeart/2005/8/layout/pyramid1"/>
    <dgm:cxn modelId="{7FA1EF5E-3EC6-4DCA-8855-CE3DA2AE73B1}" type="presParOf" srcId="{5FC02A65-74FC-4306-A7BA-76528E990F7B}" destId="{FAB2B1CC-D3DE-4257-A58F-7DBD36AB83F4}" srcOrd="6" destOrd="0" presId="urn:microsoft.com/office/officeart/2005/8/layout/pyramid1"/>
    <dgm:cxn modelId="{04028088-F258-44F1-8E7A-6D9C9233D65C}" type="presParOf" srcId="{FAB2B1CC-D3DE-4257-A58F-7DBD36AB83F4}" destId="{FAF0455A-A921-4BD1-8B07-5C109C18F0F7}" srcOrd="0" destOrd="0" presId="urn:microsoft.com/office/officeart/2005/8/layout/pyramid1"/>
    <dgm:cxn modelId="{27353D18-C07B-423F-9E9B-0F80E91F1635}" type="presParOf" srcId="{FAB2B1CC-D3DE-4257-A58F-7DBD36AB83F4}" destId="{7A1340A4-0934-42A5-8102-D17BD23286C2}"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C605790-4E2B-4DD1-A5B7-F01983146117}" type="doc">
      <dgm:prSet loTypeId="urn:microsoft.com/office/officeart/2005/8/layout/pyramid1" loCatId="pyramid" qsTypeId="urn:microsoft.com/office/officeart/2005/8/quickstyle/simple1" qsCatId="simple" csTypeId="urn:microsoft.com/office/officeart/2005/8/colors/accent1_2" csCatId="accent1" phldr="1"/>
      <dgm:spPr/>
    </dgm:pt>
    <dgm:pt modelId="{414B2E66-FBA0-47C7-9CF1-967C98DDE1D4}">
      <dgm:prSet/>
      <dgm:spPr>
        <a:solidFill>
          <a:srgbClr val="FF66CC"/>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Function</a:t>
          </a:r>
        </a:p>
      </dgm:t>
    </dgm:pt>
    <dgm:pt modelId="{037E6F7D-28BA-4630-B78C-D83D5592F656}" type="parTrans" cxnId="{36DF42D9-1FD2-41E8-9944-29657AE55B99}">
      <dgm:prSet/>
      <dgm:spPr/>
      <dgm:t>
        <a:bodyPr/>
        <a:lstStyle/>
        <a:p>
          <a:endParaRPr lang="en-GB"/>
        </a:p>
      </dgm:t>
    </dgm:pt>
    <dgm:pt modelId="{55B7D36F-6480-4DEF-A056-A2F6D70E5EAD}" type="sibTrans" cxnId="{36DF42D9-1FD2-41E8-9944-29657AE55B99}">
      <dgm:prSet/>
      <dgm:spPr/>
      <dgm:t>
        <a:bodyPr/>
        <a:lstStyle/>
        <a:p>
          <a:endParaRPr lang="en-GB"/>
        </a:p>
      </dgm:t>
    </dgm:pt>
    <dgm:pt modelId="{4A9AB868-F11F-4CB8-BEBF-5ED76CEDF7A0}">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Praxis</a:t>
          </a:r>
        </a:p>
      </dgm:t>
    </dgm:pt>
    <dgm:pt modelId="{ECFFF2B2-E2D6-4076-9C17-5789DEA2D316}" type="parTrans" cxnId="{0467588A-5778-45F0-A7E2-5DA7ADCDA64B}">
      <dgm:prSet/>
      <dgm:spPr/>
      <dgm:t>
        <a:bodyPr/>
        <a:lstStyle/>
        <a:p>
          <a:endParaRPr lang="en-GB"/>
        </a:p>
      </dgm:t>
    </dgm:pt>
    <dgm:pt modelId="{DE3B1F9A-8594-4452-A8BB-93CFA96956BF}" type="sibTrans" cxnId="{0467588A-5778-45F0-A7E2-5DA7ADCDA64B}">
      <dgm:prSet/>
      <dgm:spPr/>
      <dgm:t>
        <a:bodyPr/>
        <a:lstStyle/>
        <a:p>
          <a:endParaRPr lang="en-GB"/>
        </a:p>
      </dgm:t>
    </dgm:pt>
    <dgm:pt modelId="{157F8B8E-2229-42FF-8D7A-41AAB0B7C521}">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Memory</a:t>
          </a:r>
        </a:p>
      </dgm:t>
    </dgm:pt>
    <dgm:pt modelId="{AF7F0719-DA9F-47D1-93AC-0D8EB35B50AA}" type="parTrans" cxnId="{49A3F16C-E673-452B-BF3F-F778725999E5}">
      <dgm:prSet/>
      <dgm:spPr/>
      <dgm:t>
        <a:bodyPr/>
        <a:lstStyle/>
        <a:p>
          <a:endParaRPr lang="en-GB"/>
        </a:p>
      </dgm:t>
    </dgm:pt>
    <dgm:pt modelId="{AC43729E-E9CE-4998-83F7-2448EC80586B}" type="sibTrans" cxnId="{49A3F16C-E673-452B-BF3F-F778725999E5}">
      <dgm:prSet/>
      <dgm:spPr/>
      <dgm:t>
        <a:bodyPr/>
        <a:lstStyle/>
        <a:p>
          <a:endParaRPr lang="en-GB"/>
        </a:p>
      </dgm:t>
    </dgm:pt>
    <dgm:pt modelId="{BC7AAFA2-F98F-47B7-9DBB-2ED9746CCD7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Visual/spatial perception</a:t>
          </a:r>
        </a:p>
      </dgm:t>
    </dgm:pt>
    <dgm:pt modelId="{3393ACCB-B4E3-4D0F-BB38-1EA5EA816809}" type="parTrans" cxnId="{33DC2F48-992E-4B5D-B244-F964544B1F7C}">
      <dgm:prSet/>
      <dgm:spPr/>
      <dgm:t>
        <a:bodyPr/>
        <a:lstStyle/>
        <a:p>
          <a:endParaRPr lang="en-GB"/>
        </a:p>
      </dgm:t>
    </dgm:pt>
    <dgm:pt modelId="{911D8E7F-61BB-456E-983E-7EC512AE8C6E}" type="sibTrans" cxnId="{33DC2F48-992E-4B5D-B244-F964544B1F7C}">
      <dgm:prSet/>
      <dgm:spPr/>
      <dgm:t>
        <a:bodyPr/>
        <a:lstStyle/>
        <a:p>
          <a:endParaRPr lang="en-GB"/>
        </a:p>
      </dgm:t>
    </dgm:pt>
    <dgm:pt modelId="{C403FD6A-E304-4990-BBFC-975D58D049B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a:ln>
                <a:noFill/>
              </a:ln>
              <a:solidFill>
                <a:schemeClr val="tx1"/>
              </a:solidFill>
              <a:effectLst/>
              <a:latin typeface="Arial" panose="020B0604020202020204" pitchFamily="34" charset="0"/>
            </a:rPr>
            <a:t>Attention</a:t>
          </a:r>
        </a:p>
      </dgm:t>
    </dgm:pt>
    <dgm:pt modelId="{2804BCC4-2B08-4EF1-BD62-CFE2C365FAB2}" type="parTrans" cxnId="{4B504072-80CD-43EC-B343-384C1CBE2B82}">
      <dgm:prSet/>
      <dgm:spPr/>
      <dgm:t>
        <a:bodyPr/>
        <a:lstStyle/>
        <a:p>
          <a:endParaRPr lang="en-GB"/>
        </a:p>
      </dgm:t>
    </dgm:pt>
    <dgm:pt modelId="{CE6B6D9A-FECE-496A-9A50-0DFE7FAA763A}" type="sibTrans" cxnId="{4B504072-80CD-43EC-B343-384C1CBE2B82}">
      <dgm:prSet/>
      <dgm:spPr/>
      <dgm:t>
        <a:bodyPr/>
        <a:lstStyle/>
        <a:p>
          <a:endParaRPr lang="en-GB"/>
        </a:p>
      </dgm:t>
    </dgm:pt>
    <dgm:pt modelId="{C8B1DBC7-B6EB-469E-9590-C3987CB97D69}">
      <dgm:prSet/>
      <dgm:spPr>
        <a:solidFill>
          <a:schemeClr val="tx2">
            <a:lumMod val="40000"/>
            <a:lumOff val="60000"/>
          </a:schemeClr>
        </a:solidFill>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Arial" panose="020B0604020202020204" pitchFamily="34" charset="0"/>
            </a:rPr>
            <a:t>Sensory Registration</a:t>
          </a:r>
        </a:p>
      </dgm:t>
    </dgm:pt>
    <dgm:pt modelId="{6C796529-51D3-4A48-B82A-F037366E7C9E}" type="parTrans" cxnId="{5CC9F6C4-8BBA-43A7-AD22-48E06E1086FF}">
      <dgm:prSet/>
      <dgm:spPr/>
      <dgm:t>
        <a:bodyPr/>
        <a:lstStyle/>
        <a:p>
          <a:endParaRPr lang="en-GB"/>
        </a:p>
      </dgm:t>
    </dgm:pt>
    <dgm:pt modelId="{4F5A1E95-2041-4750-ACFC-C393B40EB611}" type="sibTrans" cxnId="{5CC9F6C4-8BBA-43A7-AD22-48E06E1086FF}">
      <dgm:prSet/>
      <dgm:spPr/>
      <dgm:t>
        <a:bodyPr/>
        <a:lstStyle/>
        <a:p>
          <a:endParaRPr lang="en-GB"/>
        </a:p>
      </dgm:t>
    </dgm:pt>
    <dgm:pt modelId="{E0EF2D14-62C6-4271-96C5-EB18C438151F}">
      <dgm:prSet/>
      <dgm:spPr>
        <a:solidFill>
          <a:schemeClr val="tx2">
            <a:lumMod val="40000"/>
            <a:lumOff val="60000"/>
          </a:schemeClr>
        </a:solidFill>
      </dgm:spPr>
      <dgm:t>
        <a:bodyPr/>
        <a:lstStyle/>
        <a:p>
          <a:r>
            <a:rPr lang="en-GB" b="1" dirty="0">
              <a:latin typeface="Arial" panose="020B0604020202020204" pitchFamily="34" charset="0"/>
              <a:cs typeface="Arial" panose="020B0604020202020204" pitchFamily="34" charset="0"/>
            </a:rPr>
            <a:t>Object recognition</a:t>
          </a:r>
        </a:p>
      </dgm:t>
    </dgm:pt>
    <dgm:pt modelId="{55C8A5D4-1A9F-4E6C-9EA2-6CC33A8E8F66}" type="parTrans" cxnId="{269BEDE0-4A13-4FF1-AF22-A35F5C6B18D8}">
      <dgm:prSet/>
      <dgm:spPr/>
      <dgm:t>
        <a:bodyPr/>
        <a:lstStyle/>
        <a:p>
          <a:endParaRPr lang="en-GB"/>
        </a:p>
      </dgm:t>
    </dgm:pt>
    <dgm:pt modelId="{1603DA05-47C4-4E5E-B5EE-EFF64408C642}" type="sibTrans" cxnId="{269BEDE0-4A13-4FF1-AF22-A35F5C6B18D8}">
      <dgm:prSet/>
      <dgm:spPr/>
      <dgm:t>
        <a:bodyPr/>
        <a:lstStyle/>
        <a:p>
          <a:endParaRPr lang="en-GB"/>
        </a:p>
      </dgm:t>
    </dgm:pt>
    <dgm:pt modelId="{5FC02A65-74FC-4306-A7BA-76528E990F7B}" type="pres">
      <dgm:prSet presAssocID="{EC605790-4E2B-4DD1-A5B7-F01983146117}" presName="Name0" presStyleCnt="0">
        <dgm:presLayoutVars>
          <dgm:dir/>
          <dgm:animLvl val="lvl"/>
          <dgm:resizeHandles val="exact"/>
        </dgm:presLayoutVars>
      </dgm:prSet>
      <dgm:spPr/>
    </dgm:pt>
    <dgm:pt modelId="{3C3DA3AB-7A63-4704-B4F3-54A66035CCAF}" type="pres">
      <dgm:prSet presAssocID="{414B2E66-FBA0-47C7-9CF1-967C98DDE1D4}" presName="Name8" presStyleCnt="0"/>
      <dgm:spPr/>
    </dgm:pt>
    <dgm:pt modelId="{7F65F3E1-2B46-40A0-9536-1A581E5CA00D}" type="pres">
      <dgm:prSet presAssocID="{414B2E66-FBA0-47C7-9CF1-967C98DDE1D4}" presName="level" presStyleLbl="node1" presStyleIdx="0" presStyleCnt="7">
        <dgm:presLayoutVars>
          <dgm:chMax val="1"/>
          <dgm:bulletEnabled val="1"/>
        </dgm:presLayoutVars>
      </dgm:prSet>
      <dgm:spPr/>
    </dgm:pt>
    <dgm:pt modelId="{1FC6927E-BC34-4B71-A4EB-F92C6FC00C07}" type="pres">
      <dgm:prSet presAssocID="{414B2E66-FBA0-47C7-9CF1-967C98DDE1D4}" presName="levelTx" presStyleLbl="revTx" presStyleIdx="0" presStyleCnt="0">
        <dgm:presLayoutVars>
          <dgm:chMax val="1"/>
          <dgm:bulletEnabled val="1"/>
        </dgm:presLayoutVars>
      </dgm:prSet>
      <dgm:spPr/>
    </dgm:pt>
    <dgm:pt modelId="{4AA977EF-4A4B-45E6-9E6B-2630702E3CAC}" type="pres">
      <dgm:prSet presAssocID="{4A9AB868-F11F-4CB8-BEBF-5ED76CEDF7A0}" presName="Name8" presStyleCnt="0"/>
      <dgm:spPr/>
    </dgm:pt>
    <dgm:pt modelId="{9C54B7F6-685B-4F47-929A-D28B8AFC99EC}" type="pres">
      <dgm:prSet presAssocID="{4A9AB868-F11F-4CB8-BEBF-5ED76CEDF7A0}" presName="level" presStyleLbl="node1" presStyleIdx="1" presStyleCnt="7">
        <dgm:presLayoutVars>
          <dgm:chMax val="1"/>
          <dgm:bulletEnabled val="1"/>
        </dgm:presLayoutVars>
      </dgm:prSet>
      <dgm:spPr/>
    </dgm:pt>
    <dgm:pt modelId="{21184A3B-29EC-4646-9696-B6702084B1C8}" type="pres">
      <dgm:prSet presAssocID="{4A9AB868-F11F-4CB8-BEBF-5ED76CEDF7A0}" presName="levelTx" presStyleLbl="revTx" presStyleIdx="0" presStyleCnt="0">
        <dgm:presLayoutVars>
          <dgm:chMax val="1"/>
          <dgm:bulletEnabled val="1"/>
        </dgm:presLayoutVars>
      </dgm:prSet>
      <dgm:spPr/>
    </dgm:pt>
    <dgm:pt modelId="{24959762-2439-45AB-93C8-B651AEAA4D58}" type="pres">
      <dgm:prSet presAssocID="{157F8B8E-2229-42FF-8D7A-41AAB0B7C521}" presName="Name8" presStyleCnt="0"/>
      <dgm:spPr/>
    </dgm:pt>
    <dgm:pt modelId="{5DD74F72-A01B-4AF4-84AE-84E40E9C9A33}" type="pres">
      <dgm:prSet presAssocID="{157F8B8E-2229-42FF-8D7A-41AAB0B7C521}" presName="level" presStyleLbl="node1" presStyleIdx="2" presStyleCnt="7">
        <dgm:presLayoutVars>
          <dgm:chMax val="1"/>
          <dgm:bulletEnabled val="1"/>
        </dgm:presLayoutVars>
      </dgm:prSet>
      <dgm:spPr/>
    </dgm:pt>
    <dgm:pt modelId="{B6483D1A-64BD-4180-91F5-232DA5DBC08F}" type="pres">
      <dgm:prSet presAssocID="{157F8B8E-2229-42FF-8D7A-41AAB0B7C521}" presName="levelTx" presStyleLbl="revTx" presStyleIdx="0" presStyleCnt="0">
        <dgm:presLayoutVars>
          <dgm:chMax val="1"/>
          <dgm:bulletEnabled val="1"/>
        </dgm:presLayoutVars>
      </dgm:prSet>
      <dgm:spPr/>
    </dgm:pt>
    <dgm:pt modelId="{717ECD6A-766E-4FD5-A24D-1AC87C050073}" type="pres">
      <dgm:prSet presAssocID="{E0EF2D14-62C6-4271-96C5-EB18C438151F}" presName="Name8" presStyleCnt="0"/>
      <dgm:spPr/>
    </dgm:pt>
    <dgm:pt modelId="{DCF56EDC-6D69-411E-8276-BA2AC3E48CD8}" type="pres">
      <dgm:prSet presAssocID="{E0EF2D14-62C6-4271-96C5-EB18C438151F}" presName="level" presStyleLbl="node1" presStyleIdx="3" presStyleCnt="7">
        <dgm:presLayoutVars>
          <dgm:chMax val="1"/>
          <dgm:bulletEnabled val="1"/>
        </dgm:presLayoutVars>
      </dgm:prSet>
      <dgm:spPr/>
    </dgm:pt>
    <dgm:pt modelId="{E6CFD25A-C0BA-475F-9160-F1AD17FEC72B}" type="pres">
      <dgm:prSet presAssocID="{E0EF2D14-62C6-4271-96C5-EB18C438151F}" presName="levelTx" presStyleLbl="revTx" presStyleIdx="0" presStyleCnt="0">
        <dgm:presLayoutVars>
          <dgm:chMax val="1"/>
          <dgm:bulletEnabled val="1"/>
        </dgm:presLayoutVars>
      </dgm:prSet>
      <dgm:spPr/>
    </dgm:pt>
    <dgm:pt modelId="{5E9DFE45-CA4D-4646-B7BC-F0987150ABF6}" type="pres">
      <dgm:prSet presAssocID="{BC7AAFA2-F98F-47B7-9DBB-2ED9746CCD79}" presName="Name8" presStyleCnt="0"/>
      <dgm:spPr/>
    </dgm:pt>
    <dgm:pt modelId="{F0F9FA52-341D-4850-8FB1-B875FF25731B}" type="pres">
      <dgm:prSet presAssocID="{BC7AAFA2-F98F-47B7-9DBB-2ED9746CCD79}" presName="level" presStyleLbl="node1" presStyleIdx="4" presStyleCnt="7">
        <dgm:presLayoutVars>
          <dgm:chMax val="1"/>
          <dgm:bulletEnabled val="1"/>
        </dgm:presLayoutVars>
      </dgm:prSet>
      <dgm:spPr/>
    </dgm:pt>
    <dgm:pt modelId="{07D07377-EAA3-431F-93AE-992D4195B3D4}" type="pres">
      <dgm:prSet presAssocID="{BC7AAFA2-F98F-47B7-9DBB-2ED9746CCD79}" presName="levelTx" presStyleLbl="revTx" presStyleIdx="0" presStyleCnt="0">
        <dgm:presLayoutVars>
          <dgm:chMax val="1"/>
          <dgm:bulletEnabled val="1"/>
        </dgm:presLayoutVars>
      </dgm:prSet>
      <dgm:spPr/>
    </dgm:pt>
    <dgm:pt modelId="{55D9BA4E-FC27-401C-AFF3-63D463953556}" type="pres">
      <dgm:prSet presAssocID="{C403FD6A-E304-4990-BBFC-975D58D049B9}" presName="Name8" presStyleCnt="0"/>
      <dgm:spPr/>
    </dgm:pt>
    <dgm:pt modelId="{4FFBCB2E-F7EA-42D9-8E93-4541AA5167C8}" type="pres">
      <dgm:prSet presAssocID="{C403FD6A-E304-4990-BBFC-975D58D049B9}" presName="level" presStyleLbl="node1" presStyleIdx="5" presStyleCnt="7">
        <dgm:presLayoutVars>
          <dgm:chMax val="1"/>
          <dgm:bulletEnabled val="1"/>
        </dgm:presLayoutVars>
      </dgm:prSet>
      <dgm:spPr/>
    </dgm:pt>
    <dgm:pt modelId="{4122939E-E11A-4291-ACCE-5CBA04707855}" type="pres">
      <dgm:prSet presAssocID="{C403FD6A-E304-4990-BBFC-975D58D049B9}" presName="levelTx" presStyleLbl="revTx" presStyleIdx="0" presStyleCnt="0">
        <dgm:presLayoutVars>
          <dgm:chMax val="1"/>
          <dgm:bulletEnabled val="1"/>
        </dgm:presLayoutVars>
      </dgm:prSet>
      <dgm:spPr/>
    </dgm:pt>
    <dgm:pt modelId="{FAB2B1CC-D3DE-4257-A58F-7DBD36AB83F4}" type="pres">
      <dgm:prSet presAssocID="{C8B1DBC7-B6EB-469E-9590-C3987CB97D69}" presName="Name8" presStyleCnt="0"/>
      <dgm:spPr/>
    </dgm:pt>
    <dgm:pt modelId="{FAF0455A-A921-4BD1-8B07-5C109C18F0F7}" type="pres">
      <dgm:prSet presAssocID="{C8B1DBC7-B6EB-469E-9590-C3987CB97D69}" presName="level" presStyleLbl="node1" presStyleIdx="6" presStyleCnt="7" custLinFactNeighborX="-410" custLinFactNeighborY="-7325">
        <dgm:presLayoutVars>
          <dgm:chMax val="1"/>
          <dgm:bulletEnabled val="1"/>
        </dgm:presLayoutVars>
      </dgm:prSet>
      <dgm:spPr/>
    </dgm:pt>
    <dgm:pt modelId="{7A1340A4-0934-42A5-8102-D17BD23286C2}" type="pres">
      <dgm:prSet presAssocID="{C8B1DBC7-B6EB-469E-9590-C3987CB97D69}" presName="levelTx" presStyleLbl="revTx" presStyleIdx="0" presStyleCnt="0">
        <dgm:presLayoutVars>
          <dgm:chMax val="1"/>
          <dgm:bulletEnabled val="1"/>
        </dgm:presLayoutVars>
      </dgm:prSet>
      <dgm:spPr/>
    </dgm:pt>
  </dgm:ptLst>
  <dgm:cxnLst>
    <dgm:cxn modelId="{FF3ECD00-ED07-4BFE-869D-4902EC654B2F}" type="presOf" srcId="{E0EF2D14-62C6-4271-96C5-EB18C438151F}" destId="{DCF56EDC-6D69-411E-8276-BA2AC3E48CD8}" srcOrd="0" destOrd="0" presId="urn:microsoft.com/office/officeart/2005/8/layout/pyramid1"/>
    <dgm:cxn modelId="{7AF2970C-3FAC-4BCE-BE5F-5730DCFFB055}" type="presOf" srcId="{414B2E66-FBA0-47C7-9CF1-967C98DDE1D4}" destId="{1FC6927E-BC34-4B71-A4EB-F92C6FC00C07}" srcOrd="1" destOrd="0" presId="urn:microsoft.com/office/officeart/2005/8/layout/pyramid1"/>
    <dgm:cxn modelId="{14065D12-2325-426D-883D-420363DDE422}" type="presOf" srcId="{C403FD6A-E304-4990-BBFC-975D58D049B9}" destId="{4122939E-E11A-4291-ACCE-5CBA04707855}" srcOrd="1" destOrd="0" presId="urn:microsoft.com/office/officeart/2005/8/layout/pyramid1"/>
    <dgm:cxn modelId="{6ACA6214-81E9-425D-A3AD-7C8E3BA5C671}" type="presOf" srcId="{414B2E66-FBA0-47C7-9CF1-967C98DDE1D4}" destId="{7F65F3E1-2B46-40A0-9536-1A581E5CA00D}" srcOrd="0" destOrd="0" presId="urn:microsoft.com/office/officeart/2005/8/layout/pyramid1"/>
    <dgm:cxn modelId="{C174C71B-45DF-4AF8-A4C9-0EF1D7EA2DC8}" type="presOf" srcId="{C8B1DBC7-B6EB-469E-9590-C3987CB97D69}" destId="{7A1340A4-0934-42A5-8102-D17BD23286C2}" srcOrd="1" destOrd="0" presId="urn:microsoft.com/office/officeart/2005/8/layout/pyramid1"/>
    <dgm:cxn modelId="{170B511D-F305-45F2-A7D2-E371CDA91F0F}" type="presOf" srcId="{4A9AB868-F11F-4CB8-BEBF-5ED76CEDF7A0}" destId="{9C54B7F6-685B-4F47-929A-D28B8AFC99EC}" srcOrd="0" destOrd="0" presId="urn:microsoft.com/office/officeart/2005/8/layout/pyramid1"/>
    <dgm:cxn modelId="{FC97B763-993D-4ADE-9DDD-0727EC4A48A2}" type="presOf" srcId="{4A9AB868-F11F-4CB8-BEBF-5ED76CEDF7A0}" destId="{21184A3B-29EC-4646-9696-B6702084B1C8}" srcOrd="1" destOrd="0" presId="urn:microsoft.com/office/officeart/2005/8/layout/pyramid1"/>
    <dgm:cxn modelId="{33DC2F48-992E-4B5D-B244-F964544B1F7C}" srcId="{EC605790-4E2B-4DD1-A5B7-F01983146117}" destId="{BC7AAFA2-F98F-47B7-9DBB-2ED9746CCD79}" srcOrd="4" destOrd="0" parTransId="{3393ACCB-B4E3-4D0F-BB38-1EA5EA816809}" sibTransId="{911D8E7F-61BB-456E-983E-7EC512AE8C6E}"/>
    <dgm:cxn modelId="{600D4C6B-28E6-4606-80E8-7FAB54E13CB6}" type="presOf" srcId="{BC7AAFA2-F98F-47B7-9DBB-2ED9746CCD79}" destId="{07D07377-EAA3-431F-93AE-992D4195B3D4}" srcOrd="1" destOrd="0" presId="urn:microsoft.com/office/officeart/2005/8/layout/pyramid1"/>
    <dgm:cxn modelId="{49A3F16C-E673-452B-BF3F-F778725999E5}" srcId="{EC605790-4E2B-4DD1-A5B7-F01983146117}" destId="{157F8B8E-2229-42FF-8D7A-41AAB0B7C521}" srcOrd="2" destOrd="0" parTransId="{AF7F0719-DA9F-47D1-93AC-0D8EB35B50AA}" sibTransId="{AC43729E-E9CE-4998-83F7-2448EC80586B}"/>
    <dgm:cxn modelId="{4B504072-80CD-43EC-B343-384C1CBE2B82}" srcId="{EC605790-4E2B-4DD1-A5B7-F01983146117}" destId="{C403FD6A-E304-4990-BBFC-975D58D049B9}" srcOrd="5" destOrd="0" parTransId="{2804BCC4-2B08-4EF1-BD62-CFE2C365FAB2}" sibTransId="{CE6B6D9A-FECE-496A-9A50-0DFE7FAA763A}"/>
    <dgm:cxn modelId="{64FA8B56-EFE6-401F-8773-129FA9E5368A}" type="presOf" srcId="{E0EF2D14-62C6-4271-96C5-EB18C438151F}" destId="{E6CFD25A-C0BA-475F-9160-F1AD17FEC72B}" srcOrd="1" destOrd="0" presId="urn:microsoft.com/office/officeart/2005/8/layout/pyramid1"/>
    <dgm:cxn modelId="{0467588A-5778-45F0-A7E2-5DA7ADCDA64B}" srcId="{EC605790-4E2B-4DD1-A5B7-F01983146117}" destId="{4A9AB868-F11F-4CB8-BEBF-5ED76CEDF7A0}" srcOrd="1" destOrd="0" parTransId="{ECFFF2B2-E2D6-4076-9C17-5789DEA2D316}" sibTransId="{DE3B1F9A-8594-4452-A8BB-93CFA96956BF}"/>
    <dgm:cxn modelId="{A562EE93-D711-493D-968C-15505163087E}" type="presOf" srcId="{157F8B8E-2229-42FF-8D7A-41AAB0B7C521}" destId="{5DD74F72-A01B-4AF4-84AE-84E40E9C9A33}" srcOrd="0" destOrd="0" presId="urn:microsoft.com/office/officeart/2005/8/layout/pyramid1"/>
    <dgm:cxn modelId="{2B0D159E-A54B-4B67-AE3B-498754E2F9AA}" type="presOf" srcId="{C8B1DBC7-B6EB-469E-9590-C3987CB97D69}" destId="{FAF0455A-A921-4BD1-8B07-5C109C18F0F7}" srcOrd="0" destOrd="0" presId="urn:microsoft.com/office/officeart/2005/8/layout/pyramid1"/>
    <dgm:cxn modelId="{427C35AB-1C33-49C2-AEB5-AA1862B67500}" type="presOf" srcId="{BC7AAFA2-F98F-47B7-9DBB-2ED9746CCD79}" destId="{F0F9FA52-341D-4850-8FB1-B875FF25731B}" srcOrd="0" destOrd="0" presId="urn:microsoft.com/office/officeart/2005/8/layout/pyramid1"/>
    <dgm:cxn modelId="{A2C490AB-063E-40A5-A9DA-9F582A225A1D}" type="presOf" srcId="{157F8B8E-2229-42FF-8D7A-41AAB0B7C521}" destId="{B6483D1A-64BD-4180-91F5-232DA5DBC08F}" srcOrd="1" destOrd="0" presId="urn:microsoft.com/office/officeart/2005/8/layout/pyramid1"/>
    <dgm:cxn modelId="{5CC9F6C4-8BBA-43A7-AD22-48E06E1086FF}" srcId="{EC605790-4E2B-4DD1-A5B7-F01983146117}" destId="{C8B1DBC7-B6EB-469E-9590-C3987CB97D69}" srcOrd="6" destOrd="0" parTransId="{6C796529-51D3-4A48-B82A-F037366E7C9E}" sibTransId="{4F5A1E95-2041-4750-ACFC-C393B40EB611}"/>
    <dgm:cxn modelId="{8FB23ED5-B964-4AB5-9ECD-D72B0CEFC5FB}" type="presOf" srcId="{C403FD6A-E304-4990-BBFC-975D58D049B9}" destId="{4FFBCB2E-F7EA-42D9-8E93-4541AA5167C8}" srcOrd="0" destOrd="0" presId="urn:microsoft.com/office/officeart/2005/8/layout/pyramid1"/>
    <dgm:cxn modelId="{36DF42D9-1FD2-41E8-9944-29657AE55B99}" srcId="{EC605790-4E2B-4DD1-A5B7-F01983146117}" destId="{414B2E66-FBA0-47C7-9CF1-967C98DDE1D4}" srcOrd="0" destOrd="0" parTransId="{037E6F7D-28BA-4630-B78C-D83D5592F656}" sibTransId="{55B7D36F-6480-4DEF-A056-A2F6D70E5EAD}"/>
    <dgm:cxn modelId="{269BEDE0-4A13-4FF1-AF22-A35F5C6B18D8}" srcId="{EC605790-4E2B-4DD1-A5B7-F01983146117}" destId="{E0EF2D14-62C6-4271-96C5-EB18C438151F}" srcOrd="3" destOrd="0" parTransId="{55C8A5D4-1A9F-4E6C-9EA2-6CC33A8E8F66}" sibTransId="{1603DA05-47C4-4E5E-B5EE-EFF64408C642}"/>
    <dgm:cxn modelId="{CF36C3E2-962B-4EFC-BF51-E3C271CC92EB}" type="presOf" srcId="{EC605790-4E2B-4DD1-A5B7-F01983146117}" destId="{5FC02A65-74FC-4306-A7BA-76528E990F7B}" srcOrd="0" destOrd="0" presId="urn:microsoft.com/office/officeart/2005/8/layout/pyramid1"/>
    <dgm:cxn modelId="{F9353A36-3F4C-46DB-A459-34005B9C0594}" type="presParOf" srcId="{5FC02A65-74FC-4306-A7BA-76528E990F7B}" destId="{3C3DA3AB-7A63-4704-B4F3-54A66035CCAF}" srcOrd="0" destOrd="0" presId="urn:microsoft.com/office/officeart/2005/8/layout/pyramid1"/>
    <dgm:cxn modelId="{7DA5868E-AD66-409D-BF14-B7009F7C2947}" type="presParOf" srcId="{3C3DA3AB-7A63-4704-B4F3-54A66035CCAF}" destId="{7F65F3E1-2B46-40A0-9536-1A581E5CA00D}" srcOrd="0" destOrd="0" presId="urn:microsoft.com/office/officeart/2005/8/layout/pyramid1"/>
    <dgm:cxn modelId="{88281A2B-566F-4973-A9B9-72254BF298A7}" type="presParOf" srcId="{3C3DA3AB-7A63-4704-B4F3-54A66035CCAF}" destId="{1FC6927E-BC34-4B71-A4EB-F92C6FC00C07}" srcOrd="1" destOrd="0" presId="urn:microsoft.com/office/officeart/2005/8/layout/pyramid1"/>
    <dgm:cxn modelId="{1610314E-7DF8-414E-80A1-690B11144308}" type="presParOf" srcId="{5FC02A65-74FC-4306-A7BA-76528E990F7B}" destId="{4AA977EF-4A4B-45E6-9E6B-2630702E3CAC}" srcOrd="1" destOrd="0" presId="urn:microsoft.com/office/officeart/2005/8/layout/pyramid1"/>
    <dgm:cxn modelId="{F0A8D93D-517E-4F04-A6EF-E493D81B2C78}" type="presParOf" srcId="{4AA977EF-4A4B-45E6-9E6B-2630702E3CAC}" destId="{9C54B7F6-685B-4F47-929A-D28B8AFC99EC}" srcOrd="0" destOrd="0" presId="urn:microsoft.com/office/officeart/2005/8/layout/pyramid1"/>
    <dgm:cxn modelId="{7D0A2655-D186-4226-B392-D4D9955AF51F}" type="presParOf" srcId="{4AA977EF-4A4B-45E6-9E6B-2630702E3CAC}" destId="{21184A3B-29EC-4646-9696-B6702084B1C8}" srcOrd="1" destOrd="0" presId="urn:microsoft.com/office/officeart/2005/8/layout/pyramid1"/>
    <dgm:cxn modelId="{FB228687-6A1D-4102-9D6D-EAE47730AD9F}" type="presParOf" srcId="{5FC02A65-74FC-4306-A7BA-76528E990F7B}" destId="{24959762-2439-45AB-93C8-B651AEAA4D58}" srcOrd="2" destOrd="0" presId="urn:microsoft.com/office/officeart/2005/8/layout/pyramid1"/>
    <dgm:cxn modelId="{6CAC70FF-9885-435B-9711-DA4BEC4516C8}" type="presParOf" srcId="{24959762-2439-45AB-93C8-B651AEAA4D58}" destId="{5DD74F72-A01B-4AF4-84AE-84E40E9C9A33}" srcOrd="0" destOrd="0" presId="urn:microsoft.com/office/officeart/2005/8/layout/pyramid1"/>
    <dgm:cxn modelId="{6E5FAC30-A049-405F-8938-B57BBB8EEF0C}" type="presParOf" srcId="{24959762-2439-45AB-93C8-B651AEAA4D58}" destId="{B6483D1A-64BD-4180-91F5-232DA5DBC08F}" srcOrd="1" destOrd="0" presId="urn:microsoft.com/office/officeart/2005/8/layout/pyramid1"/>
    <dgm:cxn modelId="{B6DA0C22-CAA7-4B65-B73D-3B59D60D66BA}" type="presParOf" srcId="{5FC02A65-74FC-4306-A7BA-76528E990F7B}" destId="{717ECD6A-766E-4FD5-A24D-1AC87C050073}" srcOrd="3" destOrd="0" presId="urn:microsoft.com/office/officeart/2005/8/layout/pyramid1"/>
    <dgm:cxn modelId="{1247FFA1-2DFF-4D6C-8298-BB95854B376B}" type="presParOf" srcId="{717ECD6A-766E-4FD5-A24D-1AC87C050073}" destId="{DCF56EDC-6D69-411E-8276-BA2AC3E48CD8}" srcOrd="0" destOrd="0" presId="urn:microsoft.com/office/officeart/2005/8/layout/pyramid1"/>
    <dgm:cxn modelId="{8D00347E-0F4E-4B0D-9FC9-D15AE43D5EF6}" type="presParOf" srcId="{717ECD6A-766E-4FD5-A24D-1AC87C050073}" destId="{E6CFD25A-C0BA-475F-9160-F1AD17FEC72B}" srcOrd="1" destOrd="0" presId="urn:microsoft.com/office/officeart/2005/8/layout/pyramid1"/>
    <dgm:cxn modelId="{0521F6A1-E916-43F8-A0CC-C233CDC2317D}" type="presParOf" srcId="{5FC02A65-74FC-4306-A7BA-76528E990F7B}" destId="{5E9DFE45-CA4D-4646-B7BC-F0987150ABF6}" srcOrd="4" destOrd="0" presId="urn:microsoft.com/office/officeart/2005/8/layout/pyramid1"/>
    <dgm:cxn modelId="{AB9A48B5-0880-416E-8E05-CA2B672AE13C}" type="presParOf" srcId="{5E9DFE45-CA4D-4646-B7BC-F0987150ABF6}" destId="{F0F9FA52-341D-4850-8FB1-B875FF25731B}" srcOrd="0" destOrd="0" presId="urn:microsoft.com/office/officeart/2005/8/layout/pyramid1"/>
    <dgm:cxn modelId="{93966933-BB3E-42B6-92F5-6A1F9967007E}" type="presParOf" srcId="{5E9DFE45-CA4D-4646-B7BC-F0987150ABF6}" destId="{07D07377-EAA3-431F-93AE-992D4195B3D4}" srcOrd="1" destOrd="0" presId="urn:microsoft.com/office/officeart/2005/8/layout/pyramid1"/>
    <dgm:cxn modelId="{5597AA25-85DD-47CC-8760-CDBEB78427CA}" type="presParOf" srcId="{5FC02A65-74FC-4306-A7BA-76528E990F7B}" destId="{55D9BA4E-FC27-401C-AFF3-63D463953556}" srcOrd="5" destOrd="0" presId="urn:microsoft.com/office/officeart/2005/8/layout/pyramid1"/>
    <dgm:cxn modelId="{1DEF7224-5ECD-4A0B-BEC9-5E33009677EC}" type="presParOf" srcId="{55D9BA4E-FC27-401C-AFF3-63D463953556}" destId="{4FFBCB2E-F7EA-42D9-8E93-4541AA5167C8}" srcOrd="0" destOrd="0" presId="urn:microsoft.com/office/officeart/2005/8/layout/pyramid1"/>
    <dgm:cxn modelId="{AC9ECBA7-53A2-4031-9AFA-FA5B45EAB210}" type="presParOf" srcId="{55D9BA4E-FC27-401C-AFF3-63D463953556}" destId="{4122939E-E11A-4291-ACCE-5CBA04707855}" srcOrd="1" destOrd="0" presId="urn:microsoft.com/office/officeart/2005/8/layout/pyramid1"/>
    <dgm:cxn modelId="{7FA1EF5E-3EC6-4DCA-8855-CE3DA2AE73B1}" type="presParOf" srcId="{5FC02A65-74FC-4306-A7BA-76528E990F7B}" destId="{FAB2B1CC-D3DE-4257-A58F-7DBD36AB83F4}" srcOrd="6" destOrd="0" presId="urn:microsoft.com/office/officeart/2005/8/layout/pyramid1"/>
    <dgm:cxn modelId="{04028088-F258-44F1-8E7A-6D9C9233D65C}" type="presParOf" srcId="{FAB2B1CC-D3DE-4257-A58F-7DBD36AB83F4}" destId="{FAF0455A-A921-4BD1-8B07-5C109C18F0F7}" srcOrd="0" destOrd="0" presId="urn:microsoft.com/office/officeart/2005/8/layout/pyramid1"/>
    <dgm:cxn modelId="{27353D18-C07B-423F-9E9B-0F80E91F1635}" type="presParOf" srcId="{FAB2B1CC-D3DE-4257-A58F-7DBD36AB83F4}" destId="{7A1340A4-0934-42A5-8102-D17BD23286C2}"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65F3E1-2B46-40A0-9536-1A581E5CA00D}">
      <dsp:nvSpPr>
        <dsp:cNvPr id="0" name=""/>
        <dsp:cNvSpPr/>
      </dsp:nvSpPr>
      <dsp:spPr>
        <a:xfrm>
          <a:off x="2783298" y="0"/>
          <a:ext cx="927766"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Function</a:t>
          </a:r>
        </a:p>
      </dsp:txBody>
      <dsp:txXfrm>
        <a:off x="2783298" y="0"/>
        <a:ext cx="927766" cy="484797"/>
      </dsp:txXfrm>
    </dsp:sp>
    <dsp:sp modelId="{9C54B7F6-685B-4F47-929A-D28B8AFC99EC}">
      <dsp:nvSpPr>
        <dsp:cNvPr id="0" name=""/>
        <dsp:cNvSpPr/>
      </dsp:nvSpPr>
      <dsp:spPr>
        <a:xfrm>
          <a:off x="2319415" y="484797"/>
          <a:ext cx="1855532"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Praxis</a:t>
          </a:r>
        </a:p>
      </dsp:txBody>
      <dsp:txXfrm>
        <a:off x="2644133" y="484797"/>
        <a:ext cx="1206096" cy="484797"/>
      </dsp:txXfrm>
    </dsp:sp>
    <dsp:sp modelId="{5DD74F72-A01B-4AF4-84AE-84E40E9C9A33}">
      <dsp:nvSpPr>
        <dsp:cNvPr id="0" name=""/>
        <dsp:cNvSpPr/>
      </dsp:nvSpPr>
      <dsp:spPr>
        <a:xfrm>
          <a:off x="1855532" y="969594"/>
          <a:ext cx="2783298"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Memory</a:t>
          </a:r>
        </a:p>
      </dsp:txBody>
      <dsp:txXfrm>
        <a:off x="2342609" y="969594"/>
        <a:ext cx="1809144" cy="484797"/>
      </dsp:txXfrm>
    </dsp:sp>
    <dsp:sp modelId="{DCF56EDC-6D69-411E-8276-BA2AC3E48CD8}">
      <dsp:nvSpPr>
        <dsp:cNvPr id="0" name=""/>
        <dsp:cNvSpPr/>
      </dsp:nvSpPr>
      <dsp:spPr>
        <a:xfrm>
          <a:off x="1391649" y="1454390"/>
          <a:ext cx="3711065"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b="1" kern="1200" dirty="0">
              <a:latin typeface="Arial" panose="020B0604020202020204" pitchFamily="34" charset="0"/>
              <a:cs typeface="Arial" panose="020B0604020202020204" pitchFamily="34" charset="0"/>
            </a:rPr>
            <a:t>Object recognition</a:t>
          </a:r>
        </a:p>
      </dsp:txBody>
      <dsp:txXfrm>
        <a:off x="2041085" y="1454390"/>
        <a:ext cx="2412192" cy="484797"/>
      </dsp:txXfrm>
    </dsp:sp>
    <dsp:sp modelId="{F0F9FA52-341D-4850-8FB1-B875FF25731B}">
      <dsp:nvSpPr>
        <dsp:cNvPr id="0" name=""/>
        <dsp:cNvSpPr/>
      </dsp:nvSpPr>
      <dsp:spPr>
        <a:xfrm>
          <a:off x="927766" y="1939188"/>
          <a:ext cx="4638831"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Visual/spatial perception</a:t>
          </a:r>
        </a:p>
      </dsp:txBody>
      <dsp:txXfrm>
        <a:off x="1739561" y="1939188"/>
        <a:ext cx="3015240" cy="484797"/>
      </dsp:txXfrm>
    </dsp:sp>
    <dsp:sp modelId="{4FFBCB2E-F7EA-42D9-8E93-4541AA5167C8}">
      <dsp:nvSpPr>
        <dsp:cNvPr id="0" name=""/>
        <dsp:cNvSpPr/>
      </dsp:nvSpPr>
      <dsp:spPr>
        <a:xfrm>
          <a:off x="463883" y="2423984"/>
          <a:ext cx="5566597"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Attention</a:t>
          </a:r>
        </a:p>
      </dsp:txBody>
      <dsp:txXfrm>
        <a:off x="1438037" y="2423984"/>
        <a:ext cx="3618288" cy="484797"/>
      </dsp:txXfrm>
    </dsp:sp>
    <dsp:sp modelId="{FAF0455A-A921-4BD1-8B07-5C109C18F0F7}">
      <dsp:nvSpPr>
        <dsp:cNvPr id="0" name=""/>
        <dsp:cNvSpPr/>
      </dsp:nvSpPr>
      <dsp:spPr>
        <a:xfrm>
          <a:off x="0" y="2908781"/>
          <a:ext cx="6494364"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Sensory Registration</a:t>
          </a:r>
        </a:p>
      </dsp:txBody>
      <dsp:txXfrm>
        <a:off x="1136513" y="2908781"/>
        <a:ext cx="4221336" cy="4847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65F3E1-2B46-40A0-9536-1A581E5CA00D}">
      <dsp:nvSpPr>
        <dsp:cNvPr id="0" name=""/>
        <dsp:cNvSpPr/>
      </dsp:nvSpPr>
      <dsp:spPr>
        <a:xfrm>
          <a:off x="2783298" y="0"/>
          <a:ext cx="927766"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Function</a:t>
          </a:r>
        </a:p>
      </dsp:txBody>
      <dsp:txXfrm>
        <a:off x="2783298" y="0"/>
        <a:ext cx="927766" cy="484797"/>
      </dsp:txXfrm>
    </dsp:sp>
    <dsp:sp modelId="{9C54B7F6-685B-4F47-929A-D28B8AFC99EC}">
      <dsp:nvSpPr>
        <dsp:cNvPr id="0" name=""/>
        <dsp:cNvSpPr/>
      </dsp:nvSpPr>
      <dsp:spPr>
        <a:xfrm>
          <a:off x="2319415" y="484797"/>
          <a:ext cx="1855532"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Praxis</a:t>
          </a:r>
        </a:p>
      </dsp:txBody>
      <dsp:txXfrm>
        <a:off x="2644133" y="484797"/>
        <a:ext cx="1206096" cy="484797"/>
      </dsp:txXfrm>
    </dsp:sp>
    <dsp:sp modelId="{5DD74F72-A01B-4AF4-84AE-84E40E9C9A33}">
      <dsp:nvSpPr>
        <dsp:cNvPr id="0" name=""/>
        <dsp:cNvSpPr/>
      </dsp:nvSpPr>
      <dsp:spPr>
        <a:xfrm>
          <a:off x="1855532" y="969594"/>
          <a:ext cx="2783298"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Memory</a:t>
          </a:r>
        </a:p>
      </dsp:txBody>
      <dsp:txXfrm>
        <a:off x="2342609" y="969594"/>
        <a:ext cx="1809144" cy="484797"/>
      </dsp:txXfrm>
    </dsp:sp>
    <dsp:sp modelId="{DCF56EDC-6D69-411E-8276-BA2AC3E48CD8}">
      <dsp:nvSpPr>
        <dsp:cNvPr id="0" name=""/>
        <dsp:cNvSpPr/>
      </dsp:nvSpPr>
      <dsp:spPr>
        <a:xfrm>
          <a:off x="1391649" y="1454390"/>
          <a:ext cx="3711065"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b="1" kern="1200" dirty="0">
              <a:latin typeface="Arial" panose="020B0604020202020204" pitchFamily="34" charset="0"/>
              <a:cs typeface="Arial" panose="020B0604020202020204" pitchFamily="34" charset="0"/>
            </a:rPr>
            <a:t>Object recognition</a:t>
          </a:r>
        </a:p>
      </dsp:txBody>
      <dsp:txXfrm>
        <a:off x="2041085" y="1454390"/>
        <a:ext cx="2412192" cy="484797"/>
      </dsp:txXfrm>
    </dsp:sp>
    <dsp:sp modelId="{F0F9FA52-341D-4850-8FB1-B875FF25731B}">
      <dsp:nvSpPr>
        <dsp:cNvPr id="0" name=""/>
        <dsp:cNvSpPr/>
      </dsp:nvSpPr>
      <dsp:spPr>
        <a:xfrm>
          <a:off x="927766" y="1939188"/>
          <a:ext cx="4638831"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Visual/spatial perception</a:t>
          </a:r>
        </a:p>
      </dsp:txBody>
      <dsp:txXfrm>
        <a:off x="1739561" y="1939188"/>
        <a:ext cx="3015240" cy="484797"/>
      </dsp:txXfrm>
    </dsp:sp>
    <dsp:sp modelId="{4FFBCB2E-F7EA-42D9-8E93-4541AA5167C8}">
      <dsp:nvSpPr>
        <dsp:cNvPr id="0" name=""/>
        <dsp:cNvSpPr/>
      </dsp:nvSpPr>
      <dsp:spPr>
        <a:xfrm>
          <a:off x="463883" y="2423984"/>
          <a:ext cx="5566597"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Attention</a:t>
          </a:r>
        </a:p>
      </dsp:txBody>
      <dsp:txXfrm>
        <a:off x="1438037" y="2423984"/>
        <a:ext cx="3618288" cy="484797"/>
      </dsp:txXfrm>
    </dsp:sp>
    <dsp:sp modelId="{FAF0455A-A921-4BD1-8B07-5C109C18F0F7}">
      <dsp:nvSpPr>
        <dsp:cNvPr id="0" name=""/>
        <dsp:cNvSpPr/>
      </dsp:nvSpPr>
      <dsp:spPr>
        <a:xfrm>
          <a:off x="0" y="2908781"/>
          <a:ext cx="6494364" cy="484797"/>
        </a:xfrm>
        <a:prstGeom prst="trapezoid">
          <a:avLst>
            <a:gd name="adj" fmla="val 95686"/>
          </a:avLst>
        </a:prstGeom>
        <a:solidFill>
          <a:srgbClr val="FF66C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Sensory Registration</a:t>
          </a:r>
        </a:p>
      </dsp:txBody>
      <dsp:txXfrm>
        <a:off x="1136513" y="2908781"/>
        <a:ext cx="4221336" cy="4847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65F3E1-2B46-40A0-9536-1A581E5CA00D}">
      <dsp:nvSpPr>
        <dsp:cNvPr id="0" name=""/>
        <dsp:cNvSpPr/>
      </dsp:nvSpPr>
      <dsp:spPr>
        <a:xfrm>
          <a:off x="2783298" y="0"/>
          <a:ext cx="927766"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Function</a:t>
          </a:r>
        </a:p>
      </dsp:txBody>
      <dsp:txXfrm>
        <a:off x="2783298" y="0"/>
        <a:ext cx="927766" cy="484797"/>
      </dsp:txXfrm>
    </dsp:sp>
    <dsp:sp modelId="{9C54B7F6-685B-4F47-929A-D28B8AFC99EC}">
      <dsp:nvSpPr>
        <dsp:cNvPr id="0" name=""/>
        <dsp:cNvSpPr/>
      </dsp:nvSpPr>
      <dsp:spPr>
        <a:xfrm>
          <a:off x="2319415" y="484797"/>
          <a:ext cx="1855532"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Praxis</a:t>
          </a:r>
        </a:p>
      </dsp:txBody>
      <dsp:txXfrm>
        <a:off x="2644133" y="484797"/>
        <a:ext cx="1206096" cy="484797"/>
      </dsp:txXfrm>
    </dsp:sp>
    <dsp:sp modelId="{5DD74F72-A01B-4AF4-84AE-84E40E9C9A33}">
      <dsp:nvSpPr>
        <dsp:cNvPr id="0" name=""/>
        <dsp:cNvSpPr/>
      </dsp:nvSpPr>
      <dsp:spPr>
        <a:xfrm>
          <a:off x="1855532" y="969594"/>
          <a:ext cx="2783298"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Memory</a:t>
          </a:r>
        </a:p>
      </dsp:txBody>
      <dsp:txXfrm>
        <a:off x="2342609" y="969594"/>
        <a:ext cx="1809144" cy="484797"/>
      </dsp:txXfrm>
    </dsp:sp>
    <dsp:sp modelId="{DCF56EDC-6D69-411E-8276-BA2AC3E48CD8}">
      <dsp:nvSpPr>
        <dsp:cNvPr id="0" name=""/>
        <dsp:cNvSpPr/>
      </dsp:nvSpPr>
      <dsp:spPr>
        <a:xfrm>
          <a:off x="1391649" y="1454390"/>
          <a:ext cx="3711065"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b="1" kern="1200" dirty="0">
              <a:latin typeface="Arial" panose="020B0604020202020204" pitchFamily="34" charset="0"/>
              <a:cs typeface="Arial" panose="020B0604020202020204" pitchFamily="34" charset="0"/>
            </a:rPr>
            <a:t>Object recognition</a:t>
          </a:r>
        </a:p>
      </dsp:txBody>
      <dsp:txXfrm>
        <a:off x="2041085" y="1454390"/>
        <a:ext cx="2412192" cy="484797"/>
      </dsp:txXfrm>
    </dsp:sp>
    <dsp:sp modelId="{F0F9FA52-341D-4850-8FB1-B875FF25731B}">
      <dsp:nvSpPr>
        <dsp:cNvPr id="0" name=""/>
        <dsp:cNvSpPr/>
      </dsp:nvSpPr>
      <dsp:spPr>
        <a:xfrm>
          <a:off x="927766" y="1939188"/>
          <a:ext cx="4638831"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Visual/spatial perception</a:t>
          </a:r>
        </a:p>
      </dsp:txBody>
      <dsp:txXfrm>
        <a:off x="1739561" y="1939188"/>
        <a:ext cx="3015240" cy="484797"/>
      </dsp:txXfrm>
    </dsp:sp>
    <dsp:sp modelId="{4FFBCB2E-F7EA-42D9-8E93-4541AA5167C8}">
      <dsp:nvSpPr>
        <dsp:cNvPr id="0" name=""/>
        <dsp:cNvSpPr/>
      </dsp:nvSpPr>
      <dsp:spPr>
        <a:xfrm>
          <a:off x="463883" y="2423984"/>
          <a:ext cx="5566597" cy="484797"/>
        </a:xfrm>
        <a:prstGeom prst="trapezoid">
          <a:avLst>
            <a:gd name="adj" fmla="val 95686"/>
          </a:avLst>
        </a:prstGeom>
        <a:solidFill>
          <a:srgbClr val="FF66C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Attention</a:t>
          </a:r>
        </a:p>
      </dsp:txBody>
      <dsp:txXfrm>
        <a:off x="1438037" y="2423984"/>
        <a:ext cx="3618288" cy="484797"/>
      </dsp:txXfrm>
    </dsp:sp>
    <dsp:sp modelId="{FAF0455A-A921-4BD1-8B07-5C109C18F0F7}">
      <dsp:nvSpPr>
        <dsp:cNvPr id="0" name=""/>
        <dsp:cNvSpPr/>
      </dsp:nvSpPr>
      <dsp:spPr>
        <a:xfrm>
          <a:off x="0" y="2873270"/>
          <a:ext cx="6494364"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Sensory Registration</a:t>
          </a:r>
        </a:p>
      </dsp:txBody>
      <dsp:txXfrm>
        <a:off x="1136513" y="2873270"/>
        <a:ext cx="4221336" cy="4847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65F3E1-2B46-40A0-9536-1A581E5CA00D}">
      <dsp:nvSpPr>
        <dsp:cNvPr id="0" name=""/>
        <dsp:cNvSpPr/>
      </dsp:nvSpPr>
      <dsp:spPr>
        <a:xfrm>
          <a:off x="2783298" y="0"/>
          <a:ext cx="927766"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Function</a:t>
          </a:r>
        </a:p>
      </dsp:txBody>
      <dsp:txXfrm>
        <a:off x="2783298" y="0"/>
        <a:ext cx="927766" cy="484797"/>
      </dsp:txXfrm>
    </dsp:sp>
    <dsp:sp modelId="{9C54B7F6-685B-4F47-929A-D28B8AFC99EC}">
      <dsp:nvSpPr>
        <dsp:cNvPr id="0" name=""/>
        <dsp:cNvSpPr/>
      </dsp:nvSpPr>
      <dsp:spPr>
        <a:xfrm>
          <a:off x="2319415" y="484797"/>
          <a:ext cx="1855532"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Praxis</a:t>
          </a:r>
        </a:p>
      </dsp:txBody>
      <dsp:txXfrm>
        <a:off x="2644133" y="484797"/>
        <a:ext cx="1206096" cy="484797"/>
      </dsp:txXfrm>
    </dsp:sp>
    <dsp:sp modelId="{5DD74F72-A01B-4AF4-84AE-84E40E9C9A33}">
      <dsp:nvSpPr>
        <dsp:cNvPr id="0" name=""/>
        <dsp:cNvSpPr/>
      </dsp:nvSpPr>
      <dsp:spPr>
        <a:xfrm>
          <a:off x="1855532" y="969594"/>
          <a:ext cx="2783298"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Memory</a:t>
          </a:r>
        </a:p>
      </dsp:txBody>
      <dsp:txXfrm>
        <a:off x="2342609" y="969594"/>
        <a:ext cx="1809144" cy="484797"/>
      </dsp:txXfrm>
    </dsp:sp>
    <dsp:sp modelId="{DCF56EDC-6D69-411E-8276-BA2AC3E48CD8}">
      <dsp:nvSpPr>
        <dsp:cNvPr id="0" name=""/>
        <dsp:cNvSpPr/>
      </dsp:nvSpPr>
      <dsp:spPr>
        <a:xfrm>
          <a:off x="1391649" y="1454390"/>
          <a:ext cx="3711065"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b="1" kern="1200" dirty="0">
              <a:latin typeface="Arial" panose="020B0604020202020204" pitchFamily="34" charset="0"/>
              <a:cs typeface="Arial" panose="020B0604020202020204" pitchFamily="34" charset="0"/>
            </a:rPr>
            <a:t>Object recognition</a:t>
          </a:r>
        </a:p>
      </dsp:txBody>
      <dsp:txXfrm>
        <a:off x="2041085" y="1454390"/>
        <a:ext cx="2412192" cy="484797"/>
      </dsp:txXfrm>
    </dsp:sp>
    <dsp:sp modelId="{F0F9FA52-341D-4850-8FB1-B875FF25731B}">
      <dsp:nvSpPr>
        <dsp:cNvPr id="0" name=""/>
        <dsp:cNvSpPr/>
      </dsp:nvSpPr>
      <dsp:spPr>
        <a:xfrm>
          <a:off x="927766" y="1939188"/>
          <a:ext cx="4638831" cy="484797"/>
        </a:xfrm>
        <a:prstGeom prst="trapezoid">
          <a:avLst>
            <a:gd name="adj" fmla="val 95686"/>
          </a:avLst>
        </a:prstGeom>
        <a:solidFill>
          <a:srgbClr val="FF66C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Visual/spatial perception</a:t>
          </a:r>
        </a:p>
      </dsp:txBody>
      <dsp:txXfrm>
        <a:off x="1739561" y="1939188"/>
        <a:ext cx="3015240" cy="484797"/>
      </dsp:txXfrm>
    </dsp:sp>
    <dsp:sp modelId="{4FFBCB2E-F7EA-42D9-8E93-4541AA5167C8}">
      <dsp:nvSpPr>
        <dsp:cNvPr id="0" name=""/>
        <dsp:cNvSpPr/>
      </dsp:nvSpPr>
      <dsp:spPr>
        <a:xfrm>
          <a:off x="463883" y="2423984"/>
          <a:ext cx="5566597"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Attention</a:t>
          </a:r>
        </a:p>
      </dsp:txBody>
      <dsp:txXfrm>
        <a:off x="1438037" y="2423984"/>
        <a:ext cx="3618288" cy="484797"/>
      </dsp:txXfrm>
    </dsp:sp>
    <dsp:sp modelId="{FAF0455A-A921-4BD1-8B07-5C109C18F0F7}">
      <dsp:nvSpPr>
        <dsp:cNvPr id="0" name=""/>
        <dsp:cNvSpPr/>
      </dsp:nvSpPr>
      <dsp:spPr>
        <a:xfrm>
          <a:off x="0" y="2873270"/>
          <a:ext cx="6494364"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Sensory Registration</a:t>
          </a:r>
        </a:p>
      </dsp:txBody>
      <dsp:txXfrm>
        <a:off x="1136513" y="2873270"/>
        <a:ext cx="4221336" cy="48479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65F3E1-2B46-40A0-9536-1A581E5CA00D}">
      <dsp:nvSpPr>
        <dsp:cNvPr id="0" name=""/>
        <dsp:cNvSpPr/>
      </dsp:nvSpPr>
      <dsp:spPr>
        <a:xfrm>
          <a:off x="2783298" y="0"/>
          <a:ext cx="927766"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Function</a:t>
          </a:r>
        </a:p>
      </dsp:txBody>
      <dsp:txXfrm>
        <a:off x="2783298" y="0"/>
        <a:ext cx="927766" cy="484797"/>
      </dsp:txXfrm>
    </dsp:sp>
    <dsp:sp modelId="{9C54B7F6-685B-4F47-929A-D28B8AFC99EC}">
      <dsp:nvSpPr>
        <dsp:cNvPr id="0" name=""/>
        <dsp:cNvSpPr/>
      </dsp:nvSpPr>
      <dsp:spPr>
        <a:xfrm>
          <a:off x="2319415" y="484797"/>
          <a:ext cx="1855532"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Praxis</a:t>
          </a:r>
        </a:p>
      </dsp:txBody>
      <dsp:txXfrm>
        <a:off x="2644133" y="484797"/>
        <a:ext cx="1206096" cy="484797"/>
      </dsp:txXfrm>
    </dsp:sp>
    <dsp:sp modelId="{5DD74F72-A01B-4AF4-84AE-84E40E9C9A33}">
      <dsp:nvSpPr>
        <dsp:cNvPr id="0" name=""/>
        <dsp:cNvSpPr/>
      </dsp:nvSpPr>
      <dsp:spPr>
        <a:xfrm>
          <a:off x="1855532" y="969594"/>
          <a:ext cx="2783298"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Memory</a:t>
          </a:r>
        </a:p>
      </dsp:txBody>
      <dsp:txXfrm>
        <a:off x="2342609" y="969594"/>
        <a:ext cx="1809144" cy="484797"/>
      </dsp:txXfrm>
    </dsp:sp>
    <dsp:sp modelId="{DCF56EDC-6D69-411E-8276-BA2AC3E48CD8}">
      <dsp:nvSpPr>
        <dsp:cNvPr id="0" name=""/>
        <dsp:cNvSpPr/>
      </dsp:nvSpPr>
      <dsp:spPr>
        <a:xfrm>
          <a:off x="1391649" y="1454390"/>
          <a:ext cx="3711065" cy="484797"/>
        </a:xfrm>
        <a:prstGeom prst="trapezoid">
          <a:avLst>
            <a:gd name="adj" fmla="val 95686"/>
          </a:avLst>
        </a:prstGeom>
        <a:solidFill>
          <a:srgbClr val="FF66C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b="1" kern="1200" dirty="0">
              <a:latin typeface="Arial" panose="020B0604020202020204" pitchFamily="34" charset="0"/>
              <a:cs typeface="Arial" panose="020B0604020202020204" pitchFamily="34" charset="0"/>
            </a:rPr>
            <a:t>Object recognition</a:t>
          </a:r>
        </a:p>
      </dsp:txBody>
      <dsp:txXfrm>
        <a:off x="2041085" y="1454390"/>
        <a:ext cx="2412192" cy="484797"/>
      </dsp:txXfrm>
    </dsp:sp>
    <dsp:sp modelId="{F0F9FA52-341D-4850-8FB1-B875FF25731B}">
      <dsp:nvSpPr>
        <dsp:cNvPr id="0" name=""/>
        <dsp:cNvSpPr/>
      </dsp:nvSpPr>
      <dsp:spPr>
        <a:xfrm>
          <a:off x="927766" y="1939188"/>
          <a:ext cx="4638831"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Visual/spatial perception</a:t>
          </a:r>
        </a:p>
      </dsp:txBody>
      <dsp:txXfrm>
        <a:off x="1739561" y="1939188"/>
        <a:ext cx="3015240" cy="484797"/>
      </dsp:txXfrm>
    </dsp:sp>
    <dsp:sp modelId="{4FFBCB2E-F7EA-42D9-8E93-4541AA5167C8}">
      <dsp:nvSpPr>
        <dsp:cNvPr id="0" name=""/>
        <dsp:cNvSpPr/>
      </dsp:nvSpPr>
      <dsp:spPr>
        <a:xfrm>
          <a:off x="463883" y="2423984"/>
          <a:ext cx="5566597"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Attention</a:t>
          </a:r>
        </a:p>
      </dsp:txBody>
      <dsp:txXfrm>
        <a:off x="1438037" y="2423984"/>
        <a:ext cx="3618288" cy="484797"/>
      </dsp:txXfrm>
    </dsp:sp>
    <dsp:sp modelId="{FAF0455A-A921-4BD1-8B07-5C109C18F0F7}">
      <dsp:nvSpPr>
        <dsp:cNvPr id="0" name=""/>
        <dsp:cNvSpPr/>
      </dsp:nvSpPr>
      <dsp:spPr>
        <a:xfrm>
          <a:off x="0" y="2873270"/>
          <a:ext cx="6494364"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Sensory Registration</a:t>
          </a:r>
        </a:p>
      </dsp:txBody>
      <dsp:txXfrm>
        <a:off x="1136513" y="2873270"/>
        <a:ext cx="4221336" cy="48479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65F3E1-2B46-40A0-9536-1A581E5CA00D}">
      <dsp:nvSpPr>
        <dsp:cNvPr id="0" name=""/>
        <dsp:cNvSpPr/>
      </dsp:nvSpPr>
      <dsp:spPr>
        <a:xfrm>
          <a:off x="2783298" y="0"/>
          <a:ext cx="927766"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Function</a:t>
          </a:r>
        </a:p>
      </dsp:txBody>
      <dsp:txXfrm>
        <a:off x="2783298" y="0"/>
        <a:ext cx="927766" cy="484797"/>
      </dsp:txXfrm>
    </dsp:sp>
    <dsp:sp modelId="{9C54B7F6-685B-4F47-929A-D28B8AFC99EC}">
      <dsp:nvSpPr>
        <dsp:cNvPr id="0" name=""/>
        <dsp:cNvSpPr/>
      </dsp:nvSpPr>
      <dsp:spPr>
        <a:xfrm>
          <a:off x="2319415" y="484797"/>
          <a:ext cx="1855532"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Praxis</a:t>
          </a:r>
        </a:p>
      </dsp:txBody>
      <dsp:txXfrm>
        <a:off x="2644133" y="484797"/>
        <a:ext cx="1206096" cy="484797"/>
      </dsp:txXfrm>
    </dsp:sp>
    <dsp:sp modelId="{5DD74F72-A01B-4AF4-84AE-84E40E9C9A33}">
      <dsp:nvSpPr>
        <dsp:cNvPr id="0" name=""/>
        <dsp:cNvSpPr/>
      </dsp:nvSpPr>
      <dsp:spPr>
        <a:xfrm>
          <a:off x="1855532" y="969594"/>
          <a:ext cx="2783298" cy="484797"/>
        </a:xfrm>
        <a:prstGeom prst="trapezoid">
          <a:avLst>
            <a:gd name="adj" fmla="val 95686"/>
          </a:avLst>
        </a:prstGeom>
        <a:solidFill>
          <a:srgbClr val="FF66C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Memory</a:t>
          </a:r>
        </a:p>
      </dsp:txBody>
      <dsp:txXfrm>
        <a:off x="2342609" y="969594"/>
        <a:ext cx="1809144" cy="484797"/>
      </dsp:txXfrm>
    </dsp:sp>
    <dsp:sp modelId="{DCF56EDC-6D69-411E-8276-BA2AC3E48CD8}">
      <dsp:nvSpPr>
        <dsp:cNvPr id="0" name=""/>
        <dsp:cNvSpPr/>
      </dsp:nvSpPr>
      <dsp:spPr>
        <a:xfrm>
          <a:off x="1391649" y="1454390"/>
          <a:ext cx="3711065"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b="1" kern="1200" dirty="0">
              <a:latin typeface="Arial" panose="020B0604020202020204" pitchFamily="34" charset="0"/>
              <a:cs typeface="Arial" panose="020B0604020202020204" pitchFamily="34" charset="0"/>
            </a:rPr>
            <a:t>Object recognition</a:t>
          </a:r>
        </a:p>
      </dsp:txBody>
      <dsp:txXfrm>
        <a:off x="2041085" y="1454390"/>
        <a:ext cx="2412192" cy="484797"/>
      </dsp:txXfrm>
    </dsp:sp>
    <dsp:sp modelId="{F0F9FA52-341D-4850-8FB1-B875FF25731B}">
      <dsp:nvSpPr>
        <dsp:cNvPr id="0" name=""/>
        <dsp:cNvSpPr/>
      </dsp:nvSpPr>
      <dsp:spPr>
        <a:xfrm>
          <a:off x="927766" y="1939188"/>
          <a:ext cx="4638831"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Visual/spatial perception</a:t>
          </a:r>
        </a:p>
      </dsp:txBody>
      <dsp:txXfrm>
        <a:off x="1739561" y="1939188"/>
        <a:ext cx="3015240" cy="484797"/>
      </dsp:txXfrm>
    </dsp:sp>
    <dsp:sp modelId="{4FFBCB2E-F7EA-42D9-8E93-4541AA5167C8}">
      <dsp:nvSpPr>
        <dsp:cNvPr id="0" name=""/>
        <dsp:cNvSpPr/>
      </dsp:nvSpPr>
      <dsp:spPr>
        <a:xfrm>
          <a:off x="463883" y="2423984"/>
          <a:ext cx="5566597"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Attention</a:t>
          </a:r>
        </a:p>
      </dsp:txBody>
      <dsp:txXfrm>
        <a:off x="1438037" y="2423984"/>
        <a:ext cx="3618288" cy="484797"/>
      </dsp:txXfrm>
    </dsp:sp>
    <dsp:sp modelId="{FAF0455A-A921-4BD1-8B07-5C109C18F0F7}">
      <dsp:nvSpPr>
        <dsp:cNvPr id="0" name=""/>
        <dsp:cNvSpPr/>
      </dsp:nvSpPr>
      <dsp:spPr>
        <a:xfrm>
          <a:off x="0" y="2873270"/>
          <a:ext cx="6494364"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Sensory Registration</a:t>
          </a:r>
        </a:p>
      </dsp:txBody>
      <dsp:txXfrm>
        <a:off x="1136513" y="2873270"/>
        <a:ext cx="4221336" cy="48479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65F3E1-2B46-40A0-9536-1A581E5CA00D}">
      <dsp:nvSpPr>
        <dsp:cNvPr id="0" name=""/>
        <dsp:cNvSpPr/>
      </dsp:nvSpPr>
      <dsp:spPr>
        <a:xfrm>
          <a:off x="2783298" y="0"/>
          <a:ext cx="927766"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Function</a:t>
          </a:r>
        </a:p>
      </dsp:txBody>
      <dsp:txXfrm>
        <a:off x="2783298" y="0"/>
        <a:ext cx="927766" cy="484797"/>
      </dsp:txXfrm>
    </dsp:sp>
    <dsp:sp modelId="{9C54B7F6-685B-4F47-929A-D28B8AFC99EC}">
      <dsp:nvSpPr>
        <dsp:cNvPr id="0" name=""/>
        <dsp:cNvSpPr/>
      </dsp:nvSpPr>
      <dsp:spPr>
        <a:xfrm>
          <a:off x="2319415" y="484797"/>
          <a:ext cx="1855532" cy="484797"/>
        </a:xfrm>
        <a:prstGeom prst="trapezoid">
          <a:avLst>
            <a:gd name="adj" fmla="val 95686"/>
          </a:avLst>
        </a:prstGeom>
        <a:solidFill>
          <a:srgbClr val="FF66C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Praxis</a:t>
          </a:r>
        </a:p>
      </dsp:txBody>
      <dsp:txXfrm>
        <a:off x="2644133" y="484797"/>
        <a:ext cx="1206096" cy="484797"/>
      </dsp:txXfrm>
    </dsp:sp>
    <dsp:sp modelId="{5DD74F72-A01B-4AF4-84AE-84E40E9C9A33}">
      <dsp:nvSpPr>
        <dsp:cNvPr id="0" name=""/>
        <dsp:cNvSpPr/>
      </dsp:nvSpPr>
      <dsp:spPr>
        <a:xfrm>
          <a:off x="1855532" y="969594"/>
          <a:ext cx="2783298"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Memory</a:t>
          </a:r>
        </a:p>
      </dsp:txBody>
      <dsp:txXfrm>
        <a:off x="2342609" y="969594"/>
        <a:ext cx="1809144" cy="484797"/>
      </dsp:txXfrm>
    </dsp:sp>
    <dsp:sp modelId="{DCF56EDC-6D69-411E-8276-BA2AC3E48CD8}">
      <dsp:nvSpPr>
        <dsp:cNvPr id="0" name=""/>
        <dsp:cNvSpPr/>
      </dsp:nvSpPr>
      <dsp:spPr>
        <a:xfrm>
          <a:off x="1391649" y="1454390"/>
          <a:ext cx="3711065"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b="1" kern="1200" dirty="0">
              <a:latin typeface="Arial" panose="020B0604020202020204" pitchFamily="34" charset="0"/>
              <a:cs typeface="Arial" panose="020B0604020202020204" pitchFamily="34" charset="0"/>
            </a:rPr>
            <a:t>Object recognition</a:t>
          </a:r>
        </a:p>
      </dsp:txBody>
      <dsp:txXfrm>
        <a:off x="2041085" y="1454390"/>
        <a:ext cx="2412192" cy="484797"/>
      </dsp:txXfrm>
    </dsp:sp>
    <dsp:sp modelId="{F0F9FA52-341D-4850-8FB1-B875FF25731B}">
      <dsp:nvSpPr>
        <dsp:cNvPr id="0" name=""/>
        <dsp:cNvSpPr/>
      </dsp:nvSpPr>
      <dsp:spPr>
        <a:xfrm>
          <a:off x="927766" y="1939188"/>
          <a:ext cx="4638831"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Visual/spatial perception</a:t>
          </a:r>
        </a:p>
      </dsp:txBody>
      <dsp:txXfrm>
        <a:off x="1739561" y="1939188"/>
        <a:ext cx="3015240" cy="484797"/>
      </dsp:txXfrm>
    </dsp:sp>
    <dsp:sp modelId="{4FFBCB2E-F7EA-42D9-8E93-4541AA5167C8}">
      <dsp:nvSpPr>
        <dsp:cNvPr id="0" name=""/>
        <dsp:cNvSpPr/>
      </dsp:nvSpPr>
      <dsp:spPr>
        <a:xfrm>
          <a:off x="463883" y="2423984"/>
          <a:ext cx="5566597"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Attention</a:t>
          </a:r>
        </a:p>
      </dsp:txBody>
      <dsp:txXfrm>
        <a:off x="1438037" y="2423984"/>
        <a:ext cx="3618288" cy="484797"/>
      </dsp:txXfrm>
    </dsp:sp>
    <dsp:sp modelId="{FAF0455A-A921-4BD1-8B07-5C109C18F0F7}">
      <dsp:nvSpPr>
        <dsp:cNvPr id="0" name=""/>
        <dsp:cNvSpPr/>
      </dsp:nvSpPr>
      <dsp:spPr>
        <a:xfrm>
          <a:off x="0" y="2873270"/>
          <a:ext cx="6494364"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Sensory Registration</a:t>
          </a:r>
        </a:p>
      </dsp:txBody>
      <dsp:txXfrm>
        <a:off x="1136513" y="2873270"/>
        <a:ext cx="4221336" cy="48479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65F3E1-2B46-40A0-9536-1A581E5CA00D}">
      <dsp:nvSpPr>
        <dsp:cNvPr id="0" name=""/>
        <dsp:cNvSpPr/>
      </dsp:nvSpPr>
      <dsp:spPr>
        <a:xfrm>
          <a:off x="2783298" y="0"/>
          <a:ext cx="927766" cy="484797"/>
        </a:xfrm>
        <a:prstGeom prst="trapezoid">
          <a:avLst>
            <a:gd name="adj" fmla="val 95686"/>
          </a:avLst>
        </a:prstGeom>
        <a:solidFill>
          <a:srgbClr val="FF66C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Executive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Function</a:t>
          </a:r>
        </a:p>
      </dsp:txBody>
      <dsp:txXfrm>
        <a:off x="2783298" y="0"/>
        <a:ext cx="927766" cy="484797"/>
      </dsp:txXfrm>
    </dsp:sp>
    <dsp:sp modelId="{9C54B7F6-685B-4F47-929A-D28B8AFC99EC}">
      <dsp:nvSpPr>
        <dsp:cNvPr id="0" name=""/>
        <dsp:cNvSpPr/>
      </dsp:nvSpPr>
      <dsp:spPr>
        <a:xfrm>
          <a:off x="2319415" y="484797"/>
          <a:ext cx="1855532"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Praxis</a:t>
          </a:r>
        </a:p>
      </dsp:txBody>
      <dsp:txXfrm>
        <a:off x="2644133" y="484797"/>
        <a:ext cx="1206096" cy="484797"/>
      </dsp:txXfrm>
    </dsp:sp>
    <dsp:sp modelId="{5DD74F72-A01B-4AF4-84AE-84E40E9C9A33}">
      <dsp:nvSpPr>
        <dsp:cNvPr id="0" name=""/>
        <dsp:cNvSpPr/>
      </dsp:nvSpPr>
      <dsp:spPr>
        <a:xfrm>
          <a:off x="1855532" y="969594"/>
          <a:ext cx="2783298"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Memory</a:t>
          </a:r>
        </a:p>
      </dsp:txBody>
      <dsp:txXfrm>
        <a:off x="2342609" y="969594"/>
        <a:ext cx="1809144" cy="484797"/>
      </dsp:txXfrm>
    </dsp:sp>
    <dsp:sp modelId="{DCF56EDC-6D69-411E-8276-BA2AC3E48CD8}">
      <dsp:nvSpPr>
        <dsp:cNvPr id="0" name=""/>
        <dsp:cNvSpPr/>
      </dsp:nvSpPr>
      <dsp:spPr>
        <a:xfrm>
          <a:off x="1391649" y="1454390"/>
          <a:ext cx="3711065"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b="1" kern="1200" dirty="0">
              <a:latin typeface="Arial" panose="020B0604020202020204" pitchFamily="34" charset="0"/>
              <a:cs typeface="Arial" panose="020B0604020202020204" pitchFamily="34" charset="0"/>
            </a:rPr>
            <a:t>Object recognition</a:t>
          </a:r>
        </a:p>
      </dsp:txBody>
      <dsp:txXfrm>
        <a:off x="2041085" y="1454390"/>
        <a:ext cx="2412192" cy="484797"/>
      </dsp:txXfrm>
    </dsp:sp>
    <dsp:sp modelId="{F0F9FA52-341D-4850-8FB1-B875FF25731B}">
      <dsp:nvSpPr>
        <dsp:cNvPr id="0" name=""/>
        <dsp:cNvSpPr/>
      </dsp:nvSpPr>
      <dsp:spPr>
        <a:xfrm>
          <a:off x="927766" y="1939188"/>
          <a:ext cx="4638831"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Visual/spatial perception</a:t>
          </a:r>
        </a:p>
      </dsp:txBody>
      <dsp:txXfrm>
        <a:off x="1739561" y="1939188"/>
        <a:ext cx="3015240" cy="484797"/>
      </dsp:txXfrm>
    </dsp:sp>
    <dsp:sp modelId="{4FFBCB2E-F7EA-42D9-8E93-4541AA5167C8}">
      <dsp:nvSpPr>
        <dsp:cNvPr id="0" name=""/>
        <dsp:cNvSpPr/>
      </dsp:nvSpPr>
      <dsp:spPr>
        <a:xfrm>
          <a:off x="463883" y="2423984"/>
          <a:ext cx="5566597"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a:ln>
                <a:noFill/>
              </a:ln>
              <a:solidFill>
                <a:schemeClr val="tx1"/>
              </a:solidFill>
              <a:effectLst/>
              <a:latin typeface="Arial" panose="020B0604020202020204" pitchFamily="34" charset="0"/>
            </a:rPr>
            <a:t>Attention</a:t>
          </a:r>
        </a:p>
      </dsp:txBody>
      <dsp:txXfrm>
        <a:off x="1438037" y="2423984"/>
        <a:ext cx="3618288" cy="484797"/>
      </dsp:txXfrm>
    </dsp:sp>
    <dsp:sp modelId="{FAF0455A-A921-4BD1-8B07-5C109C18F0F7}">
      <dsp:nvSpPr>
        <dsp:cNvPr id="0" name=""/>
        <dsp:cNvSpPr/>
      </dsp:nvSpPr>
      <dsp:spPr>
        <a:xfrm>
          <a:off x="0" y="2873270"/>
          <a:ext cx="6494364" cy="484797"/>
        </a:xfrm>
        <a:prstGeom prst="trapezoid">
          <a:avLst>
            <a:gd name="adj" fmla="val 95686"/>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500" b="1" i="0" u="none" strike="noStrike" kern="1200" cap="none" normalizeH="0" baseline="0" dirty="0">
              <a:ln>
                <a:noFill/>
              </a:ln>
              <a:solidFill>
                <a:schemeClr val="tx1"/>
              </a:solidFill>
              <a:effectLst/>
              <a:latin typeface="Arial" panose="020B0604020202020204" pitchFamily="34" charset="0"/>
            </a:rPr>
            <a:t>Sensory Registration</a:t>
          </a:r>
        </a:p>
      </dsp:txBody>
      <dsp:txXfrm>
        <a:off x="1136513" y="2873270"/>
        <a:ext cx="4221336" cy="484797"/>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554"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mn-ea"/>
              </a:defRPr>
            </a:lvl1pPr>
          </a:lstStyle>
          <a:p>
            <a:pPr>
              <a:defRPr/>
            </a:pPr>
            <a:endParaRPr lang="en-GB"/>
          </a:p>
        </p:txBody>
      </p:sp>
      <p:sp>
        <p:nvSpPr>
          <p:cNvPr id="151555" name="Rectangle 3"/>
          <p:cNvSpPr>
            <a:spLocks noGrp="1" noChangeArrowheads="1"/>
          </p:cNvSpPr>
          <p:nvPr>
            <p:ph type="dt" sz="quarter"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mn-ea"/>
              </a:defRPr>
            </a:lvl1pPr>
          </a:lstStyle>
          <a:p>
            <a:pPr>
              <a:defRPr/>
            </a:pPr>
            <a:endParaRPr lang="en-GB"/>
          </a:p>
        </p:txBody>
      </p:sp>
      <p:sp>
        <p:nvSpPr>
          <p:cNvPr id="151556" name="Rectangle 4"/>
          <p:cNvSpPr>
            <a:spLocks noGrp="1" noChangeArrowheads="1"/>
          </p:cNvSpPr>
          <p:nvPr>
            <p:ph type="ftr" sz="quarter" idx="2"/>
          </p:nvPr>
        </p:nvSpPr>
        <p:spPr bwMode="auto">
          <a:xfrm>
            <a:off x="0"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mn-ea"/>
              </a:defRPr>
            </a:lvl1pPr>
          </a:lstStyle>
          <a:p>
            <a:pPr>
              <a:defRPr/>
            </a:pPr>
            <a:endParaRPr lang="en-GB"/>
          </a:p>
        </p:txBody>
      </p:sp>
      <p:sp>
        <p:nvSpPr>
          <p:cNvPr id="151557" name="Rectangle 5"/>
          <p:cNvSpPr>
            <a:spLocks noGrp="1" noChangeArrowheads="1"/>
          </p:cNvSpPr>
          <p:nvPr>
            <p:ph type="sldNum" sz="quarter" idx="3"/>
          </p:nvPr>
        </p:nvSpPr>
        <p:spPr bwMode="auto">
          <a:xfrm>
            <a:off x="3849688"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4EF342C-544D-4EAB-95C4-A625E6096126}" type="slidenum">
              <a:rPr lang="en-GB" altLang="en-US"/>
              <a:pPr/>
              <a:t>‹#›</a:t>
            </a:fld>
            <a:endParaRPr lang="en-GB" altLang="en-US"/>
          </a:p>
        </p:txBody>
      </p:sp>
    </p:spTree>
    <p:extLst>
      <p:ext uri="{BB962C8B-B14F-4D97-AF65-F5344CB8AC3E}">
        <p14:creationId xmlns:p14="http://schemas.microsoft.com/office/powerpoint/2010/main" val="25456975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7794"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mn-ea"/>
              </a:defRPr>
            </a:lvl1pPr>
          </a:lstStyle>
          <a:p>
            <a:pPr>
              <a:defRPr/>
            </a:pPr>
            <a:endParaRPr lang="en-GB"/>
          </a:p>
        </p:txBody>
      </p:sp>
      <p:sp>
        <p:nvSpPr>
          <p:cNvPr id="417795" name="Rectangle 3"/>
          <p:cNvSpPr>
            <a:spLocks noGrp="1" noChangeArrowheads="1"/>
          </p:cNvSpPr>
          <p:nvPr>
            <p:ph type="dt"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mn-ea"/>
              </a:defRPr>
            </a:lvl1pPr>
          </a:lstStyle>
          <a:p>
            <a:pPr>
              <a:defRPr/>
            </a:pPr>
            <a:endParaRPr lang="en-GB"/>
          </a:p>
        </p:txBody>
      </p:sp>
      <p:sp>
        <p:nvSpPr>
          <p:cNvPr id="4100" name="Rectangle 4"/>
          <p:cNvSpPr>
            <a:spLocks noGrp="1" noRot="1" noChangeAspect="1" noChangeArrowheads="1" noTextEdit="1"/>
          </p:cNvSpPr>
          <p:nvPr>
            <p:ph type="sldImg" idx="2"/>
          </p:nvPr>
        </p:nvSpPr>
        <p:spPr bwMode="auto">
          <a:xfrm>
            <a:off x="709613" y="744538"/>
            <a:ext cx="5378450" cy="3722687"/>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417797" name="Rectangle 5"/>
          <p:cNvSpPr>
            <a:spLocks noGrp="1" noChangeArrowheads="1"/>
          </p:cNvSpPr>
          <p:nvPr>
            <p:ph type="body" sz="quarter" idx="3"/>
          </p:nvPr>
        </p:nvSpPr>
        <p:spPr bwMode="auto">
          <a:xfrm>
            <a:off x="679450" y="4716463"/>
            <a:ext cx="5438775" cy="44656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17798" name="Rectangle 6"/>
          <p:cNvSpPr>
            <a:spLocks noGrp="1" noChangeArrowheads="1"/>
          </p:cNvSpPr>
          <p:nvPr>
            <p:ph type="ftr" sz="quarter" idx="4"/>
          </p:nvPr>
        </p:nvSpPr>
        <p:spPr bwMode="auto">
          <a:xfrm>
            <a:off x="0"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mn-ea"/>
              </a:defRPr>
            </a:lvl1pPr>
          </a:lstStyle>
          <a:p>
            <a:pPr>
              <a:defRPr/>
            </a:pPr>
            <a:endParaRPr lang="en-GB"/>
          </a:p>
        </p:txBody>
      </p:sp>
      <p:sp>
        <p:nvSpPr>
          <p:cNvPr id="417799" name="Rectangle 7"/>
          <p:cNvSpPr>
            <a:spLocks noGrp="1" noChangeArrowheads="1"/>
          </p:cNvSpPr>
          <p:nvPr>
            <p:ph type="sldNum" sz="quarter" idx="5"/>
          </p:nvPr>
        </p:nvSpPr>
        <p:spPr bwMode="auto">
          <a:xfrm>
            <a:off x="3849688"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C6B625A3-D7A7-4582-A67F-5DF0BD66D675}" type="slidenum">
              <a:rPr lang="en-GB" altLang="en-US"/>
              <a:pPr/>
              <a:t>‹#›</a:t>
            </a:fld>
            <a:endParaRPr lang="en-GB" altLang="en-US"/>
          </a:p>
        </p:txBody>
      </p:sp>
    </p:spTree>
    <p:extLst>
      <p:ext uri="{BB962C8B-B14F-4D97-AF65-F5344CB8AC3E}">
        <p14:creationId xmlns:p14="http://schemas.microsoft.com/office/powerpoint/2010/main" val="1778548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3600">
                <a:solidFill>
                  <a:schemeClr val="tx1"/>
                </a:solidFill>
                <a:latin typeface="Arial" panose="020B0604020202020204" pitchFamily="34" charset="0"/>
                <a:ea typeface="MS PGothic" panose="020B0600070205080204" pitchFamily="34" charset="-128"/>
              </a:defRPr>
            </a:lvl1pPr>
            <a:lvl2pPr marL="742950" indent="-285750" eaLnBrk="0" hangingPunct="0">
              <a:defRPr sz="3600">
                <a:solidFill>
                  <a:schemeClr val="tx1"/>
                </a:solidFill>
                <a:latin typeface="Arial" panose="020B0604020202020204" pitchFamily="34" charset="0"/>
                <a:ea typeface="MS PGothic" panose="020B0600070205080204" pitchFamily="34" charset="-128"/>
              </a:defRPr>
            </a:lvl2pPr>
            <a:lvl3pPr marL="1143000" indent="-228600" eaLnBrk="0" hangingPunct="0">
              <a:defRPr sz="3600">
                <a:solidFill>
                  <a:schemeClr val="tx1"/>
                </a:solidFill>
                <a:latin typeface="Arial" panose="020B0604020202020204" pitchFamily="34" charset="0"/>
                <a:ea typeface="MS PGothic" panose="020B0600070205080204" pitchFamily="34" charset="-128"/>
              </a:defRPr>
            </a:lvl3pPr>
            <a:lvl4pPr marL="1600200" indent="-228600" eaLnBrk="0" hangingPunct="0">
              <a:defRPr sz="3600">
                <a:solidFill>
                  <a:schemeClr val="tx1"/>
                </a:solidFill>
                <a:latin typeface="Arial" panose="020B0604020202020204" pitchFamily="34" charset="0"/>
                <a:ea typeface="MS PGothic" panose="020B0600070205080204" pitchFamily="34" charset="-128"/>
              </a:defRPr>
            </a:lvl4pPr>
            <a:lvl5pPr marL="2057400" indent="-228600" eaLnBrk="0" hangingPunct="0">
              <a:defRPr sz="3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9pPr>
          </a:lstStyle>
          <a:p>
            <a:pPr eaLnBrk="1" hangingPunct="1"/>
            <a:fld id="{5072B5ED-CCF5-4AFD-9419-D532C5A16462}" type="slidenum">
              <a:rPr lang="en-GB" altLang="en-US" sz="1200"/>
              <a:pPr eaLnBrk="1" hangingPunct="1"/>
              <a:t>1</a:t>
            </a:fld>
            <a:endParaRPr lang="en-GB" altLang="en-US" sz="1200"/>
          </a:p>
        </p:txBody>
      </p:sp>
      <p:sp>
        <p:nvSpPr>
          <p:cNvPr id="6146" name="Rectangle 2"/>
          <p:cNvSpPr>
            <a:spLocks noGrp="1" noRot="1" noChangeAspect="1" noChangeArrowheads="1" noTextEdit="1"/>
          </p:cNvSpPr>
          <p:nvPr>
            <p:ph type="sldImg"/>
          </p:nvPr>
        </p:nvSpPr>
        <p:spPr>
          <a:ln/>
        </p:spPr>
      </p:sp>
      <p:sp>
        <p:nvSpPr>
          <p:cNvPr id="614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sz="1200" dirty="0"/>
              <a:t>15.00-17.00</a:t>
            </a:r>
            <a:endParaRPr lang="en-GB" dirty="0"/>
          </a:p>
          <a:p>
            <a:pPr eaLnBrk="1" hangingPunct="1"/>
            <a:endParaRPr lang="en-US" altLang="en-US" b="1" dirty="0">
              <a:latin typeface="Arial" panose="020B0604020202020204" pitchFamily="34" charset="0"/>
            </a:endParaRPr>
          </a:p>
          <a:p>
            <a:pPr eaLnBrk="1" hangingPunct="1"/>
            <a:endParaRPr lang="en-US" altLang="en-US" b="1" dirty="0">
              <a:latin typeface="Arial" panose="020B0604020202020204" pitchFamily="34" charset="0"/>
            </a:endParaRPr>
          </a:p>
          <a:p>
            <a:pPr eaLnBrk="1" hangingPunct="1"/>
            <a:r>
              <a:rPr lang="en-US" altLang="en-US" b="1" dirty="0">
                <a:latin typeface="Arial" panose="020B0604020202020204" pitchFamily="34" charset="0"/>
              </a:rPr>
              <a:t>Roles </a:t>
            </a:r>
          </a:p>
        </p:txBody>
      </p:sp>
    </p:spTree>
    <p:extLst>
      <p:ext uri="{BB962C8B-B14F-4D97-AF65-F5344CB8AC3E}">
        <p14:creationId xmlns:p14="http://schemas.microsoft.com/office/powerpoint/2010/main" val="2633805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6B625A3-D7A7-4582-A67F-5DF0BD66D675}" type="slidenum">
              <a:rPr lang="en-GB" altLang="en-US" smtClean="0"/>
              <a:pPr/>
              <a:t>2</a:t>
            </a:fld>
            <a:endParaRPr lang="en-GB" altLang="en-US"/>
          </a:p>
        </p:txBody>
      </p:sp>
    </p:spTree>
    <p:extLst>
      <p:ext uri="{BB962C8B-B14F-4D97-AF65-F5344CB8AC3E}">
        <p14:creationId xmlns:p14="http://schemas.microsoft.com/office/powerpoint/2010/main" val="769276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Rot="1" noChangeAspect="1" noChangeArrowheads="1" noTextEdit="1"/>
          </p:cNvSpPr>
          <p:nvPr>
            <p:ph type="sldImg"/>
          </p:nvPr>
        </p:nvSpPr>
        <p:spPr>
          <a:ln/>
        </p:spPr>
      </p:sp>
      <p:sp>
        <p:nvSpPr>
          <p:cNvPr id="1024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GB" altLang="en-US" dirty="0">
                <a:latin typeface="Arial" panose="020B0604020202020204" pitchFamily="34" charset="0"/>
              </a:rPr>
              <a:t>The</a:t>
            </a:r>
            <a:r>
              <a:rPr lang="en-GB" altLang="en-US" baseline="0" dirty="0">
                <a:latin typeface="Arial" panose="020B0604020202020204" pitchFamily="34" charset="0"/>
              </a:rPr>
              <a:t> early stages of processing is the processing of sensory information called perception</a:t>
            </a:r>
          </a:p>
          <a:p>
            <a:pPr eaLnBrk="1" hangingPunct="1"/>
            <a:endParaRPr lang="en-GB" altLang="en-US" baseline="0" dirty="0">
              <a:latin typeface="Arial" panose="020B0604020202020204" pitchFamily="34" charset="0"/>
            </a:endParaRPr>
          </a:p>
          <a:p>
            <a:pPr eaLnBrk="1" hangingPunct="1"/>
            <a:r>
              <a:rPr lang="en-GB" altLang="en-US" baseline="0" dirty="0">
                <a:latin typeface="Arial" panose="020B0604020202020204" pitchFamily="34" charset="0"/>
              </a:rPr>
              <a:t>Organises sensory information </a:t>
            </a:r>
            <a:r>
              <a:rPr lang="en-GB" altLang="en-US" baseline="0" dirty="0" err="1">
                <a:latin typeface="Arial" panose="020B0604020202020204" pitchFamily="34" charset="0"/>
              </a:rPr>
              <a:t>recieved</a:t>
            </a:r>
            <a:r>
              <a:rPr lang="en-GB" altLang="en-US" baseline="0" dirty="0">
                <a:latin typeface="Arial" panose="020B0604020202020204" pitchFamily="34" charset="0"/>
              </a:rPr>
              <a:t> by vision, sound, touch and pain picked up by our bodies  </a:t>
            </a:r>
            <a:endParaRPr lang="en-GB" altLang="en-US" dirty="0">
              <a:latin typeface="Arial" panose="020B0604020202020204" pitchFamily="34" charset="0"/>
            </a:endParaRPr>
          </a:p>
          <a:p>
            <a:pPr eaLnBrk="1" hangingPunct="1"/>
            <a:endParaRPr lang="en-GB" altLang="en-US" dirty="0">
              <a:latin typeface="Arial" panose="020B0604020202020204" pitchFamily="34" charset="0"/>
            </a:endParaRPr>
          </a:p>
        </p:txBody>
      </p:sp>
    </p:spTree>
    <p:extLst>
      <p:ext uri="{BB962C8B-B14F-4D97-AF65-F5344CB8AC3E}">
        <p14:creationId xmlns:p14="http://schemas.microsoft.com/office/powerpoint/2010/main" val="1702308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a:t>
            </a:r>
            <a:r>
              <a:rPr lang="en-US" baseline="0" dirty="0"/>
              <a:t> a telephone call </a:t>
            </a:r>
          </a:p>
          <a:p>
            <a:endParaRPr lang="en-US" baseline="0" dirty="0"/>
          </a:p>
          <a:p>
            <a:pPr marL="171450" indent="-171450">
              <a:buFontTx/>
              <a:buChar char="-"/>
            </a:pPr>
            <a:r>
              <a:rPr lang="en-US" baseline="0" dirty="0"/>
              <a:t>UL muscles lift and hold the phone, trunk muscles </a:t>
            </a:r>
            <a:r>
              <a:rPr lang="en-US" baseline="0" dirty="0" err="1"/>
              <a:t>stablise</a:t>
            </a:r>
            <a:r>
              <a:rPr lang="en-US" baseline="0" dirty="0"/>
              <a:t> the trunk and larynx produces the </a:t>
            </a:r>
            <a:r>
              <a:rPr lang="en-US" baseline="0" dirty="0" err="1"/>
              <a:t>sppech</a:t>
            </a:r>
            <a:r>
              <a:rPr lang="en-US" baseline="0" dirty="0"/>
              <a:t> sound. </a:t>
            </a:r>
          </a:p>
          <a:p>
            <a:pPr marL="171450" indent="-171450">
              <a:buFontTx/>
              <a:buChar char="-"/>
            </a:pPr>
            <a:endParaRPr lang="en-US" baseline="0" dirty="0"/>
          </a:p>
          <a:p>
            <a:pPr marL="171450" indent="-171450">
              <a:buFontTx/>
              <a:buChar char="-"/>
            </a:pPr>
            <a:r>
              <a:rPr lang="en-US" baseline="0" dirty="0"/>
              <a:t>? Cognitive and perpetual demands. </a:t>
            </a:r>
          </a:p>
        </p:txBody>
      </p:sp>
      <p:sp>
        <p:nvSpPr>
          <p:cNvPr id="4" name="Slide Number Placeholder 3"/>
          <p:cNvSpPr>
            <a:spLocks noGrp="1"/>
          </p:cNvSpPr>
          <p:nvPr>
            <p:ph type="sldNum" sz="quarter" idx="10"/>
          </p:nvPr>
        </p:nvSpPr>
        <p:spPr/>
        <p:txBody>
          <a:bodyPr/>
          <a:lstStyle/>
          <a:p>
            <a:fld id="{C6B625A3-D7A7-4582-A67F-5DF0BD66D675}" type="slidenum">
              <a:rPr lang="en-GB" altLang="en-US" smtClean="0"/>
              <a:pPr/>
              <a:t>5</a:t>
            </a:fld>
            <a:endParaRPr lang="en-GB" altLang="en-US"/>
          </a:p>
        </p:txBody>
      </p:sp>
    </p:spTree>
    <p:extLst>
      <p:ext uri="{BB962C8B-B14F-4D97-AF65-F5344CB8AC3E}">
        <p14:creationId xmlns:p14="http://schemas.microsoft.com/office/powerpoint/2010/main" val="3897505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71500" indent="-571500">
              <a:buFontTx/>
              <a:buChar char="•"/>
            </a:pPr>
            <a:r>
              <a:rPr lang="en-GB" altLang="en-US" sz="1200" dirty="0"/>
              <a:t>Patients can</a:t>
            </a:r>
            <a:r>
              <a:rPr lang="en-GB" altLang="en-US" sz="1200" baseline="0" dirty="0"/>
              <a:t> have problems based on the size and location of the lesion but….. You also need to factor in the </a:t>
            </a:r>
            <a:r>
              <a:rPr lang="en-GB" altLang="en-US" sz="1200" dirty="0" err="1"/>
              <a:t>the</a:t>
            </a:r>
            <a:r>
              <a:rPr lang="en-GB" altLang="en-US" sz="1200" baseline="0" dirty="0"/>
              <a:t> brain functions as a whole system and these areas all interact with other areas. </a:t>
            </a:r>
          </a:p>
          <a:p>
            <a:pPr marL="571500" indent="-571500">
              <a:buFontTx/>
              <a:buChar char="•"/>
            </a:pPr>
            <a:endParaRPr lang="en-GB" altLang="en-US" sz="1200" baseline="0" dirty="0"/>
          </a:p>
          <a:p>
            <a:pPr marL="571500" indent="-571500">
              <a:buFontTx/>
              <a:buChar char="•"/>
            </a:pPr>
            <a:endParaRPr lang="en-GB" altLang="en-US" sz="1200" dirty="0"/>
          </a:p>
          <a:p>
            <a:pPr marL="571500" indent="-571500">
              <a:buFontTx/>
              <a:buChar char="•"/>
            </a:pPr>
            <a:endParaRPr lang="en-GB" altLang="en-US" sz="1200" dirty="0"/>
          </a:p>
          <a:p>
            <a:pPr marL="571500" indent="-571500">
              <a:buFontTx/>
              <a:buChar char="•"/>
            </a:pPr>
            <a:r>
              <a:rPr lang="en-GB" altLang="en-US" sz="1200" dirty="0"/>
              <a:t>Integration and co-ordination of different areas of the brain </a:t>
            </a:r>
          </a:p>
          <a:p>
            <a:pPr lvl="1" algn="l" eaLnBrk="1" hangingPunct="1">
              <a:buFontTx/>
              <a:buNone/>
            </a:pPr>
            <a:r>
              <a:rPr lang="en-GB" altLang="en-US" sz="1400" dirty="0">
                <a:solidFill>
                  <a:schemeClr val="accent6">
                    <a:lumMod val="25000"/>
                  </a:schemeClr>
                </a:solidFill>
              </a:rPr>
              <a:t>Abstract thought</a:t>
            </a:r>
          </a:p>
          <a:p>
            <a:pPr lvl="1" algn="l" eaLnBrk="1" hangingPunct="1">
              <a:buFontTx/>
              <a:buChar char="•"/>
            </a:pPr>
            <a:r>
              <a:rPr lang="en-GB" altLang="en-US" sz="1400" dirty="0">
                <a:solidFill>
                  <a:schemeClr val="accent6">
                    <a:lumMod val="25000"/>
                  </a:schemeClr>
                </a:solidFill>
              </a:rPr>
              <a:t>Judgement</a:t>
            </a:r>
          </a:p>
          <a:p>
            <a:pPr lvl="1" algn="l" eaLnBrk="1" hangingPunct="1">
              <a:buFontTx/>
              <a:buChar char="•"/>
            </a:pPr>
            <a:r>
              <a:rPr lang="en-GB" altLang="en-US" sz="1400" dirty="0">
                <a:solidFill>
                  <a:schemeClr val="accent6">
                    <a:lumMod val="25000"/>
                  </a:schemeClr>
                </a:solidFill>
              </a:rPr>
              <a:t>Ethics</a:t>
            </a:r>
          </a:p>
          <a:p>
            <a:pPr lvl="1" algn="l" eaLnBrk="1" hangingPunct="1">
              <a:buFontTx/>
              <a:buChar char="•"/>
            </a:pPr>
            <a:r>
              <a:rPr lang="en-GB" altLang="en-US" sz="1400" dirty="0">
                <a:solidFill>
                  <a:schemeClr val="accent6">
                    <a:lumMod val="25000"/>
                  </a:schemeClr>
                </a:solidFill>
              </a:rPr>
              <a:t>Insight</a:t>
            </a:r>
          </a:p>
          <a:p>
            <a:pPr lvl="1" algn="l" eaLnBrk="1" hangingPunct="1">
              <a:buFontTx/>
              <a:buChar char="•"/>
            </a:pPr>
            <a:r>
              <a:rPr lang="en-GB" altLang="en-US" sz="1400" dirty="0">
                <a:solidFill>
                  <a:schemeClr val="accent6">
                    <a:lumMod val="25000"/>
                  </a:schemeClr>
                </a:solidFill>
              </a:rPr>
              <a:t>Emotion</a:t>
            </a:r>
          </a:p>
          <a:p>
            <a:pPr lvl="1" algn="l" eaLnBrk="1" hangingPunct="1">
              <a:buFontTx/>
              <a:buChar char="•"/>
            </a:pPr>
            <a:r>
              <a:rPr lang="en-GB" altLang="en-US" sz="1400" dirty="0">
                <a:solidFill>
                  <a:schemeClr val="accent6">
                    <a:lumMod val="25000"/>
                  </a:schemeClr>
                </a:solidFill>
              </a:rPr>
              <a:t>Tact</a:t>
            </a:r>
          </a:p>
          <a:p>
            <a:pPr lvl="1" algn="l" eaLnBrk="1" hangingPunct="1">
              <a:buFontTx/>
              <a:buChar char="•"/>
            </a:pPr>
            <a:r>
              <a:rPr lang="en-GB" altLang="en-US" sz="1400" dirty="0">
                <a:solidFill>
                  <a:schemeClr val="accent6">
                    <a:lumMod val="25000"/>
                  </a:schemeClr>
                </a:solidFill>
              </a:rPr>
              <a:t>Inhibition</a:t>
            </a:r>
          </a:p>
          <a:p>
            <a:pPr lvl="1" algn="l" eaLnBrk="1" hangingPunct="1">
              <a:buFontTx/>
              <a:buChar char="•"/>
            </a:pPr>
            <a:r>
              <a:rPr lang="en-GB" altLang="en-US" sz="1400" dirty="0">
                <a:solidFill>
                  <a:schemeClr val="accent6">
                    <a:lumMod val="25000"/>
                  </a:schemeClr>
                </a:solidFill>
              </a:rPr>
              <a:t>Sequencing</a:t>
            </a:r>
          </a:p>
          <a:p>
            <a:pPr lvl="1" algn="l" eaLnBrk="1" hangingPunct="1">
              <a:buFontTx/>
              <a:buChar char="•"/>
            </a:pPr>
            <a:r>
              <a:rPr lang="en-GB" altLang="en-US" sz="1400" dirty="0">
                <a:solidFill>
                  <a:schemeClr val="accent6">
                    <a:lumMod val="25000"/>
                  </a:schemeClr>
                </a:solidFill>
              </a:rPr>
              <a:t>Evaluation</a:t>
            </a:r>
          </a:p>
          <a:p>
            <a:pPr lvl="1" algn="l" eaLnBrk="1" hangingPunct="1">
              <a:buFontTx/>
              <a:buChar char="•"/>
            </a:pPr>
            <a:r>
              <a:rPr lang="en-GB" altLang="en-US" sz="1400" dirty="0">
                <a:solidFill>
                  <a:schemeClr val="accent6">
                    <a:lumMod val="25000"/>
                  </a:schemeClr>
                </a:solidFill>
              </a:rPr>
              <a:t>Problem solving</a:t>
            </a:r>
          </a:p>
          <a:p>
            <a:endParaRPr lang="en-US" dirty="0"/>
          </a:p>
        </p:txBody>
      </p:sp>
      <p:sp>
        <p:nvSpPr>
          <p:cNvPr id="4" name="Slide Number Placeholder 3"/>
          <p:cNvSpPr>
            <a:spLocks noGrp="1"/>
          </p:cNvSpPr>
          <p:nvPr>
            <p:ph type="sldNum" sz="quarter" idx="10"/>
          </p:nvPr>
        </p:nvSpPr>
        <p:spPr/>
        <p:txBody>
          <a:bodyPr/>
          <a:lstStyle/>
          <a:p>
            <a:fld id="{C6B625A3-D7A7-4582-A67F-5DF0BD66D675}" type="slidenum">
              <a:rPr lang="en-GB" altLang="en-US" smtClean="0"/>
              <a:pPr/>
              <a:t>6</a:t>
            </a:fld>
            <a:endParaRPr lang="en-GB" altLang="en-US"/>
          </a:p>
        </p:txBody>
      </p:sp>
    </p:spTree>
    <p:extLst>
      <p:ext uri="{BB962C8B-B14F-4D97-AF65-F5344CB8AC3E}">
        <p14:creationId xmlns:p14="http://schemas.microsoft.com/office/powerpoint/2010/main" val="1328337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Pathway from occipital</a:t>
            </a:r>
            <a:r>
              <a:rPr lang="en-US" baseline="0" dirty="0"/>
              <a:t> love projects to the parietal love for processing of spatial </a:t>
            </a:r>
            <a:r>
              <a:rPr lang="en-US" baseline="0" dirty="0" err="1"/>
              <a:t>recogtnion</a:t>
            </a:r>
            <a:r>
              <a:rPr lang="en-US" baseline="0" dirty="0"/>
              <a:t> </a:t>
            </a:r>
            <a:endParaRPr lang="en-US" dirty="0"/>
          </a:p>
        </p:txBody>
      </p:sp>
      <p:sp>
        <p:nvSpPr>
          <p:cNvPr id="4" name="Slide Number Placeholder 3"/>
          <p:cNvSpPr>
            <a:spLocks noGrp="1"/>
          </p:cNvSpPr>
          <p:nvPr>
            <p:ph type="sldNum" sz="quarter" idx="10"/>
          </p:nvPr>
        </p:nvSpPr>
        <p:spPr/>
        <p:txBody>
          <a:bodyPr/>
          <a:lstStyle/>
          <a:p>
            <a:fld id="{C6B625A3-D7A7-4582-A67F-5DF0BD66D675}" type="slidenum">
              <a:rPr lang="en-GB" altLang="en-US" smtClean="0"/>
              <a:pPr/>
              <a:t>7</a:t>
            </a:fld>
            <a:endParaRPr lang="en-GB" altLang="en-US"/>
          </a:p>
        </p:txBody>
      </p:sp>
    </p:spTree>
    <p:extLst>
      <p:ext uri="{BB962C8B-B14F-4D97-AF65-F5344CB8AC3E}">
        <p14:creationId xmlns:p14="http://schemas.microsoft.com/office/powerpoint/2010/main" val="3104694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hierarchy of cognition describes how complex cognitive abilities are built upon simpler ones, often visualized as a pyramid with foundational skills at the bottom and higher-order skills at the top</a:t>
            </a:r>
            <a:r>
              <a:rPr lang="en-GB" sz="1200" b="0" i="0" kern="1200" dirty="0">
                <a:solidFill>
                  <a:schemeClr val="tx1"/>
                </a:solidFill>
                <a:effectLst/>
                <a:latin typeface="Arial" charset="0"/>
                <a:ea typeface="MS PGothic" panose="020B0600070205080204" pitchFamily="34" charset="-128"/>
                <a:cs typeface="+mn-cs"/>
              </a:rPr>
              <a:t>. Foundational elements like processing speed, attention, and sensory input are at the base, which support more complex functions such as working memory, executive function, and language. This structure explains how weaknesses at a foundational level can impact higher-level thinking and problem-solving. </a:t>
            </a:r>
            <a:endParaRPr lang="en-GB" dirty="0"/>
          </a:p>
        </p:txBody>
      </p:sp>
      <p:sp>
        <p:nvSpPr>
          <p:cNvPr id="4" name="Slide Number Placeholder 3"/>
          <p:cNvSpPr>
            <a:spLocks noGrp="1"/>
          </p:cNvSpPr>
          <p:nvPr>
            <p:ph type="sldNum" sz="quarter" idx="5"/>
          </p:nvPr>
        </p:nvSpPr>
        <p:spPr/>
        <p:txBody>
          <a:bodyPr/>
          <a:lstStyle/>
          <a:p>
            <a:fld id="{C6B625A3-D7A7-4582-A67F-5DF0BD66D675}" type="slidenum">
              <a:rPr lang="en-GB" altLang="en-US" smtClean="0"/>
              <a:pPr/>
              <a:t>10</a:t>
            </a:fld>
            <a:endParaRPr lang="en-GB" altLang="en-US"/>
          </a:p>
        </p:txBody>
      </p:sp>
    </p:spTree>
    <p:extLst>
      <p:ext uri="{BB962C8B-B14F-4D97-AF65-F5344CB8AC3E}">
        <p14:creationId xmlns:p14="http://schemas.microsoft.com/office/powerpoint/2010/main" val="591483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b="1" dirty="0"/>
              <a:t>initial stage</a:t>
            </a:r>
            <a:r>
              <a:rPr lang="en-GB" dirty="0"/>
              <a:t> of cognitive processing where the brain </a:t>
            </a:r>
            <a:r>
              <a:rPr lang="en-GB" b="1" dirty="0"/>
              <a:t>detects and records sensory input</a:t>
            </a:r>
            <a:r>
              <a:rPr lang="en-GB" dirty="0"/>
              <a:t> (visual, auditory, tactile, proprioceptive, vestibular, etc.) from the environment and body.</a:t>
            </a:r>
          </a:p>
          <a:p>
            <a:r>
              <a:rPr lang="en-GB" dirty="0"/>
              <a:t>It occurs </a:t>
            </a:r>
            <a:r>
              <a:rPr lang="en-GB" b="1" dirty="0"/>
              <a:t>automatically and rapidly</a:t>
            </a:r>
            <a:r>
              <a:rPr lang="en-GB" dirty="0"/>
              <a:t>, often </a:t>
            </a:r>
            <a:r>
              <a:rPr lang="en-GB" b="1" dirty="0"/>
              <a:t>below conscious awareness</a:t>
            </a:r>
            <a:r>
              <a:rPr lang="en-GB" dirty="0"/>
              <a:t>.</a:t>
            </a:r>
          </a:p>
          <a:p>
            <a:r>
              <a:rPr lang="en-GB" dirty="0"/>
              <a:t>Sensory information is held briefly (milliseconds to seconds) in </a:t>
            </a:r>
            <a:r>
              <a:rPr lang="en-GB" b="1" dirty="0"/>
              <a:t>sensory memory</a:t>
            </a:r>
            <a:r>
              <a:rPr lang="en-GB" dirty="0"/>
              <a:t> before being filtered for relevance.</a:t>
            </a:r>
          </a:p>
          <a:p>
            <a:r>
              <a:rPr lang="en-GB" b="1" dirty="0"/>
              <a:t>Purpose:</a:t>
            </a:r>
            <a:r>
              <a:rPr lang="en-GB" dirty="0"/>
              <a:t> To provide raw data for further processing (attention and perception).</a:t>
            </a:r>
          </a:p>
          <a:p>
            <a:r>
              <a:rPr lang="en-GB" dirty="0"/>
              <a:t>🔹 </a:t>
            </a:r>
            <a:r>
              <a:rPr lang="en-GB" i="1" dirty="0"/>
              <a:t>Example:</a:t>
            </a:r>
            <a:br>
              <a:rPr lang="en-GB" dirty="0"/>
            </a:br>
            <a:r>
              <a:rPr lang="en-GB" dirty="0"/>
              <a:t>When a physiotherapist touches a patient’s arm, the skin and proprioceptors detect the stimulus — this sensory input must be </a:t>
            </a:r>
            <a:r>
              <a:rPr lang="en-GB" b="1" dirty="0"/>
              <a:t>registered</a:t>
            </a:r>
            <a:r>
              <a:rPr lang="en-GB" dirty="0"/>
              <a:t> before the patient can attend to it or move purposefully.</a:t>
            </a:r>
          </a:p>
          <a:p>
            <a:endParaRPr lang="en-GB" dirty="0"/>
          </a:p>
        </p:txBody>
      </p:sp>
      <p:sp>
        <p:nvSpPr>
          <p:cNvPr id="4" name="Slide Number Placeholder 3"/>
          <p:cNvSpPr>
            <a:spLocks noGrp="1"/>
          </p:cNvSpPr>
          <p:nvPr>
            <p:ph type="sldNum" sz="quarter" idx="5"/>
          </p:nvPr>
        </p:nvSpPr>
        <p:spPr/>
        <p:txBody>
          <a:bodyPr/>
          <a:lstStyle/>
          <a:p>
            <a:fld id="{C6B625A3-D7A7-4582-A67F-5DF0BD66D675}" type="slidenum">
              <a:rPr lang="en-GB" altLang="en-US" smtClean="0"/>
              <a:pPr/>
              <a:t>12</a:t>
            </a:fld>
            <a:endParaRPr lang="en-GB" altLang="en-US"/>
          </a:p>
        </p:txBody>
      </p:sp>
    </p:spTree>
    <p:extLst>
      <p:ext uri="{BB962C8B-B14F-4D97-AF65-F5344CB8AC3E}">
        <p14:creationId xmlns:p14="http://schemas.microsoft.com/office/powerpoint/2010/main" val="2682958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Focuses cognitive resources on selected stimuli from sensory registration.</a:t>
            </a:r>
          </a:p>
          <a:p>
            <a:r>
              <a:rPr lang="en-GB" dirty="0"/>
              <a:t>Filters out irrelevant information (e.g., background noise).</a:t>
            </a:r>
          </a:p>
          <a:p>
            <a:r>
              <a:rPr lang="en-GB" dirty="0"/>
              <a:t>Foundation for all conscious learning and motor control.</a:t>
            </a:r>
            <a:br>
              <a:rPr lang="en-GB" dirty="0"/>
            </a:br>
            <a:r>
              <a:rPr lang="en-GB" dirty="0"/>
              <a:t>🔹 </a:t>
            </a:r>
            <a:r>
              <a:rPr lang="en-GB" i="1" dirty="0"/>
              <a:t>Clinical relevance:</a:t>
            </a:r>
            <a:r>
              <a:rPr lang="en-GB" dirty="0"/>
              <a:t> A patient with impaired attention may not engage safely in balance or gait tasks.</a:t>
            </a:r>
          </a:p>
          <a:p>
            <a:endParaRPr lang="en-GB" dirty="0"/>
          </a:p>
        </p:txBody>
      </p:sp>
      <p:sp>
        <p:nvSpPr>
          <p:cNvPr id="4" name="Slide Number Placeholder 3"/>
          <p:cNvSpPr>
            <a:spLocks noGrp="1"/>
          </p:cNvSpPr>
          <p:nvPr>
            <p:ph type="sldNum" sz="quarter" idx="5"/>
          </p:nvPr>
        </p:nvSpPr>
        <p:spPr/>
        <p:txBody>
          <a:bodyPr/>
          <a:lstStyle/>
          <a:p>
            <a:fld id="{C6B625A3-D7A7-4582-A67F-5DF0BD66D675}" type="slidenum">
              <a:rPr lang="en-GB" altLang="en-US" smtClean="0"/>
              <a:pPr/>
              <a:t>14</a:t>
            </a:fld>
            <a:endParaRPr lang="en-GB" altLang="en-US"/>
          </a:p>
        </p:txBody>
      </p:sp>
    </p:spTree>
    <p:extLst>
      <p:ext uri="{BB962C8B-B14F-4D97-AF65-F5344CB8AC3E}">
        <p14:creationId xmlns:p14="http://schemas.microsoft.com/office/powerpoint/2010/main" val="1648337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brain </a:t>
            </a:r>
            <a:r>
              <a:rPr lang="en-GB" b="1" dirty="0"/>
              <a:t>interprets sensory input</a:t>
            </a:r>
            <a:r>
              <a:rPr lang="en-GB" dirty="0"/>
              <a:t> into meaningful information (“what” and “where”).</a:t>
            </a:r>
          </a:p>
          <a:p>
            <a:r>
              <a:rPr lang="en-GB" dirty="0"/>
              <a:t>Integrates multiple sensory modalities.</a:t>
            </a:r>
            <a:br>
              <a:rPr lang="en-GB" dirty="0"/>
            </a:br>
            <a:r>
              <a:rPr lang="en-GB" dirty="0"/>
              <a:t>🔹 </a:t>
            </a:r>
            <a:r>
              <a:rPr lang="en-GB" i="1" dirty="0"/>
              <a:t>Example:</a:t>
            </a:r>
            <a:r>
              <a:rPr lang="en-GB" dirty="0"/>
              <a:t> Recognising an object as a cup or understanding spatial orientation for reaching.</a:t>
            </a:r>
          </a:p>
          <a:p>
            <a:endParaRPr lang="en-GB" dirty="0"/>
          </a:p>
        </p:txBody>
      </p:sp>
      <p:sp>
        <p:nvSpPr>
          <p:cNvPr id="4" name="Slide Number Placeholder 3"/>
          <p:cNvSpPr>
            <a:spLocks noGrp="1"/>
          </p:cNvSpPr>
          <p:nvPr>
            <p:ph type="sldNum" sz="quarter" idx="10"/>
          </p:nvPr>
        </p:nvSpPr>
        <p:spPr/>
        <p:txBody>
          <a:bodyPr/>
          <a:lstStyle/>
          <a:p>
            <a:fld id="{734BD37C-06F5-45D8-B749-7EFC07DAC3BD}" type="slidenum">
              <a:rPr lang="en-GB" smtClean="0"/>
              <a:t>17</a:t>
            </a:fld>
            <a:endParaRPr lang="en-GB"/>
          </a:p>
        </p:txBody>
      </p:sp>
    </p:spTree>
    <p:extLst>
      <p:ext uri="{BB962C8B-B14F-4D97-AF65-F5344CB8AC3E}">
        <p14:creationId xmlns:p14="http://schemas.microsoft.com/office/powerpoint/2010/main" val="30408954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Right-sided parietal lesions lead to neglect more frequently because the right hemisphere's parietal lobe is responsible for attention to both the left and right sides of space</a:t>
            </a:r>
            <a:r>
              <a:rPr lang="en-GB" sz="1200" b="1" i="0" kern="1200" dirty="0">
                <a:solidFill>
                  <a:schemeClr val="tx1"/>
                </a:solidFill>
                <a:effectLst/>
                <a:latin typeface="Arial" charset="0"/>
                <a:ea typeface="MS PGothic" panose="020B0600070205080204" pitchFamily="34" charset="-128"/>
                <a:cs typeface="+mn-cs"/>
              </a:rPr>
              <a:t>, </a:t>
            </a:r>
            <a:r>
              <a:rPr lang="en-GB" sz="1200" b="0" i="0" kern="1200" dirty="0">
                <a:solidFill>
                  <a:schemeClr val="tx1"/>
                </a:solidFill>
                <a:effectLst/>
                <a:latin typeface="Arial" charset="0"/>
                <a:ea typeface="MS PGothic" panose="020B0600070205080204" pitchFamily="34" charset="-128"/>
                <a:cs typeface="+mn-cs"/>
              </a:rPr>
              <a:t>while the </a:t>
            </a:r>
            <a:r>
              <a:rPr lang="en-GB" sz="1200" b="1" i="0" kern="1200" dirty="0">
                <a:solidFill>
                  <a:schemeClr val="tx1"/>
                </a:solidFill>
                <a:effectLst/>
                <a:latin typeface="Arial" charset="0"/>
                <a:ea typeface="MS PGothic" panose="020B0600070205080204" pitchFamily="34" charset="-128"/>
                <a:cs typeface="+mn-cs"/>
              </a:rPr>
              <a:t>left hemisphere's parietal lobe primarily attends only to the right</a:t>
            </a:r>
            <a:r>
              <a:rPr lang="en-GB" sz="1200" b="0" i="0" kern="1200" dirty="0">
                <a:solidFill>
                  <a:schemeClr val="tx1"/>
                </a:solidFill>
                <a:effectLst/>
                <a:latin typeface="Arial" charset="0"/>
                <a:ea typeface="MS PGothic" panose="020B0600070205080204" pitchFamily="34" charset="-128"/>
                <a:cs typeface="+mn-cs"/>
              </a:rPr>
              <a:t>. When the right parietal lobe is damaged, there is no strong compensatory mechanism in the left hemisphere to attend to the left side, resulting in a more severe and persistent neglect of the left side of space. </a:t>
            </a:r>
            <a:endParaRPr lang="en-GB" dirty="0"/>
          </a:p>
        </p:txBody>
      </p:sp>
      <p:sp>
        <p:nvSpPr>
          <p:cNvPr id="4" name="Slide Number Placeholder 3"/>
          <p:cNvSpPr>
            <a:spLocks noGrp="1"/>
          </p:cNvSpPr>
          <p:nvPr>
            <p:ph type="sldNum" sz="quarter" idx="10"/>
          </p:nvPr>
        </p:nvSpPr>
        <p:spPr/>
        <p:txBody>
          <a:bodyPr/>
          <a:lstStyle/>
          <a:p>
            <a:fld id="{734BD37C-06F5-45D8-B749-7EFC07DAC3BD}" type="slidenum">
              <a:rPr lang="en-GB" smtClean="0"/>
              <a:t>18</a:t>
            </a:fld>
            <a:endParaRPr lang="en-GB"/>
          </a:p>
        </p:txBody>
      </p:sp>
    </p:spTree>
    <p:extLst>
      <p:ext uri="{BB962C8B-B14F-4D97-AF65-F5344CB8AC3E}">
        <p14:creationId xmlns:p14="http://schemas.microsoft.com/office/powerpoint/2010/main" val="33229154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Associative recognition is calling upon previously encountered</a:t>
            </a:r>
            <a:r>
              <a:rPr lang="en-GB" baseline="0" dirty="0"/>
              <a:t> memories to recognise them. </a:t>
            </a:r>
          </a:p>
          <a:p>
            <a:r>
              <a:rPr lang="en-GB" dirty="0"/>
              <a:t>The percept is compared with stored representations in memory (“this is a cup”)</a:t>
            </a:r>
            <a:endParaRPr lang="en-GB" baseline="0" dirty="0"/>
          </a:p>
          <a:p>
            <a:endParaRPr lang="en-GB" baseline="0" dirty="0"/>
          </a:p>
          <a:p>
            <a:r>
              <a:rPr lang="en-GB" baseline="0" dirty="0"/>
              <a:t>So the brain is able to perceive the image or situation and aware there is something to perceive, but then we need to interpret what we are perceiving. This is recognition, and the brain puts what we see into categories, </a:t>
            </a:r>
            <a:r>
              <a:rPr lang="en-GB" baseline="0" dirty="0" err="1"/>
              <a:t>ie</a:t>
            </a:r>
            <a:r>
              <a:rPr lang="en-GB" baseline="0" dirty="0"/>
              <a:t>. See a duck on a pond etc.</a:t>
            </a:r>
          </a:p>
          <a:p>
            <a:endParaRPr lang="en-GB" baseline="0" dirty="0"/>
          </a:p>
          <a:p>
            <a:r>
              <a:rPr lang="en-GB" baseline="0" dirty="0"/>
              <a:t>Recognise objects but not name them if Lt damage</a:t>
            </a:r>
            <a:endParaRPr lang="en-GB" dirty="0"/>
          </a:p>
        </p:txBody>
      </p:sp>
      <p:sp>
        <p:nvSpPr>
          <p:cNvPr id="4" name="Slide Number Placeholder 3"/>
          <p:cNvSpPr>
            <a:spLocks noGrp="1"/>
          </p:cNvSpPr>
          <p:nvPr>
            <p:ph type="sldNum" sz="quarter" idx="10"/>
          </p:nvPr>
        </p:nvSpPr>
        <p:spPr/>
        <p:txBody>
          <a:bodyPr/>
          <a:lstStyle/>
          <a:p>
            <a:fld id="{734BD37C-06F5-45D8-B749-7EFC07DAC3BD}" type="slidenum">
              <a:rPr lang="en-GB" smtClean="0"/>
              <a:t>21</a:t>
            </a:fld>
            <a:endParaRPr lang="en-GB"/>
          </a:p>
        </p:txBody>
      </p:sp>
    </p:spTree>
    <p:extLst>
      <p:ext uri="{BB962C8B-B14F-4D97-AF65-F5344CB8AC3E}">
        <p14:creationId xmlns:p14="http://schemas.microsoft.com/office/powerpoint/2010/main" val="709825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sz="1200" dirty="0"/>
              <a:t>(basal ganglia, thalamus, basal forebrain, hippocampus, non-medial temporal lobes, regions of frontal lobes)</a:t>
            </a:r>
            <a:endParaRPr lang="en-US" dirty="0"/>
          </a:p>
        </p:txBody>
      </p:sp>
      <p:sp>
        <p:nvSpPr>
          <p:cNvPr id="4" name="Slide Number Placeholder 3"/>
          <p:cNvSpPr>
            <a:spLocks noGrp="1"/>
          </p:cNvSpPr>
          <p:nvPr>
            <p:ph type="sldNum" sz="quarter" idx="10"/>
          </p:nvPr>
        </p:nvSpPr>
        <p:spPr/>
        <p:txBody>
          <a:bodyPr/>
          <a:lstStyle/>
          <a:p>
            <a:fld id="{C6B625A3-D7A7-4582-A67F-5DF0BD66D675}" type="slidenum">
              <a:rPr lang="en-GB" altLang="en-US" smtClean="0"/>
              <a:pPr/>
              <a:t>23</a:t>
            </a:fld>
            <a:endParaRPr lang="en-GB" altLang="en-US"/>
          </a:p>
        </p:txBody>
      </p:sp>
    </p:spTree>
    <p:extLst>
      <p:ext uri="{BB962C8B-B14F-4D97-AF65-F5344CB8AC3E}">
        <p14:creationId xmlns:p14="http://schemas.microsoft.com/office/powerpoint/2010/main" val="4061055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GB" altLang="en-US" dirty="0">
                <a:cs typeface="Times New Roman" panose="02020603050405020304" pitchFamily="18" charset="0"/>
              </a:rPr>
              <a:t>Memory allows us to retain and recall information</a:t>
            </a:r>
            <a:r>
              <a:rPr lang="en-GB" altLang="en-US" baseline="0" dirty="0">
                <a:cs typeface="Times New Roman" panose="02020603050405020304" pitchFamily="18" charset="0"/>
              </a:rPr>
              <a:t> on all aspects of daily life.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GB" altLang="en-US" dirty="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GB" altLang="en-US" dirty="0">
                <a:cs typeface="Times New Roman" panose="02020603050405020304" pitchFamily="18" charset="0"/>
              </a:rPr>
              <a:t>3 stages of memory</a:t>
            </a:r>
          </a:p>
          <a:p>
            <a:pPr algn="just">
              <a:buNone/>
            </a:pPr>
            <a:r>
              <a:rPr lang="en-GB" altLang="en-US" dirty="0">
                <a:cs typeface="Times New Roman" panose="02020603050405020304" pitchFamily="18" charset="0"/>
              </a:rPr>
              <a:t>- encoding (transfer stimulus into a code that the brain accepts)</a:t>
            </a:r>
          </a:p>
          <a:p>
            <a:pPr algn="just">
              <a:buNone/>
            </a:pPr>
            <a:r>
              <a:rPr lang="en-GB" altLang="en-US" dirty="0">
                <a:cs typeface="Times New Roman" panose="02020603050405020304" pitchFamily="18" charset="0"/>
              </a:rPr>
              <a:t>- storage (retaining information)</a:t>
            </a:r>
          </a:p>
          <a:p>
            <a:pPr algn="just">
              <a:buFontTx/>
              <a:buChar char="-"/>
            </a:pPr>
            <a:r>
              <a:rPr lang="en-GB" altLang="en-US" baseline="0" dirty="0">
                <a:cs typeface="Times New Roman" panose="02020603050405020304" pitchFamily="18" charset="0"/>
              </a:rPr>
              <a:t> r</a:t>
            </a:r>
            <a:r>
              <a:rPr lang="en-GB" altLang="en-US" dirty="0">
                <a:cs typeface="Times New Roman" panose="02020603050405020304" pitchFamily="18" charset="0"/>
              </a:rPr>
              <a:t>etrieval</a:t>
            </a:r>
            <a:r>
              <a:rPr lang="en-GB" altLang="en-US" baseline="0" dirty="0">
                <a:cs typeface="Times New Roman" panose="02020603050405020304" pitchFamily="18" charset="0"/>
              </a:rPr>
              <a:t> (</a:t>
            </a:r>
            <a:r>
              <a:rPr lang="en-GB" altLang="en-US" dirty="0">
                <a:cs typeface="Times New Roman" panose="02020603050405020304" pitchFamily="18" charset="0"/>
              </a:rPr>
              <a:t>recall or recognition: accessing stored information)</a:t>
            </a:r>
          </a:p>
          <a:p>
            <a:pPr algn="just">
              <a:buFontTx/>
              <a:buChar char="-"/>
            </a:pPr>
            <a:endParaRPr lang="en-GB" altLang="en-US" dirty="0">
              <a:cs typeface="Times New Roman" panose="02020603050405020304" pitchFamily="18" charset="0"/>
            </a:endParaRPr>
          </a:p>
          <a:p>
            <a:pPr algn="just">
              <a:buFontTx/>
              <a:buChar char="-"/>
            </a:pPr>
            <a:r>
              <a:rPr lang="en-GB" altLang="en-US" dirty="0" err="1">
                <a:cs typeface="Times New Roman" panose="02020603050405020304" pitchFamily="18" charset="0"/>
              </a:rPr>
              <a:t>Wokring</a:t>
            </a:r>
            <a:r>
              <a:rPr lang="en-GB" altLang="en-US" dirty="0">
                <a:cs typeface="Times New Roman" panose="02020603050405020304" pitchFamily="18" charset="0"/>
              </a:rPr>
              <a:t> </a:t>
            </a:r>
            <a:r>
              <a:rPr lang="en-GB" altLang="en-US" dirty="0" err="1">
                <a:cs typeface="Times New Roman" panose="02020603050405020304" pitchFamily="18" charset="0"/>
              </a:rPr>
              <a:t>memoery</a:t>
            </a:r>
            <a:r>
              <a:rPr lang="en-GB" altLang="en-US" dirty="0">
                <a:cs typeface="Times New Roman" panose="02020603050405020304" pitchFamily="18" charset="0"/>
              </a:rPr>
              <a:t>, here and now.</a:t>
            </a:r>
            <a:r>
              <a:rPr lang="en-GB" altLang="en-US" baseline="0" dirty="0">
                <a:cs typeface="Times New Roman" panose="02020603050405020304" pitchFamily="18" charset="0"/>
              </a:rPr>
              <a:t> Not longer called short term memory</a:t>
            </a:r>
          </a:p>
          <a:p>
            <a:pPr algn="just">
              <a:buFontTx/>
              <a:buChar char="-"/>
            </a:pPr>
            <a:endParaRPr lang="en-GB" altLang="en-US" baseline="0" dirty="0">
              <a:cs typeface="Times New Roman" panose="02020603050405020304" pitchFamily="18" charset="0"/>
            </a:endParaRPr>
          </a:p>
          <a:p>
            <a:pPr algn="just"/>
            <a:r>
              <a:rPr lang="en-GB" altLang="en-US" dirty="0">
                <a:cs typeface="Times New Roman" panose="02020603050405020304" pitchFamily="18" charset="0"/>
              </a:rPr>
              <a:t>Working Memory</a:t>
            </a:r>
          </a:p>
          <a:p>
            <a:pPr algn="just">
              <a:buFontTx/>
              <a:buChar char="-"/>
            </a:pPr>
            <a:r>
              <a:rPr lang="en-GB" altLang="en-US" dirty="0">
                <a:cs typeface="Times New Roman" panose="02020603050405020304" pitchFamily="18" charset="0"/>
              </a:rPr>
              <a:t>information is held for a short period of time</a:t>
            </a:r>
          </a:p>
          <a:p>
            <a:pPr algn="just">
              <a:buFontTx/>
              <a:buChar char="-"/>
            </a:pPr>
            <a:r>
              <a:rPr lang="en-GB" altLang="en-US" dirty="0">
                <a:cs typeface="Times New Roman" panose="02020603050405020304" pitchFamily="18" charset="0"/>
              </a:rPr>
              <a:t>a temporary working store e.g. memorise a phone number and then call</a:t>
            </a:r>
          </a:p>
          <a:p>
            <a:pPr algn="just">
              <a:buFont typeface="Wingdings" panose="05000000000000000000" pitchFamily="2" charset="2"/>
              <a:buNone/>
            </a:pPr>
            <a:endParaRPr lang="en-GB" altLang="en-US" dirty="0">
              <a:cs typeface="Times New Roman" panose="02020603050405020304" pitchFamily="18" charset="0"/>
            </a:endParaRPr>
          </a:p>
          <a:p>
            <a:pPr algn="just"/>
            <a:r>
              <a:rPr lang="en-GB" altLang="en-US" dirty="0">
                <a:cs typeface="Times New Roman" panose="02020603050405020304" pitchFamily="18" charset="0"/>
              </a:rPr>
              <a:t>Long term memory represents the permanent store of information</a:t>
            </a:r>
          </a:p>
          <a:p>
            <a:pPr algn="just">
              <a:buFontTx/>
              <a:buChar char="-"/>
            </a:pPr>
            <a:r>
              <a:rPr lang="en-GB" altLang="en-US" dirty="0">
                <a:cs typeface="Times New Roman" panose="02020603050405020304" pitchFamily="18" charset="0"/>
              </a:rPr>
              <a:t>memories may decay if not retrieved frequently</a:t>
            </a:r>
          </a:p>
          <a:p>
            <a:pPr algn="just">
              <a:buFontTx/>
              <a:buChar char="-"/>
            </a:pPr>
            <a:endParaRPr lang="en-GB" altLang="en-US" dirty="0">
              <a:cs typeface="Times New Roman" panose="02020603050405020304" pitchFamily="18" charset="0"/>
            </a:endParaRPr>
          </a:p>
          <a:p>
            <a:endParaRPr lang="en-GB" dirty="0"/>
          </a:p>
        </p:txBody>
      </p:sp>
      <p:sp>
        <p:nvSpPr>
          <p:cNvPr id="4" name="Slide Number Placeholder 3"/>
          <p:cNvSpPr>
            <a:spLocks noGrp="1"/>
          </p:cNvSpPr>
          <p:nvPr>
            <p:ph type="sldNum" sz="quarter" idx="10"/>
          </p:nvPr>
        </p:nvSpPr>
        <p:spPr/>
        <p:txBody>
          <a:bodyPr/>
          <a:lstStyle/>
          <a:p>
            <a:fld id="{734BD37C-06F5-45D8-B749-7EFC07DAC3BD}" type="slidenum">
              <a:rPr lang="en-GB" smtClean="0"/>
              <a:t>24</a:t>
            </a:fld>
            <a:endParaRPr lang="en-GB"/>
          </a:p>
        </p:txBody>
      </p:sp>
    </p:spTree>
    <p:extLst>
      <p:ext uri="{BB962C8B-B14F-4D97-AF65-F5344CB8AC3E}">
        <p14:creationId xmlns:p14="http://schemas.microsoft.com/office/powerpoint/2010/main" val="2963208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Sensory</a:t>
            </a:r>
            <a:r>
              <a:rPr lang="en-GB" baseline="0" dirty="0"/>
              <a:t> memory ( Sensory registration)  allows us to attend to relevant information and transfer to STM, If not used the info is discarded</a:t>
            </a:r>
          </a:p>
          <a:p>
            <a:endParaRPr lang="en-GB" baseline="0" dirty="0"/>
          </a:p>
          <a:p>
            <a:r>
              <a:rPr lang="en-GB" baseline="0" dirty="0"/>
              <a:t>Phonological store is holding words (speech) or numbers, used a lot in spelling and writing/reading</a:t>
            </a:r>
          </a:p>
          <a:p>
            <a:r>
              <a:rPr lang="en-GB" baseline="0" dirty="0"/>
              <a:t>Visuospatial sketchpad – for giving directions, rotating 3d shape in head, drawing from memory etc.</a:t>
            </a:r>
          </a:p>
          <a:p>
            <a:endParaRPr lang="en-GB" baseline="0" dirty="0"/>
          </a:p>
          <a:p>
            <a:r>
              <a:rPr lang="en-GB" dirty="0"/>
              <a:t>LTM:</a:t>
            </a:r>
            <a:r>
              <a:rPr lang="en-GB" baseline="0" dirty="0"/>
              <a:t> </a:t>
            </a:r>
          </a:p>
          <a:p>
            <a:r>
              <a:rPr lang="en-GB" baseline="0" dirty="0"/>
              <a:t>Semantic: knowledge and facts</a:t>
            </a:r>
          </a:p>
          <a:p>
            <a:r>
              <a:rPr lang="en-GB" baseline="0" dirty="0"/>
              <a:t>Episodic memory: past events and </a:t>
            </a:r>
            <a:r>
              <a:rPr lang="en-GB" baseline="0" dirty="0" err="1"/>
              <a:t>activites</a:t>
            </a:r>
            <a:endParaRPr lang="en-GB" baseline="0" dirty="0"/>
          </a:p>
          <a:p>
            <a:r>
              <a:rPr lang="en-GB" baseline="0" dirty="0"/>
              <a:t>Prospective: remembering to do things in the future</a:t>
            </a:r>
          </a:p>
          <a:p>
            <a:endParaRPr lang="en-GB" baseline="0" dirty="0"/>
          </a:p>
          <a:p>
            <a:r>
              <a:rPr lang="en-GB" baseline="0" dirty="0"/>
              <a:t>Procedural: learned motor cognitive or language processes </a:t>
            </a:r>
            <a:r>
              <a:rPr lang="en-GB" baseline="0" dirty="0" err="1"/>
              <a:t>ie</a:t>
            </a:r>
            <a:r>
              <a:rPr lang="en-GB" baseline="0" dirty="0"/>
              <a:t>. Motor skills, riding bike </a:t>
            </a:r>
            <a:r>
              <a:rPr lang="en-GB" baseline="0" dirty="0" err="1"/>
              <a:t>etc</a:t>
            </a:r>
            <a:endParaRPr lang="en-GB" baseline="0" dirty="0"/>
          </a:p>
          <a:p>
            <a:endParaRPr lang="en-GB" baseline="0" dirty="0"/>
          </a:p>
          <a:p>
            <a:endParaRPr lang="en-GB" baseline="0" dirty="0"/>
          </a:p>
        </p:txBody>
      </p:sp>
      <p:sp>
        <p:nvSpPr>
          <p:cNvPr id="4" name="Slide Number Placeholder 3"/>
          <p:cNvSpPr>
            <a:spLocks noGrp="1"/>
          </p:cNvSpPr>
          <p:nvPr>
            <p:ph type="sldNum" sz="quarter" idx="10"/>
          </p:nvPr>
        </p:nvSpPr>
        <p:spPr/>
        <p:txBody>
          <a:bodyPr/>
          <a:lstStyle/>
          <a:p>
            <a:fld id="{734BD37C-06F5-45D8-B749-7EFC07DAC3BD}" type="slidenum">
              <a:rPr lang="en-GB" smtClean="0"/>
              <a:t>25</a:t>
            </a:fld>
            <a:endParaRPr lang="en-GB"/>
          </a:p>
        </p:txBody>
      </p:sp>
    </p:spTree>
    <p:extLst>
      <p:ext uri="{BB962C8B-B14F-4D97-AF65-F5344CB8AC3E}">
        <p14:creationId xmlns:p14="http://schemas.microsoft.com/office/powerpoint/2010/main" val="36759300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Praxis</a:t>
            </a:r>
            <a:r>
              <a:rPr lang="en-GB" dirty="0"/>
              <a:t> is the ability to </a:t>
            </a:r>
            <a:r>
              <a:rPr lang="en-GB" b="1" dirty="0"/>
              <a:t>plan, organise, and carry out purposeful, skilled movement</a:t>
            </a:r>
            <a:r>
              <a:rPr lang="en-GB" dirty="0"/>
              <a:t> — even when there is no weakness, sensory loss, or incoordination.</a:t>
            </a:r>
            <a:br>
              <a:rPr lang="en-GB" dirty="0"/>
            </a:br>
            <a:r>
              <a:rPr lang="en-GB" dirty="0"/>
              <a:t>It’s what allows someone to use tools, perform gestures, and sequence complex motor actions automatically (like making tea or brushing teeth).</a:t>
            </a:r>
          </a:p>
          <a:p>
            <a:r>
              <a:rPr lang="en-GB" dirty="0"/>
              <a:t>👉 In short: </a:t>
            </a:r>
            <a:r>
              <a:rPr lang="en-GB" i="1" dirty="0"/>
              <a:t>Praxis = motor planning</a:t>
            </a:r>
            <a:r>
              <a:rPr lang="en-GB" dirty="0"/>
              <a:t> — knowing </a:t>
            </a:r>
            <a:r>
              <a:rPr lang="en-GB" b="1" dirty="0"/>
              <a:t>what to do</a:t>
            </a:r>
            <a:r>
              <a:rPr lang="en-GB" dirty="0"/>
              <a:t>, </a:t>
            </a:r>
            <a:r>
              <a:rPr lang="en-GB" b="1" dirty="0"/>
              <a:t>how to do it</a:t>
            </a:r>
            <a:r>
              <a:rPr lang="en-GB" dirty="0"/>
              <a:t>, and </a:t>
            </a:r>
            <a:r>
              <a:rPr lang="en-GB" b="1" dirty="0"/>
              <a:t>in what order</a:t>
            </a:r>
            <a:r>
              <a:rPr lang="en-GB" dirty="0"/>
              <a:t>.</a:t>
            </a:r>
          </a:p>
          <a:p>
            <a:endParaRPr lang="en-GB" dirty="0"/>
          </a:p>
        </p:txBody>
      </p:sp>
      <p:sp>
        <p:nvSpPr>
          <p:cNvPr id="4" name="Slide Number Placeholder 3"/>
          <p:cNvSpPr>
            <a:spLocks noGrp="1"/>
          </p:cNvSpPr>
          <p:nvPr>
            <p:ph type="sldNum" sz="quarter" idx="5"/>
          </p:nvPr>
        </p:nvSpPr>
        <p:spPr/>
        <p:txBody>
          <a:bodyPr/>
          <a:lstStyle/>
          <a:p>
            <a:fld id="{C6B625A3-D7A7-4582-A67F-5DF0BD66D675}" type="slidenum">
              <a:rPr lang="en-GB" altLang="en-US" smtClean="0"/>
              <a:pPr/>
              <a:t>27</a:t>
            </a:fld>
            <a:endParaRPr lang="en-GB" altLang="en-US"/>
          </a:p>
        </p:txBody>
      </p:sp>
    </p:spTree>
    <p:extLst>
      <p:ext uri="{BB962C8B-B14F-4D97-AF65-F5344CB8AC3E}">
        <p14:creationId xmlns:p14="http://schemas.microsoft.com/office/powerpoint/2010/main" val="41115347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Motor planning (force,</a:t>
            </a:r>
            <a:r>
              <a:rPr lang="en-GB" baseline="0" dirty="0"/>
              <a:t> direction, time of action)</a:t>
            </a:r>
          </a:p>
          <a:p>
            <a:r>
              <a:rPr lang="en-GB" baseline="0" dirty="0"/>
              <a:t>Praxis contain perceptual, sensory and motor components of a movement  and become established with practice </a:t>
            </a:r>
          </a:p>
          <a:p>
            <a:endParaRPr lang="en-GB" baseline="0" dirty="0"/>
          </a:p>
          <a:p>
            <a:r>
              <a:rPr lang="en-GB" baseline="0" dirty="0"/>
              <a:t>So they are a scheme of movements which can be translated to everyday lives </a:t>
            </a:r>
            <a:r>
              <a:rPr lang="en-GB" baseline="0" dirty="0" err="1"/>
              <a:t>ie</a:t>
            </a:r>
            <a:r>
              <a:rPr lang="en-GB" baseline="0" dirty="0"/>
              <a:t>. Reach to grasp</a:t>
            </a:r>
            <a:endParaRPr lang="en-GB" dirty="0"/>
          </a:p>
        </p:txBody>
      </p:sp>
      <p:sp>
        <p:nvSpPr>
          <p:cNvPr id="4" name="Slide Number Placeholder 3"/>
          <p:cNvSpPr>
            <a:spLocks noGrp="1"/>
          </p:cNvSpPr>
          <p:nvPr>
            <p:ph type="sldNum" sz="quarter" idx="10"/>
          </p:nvPr>
        </p:nvSpPr>
        <p:spPr/>
        <p:txBody>
          <a:bodyPr/>
          <a:lstStyle/>
          <a:p>
            <a:fld id="{734BD37C-06F5-45D8-B749-7EFC07DAC3BD}" type="slidenum">
              <a:rPr lang="en-GB" smtClean="0"/>
              <a:t>28</a:t>
            </a:fld>
            <a:endParaRPr lang="en-GB"/>
          </a:p>
        </p:txBody>
      </p:sp>
    </p:spTree>
    <p:extLst>
      <p:ext uri="{BB962C8B-B14F-4D97-AF65-F5344CB8AC3E}">
        <p14:creationId xmlns:p14="http://schemas.microsoft.com/office/powerpoint/2010/main" val="2144318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Arial" charset="0"/>
                <a:ea typeface="MS PGothic" panose="020B0600070205080204" pitchFamily="34" charset="-128"/>
                <a:cs typeface="+mn-cs"/>
              </a:rPr>
              <a:t>Thalamus</a:t>
            </a:r>
          </a:p>
          <a:p>
            <a:r>
              <a:rPr lang="en-GB" sz="1200" kern="1200" dirty="0">
                <a:solidFill>
                  <a:schemeClr val="tx1"/>
                </a:solidFill>
                <a:effectLst/>
                <a:latin typeface="Arial" charset="0"/>
                <a:ea typeface="MS PGothic" panose="020B0600070205080204" pitchFamily="34" charset="-128"/>
                <a:cs typeface="+mn-cs"/>
              </a:rPr>
              <a:t>Hypothalamus </a:t>
            </a:r>
            <a:r>
              <a:rPr lang="en-GB" sz="1200" kern="1200" dirty="0" err="1">
                <a:solidFill>
                  <a:schemeClr val="tx1"/>
                </a:solidFill>
                <a:effectLst/>
                <a:latin typeface="Arial" charset="0"/>
                <a:ea typeface="MS PGothic" panose="020B0600070205080204" pitchFamily="34" charset="-128"/>
                <a:cs typeface="+mn-cs"/>
              </a:rPr>
              <a:t>snd</a:t>
            </a:r>
            <a:r>
              <a:rPr lang="en-GB" sz="1200" kern="1200" dirty="0">
                <a:solidFill>
                  <a:schemeClr val="tx1"/>
                </a:solidFill>
                <a:effectLst/>
                <a:latin typeface="Arial" charset="0"/>
                <a:ea typeface="MS PGothic" panose="020B0600070205080204" pitchFamily="34" charset="-128"/>
                <a:cs typeface="+mn-cs"/>
              </a:rPr>
              <a:t> hippocampus- all arch over the corpus callosum which is a mass nerve fibres linking the right and left part of the brain and together with pre- frontal cortex – play in an important part  in executive functions for planning and monitoring behaviour</a:t>
            </a:r>
          </a:p>
          <a:p>
            <a:endParaRPr lang="en-US" dirty="0"/>
          </a:p>
        </p:txBody>
      </p:sp>
      <p:sp>
        <p:nvSpPr>
          <p:cNvPr id="4" name="Slide Number Placeholder 3"/>
          <p:cNvSpPr>
            <a:spLocks noGrp="1"/>
          </p:cNvSpPr>
          <p:nvPr>
            <p:ph type="sldNum" sz="quarter" idx="10"/>
          </p:nvPr>
        </p:nvSpPr>
        <p:spPr/>
        <p:txBody>
          <a:bodyPr/>
          <a:lstStyle/>
          <a:p>
            <a:fld id="{C6B625A3-D7A7-4582-A67F-5DF0BD66D675}" type="slidenum">
              <a:rPr lang="en-GB" altLang="en-US" smtClean="0"/>
              <a:pPr/>
              <a:t>32</a:t>
            </a:fld>
            <a:endParaRPr lang="en-GB" altLang="en-US"/>
          </a:p>
        </p:txBody>
      </p:sp>
    </p:spTree>
    <p:extLst>
      <p:ext uri="{BB962C8B-B14F-4D97-AF65-F5344CB8AC3E}">
        <p14:creationId xmlns:p14="http://schemas.microsoft.com/office/powerpoint/2010/main" val="19652980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altLang="en-US">
                <a:latin typeface="Arial" panose="020B0604020202020204" pitchFamily="34" charset="0"/>
              </a:rPr>
              <a:t>Different types of agnosia</a:t>
            </a:r>
          </a:p>
        </p:txBody>
      </p:sp>
    </p:spTree>
    <p:extLst>
      <p:ext uri="{BB962C8B-B14F-4D97-AF65-F5344CB8AC3E}">
        <p14:creationId xmlns:p14="http://schemas.microsoft.com/office/powerpoint/2010/main" val="104146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6B625A3-D7A7-4582-A67F-5DF0BD66D675}" type="slidenum">
              <a:rPr lang="en-GB" altLang="en-US" smtClean="0"/>
              <a:pPr/>
              <a:t>40</a:t>
            </a:fld>
            <a:endParaRPr lang="en-GB" altLang="en-US"/>
          </a:p>
        </p:txBody>
      </p:sp>
    </p:spTree>
    <p:extLst>
      <p:ext uri="{BB962C8B-B14F-4D97-AF65-F5344CB8AC3E}">
        <p14:creationId xmlns:p14="http://schemas.microsoft.com/office/powerpoint/2010/main" val="35503551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altLang="en-US" sz="1200" dirty="0"/>
              <a:t> Ensuring patients have glasses/ hearing aids </a:t>
            </a:r>
          </a:p>
          <a:p>
            <a:endParaRPr lang="en-GB" dirty="0"/>
          </a:p>
          <a:p>
            <a:endParaRPr lang="en-GB" dirty="0"/>
          </a:p>
          <a:p>
            <a:r>
              <a:rPr lang="en-GB" dirty="0"/>
              <a:t>Type</a:t>
            </a:r>
            <a:r>
              <a:rPr lang="en-GB" baseline="0" dirty="0"/>
              <a:t> used us usually based on the setting and the MDT team. </a:t>
            </a:r>
            <a:endParaRPr lang="en-GB" dirty="0"/>
          </a:p>
        </p:txBody>
      </p:sp>
      <p:sp>
        <p:nvSpPr>
          <p:cNvPr id="4" name="Slide Number Placeholder 3"/>
          <p:cNvSpPr>
            <a:spLocks noGrp="1"/>
          </p:cNvSpPr>
          <p:nvPr>
            <p:ph type="sldNum" sz="quarter" idx="10"/>
          </p:nvPr>
        </p:nvSpPr>
        <p:spPr/>
        <p:txBody>
          <a:bodyPr/>
          <a:lstStyle/>
          <a:p>
            <a:fld id="{C6B625A3-D7A7-4582-A67F-5DF0BD66D675}" type="slidenum">
              <a:rPr lang="en-GB" altLang="en-US" smtClean="0"/>
              <a:pPr/>
              <a:t>42</a:t>
            </a:fld>
            <a:endParaRPr lang="en-GB" altLang="en-US"/>
          </a:p>
        </p:txBody>
      </p:sp>
    </p:spTree>
    <p:extLst>
      <p:ext uri="{BB962C8B-B14F-4D97-AF65-F5344CB8AC3E}">
        <p14:creationId xmlns:p14="http://schemas.microsoft.com/office/powerpoint/2010/main" val="20194412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cognitive and visual perceptual assessment</a:t>
            </a:r>
          </a:p>
          <a:p>
            <a:endParaRPr lang="en-US" dirty="0"/>
          </a:p>
          <a:p>
            <a:r>
              <a:rPr lang="en-US" dirty="0"/>
              <a:t>No specialist training</a:t>
            </a:r>
            <a:r>
              <a:rPr lang="en-US" baseline="0" dirty="0"/>
              <a:t> </a:t>
            </a:r>
          </a:p>
          <a:p>
            <a:endParaRPr lang="en-US" baseline="0" dirty="0"/>
          </a:p>
          <a:p>
            <a:r>
              <a:rPr lang="en-US" baseline="0" dirty="0"/>
              <a:t>Use to compare again norm population. </a:t>
            </a:r>
          </a:p>
          <a:p>
            <a:endParaRPr lang="en-US"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dirty="0"/>
              <a:t>RCP)</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C9ADF731-9F4B-46AD-A0C8-711AB9EDB58F}" type="slidenum">
              <a:rPr lang="en-GB" smtClean="0"/>
              <a:t>43</a:t>
            </a:fld>
            <a:endParaRPr lang="en-GB"/>
          </a:p>
        </p:txBody>
      </p:sp>
    </p:spTree>
    <p:extLst>
      <p:ext uri="{BB962C8B-B14F-4D97-AF65-F5344CB8AC3E}">
        <p14:creationId xmlns:p14="http://schemas.microsoft.com/office/powerpoint/2010/main" val="40033286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C9ADF731-9F4B-46AD-A0C8-711AB9EDB58F}" type="slidenum">
              <a:rPr lang="en-GB" smtClean="0"/>
              <a:t>44</a:t>
            </a:fld>
            <a:endParaRPr lang="en-GB"/>
          </a:p>
        </p:txBody>
      </p:sp>
    </p:spTree>
    <p:extLst>
      <p:ext uri="{BB962C8B-B14F-4D97-AF65-F5344CB8AC3E}">
        <p14:creationId xmlns:p14="http://schemas.microsoft.com/office/powerpoint/2010/main" val="42227670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dirty="0"/>
              <a:t>Your assessment and observe the following;</a:t>
            </a:r>
          </a:p>
          <a:p>
            <a:endParaRPr lang="en-US" dirty="0"/>
          </a:p>
        </p:txBody>
      </p:sp>
      <p:sp>
        <p:nvSpPr>
          <p:cNvPr id="4" name="Slide Number Placeholder 3"/>
          <p:cNvSpPr>
            <a:spLocks noGrp="1"/>
          </p:cNvSpPr>
          <p:nvPr>
            <p:ph type="sldNum" sz="quarter" idx="10"/>
          </p:nvPr>
        </p:nvSpPr>
        <p:spPr/>
        <p:txBody>
          <a:bodyPr/>
          <a:lstStyle/>
          <a:p>
            <a:fld id="{C6B625A3-D7A7-4582-A67F-5DF0BD66D675}" type="slidenum">
              <a:rPr lang="en-GB" altLang="en-US" smtClean="0"/>
              <a:pPr/>
              <a:t>47</a:t>
            </a:fld>
            <a:endParaRPr lang="en-GB" altLang="en-US"/>
          </a:p>
        </p:txBody>
      </p:sp>
    </p:spTree>
    <p:extLst>
      <p:ext uri="{BB962C8B-B14F-4D97-AF65-F5344CB8AC3E}">
        <p14:creationId xmlns:p14="http://schemas.microsoft.com/office/powerpoint/2010/main" val="7542115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Tree>
    <p:extLst>
      <p:ext uri="{BB962C8B-B14F-4D97-AF65-F5344CB8AC3E}">
        <p14:creationId xmlns:p14="http://schemas.microsoft.com/office/powerpoint/2010/main" val="1298680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2079208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065368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101354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27488" cy="3927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37088" y="1600200"/>
            <a:ext cx="4027487" cy="3927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79712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15041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93481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5855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02459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lIns="91440" tIns="45720" rIns="91440" bIns="4572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99694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73384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25303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2530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07160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2118739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067981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926436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884363" y="1444625"/>
            <a:ext cx="2709862" cy="1477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746625" y="1444625"/>
            <a:ext cx="2711450" cy="1477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332816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63986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5630866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0496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4622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lIns="91440" tIns="45720" rIns="91440" bIns="4572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697193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477801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24625" y="230188"/>
            <a:ext cx="2057400" cy="2692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52425" y="230188"/>
            <a:ext cx="6019800" cy="2692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72444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495300" y="274638"/>
            <a:ext cx="8915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07166" tIns="53583" rIns="107166" bIns="53583" numCol="1" anchor="ctr" anchorCtr="0" compatLnSpc="1">
            <a:prstTxWarp prst="textNoShape">
              <a:avLst/>
            </a:prstTxWarp>
          </a:bodyPr>
          <a:lstStyle/>
          <a:p>
            <a:pPr lvl="0"/>
            <a:r>
              <a:rPr lang="en-GB" altLang="en-US"/>
              <a:t>Click to edit Master title style</a:t>
            </a:r>
          </a:p>
        </p:txBody>
      </p:sp>
      <p:sp>
        <p:nvSpPr>
          <p:cNvPr id="1027" name="Rectangle 4"/>
          <p:cNvSpPr>
            <a:spLocks noGrp="1" noChangeArrowheads="1"/>
          </p:cNvSpPr>
          <p:nvPr>
            <p:ph type="body" idx="1"/>
          </p:nvPr>
        </p:nvSpPr>
        <p:spPr bwMode="auto">
          <a:xfrm>
            <a:off x="495300" y="1600200"/>
            <a:ext cx="8891588" cy="3927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07166" tIns="53583" rIns="107166" bIns="53583"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ctr" defTabSz="1073150" rtl="0" eaLnBrk="0" fontAlgn="base" hangingPunct="0">
        <a:spcBef>
          <a:spcPct val="0"/>
        </a:spcBef>
        <a:spcAft>
          <a:spcPct val="0"/>
        </a:spcAft>
        <a:tabLst>
          <a:tab pos="4514850" algn="l"/>
        </a:tabLst>
        <a:defRPr sz="2600">
          <a:solidFill>
            <a:srgbClr val="4D4D4D"/>
          </a:solidFill>
          <a:latin typeface="+mj-lt"/>
          <a:ea typeface="MS PGothic" panose="020B0600070205080204" pitchFamily="34" charset="-128"/>
          <a:cs typeface="+mj-cs"/>
        </a:defRPr>
      </a:lvl1pPr>
      <a:lvl2pPr algn="ctr" defTabSz="1073150" rtl="0" eaLnBrk="0" fontAlgn="base" hangingPunct="0">
        <a:spcBef>
          <a:spcPct val="0"/>
        </a:spcBef>
        <a:spcAft>
          <a:spcPct val="0"/>
        </a:spcAft>
        <a:tabLst>
          <a:tab pos="4514850" algn="l"/>
        </a:tabLst>
        <a:defRPr sz="2600">
          <a:solidFill>
            <a:srgbClr val="4D4D4D"/>
          </a:solidFill>
          <a:latin typeface="Arial" charset="0"/>
          <a:ea typeface="MS PGothic" panose="020B0600070205080204" pitchFamily="34" charset="-128"/>
        </a:defRPr>
      </a:lvl2pPr>
      <a:lvl3pPr algn="ctr" defTabSz="1073150" rtl="0" eaLnBrk="0" fontAlgn="base" hangingPunct="0">
        <a:spcBef>
          <a:spcPct val="0"/>
        </a:spcBef>
        <a:spcAft>
          <a:spcPct val="0"/>
        </a:spcAft>
        <a:tabLst>
          <a:tab pos="4514850" algn="l"/>
        </a:tabLst>
        <a:defRPr sz="2600">
          <a:solidFill>
            <a:srgbClr val="4D4D4D"/>
          </a:solidFill>
          <a:latin typeface="Arial" charset="0"/>
          <a:ea typeface="MS PGothic" panose="020B0600070205080204" pitchFamily="34" charset="-128"/>
        </a:defRPr>
      </a:lvl3pPr>
      <a:lvl4pPr algn="ctr" defTabSz="1073150" rtl="0" eaLnBrk="0" fontAlgn="base" hangingPunct="0">
        <a:spcBef>
          <a:spcPct val="0"/>
        </a:spcBef>
        <a:spcAft>
          <a:spcPct val="0"/>
        </a:spcAft>
        <a:tabLst>
          <a:tab pos="4514850" algn="l"/>
        </a:tabLst>
        <a:defRPr sz="2600">
          <a:solidFill>
            <a:srgbClr val="4D4D4D"/>
          </a:solidFill>
          <a:latin typeface="Arial" charset="0"/>
          <a:ea typeface="MS PGothic" panose="020B0600070205080204" pitchFamily="34" charset="-128"/>
        </a:defRPr>
      </a:lvl4pPr>
      <a:lvl5pPr algn="ctr" defTabSz="1073150" rtl="0" eaLnBrk="0" fontAlgn="base" hangingPunct="0">
        <a:spcBef>
          <a:spcPct val="0"/>
        </a:spcBef>
        <a:spcAft>
          <a:spcPct val="0"/>
        </a:spcAft>
        <a:tabLst>
          <a:tab pos="4514850" algn="l"/>
        </a:tabLst>
        <a:defRPr sz="2600">
          <a:solidFill>
            <a:srgbClr val="4D4D4D"/>
          </a:solidFill>
          <a:latin typeface="Arial" charset="0"/>
          <a:ea typeface="MS PGothic" panose="020B0600070205080204" pitchFamily="34" charset="-128"/>
        </a:defRPr>
      </a:lvl5pPr>
      <a:lvl6pPr marL="457200" algn="ctr" rtl="0" fontAlgn="base">
        <a:spcBef>
          <a:spcPct val="0"/>
        </a:spcBef>
        <a:spcAft>
          <a:spcPct val="0"/>
        </a:spcAft>
        <a:defRPr sz="2200">
          <a:solidFill>
            <a:schemeClr val="tx2"/>
          </a:solidFill>
          <a:latin typeface="Arial" charset="0"/>
        </a:defRPr>
      </a:lvl6pPr>
      <a:lvl7pPr marL="914400" algn="ctr" rtl="0" fontAlgn="base">
        <a:spcBef>
          <a:spcPct val="0"/>
        </a:spcBef>
        <a:spcAft>
          <a:spcPct val="0"/>
        </a:spcAft>
        <a:defRPr sz="2200">
          <a:solidFill>
            <a:schemeClr val="tx2"/>
          </a:solidFill>
          <a:latin typeface="Arial" charset="0"/>
        </a:defRPr>
      </a:lvl7pPr>
      <a:lvl8pPr marL="1371600" algn="ctr" rtl="0" fontAlgn="base">
        <a:spcBef>
          <a:spcPct val="0"/>
        </a:spcBef>
        <a:spcAft>
          <a:spcPct val="0"/>
        </a:spcAft>
        <a:defRPr sz="2200">
          <a:solidFill>
            <a:schemeClr val="tx2"/>
          </a:solidFill>
          <a:latin typeface="Arial" charset="0"/>
        </a:defRPr>
      </a:lvl8pPr>
      <a:lvl9pPr marL="1828800" algn="ctr" rtl="0" fontAlgn="base">
        <a:spcBef>
          <a:spcPct val="0"/>
        </a:spcBef>
        <a:spcAft>
          <a:spcPct val="0"/>
        </a:spcAft>
        <a:defRPr sz="2200">
          <a:solidFill>
            <a:schemeClr val="tx2"/>
          </a:solidFill>
          <a:latin typeface="Arial" charset="0"/>
        </a:defRPr>
      </a:lvl9pPr>
    </p:titleStyle>
    <p:bodyStyle>
      <a:lvl1pPr marL="401638" indent="-401638" algn="l" defTabSz="1073150" rtl="0" eaLnBrk="0" fontAlgn="base" hangingPunct="0">
        <a:spcBef>
          <a:spcPct val="20000"/>
        </a:spcBef>
        <a:spcAft>
          <a:spcPct val="0"/>
        </a:spcAft>
        <a:buChar char="•"/>
        <a:defRPr sz="2100">
          <a:solidFill>
            <a:srgbClr val="4D4D4D"/>
          </a:solidFill>
          <a:latin typeface="+mn-lt"/>
          <a:ea typeface="MS PGothic" panose="020B0600070205080204" pitchFamily="34" charset="-128"/>
          <a:cs typeface="+mn-cs"/>
        </a:defRPr>
      </a:lvl1pPr>
      <a:lvl2pPr marL="871538" indent="-334963" algn="l" defTabSz="1073150" rtl="0" eaLnBrk="0" fontAlgn="base" hangingPunct="0">
        <a:spcBef>
          <a:spcPct val="20000"/>
        </a:spcBef>
        <a:spcAft>
          <a:spcPct val="0"/>
        </a:spcAft>
        <a:buChar char="–"/>
        <a:defRPr sz="2100">
          <a:solidFill>
            <a:srgbClr val="4D4D4D"/>
          </a:solidFill>
          <a:latin typeface="+mn-lt"/>
          <a:ea typeface="MS PGothic" panose="020B0600070205080204" pitchFamily="34" charset="-128"/>
        </a:defRPr>
      </a:lvl2pPr>
      <a:lvl3pPr marL="1339850" indent="-266700" algn="l" defTabSz="1073150" rtl="0" eaLnBrk="0" fontAlgn="base" hangingPunct="0">
        <a:spcBef>
          <a:spcPct val="20000"/>
        </a:spcBef>
        <a:spcAft>
          <a:spcPct val="0"/>
        </a:spcAft>
        <a:buChar char="•"/>
        <a:defRPr sz="2100">
          <a:solidFill>
            <a:srgbClr val="4D4D4D"/>
          </a:solidFill>
          <a:latin typeface="+mn-lt"/>
          <a:ea typeface="MS PGothic" panose="020B0600070205080204" pitchFamily="34" charset="-128"/>
        </a:defRPr>
      </a:lvl3pPr>
      <a:lvl4pPr marL="1876425" indent="-268288" algn="l" defTabSz="1073150" rtl="0" eaLnBrk="0" fontAlgn="base" hangingPunct="0">
        <a:spcBef>
          <a:spcPct val="20000"/>
        </a:spcBef>
        <a:spcAft>
          <a:spcPct val="0"/>
        </a:spcAft>
        <a:buChar char="–"/>
        <a:defRPr sz="2100">
          <a:solidFill>
            <a:srgbClr val="4D4D4D"/>
          </a:solidFill>
          <a:latin typeface="+mn-lt"/>
          <a:ea typeface="MS PGothic" panose="020B0600070205080204" pitchFamily="34" charset="-128"/>
        </a:defRPr>
      </a:lvl4pPr>
      <a:lvl5pPr marL="2413000" indent="-268288" algn="l" defTabSz="1073150" rtl="0" eaLnBrk="0" fontAlgn="base" hangingPunct="0">
        <a:spcBef>
          <a:spcPct val="20000"/>
        </a:spcBef>
        <a:spcAft>
          <a:spcPct val="0"/>
        </a:spcAft>
        <a:buChar char="»"/>
        <a:defRPr sz="2100">
          <a:solidFill>
            <a:srgbClr val="4D4D4D"/>
          </a:solidFill>
          <a:latin typeface="+mn-lt"/>
          <a:ea typeface="MS PGothic" panose="020B0600070205080204" pitchFamily="34" charset="-128"/>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3"/>
          <p:cNvSpPr>
            <a:spLocks noGrp="1" noChangeArrowheads="1"/>
          </p:cNvSpPr>
          <p:nvPr>
            <p:ph type="title"/>
          </p:nvPr>
        </p:nvSpPr>
        <p:spPr bwMode="auto">
          <a:xfrm>
            <a:off x="382588" y="230188"/>
            <a:ext cx="8915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07166" tIns="53583" rIns="107166" bIns="53583" numCol="1" anchor="ctr" anchorCtr="0" compatLnSpc="1">
            <a:prstTxWarp prst="textNoShape">
              <a:avLst/>
            </a:prstTxWarp>
          </a:bodyPr>
          <a:lstStyle/>
          <a:p>
            <a:pPr lvl="0"/>
            <a:r>
              <a:rPr lang="en-GB" altLang="en-US"/>
              <a:t>&lt;Insert Presentation Title here&gt; do not exceed two lines of text here</a:t>
            </a:r>
          </a:p>
        </p:txBody>
      </p:sp>
      <p:sp>
        <p:nvSpPr>
          <p:cNvPr id="2051" name="Rectangle 4"/>
          <p:cNvSpPr>
            <a:spLocks noGrp="1" noChangeArrowheads="1"/>
          </p:cNvSpPr>
          <p:nvPr>
            <p:ph type="body" idx="1"/>
          </p:nvPr>
        </p:nvSpPr>
        <p:spPr bwMode="auto">
          <a:xfrm>
            <a:off x="350838" y="2044700"/>
            <a:ext cx="6038850" cy="1477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07166" tIns="53583" rIns="107166" bIns="53583" numCol="1" anchor="t" anchorCtr="0" compatLnSpc="1">
            <a:prstTxWarp prst="textNoShape">
              <a:avLst/>
            </a:prstTxWarp>
          </a:bodyPr>
          <a:lstStyle/>
          <a:p>
            <a:pPr lvl="0"/>
            <a:r>
              <a:rPr lang="en-GB" altLang="en-US"/>
              <a:t>Presenters name </a:t>
            </a:r>
          </a:p>
          <a:p>
            <a:pPr lvl="0"/>
            <a:r>
              <a:rPr lang="en-GB" altLang="en-US"/>
              <a:t>date</a:t>
            </a:r>
          </a:p>
        </p:txBody>
      </p:sp>
      <p:grpSp>
        <p:nvGrpSpPr>
          <p:cNvPr id="2052" name="Group 21"/>
          <p:cNvGrpSpPr>
            <a:grpSpLocks/>
          </p:cNvGrpSpPr>
          <p:nvPr/>
        </p:nvGrpSpPr>
        <p:grpSpPr bwMode="auto">
          <a:xfrm>
            <a:off x="0" y="5616575"/>
            <a:ext cx="9906000" cy="1241425"/>
            <a:chOff x="0" y="3538"/>
            <a:chExt cx="6240" cy="782"/>
          </a:xfrm>
        </p:grpSpPr>
        <p:sp>
          <p:nvSpPr>
            <p:cNvPr id="5134" name="Rectangle 14"/>
            <p:cNvSpPr>
              <a:spLocks noChangeArrowheads="1"/>
            </p:cNvSpPr>
            <p:nvPr/>
          </p:nvSpPr>
          <p:spPr bwMode="auto">
            <a:xfrm>
              <a:off x="0" y="3538"/>
              <a:ext cx="6240" cy="782"/>
            </a:xfrm>
            <a:prstGeom prst="rect">
              <a:avLst/>
            </a:prstGeom>
            <a:solidFill>
              <a:srgbClr val="80808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pic>
          <p:nvPicPr>
            <p:cNvPr id="2054" name="Picture 18" descr="GSTH LOGO A4 WHITE "/>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3915" y="3760"/>
              <a:ext cx="2137" cy="3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55" name="Picture 20" descr="SWC Blue_Grn RGB_Neg 150PPI"/>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261" y="3690"/>
              <a:ext cx="863" cy="4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1073150" rtl="0" eaLnBrk="0" fontAlgn="base" hangingPunct="0">
        <a:spcBef>
          <a:spcPct val="0"/>
        </a:spcBef>
        <a:spcAft>
          <a:spcPct val="0"/>
        </a:spcAft>
        <a:defRPr sz="2600">
          <a:solidFill>
            <a:srgbClr val="4D4D4D"/>
          </a:solidFill>
          <a:latin typeface="+mj-lt"/>
          <a:ea typeface="MS PGothic" panose="020B0600070205080204" pitchFamily="34" charset="-128"/>
          <a:cs typeface="+mj-cs"/>
        </a:defRPr>
      </a:lvl1pPr>
      <a:lvl2pPr algn="l" defTabSz="1073150" rtl="0" eaLnBrk="0" fontAlgn="base" hangingPunct="0">
        <a:spcBef>
          <a:spcPct val="0"/>
        </a:spcBef>
        <a:spcAft>
          <a:spcPct val="0"/>
        </a:spcAft>
        <a:defRPr sz="2600">
          <a:solidFill>
            <a:srgbClr val="4D4D4D"/>
          </a:solidFill>
          <a:latin typeface="Arial" charset="0"/>
          <a:ea typeface="MS PGothic" panose="020B0600070205080204" pitchFamily="34" charset="-128"/>
        </a:defRPr>
      </a:lvl2pPr>
      <a:lvl3pPr algn="l" defTabSz="1073150" rtl="0" eaLnBrk="0" fontAlgn="base" hangingPunct="0">
        <a:spcBef>
          <a:spcPct val="0"/>
        </a:spcBef>
        <a:spcAft>
          <a:spcPct val="0"/>
        </a:spcAft>
        <a:defRPr sz="2600">
          <a:solidFill>
            <a:srgbClr val="4D4D4D"/>
          </a:solidFill>
          <a:latin typeface="Arial" charset="0"/>
          <a:ea typeface="MS PGothic" panose="020B0600070205080204" pitchFamily="34" charset="-128"/>
        </a:defRPr>
      </a:lvl3pPr>
      <a:lvl4pPr algn="l" defTabSz="1073150" rtl="0" eaLnBrk="0" fontAlgn="base" hangingPunct="0">
        <a:spcBef>
          <a:spcPct val="0"/>
        </a:spcBef>
        <a:spcAft>
          <a:spcPct val="0"/>
        </a:spcAft>
        <a:defRPr sz="2600">
          <a:solidFill>
            <a:srgbClr val="4D4D4D"/>
          </a:solidFill>
          <a:latin typeface="Arial" charset="0"/>
          <a:ea typeface="MS PGothic" panose="020B0600070205080204" pitchFamily="34" charset="-128"/>
        </a:defRPr>
      </a:lvl4pPr>
      <a:lvl5pPr algn="l" defTabSz="1073150" rtl="0" eaLnBrk="0" fontAlgn="base" hangingPunct="0">
        <a:spcBef>
          <a:spcPct val="0"/>
        </a:spcBef>
        <a:spcAft>
          <a:spcPct val="0"/>
        </a:spcAft>
        <a:defRPr sz="2600">
          <a:solidFill>
            <a:srgbClr val="4D4D4D"/>
          </a:solidFill>
          <a:latin typeface="Arial" charset="0"/>
          <a:ea typeface="MS PGothic" panose="020B0600070205080204" pitchFamily="34" charset="-128"/>
        </a:defRPr>
      </a:lvl5pPr>
      <a:lvl6pPr marL="457200" algn="ctr" rtl="0" fontAlgn="base">
        <a:spcBef>
          <a:spcPct val="0"/>
        </a:spcBef>
        <a:spcAft>
          <a:spcPct val="0"/>
        </a:spcAft>
        <a:defRPr sz="2200">
          <a:solidFill>
            <a:schemeClr val="tx2"/>
          </a:solidFill>
          <a:latin typeface="Arial" charset="0"/>
        </a:defRPr>
      </a:lvl6pPr>
      <a:lvl7pPr marL="914400" algn="ctr" rtl="0" fontAlgn="base">
        <a:spcBef>
          <a:spcPct val="0"/>
        </a:spcBef>
        <a:spcAft>
          <a:spcPct val="0"/>
        </a:spcAft>
        <a:defRPr sz="2200">
          <a:solidFill>
            <a:schemeClr val="tx2"/>
          </a:solidFill>
          <a:latin typeface="Arial" charset="0"/>
        </a:defRPr>
      </a:lvl7pPr>
      <a:lvl8pPr marL="1371600" algn="ctr" rtl="0" fontAlgn="base">
        <a:spcBef>
          <a:spcPct val="0"/>
        </a:spcBef>
        <a:spcAft>
          <a:spcPct val="0"/>
        </a:spcAft>
        <a:defRPr sz="2200">
          <a:solidFill>
            <a:schemeClr val="tx2"/>
          </a:solidFill>
          <a:latin typeface="Arial" charset="0"/>
        </a:defRPr>
      </a:lvl8pPr>
      <a:lvl9pPr marL="1828800" algn="ctr" rtl="0" fontAlgn="base">
        <a:spcBef>
          <a:spcPct val="0"/>
        </a:spcBef>
        <a:spcAft>
          <a:spcPct val="0"/>
        </a:spcAft>
        <a:defRPr sz="2200">
          <a:solidFill>
            <a:schemeClr val="tx2"/>
          </a:solidFill>
          <a:latin typeface="Arial" charset="0"/>
        </a:defRPr>
      </a:lvl9pPr>
    </p:titleStyle>
    <p:bodyStyle>
      <a:lvl1pPr marL="401638" indent="-401638" algn="l" defTabSz="1073150" rtl="0" eaLnBrk="0" fontAlgn="base" hangingPunct="0">
        <a:spcBef>
          <a:spcPct val="20000"/>
        </a:spcBef>
        <a:spcAft>
          <a:spcPct val="0"/>
        </a:spcAft>
        <a:defRPr sz="2100">
          <a:solidFill>
            <a:srgbClr val="4D4D4D"/>
          </a:solidFill>
          <a:latin typeface="+mn-lt"/>
          <a:ea typeface="MS PGothic" panose="020B0600070205080204" pitchFamily="34" charset="-128"/>
          <a:cs typeface="+mn-cs"/>
        </a:defRPr>
      </a:lvl1pPr>
      <a:lvl2pPr marL="871538" indent="-334963" algn="r" defTabSz="1073150" rtl="0" eaLnBrk="0" fontAlgn="base" hangingPunct="0">
        <a:spcBef>
          <a:spcPct val="20000"/>
        </a:spcBef>
        <a:spcAft>
          <a:spcPct val="0"/>
        </a:spcAft>
        <a:buChar char="–"/>
        <a:defRPr sz="3300">
          <a:solidFill>
            <a:schemeClr val="tx1"/>
          </a:solidFill>
          <a:latin typeface="+mn-lt"/>
          <a:ea typeface="MS PGothic" panose="020B0600070205080204" pitchFamily="34" charset="-128"/>
        </a:defRPr>
      </a:lvl2pPr>
      <a:lvl3pPr marL="1339850" indent="-266700" algn="r" defTabSz="1073150" rtl="0" eaLnBrk="0" fontAlgn="base" hangingPunct="0">
        <a:spcBef>
          <a:spcPct val="20000"/>
        </a:spcBef>
        <a:spcAft>
          <a:spcPct val="0"/>
        </a:spcAft>
        <a:buChar char="•"/>
        <a:defRPr sz="2800">
          <a:solidFill>
            <a:schemeClr val="tx1"/>
          </a:solidFill>
          <a:latin typeface="+mn-lt"/>
          <a:ea typeface="MS PGothic" panose="020B0600070205080204" pitchFamily="34" charset="-128"/>
        </a:defRPr>
      </a:lvl3pPr>
      <a:lvl4pPr marL="1876425" indent="-268288" algn="r" defTabSz="1073150" rtl="0" eaLnBrk="0" fontAlgn="base" hangingPunct="0">
        <a:spcBef>
          <a:spcPct val="20000"/>
        </a:spcBef>
        <a:spcAft>
          <a:spcPct val="0"/>
        </a:spcAft>
        <a:buChar char="–"/>
        <a:defRPr sz="2300">
          <a:solidFill>
            <a:schemeClr val="tx1"/>
          </a:solidFill>
          <a:latin typeface="+mn-lt"/>
          <a:ea typeface="MS PGothic" panose="020B0600070205080204" pitchFamily="34" charset="-128"/>
        </a:defRPr>
      </a:lvl4pPr>
      <a:lvl5pPr marL="2413000" indent="-268288" algn="r" defTabSz="1073150" rtl="0" eaLnBrk="0" fontAlgn="base" hangingPunct="0">
        <a:spcBef>
          <a:spcPct val="20000"/>
        </a:spcBef>
        <a:spcAft>
          <a:spcPct val="0"/>
        </a:spcAft>
        <a:buChar char="»"/>
        <a:defRPr sz="2300">
          <a:solidFill>
            <a:schemeClr val="tx1"/>
          </a:solidFill>
          <a:latin typeface="+mn-lt"/>
          <a:ea typeface="MS PGothic" panose="020B0600070205080204" pitchFamily="34" charset="-128"/>
        </a:defRPr>
      </a:lvl5pPr>
      <a:lvl6pPr marL="2514600" indent="-228600" algn="r" rtl="0" fontAlgn="base">
        <a:spcBef>
          <a:spcPct val="20000"/>
        </a:spcBef>
        <a:spcAft>
          <a:spcPct val="0"/>
        </a:spcAft>
        <a:buChar char="»"/>
        <a:defRPr sz="2000">
          <a:solidFill>
            <a:schemeClr val="tx1"/>
          </a:solidFill>
          <a:latin typeface="+mn-lt"/>
        </a:defRPr>
      </a:lvl6pPr>
      <a:lvl7pPr marL="2971800" indent="-228600" algn="r" rtl="0" fontAlgn="base">
        <a:spcBef>
          <a:spcPct val="20000"/>
        </a:spcBef>
        <a:spcAft>
          <a:spcPct val="0"/>
        </a:spcAft>
        <a:buChar char="»"/>
        <a:defRPr sz="2000">
          <a:solidFill>
            <a:schemeClr val="tx1"/>
          </a:solidFill>
          <a:latin typeface="+mn-lt"/>
        </a:defRPr>
      </a:lvl7pPr>
      <a:lvl8pPr marL="3429000" indent="-228600" algn="r" rtl="0" fontAlgn="base">
        <a:spcBef>
          <a:spcPct val="20000"/>
        </a:spcBef>
        <a:spcAft>
          <a:spcPct val="0"/>
        </a:spcAft>
        <a:buChar char="»"/>
        <a:defRPr sz="2000">
          <a:solidFill>
            <a:schemeClr val="tx1"/>
          </a:solidFill>
          <a:latin typeface="+mn-lt"/>
        </a:defRPr>
      </a:lvl8pPr>
      <a:lvl9pPr marL="3886200" indent="-228600" algn="r"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http://www.duke.edu/~amwhite/Images/alcohol_and_memory.jpg"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0.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hyperlink" Target="http://www.dana.org/uploadedImages/Images/neuroanatomy_large.jpg" TargetMode="External"/><Relationship Id="rId2" Type="http://schemas.openxmlformats.org/officeDocument/2006/relationships/hyperlink" Target="http://www.mocatest.org/"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ChangeArrowheads="1"/>
          </p:cNvSpPr>
          <p:nvPr>
            <p:ph type="ctrTitle"/>
          </p:nvPr>
        </p:nvSpPr>
        <p:spPr>
          <a:xfrm>
            <a:off x="652611" y="687186"/>
            <a:ext cx="8854328" cy="1470025"/>
          </a:xfrm>
        </p:spPr>
        <p:txBody>
          <a:bodyPr/>
          <a:lstStyle/>
          <a:p>
            <a:pPr algn="ctr" eaLnBrk="1" hangingPunct="1">
              <a:lnSpc>
                <a:spcPct val="125000"/>
              </a:lnSpc>
            </a:pPr>
            <a:br>
              <a:rPr lang="en-GB" altLang="en-US" sz="4800" dirty="0"/>
            </a:br>
            <a:r>
              <a:rPr lang="en-GB" altLang="en-US" sz="4400" dirty="0"/>
              <a:t>Cognition and Perception</a:t>
            </a:r>
            <a:br>
              <a:rPr lang="en-GB" altLang="en-US" sz="3800" dirty="0"/>
            </a:br>
            <a:endParaRPr lang="en-GB" altLang="en-US" sz="2800" dirty="0"/>
          </a:p>
        </p:txBody>
      </p:sp>
      <p:sp>
        <p:nvSpPr>
          <p:cNvPr id="2" name="Subtitle 1"/>
          <p:cNvSpPr>
            <a:spLocks noGrp="1"/>
          </p:cNvSpPr>
          <p:nvPr>
            <p:ph type="subTitle" idx="1"/>
          </p:nvPr>
        </p:nvSpPr>
        <p:spPr>
          <a:xfrm>
            <a:off x="1220621" y="2963863"/>
            <a:ext cx="7499683" cy="2593102"/>
          </a:xfrm>
        </p:spPr>
        <p:txBody>
          <a:bodyPr/>
          <a:lstStyle/>
          <a:p>
            <a:r>
              <a:rPr lang="en-GB" altLang="en-US" sz="2400" dirty="0"/>
              <a:t>Charlotte Price</a:t>
            </a:r>
          </a:p>
          <a:p>
            <a:r>
              <a:rPr lang="en-GB" altLang="en-US" sz="2400" dirty="0"/>
              <a:t>Highly Specialist Physiotherapist</a:t>
            </a:r>
          </a:p>
          <a:p>
            <a:r>
              <a:rPr lang="en-GB" altLang="en-US" sz="2400" dirty="0"/>
              <a:t>Neuro Rehabilitation</a:t>
            </a:r>
          </a:p>
          <a:p>
            <a:endParaRPr lang="en-GB" altLang="en-US" sz="2400" dirty="0"/>
          </a:p>
          <a:p>
            <a:r>
              <a:rPr lang="en-GB" altLang="en-US" sz="2400" dirty="0"/>
              <a:t>Guest Lecturer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idx="4294967295"/>
          </p:nvPr>
        </p:nvSpPr>
        <p:spPr>
          <a:xfrm>
            <a:off x="243535" y="124149"/>
            <a:ext cx="8915400" cy="750887"/>
          </a:xfrm>
        </p:spPr>
        <p:txBody>
          <a:bodyPr/>
          <a:lstStyle/>
          <a:p>
            <a:pPr eaLnBrk="1" hangingPunct="1"/>
            <a:r>
              <a:rPr lang="en-GB" altLang="en-US" dirty="0"/>
              <a:t>Learning outcomes</a:t>
            </a:r>
          </a:p>
        </p:txBody>
      </p:sp>
      <p:sp>
        <p:nvSpPr>
          <p:cNvPr id="7170" name="Rectangle 3"/>
          <p:cNvSpPr>
            <a:spLocks noGrp="1" noChangeArrowheads="1"/>
          </p:cNvSpPr>
          <p:nvPr>
            <p:ph type="body" idx="4294967295"/>
          </p:nvPr>
        </p:nvSpPr>
        <p:spPr>
          <a:xfrm>
            <a:off x="388706" y="875036"/>
            <a:ext cx="9004300" cy="3783013"/>
          </a:xfrm>
        </p:spPr>
        <p:txBody>
          <a:bodyPr/>
          <a:lstStyle/>
          <a:p>
            <a:pPr>
              <a:buFont typeface="Arial" panose="020B0604020202020204" pitchFamily="34" charset="0"/>
              <a:buChar char="•"/>
            </a:pPr>
            <a:r>
              <a:rPr lang="en-GB" dirty="0"/>
              <a:t>Explain the role of cognition and perception in functional movement and rehabilitation outcomes.</a:t>
            </a:r>
          </a:p>
          <a:p>
            <a:pPr>
              <a:buFont typeface="Arial" panose="020B0604020202020204" pitchFamily="34" charset="0"/>
              <a:buChar char="•"/>
            </a:pPr>
            <a:r>
              <a:rPr lang="en-GB" dirty="0"/>
              <a:t> Identify common cognitive impairments (e.g., attention, memory, executive function) and perceptual deficits (e.g., neglect, apraxia, agnosia) in neurological populations.</a:t>
            </a:r>
          </a:p>
          <a:p>
            <a:pPr>
              <a:buFont typeface="Arial" panose="020B0604020202020204" pitchFamily="34" charset="0"/>
              <a:buChar char="•"/>
            </a:pPr>
            <a:r>
              <a:rPr lang="en-GB" dirty="0"/>
              <a:t> Select and justify appropriate assessment tools to evaluate cognition and perception in clinical practice.</a:t>
            </a:r>
          </a:p>
          <a:p>
            <a:pPr>
              <a:buFont typeface="Arial" panose="020B0604020202020204" pitchFamily="34" charset="0"/>
              <a:buChar char="•"/>
            </a:pPr>
            <a:r>
              <a:rPr lang="en-GB" dirty="0"/>
              <a:t>Discuss physiotherapy strategies to address cognitive and perceptual problems in rehabilitation.</a:t>
            </a:r>
          </a:p>
          <a:p>
            <a:pPr>
              <a:buFont typeface="Arial" panose="020B0604020202020204" pitchFamily="34" charset="0"/>
              <a:buChar char="•"/>
            </a:pPr>
            <a:r>
              <a:rPr lang="en-GB" dirty="0"/>
              <a:t>Integrate cognitive and perceptual considerations into patient assessment and treatment planning.</a:t>
            </a:r>
          </a:p>
          <a:p>
            <a:pPr eaLnBrk="1" hangingPunct="1">
              <a:lnSpc>
                <a:spcPct val="50000"/>
              </a:lnSpc>
              <a:buFont typeface="Symbol" panose="05050102010706020507" pitchFamily="18" charset="2"/>
              <a:buNone/>
            </a:pPr>
            <a:endParaRPr lang="en-GB" altLang="en-US" sz="2400" dirty="0"/>
          </a:p>
          <a:p>
            <a:pPr eaLnBrk="1" hangingPunct="1"/>
            <a:endParaRPr lang="en-GB" altLang="en-US" sz="3300" dirty="0"/>
          </a:p>
          <a:p>
            <a:pPr eaLnBrk="1" hangingPunct="1"/>
            <a:endParaRPr lang="en-GB" altLang="en-US" sz="3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noChangeArrowheads="1"/>
          </p:cNvSpPr>
          <p:nvPr>
            <p:ph type="body" idx="1"/>
          </p:nvPr>
        </p:nvSpPr>
        <p:spPr>
          <a:xfrm>
            <a:off x="443706" y="1017630"/>
            <a:ext cx="9018587" cy="2605088"/>
          </a:xfrm>
        </p:spPr>
        <p:txBody>
          <a:bodyPr/>
          <a:lstStyle/>
          <a:p>
            <a:pPr algn="just">
              <a:lnSpc>
                <a:spcPct val="90000"/>
              </a:lnSpc>
            </a:pPr>
            <a:r>
              <a:rPr lang="en-GB" altLang="en-US" sz="2400" b="1" dirty="0">
                <a:solidFill>
                  <a:schemeClr val="tx1"/>
                </a:solidFill>
                <a:cs typeface="Times New Roman" panose="02020603050405020304" pitchFamily="18" charset="0"/>
              </a:rPr>
              <a:t>Perception</a:t>
            </a:r>
            <a:r>
              <a:rPr lang="en-GB" altLang="en-US" sz="2400" dirty="0">
                <a:cs typeface="Times New Roman" panose="02020603050405020304" pitchFamily="18" charset="0"/>
              </a:rPr>
              <a:t> is the term used to refer to the processes involved in making sense of the senses; the way in which we interpret the information gathered and processed by the senses.</a:t>
            </a:r>
          </a:p>
          <a:p>
            <a:pPr algn="just">
              <a:lnSpc>
                <a:spcPct val="90000"/>
              </a:lnSpc>
              <a:buFont typeface="Wingdings" panose="05000000000000000000" pitchFamily="2" charset="2"/>
              <a:buNone/>
            </a:pPr>
            <a:endParaRPr lang="en-GB" altLang="en-US" sz="2400" dirty="0">
              <a:cs typeface="Times New Roman" panose="02020603050405020304" pitchFamily="18" charset="0"/>
            </a:endParaRPr>
          </a:p>
          <a:p>
            <a:pPr>
              <a:lnSpc>
                <a:spcPct val="90000"/>
              </a:lnSpc>
            </a:pPr>
            <a:r>
              <a:rPr lang="en-GB" altLang="en-US" sz="2400" dirty="0">
                <a:cs typeface="Times New Roman" panose="02020603050405020304" pitchFamily="18" charset="0"/>
              </a:rPr>
              <a:t> </a:t>
            </a:r>
            <a:r>
              <a:rPr lang="en-GB" altLang="en-US" sz="2400" b="1" dirty="0">
                <a:solidFill>
                  <a:srgbClr val="CC0066"/>
                </a:solidFill>
                <a:cs typeface="Times New Roman" panose="02020603050405020304" pitchFamily="18" charset="0"/>
              </a:rPr>
              <a:t>Cognition</a:t>
            </a:r>
            <a:r>
              <a:rPr lang="en-GB" altLang="en-US" sz="2400" dirty="0">
                <a:cs typeface="Times New Roman" panose="02020603050405020304" pitchFamily="18" charset="0"/>
              </a:rPr>
              <a:t> is the ability to perceive, represent and organise objects, events and their relationship to one another in an appropriate way. It comprises all the mental processes that allow us to attend to, recognise, learn and remember changing information in the environment.</a:t>
            </a:r>
            <a:r>
              <a:rPr lang="en-GB" altLang="en-US" sz="2400" dirty="0"/>
              <a:t> </a:t>
            </a:r>
          </a:p>
          <a:p>
            <a:pPr marL="0" indent="0"/>
            <a:endParaRPr lang="en-GB" altLang="en-US" sz="2400" dirty="0"/>
          </a:p>
        </p:txBody>
      </p:sp>
    </p:spTree>
    <p:extLst>
      <p:ext uri="{BB962C8B-B14F-4D97-AF65-F5344CB8AC3E}">
        <p14:creationId xmlns:p14="http://schemas.microsoft.com/office/powerpoint/2010/main" val="910223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7-09-23 at 15.10.0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23" y="702609"/>
            <a:ext cx="8774565" cy="4522507"/>
          </a:xfrm>
          <a:prstGeom prst="rect">
            <a:avLst/>
          </a:prstGeom>
        </p:spPr>
      </p:pic>
    </p:spTree>
    <p:extLst>
      <p:ext uri="{BB962C8B-B14F-4D97-AF65-F5344CB8AC3E}">
        <p14:creationId xmlns:p14="http://schemas.microsoft.com/office/powerpoint/2010/main" val="25289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 orientated activity</a:t>
            </a:r>
          </a:p>
        </p:txBody>
      </p:sp>
      <p:pic>
        <p:nvPicPr>
          <p:cNvPr id="4" name="Content Placeholder 3" descr="happy-phone-call.gif"/>
          <p:cNvPicPr>
            <a:picLocks noGrp="1" noChangeAspect="1"/>
          </p:cNvPicPr>
          <p:nvPr>
            <p:ph idx="1"/>
          </p:nvPr>
        </p:nvPicPr>
        <p:blipFill rotWithShape="1">
          <a:blip r:embed="rId3">
            <a:extLst>
              <a:ext uri="{28A0092B-C50C-407E-A947-70E740481C1C}">
                <a14:useLocalDpi xmlns:a14="http://schemas.microsoft.com/office/drawing/2010/main" val="0"/>
              </a:ext>
            </a:extLst>
          </a:blip>
          <a:srcRect l="-1149" r="-2958"/>
          <a:stretch/>
        </p:blipFill>
        <p:spPr>
          <a:xfrm>
            <a:off x="3048001" y="1850649"/>
            <a:ext cx="3827469" cy="3025642"/>
          </a:xfrm>
        </p:spPr>
      </p:pic>
      <p:cxnSp>
        <p:nvCxnSpPr>
          <p:cNvPr id="8" name="Straight Arrow Connector 7"/>
          <p:cNvCxnSpPr/>
          <p:nvPr/>
        </p:nvCxnSpPr>
        <p:spPr>
          <a:xfrm flipV="1">
            <a:off x="2504610" y="1852322"/>
            <a:ext cx="1463963" cy="17641"/>
          </a:xfrm>
          <a:prstGeom prst="straightConnector1">
            <a:avLst/>
          </a:prstGeom>
          <a:ln>
            <a:solidFill>
              <a:schemeClr val="accent6">
                <a:lumMod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2522249" y="3951619"/>
            <a:ext cx="1058287" cy="1"/>
          </a:xfrm>
          <a:prstGeom prst="straightConnector1">
            <a:avLst/>
          </a:prstGeom>
          <a:ln>
            <a:solidFill>
              <a:schemeClr val="accent6">
                <a:lumMod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6382" y="1587704"/>
            <a:ext cx="2363505" cy="400110"/>
          </a:xfrm>
          <a:prstGeom prst="rect">
            <a:avLst/>
          </a:prstGeom>
          <a:noFill/>
        </p:spPr>
        <p:txBody>
          <a:bodyPr wrap="square" rtlCol="0">
            <a:spAutoFit/>
          </a:bodyPr>
          <a:lstStyle/>
          <a:p>
            <a:r>
              <a:rPr lang="en-US" sz="2000" dirty="0">
                <a:solidFill>
                  <a:srgbClr val="171717"/>
                </a:solidFill>
              </a:rPr>
              <a:t>Find the number </a:t>
            </a:r>
          </a:p>
        </p:txBody>
      </p:sp>
      <p:sp>
        <p:nvSpPr>
          <p:cNvPr id="12" name="TextBox 11"/>
          <p:cNvSpPr txBox="1"/>
          <p:nvPr/>
        </p:nvSpPr>
        <p:spPr>
          <a:xfrm>
            <a:off x="190629" y="2432189"/>
            <a:ext cx="2472725" cy="707886"/>
          </a:xfrm>
          <a:prstGeom prst="rect">
            <a:avLst/>
          </a:prstGeom>
          <a:noFill/>
        </p:spPr>
        <p:txBody>
          <a:bodyPr wrap="square" rtlCol="0">
            <a:spAutoFit/>
          </a:bodyPr>
          <a:lstStyle/>
          <a:p>
            <a:r>
              <a:rPr lang="en-US" sz="2000" dirty="0">
                <a:solidFill>
                  <a:srgbClr val="171717"/>
                </a:solidFill>
              </a:rPr>
              <a:t>Remember it long enough to dial it </a:t>
            </a:r>
          </a:p>
        </p:txBody>
      </p:sp>
      <p:sp>
        <p:nvSpPr>
          <p:cNvPr id="13" name="TextBox 12"/>
          <p:cNvSpPr txBox="1"/>
          <p:nvPr/>
        </p:nvSpPr>
        <p:spPr>
          <a:xfrm>
            <a:off x="264573" y="3581155"/>
            <a:ext cx="2187124" cy="1015663"/>
          </a:xfrm>
          <a:prstGeom prst="rect">
            <a:avLst/>
          </a:prstGeom>
          <a:noFill/>
        </p:spPr>
        <p:txBody>
          <a:bodyPr wrap="square" rtlCol="0">
            <a:spAutoFit/>
          </a:bodyPr>
          <a:lstStyle/>
          <a:p>
            <a:r>
              <a:rPr lang="en-US" sz="2000" dirty="0">
                <a:solidFill>
                  <a:srgbClr val="171717"/>
                </a:solidFill>
              </a:rPr>
              <a:t>Produce and understand spoken words </a:t>
            </a:r>
          </a:p>
        </p:txBody>
      </p:sp>
      <p:cxnSp>
        <p:nvCxnSpPr>
          <p:cNvPr id="19" name="Straight Arrow Connector 18"/>
          <p:cNvCxnSpPr/>
          <p:nvPr/>
        </p:nvCxnSpPr>
        <p:spPr>
          <a:xfrm flipV="1">
            <a:off x="2498267" y="2798573"/>
            <a:ext cx="1058287" cy="1"/>
          </a:xfrm>
          <a:prstGeom prst="straightConnector1">
            <a:avLst/>
          </a:prstGeom>
          <a:ln>
            <a:solidFill>
              <a:schemeClr val="accent6">
                <a:lumMod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20" name="Cloud Callout 19"/>
          <p:cNvSpPr/>
          <p:nvPr/>
        </p:nvSpPr>
        <p:spPr>
          <a:xfrm>
            <a:off x="5644193" y="1076111"/>
            <a:ext cx="1869639" cy="1023187"/>
          </a:xfrm>
          <a:prstGeom prst="cloud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Cloud Callout 20"/>
          <p:cNvSpPr/>
          <p:nvPr/>
        </p:nvSpPr>
        <p:spPr>
          <a:xfrm>
            <a:off x="7419300" y="1905193"/>
            <a:ext cx="1869639" cy="1023187"/>
          </a:xfrm>
          <a:prstGeom prst="cloud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Cloud Callout 21"/>
          <p:cNvSpPr/>
          <p:nvPr/>
        </p:nvSpPr>
        <p:spPr>
          <a:xfrm>
            <a:off x="7430595" y="3486527"/>
            <a:ext cx="1869639" cy="1023187"/>
          </a:xfrm>
          <a:prstGeom prst="cloud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TextBox 22"/>
          <p:cNvSpPr txBox="1"/>
          <p:nvPr/>
        </p:nvSpPr>
        <p:spPr>
          <a:xfrm>
            <a:off x="5556003" y="1164316"/>
            <a:ext cx="2257677" cy="1015663"/>
          </a:xfrm>
          <a:prstGeom prst="rect">
            <a:avLst/>
          </a:prstGeom>
          <a:noFill/>
        </p:spPr>
        <p:txBody>
          <a:bodyPr wrap="square" rtlCol="0">
            <a:spAutoFit/>
          </a:bodyPr>
          <a:lstStyle/>
          <a:p>
            <a:r>
              <a:rPr lang="en-US" sz="2000" dirty="0">
                <a:solidFill>
                  <a:srgbClr val="171717"/>
                </a:solidFill>
              </a:rPr>
              <a:t>     perception</a:t>
            </a:r>
          </a:p>
          <a:p>
            <a:endParaRPr lang="en-US" sz="2000" dirty="0">
              <a:solidFill>
                <a:srgbClr val="171717"/>
              </a:solidFill>
            </a:endParaRPr>
          </a:p>
          <a:p>
            <a:endParaRPr lang="en-US" sz="2000" dirty="0">
              <a:solidFill>
                <a:srgbClr val="171717"/>
              </a:solidFill>
            </a:endParaRPr>
          </a:p>
        </p:txBody>
      </p:sp>
      <p:sp>
        <p:nvSpPr>
          <p:cNvPr id="24" name="TextBox 23"/>
          <p:cNvSpPr txBox="1"/>
          <p:nvPr/>
        </p:nvSpPr>
        <p:spPr>
          <a:xfrm>
            <a:off x="7531470" y="1975810"/>
            <a:ext cx="1722193" cy="1323439"/>
          </a:xfrm>
          <a:prstGeom prst="rect">
            <a:avLst/>
          </a:prstGeom>
          <a:noFill/>
        </p:spPr>
        <p:txBody>
          <a:bodyPr wrap="square" rtlCol="0">
            <a:spAutoFit/>
          </a:bodyPr>
          <a:lstStyle/>
          <a:p>
            <a:pPr algn="ctr"/>
            <a:endParaRPr lang="en-US" sz="2000" dirty="0">
              <a:solidFill>
                <a:srgbClr val="171717"/>
              </a:solidFill>
            </a:endParaRPr>
          </a:p>
          <a:p>
            <a:pPr algn="ctr"/>
            <a:r>
              <a:rPr lang="en-US" sz="2000" dirty="0">
                <a:solidFill>
                  <a:srgbClr val="171717"/>
                </a:solidFill>
              </a:rPr>
              <a:t>memory</a:t>
            </a:r>
          </a:p>
          <a:p>
            <a:endParaRPr lang="en-US" sz="2000" dirty="0">
              <a:solidFill>
                <a:srgbClr val="171717"/>
              </a:solidFill>
            </a:endParaRPr>
          </a:p>
          <a:p>
            <a:endParaRPr lang="en-US" sz="2000" dirty="0">
              <a:solidFill>
                <a:srgbClr val="171717"/>
              </a:solidFill>
            </a:endParaRPr>
          </a:p>
        </p:txBody>
      </p:sp>
      <p:sp>
        <p:nvSpPr>
          <p:cNvPr id="25" name="TextBox 24"/>
          <p:cNvSpPr txBox="1"/>
          <p:nvPr/>
        </p:nvSpPr>
        <p:spPr>
          <a:xfrm>
            <a:off x="7355090" y="3563514"/>
            <a:ext cx="2134211" cy="1323439"/>
          </a:xfrm>
          <a:prstGeom prst="rect">
            <a:avLst/>
          </a:prstGeom>
          <a:noFill/>
        </p:spPr>
        <p:txBody>
          <a:bodyPr wrap="square" rtlCol="0">
            <a:spAutoFit/>
          </a:bodyPr>
          <a:lstStyle/>
          <a:p>
            <a:endParaRPr lang="en-US" sz="2000" dirty="0">
              <a:solidFill>
                <a:srgbClr val="171717"/>
              </a:solidFill>
            </a:endParaRPr>
          </a:p>
          <a:p>
            <a:r>
              <a:rPr lang="en-US" sz="2000" dirty="0">
                <a:solidFill>
                  <a:srgbClr val="171717"/>
                </a:solidFill>
              </a:rPr>
              <a:t> motor planning</a:t>
            </a:r>
          </a:p>
          <a:p>
            <a:endParaRPr lang="en-US" sz="2000" dirty="0">
              <a:solidFill>
                <a:srgbClr val="171717"/>
              </a:solidFill>
            </a:endParaRPr>
          </a:p>
          <a:p>
            <a:r>
              <a:rPr lang="en-US" sz="2000" dirty="0">
                <a:solidFill>
                  <a:srgbClr val="171717"/>
                </a:solidFill>
              </a:rPr>
              <a:t> </a:t>
            </a:r>
          </a:p>
        </p:txBody>
      </p:sp>
      <p:sp>
        <p:nvSpPr>
          <p:cNvPr id="27" name="Cloud Callout 26"/>
          <p:cNvSpPr/>
          <p:nvPr/>
        </p:nvSpPr>
        <p:spPr>
          <a:xfrm>
            <a:off x="6526098" y="4909091"/>
            <a:ext cx="2486973" cy="1023187"/>
          </a:xfrm>
          <a:prstGeom prst="cloud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171717"/>
                </a:solidFill>
              </a:rPr>
              <a:t>sustained attention</a:t>
            </a:r>
          </a:p>
        </p:txBody>
      </p:sp>
    </p:spTree>
    <p:extLst>
      <p:ext uri="{BB962C8B-B14F-4D97-AF65-F5344CB8AC3E}">
        <p14:creationId xmlns:p14="http://schemas.microsoft.com/office/powerpoint/2010/main" val="3478526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Frontal lobe </a:t>
            </a:r>
          </a:p>
        </p:txBody>
      </p:sp>
      <p:pic>
        <p:nvPicPr>
          <p:cNvPr id="4" name="Picture 8" descr="Image result for frontal lob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933447" y="1244224"/>
            <a:ext cx="3528993" cy="3944737"/>
          </a:xfrm>
          <a:prstGeom prst="rect">
            <a:avLst/>
          </a:prstGeom>
          <a:noFill/>
          <a:extLst>
            <a:ext uri="{909E8E84-426E-40dd-AFC4-6F175D3DCCD1}">
              <a14:hiddenFill xmlns:a14="http://schemas.microsoft.com/office/drawing/2010/main" xmlns="">
                <a:solidFill>
                  <a:srgbClr val="FFFFFF"/>
                </a:solidFill>
              </a14:hiddenFill>
            </a:ext>
          </a:extLst>
        </p:spPr>
      </p:pic>
      <p:sp>
        <p:nvSpPr>
          <p:cNvPr id="7" name="Content Placeholder 6"/>
          <p:cNvSpPr>
            <a:spLocks noGrp="1"/>
          </p:cNvSpPr>
          <p:nvPr>
            <p:ph sz="quarter" idx="4"/>
          </p:nvPr>
        </p:nvSpPr>
        <p:spPr>
          <a:xfrm>
            <a:off x="5167730" y="1313923"/>
            <a:ext cx="4041775" cy="3951288"/>
          </a:xfrm>
        </p:spPr>
        <p:txBody>
          <a:bodyPr/>
          <a:lstStyle/>
          <a:p>
            <a:pPr eaLnBrk="1" hangingPunct="1">
              <a:buFontTx/>
              <a:buChar char="•"/>
            </a:pPr>
            <a:r>
              <a:rPr lang="en-GB" altLang="en-US" dirty="0"/>
              <a:t>Attention</a:t>
            </a:r>
          </a:p>
          <a:p>
            <a:pPr marL="0" indent="0" eaLnBrk="1" hangingPunct="1"/>
            <a:endParaRPr lang="en-GB" altLang="en-US" dirty="0"/>
          </a:p>
          <a:p>
            <a:pPr eaLnBrk="1" hangingPunct="1">
              <a:buFontTx/>
              <a:buChar char="•"/>
            </a:pPr>
            <a:r>
              <a:rPr lang="en-GB" altLang="en-US" dirty="0"/>
              <a:t>Higher level cognitive function</a:t>
            </a:r>
          </a:p>
          <a:p>
            <a:pPr marL="536575" lvl="1" indent="0" algn="l" eaLnBrk="1" hangingPunct="1">
              <a:buNone/>
            </a:pPr>
            <a:endParaRPr lang="en-GB" sz="2400" dirty="0">
              <a:solidFill>
                <a:schemeClr val="accent6">
                  <a:lumMod val="25000"/>
                </a:schemeClr>
              </a:solidFill>
            </a:endParaRPr>
          </a:p>
          <a:p>
            <a:pPr>
              <a:buFont typeface="Arial" panose="020B0604020202020204" pitchFamily="34" charset="0"/>
              <a:buChar char="•"/>
            </a:pPr>
            <a:r>
              <a:rPr lang="en-GB" altLang="en-US" dirty="0"/>
              <a:t>Memory</a:t>
            </a:r>
          </a:p>
          <a:p>
            <a:endParaRPr lang="en-GB" dirty="0"/>
          </a:p>
        </p:txBody>
      </p:sp>
    </p:spTree>
    <p:extLst>
      <p:ext uri="{BB962C8B-B14F-4D97-AF65-F5344CB8AC3E}">
        <p14:creationId xmlns:p14="http://schemas.microsoft.com/office/powerpoint/2010/main" val="3155417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Parietal lobe   </a:t>
            </a:r>
          </a:p>
        </p:txBody>
      </p:sp>
      <p:sp>
        <p:nvSpPr>
          <p:cNvPr id="4" name="Content Placeholder 3"/>
          <p:cNvSpPr>
            <a:spLocks noGrp="1"/>
          </p:cNvSpPr>
          <p:nvPr>
            <p:ph sz="half" idx="2"/>
          </p:nvPr>
        </p:nvSpPr>
        <p:spPr>
          <a:xfrm>
            <a:off x="4814108" y="397058"/>
            <a:ext cx="4408134" cy="3869653"/>
          </a:xfrm>
        </p:spPr>
        <p:txBody>
          <a:bodyPr/>
          <a:lstStyle/>
          <a:p>
            <a:pPr eaLnBrk="1" hangingPunct="1">
              <a:buFontTx/>
              <a:buChar char="•"/>
            </a:pPr>
            <a:r>
              <a:rPr lang="en-GB" altLang="en-US" sz="2600" dirty="0"/>
              <a:t>Interpretation of sensory input</a:t>
            </a:r>
          </a:p>
          <a:p>
            <a:pPr eaLnBrk="1" hangingPunct="1">
              <a:buFontTx/>
              <a:buChar char="•"/>
            </a:pPr>
            <a:endParaRPr lang="en-GB" altLang="en-US" sz="2600" dirty="0"/>
          </a:p>
          <a:p>
            <a:pPr eaLnBrk="1" hangingPunct="1">
              <a:buFontTx/>
              <a:buChar char="•"/>
            </a:pPr>
            <a:r>
              <a:rPr lang="en-GB" altLang="en-US" sz="2600" dirty="0"/>
              <a:t>Contralateral sensation weight, pressure, pain, etc.</a:t>
            </a:r>
          </a:p>
          <a:p>
            <a:pPr eaLnBrk="1" hangingPunct="1">
              <a:buFontTx/>
              <a:buChar char="•"/>
            </a:pPr>
            <a:endParaRPr lang="en-GB" altLang="en-US" sz="2600" dirty="0"/>
          </a:p>
          <a:p>
            <a:pPr eaLnBrk="1" hangingPunct="1">
              <a:buFontTx/>
              <a:buChar char="•"/>
            </a:pPr>
            <a:r>
              <a:rPr lang="en-GB" altLang="en-US" sz="2600" dirty="0"/>
              <a:t>Spatial recognition “where” processing  </a:t>
            </a:r>
          </a:p>
          <a:p>
            <a:endParaRPr lang="en-GB" dirty="0"/>
          </a:p>
        </p:txBody>
      </p:sp>
      <p:pic>
        <p:nvPicPr>
          <p:cNvPr id="5" name="Picture 5" descr="Image result for frontal parietal lobes"/>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585280" y="1373188"/>
            <a:ext cx="3469885" cy="365296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177167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Occipital lobe </a:t>
            </a:r>
          </a:p>
        </p:txBody>
      </p:sp>
      <p:sp>
        <p:nvSpPr>
          <p:cNvPr id="4" name="Content Placeholder 3"/>
          <p:cNvSpPr>
            <a:spLocks noGrp="1"/>
          </p:cNvSpPr>
          <p:nvPr>
            <p:ph sz="half" idx="2"/>
          </p:nvPr>
        </p:nvSpPr>
        <p:spPr>
          <a:xfrm>
            <a:off x="5240491" y="1283009"/>
            <a:ext cx="4160619" cy="3714131"/>
          </a:xfrm>
        </p:spPr>
        <p:txBody>
          <a:bodyPr/>
          <a:lstStyle/>
          <a:p>
            <a:pPr eaLnBrk="1" hangingPunct="1">
              <a:buFontTx/>
              <a:buChar char="•"/>
            </a:pPr>
            <a:r>
              <a:rPr lang="en-GB" altLang="en-US" sz="2600" dirty="0"/>
              <a:t>Primary visual area</a:t>
            </a:r>
          </a:p>
          <a:p>
            <a:pPr marL="0" indent="0" eaLnBrk="1" hangingPunct="1"/>
            <a:endParaRPr lang="en-GB" altLang="en-US" sz="2600" dirty="0"/>
          </a:p>
          <a:p>
            <a:pPr eaLnBrk="1" hangingPunct="1">
              <a:buFontTx/>
              <a:buChar char="•"/>
            </a:pPr>
            <a:r>
              <a:rPr lang="en-GB" altLang="en-US" sz="2600" dirty="0"/>
              <a:t>Analyses colour, form, location, motion</a:t>
            </a:r>
            <a:endParaRPr lang="en-GB" altLang="en-US" sz="2400" dirty="0"/>
          </a:p>
          <a:p>
            <a:pPr eaLnBrk="1" hangingPunct="1">
              <a:buFontTx/>
              <a:buChar char="•"/>
            </a:pPr>
            <a:endParaRPr lang="en-GB" altLang="en-US" sz="2400" dirty="0"/>
          </a:p>
          <a:p>
            <a:pPr eaLnBrk="1" hangingPunct="1">
              <a:buFontTx/>
              <a:buChar char="•"/>
            </a:pPr>
            <a:endParaRPr lang="en-GB" altLang="en-US" sz="2400" dirty="0"/>
          </a:p>
        </p:txBody>
      </p:sp>
      <p:pic>
        <p:nvPicPr>
          <p:cNvPr id="5" name="Picture 5" descr="Image result for occipital lobes"/>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38708" y="1149099"/>
            <a:ext cx="3976645" cy="373150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40382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Temporal lobe</a:t>
            </a:r>
          </a:p>
        </p:txBody>
      </p:sp>
      <p:sp>
        <p:nvSpPr>
          <p:cNvPr id="4" name="Content Placeholder 3"/>
          <p:cNvSpPr>
            <a:spLocks noGrp="1"/>
          </p:cNvSpPr>
          <p:nvPr>
            <p:ph sz="half" idx="2"/>
          </p:nvPr>
        </p:nvSpPr>
        <p:spPr>
          <a:xfrm>
            <a:off x="5167847" y="230188"/>
            <a:ext cx="4462441" cy="4129981"/>
          </a:xfrm>
        </p:spPr>
        <p:txBody>
          <a:bodyPr/>
          <a:lstStyle/>
          <a:p>
            <a:pPr eaLnBrk="1" hangingPunct="1">
              <a:buFontTx/>
              <a:buChar char="•"/>
            </a:pPr>
            <a:r>
              <a:rPr lang="en-GB" altLang="en-US" sz="2600" dirty="0"/>
              <a:t>Auditory and olfactory area</a:t>
            </a:r>
          </a:p>
          <a:p>
            <a:pPr eaLnBrk="1" hangingPunct="1">
              <a:buFontTx/>
              <a:buChar char="•"/>
            </a:pPr>
            <a:endParaRPr lang="en-GB" altLang="en-US" sz="2600" dirty="0"/>
          </a:p>
          <a:p>
            <a:pPr eaLnBrk="1" hangingPunct="1">
              <a:buFontTx/>
              <a:buChar char="•"/>
            </a:pPr>
            <a:r>
              <a:rPr lang="en-GB" altLang="en-US" sz="2600" dirty="0"/>
              <a:t>Detailed memories</a:t>
            </a:r>
          </a:p>
          <a:p>
            <a:pPr marL="0" indent="0" eaLnBrk="1" hangingPunct="1"/>
            <a:endParaRPr lang="en-GB" altLang="en-US" sz="2600" dirty="0"/>
          </a:p>
          <a:p>
            <a:pPr eaLnBrk="1" hangingPunct="1">
              <a:buFontTx/>
              <a:buChar char="•"/>
            </a:pPr>
            <a:r>
              <a:rPr lang="en-GB" altLang="en-US" sz="2600" dirty="0"/>
              <a:t>Wernicke’s area</a:t>
            </a:r>
          </a:p>
          <a:p>
            <a:pPr marL="0" indent="0" eaLnBrk="1" hangingPunct="1"/>
            <a:endParaRPr lang="en-GB" altLang="en-US" sz="2600" dirty="0"/>
          </a:p>
          <a:p>
            <a:pPr eaLnBrk="1" hangingPunct="1">
              <a:buFontTx/>
              <a:buChar char="•"/>
            </a:pPr>
            <a:r>
              <a:rPr lang="en-GB" altLang="en-US" sz="2600" dirty="0"/>
              <a:t>Processes visual information of objects “what”</a:t>
            </a:r>
          </a:p>
          <a:p>
            <a:endParaRPr lang="en-GB" dirty="0"/>
          </a:p>
        </p:txBody>
      </p:sp>
      <p:pic>
        <p:nvPicPr>
          <p:cNvPr id="5" name="Picture 5" descr="Image result for occipital lobes"/>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28071" y="1593834"/>
            <a:ext cx="3810903" cy="3575984"/>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p:cNvSpPr txBox="1"/>
          <p:nvPr/>
        </p:nvSpPr>
        <p:spPr>
          <a:xfrm>
            <a:off x="582057" y="2275709"/>
            <a:ext cx="1375772" cy="400110"/>
          </a:xfrm>
          <a:prstGeom prst="rect">
            <a:avLst/>
          </a:prstGeom>
          <a:solidFill>
            <a:schemeClr val="accent6">
              <a:lumMod val="90000"/>
            </a:schemeClr>
          </a:solidFill>
          <a:ln>
            <a:solidFill>
              <a:schemeClr val="accent5">
                <a:lumMod val="85000"/>
              </a:schemeClr>
            </a:solidFill>
          </a:ln>
        </p:spPr>
        <p:txBody>
          <a:bodyPr wrap="square" rtlCol="0">
            <a:spAutoFit/>
          </a:bodyPr>
          <a:lstStyle/>
          <a:p>
            <a:r>
              <a:rPr lang="en-US" sz="2000" dirty="0">
                <a:solidFill>
                  <a:srgbClr val="171717"/>
                </a:solidFill>
              </a:rPr>
              <a:t>Temporal </a:t>
            </a:r>
          </a:p>
        </p:txBody>
      </p:sp>
    </p:spTree>
    <p:extLst>
      <p:ext uri="{BB962C8B-B14F-4D97-AF65-F5344CB8AC3E}">
        <p14:creationId xmlns:p14="http://schemas.microsoft.com/office/powerpoint/2010/main" val="979799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4"/>
          <p:cNvSpPr>
            <a:spLocks noGrp="1" noRot="1" noChangeArrowheads="1"/>
          </p:cNvSpPr>
          <p:nvPr>
            <p:ph type="title"/>
          </p:nvPr>
        </p:nvSpPr>
        <p:spPr>
          <a:xfrm>
            <a:off x="192793" y="0"/>
            <a:ext cx="6812955" cy="1163439"/>
          </a:xfrm>
        </p:spPr>
        <p:txBody>
          <a:bodyPr/>
          <a:lstStyle/>
          <a:p>
            <a:r>
              <a:rPr lang="en-GB" altLang="en-US" dirty="0"/>
              <a:t>Hierarchy of cognition</a:t>
            </a:r>
          </a:p>
        </p:txBody>
      </p:sp>
      <p:graphicFrame>
        <p:nvGraphicFramePr>
          <p:cNvPr id="2" name="Diagram 1"/>
          <p:cNvGraphicFramePr/>
          <p:nvPr>
            <p:extLst>
              <p:ext uri="{D42A27DB-BD31-4B8C-83A1-F6EECF244321}">
                <p14:modId xmlns:p14="http://schemas.microsoft.com/office/powerpoint/2010/main" val="1632160188"/>
              </p:ext>
            </p:extLst>
          </p:nvPr>
        </p:nvGraphicFramePr>
        <p:xfrm>
          <a:off x="1940459" y="774879"/>
          <a:ext cx="6494364" cy="33935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0432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756204E-DFB6-4D73-BBDD-C8595DC511BD}"/>
              </a:ext>
            </a:extLst>
          </p:cNvPr>
          <p:cNvGraphicFramePr/>
          <p:nvPr>
            <p:extLst>
              <p:ext uri="{D42A27DB-BD31-4B8C-83A1-F6EECF244321}">
                <p14:modId xmlns:p14="http://schemas.microsoft.com/office/powerpoint/2010/main" val="1205084433"/>
              </p:ext>
            </p:extLst>
          </p:nvPr>
        </p:nvGraphicFramePr>
        <p:xfrm>
          <a:off x="1940459" y="774879"/>
          <a:ext cx="6494364" cy="33935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7854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1C9E300-9E2E-48D7-AE3F-31CEE0E6D4A1}"/>
              </a:ext>
            </a:extLst>
          </p:cNvPr>
          <p:cNvSpPr>
            <a:spLocks noGrp="1"/>
          </p:cNvSpPr>
          <p:nvPr>
            <p:ph type="title"/>
          </p:nvPr>
        </p:nvSpPr>
        <p:spPr>
          <a:xfrm>
            <a:off x="119109" y="-256312"/>
            <a:ext cx="9193567" cy="1325563"/>
          </a:xfrm>
        </p:spPr>
        <p:txBody>
          <a:bodyPr/>
          <a:lstStyle/>
          <a:p>
            <a:r>
              <a:rPr lang="en-GB" sz="1800" dirty="0"/>
              <a:t>Sensory registration</a:t>
            </a:r>
          </a:p>
        </p:txBody>
      </p:sp>
      <p:sp>
        <p:nvSpPr>
          <p:cNvPr id="9" name="Content Placeholder 2">
            <a:extLst>
              <a:ext uri="{FF2B5EF4-FFF2-40B4-BE49-F238E27FC236}">
                <a16:creationId xmlns:a16="http://schemas.microsoft.com/office/drawing/2014/main" id="{770AB3DA-8896-437A-9193-D46EF672AFE9}"/>
              </a:ext>
            </a:extLst>
          </p:cNvPr>
          <p:cNvSpPr>
            <a:spLocks noGrp="1"/>
          </p:cNvSpPr>
          <p:nvPr>
            <p:ph idx="1"/>
          </p:nvPr>
        </p:nvSpPr>
        <p:spPr>
          <a:xfrm>
            <a:off x="119109" y="1204188"/>
            <a:ext cx="9193567" cy="4351338"/>
          </a:xfrm>
        </p:spPr>
        <p:txBody>
          <a:bodyPr>
            <a:normAutofit/>
          </a:bodyPr>
          <a:lstStyle/>
          <a:p>
            <a:pPr algn="just"/>
            <a:r>
              <a:rPr lang="en-GB" altLang="en-US" sz="1600" dirty="0">
                <a:cs typeface="Times New Roman" panose="02020603050405020304" pitchFamily="18" charset="0"/>
              </a:rPr>
              <a:t>Information reaches the nervous system from the sense organs: sight, hearing, touch, smell, taste (proprioception)</a:t>
            </a:r>
          </a:p>
          <a:p>
            <a:pPr algn="just">
              <a:buFont typeface="Wingdings" panose="05000000000000000000" pitchFamily="2" charset="2"/>
              <a:buNone/>
            </a:pPr>
            <a:endParaRPr lang="en-GB" altLang="en-US" sz="1600" b="1" u="sng" dirty="0">
              <a:cs typeface="Times New Roman" panose="02020603050405020304" pitchFamily="18" charset="0"/>
            </a:endParaRPr>
          </a:p>
          <a:p>
            <a:pPr algn="just"/>
            <a:r>
              <a:rPr lang="en-GB" altLang="en-US" sz="1600" dirty="0">
                <a:cs typeface="Times New Roman" panose="02020603050405020304" pitchFamily="18" charset="0"/>
              </a:rPr>
              <a:t>External physical stimuli are converted to a form that the nervous system can use – coding/registration</a:t>
            </a:r>
          </a:p>
          <a:p>
            <a:pPr algn="just">
              <a:buFont typeface="Wingdings" panose="05000000000000000000" pitchFamily="2" charset="2"/>
              <a:buNone/>
            </a:pPr>
            <a:endParaRPr lang="en-GB" altLang="en-US" sz="1600" dirty="0">
              <a:cs typeface="Times New Roman" panose="02020603050405020304" pitchFamily="18" charset="0"/>
            </a:endParaRPr>
          </a:p>
          <a:p>
            <a:pPr algn="just"/>
            <a:r>
              <a:rPr lang="en-GB" altLang="en-US" sz="1600" dirty="0">
                <a:cs typeface="Times New Roman" panose="02020603050405020304" pitchFamily="18" charset="0"/>
              </a:rPr>
              <a:t>Vision is the dominant sense in cognition</a:t>
            </a:r>
          </a:p>
          <a:p>
            <a:pPr marL="0" indent="0" algn="just">
              <a:buNone/>
            </a:pPr>
            <a:endParaRPr lang="en-GB" altLang="en-US" sz="1600" dirty="0">
              <a:cs typeface="Times New Roman" panose="02020603050405020304" pitchFamily="18" charset="0"/>
            </a:endParaRPr>
          </a:p>
          <a:p>
            <a:pPr marL="235512" indent="-235512" defTabSz="914145">
              <a:spcBef>
                <a:spcPts val="492"/>
              </a:spcBef>
              <a:buClr>
                <a:srgbClr val="000000"/>
              </a:buClr>
              <a:buFont typeface="TimesNewRomanPSMT" charset="0"/>
              <a:buChar char="•"/>
            </a:pPr>
            <a:r>
              <a:rPr lang="en-GB" altLang="en-US" sz="1600" dirty="0">
                <a:cs typeface="Arial" panose="020B0604020202020204" pitchFamily="34" charset="0"/>
                <a:sym typeface="Arial" panose="020B0604020202020204" pitchFamily="34" charset="0"/>
              </a:rPr>
              <a:t>Visual assessment:</a:t>
            </a:r>
          </a:p>
          <a:p>
            <a:pPr marL="583758" lvl="1" indent="-262301" defTabSz="914145">
              <a:spcBef>
                <a:spcPts val="422"/>
              </a:spcBef>
              <a:buClr>
                <a:srgbClr val="000000"/>
              </a:buClr>
              <a:buFont typeface="TimesNewRomanPSMT" charset="0"/>
              <a:buChar char="–"/>
            </a:pPr>
            <a:r>
              <a:rPr lang="en-GB" altLang="en-US" sz="1600" dirty="0">
                <a:cs typeface="Arial" panose="020B0604020202020204" pitchFamily="34" charset="0"/>
                <a:sym typeface="Arial" panose="020B0604020202020204" pitchFamily="34" charset="0"/>
              </a:rPr>
              <a:t>Visual acuity (normally wear glasses)</a:t>
            </a:r>
          </a:p>
          <a:p>
            <a:pPr marL="583758" lvl="1" indent="-262301" defTabSz="914145">
              <a:spcBef>
                <a:spcPts val="422"/>
              </a:spcBef>
              <a:buClr>
                <a:srgbClr val="000000"/>
              </a:buClr>
              <a:buFont typeface="TimesNewRomanPSMT" charset="0"/>
              <a:buChar char="–"/>
            </a:pPr>
            <a:r>
              <a:rPr lang="en-GB" altLang="en-US" sz="1600" dirty="0">
                <a:cs typeface="Arial" panose="020B0604020202020204" pitchFamily="34" charset="0"/>
                <a:sym typeface="Arial" panose="020B0604020202020204" pitchFamily="34" charset="0"/>
              </a:rPr>
              <a:t>Tracking and scanning</a:t>
            </a:r>
          </a:p>
          <a:p>
            <a:pPr marL="583758" lvl="1" indent="-262301" defTabSz="914145">
              <a:spcBef>
                <a:spcPts val="422"/>
              </a:spcBef>
              <a:buClr>
                <a:srgbClr val="000000"/>
              </a:buClr>
              <a:buFont typeface="TimesNewRomanPSMT" charset="0"/>
              <a:buChar char="–"/>
            </a:pPr>
            <a:r>
              <a:rPr lang="en-GB" altLang="en-US" sz="1600" dirty="0">
                <a:cs typeface="Arial" panose="020B0604020202020204" pitchFamily="34" charset="0"/>
                <a:sym typeface="Arial" panose="020B0604020202020204" pitchFamily="34" charset="0"/>
              </a:rPr>
              <a:t>Visual fields: confrontation test</a:t>
            </a:r>
            <a:endParaRPr lang="en-GB" altLang="en-US" sz="1600" dirty="0">
              <a:cs typeface="Times New Roman" panose="02020603050405020304" pitchFamily="18" charset="0"/>
            </a:endParaRPr>
          </a:p>
          <a:p>
            <a:endParaRPr lang="en-GB" sz="1400" dirty="0"/>
          </a:p>
        </p:txBody>
      </p:sp>
    </p:spTree>
    <p:extLst>
      <p:ext uri="{BB962C8B-B14F-4D97-AF65-F5344CB8AC3E}">
        <p14:creationId xmlns:p14="http://schemas.microsoft.com/office/powerpoint/2010/main" val="1444121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756204E-DFB6-4D73-BBDD-C8595DC511BD}"/>
              </a:ext>
            </a:extLst>
          </p:cNvPr>
          <p:cNvGraphicFramePr/>
          <p:nvPr>
            <p:extLst>
              <p:ext uri="{D42A27DB-BD31-4B8C-83A1-F6EECF244321}">
                <p14:modId xmlns:p14="http://schemas.microsoft.com/office/powerpoint/2010/main" val="2229612249"/>
              </p:ext>
            </p:extLst>
          </p:nvPr>
        </p:nvGraphicFramePr>
        <p:xfrm>
          <a:off x="1940459" y="774879"/>
          <a:ext cx="6494364" cy="33935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1337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D2D87"/>
                </a:solidFill>
              </a:rPr>
              <a:t>Attention</a:t>
            </a:r>
          </a:p>
        </p:txBody>
      </p:sp>
      <p:sp>
        <p:nvSpPr>
          <p:cNvPr id="3" name="Content Placeholder 2"/>
          <p:cNvSpPr>
            <a:spLocks noGrp="1"/>
          </p:cNvSpPr>
          <p:nvPr>
            <p:ph idx="1"/>
          </p:nvPr>
        </p:nvSpPr>
        <p:spPr>
          <a:xfrm>
            <a:off x="382588" y="1307854"/>
            <a:ext cx="8420300" cy="1477963"/>
          </a:xfrm>
        </p:spPr>
        <p:txBody>
          <a:bodyPr/>
          <a:lstStyle/>
          <a:p>
            <a:r>
              <a:rPr lang="en-GB" altLang="en-US" dirty="0">
                <a:cs typeface="Times New Roman" panose="02020603050405020304" pitchFamily="18" charset="0"/>
              </a:rPr>
              <a:t>Attention is a basic part of processing- prerequisites include alertness and arousal</a:t>
            </a:r>
          </a:p>
          <a:p>
            <a:endParaRPr lang="en-GB" altLang="en-US" dirty="0">
              <a:cs typeface="Times New Roman" panose="02020603050405020304" pitchFamily="18" charset="0"/>
            </a:endParaRPr>
          </a:p>
          <a:p>
            <a:r>
              <a:rPr lang="en-GB" dirty="0"/>
              <a:t>Focuses cognitive resources on selected stimuli from sensory registration.</a:t>
            </a:r>
          </a:p>
          <a:p>
            <a:endParaRPr lang="en-GB" altLang="en-US" dirty="0">
              <a:cs typeface="Times New Roman" panose="02020603050405020304" pitchFamily="18" charset="0"/>
            </a:endParaRPr>
          </a:p>
          <a:p>
            <a:r>
              <a:rPr lang="en-GB" altLang="en-US" dirty="0">
                <a:cs typeface="Times New Roman" panose="02020603050405020304" pitchFamily="18" charset="0"/>
              </a:rPr>
              <a:t>Attention is affected by internal (fatigue, thirst) and external influences (temperature), individual differences and by task novelty (new tasks increase attentional demands)</a:t>
            </a:r>
          </a:p>
          <a:p>
            <a:endParaRPr lang="en-GB" dirty="0"/>
          </a:p>
        </p:txBody>
      </p:sp>
    </p:spTree>
    <p:extLst>
      <p:ext uri="{BB962C8B-B14F-4D97-AF65-F5344CB8AC3E}">
        <p14:creationId xmlns:p14="http://schemas.microsoft.com/office/powerpoint/2010/main" val="3426639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2DD3C92-517A-49F1-8348-76D72B4B6FF9}"/>
              </a:ext>
            </a:extLst>
          </p:cNvPr>
          <p:cNvGraphicFramePr>
            <a:graphicFrameLocks noGrp="1"/>
          </p:cNvGraphicFramePr>
          <p:nvPr>
            <p:extLst>
              <p:ext uri="{D42A27DB-BD31-4B8C-83A1-F6EECF244321}">
                <p14:modId xmlns:p14="http://schemas.microsoft.com/office/powerpoint/2010/main" val="238858274"/>
              </p:ext>
            </p:extLst>
          </p:nvPr>
        </p:nvGraphicFramePr>
        <p:xfrm>
          <a:off x="1884631" y="736846"/>
          <a:ext cx="6136737" cy="3781890"/>
        </p:xfrm>
        <a:graphic>
          <a:graphicData uri="http://schemas.openxmlformats.org/drawingml/2006/table">
            <a:tbl>
              <a:tblPr>
                <a:tableStyleId>{5940675A-B579-460E-94D1-54222C63F5DA}</a:tableStyleId>
              </a:tblPr>
              <a:tblGrid>
                <a:gridCol w="2045579">
                  <a:extLst>
                    <a:ext uri="{9D8B030D-6E8A-4147-A177-3AD203B41FA5}">
                      <a16:colId xmlns:a16="http://schemas.microsoft.com/office/drawing/2014/main" val="1456608578"/>
                    </a:ext>
                  </a:extLst>
                </a:gridCol>
                <a:gridCol w="2045579">
                  <a:extLst>
                    <a:ext uri="{9D8B030D-6E8A-4147-A177-3AD203B41FA5}">
                      <a16:colId xmlns:a16="http://schemas.microsoft.com/office/drawing/2014/main" val="4057444125"/>
                    </a:ext>
                  </a:extLst>
                </a:gridCol>
                <a:gridCol w="2045579">
                  <a:extLst>
                    <a:ext uri="{9D8B030D-6E8A-4147-A177-3AD203B41FA5}">
                      <a16:colId xmlns:a16="http://schemas.microsoft.com/office/drawing/2014/main" val="2394972443"/>
                    </a:ext>
                  </a:extLst>
                </a:gridCol>
              </a:tblGrid>
              <a:tr h="630315">
                <a:tc>
                  <a:txBody>
                    <a:bodyPr/>
                    <a:lstStyle/>
                    <a:p>
                      <a:r>
                        <a:rPr lang="en-GB" sz="1000"/>
                        <a:t>Type of Attention</a:t>
                      </a:r>
                    </a:p>
                  </a:txBody>
                  <a:tcPr marL="35190" marR="35190" marT="17595" marB="17595" anchor="ctr"/>
                </a:tc>
                <a:tc>
                  <a:txBody>
                    <a:bodyPr/>
                    <a:lstStyle/>
                    <a:p>
                      <a:r>
                        <a:rPr lang="en-GB" sz="1000"/>
                        <a:t>Description</a:t>
                      </a:r>
                    </a:p>
                  </a:txBody>
                  <a:tcPr marL="35190" marR="35190" marT="17595" marB="17595" anchor="ctr"/>
                </a:tc>
                <a:tc>
                  <a:txBody>
                    <a:bodyPr/>
                    <a:lstStyle/>
                    <a:p>
                      <a:r>
                        <a:rPr lang="en-GB" sz="1000"/>
                        <a:t>Example in Physiotherapy</a:t>
                      </a:r>
                    </a:p>
                  </a:txBody>
                  <a:tcPr marL="35190" marR="35190" marT="17595" marB="17595" anchor="ctr"/>
                </a:tc>
                <a:extLst>
                  <a:ext uri="{0D108BD9-81ED-4DB2-BD59-A6C34878D82A}">
                    <a16:rowId xmlns:a16="http://schemas.microsoft.com/office/drawing/2014/main" val="4042471604"/>
                  </a:ext>
                </a:extLst>
              </a:tr>
              <a:tr h="630315">
                <a:tc>
                  <a:txBody>
                    <a:bodyPr/>
                    <a:lstStyle/>
                    <a:p>
                      <a:r>
                        <a:rPr lang="en-GB" sz="1000"/>
                        <a:t>Focused</a:t>
                      </a:r>
                    </a:p>
                  </a:txBody>
                  <a:tcPr marL="35190" marR="35190" marT="17595" marB="17595" anchor="ctr"/>
                </a:tc>
                <a:tc>
                  <a:txBody>
                    <a:bodyPr/>
                    <a:lstStyle/>
                    <a:p>
                      <a:r>
                        <a:rPr lang="en-GB" sz="1000"/>
                        <a:t>Respond to specific stimuli</a:t>
                      </a:r>
                    </a:p>
                  </a:txBody>
                  <a:tcPr marL="35190" marR="35190" marT="17595" marB="17595" anchor="ctr"/>
                </a:tc>
                <a:tc>
                  <a:txBody>
                    <a:bodyPr/>
                    <a:lstStyle/>
                    <a:p>
                      <a:r>
                        <a:rPr lang="en-GB" sz="1000"/>
                        <a:t>Reacting to verbal/tactile cue</a:t>
                      </a:r>
                    </a:p>
                  </a:txBody>
                  <a:tcPr marL="35190" marR="35190" marT="17595" marB="17595" anchor="ctr"/>
                </a:tc>
                <a:extLst>
                  <a:ext uri="{0D108BD9-81ED-4DB2-BD59-A6C34878D82A}">
                    <a16:rowId xmlns:a16="http://schemas.microsoft.com/office/drawing/2014/main" val="3525152251"/>
                  </a:ext>
                </a:extLst>
              </a:tr>
              <a:tr h="630315">
                <a:tc>
                  <a:txBody>
                    <a:bodyPr/>
                    <a:lstStyle/>
                    <a:p>
                      <a:r>
                        <a:rPr lang="en-GB" sz="1000"/>
                        <a:t>Sustained</a:t>
                      </a:r>
                    </a:p>
                  </a:txBody>
                  <a:tcPr marL="35190" marR="35190" marT="17595" marB="17595" anchor="ctr"/>
                </a:tc>
                <a:tc>
                  <a:txBody>
                    <a:bodyPr/>
                    <a:lstStyle/>
                    <a:p>
                      <a:r>
                        <a:rPr lang="en-GB" sz="1000"/>
                        <a:t>Maintain attention over time</a:t>
                      </a:r>
                    </a:p>
                  </a:txBody>
                  <a:tcPr marL="35190" marR="35190" marT="17595" marB="17595" anchor="ctr"/>
                </a:tc>
                <a:tc>
                  <a:txBody>
                    <a:bodyPr/>
                    <a:lstStyle/>
                    <a:p>
                      <a:r>
                        <a:rPr lang="en-GB" sz="1000"/>
                        <a:t>Staying on task during exercises</a:t>
                      </a:r>
                    </a:p>
                  </a:txBody>
                  <a:tcPr marL="35190" marR="35190" marT="17595" marB="17595" anchor="ctr"/>
                </a:tc>
                <a:extLst>
                  <a:ext uri="{0D108BD9-81ED-4DB2-BD59-A6C34878D82A}">
                    <a16:rowId xmlns:a16="http://schemas.microsoft.com/office/drawing/2014/main" val="379540469"/>
                  </a:ext>
                </a:extLst>
              </a:tr>
              <a:tr h="630315">
                <a:tc>
                  <a:txBody>
                    <a:bodyPr/>
                    <a:lstStyle/>
                    <a:p>
                      <a:r>
                        <a:rPr lang="en-GB" sz="1000"/>
                        <a:t>Selective</a:t>
                      </a:r>
                    </a:p>
                  </a:txBody>
                  <a:tcPr marL="35190" marR="35190" marT="17595" marB="17595" anchor="ctr"/>
                </a:tc>
                <a:tc>
                  <a:txBody>
                    <a:bodyPr/>
                    <a:lstStyle/>
                    <a:p>
                      <a:r>
                        <a:rPr lang="en-GB" sz="1000"/>
                        <a:t>Filter distractions</a:t>
                      </a:r>
                    </a:p>
                  </a:txBody>
                  <a:tcPr marL="35190" marR="35190" marT="17595" marB="17595" anchor="ctr"/>
                </a:tc>
                <a:tc>
                  <a:txBody>
                    <a:bodyPr/>
                    <a:lstStyle/>
                    <a:p>
                      <a:r>
                        <a:rPr lang="en-GB" sz="1000"/>
                        <a:t>Focusing in busy rehab gym</a:t>
                      </a:r>
                    </a:p>
                  </a:txBody>
                  <a:tcPr marL="35190" marR="35190" marT="17595" marB="17595" anchor="ctr"/>
                </a:tc>
                <a:extLst>
                  <a:ext uri="{0D108BD9-81ED-4DB2-BD59-A6C34878D82A}">
                    <a16:rowId xmlns:a16="http://schemas.microsoft.com/office/drawing/2014/main" val="2405605227"/>
                  </a:ext>
                </a:extLst>
              </a:tr>
              <a:tr h="630315">
                <a:tc>
                  <a:txBody>
                    <a:bodyPr/>
                    <a:lstStyle/>
                    <a:p>
                      <a:r>
                        <a:rPr lang="en-GB" sz="1000"/>
                        <a:t>Alternating</a:t>
                      </a:r>
                    </a:p>
                  </a:txBody>
                  <a:tcPr marL="35190" marR="35190" marT="17595" marB="17595" anchor="ctr"/>
                </a:tc>
                <a:tc>
                  <a:txBody>
                    <a:bodyPr/>
                    <a:lstStyle/>
                    <a:p>
                      <a:r>
                        <a:rPr lang="en-GB" sz="1000"/>
                        <a:t>Switch attention between tasks</a:t>
                      </a:r>
                    </a:p>
                  </a:txBody>
                  <a:tcPr marL="35190" marR="35190" marT="17595" marB="17595" anchor="ctr"/>
                </a:tc>
                <a:tc>
                  <a:txBody>
                    <a:bodyPr/>
                    <a:lstStyle/>
                    <a:p>
                      <a:r>
                        <a:rPr lang="en-GB" sz="1000"/>
                        <a:t>Listening then performing</a:t>
                      </a:r>
                    </a:p>
                  </a:txBody>
                  <a:tcPr marL="35190" marR="35190" marT="17595" marB="17595" anchor="ctr"/>
                </a:tc>
                <a:extLst>
                  <a:ext uri="{0D108BD9-81ED-4DB2-BD59-A6C34878D82A}">
                    <a16:rowId xmlns:a16="http://schemas.microsoft.com/office/drawing/2014/main" val="4122992212"/>
                  </a:ext>
                </a:extLst>
              </a:tr>
              <a:tr h="630315">
                <a:tc>
                  <a:txBody>
                    <a:bodyPr/>
                    <a:lstStyle/>
                    <a:p>
                      <a:r>
                        <a:rPr lang="en-GB" sz="1000"/>
                        <a:t>Divided</a:t>
                      </a:r>
                    </a:p>
                  </a:txBody>
                  <a:tcPr marL="35190" marR="35190" marT="17595" marB="17595" anchor="ctr"/>
                </a:tc>
                <a:tc>
                  <a:txBody>
                    <a:bodyPr/>
                    <a:lstStyle/>
                    <a:p>
                      <a:r>
                        <a:rPr lang="en-GB" sz="1000"/>
                        <a:t>Do two tasks at once</a:t>
                      </a:r>
                    </a:p>
                  </a:txBody>
                  <a:tcPr marL="35190" marR="35190" marT="17595" marB="17595" anchor="ctr"/>
                </a:tc>
                <a:tc>
                  <a:txBody>
                    <a:bodyPr/>
                    <a:lstStyle/>
                    <a:p>
                      <a:r>
                        <a:rPr lang="en-GB" sz="1000" dirty="0"/>
                        <a:t>Walking + talking</a:t>
                      </a:r>
                    </a:p>
                  </a:txBody>
                  <a:tcPr marL="35190" marR="35190" marT="17595" marB="17595" anchor="ctr"/>
                </a:tc>
                <a:extLst>
                  <a:ext uri="{0D108BD9-81ED-4DB2-BD59-A6C34878D82A}">
                    <a16:rowId xmlns:a16="http://schemas.microsoft.com/office/drawing/2014/main" val="3155656457"/>
                  </a:ext>
                </a:extLst>
              </a:tr>
            </a:tbl>
          </a:graphicData>
        </a:graphic>
      </p:graphicFrame>
    </p:spTree>
    <p:extLst>
      <p:ext uri="{BB962C8B-B14F-4D97-AF65-F5344CB8AC3E}">
        <p14:creationId xmlns:p14="http://schemas.microsoft.com/office/powerpoint/2010/main" val="804944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756204E-DFB6-4D73-BBDD-C8595DC511BD}"/>
              </a:ext>
            </a:extLst>
          </p:cNvPr>
          <p:cNvGraphicFramePr/>
          <p:nvPr>
            <p:extLst>
              <p:ext uri="{D42A27DB-BD31-4B8C-83A1-F6EECF244321}">
                <p14:modId xmlns:p14="http://schemas.microsoft.com/office/powerpoint/2010/main" val="191981401"/>
              </p:ext>
            </p:extLst>
          </p:nvPr>
        </p:nvGraphicFramePr>
        <p:xfrm>
          <a:off x="1940459" y="774879"/>
          <a:ext cx="6494364" cy="33935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3738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3366FF"/>
                </a:solidFill>
              </a:rPr>
              <a:t>Visual and spatial perception</a:t>
            </a:r>
          </a:p>
        </p:txBody>
      </p:sp>
      <p:sp>
        <p:nvSpPr>
          <p:cNvPr id="3" name="Content Placeholder 2"/>
          <p:cNvSpPr>
            <a:spLocks noGrp="1"/>
          </p:cNvSpPr>
          <p:nvPr>
            <p:ph idx="1"/>
          </p:nvPr>
        </p:nvSpPr>
        <p:spPr>
          <a:xfrm>
            <a:off x="459096" y="1373188"/>
            <a:ext cx="8543925" cy="3852585"/>
          </a:xfrm>
        </p:spPr>
        <p:txBody>
          <a:bodyPr>
            <a:normAutofit lnSpcReduction="10000"/>
          </a:bodyPr>
          <a:lstStyle/>
          <a:p>
            <a:pPr algn="just"/>
            <a:r>
              <a:rPr lang="en-GB" altLang="en-US" dirty="0">
                <a:cs typeface="Times New Roman" panose="02020603050405020304" pitchFamily="18" charset="0"/>
              </a:rPr>
              <a:t>Complex mechanism in which sensory information is given meaning through association with our stored knowledge</a:t>
            </a:r>
          </a:p>
          <a:p>
            <a:pPr algn="just"/>
            <a:endParaRPr lang="en-GB" altLang="en-US" dirty="0">
              <a:cs typeface="Times New Roman" panose="02020603050405020304" pitchFamily="18" charset="0"/>
            </a:endParaRPr>
          </a:p>
          <a:p>
            <a:pPr algn="just"/>
            <a:r>
              <a:rPr lang="en-GB" altLang="en-US" dirty="0">
                <a:cs typeface="Times New Roman" panose="02020603050405020304" pitchFamily="18" charset="0"/>
              </a:rPr>
              <a:t>Divided into visual perception and visuospatial perception</a:t>
            </a:r>
          </a:p>
          <a:p>
            <a:pPr algn="just"/>
            <a:endParaRPr lang="en-GB" altLang="en-US" dirty="0">
              <a:cs typeface="Times New Roman" panose="02020603050405020304" pitchFamily="18" charset="0"/>
            </a:endParaRPr>
          </a:p>
          <a:p>
            <a:pPr lvl="1" algn="just"/>
            <a:r>
              <a:rPr lang="en-GB" altLang="en-US" sz="2275" dirty="0" err="1">
                <a:solidFill>
                  <a:srgbClr val="FF66CC"/>
                </a:solidFill>
                <a:cs typeface="Times New Roman" panose="02020603050405020304" pitchFamily="18" charset="0"/>
              </a:rPr>
              <a:t>Visuoperceptive</a:t>
            </a:r>
            <a:r>
              <a:rPr lang="en-GB" altLang="en-US" sz="2275" dirty="0">
                <a:solidFill>
                  <a:srgbClr val="FF66CC"/>
                </a:solidFill>
                <a:cs typeface="Times New Roman" panose="02020603050405020304" pitchFamily="18" charset="0"/>
              </a:rPr>
              <a:t> skills include colour perception, depth perception and figure ground perception (What things are)</a:t>
            </a:r>
          </a:p>
          <a:p>
            <a:pPr lvl="1" algn="just"/>
            <a:endParaRPr lang="en-GB" altLang="en-US" sz="2275" dirty="0">
              <a:cs typeface="Times New Roman" panose="02020603050405020304" pitchFamily="18" charset="0"/>
            </a:endParaRPr>
          </a:p>
          <a:p>
            <a:pPr lvl="1" algn="just"/>
            <a:r>
              <a:rPr lang="en-GB" altLang="en-US" sz="2275" dirty="0">
                <a:solidFill>
                  <a:srgbClr val="993366"/>
                </a:solidFill>
                <a:cs typeface="Times New Roman" panose="02020603050405020304" pitchFamily="18" charset="0"/>
              </a:rPr>
              <a:t>Visuospatial perception skills includes the ability to appreciate the spatial relationships between objects and landmarks (Where things are)</a:t>
            </a:r>
          </a:p>
          <a:p>
            <a:endParaRPr lang="en-GB" dirty="0"/>
          </a:p>
        </p:txBody>
      </p:sp>
    </p:spTree>
    <p:extLst>
      <p:ext uri="{BB962C8B-B14F-4D97-AF65-F5344CB8AC3E}">
        <p14:creationId xmlns:p14="http://schemas.microsoft.com/office/powerpoint/2010/main" val="2549138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3">
            <a:extLst>
              <a:ext uri="{FF2B5EF4-FFF2-40B4-BE49-F238E27FC236}">
                <a16:creationId xmlns:a16="http://schemas.microsoft.com/office/drawing/2014/main" id="{BC302BBE-280B-4510-A3DE-5413BCC50C4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037506" y="367405"/>
            <a:ext cx="6993223" cy="5151627"/>
          </a:xfrm>
        </p:spPr>
      </p:pic>
      <p:sp>
        <p:nvSpPr>
          <p:cNvPr id="15" name="Curved Right Arrow 8">
            <a:extLst>
              <a:ext uri="{FF2B5EF4-FFF2-40B4-BE49-F238E27FC236}">
                <a16:creationId xmlns:a16="http://schemas.microsoft.com/office/drawing/2014/main" id="{9D35A6AD-6969-4F27-AE04-76391EA4E219}"/>
              </a:ext>
            </a:extLst>
          </p:cNvPr>
          <p:cNvSpPr/>
          <p:nvPr/>
        </p:nvSpPr>
        <p:spPr>
          <a:xfrm rot="7162150">
            <a:off x="6964772" y="206041"/>
            <a:ext cx="596651" cy="3125306"/>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tx1"/>
              </a:solidFill>
            </a:endParaRPr>
          </a:p>
        </p:txBody>
      </p:sp>
      <p:sp>
        <p:nvSpPr>
          <p:cNvPr id="16" name="Left Arrow 9">
            <a:extLst>
              <a:ext uri="{FF2B5EF4-FFF2-40B4-BE49-F238E27FC236}">
                <a16:creationId xmlns:a16="http://schemas.microsoft.com/office/drawing/2014/main" id="{38C3C01E-1FEB-4C26-B8F6-8FCCB55CECE5}"/>
              </a:ext>
            </a:extLst>
          </p:cNvPr>
          <p:cNvSpPr/>
          <p:nvPr/>
        </p:nvSpPr>
        <p:spPr>
          <a:xfrm rot="710039">
            <a:off x="5749344" y="3179886"/>
            <a:ext cx="2137603" cy="18542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2" name="Title 1"/>
          <p:cNvSpPr>
            <a:spLocks noGrp="1"/>
          </p:cNvSpPr>
          <p:nvPr>
            <p:ph type="title"/>
          </p:nvPr>
        </p:nvSpPr>
        <p:spPr/>
        <p:txBody>
          <a:bodyPr/>
          <a:lstStyle/>
          <a:p>
            <a:r>
              <a:rPr lang="en-GB" dirty="0"/>
              <a:t>Visual and spatial perception</a:t>
            </a:r>
          </a:p>
        </p:txBody>
      </p:sp>
      <p:sp>
        <p:nvSpPr>
          <p:cNvPr id="17" name="Rectangle 16">
            <a:extLst>
              <a:ext uri="{FF2B5EF4-FFF2-40B4-BE49-F238E27FC236}">
                <a16:creationId xmlns:a16="http://schemas.microsoft.com/office/drawing/2014/main" id="{F76DF97A-3104-4CAB-87CD-CC38C05FF1BB}"/>
              </a:ext>
            </a:extLst>
          </p:cNvPr>
          <p:cNvSpPr/>
          <p:nvPr/>
        </p:nvSpPr>
        <p:spPr>
          <a:xfrm>
            <a:off x="8485127" y="3272832"/>
            <a:ext cx="1420873" cy="830997"/>
          </a:xfrm>
          <a:prstGeom prst="rect">
            <a:avLst/>
          </a:prstGeom>
        </p:spPr>
        <p:txBody>
          <a:bodyPr wrap="square">
            <a:spAutoFit/>
          </a:bodyPr>
          <a:lstStyle/>
          <a:p>
            <a:r>
              <a:rPr lang="en-GB" sz="1600" dirty="0"/>
              <a:t>Primary and </a:t>
            </a:r>
          </a:p>
          <a:p>
            <a:r>
              <a:rPr lang="en-GB" sz="1600" dirty="0"/>
              <a:t>secondary </a:t>
            </a:r>
          </a:p>
          <a:p>
            <a:r>
              <a:rPr lang="en-GB" sz="1600" dirty="0"/>
              <a:t>visual areas</a:t>
            </a:r>
          </a:p>
        </p:txBody>
      </p:sp>
      <p:sp>
        <p:nvSpPr>
          <p:cNvPr id="18" name="Rectangle 17">
            <a:extLst>
              <a:ext uri="{FF2B5EF4-FFF2-40B4-BE49-F238E27FC236}">
                <a16:creationId xmlns:a16="http://schemas.microsoft.com/office/drawing/2014/main" id="{E47E485B-6826-4544-828A-BCA3D7004F14}"/>
              </a:ext>
            </a:extLst>
          </p:cNvPr>
          <p:cNvSpPr/>
          <p:nvPr/>
        </p:nvSpPr>
        <p:spPr>
          <a:xfrm>
            <a:off x="5583444" y="302861"/>
            <a:ext cx="3209596" cy="584775"/>
          </a:xfrm>
          <a:prstGeom prst="rect">
            <a:avLst/>
          </a:prstGeom>
        </p:spPr>
        <p:txBody>
          <a:bodyPr wrap="square">
            <a:spAutoFit/>
          </a:bodyPr>
          <a:lstStyle/>
          <a:p>
            <a:r>
              <a:rPr lang="en-GB" sz="1600" dirty="0" err="1"/>
              <a:t>Visuo</a:t>
            </a:r>
            <a:r>
              <a:rPr lang="en-GB" sz="1600" dirty="0"/>
              <a:t>-spatial perception</a:t>
            </a:r>
          </a:p>
          <a:p>
            <a:r>
              <a:rPr lang="en-GB" sz="1600" dirty="0"/>
              <a:t>(parietal lobe – Right dominant)</a:t>
            </a:r>
          </a:p>
        </p:txBody>
      </p:sp>
      <p:sp>
        <p:nvSpPr>
          <p:cNvPr id="19" name="Rectangle 18">
            <a:extLst>
              <a:ext uri="{FF2B5EF4-FFF2-40B4-BE49-F238E27FC236}">
                <a16:creationId xmlns:a16="http://schemas.microsoft.com/office/drawing/2014/main" id="{B967E66D-6B2C-4F09-B6C6-E66AB3987A69}"/>
              </a:ext>
            </a:extLst>
          </p:cNvPr>
          <p:cNvSpPr/>
          <p:nvPr/>
        </p:nvSpPr>
        <p:spPr>
          <a:xfrm>
            <a:off x="3578995" y="4699637"/>
            <a:ext cx="2477867" cy="584775"/>
          </a:xfrm>
          <a:prstGeom prst="rect">
            <a:avLst/>
          </a:prstGeom>
        </p:spPr>
        <p:txBody>
          <a:bodyPr wrap="square">
            <a:spAutoFit/>
          </a:bodyPr>
          <a:lstStyle/>
          <a:p>
            <a:r>
              <a:rPr lang="en-GB" sz="1600" dirty="0"/>
              <a:t>visual perception</a:t>
            </a:r>
          </a:p>
          <a:p>
            <a:r>
              <a:rPr lang="en-GB" sz="1600" dirty="0"/>
              <a:t>(temporal lobe)</a:t>
            </a:r>
          </a:p>
        </p:txBody>
      </p:sp>
    </p:spTree>
    <p:extLst>
      <p:ext uri="{BB962C8B-B14F-4D97-AF65-F5344CB8AC3E}">
        <p14:creationId xmlns:p14="http://schemas.microsoft.com/office/powerpoint/2010/main" val="35913082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756204E-DFB6-4D73-BBDD-C8595DC511BD}"/>
              </a:ext>
            </a:extLst>
          </p:cNvPr>
          <p:cNvGraphicFramePr/>
          <p:nvPr>
            <p:extLst>
              <p:ext uri="{D42A27DB-BD31-4B8C-83A1-F6EECF244321}">
                <p14:modId xmlns:p14="http://schemas.microsoft.com/office/powerpoint/2010/main" val="3385531677"/>
              </p:ext>
            </p:extLst>
          </p:nvPr>
        </p:nvGraphicFramePr>
        <p:xfrm>
          <a:off x="1940459" y="774879"/>
          <a:ext cx="6494364" cy="33935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3833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 recognition</a:t>
            </a:r>
          </a:p>
        </p:txBody>
      </p:sp>
      <p:sp>
        <p:nvSpPr>
          <p:cNvPr id="3" name="Content Placeholder 2"/>
          <p:cNvSpPr>
            <a:spLocks noGrp="1"/>
          </p:cNvSpPr>
          <p:nvPr>
            <p:ph idx="1"/>
          </p:nvPr>
        </p:nvSpPr>
        <p:spPr>
          <a:xfrm>
            <a:off x="1762387" y="1236832"/>
            <a:ext cx="6760175" cy="1477963"/>
          </a:xfrm>
        </p:spPr>
        <p:txBody>
          <a:bodyPr/>
          <a:lstStyle/>
          <a:p>
            <a:pPr algn="just"/>
            <a:r>
              <a:rPr lang="en-GB" altLang="en-US" dirty="0">
                <a:cs typeface="Times New Roman" panose="02020603050405020304" pitchFamily="18" charset="0"/>
              </a:rPr>
              <a:t>Object recognition integrates basic perception with stored knowledge of objects and their use</a:t>
            </a:r>
          </a:p>
          <a:p>
            <a:pPr algn="just">
              <a:buNone/>
            </a:pPr>
            <a:endParaRPr lang="en-GB" altLang="en-US" dirty="0">
              <a:cs typeface="Times New Roman" panose="02020603050405020304" pitchFamily="18" charset="0"/>
            </a:endParaRPr>
          </a:p>
          <a:p>
            <a:pPr algn="ctr">
              <a:buNone/>
            </a:pPr>
            <a:r>
              <a:rPr lang="en-GB" altLang="en-US" dirty="0">
                <a:cs typeface="Times New Roman" panose="02020603050405020304" pitchFamily="18" charset="0"/>
              </a:rPr>
              <a:t>Memory</a:t>
            </a:r>
          </a:p>
          <a:p>
            <a:pPr algn="ctr">
              <a:buNone/>
            </a:pPr>
            <a:endParaRPr lang="en-GB" altLang="en-US" dirty="0">
              <a:cs typeface="Times New Roman" panose="02020603050405020304" pitchFamily="18" charset="0"/>
            </a:endParaRPr>
          </a:p>
          <a:p>
            <a:pPr algn="ctr">
              <a:buNone/>
            </a:pPr>
            <a:r>
              <a:rPr lang="en-GB" altLang="en-US" dirty="0">
                <a:cs typeface="Times New Roman" panose="02020603050405020304" pitchFamily="18" charset="0"/>
              </a:rPr>
              <a:t>Object Recognition </a:t>
            </a:r>
          </a:p>
          <a:p>
            <a:pPr algn="ctr">
              <a:buNone/>
            </a:pPr>
            <a:endParaRPr lang="en-GB" altLang="en-US" dirty="0">
              <a:cs typeface="Times New Roman" panose="02020603050405020304" pitchFamily="18" charset="0"/>
            </a:endParaRPr>
          </a:p>
          <a:p>
            <a:pPr algn="ctr">
              <a:buNone/>
            </a:pPr>
            <a:r>
              <a:rPr lang="en-GB" altLang="en-US" dirty="0">
                <a:cs typeface="Times New Roman" panose="02020603050405020304" pitchFamily="18" charset="0"/>
              </a:rPr>
              <a:t>Visual/Spatial Perception</a:t>
            </a:r>
            <a:r>
              <a:rPr lang="en-GB" altLang="en-US" dirty="0"/>
              <a:t> </a:t>
            </a:r>
          </a:p>
          <a:p>
            <a:endParaRPr lang="en-GB" dirty="0"/>
          </a:p>
        </p:txBody>
      </p:sp>
      <p:cxnSp>
        <p:nvCxnSpPr>
          <p:cNvPr id="5" name="Straight Arrow Connector 4"/>
          <p:cNvCxnSpPr/>
          <p:nvPr/>
        </p:nvCxnSpPr>
        <p:spPr>
          <a:xfrm>
            <a:off x="5169720" y="2714795"/>
            <a:ext cx="0" cy="503839"/>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flipV="1">
            <a:off x="5142474" y="3429000"/>
            <a:ext cx="0" cy="54226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106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 recognition</a:t>
            </a:r>
          </a:p>
        </p:txBody>
      </p:sp>
      <p:pic>
        <p:nvPicPr>
          <p:cNvPr id="11" name="Content Placeholder 3">
            <a:extLst>
              <a:ext uri="{FF2B5EF4-FFF2-40B4-BE49-F238E27FC236}">
                <a16:creationId xmlns:a16="http://schemas.microsoft.com/office/drawing/2014/main" id="{FAAA1D28-ADD0-48B7-B97C-058BF17DDC9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49081" y="1175135"/>
            <a:ext cx="6191250" cy="3495675"/>
          </a:xfrm>
        </p:spPr>
      </p:pic>
      <p:sp>
        <p:nvSpPr>
          <p:cNvPr id="13" name="Rectangle 12">
            <a:extLst>
              <a:ext uri="{FF2B5EF4-FFF2-40B4-BE49-F238E27FC236}">
                <a16:creationId xmlns:a16="http://schemas.microsoft.com/office/drawing/2014/main" id="{94430E30-D654-49B2-971B-E287EA27D43B}"/>
              </a:ext>
            </a:extLst>
          </p:cNvPr>
          <p:cNvSpPr/>
          <p:nvPr/>
        </p:nvSpPr>
        <p:spPr>
          <a:xfrm>
            <a:off x="6982674" y="2820938"/>
            <a:ext cx="2201244" cy="584775"/>
          </a:xfrm>
          <a:prstGeom prst="rect">
            <a:avLst/>
          </a:prstGeom>
        </p:spPr>
        <p:txBody>
          <a:bodyPr wrap="none">
            <a:spAutoFit/>
          </a:bodyPr>
          <a:lstStyle/>
          <a:p>
            <a:r>
              <a:rPr lang="en-GB" sz="1600" dirty="0"/>
              <a:t>perceptual recognition</a:t>
            </a:r>
          </a:p>
          <a:p>
            <a:r>
              <a:rPr lang="en-GB" sz="1600" dirty="0"/>
              <a:t>(R parietal/temporal)</a:t>
            </a:r>
          </a:p>
        </p:txBody>
      </p:sp>
      <p:sp>
        <p:nvSpPr>
          <p:cNvPr id="14" name="Rectangle 13">
            <a:extLst>
              <a:ext uri="{FF2B5EF4-FFF2-40B4-BE49-F238E27FC236}">
                <a16:creationId xmlns:a16="http://schemas.microsoft.com/office/drawing/2014/main" id="{DB20969C-F09C-4151-AC64-7D8B412CDE8C}"/>
              </a:ext>
            </a:extLst>
          </p:cNvPr>
          <p:cNvSpPr/>
          <p:nvPr/>
        </p:nvSpPr>
        <p:spPr>
          <a:xfrm>
            <a:off x="787384" y="2738306"/>
            <a:ext cx="2257349" cy="584775"/>
          </a:xfrm>
          <a:prstGeom prst="rect">
            <a:avLst/>
          </a:prstGeom>
        </p:spPr>
        <p:txBody>
          <a:bodyPr wrap="none">
            <a:spAutoFit/>
          </a:bodyPr>
          <a:lstStyle/>
          <a:p>
            <a:r>
              <a:rPr lang="en-GB" sz="1600" dirty="0"/>
              <a:t>associative recognition</a:t>
            </a:r>
          </a:p>
          <a:p>
            <a:r>
              <a:rPr lang="en-GB" sz="1600" dirty="0"/>
              <a:t>(L temporal)</a:t>
            </a:r>
          </a:p>
        </p:txBody>
      </p:sp>
      <p:cxnSp>
        <p:nvCxnSpPr>
          <p:cNvPr id="15" name="Straight Arrow Connector 14">
            <a:extLst>
              <a:ext uri="{FF2B5EF4-FFF2-40B4-BE49-F238E27FC236}">
                <a16:creationId xmlns:a16="http://schemas.microsoft.com/office/drawing/2014/main" id="{4098BA7D-9B98-4263-8EF7-A0DA53EA6F8B}"/>
              </a:ext>
            </a:extLst>
          </p:cNvPr>
          <p:cNvCxnSpPr/>
          <p:nvPr/>
        </p:nvCxnSpPr>
        <p:spPr>
          <a:xfrm flipV="1">
            <a:off x="4351023" y="3144103"/>
            <a:ext cx="1315066" cy="1294056"/>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C7759FA-E5BD-4601-A03D-672375784E5E}"/>
              </a:ext>
            </a:extLst>
          </p:cNvPr>
          <p:cNvCxnSpPr/>
          <p:nvPr/>
        </p:nvCxnSpPr>
        <p:spPr>
          <a:xfrm flipV="1">
            <a:off x="5288989" y="3144103"/>
            <a:ext cx="754200" cy="1294056"/>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BDE089E-79C5-4541-BE91-F74BED2B963F}"/>
              </a:ext>
            </a:extLst>
          </p:cNvPr>
          <p:cNvCxnSpPr/>
          <p:nvPr/>
        </p:nvCxnSpPr>
        <p:spPr>
          <a:xfrm flipH="1">
            <a:off x="4050262" y="2820938"/>
            <a:ext cx="1860331" cy="35033"/>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721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756204E-DFB6-4D73-BBDD-C8595DC511BD}"/>
              </a:ext>
            </a:extLst>
          </p:cNvPr>
          <p:cNvGraphicFramePr/>
          <p:nvPr>
            <p:extLst>
              <p:ext uri="{D42A27DB-BD31-4B8C-83A1-F6EECF244321}">
                <p14:modId xmlns:p14="http://schemas.microsoft.com/office/powerpoint/2010/main" val="620003674"/>
              </p:ext>
            </p:extLst>
          </p:nvPr>
        </p:nvGraphicFramePr>
        <p:xfrm>
          <a:off x="1940459" y="774879"/>
          <a:ext cx="6494364" cy="33935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435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GB" altLang="en-US" dirty="0"/>
              <a:t>Memory</a:t>
            </a:r>
            <a:endParaRPr lang="en-GB" altLang="en-US" sz="2000" dirty="0"/>
          </a:p>
        </p:txBody>
      </p:sp>
      <p:sp>
        <p:nvSpPr>
          <p:cNvPr id="66577" name="AutoShape 17" descr="Image result for basal ganglia thalamus hippocampus"/>
          <p:cNvSpPr>
            <a:spLocks noChangeAspect="1" noChangeArrowheads="1"/>
          </p:cNvSpPr>
          <p:nvPr/>
        </p:nvSpPr>
        <p:spPr bwMode="auto">
          <a:xfrm>
            <a:off x="219075" y="46038"/>
            <a:ext cx="4181475" cy="2514600"/>
          </a:xfrm>
          <a:prstGeom prst="rect">
            <a:avLst/>
          </a:prstGeom>
          <a:noFill/>
          <a:extLst>
            <a:ext uri="{909E8E84-426E-40dd-AFC4-6F175D3DCCD1}">
              <a14:hiddenFill xmlns:a14="http://schemas.microsoft.com/office/drawing/2010/main" xmlns="">
                <a:solidFill>
                  <a:srgbClr val="FFFFFF"/>
                </a:solidFill>
              </a14:hiddenFill>
            </a:ext>
          </a:extLst>
        </p:spPr>
        <p:txBody>
          <a:bodyPr/>
          <a:lstStyle/>
          <a:p>
            <a:endParaRPr lang="en-US"/>
          </a:p>
        </p:txBody>
      </p:sp>
      <p:pic>
        <p:nvPicPr>
          <p:cNvPr id="66579" name="Picture 19" descr="Image result for basal ganglia thalamus hippocampu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4563" y="525494"/>
            <a:ext cx="6569213" cy="479580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5403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Memory</a:t>
            </a:r>
          </a:p>
        </p:txBody>
      </p:sp>
      <p:sp>
        <p:nvSpPr>
          <p:cNvPr id="3" name="Content Placeholder 2"/>
          <p:cNvSpPr>
            <a:spLocks noGrp="1"/>
          </p:cNvSpPr>
          <p:nvPr>
            <p:ph idx="1"/>
          </p:nvPr>
        </p:nvSpPr>
        <p:spPr/>
        <p:txBody>
          <a:bodyPr/>
          <a:lstStyle/>
          <a:p>
            <a:pPr algn="just"/>
            <a:endParaRPr lang="en-GB" altLang="en-US" dirty="0">
              <a:cs typeface="Times New Roman" panose="02020603050405020304" pitchFamily="18" charset="0"/>
            </a:endParaRPr>
          </a:p>
          <a:p>
            <a:pPr algn="just"/>
            <a:endParaRPr lang="en-GB" altLang="en-US" dirty="0">
              <a:cs typeface="Times New Roman" panose="02020603050405020304" pitchFamily="18" charset="0"/>
            </a:endParaRPr>
          </a:p>
          <a:p>
            <a:pPr algn="just"/>
            <a:endParaRPr lang="en-GB" altLang="en-US" dirty="0">
              <a:cs typeface="Times New Roman" panose="02020603050405020304" pitchFamily="18" charset="0"/>
            </a:endParaRPr>
          </a:p>
          <a:p>
            <a:pPr algn="just"/>
            <a:endParaRPr lang="en-GB" altLang="en-US" dirty="0">
              <a:cs typeface="Times New Roman" panose="02020603050405020304" pitchFamily="18" charset="0"/>
            </a:endParaRPr>
          </a:p>
          <a:p>
            <a:pPr algn="just"/>
            <a:endParaRPr lang="en-GB" altLang="en-US" dirty="0">
              <a:cs typeface="Times New Roman" panose="02020603050405020304" pitchFamily="18" charset="0"/>
            </a:endParaRPr>
          </a:p>
          <a:p>
            <a:pPr algn="just"/>
            <a:endParaRPr lang="en-GB" altLang="en-US" dirty="0">
              <a:cs typeface="Times New Roman" panose="02020603050405020304" pitchFamily="18" charset="0"/>
            </a:endParaRPr>
          </a:p>
          <a:p>
            <a:pPr algn="just"/>
            <a:endParaRPr lang="en-GB" altLang="en-US" dirty="0">
              <a:cs typeface="Times New Roman" panose="02020603050405020304" pitchFamily="18" charset="0"/>
            </a:endParaRPr>
          </a:p>
        </p:txBody>
      </p:sp>
      <p:pic>
        <p:nvPicPr>
          <p:cNvPr id="4" name="Picture 5" descr="http://www.duke.edu/~amwhite/Images/alcohol_and_memory.jpg"/>
          <p:cNvPicPr>
            <a:picLocks noChangeAspect="1" noChangeArrowheads="1"/>
          </p:cNvPicPr>
          <p:nvPr/>
        </p:nvPicPr>
        <p:blipFill rotWithShape="1">
          <a:blip r:embed="rId3" r:link="rId4">
            <a:extLst>
              <a:ext uri="{28A0092B-C50C-407E-A947-70E740481C1C}">
                <a14:useLocalDpi xmlns:a14="http://schemas.microsoft.com/office/drawing/2010/main" val="0"/>
              </a:ext>
            </a:extLst>
          </a:blip>
          <a:srcRect b="36382"/>
          <a:stretch>
            <a:fillRect/>
          </a:stretch>
        </p:blipFill>
        <p:spPr bwMode="auto">
          <a:xfrm>
            <a:off x="2208376" y="77509"/>
            <a:ext cx="7089612" cy="270617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02F00B4-F859-4090-B284-3F04883735A1}"/>
              </a:ext>
            </a:extLst>
          </p:cNvPr>
          <p:cNvSpPr/>
          <p:nvPr/>
        </p:nvSpPr>
        <p:spPr>
          <a:xfrm>
            <a:off x="350838" y="3197157"/>
            <a:ext cx="8585077" cy="2246769"/>
          </a:xfrm>
          <a:prstGeom prst="rect">
            <a:avLst/>
          </a:prstGeom>
        </p:spPr>
        <p:txBody>
          <a:bodyPr wrap="square">
            <a:spAutoFit/>
          </a:bodyPr>
          <a:lstStyle/>
          <a:p>
            <a:pPr lvl="0" algn="just" fontAlgn="auto">
              <a:spcBef>
                <a:spcPts val="0"/>
              </a:spcBef>
              <a:spcAft>
                <a:spcPts val="0"/>
              </a:spcAft>
              <a:defRPr/>
            </a:pPr>
            <a:r>
              <a:rPr lang="en-GB" altLang="en-US" sz="1400" dirty="0">
                <a:cs typeface="Times New Roman" panose="02020603050405020304" pitchFamily="18" charset="0"/>
              </a:rPr>
              <a:t>Memory allows us to retain and recall information on all aspects of daily life.</a:t>
            </a:r>
          </a:p>
          <a:p>
            <a:pPr lvl="0" algn="just" fontAlgn="auto">
              <a:spcBef>
                <a:spcPts val="0"/>
              </a:spcBef>
              <a:spcAft>
                <a:spcPts val="0"/>
              </a:spcAft>
              <a:defRPr/>
            </a:pPr>
            <a:endParaRPr lang="en-GB" altLang="en-US" sz="1400" dirty="0">
              <a:cs typeface="Times New Roman" panose="02020603050405020304" pitchFamily="18" charset="0"/>
            </a:endParaRPr>
          </a:p>
          <a:p>
            <a:pPr lvl="0" algn="just" fontAlgn="auto">
              <a:spcBef>
                <a:spcPts val="0"/>
              </a:spcBef>
              <a:spcAft>
                <a:spcPts val="0"/>
              </a:spcAft>
              <a:defRPr/>
            </a:pPr>
            <a:r>
              <a:rPr lang="en-GB" altLang="en-US" sz="1400" dirty="0">
                <a:cs typeface="Times New Roman" panose="02020603050405020304" pitchFamily="18" charset="0"/>
              </a:rPr>
              <a:t>Stores and retrieves information from experience.</a:t>
            </a:r>
          </a:p>
          <a:p>
            <a:pPr lvl="0" algn="just" fontAlgn="auto">
              <a:spcBef>
                <a:spcPts val="0"/>
              </a:spcBef>
              <a:spcAft>
                <a:spcPts val="0"/>
              </a:spcAft>
              <a:defRPr/>
            </a:pPr>
            <a:r>
              <a:rPr lang="en-GB" altLang="en-US" sz="1400" dirty="0">
                <a:cs typeface="Times New Roman" panose="02020603050405020304" pitchFamily="18" charset="0"/>
              </a:rPr>
              <a:t>Short-term (working memory): holds active task information (e.g., remembering movement sequence).</a:t>
            </a:r>
          </a:p>
          <a:p>
            <a:pPr lvl="0" algn="just" fontAlgn="auto">
              <a:spcBef>
                <a:spcPts val="0"/>
              </a:spcBef>
              <a:spcAft>
                <a:spcPts val="0"/>
              </a:spcAft>
              <a:defRPr/>
            </a:pPr>
            <a:r>
              <a:rPr lang="en-GB" altLang="en-US" sz="1400" dirty="0">
                <a:cs typeface="Times New Roman" panose="02020603050405020304" pitchFamily="18" charset="0"/>
              </a:rPr>
              <a:t>Long-term: consolidates learning and skills.</a:t>
            </a:r>
          </a:p>
          <a:p>
            <a:pPr lvl="0" algn="just" fontAlgn="auto">
              <a:spcBef>
                <a:spcPts val="0"/>
              </a:spcBef>
              <a:spcAft>
                <a:spcPts val="0"/>
              </a:spcAft>
              <a:defRPr/>
            </a:pPr>
            <a:endParaRPr lang="en-GB" altLang="en-US" sz="1400" dirty="0">
              <a:cs typeface="Times New Roman" panose="02020603050405020304" pitchFamily="18" charset="0"/>
            </a:endParaRPr>
          </a:p>
          <a:p>
            <a:pPr lvl="0" algn="just" fontAlgn="auto">
              <a:spcBef>
                <a:spcPts val="0"/>
              </a:spcBef>
              <a:spcAft>
                <a:spcPts val="0"/>
              </a:spcAft>
              <a:defRPr/>
            </a:pPr>
            <a:r>
              <a:rPr lang="en-GB" altLang="en-US" sz="1400" dirty="0">
                <a:cs typeface="Times New Roman" panose="02020603050405020304" pitchFamily="18" charset="0"/>
              </a:rPr>
              <a:t>3 stages of memory</a:t>
            </a:r>
          </a:p>
          <a:p>
            <a:pPr algn="just">
              <a:buNone/>
            </a:pPr>
            <a:r>
              <a:rPr lang="en-GB" altLang="en-US" sz="1400" dirty="0">
                <a:cs typeface="Times New Roman" panose="02020603050405020304" pitchFamily="18" charset="0"/>
              </a:rPr>
              <a:t>- encoding (transfer stimulus into a code that the brain accepts)</a:t>
            </a:r>
          </a:p>
          <a:p>
            <a:pPr algn="just">
              <a:buNone/>
            </a:pPr>
            <a:r>
              <a:rPr lang="en-GB" altLang="en-US" sz="1400" dirty="0">
                <a:cs typeface="Times New Roman" panose="02020603050405020304" pitchFamily="18" charset="0"/>
              </a:rPr>
              <a:t>- storage (retaining information)</a:t>
            </a:r>
          </a:p>
          <a:p>
            <a:pPr algn="just">
              <a:buFontTx/>
              <a:buChar char="-"/>
            </a:pPr>
            <a:r>
              <a:rPr lang="en-GB" altLang="en-US" sz="1400" dirty="0">
                <a:cs typeface="Times New Roman" panose="02020603050405020304" pitchFamily="18" charset="0"/>
              </a:rPr>
              <a:t> retrieval (recall or recognition: accessing stored information)</a:t>
            </a:r>
          </a:p>
        </p:txBody>
      </p:sp>
    </p:spTree>
    <p:extLst>
      <p:ext uri="{BB962C8B-B14F-4D97-AF65-F5344CB8AC3E}">
        <p14:creationId xmlns:p14="http://schemas.microsoft.com/office/powerpoint/2010/main" val="653984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Memory</a:t>
            </a:r>
          </a:p>
        </p:txBody>
      </p:sp>
      <p:cxnSp>
        <p:nvCxnSpPr>
          <p:cNvPr id="5" name="Straight Arrow Connector 4"/>
          <p:cNvCxnSpPr/>
          <p:nvPr/>
        </p:nvCxnSpPr>
        <p:spPr>
          <a:xfrm>
            <a:off x="4602874" y="2260301"/>
            <a:ext cx="0" cy="33484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611414" y="3237548"/>
            <a:ext cx="0" cy="45440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251889" y="4241618"/>
            <a:ext cx="409903" cy="50889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731829" y="4265494"/>
            <a:ext cx="362936" cy="50889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5619095" y="2595150"/>
            <a:ext cx="495299" cy="26810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619094" y="3076454"/>
            <a:ext cx="623394" cy="30633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F63FF4BB-9E8A-4725-BE7F-6F7D9860D4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0962" y="749016"/>
            <a:ext cx="5867761" cy="3770925"/>
          </a:xfrm>
          <a:prstGeom prst="rect">
            <a:avLst/>
          </a:prstGeom>
        </p:spPr>
      </p:pic>
    </p:spTree>
    <p:extLst>
      <p:ext uri="{BB962C8B-B14F-4D97-AF65-F5344CB8AC3E}">
        <p14:creationId xmlns:p14="http://schemas.microsoft.com/office/powerpoint/2010/main" val="2589220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756204E-DFB6-4D73-BBDD-C8595DC511BD}"/>
              </a:ext>
            </a:extLst>
          </p:cNvPr>
          <p:cNvGraphicFramePr/>
          <p:nvPr>
            <p:extLst>
              <p:ext uri="{D42A27DB-BD31-4B8C-83A1-F6EECF244321}">
                <p14:modId xmlns:p14="http://schemas.microsoft.com/office/powerpoint/2010/main" val="4080638327"/>
              </p:ext>
            </p:extLst>
          </p:nvPr>
        </p:nvGraphicFramePr>
        <p:xfrm>
          <a:off x="1940459" y="774879"/>
          <a:ext cx="6494364" cy="33935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89904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Praxis</a:t>
            </a:r>
          </a:p>
        </p:txBody>
      </p:sp>
      <p:sp>
        <p:nvSpPr>
          <p:cNvPr id="3" name="Content Placeholder 2"/>
          <p:cNvSpPr>
            <a:spLocks noGrp="1"/>
          </p:cNvSpPr>
          <p:nvPr>
            <p:ph idx="1"/>
          </p:nvPr>
        </p:nvSpPr>
        <p:spPr>
          <a:xfrm>
            <a:off x="382588" y="1373188"/>
            <a:ext cx="6038850" cy="1477963"/>
          </a:xfrm>
        </p:spPr>
        <p:txBody>
          <a:bodyPr/>
          <a:lstStyle/>
          <a:p>
            <a:pPr algn="just"/>
            <a:r>
              <a:rPr lang="en-GB" altLang="en-US" dirty="0">
                <a:cs typeface="Times New Roman" panose="02020603050405020304" pitchFamily="18" charset="0"/>
              </a:rPr>
              <a:t>Praxis refers to the ability to use our hands and body in skilled/previously learned tasks in order to function</a:t>
            </a:r>
          </a:p>
          <a:p>
            <a:pPr algn="just">
              <a:buNone/>
            </a:pPr>
            <a:endParaRPr lang="en-GB" altLang="en-US" dirty="0">
              <a:cs typeface="Times New Roman" panose="02020603050405020304" pitchFamily="18" charset="0"/>
            </a:endParaRPr>
          </a:p>
          <a:p>
            <a:pPr algn="just"/>
            <a:r>
              <a:rPr lang="en-GB" altLang="en-US" dirty="0">
                <a:cs typeface="Times New Roman" panose="02020603050405020304" pitchFamily="18" charset="0"/>
              </a:rPr>
              <a:t>Praxis involves three component systems (which can be selectively impaired with neurological damage)</a:t>
            </a:r>
            <a:r>
              <a:rPr lang="en-GB" altLang="en-US" dirty="0"/>
              <a:t> </a:t>
            </a:r>
          </a:p>
          <a:p>
            <a:endParaRPr lang="en-GB" dirty="0"/>
          </a:p>
        </p:txBody>
      </p:sp>
    </p:spTree>
    <p:extLst>
      <p:ext uri="{BB962C8B-B14F-4D97-AF65-F5344CB8AC3E}">
        <p14:creationId xmlns:p14="http://schemas.microsoft.com/office/powerpoint/2010/main" val="1027992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Cognition and perception - PowerPoint">
            <a:extLst>
              <a:ext uri="{FF2B5EF4-FFF2-40B4-BE49-F238E27FC236}">
                <a16:creationId xmlns:a16="http://schemas.microsoft.com/office/drawing/2014/main" id="{F69EE0D6-6D31-4A7F-A59A-C9F0C145AE43}"/>
              </a:ext>
            </a:extLst>
          </p:cNvPr>
          <p:cNvPicPr>
            <a:picLocks noChangeAspect="1"/>
          </p:cNvPicPr>
          <p:nvPr/>
        </p:nvPicPr>
        <p:blipFill rotWithShape="1">
          <a:blip r:embed="rId3">
            <a:extLst>
              <a:ext uri="{28A0092B-C50C-407E-A947-70E740481C1C}">
                <a14:useLocalDpi xmlns:a14="http://schemas.microsoft.com/office/drawing/2010/main" val="0"/>
              </a:ext>
            </a:extLst>
          </a:blip>
          <a:srcRect l="31994" t="26640" r="18357" b="22162"/>
          <a:stretch/>
        </p:blipFill>
        <p:spPr>
          <a:xfrm>
            <a:off x="229470" y="967667"/>
            <a:ext cx="5145477" cy="2814221"/>
          </a:xfrm>
          <a:prstGeom prst="rect">
            <a:avLst/>
          </a:prstGeom>
        </p:spPr>
      </p:pic>
      <p:graphicFrame>
        <p:nvGraphicFramePr>
          <p:cNvPr id="13" name="Table 12">
            <a:extLst>
              <a:ext uri="{FF2B5EF4-FFF2-40B4-BE49-F238E27FC236}">
                <a16:creationId xmlns:a16="http://schemas.microsoft.com/office/drawing/2014/main" id="{319E8F06-2146-432F-B2B4-44397D491F78}"/>
              </a:ext>
            </a:extLst>
          </p:cNvPr>
          <p:cNvGraphicFramePr>
            <a:graphicFrameLocks noGrp="1"/>
          </p:cNvGraphicFramePr>
          <p:nvPr>
            <p:extLst>
              <p:ext uri="{D42A27DB-BD31-4B8C-83A1-F6EECF244321}">
                <p14:modId xmlns:p14="http://schemas.microsoft.com/office/powerpoint/2010/main" val="1210122672"/>
              </p:ext>
            </p:extLst>
          </p:nvPr>
        </p:nvGraphicFramePr>
        <p:xfrm>
          <a:off x="5717219" y="1216242"/>
          <a:ext cx="3693111" cy="2720221"/>
        </p:xfrm>
        <a:graphic>
          <a:graphicData uri="http://schemas.openxmlformats.org/drawingml/2006/table">
            <a:tbl>
              <a:tblPr>
                <a:tableStyleId>{5940675A-B579-460E-94D1-54222C63F5DA}</a:tableStyleId>
              </a:tblPr>
              <a:tblGrid>
                <a:gridCol w="1231037">
                  <a:extLst>
                    <a:ext uri="{9D8B030D-6E8A-4147-A177-3AD203B41FA5}">
                      <a16:colId xmlns:a16="http://schemas.microsoft.com/office/drawing/2014/main" val="2668309290"/>
                    </a:ext>
                  </a:extLst>
                </a:gridCol>
                <a:gridCol w="1231037">
                  <a:extLst>
                    <a:ext uri="{9D8B030D-6E8A-4147-A177-3AD203B41FA5}">
                      <a16:colId xmlns:a16="http://schemas.microsoft.com/office/drawing/2014/main" val="2538005508"/>
                    </a:ext>
                  </a:extLst>
                </a:gridCol>
                <a:gridCol w="1231037">
                  <a:extLst>
                    <a:ext uri="{9D8B030D-6E8A-4147-A177-3AD203B41FA5}">
                      <a16:colId xmlns:a16="http://schemas.microsoft.com/office/drawing/2014/main" val="830651237"/>
                    </a:ext>
                  </a:extLst>
                </a:gridCol>
              </a:tblGrid>
              <a:tr h="251713">
                <a:tc>
                  <a:txBody>
                    <a:bodyPr/>
                    <a:lstStyle/>
                    <a:p>
                      <a:r>
                        <a:rPr lang="en-GB" sz="700"/>
                        <a:t>Stage</a:t>
                      </a:r>
                    </a:p>
                  </a:txBody>
                  <a:tcPr marL="34371" marR="34371" marT="17186" marB="17186" anchor="ctr"/>
                </a:tc>
                <a:tc>
                  <a:txBody>
                    <a:bodyPr/>
                    <a:lstStyle/>
                    <a:p>
                      <a:r>
                        <a:rPr lang="en-GB" sz="700"/>
                        <a:t>Description</a:t>
                      </a:r>
                    </a:p>
                  </a:txBody>
                  <a:tcPr marL="34371" marR="34371" marT="17186" marB="17186" anchor="ctr"/>
                </a:tc>
                <a:tc>
                  <a:txBody>
                    <a:bodyPr/>
                    <a:lstStyle/>
                    <a:p>
                      <a:r>
                        <a:rPr lang="en-GB" sz="700"/>
                        <a:t>Example</a:t>
                      </a:r>
                    </a:p>
                  </a:txBody>
                  <a:tcPr marL="34371" marR="34371" marT="17186" marB="17186" anchor="ctr"/>
                </a:tc>
                <a:extLst>
                  <a:ext uri="{0D108BD9-81ED-4DB2-BD59-A6C34878D82A}">
                    <a16:rowId xmlns:a16="http://schemas.microsoft.com/office/drawing/2014/main" val="3853049711"/>
                  </a:ext>
                </a:extLst>
              </a:tr>
              <a:tr h="822836">
                <a:tc>
                  <a:txBody>
                    <a:bodyPr/>
                    <a:lstStyle/>
                    <a:p>
                      <a:r>
                        <a:rPr lang="en-GB" sz="700"/>
                        <a:t>1️⃣ Ideation</a:t>
                      </a:r>
                    </a:p>
                  </a:txBody>
                  <a:tcPr marL="34371" marR="34371" marT="17186" marB="17186" anchor="ctr"/>
                </a:tc>
                <a:tc>
                  <a:txBody>
                    <a:bodyPr/>
                    <a:lstStyle/>
                    <a:p>
                      <a:r>
                        <a:rPr lang="en-GB" sz="700"/>
                        <a:t>Concept of the movement or task</a:t>
                      </a:r>
                    </a:p>
                  </a:txBody>
                  <a:tcPr marL="34371" marR="34371" marT="17186" marB="17186" anchor="ctr"/>
                </a:tc>
                <a:tc>
                  <a:txBody>
                    <a:bodyPr/>
                    <a:lstStyle/>
                    <a:p>
                      <a:r>
                        <a:rPr lang="en-GB" sz="700" dirty="0"/>
                        <a:t>Knowing that a toothbrush is used to clean teeth</a:t>
                      </a:r>
                    </a:p>
                  </a:txBody>
                  <a:tcPr marL="34371" marR="34371" marT="17186" marB="17186" anchor="ctr"/>
                </a:tc>
                <a:extLst>
                  <a:ext uri="{0D108BD9-81ED-4DB2-BD59-A6C34878D82A}">
                    <a16:rowId xmlns:a16="http://schemas.microsoft.com/office/drawing/2014/main" val="2248899634"/>
                  </a:ext>
                </a:extLst>
              </a:tr>
              <a:tr h="1013211">
                <a:tc>
                  <a:txBody>
                    <a:bodyPr/>
                    <a:lstStyle/>
                    <a:p>
                      <a:r>
                        <a:rPr lang="en-GB" sz="700"/>
                        <a:t>2️⃣ Planning (Ideomotor stage)</a:t>
                      </a:r>
                    </a:p>
                  </a:txBody>
                  <a:tcPr marL="34371" marR="34371" marT="17186" marB="17186" anchor="ctr"/>
                </a:tc>
                <a:tc>
                  <a:txBody>
                    <a:bodyPr/>
                    <a:lstStyle/>
                    <a:p>
                      <a:r>
                        <a:rPr lang="en-GB" sz="700"/>
                        <a:t>Selecting and sequencing appropriate motor actions</a:t>
                      </a:r>
                    </a:p>
                  </a:txBody>
                  <a:tcPr marL="34371" marR="34371" marT="17186" marB="17186" anchor="ctr"/>
                </a:tc>
                <a:tc>
                  <a:txBody>
                    <a:bodyPr/>
                    <a:lstStyle/>
                    <a:p>
                      <a:r>
                        <a:rPr lang="en-GB" sz="700"/>
                        <a:t>Planning the steps — pick up brush, apply toothpaste, move arm to mouth</a:t>
                      </a:r>
                    </a:p>
                  </a:txBody>
                  <a:tcPr marL="34371" marR="34371" marT="17186" marB="17186" anchor="ctr"/>
                </a:tc>
                <a:extLst>
                  <a:ext uri="{0D108BD9-81ED-4DB2-BD59-A6C34878D82A}">
                    <a16:rowId xmlns:a16="http://schemas.microsoft.com/office/drawing/2014/main" val="3088789657"/>
                  </a:ext>
                </a:extLst>
              </a:tr>
              <a:tr h="632461">
                <a:tc>
                  <a:txBody>
                    <a:bodyPr/>
                    <a:lstStyle/>
                    <a:p>
                      <a:r>
                        <a:rPr lang="en-GB" sz="700"/>
                        <a:t>3️⃣ Execution</a:t>
                      </a:r>
                    </a:p>
                  </a:txBody>
                  <a:tcPr marL="34371" marR="34371" marT="17186" marB="17186" anchor="ctr"/>
                </a:tc>
                <a:tc>
                  <a:txBody>
                    <a:bodyPr/>
                    <a:lstStyle/>
                    <a:p>
                      <a:r>
                        <a:rPr lang="en-GB" sz="700"/>
                        <a:t>Carrying out the planned movement</a:t>
                      </a:r>
                    </a:p>
                  </a:txBody>
                  <a:tcPr marL="34371" marR="34371" marT="17186" marB="17186" anchor="ctr"/>
                </a:tc>
                <a:tc>
                  <a:txBody>
                    <a:bodyPr/>
                    <a:lstStyle/>
                    <a:p>
                      <a:r>
                        <a:rPr lang="en-GB" sz="700" dirty="0"/>
                        <a:t>Physically performing the brushing action</a:t>
                      </a:r>
                    </a:p>
                  </a:txBody>
                  <a:tcPr marL="34371" marR="34371" marT="17186" marB="17186" anchor="ctr"/>
                </a:tc>
                <a:extLst>
                  <a:ext uri="{0D108BD9-81ED-4DB2-BD59-A6C34878D82A}">
                    <a16:rowId xmlns:a16="http://schemas.microsoft.com/office/drawing/2014/main" val="1416238651"/>
                  </a:ext>
                </a:extLst>
              </a:tr>
            </a:tbl>
          </a:graphicData>
        </a:graphic>
      </p:graphicFrame>
    </p:spTree>
    <p:extLst>
      <p:ext uri="{BB962C8B-B14F-4D97-AF65-F5344CB8AC3E}">
        <p14:creationId xmlns:p14="http://schemas.microsoft.com/office/powerpoint/2010/main" val="1330863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756204E-DFB6-4D73-BBDD-C8595DC511BD}"/>
              </a:ext>
            </a:extLst>
          </p:cNvPr>
          <p:cNvGraphicFramePr/>
          <p:nvPr>
            <p:extLst>
              <p:ext uri="{D42A27DB-BD31-4B8C-83A1-F6EECF244321}">
                <p14:modId xmlns:p14="http://schemas.microsoft.com/office/powerpoint/2010/main" val="2303130591"/>
              </p:ext>
            </p:extLst>
          </p:nvPr>
        </p:nvGraphicFramePr>
        <p:xfrm>
          <a:off x="1940459" y="774879"/>
          <a:ext cx="6494364" cy="33935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55263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C3BB08-22E3-45A3-9670-EAB102DFFE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785" y="726717"/>
            <a:ext cx="8518582" cy="4512040"/>
          </a:xfrm>
          <a:prstGeom prst="rect">
            <a:avLst/>
          </a:prstGeom>
        </p:spPr>
      </p:pic>
    </p:spTree>
    <p:extLst>
      <p:ext uri="{BB962C8B-B14F-4D97-AF65-F5344CB8AC3E}">
        <p14:creationId xmlns:p14="http://schemas.microsoft.com/office/powerpoint/2010/main" val="17207312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0834D8-1205-41E7-ADEC-D069AFB5EB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946" y="541538"/>
            <a:ext cx="8255885" cy="4089809"/>
          </a:xfrm>
          <a:prstGeom prst="rect">
            <a:avLst/>
          </a:prstGeom>
        </p:spPr>
      </p:pic>
    </p:spTree>
    <p:extLst>
      <p:ext uri="{BB962C8B-B14F-4D97-AF65-F5344CB8AC3E}">
        <p14:creationId xmlns:p14="http://schemas.microsoft.com/office/powerpoint/2010/main" val="2141400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Limbic system </a:t>
            </a:r>
          </a:p>
        </p:txBody>
      </p:sp>
      <p:pic>
        <p:nvPicPr>
          <p:cNvPr id="5" name="Content Placeholder 4" descr="limbicsystem.gif"/>
          <p:cNvPicPr>
            <a:picLocks noGrp="1" noChangeAspect="1"/>
          </p:cNvPicPr>
          <p:nvPr>
            <p:ph sz="half" idx="2"/>
          </p:nvPr>
        </p:nvPicPr>
        <p:blipFill rotWithShape="1">
          <a:blip r:embed="rId3">
            <a:extLst>
              <a:ext uri="{28A0092B-C50C-407E-A947-70E740481C1C}">
                <a14:useLocalDpi xmlns:a14="http://schemas.microsoft.com/office/drawing/2010/main" val="0"/>
              </a:ext>
            </a:extLst>
          </a:blip>
          <a:srcRect l="-2038" r="-8707"/>
          <a:stretch/>
        </p:blipFill>
        <p:spPr>
          <a:xfrm>
            <a:off x="3496470" y="1222969"/>
            <a:ext cx="5942697" cy="3434298"/>
          </a:xfrm>
        </p:spPr>
      </p:pic>
      <p:sp>
        <p:nvSpPr>
          <p:cNvPr id="6" name="Content Placeholder 5"/>
          <p:cNvSpPr>
            <a:spLocks noGrp="1"/>
          </p:cNvSpPr>
          <p:nvPr>
            <p:ph sz="half" idx="1"/>
          </p:nvPr>
        </p:nvSpPr>
        <p:spPr>
          <a:xfrm>
            <a:off x="579142" y="1444625"/>
            <a:ext cx="3900935" cy="3389052"/>
          </a:xfrm>
        </p:spPr>
        <p:txBody>
          <a:bodyPr/>
          <a:lstStyle/>
          <a:p>
            <a:r>
              <a:rPr lang="en-US" sz="2600" dirty="0"/>
              <a:t>Executive function</a:t>
            </a:r>
          </a:p>
          <a:p>
            <a:endParaRPr lang="en-US" sz="2600" dirty="0"/>
          </a:p>
          <a:p>
            <a:r>
              <a:rPr lang="en-US" sz="2600" dirty="0"/>
              <a:t>Emotion</a:t>
            </a:r>
          </a:p>
        </p:txBody>
      </p:sp>
    </p:spTree>
    <p:extLst>
      <p:ext uri="{BB962C8B-B14F-4D97-AF65-F5344CB8AC3E}">
        <p14:creationId xmlns:p14="http://schemas.microsoft.com/office/powerpoint/2010/main" val="921762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p:txBody>
          <a:bodyPr/>
          <a:lstStyle/>
          <a:p>
            <a:r>
              <a:rPr lang="en-GB" altLang="en-US" dirty="0"/>
              <a:t>Visual and Spatial Perception</a:t>
            </a:r>
          </a:p>
        </p:txBody>
      </p:sp>
      <p:sp>
        <p:nvSpPr>
          <p:cNvPr id="33794" name="Rectangle 3"/>
          <p:cNvSpPr>
            <a:spLocks noGrp="1" noChangeArrowheads="1"/>
          </p:cNvSpPr>
          <p:nvPr>
            <p:ph type="body" idx="1"/>
          </p:nvPr>
        </p:nvSpPr>
        <p:spPr>
          <a:xfrm>
            <a:off x="136525" y="1373188"/>
            <a:ext cx="9634984" cy="4137025"/>
          </a:xfrm>
        </p:spPr>
        <p:txBody>
          <a:bodyPr/>
          <a:lstStyle/>
          <a:p>
            <a:pPr>
              <a:buFont typeface="Arial" panose="020B0604020202020204" pitchFamily="34" charset="0"/>
              <a:buChar char="•"/>
            </a:pPr>
            <a:r>
              <a:rPr lang="en-GB" altLang="en-US" sz="2400" dirty="0"/>
              <a:t>The ability to accurately perceive relationships of objects and oneself in space.</a:t>
            </a:r>
          </a:p>
          <a:p>
            <a:pPr marL="0" indent="0"/>
            <a:endParaRPr lang="en-GB" altLang="en-US" sz="2400" dirty="0"/>
          </a:p>
          <a:p>
            <a:pPr>
              <a:buFont typeface="Arial" panose="020B0604020202020204" pitchFamily="34" charset="0"/>
              <a:buChar char="•"/>
            </a:pPr>
            <a:r>
              <a:rPr lang="en-GB" altLang="en-US" sz="2400" dirty="0"/>
              <a:t>Visual perception gives meaning to all information entering our eyes. </a:t>
            </a:r>
          </a:p>
          <a:p>
            <a:pPr marL="0" indent="0"/>
            <a:endParaRPr lang="en-GB" altLang="en-US" sz="2400" dirty="0"/>
          </a:p>
          <a:p>
            <a:pPr>
              <a:buFont typeface="Arial" panose="020B0604020202020204" pitchFamily="34" charset="0"/>
              <a:buChar char="•"/>
            </a:pPr>
            <a:r>
              <a:rPr lang="en-GB" altLang="en-US" sz="2400" dirty="0"/>
              <a:t>It’s </a:t>
            </a:r>
            <a:r>
              <a:rPr lang="en-GB" altLang="en-US" sz="2400" u="sng" dirty="0"/>
              <a:t>NOT</a:t>
            </a:r>
            <a:r>
              <a:rPr lang="en-GB" altLang="en-US" sz="2400" dirty="0"/>
              <a:t> a problem with vision, but the interpretation of the visual information</a:t>
            </a:r>
          </a:p>
          <a:p>
            <a:pPr marL="0" indent="0"/>
            <a:endParaRPr lang="en-GB" altLang="en-US" sz="2400" dirty="0"/>
          </a:p>
          <a:p>
            <a:endParaRPr lang="en-GB" altLang="en-US" sz="2800" dirty="0"/>
          </a:p>
          <a:p>
            <a:endParaRPr lang="en-GB" altLang="en-US" sz="2800" dirty="0"/>
          </a:p>
        </p:txBody>
      </p:sp>
    </p:spTree>
    <p:extLst>
      <p:ext uri="{BB962C8B-B14F-4D97-AF65-F5344CB8AC3E}">
        <p14:creationId xmlns:p14="http://schemas.microsoft.com/office/powerpoint/2010/main" val="18171841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Three areas of visual and spatial perceptual impairments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21402037"/>
              </p:ext>
            </p:extLst>
          </p:nvPr>
        </p:nvGraphicFramePr>
        <p:xfrm>
          <a:off x="567312" y="1226146"/>
          <a:ext cx="8985506" cy="4002483"/>
        </p:xfrm>
        <a:graphic>
          <a:graphicData uri="http://schemas.openxmlformats.org/drawingml/2006/table">
            <a:tbl>
              <a:tblPr firstRow="1" bandRow="1">
                <a:tableStyleId>{5C22544A-7EE6-4342-B048-85BDC9FD1C3A}</a:tableStyleId>
              </a:tblPr>
              <a:tblGrid>
                <a:gridCol w="3365985">
                  <a:extLst>
                    <a:ext uri="{9D8B030D-6E8A-4147-A177-3AD203B41FA5}">
                      <a16:colId xmlns:a16="http://schemas.microsoft.com/office/drawing/2014/main" val="20000"/>
                    </a:ext>
                  </a:extLst>
                </a:gridCol>
                <a:gridCol w="5619521">
                  <a:extLst>
                    <a:ext uri="{9D8B030D-6E8A-4147-A177-3AD203B41FA5}">
                      <a16:colId xmlns:a16="http://schemas.microsoft.com/office/drawing/2014/main" val="20001"/>
                    </a:ext>
                  </a:extLst>
                </a:gridCol>
              </a:tblGrid>
              <a:tr h="15823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b="1" u="none" dirty="0">
                          <a:solidFill>
                            <a:schemeClr val="accent6">
                              <a:lumMod val="25000"/>
                            </a:schemeClr>
                          </a:solidFill>
                        </a:rPr>
                        <a:t>Body scheme disorder</a:t>
                      </a:r>
                      <a:endParaRPr lang="en-US" sz="2400" b="1" u="none" dirty="0">
                        <a:solidFill>
                          <a:schemeClr val="accent6">
                            <a:lumMod val="25000"/>
                          </a:schemeClr>
                        </a:solidFill>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b="0" dirty="0">
                          <a:solidFill>
                            <a:srgbClr val="3A3A3A"/>
                          </a:solidFill>
                        </a:rPr>
                        <a:t>Knowledge and representation of body parts in relation to each other and within </a:t>
                      </a:r>
                      <a:r>
                        <a:rPr lang="en-GB" sz="2400" dirty="0"/>
                        <a:t>space.</a:t>
                      </a:r>
                    </a:p>
                    <a:p>
                      <a:endParaRPr lang="en-US" sz="24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15823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b="1" u="none" dirty="0">
                          <a:solidFill>
                            <a:schemeClr val="accent6">
                              <a:lumMod val="25000"/>
                            </a:schemeClr>
                          </a:solidFill>
                        </a:rPr>
                        <a:t>Visual discrimination </a:t>
                      </a:r>
                    </a:p>
                    <a:p>
                      <a:endParaRPr lang="en-US" sz="2400" b="1" u="none" dirty="0">
                        <a:solidFill>
                          <a:schemeClr val="accent6">
                            <a:lumMod val="25000"/>
                          </a:schemeClr>
                        </a:solidFill>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accent6">
                              <a:lumMod val="25000"/>
                            </a:schemeClr>
                          </a:solidFill>
                        </a:rPr>
                        <a:t>The ability to recognise details in visual images – colour, shape, form, depth, size of objects, people etc.</a:t>
                      </a:r>
                    </a:p>
                    <a:p>
                      <a:endParaRPr lang="en-US" sz="2400" dirty="0">
                        <a:solidFill>
                          <a:srgbClr val="3A3A3A"/>
                        </a:solidFill>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8377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b="1" u="none" dirty="0">
                          <a:solidFill>
                            <a:schemeClr val="accent6">
                              <a:lumMod val="25000"/>
                            </a:schemeClr>
                          </a:solidFill>
                        </a:rPr>
                        <a:t>Object recognition</a:t>
                      </a:r>
                    </a:p>
                    <a:p>
                      <a:endParaRPr lang="en-US" sz="2400" b="1" u="none" dirty="0">
                        <a:solidFill>
                          <a:schemeClr val="accent6">
                            <a:lumMod val="25000"/>
                          </a:schemeClr>
                        </a:solidFill>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GB" sz="2400" dirty="0">
                          <a:solidFill>
                            <a:schemeClr val="accent6">
                              <a:lumMod val="25000"/>
                            </a:schemeClr>
                          </a:solidFill>
                        </a:rPr>
                        <a:t>Ability to interpret visual information to recognise objects, people etc. </a:t>
                      </a:r>
                      <a:endParaRPr lang="en-US" sz="2400" dirty="0">
                        <a:solidFill>
                          <a:schemeClr val="accent6">
                            <a:lumMod val="25000"/>
                          </a:schemeClr>
                        </a:solidFill>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93770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GB" altLang="en-US" dirty="0"/>
              <a:t>Visual and Spatial Perception</a:t>
            </a:r>
          </a:p>
        </p:txBody>
      </p:sp>
      <p:pic>
        <p:nvPicPr>
          <p:cNvPr id="67589" name="Picture 5" descr="Image result for occipital lob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7025" y="1471613"/>
            <a:ext cx="4171950" cy="3914775"/>
          </a:xfrm>
          <a:prstGeom prst="rect">
            <a:avLst/>
          </a:prstGeom>
          <a:noFill/>
          <a:extLst>
            <a:ext uri="{909E8E84-426E-40dd-AFC4-6F175D3DCCD1}">
              <a14:hiddenFill xmlns:a14="http://schemas.microsoft.com/office/drawing/2010/main" xmlns="">
                <a:solidFill>
                  <a:srgbClr val="FFFFFF"/>
                </a:solidFill>
              </a14:hiddenFill>
            </a:ext>
          </a:extLst>
        </p:spPr>
      </p:pic>
      <p:sp>
        <p:nvSpPr>
          <p:cNvPr id="67590" name="Text Box 6"/>
          <p:cNvSpPr txBox="1">
            <a:spLocks noChangeArrowheads="1"/>
          </p:cNvSpPr>
          <p:nvPr/>
        </p:nvSpPr>
        <p:spPr bwMode="auto">
          <a:xfrm>
            <a:off x="2638425" y="3795713"/>
            <a:ext cx="1239838"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defTabSz="1073150" eaLnBrk="0" hangingPunct="0">
              <a:defRPr sz="3600">
                <a:solidFill>
                  <a:schemeClr val="tx1"/>
                </a:solidFill>
                <a:latin typeface="Arial" panose="020B0604020202020204" pitchFamily="34" charset="0"/>
                <a:ea typeface="MS PGothic" panose="020B0600070205080204" pitchFamily="34" charset="-128"/>
              </a:defRPr>
            </a:lvl1pPr>
            <a:lvl2pPr defTabSz="1073150" eaLnBrk="0" hangingPunct="0">
              <a:defRPr sz="3600">
                <a:solidFill>
                  <a:schemeClr val="tx1"/>
                </a:solidFill>
                <a:latin typeface="Arial" panose="020B0604020202020204" pitchFamily="34" charset="0"/>
                <a:ea typeface="MS PGothic" panose="020B0600070205080204" pitchFamily="34" charset="-128"/>
              </a:defRPr>
            </a:lvl2pPr>
            <a:lvl3pPr defTabSz="1073150" eaLnBrk="0" hangingPunct="0">
              <a:defRPr sz="3600">
                <a:solidFill>
                  <a:schemeClr val="tx1"/>
                </a:solidFill>
                <a:latin typeface="Arial" panose="020B0604020202020204" pitchFamily="34" charset="0"/>
                <a:ea typeface="MS PGothic" panose="020B0600070205080204" pitchFamily="34" charset="-128"/>
              </a:defRPr>
            </a:lvl3pPr>
            <a:lvl4pPr defTabSz="1073150" eaLnBrk="0" hangingPunct="0">
              <a:defRPr sz="3600">
                <a:solidFill>
                  <a:schemeClr val="tx1"/>
                </a:solidFill>
                <a:latin typeface="Arial" panose="020B0604020202020204" pitchFamily="34" charset="0"/>
                <a:ea typeface="MS PGothic" panose="020B0600070205080204" pitchFamily="34" charset="-128"/>
              </a:defRPr>
            </a:lvl4pPr>
            <a:lvl5pPr defTabSz="1073150" eaLnBrk="0" hangingPunct="0">
              <a:defRPr sz="3600">
                <a:solidFill>
                  <a:schemeClr val="tx1"/>
                </a:solidFill>
                <a:latin typeface="Arial" panose="020B0604020202020204" pitchFamily="34" charset="0"/>
                <a:ea typeface="MS PGothic" panose="020B0600070205080204" pitchFamily="34" charset="-128"/>
              </a:defRPr>
            </a:lvl5pPr>
            <a:lvl6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6pPr>
            <a:lvl7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7pPr>
            <a:lvl8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8pPr>
            <a:lvl9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200" b="1" dirty="0">
                <a:solidFill>
                  <a:srgbClr val="000000"/>
                </a:solidFill>
              </a:rPr>
              <a:t>temporal lobe</a:t>
            </a:r>
          </a:p>
        </p:txBody>
      </p:sp>
      <p:sp>
        <p:nvSpPr>
          <p:cNvPr id="67591" name="Text Box 7"/>
          <p:cNvSpPr txBox="1">
            <a:spLocks noChangeArrowheads="1"/>
          </p:cNvSpPr>
          <p:nvPr/>
        </p:nvSpPr>
        <p:spPr bwMode="auto">
          <a:xfrm>
            <a:off x="5300663" y="1262063"/>
            <a:ext cx="1771650"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defTabSz="1073150" eaLnBrk="0" hangingPunct="0">
              <a:defRPr sz="3600">
                <a:solidFill>
                  <a:schemeClr val="tx1"/>
                </a:solidFill>
                <a:latin typeface="Arial" panose="020B0604020202020204" pitchFamily="34" charset="0"/>
                <a:ea typeface="MS PGothic" panose="020B0600070205080204" pitchFamily="34" charset="-128"/>
              </a:defRPr>
            </a:lvl1pPr>
            <a:lvl2pPr defTabSz="1073150" eaLnBrk="0" hangingPunct="0">
              <a:defRPr sz="3600">
                <a:solidFill>
                  <a:schemeClr val="tx1"/>
                </a:solidFill>
                <a:latin typeface="Arial" panose="020B0604020202020204" pitchFamily="34" charset="0"/>
                <a:ea typeface="MS PGothic" panose="020B0600070205080204" pitchFamily="34" charset="-128"/>
              </a:defRPr>
            </a:lvl2pPr>
            <a:lvl3pPr defTabSz="1073150" eaLnBrk="0" hangingPunct="0">
              <a:defRPr sz="3600">
                <a:solidFill>
                  <a:schemeClr val="tx1"/>
                </a:solidFill>
                <a:latin typeface="Arial" panose="020B0604020202020204" pitchFamily="34" charset="0"/>
                <a:ea typeface="MS PGothic" panose="020B0600070205080204" pitchFamily="34" charset="-128"/>
              </a:defRPr>
            </a:lvl3pPr>
            <a:lvl4pPr defTabSz="1073150" eaLnBrk="0" hangingPunct="0">
              <a:defRPr sz="3600">
                <a:solidFill>
                  <a:schemeClr val="tx1"/>
                </a:solidFill>
                <a:latin typeface="Arial" panose="020B0604020202020204" pitchFamily="34" charset="0"/>
                <a:ea typeface="MS PGothic" panose="020B0600070205080204" pitchFamily="34" charset="-128"/>
              </a:defRPr>
            </a:lvl4pPr>
            <a:lvl5pPr defTabSz="1073150" eaLnBrk="0" hangingPunct="0">
              <a:defRPr sz="3600">
                <a:solidFill>
                  <a:schemeClr val="tx1"/>
                </a:solidFill>
                <a:latin typeface="Arial" panose="020B0604020202020204" pitchFamily="34" charset="0"/>
                <a:ea typeface="MS PGothic" panose="020B0600070205080204" pitchFamily="34" charset="-128"/>
              </a:defRPr>
            </a:lvl5pPr>
            <a:lvl6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6pPr>
            <a:lvl7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7pPr>
            <a:lvl8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8pPr>
            <a:lvl9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200" b="1">
                <a:solidFill>
                  <a:srgbClr val="000000"/>
                </a:solidFill>
              </a:rPr>
              <a:t>parietal lobe</a:t>
            </a:r>
          </a:p>
        </p:txBody>
      </p:sp>
      <p:sp>
        <p:nvSpPr>
          <p:cNvPr id="67592" name="Line 8"/>
          <p:cNvSpPr>
            <a:spLocks noChangeShapeType="1"/>
          </p:cNvSpPr>
          <p:nvPr/>
        </p:nvSpPr>
        <p:spPr bwMode="auto">
          <a:xfrm flipH="1">
            <a:off x="4976813" y="1516063"/>
            <a:ext cx="741362" cy="474662"/>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67593" name="Line 9"/>
          <p:cNvSpPr>
            <a:spLocks noChangeShapeType="1"/>
          </p:cNvSpPr>
          <p:nvPr/>
        </p:nvSpPr>
        <p:spPr bwMode="auto">
          <a:xfrm flipH="1">
            <a:off x="3425825" y="2800350"/>
            <a:ext cx="1435100" cy="1042988"/>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4952856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p:txBody>
          <a:bodyPr/>
          <a:lstStyle/>
          <a:p>
            <a:r>
              <a:rPr lang="en-GB" altLang="en-US" dirty="0"/>
              <a:t>Neglect/Inattention</a:t>
            </a:r>
          </a:p>
        </p:txBody>
      </p:sp>
      <p:sp>
        <p:nvSpPr>
          <p:cNvPr id="37890" name="Rectangle 3"/>
          <p:cNvSpPr>
            <a:spLocks noGrp="1" noChangeArrowheads="1"/>
          </p:cNvSpPr>
          <p:nvPr>
            <p:ph type="body" idx="1"/>
          </p:nvPr>
        </p:nvSpPr>
        <p:spPr>
          <a:xfrm>
            <a:off x="382588" y="1197183"/>
            <a:ext cx="9063037" cy="3925887"/>
          </a:xfrm>
        </p:spPr>
        <p:txBody>
          <a:bodyPr/>
          <a:lstStyle/>
          <a:p>
            <a:pPr marL="457200" indent="-457200" eaLnBrk="1" hangingPunct="1">
              <a:buFont typeface="Arial" panose="020B0604020202020204" pitchFamily="34" charset="0"/>
              <a:buChar char="•"/>
            </a:pPr>
            <a:r>
              <a:rPr lang="en-GB" altLang="en-US" sz="2600" dirty="0">
                <a:cs typeface="Arial" panose="020B0604020202020204" pitchFamily="34" charset="0"/>
              </a:rPr>
              <a:t>A body scheme disorder</a:t>
            </a:r>
          </a:p>
          <a:p>
            <a:pPr marL="457200" indent="-457200" eaLnBrk="1" hangingPunct="1">
              <a:buFont typeface="Arial" panose="020B0604020202020204" pitchFamily="34" charset="0"/>
              <a:buChar char="•"/>
            </a:pPr>
            <a:endParaRPr lang="en-GB" altLang="en-US" sz="2600" dirty="0">
              <a:cs typeface="Arial" panose="020B0604020202020204" pitchFamily="34" charset="0"/>
            </a:endParaRPr>
          </a:p>
          <a:p>
            <a:pPr marL="457200" indent="-457200" eaLnBrk="1" hangingPunct="1">
              <a:buFont typeface="Arial" panose="020B0604020202020204" pitchFamily="34" charset="0"/>
              <a:buChar char="•"/>
            </a:pPr>
            <a:r>
              <a:rPr lang="en-GB" altLang="en-US" sz="2600" dirty="0">
                <a:cs typeface="Arial" panose="020B0604020202020204" pitchFamily="34" charset="0"/>
              </a:rPr>
              <a:t>An attention deficit but to one side of space/ body part.  More common on left side, i.e. with right sided lesion.</a:t>
            </a:r>
          </a:p>
          <a:p>
            <a:pPr eaLnBrk="1" hangingPunct="1"/>
            <a:endParaRPr lang="en-GB" altLang="en-US" sz="2600" dirty="0">
              <a:cs typeface="Arial" panose="020B0604020202020204" pitchFamily="34" charset="0"/>
            </a:endParaRPr>
          </a:p>
          <a:p>
            <a:pPr marL="457200" indent="-457200" eaLnBrk="1" hangingPunct="1">
              <a:buFont typeface="Arial" panose="020B0604020202020204" pitchFamily="34" charset="0"/>
              <a:buChar char="•"/>
            </a:pPr>
            <a:r>
              <a:rPr lang="en-GB" altLang="en-US" sz="2600" dirty="0">
                <a:cs typeface="Arial" panose="020B0604020202020204" pitchFamily="34" charset="0"/>
              </a:rPr>
              <a:t>Patient may fail to respond to objects or stimuli on their affected side.  May be visual, sensory, or both.</a:t>
            </a:r>
          </a:p>
          <a:p>
            <a:endParaRPr lang="en-GB" altLang="en-US" sz="2600" dirty="0"/>
          </a:p>
        </p:txBody>
      </p:sp>
    </p:spTree>
    <p:extLst>
      <p:ext uri="{BB962C8B-B14F-4D97-AF65-F5344CB8AC3E}">
        <p14:creationId xmlns:p14="http://schemas.microsoft.com/office/powerpoint/2010/main" val="11181072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Topographical disorientation </a:t>
            </a:r>
            <a:br>
              <a:rPr lang="en-GB" dirty="0"/>
            </a:br>
            <a:r>
              <a:rPr lang="en-GB" dirty="0"/>
              <a:t>(occipital, temporal, parietal lobes)</a:t>
            </a:r>
          </a:p>
        </p:txBody>
      </p:sp>
      <p:sp>
        <p:nvSpPr>
          <p:cNvPr id="3" name="Content Placeholder 2"/>
          <p:cNvSpPr>
            <a:spLocks noGrp="1"/>
          </p:cNvSpPr>
          <p:nvPr>
            <p:ph idx="1"/>
          </p:nvPr>
        </p:nvSpPr>
        <p:spPr>
          <a:xfrm>
            <a:off x="333199" y="1727052"/>
            <a:ext cx="6038850" cy="3318212"/>
          </a:xfrm>
        </p:spPr>
        <p:txBody>
          <a:bodyPr/>
          <a:lstStyle/>
          <a:p>
            <a:pPr marL="0" indent="0"/>
            <a:r>
              <a:rPr lang="en-GB" dirty="0"/>
              <a:t>Inability to find your way in space.</a:t>
            </a:r>
          </a:p>
          <a:p>
            <a:pPr marL="0" indent="0"/>
            <a:endParaRPr lang="en-GB" dirty="0"/>
          </a:p>
          <a:p>
            <a:pPr marL="0" indent="0"/>
            <a:r>
              <a:rPr lang="en-GB" dirty="0"/>
              <a:t>Multiple visual discrimination skills required; distance of objects, colour, shape, form.</a:t>
            </a:r>
          </a:p>
          <a:p>
            <a:pPr marL="0" indent="0"/>
            <a:endParaRPr lang="en-GB" dirty="0"/>
          </a:p>
          <a:p>
            <a:pPr marL="0" indent="0"/>
            <a:r>
              <a:rPr lang="en-GB" dirty="0"/>
              <a:t>Patients may not be able to navigate within familiar environments or on new routes that they have practiced multiple times. </a:t>
            </a:r>
          </a:p>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0270" y="1769782"/>
            <a:ext cx="2999934" cy="3201149"/>
          </a:xfrm>
          <a:prstGeom prst="rect">
            <a:avLst/>
          </a:prstGeom>
        </p:spPr>
      </p:pic>
    </p:spTree>
    <p:extLst>
      <p:ext uri="{BB962C8B-B14F-4D97-AF65-F5344CB8AC3E}">
        <p14:creationId xmlns:p14="http://schemas.microsoft.com/office/powerpoint/2010/main" val="2190963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p:txBody>
          <a:bodyPr/>
          <a:lstStyle/>
          <a:p>
            <a:r>
              <a:rPr lang="en-GB" altLang="en-US" dirty="0"/>
              <a:t>Agnosia (occipital, parietal lobes)</a:t>
            </a:r>
          </a:p>
        </p:txBody>
      </p:sp>
      <p:sp>
        <p:nvSpPr>
          <p:cNvPr id="35842" name="Rectangle 3"/>
          <p:cNvSpPr>
            <a:spLocks noGrp="1" noChangeArrowheads="1"/>
          </p:cNvSpPr>
          <p:nvPr>
            <p:ph type="body" idx="1"/>
          </p:nvPr>
        </p:nvSpPr>
        <p:spPr>
          <a:xfrm>
            <a:off x="158744" y="1257852"/>
            <a:ext cx="5873488" cy="4387318"/>
          </a:xfrm>
        </p:spPr>
        <p:txBody>
          <a:bodyPr/>
          <a:lstStyle/>
          <a:p>
            <a:pPr marL="457200" indent="-457200">
              <a:spcBef>
                <a:spcPts val="0"/>
              </a:spcBef>
              <a:buFont typeface="Arial" panose="020B0604020202020204" pitchFamily="34" charset="0"/>
              <a:buChar char="•"/>
            </a:pPr>
            <a:r>
              <a:rPr lang="en-GB" altLang="en-US" sz="2600" dirty="0"/>
              <a:t>The inability to identify an object</a:t>
            </a:r>
            <a:r>
              <a:rPr lang="en-GB" altLang="ja-JP" sz="2600" dirty="0"/>
              <a:t>. </a:t>
            </a:r>
          </a:p>
          <a:p>
            <a:pPr marL="0" indent="0">
              <a:spcBef>
                <a:spcPts val="0"/>
              </a:spcBef>
            </a:pPr>
            <a:endParaRPr lang="en-GB" altLang="ja-JP" sz="2600" dirty="0"/>
          </a:p>
          <a:p>
            <a:pPr marL="457200" indent="-457200">
              <a:spcBef>
                <a:spcPts val="0"/>
              </a:spcBef>
              <a:buFont typeface="Arial" panose="020B0604020202020204" pitchFamily="34" charset="0"/>
              <a:buChar char="•"/>
            </a:pPr>
            <a:r>
              <a:rPr lang="en-GB" altLang="ja-JP" sz="2600" dirty="0"/>
              <a:t>Can be only certain objects </a:t>
            </a:r>
            <a:r>
              <a:rPr lang="en-GB" altLang="ja-JP" sz="2600" dirty="0" err="1"/>
              <a:t>e.g</a:t>
            </a:r>
            <a:r>
              <a:rPr lang="en-GB" altLang="ja-JP" sz="2600" dirty="0"/>
              <a:t> faces </a:t>
            </a:r>
          </a:p>
          <a:p>
            <a:pPr marL="457200" indent="-457200">
              <a:spcBef>
                <a:spcPts val="0"/>
              </a:spcBef>
              <a:buFont typeface="Arial" panose="020B0604020202020204" pitchFamily="34" charset="0"/>
              <a:buChar char="•"/>
            </a:pPr>
            <a:endParaRPr lang="en-GB" altLang="ja-JP" sz="2600" dirty="0"/>
          </a:p>
          <a:p>
            <a:pPr marL="457200" indent="-457200">
              <a:spcBef>
                <a:spcPts val="0"/>
              </a:spcBef>
              <a:buFont typeface="Arial" panose="020B0604020202020204" pitchFamily="34" charset="0"/>
              <a:buChar char="•"/>
            </a:pPr>
            <a:r>
              <a:rPr lang="en-GB" altLang="ja-JP" sz="2600" dirty="0"/>
              <a:t>Can be broad e.g. various everyday objects. </a:t>
            </a:r>
          </a:p>
          <a:p>
            <a:pPr marL="457200" indent="-457200">
              <a:spcBef>
                <a:spcPts val="0"/>
              </a:spcBef>
              <a:buFont typeface="Arial" panose="020B0604020202020204" pitchFamily="34" charset="0"/>
              <a:buChar char="•"/>
            </a:pPr>
            <a:endParaRPr lang="en-GB" altLang="en-US" sz="2600" dirty="0"/>
          </a:p>
          <a:p>
            <a:pPr marL="457200" indent="-457200">
              <a:spcBef>
                <a:spcPts val="0"/>
              </a:spcBef>
              <a:buFont typeface="Arial" panose="020B0604020202020204" pitchFamily="34" charset="0"/>
              <a:buChar char="•"/>
            </a:pPr>
            <a:r>
              <a:rPr lang="en-GB" altLang="en-US" sz="2600" dirty="0"/>
              <a:t>May struggle with functional tasks because </a:t>
            </a:r>
            <a:r>
              <a:rPr lang="en-GB" altLang="en-US" sz="2600" b="1" i="1" dirty="0"/>
              <a:t>they do not recognise the tools </a:t>
            </a:r>
            <a:r>
              <a:rPr lang="en-GB" altLang="en-US" sz="2600" dirty="0"/>
              <a:t>they have or their use.</a:t>
            </a:r>
          </a:p>
          <a:p>
            <a:pPr marL="457200" indent="-457200">
              <a:buFont typeface="Arial" panose="020B0604020202020204" pitchFamily="34" charset="0"/>
              <a:buChar char="•"/>
            </a:pPr>
            <a:endParaRPr lang="en-GB" altLang="en-US" sz="2800" dirty="0"/>
          </a:p>
          <a:p>
            <a:pPr marL="457200" indent="-457200">
              <a:buFont typeface="Arial" panose="020B0604020202020204" pitchFamily="34" charset="0"/>
              <a:buChar char="•"/>
            </a:pPr>
            <a:endParaRPr lang="en-GB" altLang="en-US" sz="2800" dirty="0"/>
          </a:p>
          <a:p>
            <a:pPr marL="457200" indent="-457200">
              <a:buFont typeface="Arial" panose="020B0604020202020204" pitchFamily="34" charset="0"/>
              <a:buChar char="•"/>
            </a:pPr>
            <a:endParaRPr lang="en-GB" altLang="en-US" sz="2800" dirty="0"/>
          </a:p>
        </p:txBody>
      </p:sp>
      <p:pic>
        <p:nvPicPr>
          <p:cNvPr id="4" name="Picture 3" descr="966684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8612" y="1216136"/>
            <a:ext cx="2998380" cy="2577877"/>
          </a:xfrm>
          <a:prstGeom prst="rect">
            <a:avLst/>
          </a:prstGeom>
          <a:ln>
            <a:solidFill>
              <a:schemeClr val="accent6">
                <a:lumMod val="75000"/>
              </a:schemeClr>
            </a:solidFill>
          </a:ln>
        </p:spPr>
      </p:pic>
    </p:spTree>
    <p:extLst>
      <p:ext uri="{BB962C8B-B14F-4D97-AF65-F5344CB8AC3E}">
        <p14:creationId xmlns:p14="http://schemas.microsoft.com/office/powerpoint/2010/main" val="24732675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Common cognitive impairments in neuro populations </a:t>
            </a:r>
          </a:p>
        </p:txBody>
      </p:sp>
      <p:sp>
        <p:nvSpPr>
          <p:cNvPr id="3" name="Content Placeholder 2"/>
          <p:cNvSpPr>
            <a:spLocks noGrp="1"/>
          </p:cNvSpPr>
          <p:nvPr>
            <p:ph sz="half" idx="1"/>
          </p:nvPr>
        </p:nvSpPr>
        <p:spPr>
          <a:xfrm>
            <a:off x="382588" y="1444625"/>
            <a:ext cx="8707624" cy="3918287"/>
          </a:xfrm>
        </p:spPr>
        <p:txBody>
          <a:bodyPr/>
          <a:lstStyle/>
          <a:p>
            <a:pPr>
              <a:buFont typeface="Arial"/>
              <a:buChar char="•"/>
            </a:pPr>
            <a:r>
              <a:rPr lang="en-GB" sz="2400" dirty="0"/>
              <a:t>Attention</a:t>
            </a:r>
          </a:p>
          <a:p>
            <a:pPr>
              <a:buFont typeface="Arial"/>
              <a:buChar char="•"/>
            </a:pPr>
            <a:endParaRPr lang="en-GB" sz="2400" dirty="0"/>
          </a:p>
          <a:p>
            <a:pPr>
              <a:buFont typeface="Arial"/>
              <a:buChar char="•"/>
            </a:pPr>
            <a:r>
              <a:rPr lang="en-GB" sz="2400" dirty="0"/>
              <a:t>Memory </a:t>
            </a:r>
          </a:p>
          <a:p>
            <a:pPr>
              <a:buFont typeface="Arial"/>
              <a:buChar char="•"/>
            </a:pPr>
            <a:endParaRPr lang="en-GB" sz="2400" dirty="0"/>
          </a:p>
          <a:p>
            <a:pPr>
              <a:buFont typeface="Arial"/>
              <a:buChar char="•"/>
            </a:pPr>
            <a:r>
              <a:rPr lang="en-GB" sz="2400" dirty="0"/>
              <a:t>Speed of processing</a:t>
            </a:r>
          </a:p>
          <a:p>
            <a:pPr marL="0" indent="0"/>
            <a:endParaRPr lang="en-GB" sz="2400" dirty="0"/>
          </a:p>
          <a:p>
            <a:pPr>
              <a:buFont typeface="Arial"/>
              <a:buChar char="•"/>
            </a:pPr>
            <a:r>
              <a:rPr lang="en-GB" sz="2400" dirty="0"/>
              <a:t>Executive function (high level skills)</a:t>
            </a:r>
          </a:p>
          <a:p>
            <a:pPr>
              <a:buFont typeface="Arial"/>
              <a:buChar char="•"/>
            </a:pPr>
            <a:endParaRPr lang="en-GB" sz="2400" dirty="0"/>
          </a:p>
          <a:p>
            <a:pPr>
              <a:buFont typeface="Arial"/>
              <a:buChar char="•"/>
            </a:pPr>
            <a:r>
              <a:rPr lang="en-GB" sz="2400" dirty="0"/>
              <a:t>Apraxia </a:t>
            </a:r>
          </a:p>
          <a:p>
            <a:endParaRPr lang="en-GB" dirty="0"/>
          </a:p>
          <a:p>
            <a:endParaRPr lang="en-GB" dirty="0"/>
          </a:p>
        </p:txBody>
      </p:sp>
    </p:spTree>
    <p:extLst>
      <p:ext uri="{BB962C8B-B14F-4D97-AF65-F5344CB8AC3E}">
        <p14:creationId xmlns:p14="http://schemas.microsoft.com/office/powerpoint/2010/main" val="2373828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a:xfrm>
            <a:off x="350837" y="1587704"/>
            <a:ext cx="4287983" cy="3598796"/>
          </a:xfrm>
        </p:spPr>
        <p:txBody>
          <a:bodyPr/>
          <a:lstStyle/>
          <a:p>
            <a:pPr marL="0" indent="0"/>
            <a:r>
              <a:rPr lang="en-GB" sz="2600" dirty="0"/>
              <a:t>What do you think the physiotherapist’s role in the assessment and rehab of cognition?</a:t>
            </a:r>
          </a:p>
          <a:p>
            <a:pPr marL="0" indent="0"/>
            <a:endParaRPr lang="en-GB" sz="2600" dirty="0"/>
          </a:p>
          <a:p>
            <a:pPr marL="0" indent="0"/>
            <a:r>
              <a:rPr lang="en-GB" sz="2600" dirty="0"/>
              <a:t>What problems may affect your physiotherapy session?</a:t>
            </a:r>
          </a:p>
          <a:p>
            <a:pPr>
              <a:buFont typeface="Arial" panose="020B0604020202020204" pitchFamily="34" charset="0"/>
              <a:buChar char="•"/>
            </a:pPr>
            <a:endParaRPr lang="en-GB" sz="2600" dirty="0"/>
          </a:p>
          <a:p>
            <a:pPr>
              <a:buFont typeface="Arial" panose="020B0604020202020204" pitchFamily="34" charset="0"/>
              <a:buChar char="•"/>
            </a:pPr>
            <a:endParaRPr lang="en-GB" dirty="0"/>
          </a:p>
        </p:txBody>
      </p:sp>
      <p:pic>
        <p:nvPicPr>
          <p:cNvPr id="4" name="Content Placeholder 3" descr="7a907d54e8c31ddafc4f03a706173113-image.jpg"/>
          <p:cNvPicPr>
            <a:picLocks noChangeAspect="1"/>
          </p:cNvPicPr>
          <p:nvPr/>
        </p:nvPicPr>
        <p:blipFill rotWithShape="1">
          <a:blip r:embed="rId3" cstate="print">
            <a:extLst>
              <a:ext uri="{28A0092B-C50C-407E-A947-70E740481C1C}">
                <a14:useLocalDpi xmlns:a14="http://schemas.microsoft.com/office/drawing/2010/main" val="0"/>
              </a:ext>
            </a:extLst>
          </a:blip>
          <a:srcRect l="-584" r="-3"/>
          <a:stretch/>
        </p:blipFill>
        <p:spPr bwMode="auto">
          <a:xfrm>
            <a:off x="5644194" y="1428611"/>
            <a:ext cx="3157221" cy="39677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9496277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MDT working and cognition </a:t>
            </a:r>
          </a:p>
        </p:txBody>
      </p:sp>
      <p:pic>
        <p:nvPicPr>
          <p:cNvPr id="6" name="Content Placeholder 5" descr="Team-Work-Free-Download-PNG.png"/>
          <p:cNvPicPr>
            <a:picLocks noGrp="1" noChangeAspect="1"/>
          </p:cNvPicPr>
          <p:nvPr>
            <p:ph idx="1"/>
          </p:nvPr>
        </p:nvPicPr>
        <p:blipFill rotWithShape="1">
          <a:blip r:embed="rId2">
            <a:extLst>
              <a:ext uri="{28A0092B-C50C-407E-A947-70E740481C1C}">
                <a14:useLocalDpi xmlns:a14="http://schemas.microsoft.com/office/drawing/2010/main" val="0"/>
              </a:ext>
            </a:extLst>
          </a:blip>
          <a:srcRect l="-5606" r="-7778"/>
          <a:stretch/>
        </p:blipFill>
        <p:spPr>
          <a:xfrm>
            <a:off x="3012808" y="2029506"/>
            <a:ext cx="3880383" cy="2622192"/>
          </a:xfrm>
        </p:spPr>
      </p:pic>
      <p:sp>
        <p:nvSpPr>
          <p:cNvPr id="7" name="TextBox 6"/>
          <p:cNvSpPr txBox="1"/>
          <p:nvPr/>
        </p:nvSpPr>
        <p:spPr>
          <a:xfrm>
            <a:off x="6949412" y="2684145"/>
            <a:ext cx="2046020" cy="892552"/>
          </a:xfrm>
          <a:prstGeom prst="rect">
            <a:avLst/>
          </a:prstGeom>
          <a:noFill/>
        </p:spPr>
        <p:txBody>
          <a:bodyPr wrap="square" rtlCol="0">
            <a:spAutoFit/>
          </a:bodyPr>
          <a:lstStyle/>
          <a:p>
            <a:r>
              <a:rPr lang="en-US" sz="2600" b="1" dirty="0">
                <a:solidFill>
                  <a:schemeClr val="accent6">
                    <a:lumMod val="25000"/>
                  </a:schemeClr>
                </a:solidFill>
              </a:rPr>
              <a:t>Doctors</a:t>
            </a:r>
          </a:p>
          <a:p>
            <a:r>
              <a:rPr lang="en-US" sz="2600" dirty="0">
                <a:solidFill>
                  <a:schemeClr val="accent6">
                    <a:lumMod val="25000"/>
                  </a:schemeClr>
                </a:solidFill>
              </a:rPr>
              <a:t>Diagnostics  </a:t>
            </a:r>
          </a:p>
        </p:txBody>
      </p:sp>
      <p:sp>
        <p:nvSpPr>
          <p:cNvPr id="8" name="TextBox 7"/>
          <p:cNvSpPr txBox="1"/>
          <p:nvPr/>
        </p:nvSpPr>
        <p:spPr>
          <a:xfrm>
            <a:off x="399333" y="2057343"/>
            <a:ext cx="2916629" cy="1292662"/>
          </a:xfrm>
          <a:prstGeom prst="rect">
            <a:avLst/>
          </a:prstGeom>
          <a:noFill/>
        </p:spPr>
        <p:txBody>
          <a:bodyPr wrap="square" rtlCol="0">
            <a:spAutoFit/>
          </a:bodyPr>
          <a:lstStyle/>
          <a:p>
            <a:r>
              <a:rPr lang="en-US" sz="2600" b="1" dirty="0">
                <a:solidFill>
                  <a:srgbClr val="3A3A3A"/>
                </a:solidFill>
              </a:rPr>
              <a:t>Physiotherapy</a:t>
            </a:r>
          </a:p>
          <a:p>
            <a:r>
              <a:rPr lang="en-US" sz="2600" dirty="0">
                <a:solidFill>
                  <a:srgbClr val="3A3A3A"/>
                </a:solidFill>
              </a:rPr>
              <a:t>Physical restoration</a:t>
            </a:r>
          </a:p>
        </p:txBody>
      </p:sp>
      <p:sp>
        <p:nvSpPr>
          <p:cNvPr id="9" name="TextBox 8"/>
          <p:cNvSpPr txBox="1"/>
          <p:nvPr/>
        </p:nvSpPr>
        <p:spPr>
          <a:xfrm>
            <a:off x="322436" y="4009141"/>
            <a:ext cx="4489277" cy="1292662"/>
          </a:xfrm>
          <a:prstGeom prst="rect">
            <a:avLst/>
          </a:prstGeom>
          <a:noFill/>
        </p:spPr>
        <p:txBody>
          <a:bodyPr wrap="square" rtlCol="0">
            <a:spAutoFit/>
          </a:bodyPr>
          <a:lstStyle/>
          <a:p>
            <a:r>
              <a:rPr lang="en-US" sz="2600" b="1" dirty="0">
                <a:solidFill>
                  <a:srgbClr val="3A3A3A"/>
                </a:solidFill>
              </a:rPr>
              <a:t>Occupational Therapy</a:t>
            </a:r>
          </a:p>
          <a:p>
            <a:r>
              <a:rPr lang="en-US" sz="2600" dirty="0">
                <a:solidFill>
                  <a:srgbClr val="3A3A3A"/>
                </a:solidFill>
              </a:rPr>
              <a:t>Assess impact on occupational performance  </a:t>
            </a:r>
          </a:p>
        </p:txBody>
      </p:sp>
      <p:sp>
        <p:nvSpPr>
          <p:cNvPr id="10" name="TextBox 9"/>
          <p:cNvSpPr txBox="1"/>
          <p:nvPr/>
        </p:nvSpPr>
        <p:spPr>
          <a:xfrm>
            <a:off x="5536973" y="439257"/>
            <a:ext cx="3828859" cy="1692771"/>
          </a:xfrm>
          <a:prstGeom prst="rect">
            <a:avLst/>
          </a:prstGeom>
          <a:noFill/>
        </p:spPr>
        <p:txBody>
          <a:bodyPr wrap="square" rtlCol="0">
            <a:spAutoFit/>
          </a:bodyPr>
          <a:lstStyle/>
          <a:p>
            <a:r>
              <a:rPr lang="en-US" sz="2600" b="1" dirty="0">
                <a:solidFill>
                  <a:schemeClr val="accent6">
                    <a:lumMod val="25000"/>
                  </a:schemeClr>
                </a:solidFill>
              </a:rPr>
              <a:t>Psychology</a:t>
            </a:r>
          </a:p>
          <a:p>
            <a:pPr marL="457200" indent="-457200">
              <a:buFont typeface="Arial"/>
              <a:buChar char="•"/>
            </a:pPr>
            <a:r>
              <a:rPr lang="en-US" sz="2600" dirty="0">
                <a:solidFill>
                  <a:schemeClr val="accent6">
                    <a:lumMod val="25000"/>
                  </a:schemeClr>
                </a:solidFill>
              </a:rPr>
              <a:t>Psychometric assessments</a:t>
            </a:r>
          </a:p>
          <a:p>
            <a:pPr marL="457200" indent="-457200">
              <a:buFont typeface="Arial"/>
              <a:buChar char="•"/>
            </a:pPr>
            <a:r>
              <a:rPr lang="en-US" sz="2600" dirty="0">
                <a:solidFill>
                  <a:schemeClr val="accent6">
                    <a:lumMod val="25000"/>
                  </a:schemeClr>
                </a:solidFill>
              </a:rPr>
              <a:t>Evaluate mood </a:t>
            </a:r>
          </a:p>
        </p:txBody>
      </p:sp>
      <p:sp>
        <p:nvSpPr>
          <p:cNvPr id="11" name="TextBox 10"/>
          <p:cNvSpPr txBox="1"/>
          <p:nvPr/>
        </p:nvSpPr>
        <p:spPr>
          <a:xfrm>
            <a:off x="6825947" y="4427931"/>
            <a:ext cx="2010744" cy="892552"/>
          </a:xfrm>
          <a:prstGeom prst="rect">
            <a:avLst/>
          </a:prstGeom>
          <a:noFill/>
        </p:spPr>
        <p:txBody>
          <a:bodyPr wrap="square" rtlCol="0">
            <a:spAutoFit/>
          </a:bodyPr>
          <a:lstStyle/>
          <a:p>
            <a:r>
              <a:rPr lang="en-US" sz="2600" b="1" dirty="0">
                <a:solidFill>
                  <a:schemeClr val="accent6">
                    <a:lumMod val="25000"/>
                  </a:schemeClr>
                </a:solidFill>
              </a:rPr>
              <a:t>Nursing</a:t>
            </a:r>
          </a:p>
          <a:p>
            <a:r>
              <a:rPr lang="en-US" sz="2600" dirty="0">
                <a:solidFill>
                  <a:schemeClr val="accent6">
                    <a:lumMod val="25000"/>
                  </a:schemeClr>
                </a:solidFill>
              </a:rPr>
              <a:t>Care </a:t>
            </a:r>
          </a:p>
        </p:txBody>
      </p:sp>
    </p:spTree>
    <p:extLst>
      <p:ext uri="{BB962C8B-B14F-4D97-AF65-F5344CB8AC3E}">
        <p14:creationId xmlns:p14="http://schemas.microsoft.com/office/powerpoint/2010/main" val="13875985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382588" y="112713"/>
            <a:ext cx="8915400" cy="1143000"/>
          </a:xfrm>
        </p:spPr>
        <p:txBody>
          <a:bodyPr/>
          <a:lstStyle/>
          <a:p>
            <a:r>
              <a:rPr lang="en-GB" altLang="en-US" dirty="0"/>
              <a:t>How do you assess cognitive and visual perceptual impairment? </a:t>
            </a:r>
          </a:p>
        </p:txBody>
      </p:sp>
      <p:sp>
        <p:nvSpPr>
          <p:cNvPr id="17410" name="Rectangle 3"/>
          <p:cNvSpPr>
            <a:spLocks noGrp="1" noChangeArrowheads="1"/>
          </p:cNvSpPr>
          <p:nvPr>
            <p:ph type="body" idx="1"/>
          </p:nvPr>
        </p:nvSpPr>
        <p:spPr>
          <a:xfrm>
            <a:off x="285750" y="1530350"/>
            <a:ext cx="9163050" cy="4259263"/>
          </a:xfrm>
        </p:spPr>
        <p:txBody>
          <a:bodyPr/>
          <a:lstStyle/>
          <a:p>
            <a:pPr marL="457200" indent="-457200">
              <a:lnSpc>
                <a:spcPct val="120000"/>
              </a:lnSpc>
              <a:buFontTx/>
              <a:buChar char="•"/>
            </a:pPr>
            <a:r>
              <a:rPr lang="en-GB" altLang="en-US" sz="2600" dirty="0"/>
              <a:t>Cognitive and perceptual screens</a:t>
            </a:r>
          </a:p>
          <a:p>
            <a:pPr marL="0" indent="0">
              <a:lnSpc>
                <a:spcPct val="120000"/>
              </a:lnSpc>
            </a:pPr>
            <a:endParaRPr lang="en-GB" altLang="en-US" sz="2600" dirty="0"/>
          </a:p>
          <a:p>
            <a:pPr marL="457200" indent="-457200">
              <a:lnSpc>
                <a:spcPct val="120000"/>
              </a:lnSpc>
              <a:buFontTx/>
              <a:buChar char="•"/>
            </a:pPr>
            <a:r>
              <a:rPr lang="en-GB" altLang="en-US" sz="2600" dirty="0"/>
              <a:t>Functional assessments</a:t>
            </a:r>
          </a:p>
          <a:p>
            <a:pPr marL="0" indent="0">
              <a:lnSpc>
                <a:spcPct val="120000"/>
              </a:lnSpc>
            </a:pPr>
            <a:endParaRPr lang="en-GB" altLang="en-US" sz="2600" dirty="0"/>
          </a:p>
          <a:p>
            <a:pPr marL="457200" indent="-457200">
              <a:lnSpc>
                <a:spcPct val="120000"/>
              </a:lnSpc>
              <a:buFontTx/>
              <a:buChar char="•"/>
            </a:pPr>
            <a:r>
              <a:rPr lang="en-GB" altLang="en-US" sz="2600" dirty="0"/>
              <a:t>In-depth standardised assessment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Cognition and visual perceptual Screens</a:t>
            </a:r>
            <a:endParaRPr lang="en-GB" dirty="0"/>
          </a:p>
        </p:txBody>
      </p:sp>
      <p:sp>
        <p:nvSpPr>
          <p:cNvPr id="6" name="Content Placeholder 2"/>
          <p:cNvSpPr>
            <a:spLocks noGrp="1"/>
          </p:cNvSpPr>
          <p:nvPr>
            <p:ph idx="1"/>
          </p:nvPr>
        </p:nvSpPr>
        <p:spPr>
          <a:xfrm>
            <a:off x="335124" y="1373188"/>
            <a:ext cx="4779925" cy="4254341"/>
          </a:xfrm>
        </p:spPr>
        <p:txBody>
          <a:bodyPr>
            <a:noAutofit/>
          </a:bodyPr>
          <a:lstStyle/>
          <a:p>
            <a:pPr marL="0" indent="0"/>
            <a:r>
              <a:rPr lang="en-US" sz="2600" dirty="0"/>
              <a:t>Montreal Cognitive Assessment (</a:t>
            </a:r>
            <a:r>
              <a:rPr lang="en-US" sz="2600" dirty="0" err="1"/>
              <a:t>MoCA</a:t>
            </a:r>
            <a:r>
              <a:rPr lang="en-US" sz="2600" dirty="0"/>
              <a:t>)</a:t>
            </a:r>
          </a:p>
          <a:p>
            <a:pPr marL="0" indent="0"/>
            <a:endParaRPr lang="en-US" sz="2600" dirty="0"/>
          </a:p>
          <a:p>
            <a:pPr marL="457200" indent="-457200">
              <a:spcBef>
                <a:spcPts val="0"/>
              </a:spcBef>
              <a:buFont typeface="Arial"/>
              <a:buChar char="•"/>
            </a:pPr>
            <a:r>
              <a:rPr lang="en-US" sz="2600" dirty="0"/>
              <a:t>Visual spatial </a:t>
            </a:r>
          </a:p>
          <a:p>
            <a:pPr marL="457200" indent="-457200">
              <a:spcBef>
                <a:spcPts val="0"/>
              </a:spcBef>
              <a:buFont typeface="Arial"/>
              <a:buChar char="•"/>
            </a:pPr>
            <a:r>
              <a:rPr lang="en-US" sz="2600" dirty="0"/>
              <a:t>Attention</a:t>
            </a:r>
          </a:p>
          <a:p>
            <a:pPr marL="457200" indent="-457200">
              <a:spcBef>
                <a:spcPts val="0"/>
              </a:spcBef>
              <a:buFont typeface="Arial"/>
              <a:buChar char="•"/>
            </a:pPr>
            <a:r>
              <a:rPr lang="en-US" sz="2600" dirty="0"/>
              <a:t>Language</a:t>
            </a:r>
          </a:p>
          <a:p>
            <a:pPr marL="457200" indent="-457200">
              <a:spcBef>
                <a:spcPts val="0"/>
              </a:spcBef>
              <a:buFont typeface="Arial"/>
              <a:buChar char="•"/>
            </a:pPr>
            <a:r>
              <a:rPr lang="en-US" sz="2600" dirty="0"/>
              <a:t>Executive dysfunction</a:t>
            </a:r>
          </a:p>
          <a:p>
            <a:pPr marL="457200" indent="-457200">
              <a:spcBef>
                <a:spcPts val="0"/>
              </a:spcBef>
              <a:buFont typeface="Arial"/>
              <a:buChar char="•"/>
            </a:pPr>
            <a:r>
              <a:rPr lang="en-US" sz="2600" dirty="0"/>
              <a:t>Memory</a:t>
            </a:r>
          </a:p>
          <a:p>
            <a:endParaRPr lang="en-US" sz="2000" dirty="0"/>
          </a:p>
        </p:txBody>
      </p:sp>
      <p:pic>
        <p:nvPicPr>
          <p:cNvPr id="3" name="Picture 2" descr="Montreal-Cognitive-Assessment.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4239" y="1234882"/>
            <a:ext cx="3285526" cy="4375006"/>
          </a:xfrm>
          <a:prstGeom prst="rect">
            <a:avLst/>
          </a:prstGeom>
        </p:spPr>
      </p:pic>
    </p:spTree>
    <p:extLst>
      <p:ext uri="{BB962C8B-B14F-4D97-AF65-F5344CB8AC3E}">
        <p14:creationId xmlns:p14="http://schemas.microsoft.com/office/powerpoint/2010/main" val="16371099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361757" y="387766"/>
            <a:ext cx="4779925" cy="4254341"/>
          </a:xfrm>
        </p:spPr>
        <p:txBody>
          <a:bodyPr>
            <a:noAutofit/>
          </a:bodyPr>
          <a:lstStyle/>
          <a:p>
            <a:r>
              <a:rPr lang="en-GB" b="1" dirty="0"/>
              <a:t>The ACE cognitive assessment</a:t>
            </a:r>
            <a:r>
              <a:rPr lang="en-GB" dirty="0"/>
              <a:t> refers to the Addenbrooke's Cognitive Examination (ACE-III), a 15-minute test used to screen for cognitive impairment, particularly dementia. It evaluates five cognitive domains: attention, memory, verbal fluency, language, and visuospatial abilities, with a higher score (out of 100) indicating better cognitive function</a:t>
            </a:r>
            <a:endParaRPr lang="en-US" sz="2000" dirty="0"/>
          </a:p>
        </p:txBody>
      </p:sp>
      <p:pic>
        <p:nvPicPr>
          <p:cNvPr id="4098" name="Picture 2" descr="Addenbrooke's Cognitive Examination">
            <a:extLst>
              <a:ext uri="{FF2B5EF4-FFF2-40B4-BE49-F238E27FC236}">
                <a16:creationId xmlns:a16="http://schemas.microsoft.com/office/drawing/2014/main" id="{C38D0224-EBD5-49DD-AD1F-F9BCF2B2B1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7736" y="158332"/>
            <a:ext cx="3350457" cy="4713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0323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Cognitive observations </a:t>
            </a:r>
          </a:p>
        </p:txBody>
      </p:sp>
      <p:sp>
        <p:nvSpPr>
          <p:cNvPr id="3" name="Content Placeholder 2"/>
          <p:cNvSpPr>
            <a:spLocks noGrp="1"/>
          </p:cNvSpPr>
          <p:nvPr>
            <p:ph idx="1"/>
          </p:nvPr>
        </p:nvSpPr>
        <p:spPr>
          <a:xfrm>
            <a:off x="350837" y="1570063"/>
            <a:ext cx="9014996" cy="3933978"/>
          </a:xfrm>
        </p:spPr>
        <p:txBody>
          <a:bodyPr/>
          <a:lstStyle/>
          <a:p>
            <a:pPr marL="7938" lvl="1" indent="0" algn="l">
              <a:buNone/>
            </a:pPr>
            <a:r>
              <a:rPr lang="en-GB" sz="2600" dirty="0">
                <a:solidFill>
                  <a:schemeClr val="accent6">
                    <a:lumMod val="25000"/>
                  </a:schemeClr>
                </a:solidFill>
              </a:rPr>
              <a:t>Can they focus on your instruction? </a:t>
            </a:r>
          </a:p>
          <a:p>
            <a:pPr marL="7938" lvl="1" indent="0" algn="l">
              <a:buNone/>
            </a:pPr>
            <a:r>
              <a:rPr lang="en-GB" sz="2600" dirty="0">
                <a:solidFill>
                  <a:schemeClr val="accent6">
                    <a:lumMod val="25000"/>
                  </a:schemeClr>
                </a:solidFill>
              </a:rPr>
              <a:t>Can they concentrate over a long period or does their ability to listen/ follow what you say get more difficult over time</a:t>
            </a:r>
          </a:p>
          <a:p>
            <a:pPr marL="7938" lvl="1" indent="0" algn="l">
              <a:buNone/>
            </a:pPr>
            <a:r>
              <a:rPr lang="en-GB" sz="2600" dirty="0">
                <a:solidFill>
                  <a:schemeClr val="accent6">
                    <a:lumMod val="25000"/>
                  </a:schemeClr>
                </a:solidFill>
              </a:rPr>
              <a:t>Do they forgot to attend appointment or forget advice you have given </a:t>
            </a:r>
          </a:p>
          <a:p>
            <a:pPr marL="0" indent="0"/>
            <a:r>
              <a:rPr lang="en-GB" sz="2600" dirty="0">
                <a:solidFill>
                  <a:schemeClr val="accent6">
                    <a:lumMod val="25000"/>
                  </a:schemeClr>
                </a:solidFill>
              </a:rPr>
              <a:t>Do they have difficulty copying your instructions or using objects</a:t>
            </a:r>
          </a:p>
          <a:p>
            <a:pPr marL="0" indent="0"/>
            <a:r>
              <a:rPr lang="en-GB" sz="2600" dirty="0">
                <a:solidFill>
                  <a:schemeClr val="accent6">
                    <a:lumMod val="25000"/>
                  </a:schemeClr>
                </a:solidFill>
              </a:rPr>
              <a:t>Do they take a long time to follow your instruction. </a:t>
            </a:r>
          </a:p>
        </p:txBody>
      </p:sp>
    </p:spTree>
    <p:extLst>
      <p:ext uri="{BB962C8B-B14F-4D97-AF65-F5344CB8AC3E}">
        <p14:creationId xmlns:p14="http://schemas.microsoft.com/office/powerpoint/2010/main" val="19349378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Visual perception observations </a:t>
            </a:r>
          </a:p>
        </p:txBody>
      </p:sp>
      <p:sp>
        <p:nvSpPr>
          <p:cNvPr id="3" name="Content Placeholder 2"/>
          <p:cNvSpPr>
            <a:spLocks noGrp="1"/>
          </p:cNvSpPr>
          <p:nvPr>
            <p:ph idx="1"/>
          </p:nvPr>
        </p:nvSpPr>
        <p:spPr>
          <a:xfrm>
            <a:off x="495300" y="1600200"/>
            <a:ext cx="8891588" cy="4838823"/>
          </a:xfrm>
        </p:spPr>
        <p:txBody>
          <a:bodyPr/>
          <a:lstStyle/>
          <a:p>
            <a:r>
              <a:rPr lang="en-GB" sz="2600" dirty="0"/>
              <a:t>Can they find objects at bed space?</a:t>
            </a:r>
          </a:p>
          <a:p>
            <a:r>
              <a:rPr lang="en-GB" sz="2600" dirty="0"/>
              <a:t>What can patients see within the room?</a:t>
            </a:r>
          </a:p>
          <a:p>
            <a:r>
              <a:rPr lang="en-GB" sz="2600" dirty="0"/>
              <a:t>Do they bump into items?</a:t>
            </a:r>
          </a:p>
          <a:p>
            <a:r>
              <a:rPr lang="en-GB" sz="2600" dirty="0"/>
              <a:t>Recognise their bedside and find their way around the ward?</a:t>
            </a:r>
          </a:p>
          <a:p>
            <a:r>
              <a:rPr lang="en-GB" sz="2600" dirty="0"/>
              <a:t>Can they describe how their body is organised?</a:t>
            </a:r>
          </a:p>
          <a:p>
            <a:r>
              <a:rPr lang="en-GB" sz="2600" dirty="0"/>
              <a:t>Can they recognise an objects? </a:t>
            </a:r>
          </a:p>
          <a:p>
            <a:r>
              <a:rPr lang="en-GB" sz="2600" dirty="0"/>
              <a:t>Difficulty judging distances- </a:t>
            </a:r>
            <a:r>
              <a:rPr lang="en-GB" sz="2600" dirty="0" err="1"/>
              <a:t>ie</a:t>
            </a:r>
            <a:r>
              <a:rPr lang="en-GB" sz="2600" dirty="0"/>
              <a:t> transferring from bed to chair?</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1185682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Case study- </a:t>
            </a:r>
            <a:r>
              <a:rPr lang="en-US" dirty="0" err="1"/>
              <a:t>Mr</a:t>
            </a:r>
            <a:r>
              <a:rPr lang="en-US" dirty="0"/>
              <a:t> B (PART B)</a:t>
            </a:r>
          </a:p>
        </p:txBody>
      </p:sp>
      <p:sp>
        <p:nvSpPr>
          <p:cNvPr id="3" name="Content Placeholder 2"/>
          <p:cNvSpPr>
            <a:spLocks noGrp="1"/>
          </p:cNvSpPr>
          <p:nvPr>
            <p:ph idx="1"/>
          </p:nvPr>
        </p:nvSpPr>
        <p:spPr>
          <a:xfrm>
            <a:off x="194019" y="1305446"/>
            <a:ext cx="4973945" cy="5221782"/>
          </a:xfrm>
        </p:spPr>
        <p:txBody>
          <a:bodyPr/>
          <a:lstStyle/>
          <a:p>
            <a:pPr>
              <a:buFontTx/>
              <a:buChar char="-"/>
            </a:pPr>
            <a:r>
              <a:rPr lang="en-GB" sz="2400" dirty="0"/>
              <a:t>Reluctance to turn to the left hand side when walking</a:t>
            </a:r>
          </a:p>
          <a:p>
            <a:pPr>
              <a:buFontTx/>
              <a:buChar char="-"/>
            </a:pPr>
            <a:r>
              <a:rPr lang="en-GB" sz="2400" dirty="0"/>
              <a:t>Overfilled a cup of water at the bedside.</a:t>
            </a:r>
          </a:p>
          <a:p>
            <a:pPr>
              <a:buFontTx/>
              <a:buChar char="-"/>
            </a:pPr>
            <a:r>
              <a:rPr lang="en-GB" sz="2400" dirty="0"/>
              <a:t>Unable to find his way in familiar places when it is busy</a:t>
            </a:r>
          </a:p>
          <a:p>
            <a:pPr>
              <a:buFontTx/>
              <a:buChar char="-"/>
            </a:pPr>
            <a:r>
              <a:rPr lang="en-GB" sz="2400" dirty="0"/>
              <a:t>Find its difficult to hold a conversation when it is busy.</a:t>
            </a:r>
          </a:p>
          <a:p>
            <a:pPr>
              <a:buFontTx/>
              <a:buChar char="-"/>
            </a:pPr>
            <a:r>
              <a:rPr lang="en-GB" sz="2400" dirty="0"/>
              <a:t>Doesn’t always listen to instructions</a:t>
            </a:r>
          </a:p>
          <a:p>
            <a:pPr marL="0" indent="0">
              <a:buNone/>
            </a:pPr>
            <a:r>
              <a:rPr lang="en-GB" sz="2400" b="1" dirty="0"/>
              <a:t>What kind of cognitive and perceptual abilities do you think has be affected by the stroke?</a:t>
            </a:r>
          </a:p>
          <a:p>
            <a:endParaRPr lang="en-US" dirty="0"/>
          </a:p>
        </p:txBody>
      </p:sp>
      <p:pic>
        <p:nvPicPr>
          <p:cNvPr id="4" name="Picture 3" descr="Stroke-and-rehabilitation-physiotherapy-at-Airedale-Hospital.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17753" y="1454874"/>
            <a:ext cx="4413191" cy="2937775"/>
          </a:xfrm>
          <a:prstGeom prst="rect">
            <a:avLst/>
          </a:prstGeom>
        </p:spPr>
      </p:pic>
    </p:spTree>
    <p:extLst>
      <p:ext uri="{BB962C8B-B14F-4D97-AF65-F5344CB8AC3E}">
        <p14:creationId xmlns:p14="http://schemas.microsoft.com/office/powerpoint/2010/main" val="21424310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idx="4294967295"/>
          </p:nvPr>
        </p:nvSpPr>
        <p:spPr>
          <a:xfrm>
            <a:off x="252413" y="260350"/>
            <a:ext cx="9653587" cy="750888"/>
          </a:xfrm>
        </p:spPr>
        <p:txBody>
          <a:bodyPr/>
          <a:lstStyle/>
          <a:p>
            <a:pPr eaLnBrk="1" hangingPunct="1"/>
            <a:r>
              <a:rPr lang="en-US" altLang="en-US" sz="4000" dirty="0">
                <a:cs typeface="Arial" panose="020B0604020202020204" pitchFamily="34" charset="0"/>
              </a:rPr>
              <a:t> </a:t>
            </a:r>
            <a:r>
              <a:rPr lang="en-GB" dirty="0"/>
              <a:t>Cognitive and visual perceptual rehabilitation </a:t>
            </a:r>
            <a:endParaRPr lang="en-GB" altLang="en-US" dirty="0">
              <a:cs typeface="Arial" panose="020B0604020202020204" pitchFamily="34" charset="0"/>
            </a:endParaRPr>
          </a:p>
        </p:txBody>
      </p:sp>
      <p:sp>
        <p:nvSpPr>
          <p:cNvPr id="583683" name="Rectangle 3"/>
          <p:cNvSpPr>
            <a:spLocks noGrp="1" noChangeArrowheads="1"/>
          </p:cNvSpPr>
          <p:nvPr>
            <p:ph type="body" idx="4294967295"/>
          </p:nvPr>
        </p:nvSpPr>
        <p:spPr>
          <a:xfrm>
            <a:off x="149225" y="1004888"/>
            <a:ext cx="9756775" cy="4843462"/>
          </a:xfrm>
        </p:spPr>
        <p:txBody>
          <a:bodyPr/>
          <a:lstStyle/>
          <a:p>
            <a:pPr lvl="1" algn="l" eaLnBrk="1" hangingPunct="1"/>
            <a:endParaRPr lang="en-US" altLang="en-US" sz="2000" dirty="0">
              <a:solidFill>
                <a:srgbClr val="4D4D4D"/>
              </a:solidFill>
            </a:endParaRPr>
          </a:p>
          <a:p>
            <a:r>
              <a:rPr lang="en-GB" sz="2000" dirty="0"/>
              <a:t>4 principles:</a:t>
            </a:r>
          </a:p>
          <a:p>
            <a:endParaRPr lang="en-GB" sz="2000" dirty="0"/>
          </a:p>
          <a:p>
            <a:pPr marL="457200" indent="-457200">
              <a:buFont typeface="+mj-lt"/>
              <a:buAutoNum type="arabicPeriod"/>
            </a:pPr>
            <a:r>
              <a:rPr lang="en-GB" sz="2000" b="1" dirty="0"/>
              <a:t>Education</a:t>
            </a:r>
            <a:r>
              <a:rPr lang="en-GB" sz="2000" dirty="0"/>
              <a:t>; ‘drip feed’ approach; lots of repetition.</a:t>
            </a:r>
          </a:p>
          <a:p>
            <a:pPr marL="457200" indent="-457200">
              <a:buFont typeface="+mj-lt"/>
              <a:buAutoNum type="arabicPeriod"/>
            </a:pPr>
            <a:endParaRPr lang="en-GB" sz="2000" dirty="0"/>
          </a:p>
          <a:p>
            <a:pPr marL="457200" indent="-457200">
              <a:buFont typeface="+mj-lt"/>
              <a:buAutoNum type="arabicPeriod"/>
            </a:pPr>
            <a:r>
              <a:rPr lang="en-GB" sz="2000" b="1" dirty="0"/>
              <a:t>Process/impairment based; </a:t>
            </a:r>
            <a:r>
              <a:rPr lang="en-GB" sz="2000" dirty="0"/>
              <a:t>targeting specific impairments with exercises to overcome the problem.</a:t>
            </a:r>
          </a:p>
          <a:p>
            <a:pPr marL="457200" indent="-457200">
              <a:buFont typeface="+mj-lt"/>
              <a:buAutoNum type="arabicPeriod"/>
            </a:pPr>
            <a:endParaRPr lang="en-GB" sz="2000" dirty="0"/>
          </a:p>
          <a:p>
            <a:pPr marL="457200" indent="-457200">
              <a:buFont typeface="+mj-lt"/>
              <a:buAutoNum type="arabicPeriod"/>
            </a:pPr>
            <a:r>
              <a:rPr lang="en-GB" sz="2000" b="1" dirty="0"/>
              <a:t>Strategy/ compensatory;</a:t>
            </a:r>
            <a:r>
              <a:rPr lang="en-GB" sz="2000" dirty="0"/>
              <a:t> training to compensate for the problem.</a:t>
            </a:r>
          </a:p>
          <a:p>
            <a:pPr marL="457200" indent="-457200">
              <a:buFont typeface="+mj-lt"/>
              <a:buAutoNum type="arabicPeriod"/>
            </a:pPr>
            <a:endParaRPr lang="en-GB" sz="2000" dirty="0"/>
          </a:p>
          <a:p>
            <a:pPr marL="457200" indent="-457200">
              <a:buFont typeface="+mj-lt"/>
              <a:buAutoNum type="arabicPeriod"/>
            </a:pPr>
            <a:r>
              <a:rPr lang="en-GB" sz="2000" b="1" dirty="0"/>
              <a:t>Function; </a:t>
            </a:r>
            <a:r>
              <a:rPr lang="en-GB" sz="2000" dirty="0"/>
              <a:t>practice the skills learned in their everyday life.</a:t>
            </a:r>
          </a:p>
          <a:p>
            <a:pPr marL="1050925" lvl="1" indent="-514350" algn="l" eaLnBrk="1" hangingPunct="1">
              <a:buFont typeface="+mj-lt"/>
              <a:buAutoNum type="arabicPeriod"/>
            </a:pPr>
            <a:endParaRPr lang="en-US" altLang="en-US" sz="2800" dirty="0">
              <a:solidFill>
                <a:srgbClr val="4D4D4D"/>
              </a:solidFill>
            </a:endParaRPr>
          </a:p>
          <a:p>
            <a:pPr lvl="1" algn="l" eaLnBrk="1" hangingPunct="1">
              <a:buFontTx/>
              <a:buChar char="•"/>
            </a:pPr>
            <a:endParaRPr lang="en-US" altLang="en-US" sz="2800" dirty="0">
              <a:solidFill>
                <a:srgbClr val="4D4D4D"/>
              </a:solidFill>
            </a:endParaRPr>
          </a:p>
          <a:p>
            <a:pPr lvl="1" algn="l" eaLnBrk="1" hangingPunct="1">
              <a:buFontTx/>
              <a:buNone/>
            </a:pPr>
            <a:r>
              <a:rPr lang="en-US" altLang="en-US" sz="2800" dirty="0">
                <a:solidFill>
                  <a:srgbClr val="4D4D4D"/>
                </a:solidFill>
              </a:rPr>
              <a:t>		</a:t>
            </a:r>
          </a:p>
          <a:p>
            <a:pPr lvl="1" algn="l" eaLnBrk="1" hangingPunct="1">
              <a:lnSpc>
                <a:spcPct val="125000"/>
              </a:lnSpc>
              <a:buFontTx/>
              <a:buChar char="•"/>
            </a:pPr>
            <a:endParaRPr lang="en-US" altLang="en-US" sz="2800" dirty="0">
              <a:solidFill>
                <a:srgbClr val="4D4D4D"/>
              </a:solidFill>
            </a:endParaRPr>
          </a:p>
          <a:p>
            <a:pPr lvl="1" algn="l" eaLnBrk="1" hangingPunct="1">
              <a:lnSpc>
                <a:spcPct val="125000"/>
              </a:lnSpc>
              <a:buFontTx/>
              <a:buChar char="•"/>
            </a:pPr>
            <a:endParaRPr lang="en-US" altLang="en-US" sz="2800" dirty="0">
              <a:solidFill>
                <a:srgbClr val="4D4D4D"/>
              </a:solidFill>
            </a:endParaRPr>
          </a:p>
          <a:p>
            <a:pPr lvl="1" algn="l" eaLnBrk="1" hangingPunct="1">
              <a:lnSpc>
                <a:spcPct val="125000"/>
              </a:lnSpc>
              <a:buFontTx/>
              <a:buChar char="•"/>
            </a:pPr>
            <a:endParaRPr lang="en-US" altLang="en-US" sz="2800" dirty="0">
              <a:solidFill>
                <a:srgbClr val="4D4D4D"/>
              </a:solidFill>
            </a:endParaRPr>
          </a:p>
          <a:p>
            <a:pPr lvl="1" algn="l" eaLnBrk="1" hangingPunct="1">
              <a:lnSpc>
                <a:spcPct val="125000"/>
              </a:lnSpc>
              <a:buFontTx/>
              <a:buChar char="•"/>
            </a:pPr>
            <a:endParaRPr lang="en-US" altLang="en-US" sz="2800" dirty="0">
              <a:solidFill>
                <a:srgbClr val="4D4D4D"/>
              </a:solidFill>
            </a:endParaRPr>
          </a:p>
          <a:p>
            <a:pPr lvl="1" eaLnBrk="1" hangingPunct="1">
              <a:lnSpc>
                <a:spcPct val="125000"/>
              </a:lnSpc>
              <a:buFontTx/>
              <a:buChar char="•"/>
            </a:pPr>
            <a:endParaRPr lang="en-US" altLang="en-US" sz="2800" dirty="0">
              <a:solidFill>
                <a:srgbClr val="4D4D4D"/>
              </a:solidFill>
            </a:endParaRPr>
          </a:p>
          <a:p>
            <a:pPr lvl="2" algn="l" eaLnBrk="1" hangingPunct="1">
              <a:lnSpc>
                <a:spcPct val="125000"/>
              </a:lnSpc>
            </a:pPr>
            <a:endParaRPr lang="en-US" altLang="en-US" sz="2400" dirty="0">
              <a:solidFill>
                <a:srgbClr val="4D4D4D"/>
              </a:solidFill>
            </a:endParaRPr>
          </a:p>
          <a:p>
            <a:pPr lvl="1" algn="l" eaLnBrk="1" hangingPunct="1">
              <a:lnSpc>
                <a:spcPct val="125000"/>
              </a:lnSpc>
              <a:buFontTx/>
              <a:buChar char="•"/>
            </a:pPr>
            <a:endParaRPr lang="en-US" altLang="en-US" sz="2800" dirty="0">
              <a:solidFill>
                <a:srgbClr val="4D4D4D"/>
              </a:solidFill>
            </a:endParaRPr>
          </a:p>
          <a:p>
            <a:pPr lvl="1" algn="l" eaLnBrk="1" hangingPunct="1">
              <a:lnSpc>
                <a:spcPct val="125000"/>
              </a:lnSpc>
              <a:buFontTx/>
              <a:buChar char="•"/>
            </a:pPr>
            <a:endParaRPr lang="en-GB" altLang="en-US" sz="2800" dirty="0">
              <a:solidFill>
                <a:srgbClr val="4D4D4D"/>
              </a:solidFill>
            </a:endParaRPr>
          </a:p>
          <a:p>
            <a:pPr eaLnBrk="1" hangingPunct="1">
              <a:lnSpc>
                <a:spcPct val="150000"/>
              </a:lnSpc>
            </a:pPr>
            <a:endParaRPr lang="en-GB" altLang="en-US" sz="3300" dirty="0"/>
          </a:p>
          <a:p>
            <a:pPr eaLnBrk="1" hangingPunct="1"/>
            <a:endParaRPr lang="en-GB" altLang="en-US" sz="3300" dirty="0"/>
          </a:p>
          <a:p>
            <a:pPr eaLnBrk="1" hangingPunct="1"/>
            <a:endParaRPr lang="en-GB" altLang="en-US" sz="3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p:txBody>
          <a:bodyPr/>
          <a:lstStyle/>
          <a:p>
            <a:r>
              <a:rPr lang="en-GB" altLang="en-US" dirty="0"/>
              <a:t>Memory impairment- interventions in physiotherapy</a:t>
            </a:r>
            <a:br>
              <a:rPr lang="en-GB" altLang="en-US" dirty="0"/>
            </a:br>
            <a:endParaRPr lang="en-GB" altLang="en-US" dirty="0"/>
          </a:p>
        </p:txBody>
      </p:sp>
      <p:sp>
        <p:nvSpPr>
          <p:cNvPr id="32770" name="Rectangle 3"/>
          <p:cNvSpPr>
            <a:spLocks noGrp="1" noChangeArrowheads="1"/>
          </p:cNvSpPr>
          <p:nvPr>
            <p:ph type="body" idx="1"/>
          </p:nvPr>
        </p:nvSpPr>
        <p:spPr>
          <a:xfrm>
            <a:off x="350838" y="1243013"/>
            <a:ext cx="9147175" cy="4179887"/>
          </a:xfrm>
        </p:spPr>
        <p:txBody>
          <a:bodyPr/>
          <a:lstStyle/>
          <a:p>
            <a:endParaRPr lang="en-GB" altLang="en-US" sz="2000" dirty="0"/>
          </a:p>
          <a:p>
            <a:pPr>
              <a:buFontTx/>
              <a:buChar char="•"/>
            </a:pPr>
            <a:r>
              <a:rPr lang="en-GB" altLang="en-US" sz="2000" dirty="0"/>
              <a:t>Write down important information</a:t>
            </a:r>
          </a:p>
          <a:p>
            <a:pPr>
              <a:buFontTx/>
              <a:buChar char="•"/>
            </a:pPr>
            <a:endParaRPr lang="en-GB" altLang="en-US" sz="2000" dirty="0"/>
          </a:p>
          <a:p>
            <a:pPr>
              <a:buFontTx/>
              <a:buChar char="•"/>
            </a:pPr>
            <a:r>
              <a:rPr lang="en-GB" altLang="en-US" sz="2000" dirty="0"/>
              <a:t>Reinforcement and repetition</a:t>
            </a:r>
          </a:p>
          <a:p>
            <a:pPr>
              <a:buFontTx/>
              <a:buChar char="•"/>
            </a:pPr>
            <a:endParaRPr lang="en-GB" altLang="en-US" sz="2000" dirty="0"/>
          </a:p>
          <a:p>
            <a:pPr>
              <a:buFontTx/>
              <a:buChar char="•"/>
            </a:pPr>
            <a:r>
              <a:rPr lang="en-GB" altLang="en-US" sz="2000" dirty="0"/>
              <a:t>External aids – prompt sheets, </a:t>
            </a:r>
          </a:p>
          <a:p>
            <a:r>
              <a:rPr lang="en-GB" altLang="en-US" sz="2000" dirty="0"/>
              <a:t>	pictures</a:t>
            </a:r>
          </a:p>
          <a:p>
            <a:endParaRPr lang="en-GB" altLang="en-US" sz="2000" dirty="0"/>
          </a:p>
          <a:p>
            <a:pPr>
              <a:buFontTx/>
              <a:buChar char="•"/>
            </a:pPr>
            <a:r>
              <a:rPr lang="en-GB" altLang="en-US" sz="2000" dirty="0"/>
              <a:t>Consistency – location, tasks, </a:t>
            </a:r>
          </a:p>
          <a:p>
            <a:r>
              <a:rPr lang="en-GB" altLang="en-US" sz="2000" dirty="0"/>
              <a:t>	methods</a:t>
            </a:r>
          </a:p>
          <a:p>
            <a:pPr>
              <a:buFontTx/>
              <a:buChar char="•"/>
            </a:pPr>
            <a:endParaRPr lang="en-GB" altLang="en-US" sz="2000" dirty="0"/>
          </a:p>
        </p:txBody>
      </p:sp>
      <p:sp>
        <p:nvSpPr>
          <p:cNvPr id="32772" name="Text Box 4"/>
          <p:cNvSpPr txBox="1">
            <a:spLocks noChangeArrowheads="1"/>
          </p:cNvSpPr>
          <p:nvPr/>
        </p:nvSpPr>
        <p:spPr bwMode="auto">
          <a:xfrm>
            <a:off x="5064653" y="1491035"/>
            <a:ext cx="4616450" cy="37856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defTabSz="1073150" eaLnBrk="0" hangingPunct="0">
              <a:defRPr sz="3600">
                <a:solidFill>
                  <a:schemeClr val="tx1"/>
                </a:solidFill>
                <a:latin typeface="Arial" panose="020B0604020202020204" pitchFamily="34" charset="0"/>
                <a:ea typeface="MS PGothic" panose="020B0600070205080204" pitchFamily="34" charset="-128"/>
              </a:defRPr>
            </a:lvl1pPr>
            <a:lvl2pPr defTabSz="1073150" eaLnBrk="0" hangingPunct="0">
              <a:defRPr sz="3600">
                <a:solidFill>
                  <a:schemeClr val="tx1"/>
                </a:solidFill>
                <a:latin typeface="Arial" panose="020B0604020202020204" pitchFamily="34" charset="0"/>
                <a:ea typeface="MS PGothic" panose="020B0600070205080204" pitchFamily="34" charset="-128"/>
              </a:defRPr>
            </a:lvl2pPr>
            <a:lvl3pPr defTabSz="1073150" eaLnBrk="0" hangingPunct="0">
              <a:defRPr sz="3600">
                <a:solidFill>
                  <a:schemeClr val="tx1"/>
                </a:solidFill>
                <a:latin typeface="Arial" panose="020B0604020202020204" pitchFamily="34" charset="0"/>
                <a:ea typeface="MS PGothic" panose="020B0600070205080204" pitchFamily="34" charset="-128"/>
              </a:defRPr>
            </a:lvl3pPr>
            <a:lvl4pPr defTabSz="1073150" eaLnBrk="0" hangingPunct="0">
              <a:defRPr sz="3600">
                <a:solidFill>
                  <a:schemeClr val="tx1"/>
                </a:solidFill>
                <a:latin typeface="Arial" panose="020B0604020202020204" pitchFamily="34" charset="0"/>
                <a:ea typeface="MS PGothic" panose="020B0600070205080204" pitchFamily="34" charset="-128"/>
              </a:defRPr>
            </a:lvl4pPr>
            <a:lvl5pPr defTabSz="1073150" eaLnBrk="0" hangingPunct="0">
              <a:defRPr sz="3600">
                <a:solidFill>
                  <a:schemeClr val="tx1"/>
                </a:solidFill>
                <a:latin typeface="Arial" panose="020B0604020202020204" pitchFamily="34" charset="0"/>
                <a:ea typeface="MS PGothic" panose="020B0600070205080204" pitchFamily="34" charset="-128"/>
              </a:defRPr>
            </a:lvl5pPr>
            <a:lvl6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6pPr>
            <a:lvl7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7pPr>
            <a:lvl8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8pPr>
            <a:lvl9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9pPr>
          </a:lstStyle>
          <a:p>
            <a:pPr eaLnBrk="1" hangingPunct="1">
              <a:buFontTx/>
              <a:buChar char="•"/>
            </a:pPr>
            <a:r>
              <a:rPr lang="en-GB" altLang="en-US" sz="2000" dirty="0">
                <a:solidFill>
                  <a:srgbClr val="4D4D4D"/>
                </a:solidFill>
              </a:rPr>
              <a:t>Preparation – revisit before session, remind at end</a:t>
            </a:r>
          </a:p>
          <a:p>
            <a:pPr eaLnBrk="1" hangingPunct="1">
              <a:buFontTx/>
              <a:buChar char="•"/>
            </a:pPr>
            <a:endParaRPr lang="en-GB" altLang="en-US" sz="2000" dirty="0">
              <a:solidFill>
                <a:srgbClr val="4D4D4D"/>
              </a:solidFill>
            </a:endParaRPr>
          </a:p>
          <a:p>
            <a:pPr eaLnBrk="1" hangingPunct="1">
              <a:buFontTx/>
              <a:buChar char="•"/>
            </a:pPr>
            <a:r>
              <a:rPr lang="en-GB" altLang="en-US" sz="2000" dirty="0">
                <a:solidFill>
                  <a:srgbClr val="4D4D4D"/>
                </a:solidFill>
              </a:rPr>
              <a:t>Consider location for therapy</a:t>
            </a:r>
          </a:p>
          <a:p>
            <a:pPr eaLnBrk="1" hangingPunct="1">
              <a:buFontTx/>
              <a:buChar char="•"/>
            </a:pPr>
            <a:endParaRPr lang="en-GB" altLang="en-US" sz="2000" dirty="0">
              <a:solidFill>
                <a:srgbClr val="4D4D4D"/>
              </a:solidFill>
            </a:endParaRPr>
          </a:p>
          <a:p>
            <a:pPr eaLnBrk="1" hangingPunct="1">
              <a:buFontTx/>
              <a:buChar char="•"/>
            </a:pPr>
            <a:r>
              <a:rPr lang="en-GB" altLang="en-US" sz="2000" dirty="0">
                <a:solidFill>
                  <a:srgbClr val="4D4D4D"/>
                </a:solidFill>
              </a:rPr>
              <a:t>Create links to aid memory – e.g. diary</a:t>
            </a:r>
          </a:p>
          <a:p>
            <a:pPr eaLnBrk="1" hangingPunct="1">
              <a:buFontTx/>
              <a:buChar char="•"/>
            </a:pPr>
            <a:endParaRPr lang="en-GB" altLang="en-US" sz="2000" dirty="0">
              <a:solidFill>
                <a:srgbClr val="4D4D4D"/>
              </a:solidFill>
            </a:endParaRPr>
          </a:p>
          <a:p>
            <a:pPr eaLnBrk="1" hangingPunct="1">
              <a:buFontTx/>
              <a:buChar char="•"/>
            </a:pPr>
            <a:r>
              <a:rPr lang="en-GB" altLang="en-US" sz="2000" dirty="0">
                <a:solidFill>
                  <a:srgbClr val="4D4D4D"/>
                </a:solidFill>
              </a:rPr>
              <a:t>Ask family and MDT colleagues for </a:t>
            </a:r>
          </a:p>
          <a:p>
            <a:pPr eaLnBrk="1" hangingPunct="1"/>
            <a:r>
              <a:rPr lang="en-GB" altLang="en-US" sz="2000" dirty="0">
                <a:solidFill>
                  <a:srgbClr val="4D4D4D"/>
                </a:solidFill>
              </a:rPr>
              <a:t>Strategies</a:t>
            </a:r>
          </a:p>
          <a:p>
            <a:pPr eaLnBrk="1" hangingPunct="1"/>
            <a:endParaRPr lang="en-GB" altLang="en-US" sz="2000" dirty="0">
              <a:solidFill>
                <a:srgbClr val="4D4D4D"/>
              </a:solidFill>
            </a:endParaRPr>
          </a:p>
          <a:p>
            <a:pPr eaLnBrk="1" hangingPunct="1">
              <a:buFontTx/>
              <a:buChar char="•"/>
            </a:pPr>
            <a:r>
              <a:rPr lang="en-GB" altLang="en-US" sz="2000" dirty="0">
                <a:solidFill>
                  <a:srgbClr val="4D4D4D"/>
                </a:solidFill>
              </a:rPr>
              <a:t>Be aware of how this limits rehabilitation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r>
              <a:rPr lang="en-GB" altLang="en-US" dirty="0"/>
              <a:t>Attention deficits- interventions in physiotherapy</a:t>
            </a:r>
          </a:p>
        </p:txBody>
      </p:sp>
      <p:sp>
        <p:nvSpPr>
          <p:cNvPr id="25602" name="Rectangle 3"/>
          <p:cNvSpPr>
            <a:spLocks noGrp="1" noChangeArrowheads="1"/>
          </p:cNvSpPr>
          <p:nvPr>
            <p:ph type="body" idx="1"/>
          </p:nvPr>
        </p:nvSpPr>
        <p:spPr>
          <a:xfrm>
            <a:off x="350838" y="1673225"/>
            <a:ext cx="9259887" cy="4108450"/>
          </a:xfrm>
        </p:spPr>
        <p:txBody>
          <a:bodyPr/>
          <a:lstStyle/>
          <a:p>
            <a:pPr>
              <a:buFont typeface="Arial"/>
              <a:buChar char="•"/>
            </a:pPr>
            <a:r>
              <a:rPr lang="en-GB" altLang="en-US" sz="2400" dirty="0"/>
              <a:t>Give instruction one step at a time</a:t>
            </a:r>
          </a:p>
          <a:p>
            <a:pPr marL="0" indent="0"/>
            <a:endParaRPr lang="en-GB" altLang="en-US" sz="2400" dirty="0"/>
          </a:p>
          <a:p>
            <a:pPr>
              <a:buFontTx/>
              <a:buChar char="•"/>
            </a:pPr>
            <a:r>
              <a:rPr lang="en-GB" altLang="en-US" sz="2400" dirty="0"/>
              <a:t>Reduce distractions</a:t>
            </a:r>
          </a:p>
          <a:p>
            <a:pPr>
              <a:buFontTx/>
              <a:buChar char="•"/>
            </a:pPr>
            <a:endParaRPr lang="en-GB" altLang="en-US" sz="2400" dirty="0"/>
          </a:p>
          <a:p>
            <a:pPr>
              <a:buFontTx/>
              <a:buChar char="•"/>
            </a:pPr>
            <a:r>
              <a:rPr lang="en-GB" altLang="en-US" sz="2400" dirty="0"/>
              <a:t>Grade complexity of tasks</a:t>
            </a:r>
          </a:p>
          <a:p>
            <a:pPr>
              <a:buFontTx/>
              <a:buChar char="•"/>
            </a:pPr>
            <a:endParaRPr lang="en-GB" altLang="en-US" sz="2400" dirty="0"/>
          </a:p>
          <a:p>
            <a:pPr>
              <a:buFontTx/>
              <a:buChar char="•"/>
            </a:pPr>
            <a:r>
              <a:rPr lang="en-GB" altLang="en-US" sz="2400" dirty="0"/>
              <a:t>Simple instructions</a:t>
            </a:r>
          </a:p>
          <a:p>
            <a:pPr>
              <a:buFontTx/>
              <a:buChar char="•"/>
            </a:pPr>
            <a:endParaRPr lang="en-GB" altLang="en-US" sz="2400" dirty="0"/>
          </a:p>
          <a:p>
            <a:pPr>
              <a:buFontTx/>
              <a:buChar char="•"/>
            </a:pPr>
            <a:r>
              <a:rPr lang="en-GB" altLang="en-US" sz="2400" dirty="0"/>
              <a:t>Identify limits of tolerance/fatigue</a:t>
            </a:r>
          </a:p>
          <a:p>
            <a:pPr>
              <a:buFontTx/>
              <a:buChar char="•"/>
            </a:pPr>
            <a:endParaRPr lang="en-GB" altLang="en-US" sz="2400" dirty="0"/>
          </a:p>
          <a:p>
            <a:pPr>
              <a:buFontTx/>
              <a:buChar char="•"/>
            </a:pPr>
            <a:endParaRPr lang="en-GB" altLang="en-US" sz="2400" dirty="0"/>
          </a:p>
        </p:txBody>
      </p:sp>
      <p:sp>
        <p:nvSpPr>
          <p:cNvPr id="25604" name="Rectangle 3"/>
          <p:cNvSpPr>
            <a:spLocks noChangeArrowheads="1"/>
          </p:cNvSpPr>
          <p:nvPr/>
        </p:nvSpPr>
        <p:spPr bwMode="auto">
          <a:xfrm>
            <a:off x="5574949" y="1816831"/>
            <a:ext cx="3797300" cy="4108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07166" tIns="53583" rIns="107166" bIns="53583"/>
          <a:lstStyle>
            <a:lvl1pPr marL="401638" indent="-401638" defTabSz="1073150" eaLnBrk="0" hangingPunct="0">
              <a:spcBef>
                <a:spcPct val="20000"/>
              </a:spcBef>
              <a:defRPr sz="2100">
                <a:solidFill>
                  <a:srgbClr val="4D4D4D"/>
                </a:solidFill>
                <a:latin typeface="Arial" panose="020B0604020202020204" pitchFamily="34" charset="0"/>
                <a:ea typeface="MS PGothic" panose="020B0600070205080204" pitchFamily="34" charset="-128"/>
              </a:defRPr>
            </a:lvl1pPr>
            <a:lvl2pPr marL="742950" indent="-285750" algn="r" defTabSz="1073150" eaLnBrk="0" hangingPunct="0">
              <a:spcBef>
                <a:spcPct val="20000"/>
              </a:spcBef>
              <a:buChar char="–"/>
              <a:defRPr sz="3300">
                <a:solidFill>
                  <a:schemeClr val="tx1"/>
                </a:solidFill>
                <a:latin typeface="Arial" panose="020B0604020202020204" pitchFamily="34" charset="0"/>
                <a:ea typeface="MS PGothic" panose="020B0600070205080204" pitchFamily="34" charset="-128"/>
              </a:defRPr>
            </a:lvl2pPr>
            <a:lvl3pPr marL="1143000" indent="-228600" algn="r" defTabSz="1073150" eaLnBrk="0" hangingPunct="0">
              <a:spcBef>
                <a:spcPct val="20000"/>
              </a:spcBef>
              <a:buChar char="•"/>
              <a:defRPr sz="2800">
                <a:solidFill>
                  <a:schemeClr val="tx1"/>
                </a:solidFill>
                <a:latin typeface="Arial" panose="020B0604020202020204" pitchFamily="34" charset="0"/>
                <a:ea typeface="MS PGothic" panose="020B0600070205080204" pitchFamily="34" charset="-128"/>
              </a:defRPr>
            </a:lvl3pPr>
            <a:lvl4pPr marL="1600200" indent="-228600" algn="r" defTabSz="1073150" eaLnBrk="0" hangingPunct="0">
              <a:spcBef>
                <a:spcPct val="20000"/>
              </a:spcBef>
              <a:buChar char="–"/>
              <a:defRPr sz="2300">
                <a:solidFill>
                  <a:schemeClr val="tx1"/>
                </a:solidFill>
                <a:latin typeface="Arial" panose="020B0604020202020204" pitchFamily="34" charset="0"/>
                <a:ea typeface="MS PGothic" panose="020B0600070205080204" pitchFamily="34" charset="-128"/>
              </a:defRPr>
            </a:lvl4pPr>
            <a:lvl5pPr marL="2057400" indent="-228600" algn="r" defTabSz="1073150" eaLnBrk="0" hangingPunct="0">
              <a:spcBef>
                <a:spcPct val="20000"/>
              </a:spcBef>
              <a:buChar char="»"/>
              <a:defRPr sz="2300">
                <a:solidFill>
                  <a:schemeClr val="tx1"/>
                </a:solidFill>
                <a:latin typeface="Arial" panose="020B0604020202020204" pitchFamily="34" charset="0"/>
                <a:ea typeface="MS PGothic" panose="020B0600070205080204" pitchFamily="34" charset="-128"/>
              </a:defRPr>
            </a:lvl5pPr>
            <a:lvl6pPr marL="2514600" indent="-228600" algn="r" defTabSz="1073150" eaLnBrk="0" fontAlgn="base" hangingPunct="0">
              <a:spcBef>
                <a:spcPct val="20000"/>
              </a:spcBef>
              <a:spcAft>
                <a:spcPct val="0"/>
              </a:spcAft>
              <a:buChar char="»"/>
              <a:defRPr sz="2300">
                <a:solidFill>
                  <a:schemeClr val="tx1"/>
                </a:solidFill>
                <a:latin typeface="Arial" panose="020B0604020202020204" pitchFamily="34" charset="0"/>
                <a:ea typeface="MS PGothic" panose="020B0600070205080204" pitchFamily="34" charset="-128"/>
              </a:defRPr>
            </a:lvl6pPr>
            <a:lvl7pPr marL="2971800" indent="-228600" algn="r" defTabSz="1073150" eaLnBrk="0" fontAlgn="base" hangingPunct="0">
              <a:spcBef>
                <a:spcPct val="20000"/>
              </a:spcBef>
              <a:spcAft>
                <a:spcPct val="0"/>
              </a:spcAft>
              <a:buChar char="»"/>
              <a:defRPr sz="2300">
                <a:solidFill>
                  <a:schemeClr val="tx1"/>
                </a:solidFill>
                <a:latin typeface="Arial" panose="020B0604020202020204" pitchFamily="34" charset="0"/>
                <a:ea typeface="MS PGothic" panose="020B0600070205080204" pitchFamily="34" charset="-128"/>
              </a:defRPr>
            </a:lvl7pPr>
            <a:lvl8pPr marL="3429000" indent="-228600" algn="r" defTabSz="1073150" eaLnBrk="0" fontAlgn="base" hangingPunct="0">
              <a:spcBef>
                <a:spcPct val="20000"/>
              </a:spcBef>
              <a:spcAft>
                <a:spcPct val="0"/>
              </a:spcAft>
              <a:buChar char="»"/>
              <a:defRPr sz="2300">
                <a:solidFill>
                  <a:schemeClr val="tx1"/>
                </a:solidFill>
                <a:latin typeface="Arial" panose="020B0604020202020204" pitchFamily="34" charset="0"/>
                <a:ea typeface="MS PGothic" panose="020B0600070205080204" pitchFamily="34" charset="-128"/>
              </a:defRPr>
            </a:lvl8pPr>
            <a:lvl9pPr marL="3886200" indent="-228600" algn="r" defTabSz="1073150" eaLnBrk="0" fontAlgn="base" hangingPunct="0">
              <a:spcBef>
                <a:spcPct val="20000"/>
              </a:spcBef>
              <a:spcAft>
                <a:spcPct val="0"/>
              </a:spcAft>
              <a:buChar char="»"/>
              <a:defRPr sz="2300">
                <a:solidFill>
                  <a:schemeClr val="tx1"/>
                </a:solidFill>
                <a:latin typeface="Arial" panose="020B0604020202020204" pitchFamily="34" charset="0"/>
                <a:ea typeface="MS PGothic" panose="020B0600070205080204" pitchFamily="34" charset="-128"/>
              </a:defRPr>
            </a:lvl9pPr>
          </a:lstStyle>
          <a:p>
            <a:pPr>
              <a:lnSpc>
                <a:spcPct val="80000"/>
              </a:lnSpc>
            </a:pPr>
            <a:endParaRPr lang="en-GB" altLang="en-US" sz="2400" dirty="0"/>
          </a:p>
          <a:p>
            <a:pPr>
              <a:lnSpc>
                <a:spcPct val="80000"/>
              </a:lnSpc>
              <a:buFontTx/>
              <a:buChar char="•"/>
            </a:pPr>
            <a:r>
              <a:rPr lang="en-GB" altLang="en-US" sz="2400" dirty="0"/>
              <a:t>Timing of sessions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r>
              <a:rPr lang="en-GB" altLang="en-US" dirty="0"/>
              <a:t>Speed of Processing: interventions in physiotherapy</a:t>
            </a:r>
          </a:p>
        </p:txBody>
      </p:sp>
      <p:sp>
        <p:nvSpPr>
          <p:cNvPr id="27650" name="Rectangle 3"/>
          <p:cNvSpPr>
            <a:spLocks noGrp="1" noChangeArrowheads="1"/>
          </p:cNvSpPr>
          <p:nvPr>
            <p:ph type="body" idx="1"/>
          </p:nvPr>
        </p:nvSpPr>
        <p:spPr>
          <a:xfrm>
            <a:off x="271057" y="1111389"/>
            <a:ext cx="9138462" cy="4328796"/>
          </a:xfrm>
        </p:spPr>
        <p:txBody>
          <a:bodyPr/>
          <a:lstStyle/>
          <a:p>
            <a:pPr marL="457200" indent="-457200">
              <a:buFont typeface="Arial"/>
              <a:buChar char="•"/>
            </a:pPr>
            <a:r>
              <a:rPr lang="en-GB" altLang="en-US" sz="2600" dirty="0"/>
              <a:t>Identify delay – count</a:t>
            </a:r>
          </a:p>
          <a:p>
            <a:pPr marL="0" indent="0"/>
            <a:endParaRPr lang="en-GB" altLang="en-US" sz="2600" dirty="0"/>
          </a:p>
          <a:p>
            <a:pPr>
              <a:buFontTx/>
              <a:buChar char="•"/>
            </a:pPr>
            <a:r>
              <a:rPr lang="en-GB" altLang="en-US" sz="2600" dirty="0"/>
              <a:t>Identify patterns – worse </a:t>
            </a:r>
          </a:p>
          <a:p>
            <a:r>
              <a:rPr lang="en-GB" altLang="en-US" sz="2600" dirty="0"/>
              <a:t>	with fatigue</a:t>
            </a:r>
          </a:p>
          <a:p>
            <a:endParaRPr lang="en-GB" altLang="en-US" sz="2600" dirty="0"/>
          </a:p>
          <a:p>
            <a:pPr>
              <a:buFontTx/>
              <a:buChar char="•"/>
            </a:pPr>
            <a:r>
              <a:rPr lang="en-GB" altLang="en-US" sz="2600" dirty="0"/>
              <a:t>Allow time for information </a:t>
            </a:r>
          </a:p>
          <a:p>
            <a:r>
              <a:rPr lang="en-GB" altLang="en-US" sz="2600" dirty="0"/>
              <a:t>	to be received/response- WAIT!</a:t>
            </a:r>
          </a:p>
          <a:p>
            <a:endParaRPr lang="en-GB" altLang="en-US" sz="2600" dirty="0"/>
          </a:p>
          <a:p>
            <a:pPr marL="457200" indent="-457200">
              <a:buFont typeface="Arial"/>
              <a:buChar char="•"/>
            </a:pPr>
            <a:r>
              <a:rPr lang="en-GB" altLang="en-US" sz="2600" dirty="0"/>
              <a:t>Simple instructions</a:t>
            </a:r>
          </a:p>
          <a:p>
            <a:endParaRPr lang="en-GB" altLang="en-US" sz="2600" dirty="0"/>
          </a:p>
          <a:p>
            <a:endParaRPr lang="en-GB" altLang="en-US" sz="2600" dirty="0"/>
          </a:p>
          <a:p>
            <a:pPr>
              <a:buFontTx/>
              <a:buChar char="•"/>
            </a:pPr>
            <a:endParaRPr lang="en-GB" altLang="en-US" sz="2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p:txBody>
          <a:bodyPr/>
          <a:lstStyle/>
          <a:p>
            <a:r>
              <a:rPr lang="en-GB" altLang="en-US" dirty="0"/>
              <a:t>Disorientation- </a:t>
            </a:r>
            <a:r>
              <a:rPr lang="en-GB" altLang="en-US" sz="2800" dirty="0"/>
              <a:t>Interventions in physiotherapy:</a:t>
            </a:r>
            <a:br>
              <a:rPr lang="en-GB" altLang="en-US" sz="2800" dirty="0"/>
            </a:br>
            <a:r>
              <a:rPr lang="en-GB" altLang="en-US" dirty="0"/>
              <a:t> </a:t>
            </a:r>
          </a:p>
        </p:txBody>
      </p:sp>
      <p:sp>
        <p:nvSpPr>
          <p:cNvPr id="29698" name="Rectangle 3"/>
          <p:cNvSpPr>
            <a:spLocks noGrp="1" noChangeArrowheads="1"/>
          </p:cNvSpPr>
          <p:nvPr>
            <p:ph type="body" idx="1"/>
          </p:nvPr>
        </p:nvSpPr>
        <p:spPr>
          <a:xfrm>
            <a:off x="350838" y="1384300"/>
            <a:ext cx="9202737" cy="3952875"/>
          </a:xfrm>
        </p:spPr>
        <p:txBody>
          <a:bodyPr/>
          <a:lstStyle/>
          <a:p>
            <a:pPr marL="342900" indent="-342900">
              <a:lnSpc>
                <a:spcPct val="80000"/>
              </a:lnSpc>
              <a:buFont typeface="Arial"/>
              <a:buChar char="•"/>
            </a:pPr>
            <a:r>
              <a:rPr lang="en-GB" altLang="en-US" sz="2400" dirty="0"/>
              <a:t>Re-orientate patient</a:t>
            </a:r>
          </a:p>
          <a:p>
            <a:pPr marL="342900" indent="-342900">
              <a:lnSpc>
                <a:spcPct val="80000"/>
              </a:lnSpc>
              <a:buFont typeface="Arial"/>
              <a:buChar char="•"/>
            </a:pPr>
            <a:endParaRPr lang="en-GB" altLang="en-US" sz="2400" dirty="0"/>
          </a:p>
          <a:p>
            <a:pPr>
              <a:lnSpc>
                <a:spcPct val="80000"/>
              </a:lnSpc>
              <a:buFontTx/>
              <a:buChar char="•"/>
            </a:pPr>
            <a:r>
              <a:rPr lang="en-GB" altLang="en-US" sz="2400" dirty="0"/>
              <a:t>State clear aims</a:t>
            </a:r>
          </a:p>
          <a:p>
            <a:pPr>
              <a:lnSpc>
                <a:spcPct val="80000"/>
              </a:lnSpc>
              <a:buFontTx/>
              <a:buChar char="•"/>
            </a:pPr>
            <a:endParaRPr lang="en-GB" altLang="en-US" sz="2400" dirty="0"/>
          </a:p>
          <a:p>
            <a:pPr>
              <a:lnSpc>
                <a:spcPct val="80000"/>
              </a:lnSpc>
              <a:buFontTx/>
              <a:buChar char="•"/>
            </a:pPr>
            <a:r>
              <a:rPr lang="en-GB" altLang="en-US" sz="2400" dirty="0"/>
              <a:t>Repetition of information </a:t>
            </a:r>
          </a:p>
          <a:p>
            <a:pPr>
              <a:lnSpc>
                <a:spcPct val="80000"/>
              </a:lnSpc>
            </a:pPr>
            <a:r>
              <a:rPr lang="en-GB" altLang="en-US" sz="2400" dirty="0"/>
              <a:t>	– consider format</a:t>
            </a:r>
          </a:p>
          <a:p>
            <a:pPr>
              <a:lnSpc>
                <a:spcPct val="80000"/>
              </a:lnSpc>
            </a:pPr>
            <a:endParaRPr lang="en-GB" altLang="en-US" sz="2400" dirty="0"/>
          </a:p>
          <a:p>
            <a:pPr>
              <a:lnSpc>
                <a:spcPct val="80000"/>
              </a:lnSpc>
              <a:buFontTx/>
              <a:buChar char="•"/>
            </a:pPr>
            <a:r>
              <a:rPr lang="en-GB" altLang="en-US" sz="2400" dirty="0"/>
              <a:t>Use environmental cues</a:t>
            </a:r>
          </a:p>
        </p:txBody>
      </p:sp>
      <p:sp>
        <p:nvSpPr>
          <p:cNvPr id="29700" name="Text Box 4"/>
          <p:cNvSpPr txBox="1">
            <a:spLocks noChangeArrowheads="1"/>
          </p:cNvSpPr>
          <p:nvPr/>
        </p:nvSpPr>
        <p:spPr bwMode="auto">
          <a:xfrm>
            <a:off x="4759332" y="1382488"/>
            <a:ext cx="4559300" cy="3416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defTabSz="1073150" eaLnBrk="0" hangingPunct="0">
              <a:defRPr sz="3600">
                <a:solidFill>
                  <a:schemeClr val="tx1"/>
                </a:solidFill>
                <a:latin typeface="Arial" panose="020B0604020202020204" pitchFamily="34" charset="0"/>
                <a:ea typeface="MS PGothic" panose="020B0600070205080204" pitchFamily="34" charset="-128"/>
              </a:defRPr>
            </a:lvl1pPr>
            <a:lvl2pPr defTabSz="1073150" eaLnBrk="0" hangingPunct="0">
              <a:defRPr sz="3600">
                <a:solidFill>
                  <a:schemeClr val="tx1"/>
                </a:solidFill>
                <a:latin typeface="Arial" panose="020B0604020202020204" pitchFamily="34" charset="0"/>
                <a:ea typeface="MS PGothic" panose="020B0600070205080204" pitchFamily="34" charset="-128"/>
              </a:defRPr>
            </a:lvl2pPr>
            <a:lvl3pPr defTabSz="1073150" eaLnBrk="0" hangingPunct="0">
              <a:defRPr sz="3600">
                <a:solidFill>
                  <a:schemeClr val="tx1"/>
                </a:solidFill>
                <a:latin typeface="Arial" panose="020B0604020202020204" pitchFamily="34" charset="0"/>
                <a:ea typeface="MS PGothic" panose="020B0600070205080204" pitchFamily="34" charset="-128"/>
              </a:defRPr>
            </a:lvl3pPr>
            <a:lvl4pPr defTabSz="1073150" eaLnBrk="0" hangingPunct="0">
              <a:defRPr sz="3600">
                <a:solidFill>
                  <a:schemeClr val="tx1"/>
                </a:solidFill>
                <a:latin typeface="Arial" panose="020B0604020202020204" pitchFamily="34" charset="0"/>
                <a:ea typeface="MS PGothic" panose="020B0600070205080204" pitchFamily="34" charset="-128"/>
              </a:defRPr>
            </a:lvl4pPr>
            <a:lvl5pPr defTabSz="1073150" eaLnBrk="0" hangingPunct="0">
              <a:defRPr sz="3600">
                <a:solidFill>
                  <a:schemeClr val="tx1"/>
                </a:solidFill>
                <a:latin typeface="Arial" panose="020B0604020202020204" pitchFamily="34" charset="0"/>
                <a:ea typeface="MS PGothic" panose="020B0600070205080204" pitchFamily="34" charset="-128"/>
              </a:defRPr>
            </a:lvl5pPr>
            <a:lvl6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6pPr>
            <a:lvl7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7pPr>
            <a:lvl8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8pPr>
            <a:lvl9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9pPr>
          </a:lstStyle>
          <a:p>
            <a:pPr marL="342900" indent="-342900" eaLnBrk="1" hangingPunct="1">
              <a:buFont typeface="Arial"/>
              <a:buChar char="•"/>
            </a:pPr>
            <a:r>
              <a:rPr lang="en-GB" altLang="en-US" sz="2400" dirty="0">
                <a:solidFill>
                  <a:srgbClr val="4D4D4D"/>
                </a:solidFill>
              </a:rPr>
              <a:t>Consider environment for rehab, e.g. home </a:t>
            </a:r>
            <a:r>
              <a:rPr lang="en-GB" altLang="en-US" sz="2400" dirty="0" err="1">
                <a:solidFill>
                  <a:srgbClr val="4D4D4D"/>
                </a:solidFill>
              </a:rPr>
              <a:t>vs</a:t>
            </a:r>
            <a:r>
              <a:rPr lang="en-GB" altLang="en-US" sz="2400" dirty="0">
                <a:solidFill>
                  <a:srgbClr val="4D4D4D"/>
                </a:solidFill>
              </a:rPr>
              <a:t> hospital</a:t>
            </a:r>
          </a:p>
          <a:p>
            <a:pPr marL="342900" indent="-342900" eaLnBrk="1" hangingPunct="1">
              <a:buFont typeface="Arial"/>
              <a:buChar char="•"/>
            </a:pPr>
            <a:endParaRPr lang="en-GB" altLang="en-US" sz="2400" dirty="0">
              <a:solidFill>
                <a:srgbClr val="4D4D4D"/>
              </a:solidFill>
            </a:endParaRPr>
          </a:p>
          <a:p>
            <a:pPr marL="342900" indent="-342900" eaLnBrk="1" hangingPunct="1">
              <a:buFont typeface="Arial"/>
              <a:buChar char="•"/>
            </a:pPr>
            <a:r>
              <a:rPr lang="en-GB" altLang="en-US" sz="2400" dirty="0">
                <a:solidFill>
                  <a:srgbClr val="4D4D4D"/>
                </a:solidFill>
              </a:rPr>
              <a:t>Familiar items, people and  places may help – use family</a:t>
            </a:r>
          </a:p>
          <a:p>
            <a:pPr marL="342900" indent="-342900" eaLnBrk="1" hangingPunct="1">
              <a:buFont typeface="Arial"/>
              <a:buChar char="•"/>
            </a:pPr>
            <a:endParaRPr lang="en-GB" altLang="en-US" sz="2400" dirty="0">
              <a:solidFill>
                <a:srgbClr val="4D4D4D"/>
              </a:solidFill>
            </a:endParaRPr>
          </a:p>
          <a:p>
            <a:pPr marL="342900" indent="-342900" eaLnBrk="1" hangingPunct="1">
              <a:buFont typeface="Arial"/>
              <a:buChar char="•"/>
            </a:pPr>
            <a:r>
              <a:rPr lang="en-GB" altLang="en-US" sz="2400" dirty="0">
                <a:solidFill>
                  <a:srgbClr val="4D4D4D"/>
                </a:solidFill>
              </a:rPr>
              <a:t>Consider MDT intervention, e.g. orientation boards</a:t>
            </a:r>
          </a:p>
          <a:p>
            <a:pPr eaLnBrk="1" hangingPunct="1">
              <a:buFontTx/>
              <a:buChar char="•"/>
            </a:pPr>
            <a:endParaRPr lang="en-GB" alt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p:txBody>
          <a:bodyPr/>
          <a:lstStyle/>
          <a:p>
            <a:r>
              <a:rPr lang="en-GB" altLang="en-US" dirty="0"/>
              <a:t>Apraxia - Interventions in physiotherapy:</a:t>
            </a:r>
            <a:br>
              <a:rPr lang="en-GB" altLang="en-US" dirty="0"/>
            </a:br>
            <a:endParaRPr lang="en-GB" altLang="en-US" dirty="0"/>
          </a:p>
        </p:txBody>
      </p:sp>
      <p:sp>
        <p:nvSpPr>
          <p:cNvPr id="40962" name="Rectangle 3"/>
          <p:cNvSpPr>
            <a:spLocks noGrp="1" noChangeArrowheads="1"/>
          </p:cNvSpPr>
          <p:nvPr>
            <p:ph type="body" idx="1"/>
          </p:nvPr>
        </p:nvSpPr>
        <p:spPr>
          <a:xfrm>
            <a:off x="350838" y="1355725"/>
            <a:ext cx="9163050" cy="4010025"/>
          </a:xfrm>
        </p:spPr>
        <p:txBody>
          <a:bodyPr/>
          <a:lstStyle/>
          <a:p>
            <a:pPr marL="457200" indent="-457200">
              <a:buFont typeface="Arial"/>
              <a:buChar char="•"/>
            </a:pPr>
            <a:r>
              <a:rPr lang="en-GB" altLang="en-US" sz="2600" dirty="0"/>
              <a:t>Consider context of object use</a:t>
            </a:r>
          </a:p>
          <a:p>
            <a:pPr>
              <a:buFontTx/>
              <a:buChar char="•"/>
            </a:pPr>
            <a:endParaRPr lang="en-GB" altLang="en-US" sz="2600" dirty="0"/>
          </a:p>
          <a:p>
            <a:pPr>
              <a:buFontTx/>
              <a:buChar char="•"/>
            </a:pPr>
            <a:r>
              <a:rPr lang="en-GB" altLang="en-US" sz="2600" dirty="0"/>
              <a:t>Task-specific training with strategies</a:t>
            </a:r>
          </a:p>
          <a:p>
            <a:pPr>
              <a:buFontTx/>
              <a:buChar char="•"/>
            </a:pPr>
            <a:endParaRPr lang="en-GB" altLang="en-US" sz="2600" dirty="0"/>
          </a:p>
          <a:p>
            <a:pPr>
              <a:buFontTx/>
              <a:buChar char="•"/>
            </a:pPr>
            <a:r>
              <a:rPr lang="en-GB" altLang="en-US" sz="2600" dirty="0"/>
              <a:t>Structure and familiarity</a:t>
            </a:r>
          </a:p>
          <a:p>
            <a:pPr marL="0" indent="0"/>
            <a:endParaRPr lang="en-GB" altLang="en-US" sz="2600" dirty="0"/>
          </a:p>
          <a:p>
            <a:pPr>
              <a:buFontTx/>
              <a:buChar char="•"/>
            </a:pPr>
            <a:r>
              <a:rPr lang="en-GB" altLang="en-US" sz="2600" dirty="0"/>
              <a:t>Hand-over-hand facilitation</a:t>
            </a:r>
          </a:p>
          <a:p>
            <a:pPr>
              <a:buFontTx/>
              <a:buChar char="•"/>
            </a:pPr>
            <a:endParaRPr lang="en-GB" altLang="en-US" sz="2600" dirty="0"/>
          </a:p>
          <a:p>
            <a:pPr>
              <a:buFontTx/>
              <a:buChar char="•"/>
            </a:pPr>
            <a:r>
              <a:rPr lang="en-GB" altLang="en-US" sz="2600" dirty="0">
                <a:solidFill>
                  <a:schemeClr val="accent6">
                    <a:lumMod val="25000"/>
                  </a:schemeClr>
                </a:solidFill>
              </a:rPr>
              <a:t>Prevention of errors</a:t>
            </a:r>
          </a:p>
          <a:p>
            <a:pPr>
              <a:buFontTx/>
              <a:buChar char="•"/>
            </a:pPr>
            <a:endParaRPr lang="en-GB" altLang="en-US" sz="2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p:txBody>
          <a:bodyPr/>
          <a:lstStyle/>
          <a:p>
            <a:r>
              <a:rPr lang="en-GB" altLang="en-US" dirty="0" err="1"/>
              <a:t>Dysexecutive</a:t>
            </a:r>
            <a:r>
              <a:rPr lang="en-GB" altLang="en-US" dirty="0"/>
              <a:t> impairment- Interventions in physiotherapy:</a:t>
            </a:r>
          </a:p>
        </p:txBody>
      </p:sp>
      <p:sp>
        <p:nvSpPr>
          <p:cNvPr id="43010" name="Rectangle 3"/>
          <p:cNvSpPr>
            <a:spLocks noGrp="1" noChangeArrowheads="1"/>
          </p:cNvSpPr>
          <p:nvPr>
            <p:ph type="body" idx="1"/>
          </p:nvPr>
        </p:nvSpPr>
        <p:spPr>
          <a:xfrm>
            <a:off x="350838" y="1398588"/>
            <a:ext cx="9147175" cy="3868737"/>
          </a:xfrm>
        </p:spPr>
        <p:txBody>
          <a:bodyPr/>
          <a:lstStyle/>
          <a:p>
            <a:pPr marL="342900" indent="-342900">
              <a:lnSpc>
                <a:spcPct val="80000"/>
              </a:lnSpc>
              <a:buFont typeface="Arial"/>
              <a:buChar char="•"/>
            </a:pPr>
            <a:r>
              <a:rPr lang="en-GB" altLang="en-US" sz="2400" dirty="0"/>
              <a:t>External strategies – lists, prompt sheets, alarms, pictures</a:t>
            </a:r>
          </a:p>
          <a:p>
            <a:pPr marL="342900" indent="-342900">
              <a:lnSpc>
                <a:spcPct val="80000"/>
              </a:lnSpc>
              <a:buFont typeface="Arial"/>
              <a:buChar char="•"/>
            </a:pPr>
            <a:endParaRPr lang="en-GB" altLang="en-US" sz="2400" dirty="0"/>
          </a:p>
          <a:p>
            <a:pPr marL="342900" indent="-342900">
              <a:lnSpc>
                <a:spcPct val="80000"/>
              </a:lnSpc>
              <a:buFont typeface="Arial"/>
              <a:buChar char="•"/>
            </a:pPr>
            <a:r>
              <a:rPr lang="en-GB" altLang="en-US" sz="2400" dirty="0"/>
              <a:t>Give feedback </a:t>
            </a:r>
          </a:p>
          <a:p>
            <a:pPr marL="342900" indent="-342900">
              <a:lnSpc>
                <a:spcPct val="80000"/>
              </a:lnSpc>
              <a:buFont typeface="Arial"/>
              <a:buChar char="•"/>
            </a:pPr>
            <a:endParaRPr lang="en-GB" altLang="en-US" sz="2400" dirty="0"/>
          </a:p>
          <a:p>
            <a:pPr marL="342900" indent="-342900">
              <a:lnSpc>
                <a:spcPct val="80000"/>
              </a:lnSpc>
              <a:buFont typeface="Arial"/>
              <a:buChar char="•"/>
            </a:pPr>
            <a:r>
              <a:rPr lang="en-GB" altLang="en-US" sz="2400" dirty="0"/>
              <a:t>Prevent errors in performance</a:t>
            </a:r>
          </a:p>
          <a:p>
            <a:pPr>
              <a:lnSpc>
                <a:spcPct val="80000"/>
              </a:lnSpc>
              <a:buFontTx/>
              <a:buChar char="•"/>
            </a:pPr>
            <a:endParaRPr lang="en-GB" altLang="en-US" sz="2400" dirty="0"/>
          </a:p>
        </p:txBody>
      </p:sp>
      <p:sp>
        <p:nvSpPr>
          <p:cNvPr id="43012" name="Text Box 4"/>
          <p:cNvSpPr txBox="1">
            <a:spLocks noChangeArrowheads="1"/>
          </p:cNvSpPr>
          <p:nvPr/>
        </p:nvSpPr>
        <p:spPr bwMode="auto">
          <a:xfrm>
            <a:off x="5845175" y="2801938"/>
            <a:ext cx="3829050" cy="7848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defTabSz="1073150" eaLnBrk="0" hangingPunct="0">
              <a:defRPr sz="3600">
                <a:solidFill>
                  <a:schemeClr val="tx1"/>
                </a:solidFill>
                <a:latin typeface="Arial" panose="020B0604020202020204" pitchFamily="34" charset="0"/>
                <a:ea typeface="MS PGothic" panose="020B0600070205080204" pitchFamily="34" charset="-128"/>
              </a:defRPr>
            </a:lvl1pPr>
            <a:lvl2pPr defTabSz="1073150" eaLnBrk="0" hangingPunct="0">
              <a:defRPr sz="3600">
                <a:solidFill>
                  <a:schemeClr val="tx1"/>
                </a:solidFill>
                <a:latin typeface="Arial" panose="020B0604020202020204" pitchFamily="34" charset="0"/>
                <a:ea typeface="MS PGothic" panose="020B0600070205080204" pitchFamily="34" charset="-128"/>
              </a:defRPr>
            </a:lvl2pPr>
            <a:lvl3pPr defTabSz="1073150" eaLnBrk="0" hangingPunct="0">
              <a:defRPr sz="3600">
                <a:solidFill>
                  <a:schemeClr val="tx1"/>
                </a:solidFill>
                <a:latin typeface="Arial" panose="020B0604020202020204" pitchFamily="34" charset="0"/>
                <a:ea typeface="MS PGothic" panose="020B0600070205080204" pitchFamily="34" charset="-128"/>
              </a:defRPr>
            </a:lvl3pPr>
            <a:lvl4pPr defTabSz="1073150" eaLnBrk="0" hangingPunct="0">
              <a:defRPr sz="3600">
                <a:solidFill>
                  <a:schemeClr val="tx1"/>
                </a:solidFill>
                <a:latin typeface="Arial" panose="020B0604020202020204" pitchFamily="34" charset="0"/>
                <a:ea typeface="MS PGothic" panose="020B0600070205080204" pitchFamily="34" charset="-128"/>
              </a:defRPr>
            </a:lvl4pPr>
            <a:lvl5pPr defTabSz="1073150" eaLnBrk="0" hangingPunct="0">
              <a:defRPr sz="3600">
                <a:solidFill>
                  <a:schemeClr val="tx1"/>
                </a:solidFill>
                <a:latin typeface="Arial" panose="020B0604020202020204" pitchFamily="34" charset="0"/>
                <a:ea typeface="MS PGothic" panose="020B0600070205080204" pitchFamily="34" charset="-128"/>
              </a:defRPr>
            </a:lvl5pPr>
            <a:lvl6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6pPr>
            <a:lvl7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7pPr>
            <a:lvl8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8pPr>
            <a:lvl9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9pPr>
          </a:lstStyle>
          <a:p>
            <a:pPr eaLnBrk="1" hangingPunct="1"/>
            <a:endParaRPr lang="en-GB" altLang="en-US" sz="2400" dirty="0">
              <a:solidFill>
                <a:srgbClr val="4D4D4D"/>
              </a:solidFill>
            </a:endParaRPr>
          </a:p>
          <a:p>
            <a:pPr eaLnBrk="1" hangingPunct="1"/>
            <a:endParaRPr lang="en-GB" altLang="en-US" sz="2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p:txBody>
          <a:bodyPr/>
          <a:lstStyle/>
          <a:p>
            <a:r>
              <a:rPr lang="en-GB" altLang="en-US" dirty="0"/>
              <a:t>Insight- </a:t>
            </a:r>
            <a:r>
              <a:rPr lang="en-GB" altLang="en-US" sz="2800" dirty="0"/>
              <a:t>Intervention in Physiotherapy</a:t>
            </a:r>
            <a:br>
              <a:rPr lang="en-GB" altLang="en-US" sz="2800" dirty="0"/>
            </a:br>
            <a:endParaRPr lang="en-GB" altLang="en-US" dirty="0"/>
          </a:p>
        </p:txBody>
      </p:sp>
      <p:sp>
        <p:nvSpPr>
          <p:cNvPr id="45058" name="Rectangle 3"/>
          <p:cNvSpPr>
            <a:spLocks noGrp="1" noChangeArrowheads="1"/>
          </p:cNvSpPr>
          <p:nvPr>
            <p:ph type="body" idx="1"/>
          </p:nvPr>
        </p:nvSpPr>
        <p:spPr>
          <a:xfrm>
            <a:off x="350838" y="1271588"/>
            <a:ext cx="9177337" cy="4051300"/>
          </a:xfrm>
        </p:spPr>
        <p:txBody>
          <a:bodyPr/>
          <a:lstStyle/>
          <a:p>
            <a:pPr>
              <a:lnSpc>
                <a:spcPct val="90000"/>
              </a:lnSpc>
            </a:pPr>
            <a:endParaRPr lang="en-GB" altLang="en-US" sz="2400" dirty="0"/>
          </a:p>
          <a:p>
            <a:pPr>
              <a:lnSpc>
                <a:spcPct val="90000"/>
              </a:lnSpc>
              <a:buFontTx/>
              <a:buChar char="•"/>
            </a:pPr>
            <a:r>
              <a:rPr lang="en-GB" altLang="en-US" sz="2400" dirty="0"/>
              <a:t>Education</a:t>
            </a:r>
          </a:p>
          <a:p>
            <a:pPr>
              <a:lnSpc>
                <a:spcPct val="90000"/>
              </a:lnSpc>
              <a:buFontTx/>
              <a:buChar char="•"/>
            </a:pPr>
            <a:endParaRPr lang="en-GB" altLang="en-US" sz="2400" dirty="0"/>
          </a:p>
          <a:p>
            <a:pPr>
              <a:lnSpc>
                <a:spcPct val="90000"/>
              </a:lnSpc>
              <a:buFontTx/>
              <a:buChar char="•"/>
            </a:pPr>
            <a:r>
              <a:rPr lang="en-GB" altLang="en-US" sz="2400" dirty="0"/>
              <a:t>Reinforcement/repetition</a:t>
            </a:r>
          </a:p>
          <a:p>
            <a:pPr>
              <a:lnSpc>
                <a:spcPct val="90000"/>
              </a:lnSpc>
              <a:buFontTx/>
              <a:buChar char="•"/>
            </a:pPr>
            <a:endParaRPr lang="en-GB" altLang="en-US" sz="2400" dirty="0"/>
          </a:p>
          <a:p>
            <a:pPr>
              <a:lnSpc>
                <a:spcPct val="90000"/>
              </a:lnSpc>
              <a:buFontTx/>
              <a:buChar char="•"/>
            </a:pPr>
            <a:r>
              <a:rPr lang="en-GB" altLang="en-US" sz="2400" dirty="0"/>
              <a:t>Evaluation of performance, </a:t>
            </a:r>
          </a:p>
          <a:p>
            <a:pPr>
              <a:lnSpc>
                <a:spcPct val="90000"/>
              </a:lnSpc>
            </a:pPr>
            <a:r>
              <a:rPr lang="en-GB" altLang="en-US" sz="2400" dirty="0"/>
              <a:t>	pre- and post sessions</a:t>
            </a:r>
          </a:p>
          <a:p>
            <a:pPr>
              <a:lnSpc>
                <a:spcPct val="90000"/>
              </a:lnSpc>
              <a:buFontTx/>
              <a:buChar char="•"/>
            </a:pPr>
            <a:endParaRPr lang="en-GB" alt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p:txBody>
          <a:bodyPr/>
          <a:lstStyle/>
          <a:p>
            <a:r>
              <a:rPr lang="en-GB" altLang="en-US" dirty="0"/>
              <a:t>Visual and Spatial Perception</a:t>
            </a:r>
          </a:p>
        </p:txBody>
      </p:sp>
      <p:sp>
        <p:nvSpPr>
          <p:cNvPr id="34818" name="Rectangle 3"/>
          <p:cNvSpPr>
            <a:spLocks noGrp="1" noChangeArrowheads="1"/>
          </p:cNvSpPr>
          <p:nvPr>
            <p:ph type="body" idx="1"/>
          </p:nvPr>
        </p:nvSpPr>
        <p:spPr>
          <a:xfrm>
            <a:off x="350838" y="1398588"/>
            <a:ext cx="9148762" cy="3995737"/>
          </a:xfrm>
        </p:spPr>
        <p:txBody>
          <a:bodyPr/>
          <a:lstStyle/>
          <a:p>
            <a:r>
              <a:rPr lang="en-GB" altLang="en-US" sz="2400" dirty="0"/>
              <a:t>Assessment: observation, formal testing</a:t>
            </a:r>
          </a:p>
          <a:p>
            <a:endParaRPr lang="en-GB" altLang="en-US" sz="2400" dirty="0"/>
          </a:p>
          <a:p>
            <a:r>
              <a:rPr lang="en-GB" altLang="en-US" sz="2400" dirty="0"/>
              <a:t>Interventions in Physiotherapy:</a:t>
            </a:r>
          </a:p>
          <a:p>
            <a:endParaRPr lang="en-GB" altLang="en-US" sz="2400" dirty="0"/>
          </a:p>
          <a:p>
            <a:pPr>
              <a:buFontTx/>
              <a:buChar char="•"/>
            </a:pPr>
            <a:r>
              <a:rPr lang="en-GB" altLang="en-US" sz="2400" dirty="0"/>
              <a:t>Identify problem – </a:t>
            </a:r>
          </a:p>
          <a:p>
            <a:r>
              <a:rPr lang="en-GB" altLang="en-US" sz="2400" dirty="0"/>
              <a:t>	vision? depth?</a:t>
            </a:r>
          </a:p>
          <a:p>
            <a:pPr>
              <a:buFontTx/>
              <a:buChar char="•"/>
            </a:pPr>
            <a:r>
              <a:rPr lang="en-GB" altLang="en-US" sz="2400" dirty="0"/>
              <a:t>Consider contrast in environment</a:t>
            </a:r>
          </a:p>
          <a:p>
            <a:pPr>
              <a:buFontTx/>
              <a:buChar char="•"/>
            </a:pPr>
            <a:r>
              <a:rPr lang="en-GB" altLang="en-US" sz="2400" dirty="0"/>
              <a:t>Minimise obstacles</a:t>
            </a:r>
          </a:p>
        </p:txBody>
      </p:sp>
      <p:sp>
        <p:nvSpPr>
          <p:cNvPr id="34820" name="Text Box 4"/>
          <p:cNvSpPr txBox="1">
            <a:spLocks noChangeArrowheads="1"/>
          </p:cNvSpPr>
          <p:nvPr/>
        </p:nvSpPr>
        <p:spPr bwMode="auto">
          <a:xfrm>
            <a:off x="5916613" y="3186113"/>
            <a:ext cx="3989387" cy="2101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defTabSz="1073150" eaLnBrk="0" hangingPunct="0">
              <a:defRPr sz="3600">
                <a:solidFill>
                  <a:schemeClr val="tx1"/>
                </a:solidFill>
                <a:latin typeface="Arial" panose="020B0604020202020204" pitchFamily="34" charset="0"/>
                <a:ea typeface="MS PGothic" panose="020B0600070205080204" pitchFamily="34" charset="-128"/>
              </a:defRPr>
            </a:lvl1pPr>
            <a:lvl2pPr defTabSz="1073150" eaLnBrk="0" hangingPunct="0">
              <a:defRPr sz="3600">
                <a:solidFill>
                  <a:schemeClr val="tx1"/>
                </a:solidFill>
                <a:latin typeface="Arial" panose="020B0604020202020204" pitchFamily="34" charset="0"/>
                <a:ea typeface="MS PGothic" panose="020B0600070205080204" pitchFamily="34" charset="-128"/>
              </a:defRPr>
            </a:lvl2pPr>
            <a:lvl3pPr defTabSz="1073150" eaLnBrk="0" hangingPunct="0">
              <a:defRPr sz="3600">
                <a:solidFill>
                  <a:schemeClr val="tx1"/>
                </a:solidFill>
                <a:latin typeface="Arial" panose="020B0604020202020204" pitchFamily="34" charset="0"/>
                <a:ea typeface="MS PGothic" panose="020B0600070205080204" pitchFamily="34" charset="-128"/>
              </a:defRPr>
            </a:lvl3pPr>
            <a:lvl4pPr defTabSz="1073150" eaLnBrk="0" hangingPunct="0">
              <a:defRPr sz="3600">
                <a:solidFill>
                  <a:schemeClr val="tx1"/>
                </a:solidFill>
                <a:latin typeface="Arial" panose="020B0604020202020204" pitchFamily="34" charset="0"/>
                <a:ea typeface="MS PGothic" panose="020B0600070205080204" pitchFamily="34" charset="-128"/>
              </a:defRPr>
            </a:lvl4pPr>
            <a:lvl5pPr defTabSz="1073150" eaLnBrk="0" hangingPunct="0">
              <a:defRPr sz="3600">
                <a:solidFill>
                  <a:schemeClr val="tx1"/>
                </a:solidFill>
                <a:latin typeface="Arial" panose="020B0604020202020204" pitchFamily="34" charset="0"/>
                <a:ea typeface="MS PGothic" panose="020B0600070205080204" pitchFamily="34" charset="-128"/>
              </a:defRPr>
            </a:lvl5pPr>
            <a:lvl6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6pPr>
            <a:lvl7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7pPr>
            <a:lvl8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8pPr>
            <a:lvl9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9pPr>
          </a:lstStyle>
          <a:p>
            <a:pPr eaLnBrk="1" hangingPunct="1">
              <a:buFontTx/>
              <a:buChar char="•"/>
            </a:pPr>
            <a:r>
              <a:rPr lang="en-GB" altLang="en-US" sz="2400">
                <a:solidFill>
                  <a:srgbClr val="4D4D4D"/>
                </a:solidFill>
              </a:rPr>
              <a:t>Practice and repetition</a:t>
            </a:r>
          </a:p>
          <a:p>
            <a:pPr eaLnBrk="1" hangingPunct="1">
              <a:buFontTx/>
              <a:buChar char="•"/>
            </a:pPr>
            <a:r>
              <a:rPr lang="en-GB" altLang="en-US" sz="2400">
                <a:solidFill>
                  <a:srgbClr val="4D4D4D"/>
                </a:solidFill>
              </a:rPr>
              <a:t>Liaise with MDT colleagues</a:t>
            </a:r>
          </a:p>
          <a:p>
            <a:pPr eaLnBrk="1" hangingPunct="1">
              <a:buFontTx/>
              <a:buChar char="•"/>
            </a:pPr>
            <a:r>
              <a:rPr lang="en-GB" altLang="en-US" sz="2400">
                <a:solidFill>
                  <a:srgbClr val="4D4D4D"/>
                </a:solidFill>
              </a:rPr>
              <a:t>Compensatory techniques</a:t>
            </a:r>
          </a:p>
          <a:p>
            <a:pPr eaLnBrk="1" hangingPunct="1"/>
            <a:endParaRPr lang="en-GB"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p:txBody>
          <a:bodyPr/>
          <a:lstStyle/>
          <a:p>
            <a:r>
              <a:rPr lang="en-GB" altLang="en-US" dirty="0"/>
              <a:t>Neglect/Inattention- </a:t>
            </a:r>
            <a:r>
              <a:rPr lang="en-GB" altLang="en-US" sz="2800" dirty="0"/>
              <a:t>Intervention in Physiotherapy:</a:t>
            </a:r>
            <a:br>
              <a:rPr lang="en-GB" altLang="en-US" sz="2800" dirty="0"/>
            </a:br>
            <a:endParaRPr lang="en-GB" altLang="en-US" dirty="0"/>
          </a:p>
        </p:txBody>
      </p:sp>
      <p:sp>
        <p:nvSpPr>
          <p:cNvPr id="38914" name="Rectangle 3"/>
          <p:cNvSpPr>
            <a:spLocks noGrp="1" noChangeArrowheads="1"/>
          </p:cNvSpPr>
          <p:nvPr>
            <p:ph type="body" idx="1"/>
          </p:nvPr>
        </p:nvSpPr>
        <p:spPr>
          <a:xfrm>
            <a:off x="382588" y="1271618"/>
            <a:ext cx="9259887" cy="4125330"/>
          </a:xfrm>
        </p:spPr>
        <p:txBody>
          <a:bodyPr/>
          <a:lstStyle/>
          <a:p>
            <a:r>
              <a:rPr lang="en-GB" altLang="en-US" sz="2600" dirty="0"/>
              <a:t>Observation; Do they bump into items, turn their head to affected side, can they find objects on affected side</a:t>
            </a:r>
          </a:p>
          <a:p>
            <a:endParaRPr lang="en-GB" altLang="en-US" sz="2600" dirty="0"/>
          </a:p>
          <a:p>
            <a:pPr>
              <a:buFontTx/>
              <a:buChar char="•"/>
            </a:pPr>
            <a:r>
              <a:rPr lang="en-GB" altLang="en-US" sz="2600" dirty="0"/>
              <a:t>Follow general MDT recommendations, </a:t>
            </a:r>
            <a:r>
              <a:rPr lang="en-GB" altLang="en-US" sz="2600" dirty="0" err="1"/>
              <a:t>eg</a:t>
            </a:r>
            <a:r>
              <a:rPr lang="en-GB" altLang="en-US" sz="2600" dirty="0"/>
              <a:t>. approach from affected side, increase stimuli on affected side</a:t>
            </a:r>
          </a:p>
          <a:p>
            <a:pPr>
              <a:buFont typeface="Arial" panose="020B0604020202020204" pitchFamily="34" charset="0"/>
              <a:buChar char="•"/>
            </a:pPr>
            <a:r>
              <a:rPr lang="en-GB" altLang="en-US" sz="2600" dirty="0"/>
              <a:t>Reinforce scanning</a:t>
            </a:r>
          </a:p>
          <a:p>
            <a:pPr>
              <a:buFontTx/>
              <a:buChar char="•"/>
            </a:pPr>
            <a:r>
              <a:rPr lang="en-GB" altLang="en-US" sz="2600" dirty="0"/>
              <a:t>Activities crossing midline</a:t>
            </a:r>
          </a:p>
          <a:p>
            <a:pPr>
              <a:buFontTx/>
              <a:buChar char="•"/>
            </a:pPr>
            <a:r>
              <a:rPr lang="en-GB" altLang="en-US" sz="2600" dirty="0"/>
              <a:t>Shifting attention between left and right</a:t>
            </a:r>
          </a:p>
          <a:p>
            <a:pPr>
              <a:buFontTx/>
              <a:buChar char="•"/>
            </a:pPr>
            <a:endParaRPr lang="en-GB" altLang="en-US" sz="2000" dirty="0"/>
          </a:p>
          <a:p>
            <a:pPr>
              <a:buFontTx/>
              <a:buChar char="•"/>
            </a:pPr>
            <a:endParaRPr lang="en-GB" altLang="en-US"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Topographical disorientation- Intervention in physiotherapy</a:t>
            </a:r>
            <a:br>
              <a:rPr lang="en-GB" dirty="0"/>
            </a:br>
            <a:endParaRPr lang="en-GB" dirty="0"/>
          </a:p>
        </p:txBody>
      </p:sp>
      <p:sp>
        <p:nvSpPr>
          <p:cNvPr id="3" name="Content Placeholder 2"/>
          <p:cNvSpPr>
            <a:spLocks noGrp="1"/>
          </p:cNvSpPr>
          <p:nvPr>
            <p:ph idx="1"/>
          </p:nvPr>
        </p:nvSpPr>
        <p:spPr>
          <a:xfrm>
            <a:off x="519112" y="1232452"/>
            <a:ext cx="8891588" cy="5153647"/>
          </a:xfrm>
        </p:spPr>
        <p:txBody>
          <a:bodyPr/>
          <a:lstStyle/>
          <a:p>
            <a:pPr marL="0" indent="0">
              <a:buNone/>
            </a:pPr>
            <a:r>
              <a:rPr lang="en-GB" sz="2600" u="sng" dirty="0"/>
              <a:t>Assessment </a:t>
            </a:r>
          </a:p>
          <a:p>
            <a:r>
              <a:rPr lang="en-GB" sz="2600" dirty="0"/>
              <a:t>Observation</a:t>
            </a:r>
          </a:p>
          <a:p>
            <a:r>
              <a:rPr lang="en-GB" sz="2600" dirty="0"/>
              <a:t>Repeat route finding? Any new learning?</a:t>
            </a:r>
          </a:p>
          <a:p>
            <a:endParaRPr lang="en-GB" sz="2600" dirty="0"/>
          </a:p>
          <a:p>
            <a:endParaRPr lang="en-GB" sz="2600" dirty="0"/>
          </a:p>
          <a:p>
            <a:r>
              <a:rPr lang="en-GB" sz="2600" dirty="0"/>
              <a:t>Follow general MDT recommendations</a:t>
            </a:r>
          </a:p>
          <a:p>
            <a:r>
              <a:rPr lang="en-GB" sz="2600" dirty="0"/>
              <a:t>Picking out and remembering key landmarks in the environment</a:t>
            </a:r>
          </a:p>
          <a:p>
            <a:r>
              <a:rPr lang="en-GB" sz="2600" dirty="0"/>
              <a:t>Use signs – entries and exit signs. </a:t>
            </a:r>
          </a:p>
          <a:p>
            <a:r>
              <a:rPr lang="en-GB" sz="2600" dirty="0"/>
              <a:t>Encouraging patient to vocalise directions</a:t>
            </a:r>
          </a:p>
          <a:p>
            <a:endParaRPr lang="en-GB" dirty="0"/>
          </a:p>
          <a:p>
            <a:endParaRPr lang="en-GB" dirty="0"/>
          </a:p>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7903" y="1107557"/>
            <a:ext cx="2095500" cy="2181225"/>
          </a:xfrm>
          <a:prstGeom prst="rect">
            <a:avLst/>
          </a:prstGeom>
        </p:spPr>
      </p:pic>
    </p:spTree>
    <p:extLst>
      <p:ext uri="{BB962C8B-B14F-4D97-AF65-F5344CB8AC3E}">
        <p14:creationId xmlns:p14="http://schemas.microsoft.com/office/powerpoint/2010/main" val="40155759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a:xfrm>
            <a:off x="364950" y="230188"/>
            <a:ext cx="8915400" cy="1143000"/>
          </a:xfrm>
        </p:spPr>
        <p:txBody>
          <a:bodyPr/>
          <a:lstStyle/>
          <a:p>
            <a:pPr>
              <a:lnSpc>
                <a:spcPct val="90000"/>
              </a:lnSpc>
            </a:pPr>
            <a:r>
              <a:rPr lang="en-GB" altLang="en-US" dirty="0" err="1"/>
              <a:t>Agnosia</a:t>
            </a:r>
            <a:r>
              <a:rPr lang="en-GB" altLang="en-US" dirty="0"/>
              <a:t>- Intervention in Physiotherapy:</a:t>
            </a:r>
            <a:br>
              <a:rPr lang="en-GB" altLang="en-US" dirty="0"/>
            </a:br>
            <a:endParaRPr lang="en-GB" altLang="en-US" dirty="0"/>
          </a:p>
        </p:txBody>
      </p:sp>
      <p:sp>
        <p:nvSpPr>
          <p:cNvPr id="36866" name="Rectangle 3"/>
          <p:cNvSpPr>
            <a:spLocks noGrp="1" noChangeArrowheads="1"/>
          </p:cNvSpPr>
          <p:nvPr>
            <p:ph type="body" idx="1"/>
          </p:nvPr>
        </p:nvSpPr>
        <p:spPr>
          <a:xfrm>
            <a:off x="350838" y="1468438"/>
            <a:ext cx="9202737" cy="3925887"/>
          </a:xfrm>
        </p:spPr>
        <p:txBody>
          <a:bodyPr/>
          <a:lstStyle/>
          <a:p>
            <a:pPr>
              <a:lnSpc>
                <a:spcPct val="90000"/>
              </a:lnSpc>
            </a:pPr>
            <a:r>
              <a:rPr lang="en-GB" altLang="en-US" sz="2400" dirty="0"/>
              <a:t>Observation; can the person recognise objects visually? By touch?</a:t>
            </a:r>
          </a:p>
          <a:p>
            <a:pPr>
              <a:lnSpc>
                <a:spcPct val="90000"/>
              </a:lnSpc>
            </a:pPr>
            <a:endParaRPr lang="en-GB" altLang="en-US" sz="2400" dirty="0"/>
          </a:p>
          <a:p>
            <a:pPr>
              <a:lnSpc>
                <a:spcPct val="90000"/>
              </a:lnSpc>
              <a:buFontTx/>
              <a:buChar char="•"/>
            </a:pPr>
            <a:r>
              <a:rPr lang="en-GB" altLang="en-US" sz="2400" dirty="0"/>
              <a:t>Education</a:t>
            </a:r>
          </a:p>
          <a:p>
            <a:pPr>
              <a:lnSpc>
                <a:spcPct val="90000"/>
              </a:lnSpc>
              <a:buFontTx/>
              <a:buChar char="•"/>
            </a:pPr>
            <a:r>
              <a:rPr lang="en-GB" altLang="en-US" sz="2400" dirty="0"/>
              <a:t>Labelling</a:t>
            </a:r>
          </a:p>
          <a:p>
            <a:pPr>
              <a:lnSpc>
                <a:spcPct val="90000"/>
              </a:lnSpc>
              <a:buFontTx/>
              <a:buChar char="•"/>
            </a:pPr>
            <a:r>
              <a:rPr lang="en-GB" altLang="en-US" sz="2400" dirty="0"/>
              <a:t>Hand patient objects required</a:t>
            </a:r>
          </a:p>
          <a:p>
            <a:pPr>
              <a:lnSpc>
                <a:spcPct val="90000"/>
              </a:lnSpc>
              <a:buFontTx/>
              <a:buChar char="•"/>
            </a:pPr>
            <a:r>
              <a:rPr lang="en-GB" altLang="en-US" sz="2400" dirty="0"/>
              <a:t>Liaise with MDT colleagues for advice</a:t>
            </a:r>
          </a:p>
          <a:p>
            <a:pPr>
              <a:lnSpc>
                <a:spcPct val="90000"/>
              </a:lnSpc>
              <a:buFontTx/>
              <a:buChar char="•"/>
            </a:pPr>
            <a:r>
              <a:rPr lang="en-GB" altLang="en-US" sz="2400" dirty="0"/>
              <a:t>Hand over hand facilitation</a:t>
            </a:r>
          </a:p>
          <a:p>
            <a:pPr>
              <a:lnSpc>
                <a:spcPct val="90000"/>
              </a:lnSpc>
              <a:buFontTx/>
              <a:buChar char="•"/>
            </a:pPr>
            <a:r>
              <a:rPr lang="en-GB" altLang="en-US" sz="2400" dirty="0"/>
              <a:t>Use same objects, e.g. same ball, same frame</a:t>
            </a:r>
          </a:p>
          <a:p>
            <a:pPr>
              <a:lnSpc>
                <a:spcPct val="90000"/>
              </a:lnSpc>
              <a:buFontTx/>
              <a:buChar char="•"/>
            </a:pPr>
            <a:endParaRPr lang="en-GB" altLang="en-US" sz="2400" dirty="0"/>
          </a:p>
          <a:p>
            <a:pPr>
              <a:lnSpc>
                <a:spcPct val="90000"/>
              </a:lnSpc>
            </a:pPr>
            <a:endParaRPr lang="en-GB" altLang="en-US" sz="2400" dirty="0"/>
          </a:p>
        </p:txBody>
      </p:sp>
      <p:sp>
        <p:nvSpPr>
          <p:cNvPr id="36868" name="Text Box 4"/>
          <p:cNvSpPr txBox="1">
            <a:spLocks noChangeArrowheads="1"/>
          </p:cNvSpPr>
          <p:nvPr/>
        </p:nvSpPr>
        <p:spPr bwMode="auto">
          <a:xfrm>
            <a:off x="5191125" y="2918101"/>
            <a:ext cx="4106863"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defTabSz="1073150" eaLnBrk="0" hangingPunct="0">
              <a:defRPr sz="3600">
                <a:solidFill>
                  <a:schemeClr val="tx1"/>
                </a:solidFill>
                <a:latin typeface="Arial" panose="020B0604020202020204" pitchFamily="34" charset="0"/>
                <a:ea typeface="MS PGothic" panose="020B0600070205080204" pitchFamily="34" charset="-128"/>
              </a:defRPr>
            </a:lvl1pPr>
            <a:lvl2pPr defTabSz="1073150" eaLnBrk="0" hangingPunct="0">
              <a:defRPr sz="3600">
                <a:solidFill>
                  <a:schemeClr val="tx1"/>
                </a:solidFill>
                <a:latin typeface="Arial" panose="020B0604020202020204" pitchFamily="34" charset="0"/>
                <a:ea typeface="MS PGothic" panose="020B0600070205080204" pitchFamily="34" charset="-128"/>
              </a:defRPr>
            </a:lvl2pPr>
            <a:lvl3pPr defTabSz="1073150" eaLnBrk="0" hangingPunct="0">
              <a:defRPr sz="3600">
                <a:solidFill>
                  <a:schemeClr val="tx1"/>
                </a:solidFill>
                <a:latin typeface="Arial" panose="020B0604020202020204" pitchFamily="34" charset="0"/>
                <a:ea typeface="MS PGothic" panose="020B0600070205080204" pitchFamily="34" charset="-128"/>
              </a:defRPr>
            </a:lvl3pPr>
            <a:lvl4pPr defTabSz="1073150" eaLnBrk="0" hangingPunct="0">
              <a:defRPr sz="3600">
                <a:solidFill>
                  <a:schemeClr val="tx1"/>
                </a:solidFill>
                <a:latin typeface="Arial" panose="020B0604020202020204" pitchFamily="34" charset="0"/>
                <a:ea typeface="MS PGothic" panose="020B0600070205080204" pitchFamily="34" charset="-128"/>
              </a:defRPr>
            </a:lvl4pPr>
            <a:lvl5pPr defTabSz="1073150" eaLnBrk="0" hangingPunct="0">
              <a:defRPr sz="3600">
                <a:solidFill>
                  <a:schemeClr val="tx1"/>
                </a:solidFill>
                <a:latin typeface="Arial" panose="020B0604020202020204" pitchFamily="34" charset="0"/>
                <a:ea typeface="MS PGothic" panose="020B0600070205080204" pitchFamily="34" charset="-128"/>
              </a:defRPr>
            </a:lvl5pPr>
            <a:lvl6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6pPr>
            <a:lvl7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7pPr>
            <a:lvl8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8pPr>
            <a:lvl9pPr defTabSz="1073150" eaLnBrk="0" fontAlgn="base" hangingPunct="0">
              <a:spcBef>
                <a:spcPct val="0"/>
              </a:spcBef>
              <a:spcAft>
                <a:spcPct val="0"/>
              </a:spcAft>
              <a:defRPr sz="3600">
                <a:solidFill>
                  <a:schemeClr val="tx1"/>
                </a:solidFill>
                <a:latin typeface="Arial" panose="020B0604020202020204" pitchFamily="34" charset="0"/>
                <a:ea typeface="MS PGothic" panose="020B0600070205080204" pitchFamily="34" charset="-128"/>
              </a:defRPr>
            </a:lvl9pPr>
          </a:lstStyle>
          <a:p>
            <a:pPr eaLnBrk="1" hangingPunct="1"/>
            <a:endParaRPr lang="en-GB" altLang="en-US" sz="2400" dirty="0"/>
          </a:p>
          <a:p>
            <a:pPr eaLnBrk="1" hangingPunct="1"/>
            <a:endParaRPr lang="en-GB" altLang="en-US"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p:txBody>
          <a:bodyPr/>
          <a:lstStyle/>
          <a:p>
            <a:r>
              <a:rPr lang="en-GB" altLang="en-US" dirty="0">
                <a:solidFill>
                  <a:srgbClr val="FF0000"/>
                </a:solidFill>
              </a:rPr>
              <a:t>Key messages</a:t>
            </a:r>
          </a:p>
        </p:txBody>
      </p:sp>
      <p:sp>
        <p:nvSpPr>
          <p:cNvPr id="50178" name="Rectangle 3"/>
          <p:cNvSpPr>
            <a:spLocks noGrp="1" noChangeArrowheads="1"/>
          </p:cNvSpPr>
          <p:nvPr>
            <p:ph type="body" idx="1"/>
          </p:nvPr>
        </p:nvSpPr>
        <p:spPr>
          <a:xfrm>
            <a:off x="350838" y="1373189"/>
            <a:ext cx="9190037" cy="4468812"/>
          </a:xfrm>
        </p:spPr>
        <p:txBody>
          <a:bodyPr/>
          <a:lstStyle/>
          <a:p>
            <a:pPr>
              <a:spcBef>
                <a:spcPts val="0"/>
              </a:spcBef>
              <a:buFontTx/>
              <a:buChar char="•"/>
            </a:pPr>
            <a:r>
              <a:rPr lang="en-GB" altLang="en-US" sz="2600" dirty="0"/>
              <a:t>Cognitive and visual perceptual impairments are common in most neurological conditions and will require physiotherapist to adapt your approach to rehab</a:t>
            </a:r>
          </a:p>
          <a:p>
            <a:pPr marL="0" indent="0">
              <a:spcBef>
                <a:spcPts val="0"/>
              </a:spcBef>
            </a:pPr>
            <a:endParaRPr lang="en-GB" altLang="en-US" sz="2600" dirty="0"/>
          </a:p>
          <a:p>
            <a:pPr>
              <a:spcBef>
                <a:spcPts val="0"/>
              </a:spcBef>
              <a:buFontTx/>
              <a:buChar char="•"/>
            </a:pPr>
            <a:r>
              <a:rPr lang="en-GB" altLang="en-US" sz="2600" dirty="0"/>
              <a:t>Importance of observation and assessment </a:t>
            </a:r>
          </a:p>
          <a:p>
            <a:pPr>
              <a:spcBef>
                <a:spcPts val="0"/>
              </a:spcBef>
              <a:buFontTx/>
              <a:buChar char="•"/>
            </a:pPr>
            <a:endParaRPr lang="en-GB" altLang="en-US" sz="2600" dirty="0"/>
          </a:p>
          <a:p>
            <a:pPr>
              <a:spcBef>
                <a:spcPts val="0"/>
              </a:spcBef>
              <a:buFontTx/>
              <a:buChar char="•"/>
            </a:pPr>
            <a:r>
              <a:rPr lang="en-GB" altLang="en-US" sz="2600" dirty="0"/>
              <a:t>Importance of MDT working</a:t>
            </a:r>
          </a:p>
          <a:p>
            <a:pPr marL="0" indent="0">
              <a:spcBef>
                <a:spcPts val="0"/>
              </a:spcBef>
            </a:pPr>
            <a:endParaRPr lang="en-GB" altLang="en-US" sz="2600" dirty="0"/>
          </a:p>
          <a:p>
            <a:pPr>
              <a:spcBef>
                <a:spcPts val="0"/>
              </a:spcBef>
              <a:buFontTx/>
              <a:buChar char="•"/>
            </a:pPr>
            <a:r>
              <a:rPr lang="en-GB" altLang="en-US" sz="2600" dirty="0"/>
              <a:t>Importance of understanding strategies to assist with rehab, note these may change if progressive in nature</a:t>
            </a:r>
          </a:p>
          <a:p>
            <a:pPr>
              <a:spcBef>
                <a:spcPts val="0"/>
              </a:spcBef>
              <a:buFontTx/>
              <a:buChar char="•"/>
            </a:pPr>
            <a:endParaRPr lang="en-GB" altLang="en-US" sz="2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p:txBody>
          <a:bodyPr/>
          <a:lstStyle/>
          <a:p>
            <a:r>
              <a:rPr lang="en-GB" altLang="en-US" sz="4000"/>
              <a:t>References</a:t>
            </a:r>
          </a:p>
        </p:txBody>
      </p:sp>
      <p:sp>
        <p:nvSpPr>
          <p:cNvPr id="51202" name="Rectangle 3"/>
          <p:cNvSpPr>
            <a:spLocks noGrp="1" noChangeArrowheads="1"/>
          </p:cNvSpPr>
          <p:nvPr>
            <p:ph type="body" idx="1"/>
          </p:nvPr>
        </p:nvSpPr>
        <p:spPr>
          <a:xfrm>
            <a:off x="315913" y="1354138"/>
            <a:ext cx="9213850" cy="4054475"/>
          </a:xfrm>
        </p:spPr>
        <p:txBody>
          <a:bodyPr/>
          <a:lstStyle/>
          <a:p>
            <a:pPr>
              <a:lnSpc>
                <a:spcPct val="80000"/>
              </a:lnSpc>
              <a:buFont typeface="Arial" panose="020B0604020202020204" pitchFamily="34" charset="0"/>
              <a:buChar char="•"/>
            </a:pPr>
            <a:r>
              <a:rPr lang="en-GB" altLang="en-US" sz="1200" dirty="0"/>
              <a:t>Abreu, B., &amp; </a:t>
            </a:r>
            <a:r>
              <a:rPr lang="en-GB" altLang="en-US" sz="1200" dirty="0" err="1"/>
              <a:t>Toglia</a:t>
            </a:r>
            <a:r>
              <a:rPr lang="en-GB" altLang="en-US" sz="1200" dirty="0"/>
              <a:t>, J. P. (1987). Cognitive rehabilitation: A model for occupational therapy. </a:t>
            </a:r>
            <a:r>
              <a:rPr lang="en-GB" altLang="en-US" sz="1200" i="1" dirty="0"/>
              <a:t>American Journal of Occupational Therapy</a:t>
            </a:r>
            <a:r>
              <a:rPr lang="en-GB" altLang="en-US" sz="1200" dirty="0"/>
              <a:t>, 41, 439-448</a:t>
            </a:r>
          </a:p>
          <a:p>
            <a:pPr>
              <a:lnSpc>
                <a:spcPct val="80000"/>
              </a:lnSpc>
              <a:buFont typeface="Arial" panose="020B0604020202020204" pitchFamily="34" charset="0"/>
              <a:buChar char="•"/>
            </a:pPr>
            <a:endParaRPr lang="en-GB" altLang="en-US" sz="1200" dirty="0"/>
          </a:p>
          <a:p>
            <a:pPr>
              <a:lnSpc>
                <a:spcPct val="80000"/>
              </a:lnSpc>
              <a:buFont typeface="Arial" panose="020B0604020202020204" pitchFamily="34" charset="0"/>
              <a:buChar char="•"/>
            </a:pPr>
            <a:r>
              <a:rPr lang="en-US" altLang="en-US" sz="1200" dirty="0"/>
              <a:t>Blake et al (2002) An evaluation of screening measures for cognitive impairment after stroke. Age and ageing  31 (6):451-456</a:t>
            </a:r>
          </a:p>
          <a:p>
            <a:pPr>
              <a:lnSpc>
                <a:spcPct val="80000"/>
              </a:lnSpc>
              <a:buFont typeface="Arial" panose="020B0604020202020204" pitchFamily="34" charset="0"/>
              <a:buChar char="•"/>
            </a:pPr>
            <a:endParaRPr lang="en-US" altLang="en-US" sz="1200" dirty="0"/>
          </a:p>
          <a:p>
            <a:pPr>
              <a:lnSpc>
                <a:spcPct val="80000"/>
              </a:lnSpc>
              <a:buFont typeface="Arial" panose="020B0604020202020204" pitchFamily="34" charset="0"/>
              <a:buChar char="•"/>
            </a:pPr>
            <a:r>
              <a:rPr lang="en-US" altLang="en-US" sz="1200" dirty="0"/>
              <a:t>Cummings et al (2013) Stroke, cognitive deficit and rehabilitation: still an incomplete picture. International Journal of Stroke</a:t>
            </a:r>
          </a:p>
          <a:p>
            <a:pPr>
              <a:lnSpc>
                <a:spcPct val="80000"/>
              </a:lnSpc>
              <a:buFont typeface="Arial" panose="020B0604020202020204" pitchFamily="34" charset="0"/>
              <a:buChar char="•"/>
            </a:pPr>
            <a:endParaRPr lang="en-US" altLang="en-US" sz="1200" dirty="0"/>
          </a:p>
          <a:p>
            <a:pPr>
              <a:lnSpc>
                <a:spcPct val="80000"/>
              </a:lnSpc>
              <a:buFont typeface="Arial" panose="020B0604020202020204" pitchFamily="34" charset="0"/>
              <a:buChar char="•"/>
            </a:pPr>
            <a:r>
              <a:rPr lang="en-US" altLang="en-US" sz="1200" dirty="0" err="1"/>
              <a:t>Douiri</a:t>
            </a:r>
            <a:r>
              <a:rPr lang="en-US" altLang="en-US" sz="1200" dirty="0"/>
              <a:t> et al (2012) </a:t>
            </a:r>
            <a:r>
              <a:rPr lang="en-US" altLang="en-US" sz="1200" dirty="0" err="1"/>
              <a:t>Prevelence</a:t>
            </a:r>
            <a:r>
              <a:rPr lang="en-US" altLang="en-US" sz="1200" dirty="0"/>
              <a:t> of post stroke cognitive impairment: South London Stroke register 1995-2010. Jan 44 (1):138-45</a:t>
            </a:r>
          </a:p>
          <a:p>
            <a:pPr>
              <a:lnSpc>
                <a:spcPct val="80000"/>
              </a:lnSpc>
              <a:buFont typeface="Arial" panose="020B0604020202020204" pitchFamily="34" charset="0"/>
              <a:buChar char="•"/>
            </a:pPr>
            <a:endParaRPr lang="en-GB" altLang="en-US" sz="1200" dirty="0"/>
          </a:p>
          <a:p>
            <a:pPr>
              <a:lnSpc>
                <a:spcPct val="80000"/>
              </a:lnSpc>
              <a:buFont typeface="Arial" panose="020B0604020202020204" pitchFamily="34" charset="0"/>
              <a:buChar char="•"/>
            </a:pPr>
            <a:r>
              <a:rPr lang="en-GB" altLang="en-US" sz="1200" dirty="0"/>
              <a:t>Hoffman et al (2010) Occupational therapy for cognitive impairment after stroke</a:t>
            </a:r>
          </a:p>
          <a:p>
            <a:pPr>
              <a:lnSpc>
                <a:spcPct val="80000"/>
              </a:lnSpc>
              <a:buFont typeface="Arial" panose="020B0604020202020204" pitchFamily="34" charset="0"/>
              <a:buChar char="•"/>
            </a:pPr>
            <a:endParaRPr lang="en-GB" altLang="en-US" sz="1200" dirty="0"/>
          </a:p>
          <a:p>
            <a:pPr>
              <a:lnSpc>
                <a:spcPct val="80000"/>
              </a:lnSpc>
              <a:buFont typeface="Arial" panose="020B0604020202020204" pitchFamily="34" charset="0"/>
              <a:buChar char="•"/>
            </a:pPr>
            <a:r>
              <a:rPr lang="en-GB" altLang="en-US" sz="1200" dirty="0"/>
              <a:t>Jackson, T., Wolff, S., Reid, L. and Edmans, J. (2010) Management of Cognitive and Perceptual Impairments. In Edmans, J. (Ed.) </a:t>
            </a:r>
            <a:r>
              <a:rPr lang="en-GB" altLang="en-US" sz="1200" i="1" dirty="0"/>
              <a:t>Occupational Therapy and Stroke </a:t>
            </a:r>
            <a:r>
              <a:rPr lang="en-GB" altLang="en-US" sz="1200" dirty="0"/>
              <a:t>Wiley-Blackwell, 144 – 173</a:t>
            </a:r>
          </a:p>
          <a:p>
            <a:pPr>
              <a:lnSpc>
                <a:spcPct val="80000"/>
              </a:lnSpc>
              <a:buFont typeface="Arial" panose="020B0604020202020204" pitchFamily="34" charset="0"/>
              <a:buChar char="•"/>
            </a:pPr>
            <a:endParaRPr lang="en-GB" altLang="en-US" sz="1200" dirty="0"/>
          </a:p>
          <a:p>
            <a:pPr>
              <a:lnSpc>
                <a:spcPct val="80000"/>
              </a:lnSpc>
              <a:buFont typeface="Arial" panose="020B0604020202020204" pitchFamily="34" charset="0"/>
              <a:buChar char="•"/>
            </a:pPr>
            <a:r>
              <a:rPr lang="en-GB" altLang="en-US" sz="1200" dirty="0" err="1"/>
              <a:t>MoCA</a:t>
            </a:r>
            <a:r>
              <a:rPr lang="en-GB" altLang="en-US" sz="1200" dirty="0"/>
              <a:t> </a:t>
            </a:r>
            <a:r>
              <a:rPr lang="en-US" altLang="en-US" sz="1200" dirty="0">
                <a:hlinkClick r:id="rId2"/>
              </a:rPr>
              <a:t>http://www.mocatest.org</a:t>
            </a:r>
            <a:endParaRPr lang="en-US" altLang="en-US" sz="1200" dirty="0"/>
          </a:p>
          <a:p>
            <a:pPr>
              <a:lnSpc>
                <a:spcPct val="80000"/>
              </a:lnSpc>
              <a:buFont typeface="Arial" panose="020B0604020202020204" pitchFamily="34" charset="0"/>
              <a:buChar char="•"/>
            </a:pPr>
            <a:endParaRPr lang="en-GB" altLang="en-US" sz="1200" dirty="0"/>
          </a:p>
          <a:p>
            <a:pPr eaLnBrk="1" hangingPunct="1">
              <a:lnSpc>
                <a:spcPct val="80000"/>
              </a:lnSpc>
              <a:spcBef>
                <a:spcPct val="0"/>
              </a:spcBef>
              <a:buFont typeface="Arial" panose="020B0604020202020204" pitchFamily="34" charset="0"/>
              <a:buChar char="•"/>
            </a:pPr>
            <a:r>
              <a:rPr lang="en-GB" altLang="en-US" sz="1200" dirty="0"/>
              <a:t>Neuroanatomy: </a:t>
            </a:r>
            <a:r>
              <a:rPr lang="en-GB" altLang="en-US" sz="1200" dirty="0">
                <a:hlinkClick r:id="rId3"/>
              </a:rPr>
              <a:t>http://www.dana.org/uploadedImages/Images/neuroanatomy_large.jpg</a:t>
            </a:r>
            <a:endParaRPr lang="en-GB" altLang="en-US" sz="1200" dirty="0"/>
          </a:p>
          <a:p>
            <a:pPr>
              <a:lnSpc>
                <a:spcPct val="80000"/>
              </a:lnSpc>
              <a:buFont typeface="Arial" panose="020B0604020202020204" pitchFamily="34" charset="0"/>
              <a:buChar char="•"/>
            </a:pPr>
            <a:endParaRPr lang="en-GB" altLang="en-US" sz="1200" dirty="0"/>
          </a:p>
          <a:p>
            <a:pPr>
              <a:lnSpc>
                <a:spcPct val="80000"/>
              </a:lnSpc>
              <a:buFont typeface="Arial" panose="020B0604020202020204" pitchFamily="34" charset="0"/>
              <a:buChar char="•"/>
            </a:pPr>
            <a:r>
              <a:rPr lang="en-GB" altLang="en-US" sz="1200" dirty="0"/>
              <a:t>RCP (2012) National clinical guidelines for stroke. Forth Edition</a:t>
            </a:r>
          </a:p>
          <a:p>
            <a:pPr>
              <a:lnSpc>
                <a:spcPct val="80000"/>
              </a:lnSpc>
              <a:buFont typeface="Arial" panose="020B0604020202020204" pitchFamily="34" charset="0"/>
              <a:buChar char="•"/>
            </a:pPr>
            <a:endParaRPr lang="en-GB" altLang="en-US" sz="1200" dirty="0"/>
          </a:p>
          <a:p>
            <a:pPr>
              <a:lnSpc>
                <a:spcPct val="80000"/>
              </a:lnSpc>
              <a:buFont typeface="Arial" panose="020B0604020202020204" pitchFamily="34" charset="0"/>
              <a:buChar char="•"/>
            </a:pPr>
            <a:r>
              <a:rPr lang="en-GB" altLang="en-US" sz="1200" dirty="0" err="1"/>
              <a:t>Sohlberg</a:t>
            </a:r>
            <a:r>
              <a:rPr lang="en-GB" altLang="en-US" sz="1200" dirty="0"/>
              <a:t>, M.M. and </a:t>
            </a:r>
            <a:r>
              <a:rPr lang="en-GB" altLang="en-US" sz="1200" dirty="0" err="1"/>
              <a:t>Mateer</a:t>
            </a:r>
            <a:r>
              <a:rPr lang="en-GB" altLang="en-US" sz="1200" dirty="0"/>
              <a:t>, C.A. (1989). Theory and remediation of attention disorders.  In M.M. </a:t>
            </a:r>
            <a:r>
              <a:rPr lang="en-GB" altLang="en-US" sz="1200" dirty="0" err="1"/>
              <a:t>Sohlberg</a:t>
            </a:r>
            <a:r>
              <a:rPr lang="en-GB" altLang="en-US" sz="1200" dirty="0"/>
              <a:t> and C.A. </a:t>
            </a:r>
            <a:r>
              <a:rPr lang="en-GB" altLang="en-US" sz="1200" dirty="0" err="1"/>
              <a:t>Mateer</a:t>
            </a:r>
            <a:r>
              <a:rPr lang="en-GB" altLang="en-US" sz="1200" dirty="0"/>
              <a:t> (Eds.) </a:t>
            </a:r>
            <a:r>
              <a:rPr lang="en-GB" altLang="en-US" sz="1200" i="1" dirty="0"/>
              <a:t>Introduction to Cognitive Rehabilitation </a:t>
            </a:r>
            <a:r>
              <a:rPr lang="en-GB" altLang="en-US" sz="1200" dirty="0"/>
              <a:t>New York: Guilford Press, 110 -135</a:t>
            </a:r>
          </a:p>
          <a:p>
            <a:pPr>
              <a:lnSpc>
                <a:spcPct val="80000"/>
              </a:lnSpc>
            </a:pPr>
            <a:endParaRPr lang="en-GB" altLang="en-US" sz="1200" dirty="0"/>
          </a:p>
          <a:p>
            <a:pPr eaLnBrk="1" hangingPunct="1">
              <a:lnSpc>
                <a:spcPct val="80000"/>
              </a:lnSpc>
              <a:spcBef>
                <a:spcPct val="0"/>
              </a:spcBef>
            </a:pPr>
            <a:endParaRPr lang="en-GB" altLang="en-US" sz="1200" dirty="0"/>
          </a:p>
          <a:p>
            <a:pPr>
              <a:lnSpc>
                <a:spcPct val="80000"/>
              </a:lnSpc>
            </a:pPr>
            <a:endParaRPr lang="en-US" altLang="en-US" sz="1200" dirty="0"/>
          </a:p>
          <a:p>
            <a:pPr>
              <a:lnSpc>
                <a:spcPct val="80000"/>
              </a:lnSpc>
            </a:pPr>
            <a:endParaRPr lang="en-US" altLang="en-US" sz="1200" dirty="0"/>
          </a:p>
          <a:p>
            <a:pPr>
              <a:lnSpc>
                <a:spcPct val="80000"/>
              </a:lnSpc>
            </a:pPr>
            <a:endParaRPr lang="en-GB" altLang="en-US" sz="1200" dirty="0"/>
          </a:p>
          <a:p>
            <a:pPr marL="742950" lvl="1" indent="-285750" algn="l" eaLnBrk="1" hangingPunct="1">
              <a:lnSpc>
                <a:spcPct val="125000"/>
              </a:lnSpc>
              <a:buFontTx/>
              <a:buChar char="•"/>
            </a:pPr>
            <a:endParaRPr lang="en-GB" altLang="en-US" sz="1200" dirty="0">
              <a:solidFill>
                <a:srgbClr val="4D4D4D"/>
              </a:solidFill>
            </a:endParaRPr>
          </a:p>
          <a:p>
            <a:pPr>
              <a:lnSpc>
                <a:spcPct val="80000"/>
              </a:lnSpc>
            </a:pPr>
            <a:endParaRPr lang="en-GB" altLang="en-US" sz="1200" dirty="0"/>
          </a:p>
        </p:txBody>
      </p:sp>
    </p:spTree>
  </p:cSld>
  <p:clrMapOvr>
    <a:masterClrMapping/>
  </p:clrMapOvr>
</p:sld>
</file>

<file path=ppt/theme/theme1.xml><?xml version="1.0" encoding="utf-8"?>
<a:theme xmlns:a="http://schemas.openxmlformats.org/drawingml/2006/main" name="2015 GSTT slide template">
  <a:themeElements>
    <a:clrScheme name="11_Default Design 13">
      <a:dk1>
        <a:srgbClr val="333399"/>
      </a:dk1>
      <a:lt1>
        <a:srgbClr val="FFFFFF"/>
      </a:lt1>
      <a:dk2>
        <a:srgbClr val="333399"/>
      </a:dk2>
      <a:lt2>
        <a:srgbClr val="FFFFFF"/>
      </a:lt2>
      <a:accent1>
        <a:srgbClr val="FFFFFF"/>
      </a:accent1>
      <a:accent2>
        <a:srgbClr val="FFFFFF"/>
      </a:accent2>
      <a:accent3>
        <a:srgbClr val="FFFFFF"/>
      </a:accent3>
      <a:accent4>
        <a:srgbClr val="2A2A82"/>
      </a:accent4>
      <a:accent5>
        <a:srgbClr val="FFFFFF"/>
      </a:accent5>
      <a:accent6>
        <a:srgbClr val="E7E7E7"/>
      </a:accent6>
      <a:hlink>
        <a:srgbClr val="333399"/>
      </a:hlink>
      <a:folHlink>
        <a:srgbClr val="333399"/>
      </a:folHlink>
    </a:clrScheme>
    <a:fontScheme name="1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1_Default Design 13">
        <a:dk1>
          <a:srgbClr val="333399"/>
        </a:dk1>
        <a:lt1>
          <a:srgbClr val="FFFFFF"/>
        </a:lt1>
        <a:dk2>
          <a:srgbClr val="333399"/>
        </a:dk2>
        <a:lt2>
          <a:srgbClr val="FFFFFF"/>
        </a:lt2>
        <a:accent1>
          <a:srgbClr val="FFFFFF"/>
        </a:accent1>
        <a:accent2>
          <a:srgbClr val="FFFFFF"/>
        </a:accent2>
        <a:accent3>
          <a:srgbClr val="FFFFFF"/>
        </a:accent3>
        <a:accent4>
          <a:srgbClr val="2A2A82"/>
        </a:accent4>
        <a:accent5>
          <a:srgbClr val="FFFFFF"/>
        </a:accent5>
        <a:accent6>
          <a:srgbClr val="E7E7E7"/>
        </a:accent6>
        <a:hlink>
          <a:srgbClr val="333399"/>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0_Default Design">
  <a:themeElements>
    <a:clrScheme name="10_Default Design 13">
      <a:dk1>
        <a:srgbClr val="333399"/>
      </a:dk1>
      <a:lt1>
        <a:srgbClr val="FFFFFF"/>
      </a:lt1>
      <a:dk2>
        <a:srgbClr val="333399"/>
      </a:dk2>
      <a:lt2>
        <a:srgbClr val="FFFFFF"/>
      </a:lt2>
      <a:accent1>
        <a:srgbClr val="FFFFFF"/>
      </a:accent1>
      <a:accent2>
        <a:srgbClr val="FFFFFF"/>
      </a:accent2>
      <a:accent3>
        <a:srgbClr val="FFFFFF"/>
      </a:accent3>
      <a:accent4>
        <a:srgbClr val="2A2A82"/>
      </a:accent4>
      <a:accent5>
        <a:srgbClr val="FFFFFF"/>
      </a:accent5>
      <a:accent6>
        <a:srgbClr val="E7E7E7"/>
      </a:accent6>
      <a:hlink>
        <a:srgbClr val="333399"/>
      </a:hlink>
      <a:folHlink>
        <a:srgbClr val="333399"/>
      </a:folHlink>
    </a:clrScheme>
    <a:fontScheme name="10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0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0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0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0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0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0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0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0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0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0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0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0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0_Default Design 13">
        <a:dk1>
          <a:srgbClr val="333399"/>
        </a:dk1>
        <a:lt1>
          <a:srgbClr val="FFFFFF"/>
        </a:lt1>
        <a:dk2>
          <a:srgbClr val="333399"/>
        </a:dk2>
        <a:lt2>
          <a:srgbClr val="FFFFFF"/>
        </a:lt2>
        <a:accent1>
          <a:srgbClr val="FFFFFF"/>
        </a:accent1>
        <a:accent2>
          <a:srgbClr val="FFFFFF"/>
        </a:accent2>
        <a:accent3>
          <a:srgbClr val="FFFFFF"/>
        </a:accent3>
        <a:accent4>
          <a:srgbClr val="2A2A82"/>
        </a:accent4>
        <a:accent5>
          <a:srgbClr val="FFFFFF"/>
        </a:accent5>
        <a:accent6>
          <a:srgbClr val="E7E7E7"/>
        </a:accent6>
        <a:hlink>
          <a:srgbClr val="333399"/>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2732</TotalTime>
  <Words>3367</Words>
  <Application>Microsoft Office PowerPoint</Application>
  <PresentationFormat>A4 Paper (210x297 mm)</PresentationFormat>
  <Paragraphs>614</Paragraphs>
  <Slides>61</Slides>
  <Notes>25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61</vt:i4>
      </vt:variant>
    </vt:vector>
  </HeadingPairs>
  <TitlesOfParts>
    <vt:vector size="70" baseType="lpstr">
      <vt:lpstr>ＭＳ Ｐゴシック</vt:lpstr>
      <vt:lpstr>ＭＳ Ｐゴシック</vt:lpstr>
      <vt:lpstr>Arial</vt:lpstr>
      <vt:lpstr>Symbol</vt:lpstr>
      <vt:lpstr>Times New Roman</vt:lpstr>
      <vt:lpstr>TimesNewRomanPSMT</vt:lpstr>
      <vt:lpstr>Wingdings</vt:lpstr>
      <vt:lpstr>2015 GSTT slide template</vt:lpstr>
      <vt:lpstr>10_Default Design</vt:lpstr>
      <vt:lpstr> Cognition and Perception </vt:lpstr>
      <vt:lpstr>Learning outcomes</vt:lpstr>
      <vt:lpstr>PowerPoint Presentation</vt:lpstr>
      <vt:lpstr>PowerPoint Presentation</vt:lpstr>
      <vt:lpstr>Goal orientated activity</vt:lpstr>
      <vt:lpstr>Frontal lobe </vt:lpstr>
      <vt:lpstr>Parietal lobe   </vt:lpstr>
      <vt:lpstr>Occipital lobe </vt:lpstr>
      <vt:lpstr>Temporal lobe</vt:lpstr>
      <vt:lpstr>Hierarchy of cognition</vt:lpstr>
      <vt:lpstr>PowerPoint Presentation</vt:lpstr>
      <vt:lpstr>Sensory registration</vt:lpstr>
      <vt:lpstr>PowerPoint Presentation</vt:lpstr>
      <vt:lpstr>Attention</vt:lpstr>
      <vt:lpstr>PowerPoint Presentation</vt:lpstr>
      <vt:lpstr>PowerPoint Presentation</vt:lpstr>
      <vt:lpstr>Visual and spatial perception</vt:lpstr>
      <vt:lpstr>Visual and spatial perception</vt:lpstr>
      <vt:lpstr>PowerPoint Presentation</vt:lpstr>
      <vt:lpstr>Object recognition</vt:lpstr>
      <vt:lpstr>Object recognition</vt:lpstr>
      <vt:lpstr>PowerPoint Presentation</vt:lpstr>
      <vt:lpstr>Memory</vt:lpstr>
      <vt:lpstr>Memory</vt:lpstr>
      <vt:lpstr>Memory</vt:lpstr>
      <vt:lpstr>PowerPoint Presentation</vt:lpstr>
      <vt:lpstr>Praxis</vt:lpstr>
      <vt:lpstr>PowerPoint Presentation</vt:lpstr>
      <vt:lpstr>PowerPoint Presentation</vt:lpstr>
      <vt:lpstr>PowerPoint Presentation</vt:lpstr>
      <vt:lpstr>PowerPoint Presentation</vt:lpstr>
      <vt:lpstr>Limbic system </vt:lpstr>
      <vt:lpstr>Visual and Spatial Perception</vt:lpstr>
      <vt:lpstr>Three areas of visual and spatial perceptual impairments</vt:lpstr>
      <vt:lpstr>Visual and Spatial Perception</vt:lpstr>
      <vt:lpstr>Neglect/Inattention</vt:lpstr>
      <vt:lpstr>Topographical disorientation  (occipital, temporal, parietal lobes)</vt:lpstr>
      <vt:lpstr>Agnosia (occipital, parietal lobes)</vt:lpstr>
      <vt:lpstr>Common cognitive impairments in neuro populations </vt:lpstr>
      <vt:lpstr>PowerPoint Presentation</vt:lpstr>
      <vt:lpstr>MDT working and cognition </vt:lpstr>
      <vt:lpstr>How do you assess cognitive and visual perceptual impairment? </vt:lpstr>
      <vt:lpstr>Cognition and visual perceptual Screens</vt:lpstr>
      <vt:lpstr>PowerPoint Presentation</vt:lpstr>
      <vt:lpstr>Cognitive observations </vt:lpstr>
      <vt:lpstr>Visual perception observations </vt:lpstr>
      <vt:lpstr>Case study- Mr B (PART B)</vt:lpstr>
      <vt:lpstr> Cognitive and visual perceptual rehabilitation </vt:lpstr>
      <vt:lpstr>Memory impairment- interventions in physiotherapy </vt:lpstr>
      <vt:lpstr>Attention deficits- interventions in physiotherapy</vt:lpstr>
      <vt:lpstr>Speed of Processing: interventions in physiotherapy</vt:lpstr>
      <vt:lpstr>Disorientation- Interventions in physiotherapy:  </vt:lpstr>
      <vt:lpstr>Apraxia - Interventions in physiotherapy: </vt:lpstr>
      <vt:lpstr>Dysexecutive impairment- Interventions in physiotherapy:</vt:lpstr>
      <vt:lpstr>Insight- Intervention in Physiotherapy </vt:lpstr>
      <vt:lpstr>Visual and Spatial Perception</vt:lpstr>
      <vt:lpstr>Neglect/Inattention- Intervention in Physiotherapy: </vt:lpstr>
      <vt:lpstr>Topographical disorientation- Intervention in physiotherapy </vt:lpstr>
      <vt:lpstr>Agnosia- Intervention in Physiotherapy: </vt:lpstr>
      <vt:lpstr>Key messages</vt:lpstr>
      <vt:lpstr>References</vt:lpstr>
    </vt:vector>
  </TitlesOfParts>
  <Company>GSTT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eparfitt</dc:creator>
  <cp:lastModifiedBy>Price Charlotte</cp:lastModifiedBy>
  <cp:revision>155</cp:revision>
  <cp:lastPrinted>2017-09-24T10:26:17Z</cp:lastPrinted>
  <dcterms:created xsi:type="dcterms:W3CDTF">2015-03-16T14:24:44Z</dcterms:created>
  <dcterms:modified xsi:type="dcterms:W3CDTF">2025-10-26T21:43:45Z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inDIP File ID">
    <vt:lpwstr>0269006b-9f7a-40b2-ad9f-e9b93c5aba25</vt:lpwstr>
  </property>
</Properties>
</file>