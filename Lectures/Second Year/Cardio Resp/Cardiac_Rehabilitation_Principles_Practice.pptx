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Cardiac Rehabilitation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Principles &amp;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programme of exercise, education and risk factor modification</a:t>
            </a:r>
          </a:p>
          <a:p>
            <a:r>
              <a:t>Aims to improve cardiovascular health and quality of 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Individualised exercise prescription</a:t>
            </a:r>
          </a:p>
          <a:p>
            <a:r>
              <a:t>Multidisciplinary approach</a:t>
            </a:r>
          </a:p>
          <a:p>
            <a:r>
              <a:t>Risk stratification and safety</a:t>
            </a:r>
          </a:p>
          <a:p>
            <a:r>
              <a:t>Patient education and self-management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of Cardiac Rehabilitation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Inpatient (early mobilisation)</a:t>
            </a:r>
          </a:p>
          <a:p>
            <a:r>
              <a:t>Phase 2: Early outpatient</a:t>
            </a:r>
          </a:p>
          <a:p>
            <a:r>
              <a:t>Phase 3: Structured exercise programme</a:t>
            </a:r>
          </a:p>
          <a:p>
            <a:r>
              <a:t>Phase 4: Long-term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Prescription (FITT)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Frequency: 3–5 days/week</a:t>
            </a:r>
          </a:p>
          <a:p>
            <a:r>
              <a:t>Intensity: Moderate (40–70% HRR)</a:t>
            </a:r>
          </a:p>
          <a:p>
            <a:r>
              <a:t>Time: 20–60 minutes</a:t>
            </a:r>
          </a:p>
          <a:p>
            <a:r>
              <a:t>Type: Aerobic + resistance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During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rate, blood pressure, SpO₂</a:t>
            </a:r>
          </a:p>
          <a:p>
            <a:r>
              <a:t>Rate of Perceived Exertion (RPE)</a:t>
            </a:r>
          </a:p>
          <a:p>
            <a:r>
              <a:t>Symptoms: chest pain, dizziness, SOB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Physiological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↑ Cardiac efficiency</a:t>
            </a:r>
          </a:p>
          <a:p>
            <a:r>
              <a:t>↓ Resting heart rate</a:t>
            </a:r>
          </a:p>
          <a:p>
            <a:r>
              <a:t>↓ Blood pressure</a:t>
            </a:r>
          </a:p>
          <a:p>
            <a:r>
              <a:t>↑ Exercise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mortality</a:t>
            </a:r>
          </a:p>
          <a:p>
            <a:r>
              <a:t>Reduced hospital admissions</a:t>
            </a:r>
          </a:p>
          <a:p>
            <a:r>
              <a:t>Improved functional capacity</a:t>
            </a:r>
          </a:p>
          <a:p>
            <a:r>
              <a:t>Improved quality of 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if chest pain, severe breathlessness</a:t>
            </a:r>
          </a:p>
          <a:p>
            <a:r>
              <a:t>Monitor for arrhythmias</a:t>
            </a:r>
          </a:p>
          <a:p>
            <a:r>
              <a:t>Adjust for medications (e.g. beta-blockers)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Cardiac Rehabilitation</vt:lpstr>
      <vt:lpstr>Definition</vt:lpstr>
      <vt:lpstr>Core Principles</vt:lpstr>
      <vt:lpstr>Phases of Cardiac Rehabilitation</vt:lpstr>
      <vt:lpstr>Exercise Prescription (FITT)</vt:lpstr>
      <vt:lpstr>Monitoring During Exercise</vt:lpstr>
      <vt:lpstr>Physiological Benefits</vt:lpstr>
      <vt:lpstr>Clinical Benefits</vt:lpstr>
      <vt:lpstr>Safety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1</cp:revision>
  <dcterms:created xsi:type="dcterms:W3CDTF">2013-01-27T09:14:16Z</dcterms:created>
  <dcterms:modified xsi:type="dcterms:W3CDTF">2026-03-20T14:30:39Z</dcterms:modified>
  <cp:category/>
</cp:coreProperties>
</file>