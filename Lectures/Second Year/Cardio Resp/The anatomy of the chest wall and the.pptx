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7" r:id="rId3"/>
    <p:sldId id="259" r:id="rId4"/>
    <p:sldId id="258" r:id="rId5"/>
    <p:sldId id="266" r:id="rId6"/>
    <p:sldId id="260" r:id="rId7"/>
    <p:sldId id="261" r:id="rId8"/>
    <p:sldId id="262" r:id="rId9"/>
    <p:sldId id="263" r:id="rId10"/>
    <p:sldId id="264" r:id="rId11"/>
    <p:sldId id="265" r:id="rId12"/>
    <p:sldId id="267" r:id="rId13"/>
    <p:sldId id="268" r:id="rId14"/>
    <p:sldId id="269" r:id="rId15"/>
    <p:sldId id="270" r:id="rId16"/>
    <p:sldId id="271" r:id="rId17"/>
    <p:sldId id="272" r:id="rId18"/>
    <p:sldId id="302" r:id="rId19"/>
    <p:sldId id="303" r:id="rId20"/>
    <p:sldId id="315" r:id="rId21"/>
    <p:sldId id="314" r:id="rId22"/>
    <p:sldId id="316" r:id="rId23"/>
    <p:sldId id="289" r:id="rId24"/>
    <p:sldId id="318" r:id="rId25"/>
    <p:sldId id="304" r:id="rId26"/>
    <p:sldId id="319" r:id="rId27"/>
    <p:sldId id="310" r:id="rId28"/>
    <p:sldId id="306" r:id="rId29"/>
    <p:sldId id="308" r:id="rId30"/>
    <p:sldId id="311" r:id="rId31"/>
    <p:sldId id="309" r:id="rId32"/>
    <p:sldId id="320" r:id="rId33"/>
    <p:sldId id="307" r:id="rId34"/>
    <p:sldId id="321" r:id="rId35"/>
    <p:sldId id="323" r:id="rId36"/>
    <p:sldId id="332" r:id="rId37"/>
    <p:sldId id="322" r:id="rId38"/>
    <p:sldId id="324" r:id="rId39"/>
    <p:sldId id="329" r:id="rId40"/>
    <p:sldId id="330" r:id="rId41"/>
    <p:sldId id="331" r:id="rId42"/>
    <p:sldId id="334" r:id="rId43"/>
    <p:sldId id="336" r:id="rId44"/>
    <p:sldId id="335" r:id="rId45"/>
    <p:sldId id="337" r:id="rId46"/>
    <p:sldId id="338" r:id="rId47"/>
    <p:sldId id="339" r:id="rId48"/>
    <p:sldId id="340" r:id="rId49"/>
    <p:sldId id="341" r:id="rId50"/>
    <p:sldId id="342" r:id="rId51"/>
    <p:sldId id="34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D1B0A1-FFD2-47EC-94D2-CDAC83F37866}" v="722" dt="2024-10-16T15:45:18.1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1" autoAdjust="0"/>
    <p:restoredTop sz="94660"/>
  </p:normalViewPr>
  <p:slideViewPr>
    <p:cSldViewPr snapToGrid="0">
      <p:cViewPr>
        <p:scale>
          <a:sx n="70" d="100"/>
          <a:sy n="70" d="100"/>
        </p:scale>
        <p:origin x="360" y="22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obel Davies" userId="2fdec792-a701-4543-8af7-0db402950b7b" providerId="ADAL" clId="{79D1B0A1-FFD2-47EC-94D2-CDAC83F37866}"/>
    <pc:docChg chg="undo redo custSel addSld delSld modSld">
      <pc:chgData name="Isobel Davies" userId="2fdec792-a701-4543-8af7-0db402950b7b" providerId="ADAL" clId="{79D1B0A1-FFD2-47EC-94D2-CDAC83F37866}" dt="2024-10-20T16:59:14.039" v="4974" actId="680"/>
      <pc:docMkLst>
        <pc:docMk/>
      </pc:docMkLst>
      <pc:sldChg chg="modSp mod">
        <pc:chgData name="Isobel Davies" userId="2fdec792-a701-4543-8af7-0db402950b7b" providerId="ADAL" clId="{79D1B0A1-FFD2-47EC-94D2-CDAC83F37866}" dt="2024-10-15T12:05:22.636" v="253" actId="20577"/>
        <pc:sldMkLst>
          <pc:docMk/>
          <pc:sldMk cId="856418379" sldId="257"/>
        </pc:sldMkLst>
        <pc:spChg chg="mod">
          <ac:chgData name="Isobel Davies" userId="2fdec792-a701-4543-8af7-0db402950b7b" providerId="ADAL" clId="{79D1B0A1-FFD2-47EC-94D2-CDAC83F37866}" dt="2024-10-15T12:05:22.636" v="253" actId="20577"/>
          <ac:spMkLst>
            <pc:docMk/>
            <pc:sldMk cId="856418379" sldId="257"/>
            <ac:spMk id="3" creationId="{743B0687-C7AB-28C2-EC76-86BCE2FDD111}"/>
          </ac:spMkLst>
        </pc:spChg>
      </pc:sldChg>
      <pc:sldChg chg="addSp delSp modSp new mod modClrScheme chgLayout">
        <pc:chgData name="Isobel Davies" userId="2fdec792-a701-4543-8af7-0db402950b7b" providerId="ADAL" clId="{79D1B0A1-FFD2-47EC-94D2-CDAC83F37866}" dt="2024-10-15T12:29:21.434" v="826" actId="20577"/>
        <pc:sldMkLst>
          <pc:docMk/>
          <pc:sldMk cId="4105380313" sldId="258"/>
        </pc:sldMkLst>
        <pc:spChg chg="mod ord">
          <ac:chgData name="Isobel Davies" userId="2fdec792-a701-4543-8af7-0db402950b7b" providerId="ADAL" clId="{79D1B0A1-FFD2-47EC-94D2-CDAC83F37866}" dt="2024-10-15T12:27:17.421" v="611" actId="700"/>
          <ac:spMkLst>
            <pc:docMk/>
            <pc:sldMk cId="4105380313" sldId="258"/>
            <ac:spMk id="2" creationId="{73097D0D-FDE7-46F6-F9C1-52F31DC9F0D9}"/>
          </ac:spMkLst>
        </pc:spChg>
        <pc:spChg chg="mod ord">
          <ac:chgData name="Isobel Davies" userId="2fdec792-a701-4543-8af7-0db402950b7b" providerId="ADAL" clId="{79D1B0A1-FFD2-47EC-94D2-CDAC83F37866}" dt="2024-10-15T12:29:21.434" v="826" actId="20577"/>
          <ac:spMkLst>
            <pc:docMk/>
            <pc:sldMk cId="4105380313" sldId="258"/>
            <ac:spMk id="3" creationId="{0FE1E20E-5D8E-250F-688B-7886C637FF14}"/>
          </ac:spMkLst>
        </pc:spChg>
        <pc:spChg chg="add del mod ord">
          <ac:chgData name="Isobel Davies" userId="2fdec792-a701-4543-8af7-0db402950b7b" providerId="ADAL" clId="{79D1B0A1-FFD2-47EC-94D2-CDAC83F37866}" dt="2024-10-15T12:27:19.352" v="612"/>
          <ac:spMkLst>
            <pc:docMk/>
            <pc:sldMk cId="4105380313" sldId="258"/>
            <ac:spMk id="4" creationId="{C59B7A44-5121-214B-C9E2-7DF4D8CE4082}"/>
          </ac:spMkLst>
        </pc:spChg>
        <pc:picChg chg="add mod">
          <ac:chgData name="Isobel Davies" userId="2fdec792-a701-4543-8af7-0db402950b7b" providerId="ADAL" clId="{79D1B0A1-FFD2-47EC-94D2-CDAC83F37866}" dt="2024-10-15T12:27:19.352" v="612"/>
          <ac:picMkLst>
            <pc:docMk/>
            <pc:sldMk cId="4105380313" sldId="258"/>
            <ac:picMk id="5" creationId="{5858E1BA-9379-15C7-DE14-3B2E8E90C704}"/>
          </ac:picMkLst>
        </pc:picChg>
      </pc:sldChg>
      <pc:sldChg chg="addSp delSp modSp new mod modClrScheme chgLayout">
        <pc:chgData name="Isobel Davies" userId="2fdec792-a701-4543-8af7-0db402950b7b" providerId="ADAL" clId="{79D1B0A1-FFD2-47EC-94D2-CDAC83F37866}" dt="2024-10-15T12:26:32.330" v="570" actId="20577"/>
        <pc:sldMkLst>
          <pc:docMk/>
          <pc:sldMk cId="2087324164" sldId="259"/>
        </pc:sldMkLst>
        <pc:spChg chg="mod ord">
          <ac:chgData name="Isobel Davies" userId="2fdec792-a701-4543-8af7-0db402950b7b" providerId="ADAL" clId="{79D1B0A1-FFD2-47EC-94D2-CDAC83F37866}" dt="2024-10-15T12:24:19.452" v="328" actId="700"/>
          <ac:spMkLst>
            <pc:docMk/>
            <pc:sldMk cId="2087324164" sldId="259"/>
            <ac:spMk id="2" creationId="{636CC8B5-D751-81A3-1D89-6B5FFDABEB13}"/>
          </ac:spMkLst>
        </pc:spChg>
        <pc:spChg chg="del mod ord">
          <ac:chgData name="Isobel Davies" userId="2fdec792-a701-4543-8af7-0db402950b7b" providerId="ADAL" clId="{79D1B0A1-FFD2-47EC-94D2-CDAC83F37866}" dt="2024-10-15T12:24:19.452" v="328" actId="700"/>
          <ac:spMkLst>
            <pc:docMk/>
            <pc:sldMk cId="2087324164" sldId="259"/>
            <ac:spMk id="3" creationId="{06F27998-99BC-1278-A968-6F5D70F1D708}"/>
          </ac:spMkLst>
        </pc:spChg>
        <pc:spChg chg="add mod ord">
          <ac:chgData name="Isobel Davies" userId="2fdec792-a701-4543-8af7-0db402950b7b" providerId="ADAL" clId="{79D1B0A1-FFD2-47EC-94D2-CDAC83F37866}" dt="2024-10-15T12:26:32.330" v="570" actId="20577"/>
          <ac:spMkLst>
            <pc:docMk/>
            <pc:sldMk cId="2087324164" sldId="259"/>
            <ac:spMk id="4" creationId="{AD8257AB-10F5-9E49-DD3D-404DBF63ABF9}"/>
          </ac:spMkLst>
        </pc:spChg>
        <pc:spChg chg="add del mod ord">
          <ac:chgData name="Isobel Davies" userId="2fdec792-a701-4543-8af7-0db402950b7b" providerId="ADAL" clId="{79D1B0A1-FFD2-47EC-94D2-CDAC83F37866}" dt="2024-10-15T12:24:25.297" v="330"/>
          <ac:spMkLst>
            <pc:docMk/>
            <pc:sldMk cId="2087324164" sldId="259"/>
            <ac:spMk id="5" creationId="{AB9156CA-40C1-115D-C3C0-717DAE763C5D}"/>
          </ac:spMkLst>
        </pc:spChg>
        <pc:picChg chg="add mod">
          <ac:chgData name="Isobel Davies" userId="2fdec792-a701-4543-8af7-0db402950b7b" providerId="ADAL" clId="{79D1B0A1-FFD2-47EC-94D2-CDAC83F37866}" dt="2024-10-15T12:24:25.297" v="330"/>
          <ac:picMkLst>
            <pc:docMk/>
            <pc:sldMk cId="2087324164" sldId="259"/>
            <ac:picMk id="6" creationId="{C734C022-3E7C-8240-FB63-B3FEB2E0A6E7}"/>
          </ac:picMkLst>
        </pc:picChg>
      </pc:sldChg>
      <pc:sldChg chg="addSp delSp modSp new mod">
        <pc:chgData name="Isobel Davies" userId="2fdec792-a701-4543-8af7-0db402950b7b" providerId="ADAL" clId="{79D1B0A1-FFD2-47EC-94D2-CDAC83F37866}" dt="2024-10-15T14:31:10.225" v="1375" actId="5793"/>
        <pc:sldMkLst>
          <pc:docMk/>
          <pc:sldMk cId="28260692" sldId="260"/>
        </pc:sldMkLst>
        <pc:spChg chg="mod">
          <ac:chgData name="Isobel Davies" userId="2fdec792-a701-4543-8af7-0db402950b7b" providerId="ADAL" clId="{79D1B0A1-FFD2-47EC-94D2-CDAC83F37866}" dt="2024-10-15T14:31:10.225" v="1375" actId="5793"/>
          <ac:spMkLst>
            <pc:docMk/>
            <pc:sldMk cId="28260692" sldId="260"/>
            <ac:spMk id="2" creationId="{867C3432-DDDB-8E69-ADAA-B915249D072E}"/>
          </ac:spMkLst>
        </pc:spChg>
        <pc:spChg chg="del">
          <ac:chgData name="Isobel Davies" userId="2fdec792-a701-4543-8af7-0db402950b7b" providerId="ADAL" clId="{79D1B0A1-FFD2-47EC-94D2-CDAC83F37866}" dt="2024-10-15T14:23:44.395" v="842"/>
          <ac:spMkLst>
            <pc:docMk/>
            <pc:sldMk cId="28260692" sldId="260"/>
            <ac:spMk id="3" creationId="{CD478D08-2CB4-9B50-0B67-3C6D91AA0DE7}"/>
          </ac:spMkLst>
        </pc:spChg>
        <pc:spChg chg="mod">
          <ac:chgData name="Isobel Davies" userId="2fdec792-a701-4543-8af7-0db402950b7b" providerId="ADAL" clId="{79D1B0A1-FFD2-47EC-94D2-CDAC83F37866}" dt="2024-10-15T14:23:17.320" v="841" actId="20577"/>
          <ac:spMkLst>
            <pc:docMk/>
            <pc:sldMk cId="28260692" sldId="260"/>
            <ac:spMk id="4" creationId="{62E7C043-7158-46CA-822E-BDE2C2881A9F}"/>
          </ac:spMkLst>
        </pc:spChg>
        <pc:spChg chg="add del mod">
          <ac:chgData name="Isobel Davies" userId="2fdec792-a701-4543-8af7-0db402950b7b" providerId="ADAL" clId="{79D1B0A1-FFD2-47EC-94D2-CDAC83F37866}" dt="2024-10-15T14:28:26.088" v="1156"/>
          <ac:spMkLst>
            <pc:docMk/>
            <pc:sldMk cId="28260692" sldId="260"/>
            <ac:spMk id="5" creationId="{8212B13F-74B3-954C-CFE0-429E6DC6C2BB}"/>
          </ac:spMkLst>
        </pc:spChg>
        <pc:picChg chg="add mod">
          <ac:chgData name="Isobel Davies" userId="2fdec792-a701-4543-8af7-0db402950b7b" providerId="ADAL" clId="{79D1B0A1-FFD2-47EC-94D2-CDAC83F37866}" dt="2024-10-15T14:28:34.501" v="1160" actId="1076"/>
          <ac:picMkLst>
            <pc:docMk/>
            <pc:sldMk cId="28260692" sldId="260"/>
            <ac:picMk id="6" creationId="{9BA9876B-6042-D6BD-6496-D76EEC5766B9}"/>
          </ac:picMkLst>
        </pc:picChg>
        <pc:picChg chg="add del mod">
          <ac:chgData name="Isobel Davies" userId="2fdec792-a701-4543-8af7-0db402950b7b" providerId="ADAL" clId="{79D1B0A1-FFD2-47EC-94D2-CDAC83F37866}" dt="2024-10-15T14:28:07.607" v="1155" actId="478"/>
          <ac:picMkLst>
            <pc:docMk/>
            <pc:sldMk cId="28260692" sldId="260"/>
            <ac:picMk id="1026" creationId="{3295A6FC-546D-13B3-3584-C91FFC2DF01D}"/>
          </ac:picMkLst>
        </pc:picChg>
      </pc:sldChg>
      <pc:sldChg chg="modSp add mod">
        <pc:chgData name="Isobel Davies" userId="2fdec792-a701-4543-8af7-0db402950b7b" providerId="ADAL" clId="{79D1B0A1-FFD2-47EC-94D2-CDAC83F37866}" dt="2024-10-15T14:31:21.159" v="1381" actId="27636"/>
        <pc:sldMkLst>
          <pc:docMk/>
          <pc:sldMk cId="2740072422" sldId="261"/>
        </pc:sldMkLst>
        <pc:spChg chg="mod">
          <ac:chgData name="Isobel Davies" userId="2fdec792-a701-4543-8af7-0db402950b7b" providerId="ADAL" clId="{79D1B0A1-FFD2-47EC-94D2-CDAC83F37866}" dt="2024-10-15T14:31:21.159" v="1381" actId="27636"/>
          <ac:spMkLst>
            <pc:docMk/>
            <pc:sldMk cId="2740072422" sldId="261"/>
            <ac:spMk id="2" creationId="{867C3432-DDDB-8E69-ADAA-B915249D072E}"/>
          </ac:spMkLst>
        </pc:spChg>
      </pc:sldChg>
      <pc:sldChg chg="addSp delSp modSp add mod">
        <pc:chgData name="Isobel Davies" userId="2fdec792-a701-4543-8af7-0db402950b7b" providerId="ADAL" clId="{79D1B0A1-FFD2-47EC-94D2-CDAC83F37866}" dt="2024-10-15T14:35:38.852" v="1694" actId="20577"/>
        <pc:sldMkLst>
          <pc:docMk/>
          <pc:sldMk cId="777201313" sldId="262"/>
        </pc:sldMkLst>
        <pc:spChg chg="mod">
          <ac:chgData name="Isobel Davies" userId="2fdec792-a701-4543-8af7-0db402950b7b" providerId="ADAL" clId="{79D1B0A1-FFD2-47EC-94D2-CDAC83F37866}" dt="2024-10-15T14:35:38.852" v="1694" actId="20577"/>
          <ac:spMkLst>
            <pc:docMk/>
            <pc:sldMk cId="777201313" sldId="262"/>
            <ac:spMk id="2" creationId="{867C3432-DDDB-8E69-ADAA-B915249D072E}"/>
          </ac:spMkLst>
        </pc:spChg>
        <pc:spChg chg="mod ord">
          <ac:chgData name="Isobel Davies" userId="2fdec792-a701-4543-8af7-0db402950b7b" providerId="ADAL" clId="{79D1B0A1-FFD2-47EC-94D2-CDAC83F37866}" dt="2024-10-15T14:32:42.374" v="1386" actId="26606"/>
          <ac:spMkLst>
            <pc:docMk/>
            <pc:sldMk cId="777201313" sldId="262"/>
            <ac:spMk id="4" creationId="{62E7C043-7158-46CA-822E-BDE2C2881A9F}"/>
          </ac:spMkLst>
        </pc:spChg>
        <pc:spChg chg="add del mod">
          <ac:chgData name="Isobel Davies" userId="2fdec792-a701-4543-8af7-0db402950b7b" providerId="ADAL" clId="{79D1B0A1-FFD2-47EC-94D2-CDAC83F37866}" dt="2024-10-15T14:32:39.779" v="1385"/>
          <ac:spMkLst>
            <pc:docMk/>
            <pc:sldMk cId="777201313" sldId="262"/>
            <ac:spMk id="5" creationId="{C0D51FD1-96A2-354C-3091-AC7810442262}"/>
          </ac:spMkLst>
        </pc:spChg>
        <pc:spChg chg="add del mod">
          <ac:chgData name="Isobel Davies" userId="2fdec792-a701-4543-8af7-0db402950b7b" providerId="ADAL" clId="{79D1B0A1-FFD2-47EC-94D2-CDAC83F37866}" dt="2024-10-15T14:32:58.725" v="1388"/>
          <ac:spMkLst>
            <pc:docMk/>
            <pc:sldMk cId="777201313" sldId="262"/>
            <ac:spMk id="8" creationId="{CDF7A464-9A4E-9122-E3D3-DFE27180AC73}"/>
          </ac:spMkLst>
        </pc:spChg>
        <pc:picChg chg="del">
          <ac:chgData name="Isobel Davies" userId="2fdec792-a701-4543-8af7-0db402950b7b" providerId="ADAL" clId="{79D1B0A1-FFD2-47EC-94D2-CDAC83F37866}" dt="2024-10-15T14:32:35.131" v="1383" actId="478"/>
          <ac:picMkLst>
            <pc:docMk/>
            <pc:sldMk cId="777201313" sldId="262"/>
            <ac:picMk id="6" creationId="{9BA9876B-6042-D6BD-6496-D76EEC5766B9}"/>
          </ac:picMkLst>
        </pc:picChg>
        <pc:picChg chg="add del mod">
          <ac:chgData name="Isobel Davies" userId="2fdec792-a701-4543-8af7-0db402950b7b" providerId="ADAL" clId="{79D1B0A1-FFD2-47EC-94D2-CDAC83F37866}" dt="2024-10-15T14:32:44.831" v="1387" actId="478"/>
          <ac:picMkLst>
            <pc:docMk/>
            <pc:sldMk cId="777201313" sldId="262"/>
            <ac:picMk id="2050" creationId="{9C42DF49-BDEB-255D-7C8A-5ABEBAA6920C}"/>
          </ac:picMkLst>
        </pc:picChg>
        <pc:picChg chg="add mod">
          <ac:chgData name="Isobel Davies" userId="2fdec792-a701-4543-8af7-0db402950b7b" providerId="ADAL" clId="{79D1B0A1-FFD2-47EC-94D2-CDAC83F37866}" dt="2024-10-15T14:32:58.725" v="1388"/>
          <ac:picMkLst>
            <pc:docMk/>
            <pc:sldMk cId="777201313" sldId="262"/>
            <ac:picMk id="2052" creationId="{8E188868-6EA2-B215-9A31-57DF3B977E2D}"/>
          </ac:picMkLst>
        </pc:picChg>
      </pc:sldChg>
      <pc:sldChg chg="addSp delSp modSp new mod modClrScheme chgLayout">
        <pc:chgData name="Isobel Davies" userId="2fdec792-a701-4543-8af7-0db402950b7b" providerId="ADAL" clId="{79D1B0A1-FFD2-47EC-94D2-CDAC83F37866}" dt="2024-10-15T14:40:37.827" v="1789" actId="14100"/>
        <pc:sldMkLst>
          <pc:docMk/>
          <pc:sldMk cId="2305587801" sldId="263"/>
        </pc:sldMkLst>
        <pc:spChg chg="del">
          <ac:chgData name="Isobel Davies" userId="2fdec792-a701-4543-8af7-0db402950b7b" providerId="ADAL" clId="{79D1B0A1-FFD2-47EC-94D2-CDAC83F37866}" dt="2024-10-15T14:36:47.606" v="1715" actId="478"/>
          <ac:spMkLst>
            <pc:docMk/>
            <pc:sldMk cId="2305587801" sldId="263"/>
            <ac:spMk id="2" creationId="{3915E47B-901A-D900-4960-9FBDF1B4E988}"/>
          </ac:spMkLst>
        </pc:spChg>
        <pc:spChg chg="del mod ord">
          <ac:chgData name="Isobel Davies" userId="2fdec792-a701-4543-8af7-0db402950b7b" providerId="ADAL" clId="{79D1B0A1-FFD2-47EC-94D2-CDAC83F37866}" dt="2024-10-15T14:36:55.131" v="1718" actId="700"/>
          <ac:spMkLst>
            <pc:docMk/>
            <pc:sldMk cId="2305587801" sldId="263"/>
            <ac:spMk id="3" creationId="{A12B57D0-B7D8-A182-E218-EA0D247B851A}"/>
          </ac:spMkLst>
        </pc:spChg>
        <pc:spChg chg="add del mod ord">
          <ac:chgData name="Isobel Davies" userId="2fdec792-a701-4543-8af7-0db402950b7b" providerId="ADAL" clId="{79D1B0A1-FFD2-47EC-94D2-CDAC83F37866}" dt="2024-10-15T14:36:55.131" v="1718" actId="700"/>
          <ac:spMkLst>
            <pc:docMk/>
            <pc:sldMk cId="2305587801" sldId="263"/>
            <ac:spMk id="4" creationId="{E48E0225-A328-AD56-A66B-E65D8CADDC7A}"/>
          </ac:spMkLst>
        </pc:spChg>
        <pc:spChg chg="add del mod">
          <ac:chgData name="Isobel Davies" userId="2fdec792-a701-4543-8af7-0db402950b7b" providerId="ADAL" clId="{79D1B0A1-FFD2-47EC-94D2-CDAC83F37866}" dt="2024-10-15T14:36:51.050" v="1717" actId="478"/>
          <ac:spMkLst>
            <pc:docMk/>
            <pc:sldMk cId="2305587801" sldId="263"/>
            <ac:spMk id="6" creationId="{36AB8D06-7630-8E94-09B9-69D667F944BB}"/>
          </ac:spMkLst>
        </pc:spChg>
        <pc:spChg chg="add del mod ord">
          <ac:chgData name="Isobel Davies" userId="2fdec792-a701-4543-8af7-0db402950b7b" providerId="ADAL" clId="{79D1B0A1-FFD2-47EC-94D2-CDAC83F37866}" dt="2024-10-15T14:36:57.760" v="1719" actId="478"/>
          <ac:spMkLst>
            <pc:docMk/>
            <pc:sldMk cId="2305587801" sldId="263"/>
            <ac:spMk id="7" creationId="{3FE9C25C-65AC-E756-50DD-B272593C3C9A}"/>
          </ac:spMkLst>
        </pc:spChg>
        <pc:spChg chg="add mod">
          <ac:chgData name="Isobel Davies" userId="2fdec792-a701-4543-8af7-0db402950b7b" providerId="ADAL" clId="{79D1B0A1-FFD2-47EC-94D2-CDAC83F37866}" dt="2024-10-15T14:40:37.827" v="1789" actId="14100"/>
          <ac:spMkLst>
            <pc:docMk/>
            <pc:sldMk cId="2305587801" sldId="263"/>
            <ac:spMk id="10" creationId="{C0525F7B-D990-D1C4-64AA-B283AAEAACAB}"/>
          </ac:spMkLst>
        </pc:spChg>
        <pc:graphicFrameChg chg="add mod modGraphic">
          <ac:chgData name="Isobel Davies" userId="2fdec792-a701-4543-8af7-0db402950b7b" providerId="ADAL" clId="{79D1B0A1-FFD2-47EC-94D2-CDAC83F37866}" dt="2024-10-15T14:37:19.101" v="1725" actId="14100"/>
          <ac:graphicFrameMkLst>
            <pc:docMk/>
            <pc:sldMk cId="2305587801" sldId="263"/>
            <ac:graphicFrameMk id="8" creationId="{A22AFA6B-46AF-6CFD-E2A0-854F3E78FF53}"/>
          </ac:graphicFrameMkLst>
        </pc:graphicFrameChg>
        <pc:picChg chg="add mod">
          <ac:chgData name="Isobel Davies" userId="2fdec792-a701-4543-8af7-0db402950b7b" providerId="ADAL" clId="{79D1B0A1-FFD2-47EC-94D2-CDAC83F37866}" dt="2024-10-15T14:40:17.443" v="1785" actId="1076"/>
          <ac:picMkLst>
            <pc:docMk/>
            <pc:sldMk cId="2305587801" sldId="263"/>
            <ac:picMk id="9" creationId="{9FE7BC01-A660-0C0F-0786-73EE0D1F56A0}"/>
          </ac:picMkLst>
        </pc:picChg>
      </pc:sldChg>
      <pc:sldChg chg="addSp delSp modSp add mod">
        <pc:chgData name="Isobel Davies" userId="2fdec792-a701-4543-8af7-0db402950b7b" providerId="ADAL" clId="{79D1B0A1-FFD2-47EC-94D2-CDAC83F37866}" dt="2024-10-15T14:41:01.173" v="1794" actId="14100"/>
        <pc:sldMkLst>
          <pc:docMk/>
          <pc:sldMk cId="484459539" sldId="264"/>
        </pc:sldMkLst>
        <pc:spChg chg="add mod">
          <ac:chgData name="Isobel Davies" userId="2fdec792-a701-4543-8af7-0db402950b7b" providerId="ADAL" clId="{79D1B0A1-FFD2-47EC-94D2-CDAC83F37866}" dt="2024-10-15T14:41:01.173" v="1794" actId="14100"/>
          <ac:spMkLst>
            <pc:docMk/>
            <pc:sldMk cId="484459539" sldId="264"/>
            <ac:spMk id="3" creationId="{5B7E5A13-CB65-D668-FA73-889F6B6F8212}"/>
          </ac:spMkLst>
        </pc:spChg>
        <pc:spChg chg="mod">
          <ac:chgData name="Isobel Davies" userId="2fdec792-a701-4543-8af7-0db402950b7b" providerId="ADAL" clId="{79D1B0A1-FFD2-47EC-94D2-CDAC83F37866}" dt="2024-10-15T14:38:33.837" v="1752" actId="20577"/>
          <ac:spMkLst>
            <pc:docMk/>
            <pc:sldMk cId="484459539" sldId="264"/>
            <ac:spMk id="4" creationId="{E48E0225-A328-AD56-A66B-E65D8CADDC7A}"/>
          </ac:spMkLst>
        </pc:spChg>
        <pc:graphicFrameChg chg="add mod">
          <ac:chgData name="Isobel Davies" userId="2fdec792-a701-4543-8af7-0db402950b7b" providerId="ADAL" clId="{79D1B0A1-FFD2-47EC-94D2-CDAC83F37866}" dt="2024-10-15T14:38:52.248" v="1755" actId="1076"/>
          <ac:graphicFrameMkLst>
            <pc:docMk/>
            <pc:sldMk cId="484459539" sldId="264"/>
            <ac:graphicFrameMk id="2" creationId="{3EC7DF98-1516-DACB-8177-BB7D16081DB4}"/>
          </ac:graphicFrameMkLst>
        </pc:graphicFrameChg>
        <pc:graphicFrameChg chg="del">
          <ac:chgData name="Isobel Davies" userId="2fdec792-a701-4543-8af7-0db402950b7b" providerId="ADAL" clId="{79D1B0A1-FFD2-47EC-94D2-CDAC83F37866}" dt="2024-10-15T14:38:41.938" v="1753" actId="478"/>
          <ac:graphicFrameMkLst>
            <pc:docMk/>
            <pc:sldMk cId="484459539" sldId="264"/>
            <ac:graphicFrameMk id="8" creationId="{A22AFA6B-46AF-6CFD-E2A0-854F3E78FF53}"/>
          </ac:graphicFrameMkLst>
        </pc:graphicFrameChg>
      </pc:sldChg>
      <pc:sldChg chg="addSp delSp modSp add mod">
        <pc:chgData name="Isobel Davies" userId="2fdec792-a701-4543-8af7-0db402950b7b" providerId="ADAL" clId="{79D1B0A1-FFD2-47EC-94D2-CDAC83F37866}" dt="2024-10-15T14:41:24.038" v="1799" actId="14100"/>
        <pc:sldMkLst>
          <pc:docMk/>
          <pc:sldMk cId="4054912694" sldId="265"/>
        </pc:sldMkLst>
        <pc:spChg chg="mod">
          <ac:chgData name="Isobel Davies" userId="2fdec792-a701-4543-8af7-0db402950b7b" providerId="ADAL" clId="{79D1B0A1-FFD2-47EC-94D2-CDAC83F37866}" dt="2024-10-15T14:39:07.506" v="1774" actId="20577"/>
          <ac:spMkLst>
            <pc:docMk/>
            <pc:sldMk cId="4054912694" sldId="265"/>
            <ac:spMk id="4" creationId="{E48E0225-A328-AD56-A66B-E65D8CADDC7A}"/>
          </ac:spMkLst>
        </pc:spChg>
        <pc:spChg chg="add mod">
          <ac:chgData name="Isobel Davies" userId="2fdec792-a701-4543-8af7-0db402950b7b" providerId="ADAL" clId="{79D1B0A1-FFD2-47EC-94D2-CDAC83F37866}" dt="2024-10-15T14:41:24.038" v="1799" actId="14100"/>
          <ac:spMkLst>
            <pc:docMk/>
            <pc:sldMk cId="4054912694" sldId="265"/>
            <ac:spMk id="5" creationId="{E9E0294D-DB89-E3DE-275A-050813B40773}"/>
          </ac:spMkLst>
        </pc:spChg>
        <pc:graphicFrameChg chg="del">
          <ac:chgData name="Isobel Davies" userId="2fdec792-a701-4543-8af7-0db402950b7b" providerId="ADAL" clId="{79D1B0A1-FFD2-47EC-94D2-CDAC83F37866}" dt="2024-10-15T14:39:18.252" v="1775" actId="478"/>
          <ac:graphicFrameMkLst>
            <pc:docMk/>
            <pc:sldMk cId="4054912694" sldId="265"/>
            <ac:graphicFrameMk id="2" creationId="{3EC7DF98-1516-DACB-8177-BB7D16081DB4}"/>
          </ac:graphicFrameMkLst>
        </pc:graphicFrameChg>
        <pc:graphicFrameChg chg="add mod">
          <ac:chgData name="Isobel Davies" userId="2fdec792-a701-4543-8af7-0db402950b7b" providerId="ADAL" clId="{79D1B0A1-FFD2-47EC-94D2-CDAC83F37866}" dt="2024-10-15T14:39:22.886" v="1777" actId="1076"/>
          <ac:graphicFrameMkLst>
            <pc:docMk/>
            <pc:sldMk cId="4054912694" sldId="265"/>
            <ac:graphicFrameMk id="3" creationId="{57591124-BE74-D7E9-BF17-E9A77B1BF31C}"/>
          </ac:graphicFrameMkLst>
        </pc:graphicFrameChg>
        <pc:picChg chg="mod">
          <ac:chgData name="Isobel Davies" userId="2fdec792-a701-4543-8af7-0db402950b7b" providerId="ADAL" clId="{79D1B0A1-FFD2-47EC-94D2-CDAC83F37866}" dt="2024-10-15T14:41:18.996" v="1797" actId="1076"/>
          <ac:picMkLst>
            <pc:docMk/>
            <pc:sldMk cId="4054912694" sldId="265"/>
            <ac:picMk id="9" creationId="{9FE7BC01-A660-0C0F-0786-73EE0D1F56A0}"/>
          </ac:picMkLst>
        </pc:picChg>
      </pc:sldChg>
      <pc:sldChg chg="add del">
        <pc:chgData name="Isobel Davies" userId="2fdec792-a701-4543-8af7-0db402950b7b" providerId="ADAL" clId="{79D1B0A1-FFD2-47EC-94D2-CDAC83F37866}" dt="2024-10-15T14:41:36.960" v="1801" actId="47"/>
        <pc:sldMkLst>
          <pc:docMk/>
          <pc:sldMk cId="481952791" sldId="266"/>
        </pc:sldMkLst>
      </pc:sldChg>
      <pc:sldChg chg="addSp modSp new mod modClrScheme chgLayout">
        <pc:chgData name="Isobel Davies" userId="2fdec792-a701-4543-8af7-0db402950b7b" providerId="ADAL" clId="{79D1B0A1-FFD2-47EC-94D2-CDAC83F37866}" dt="2024-10-15T14:42:13.930" v="1818" actId="26606"/>
        <pc:sldMkLst>
          <pc:docMk/>
          <pc:sldMk cId="3460998728" sldId="266"/>
        </pc:sldMkLst>
        <pc:spChg chg="mod">
          <ac:chgData name="Isobel Davies" userId="2fdec792-a701-4543-8af7-0db402950b7b" providerId="ADAL" clId="{79D1B0A1-FFD2-47EC-94D2-CDAC83F37866}" dt="2024-10-15T14:42:13.930" v="1818" actId="26606"/>
          <ac:spMkLst>
            <pc:docMk/>
            <pc:sldMk cId="3460998728" sldId="266"/>
            <ac:spMk id="2" creationId="{A4737BAB-D5D7-8667-E48A-FD7C8DEC8F23}"/>
          </ac:spMkLst>
        </pc:spChg>
        <pc:picChg chg="add">
          <ac:chgData name="Isobel Davies" userId="2fdec792-a701-4543-8af7-0db402950b7b" providerId="ADAL" clId="{79D1B0A1-FFD2-47EC-94D2-CDAC83F37866}" dt="2024-10-15T14:42:13.930" v="1818" actId="26606"/>
          <ac:picMkLst>
            <pc:docMk/>
            <pc:sldMk cId="3460998728" sldId="266"/>
            <ac:picMk id="4" creationId="{B902B643-8D7E-CF69-9994-0458E612599B}"/>
          </ac:picMkLst>
        </pc:picChg>
      </pc:sldChg>
      <pc:sldChg chg="addSp delSp modSp new mod modClrScheme chgLayout">
        <pc:chgData name="Isobel Davies" userId="2fdec792-a701-4543-8af7-0db402950b7b" providerId="ADAL" clId="{79D1B0A1-FFD2-47EC-94D2-CDAC83F37866}" dt="2024-10-15T14:44:55.161" v="1848" actId="962"/>
        <pc:sldMkLst>
          <pc:docMk/>
          <pc:sldMk cId="104831773" sldId="267"/>
        </pc:sldMkLst>
        <pc:spChg chg="del mod ord">
          <ac:chgData name="Isobel Davies" userId="2fdec792-a701-4543-8af7-0db402950b7b" providerId="ADAL" clId="{79D1B0A1-FFD2-47EC-94D2-CDAC83F37866}" dt="2024-10-15T14:42:25.196" v="1820" actId="700"/>
          <ac:spMkLst>
            <pc:docMk/>
            <pc:sldMk cId="104831773" sldId="267"/>
            <ac:spMk id="2" creationId="{88A4242A-33E1-34F3-2ED4-50CA2FD1968F}"/>
          </ac:spMkLst>
        </pc:spChg>
        <pc:spChg chg="del">
          <ac:chgData name="Isobel Davies" userId="2fdec792-a701-4543-8af7-0db402950b7b" providerId="ADAL" clId="{79D1B0A1-FFD2-47EC-94D2-CDAC83F37866}" dt="2024-10-15T14:42:25.196" v="1820" actId="700"/>
          <ac:spMkLst>
            <pc:docMk/>
            <pc:sldMk cId="104831773" sldId="267"/>
            <ac:spMk id="3" creationId="{7A1B27AF-AC7D-0343-90EE-0E047F495D5A}"/>
          </ac:spMkLst>
        </pc:spChg>
        <pc:spChg chg="add mod ord">
          <ac:chgData name="Isobel Davies" userId="2fdec792-a701-4543-8af7-0db402950b7b" providerId="ADAL" clId="{79D1B0A1-FFD2-47EC-94D2-CDAC83F37866}" dt="2024-10-15T14:44:53.060" v="1846" actId="26606"/>
          <ac:spMkLst>
            <pc:docMk/>
            <pc:sldMk cId="104831773" sldId="267"/>
            <ac:spMk id="4" creationId="{34D90EB1-CD55-88BF-B254-E5F07309D42C}"/>
          </ac:spMkLst>
        </pc:spChg>
        <pc:spChg chg="add del">
          <ac:chgData name="Isobel Davies" userId="2fdec792-a701-4543-8af7-0db402950b7b" providerId="ADAL" clId="{79D1B0A1-FFD2-47EC-94D2-CDAC83F37866}" dt="2024-10-15T14:44:49.083" v="1844" actId="478"/>
          <ac:spMkLst>
            <pc:docMk/>
            <pc:sldMk cId="104831773" sldId="267"/>
            <ac:spMk id="6" creationId="{6D32CD4A-C387-3D5A-B213-D78101CA2D0F}"/>
          </ac:spMkLst>
        </pc:spChg>
        <pc:picChg chg="add del mod">
          <ac:chgData name="Isobel Davies" userId="2fdec792-a701-4543-8af7-0db402950b7b" providerId="ADAL" clId="{79D1B0A1-FFD2-47EC-94D2-CDAC83F37866}" dt="2024-10-15T14:44:43.809" v="1842" actId="478"/>
          <ac:picMkLst>
            <pc:docMk/>
            <pc:sldMk cId="104831773" sldId="267"/>
            <ac:picMk id="5" creationId="{49B7B444-FB72-43EF-A952-B16AACDC41F0}"/>
          </ac:picMkLst>
        </pc:picChg>
        <pc:picChg chg="add mod">
          <ac:chgData name="Isobel Davies" userId="2fdec792-a701-4543-8af7-0db402950b7b" providerId="ADAL" clId="{79D1B0A1-FFD2-47EC-94D2-CDAC83F37866}" dt="2024-10-15T14:44:55.161" v="1848" actId="962"/>
          <ac:picMkLst>
            <pc:docMk/>
            <pc:sldMk cId="104831773" sldId="267"/>
            <ac:picMk id="7" creationId="{346CFA2B-8990-F2F1-3BA9-CAC61CB7D69E}"/>
          </ac:picMkLst>
        </pc:picChg>
      </pc:sldChg>
      <pc:sldChg chg="addSp delSp modSp new mod">
        <pc:chgData name="Isobel Davies" userId="2fdec792-a701-4543-8af7-0db402950b7b" providerId="ADAL" clId="{79D1B0A1-FFD2-47EC-94D2-CDAC83F37866}" dt="2024-10-15T14:46:00.523" v="1858"/>
        <pc:sldMkLst>
          <pc:docMk/>
          <pc:sldMk cId="3882620338" sldId="268"/>
        </pc:sldMkLst>
        <pc:spChg chg="mod">
          <ac:chgData name="Isobel Davies" userId="2fdec792-a701-4543-8af7-0db402950b7b" providerId="ADAL" clId="{79D1B0A1-FFD2-47EC-94D2-CDAC83F37866}" dt="2024-10-15T14:45:58.443" v="1857" actId="20577"/>
          <ac:spMkLst>
            <pc:docMk/>
            <pc:sldMk cId="3882620338" sldId="268"/>
            <ac:spMk id="2" creationId="{4B250E01-CF29-8453-572E-B6E399102D5E}"/>
          </ac:spMkLst>
        </pc:spChg>
        <pc:spChg chg="del">
          <ac:chgData name="Isobel Davies" userId="2fdec792-a701-4543-8af7-0db402950b7b" providerId="ADAL" clId="{79D1B0A1-FFD2-47EC-94D2-CDAC83F37866}" dt="2024-10-15T14:46:00.523" v="1858"/>
          <ac:spMkLst>
            <pc:docMk/>
            <pc:sldMk cId="3882620338" sldId="268"/>
            <ac:spMk id="3" creationId="{B6991743-F403-8D69-1621-D15B6F1D2CED}"/>
          </ac:spMkLst>
        </pc:spChg>
        <pc:picChg chg="add mod">
          <ac:chgData name="Isobel Davies" userId="2fdec792-a701-4543-8af7-0db402950b7b" providerId="ADAL" clId="{79D1B0A1-FFD2-47EC-94D2-CDAC83F37866}" dt="2024-10-15T14:46:00.523" v="1858"/>
          <ac:picMkLst>
            <pc:docMk/>
            <pc:sldMk cId="3882620338" sldId="268"/>
            <ac:picMk id="4" creationId="{41E95FA7-D14C-8D44-221B-FF67A6F2470A}"/>
          </ac:picMkLst>
        </pc:picChg>
      </pc:sldChg>
      <pc:sldChg chg="addSp delSp modSp new mod">
        <pc:chgData name="Isobel Davies" userId="2fdec792-a701-4543-8af7-0db402950b7b" providerId="ADAL" clId="{79D1B0A1-FFD2-47EC-94D2-CDAC83F37866}" dt="2024-10-15T14:46:58.620" v="1885" actId="1076"/>
        <pc:sldMkLst>
          <pc:docMk/>
          <pc:sldMk cId="4206590940" sldId="269"/>
        </pc:sldMkLst>
        <pc:spChg chg="mod">
          <ac:chgData name="Isobel Davies" userId="2fdec792-a701-4543-8af7-0db402950b7b" providerId="ADAL" clId="{79D1B0A1-FFD2-47EC-94D2-CDAC83F37866}" dt="2024-10-15T14:46:43.009" v="1879" actId="20577"/>
          <ac:spMkLst>
            <pc:docMk/>
            <pc:sldMk cId="4206590940" sldId="269"/>
            <ac:spMk id="2" creationId="{483BF477-45BD-2B55-34DA-AFB7E9F8DBAA}"/>
          </ac:spMkLst>
        </pc:spChg>
        <pc:spChg chg="del">
          <ac:chgData name="Isobel Davies" userId="2fdec792-a701-4543-8af7-0db402950b7b" providerId="ADAL" clId="{79D1B0A1-FFD2-47EC-94D2-CDAC83F37866}" dt="2024-10-15T14:46:45.966" v="1880"/>
          <ac:spMkLst>
            <pc:docMk/>
            <pc:sldMk cId="4206590940" sldId="269"/>
            <ac:spMk id="3" creationId="{E6B32D2C-9447-86AA-2CBF-A5D30883E326}"/>
          </ac:spMkLst>
        </pc:spChg>
        <pc:picChg chg="add mod">
          <ac:chgData name="Isobel Davies" userId="2fdec792-a701-4543-8af7-0db402950b7b" providerId="ADAL" clId="{79D1B0A1-FFD2-47EC-94D2-CDAC83F37866}" dt="2024-10-15T14:46:50.736" v="1883" actId="1076"/>
          <ac:picMkLst>
            <pc:docMk/>
            <pc:sldMk cId="4206590940" sldId="269"/>
            <ac:picMk id="4" creationId="{8DE4F5F3-F1B0-1F43-5226-74EB11EF3879}"/>
          </ac:picMkLst>
        </pc:picChg>
        <pc:picChg chg="add mod">
          <ac:chgData name="Isobel Davies" userId="2fdec792-a701-4543-8af7-0db402950b7b" providerId="ADAL" clId="{79D1B0A1-FFD2-47EC-94D2-CDAC83F37866}" dt="2024-10-15T14:46:58.620" v="1885" actId="1076"/>
          <ac:picMkLst>
            <pc:docMk/>
            <pc:sldMk cId="4206590940" sldId="269"/>
            <ac:picMk id="5" creationId="{4D5D8998-2233-1ADF-49DB-79381930948D}"/>
          </ac:picMkLst>
        </pc:picChg>
      </pc:sldChg>
      <pc:sldChg chg="addSp delSp modSp new mod modClrScheme chgLayout">
        <pc:chgData name="Isobel Davies" userId="2fdec792-a701-4543-8af7-0db402950b7b" providerId="ADAL" clId="{79D1B0A1-FFD2-47EC-94D2-CDAC83F37866}" dt="2024-10-15T14:51:17.710" v="2373" actId="113"/>
        <pc:sldMkLst>
          <pc:docMk/>
          <pc:sldMk cId="3736228505" sldId="270"/>
        </pc:sldMkLst>
        <pc:spChg chg="mod ord">
          <ac:chgData name="Isobel Davies" userId="2fdec792-a701-4543-8af7-0db402950b7b" providerId="ADAL" clId="{79D1B0A1-FFD2-47EC-94D2-CDAC83F37866}" dt="2024-10-15T14:47:43.908" v="1937" actId="700"/>
          <ac:spMkLst>
            <pc:docMk/>
            <pc:sldMk cId="3736228505" sldId="270"/>
            <ac:spMk id="2" creationId="{06CD76FD-235C-8F68-E376-A712830DFA6A}"/>
          </ac:spMkLst>
        </pc:spChg>
        <pc:spChg chg="del mod ord">
          <ac:chgData name="Isobel Davies" userId="2fdec792-a701-4543-8af7-0db402950b7b" providerId="ADAL" clId="{79D1B0A1-FFD2-47EC-94D2-CDAC83F37866}" dt="2024-10-15T14:47:43.908" v="1937" actId="700"/>
          <ac:spMkLst>
            <pc:docMk/>
            <pc:sldMk cId="3736228505" sldId="270"/>
            <ac:spMk id="3" creationId="{8642F5B4-DF66-10FF-D503-6FAF4FE9CD0F}"/>
          </ac:spMkLst>
        </pc:spChg>
        <pc:spChg chg="add del mod ord">
          <ac:chgData name="Isobel Davies" userId="2fdec792-a701-4543-8af7-0db402950b7b" providerId="ADAL" clId="{79D1B0A1-FFD2-47EC-94D2-CDAC83F37866}" dt="2024-10-15T14:47:49.616" v="1938"/>
          <ac:spMkLst>
            <pc:docMk/>
            <pc:sldMk cId="3736228505" sldId="270"/>
            <ac:spMk id="4" creationId="{0B6E9F0C-E005-694E-EA13-5072A8B41D2B}"/>
          </ac:spMkLst>
        </pc:spChg>
        <pc:spChg chg="add mod ord">
          <ac:chgData name="Isobel Davies" userId="2fdec792-a701-4543-8af7-0db402950b7b" providerId="ADAL" clId="{79D1B0A1-FFD2-47EC-94D2-CDAC83F37866}" dt="2024-10-15T14:51:17.710" v="2373" actId="113"/>
          <ac:spMkLst>
            <pc:docMk/>
            <pc:sldMk cId="3736228505" sldId="270"/>
            <ac:spMk id="5" creationId="{AD65168E-9A89-C246-19C8-F557AE938EDC}"/>
          </ac:spMkLst>
        </pc:spChg>
        <pc:picChg chg="add mod">
          <ac:chgData name="Isobel Davies" userId="2fdec792-a701-4543-8af7-0db402950b7b" providerId="ADAL" clId="{79D1B0A1-FFD2-47EC-94D2-CDAC83F37866}" dt="2024-10-15T14:47:49.616" v="1938"/>
          <ac:picMkLst>
            <pc:docMk/>
            <pc:sldMk cId="3736228505" sldId="270"/>
            <ac:picMk id="6" creationId="{A26927E2-ABD6-24AB-1E06-E47CD84E1D09}"/>
          </ac:picMkLst>
        </pc:picChg>
      </pc:sldChg>
      <pc:sldChg chg="addSp delSp modSp new mod">
        <pc:chgData name="Isobel Davies" userId="2fdec792-a701-4543-8af7-0db402950b7b" providerId="ADAL" clId="{79D1B0A1-FFD2-47EC-94D2-CDAC83F37866}" dt="2024-10-15T14:55:23.613" v="2488" actId="408"/>
        <pc:sldMkLst>
          <pc:docMk/>
          <pc:sldMk cId="1640027583" sldId="271"/>
        </pc:sldMkLst>
        <pc:spChg chg="del">
          <ac:chgData name="Isobel Davies" userId="2fdec792-a701-4543-8af7-0db402950b7b" providerId="ADAL" clId="{79D1B0A1-FFD2-47EC-94D2-CDAC83F37866}" dt="2024-10-15T14:52:31.192" v="2451" actId="478"/>
          <ac:spMkLst>
            <pc:docMk/>
            <pc:sldMk cId="1640027583" sldId="271"/>
            <ac:spMk id="2" creationId="{0504F371-BE09-61B6-482C-40786FF6AB9D}"/>
          </ac:spMkLst>
        </pc:spChg>
        <pc:spChg chg="del mod">
          <ac:chgData name="Isobel Davies" userId="2fdec792-a701-4543-8af7-0db402950b7b" providerId="ADAL" clId="{79D1B0A1-FFD2-47EC-94D2-CDAC83F37866}" dt="2024-10-15T14:52:32.966" v="2452" actId="478"/>
          <ac:spMkLst>
            <pc:docMk/>
            <pc:sldMk cId="1640027583" sldId="271"/>
            <ac:spMk id="3" creationId="{678FE5D8-CC00-DE8A-DAE3-A73FBB8AAE60}"/>
          </ac:spMkLst>
        </pc:spChg>
        <pc:spChg chg="mod">
          <ac:chgData name="Isobel Davies" userId="2fdec792-a701-4543-8af7-0db402950b7b" providerId="ADAL" clId="{79D1B0A1-FFD2-47EC-94D2-CDAC83F37866}" dt="2024-10-15T14:51:52.746" v="2432" actId="20577"/>
          <ac:spMkLst>
            <pc:docMk/>
            <pc:sldMk cId="1640027583" sldId="271"/>
            <ac:spMk id="4" creationId="{F97F5896-85E7-5716-D0D7-B8BB3468E2A3}"/>
          </ac:spMkLst>
        </pc:spChg>
        <pc:spChg chg="add del mod">
          <ac:chgData name="Isobel Davies" userId="2fdec792-a701-4543-8af7-0db402950b7b" providerId="ADAL" clId="{79D1B0A1-FFD2-47EC-94D2-CDAC83F37866}" dt="2024-10-15T14:52:34.917" v="2453" actId="478"/>
          <ac:spMkLst>
            <pc:docMk/>
            <pc:sldMk cId="1640027583" sldId="271"/>
            <ac:spMk id="6" creationId="{D84D22CE-7A4F-799B-0ED5-191E30B9FC9A}"/>
          </ac:spMkLst>
        </pc:spChg>
        <pc:spChg chg="add mod">
          <ac:chgData name="Isobel Davies" userId="2fdec792-a701-4543-8af7-0db402950b7b" providerId="ADAL" clId="{79D1B0A1-FFD2-47EC-94D2-CDAC83F37866}" dt="2024-10-15T14:53:50.253" v="2473" actId="1076"/>
          <ac:spMkLst>
            <pc:docMk/>
            <pc:sldMk cId="1640027583" sldId="271"/>
            <ac:spMk id="7" creationId="{998C8A0B-532E-71BF-D349-7A1CD1AE5A1B}"/>
          </ac:spMkLst>
        </pc:spChg>
        <pc:spChg chg="add mod">
          <ac:chgData name="Isobel Davies" userId="2fdec792-a701-4543-8af7-0db402950b7b" providerId="ADAL" clId="{79D1B0A1-FFD2-47EC-94D2-CDAC83F37866}" dt="2024-10-15T14:53:55.605" v="2475" actId="1076"/>
          <ac:spMkLst>
            <pc:docMk/>
            <pc:sldMk cId="1640027583" sldId="271"/>
            <ac:spMk id="9" creationId="{441000C4-B9BD-1A5D-624A-BDDF28A07D0A}"/>
          </ac:spMkLst>
        </pc:spChg>
        <pc:spChg chg="add mod">
          <ac:chgData name="Isobel Davies" userId="2fdec792-a701-4543-8af7-0db402950b7b" providerId="ADAL" clId="{79D1B0A1-FFD2-47EC-94D2-CDAC83F37866}" dt="2024-10-15T14:55:23.613" v="2488" actId="408"/>
          <ac:spMkLst>
            <pc:docMk/>
            <pc:sldMk cId="1640027583" sldId="271"/>
            <ac:spMk id="10" creationId="{A3710D20-FCC8-121B-EBE1-918231729E20}"/>
          </ac:spMkLst>
        </pc:spChg>
        <pc:spChg chg="add mod">
          <ac:chgData name="Isobel Davies" userId="2fdec792-a701-4543-8af7-0db402950b7b" providerId="ADAL" clId="{79D1B0A1-FFD2-47EC-94D2-CDAC83F37866}" dt="2024-10-15T14:55:04.179" v="2486" actId="408"/>
          <ac:spMkLst>
            <pc:docMk/>
            <pc:sldMk cId="1640027583" sldId="271"/>
            <ac:spMk id="11" creationId="{1732E2D7-0F6D-B42C-C6DB-C2722B01520E}"/>
          </ac:spMkLst>
        </pc:spChg>
        <pc:spChg chg="add mod">
          <ac:chgData name="Isobel Davies" userId="2fdec792-a701-4543-8af7-0db402950b7b" providerId="ADAL" clId="{79D1B0A1-FFD2-47EC-94D2-CDAC83F37866}" dt="2024-10-15T14:53:39.691" v="2470" actId="1076"/>
          <ac:spMkLst>
            <pc:docMk/>
            <pc:sldMk cId="1640027583" sldId="271"/>
            <ac:spMk id="13" creationId="{06971845-6729-454C-B022-8B83B830208D}"/>
          </ac:spMkLst>
        </pc:spChg>
        <pc:spChg chg="add mod">
          <ac:chgData name="Isobel Davies" userId="2fdec792-a701-4543-8af7-0db402950b7b" providerId="ADAL" clId="{79D1B0A1-FFD2-47EC-94D2-CDAC83F37866}" dt="2024-10-15T14:54:24.404" v="2479" actId="1076"/>
          <ac:spMkLst>
            <pc:docMk/>
            <pc:sldMk cId="1640027583" sldId="271"/>
            <ac:spMk id="14" creationId="{72C04115-561F-DFF0-E4A7-C67F6020F6ED}"/>
          </ac:spMkLst>
        </pc:spChg>
        <pc:spChg chg="add mod">
          <ac:chgData name="Isobel Davies" userId="2fdec792-a701-4543-8af7-0db402950b7b" providerId="ADAL" clId="{79D1B0A1-FFD2-47EC-94D2-CDAC83F37866}" dt="2024-10-15T14:54:47.326" v="2485" actId="1076"/>
          <ac:spMkLst>
            <pc:docMk/>
            <pc:sldMk cId="1640027583" sldId="271"/>
            <ac:spMk id="15" creationId="{17446718-7C62-5E0B-A194-471339B5B564}"/>
          </ac:spMkLst>
        </pc:spChg>
        <pc:picChg chg="add mod">
          <ac:chgData name="Isobel Davies" userId="2fdec792-a701-4543-8af7-0db402950b7b" providerId="ADAL" clId="{79D1B0A1-FFD2-47EC-94D2-CDAC83F37866}" dt="2024-10-15T14:53:52.380" v="2474" actId="1076"/>
          <ac:picMkLst>
            <pc:docMk/>
            <pc:sldMk cId="1640027583" sldId="271"/>
            <ac:picMk id="8" creationId="{5DABE821-B382-BFC8-47E0-6095F1981A48}"/>
          </ac:picMkLst>
        </pc:picChg>
        <pc:picChg chg="add mod">
          <ac:chgData name="Isobel Davies" userId="2fdec792-a701-4543-8af7-0db402950b7b" providerId="ADAL" clId="{79D1B0A1-FFD2-47EC-94D2-CDAC83F37866}" dt="2024-10-15T14:55:12.843" v="2487" actId="408"/>
          <ac:picMkLst>
            <pc:docMk/>
            <pc:sldMk cId="1640027583" sldId="271"/>
            <ac:picMk id="12" creationId="{FEB67ECD-0682-AF38-DB04-9ABCC9182CA1}"/>
          </ac:picMkLst>
        </pc:picChg>
        <pc:picChg chg="add mod">
          <ac:chgData name="Isobel Davies" userId="2fdec792-a701-4543-8af7-0db402950b7b" providerId="ADAL" clId="{79D1B0A1-FFD2-47EC-94D2-CDAC83F37866}" dt="2024-10-15T14:54:31.340" v="2482" actId="1076"/>
          <ac:picMkLst>
            <pc:docMk/>
            <pc:sldMk cId="1640027583" sldId="271"/>
            <ac:picMk id="16" creationId="{F96BC5E4-3EEB-1F10-4A8E-6393293461E5}"/>
          </ac:picMkLst>
        </pc:picChg>
      </pc:sldChg>
      <pc:sldChg chg="addSp delSp modSp new mod">
        <pc:chgData name="Isobel Davies" userId="2fdec792-a701-4543-8af7-0db402950b7b" providerId="ADAL" clId="{79D1B0A1-FFD2-47EC-94D2-CDAC83F37866}" dt="2024-10-16T14:13:09.306" v="2543" actId="1076"/>
        <pc:sldMkLst>
          <pc:docMk/>
          <pc:sldMk cId="175098550" sldId="272"/>
        </pc:sldMkLst>
        <pc:spChg chg="del">
          <ac:chgData name="Isobel Davies" userId="2fdec792-a701-4543-8af7-0db402950b7b" providerId="ADAL" clId="{79D1B0A1-FFD2-47EC-94D2-CDAC83F37866}" dt="2024-10-16T14:12:47.214" v="2532"/>
          <ac:spMkLst>
            <pc:docMk/>
            <pc:sldMk cId="175098550" sldId="272"/>
            <ac:spMk id="2" creationId="{CE776487-6166-6854-6F46-D929DF6F8451}"/>
          </ac:spMkLst>
        </pc:spChg>
        <pc:spChg chg="del mod">
          <ac:chgData name="Isobel Davies" userId="2fdec792-a701-4543-8af7-0db402950b7b" providerId="ADAL" clId="{79D1B0A1-FFD2-47EC-94D2-CDAC83F37866}" dt="2024-10-16T14:13:00.899" v="2540" actId="22"/>
          <ac:spMkLst>
            <pc:docMk/>
            <pc:sldMk cId="175098550" sldId="272"/>
            <ac:spMk id="3" creationId="{528345CB-DEF2-ACD3-6BBE-9DFCFE973681}"/>
          </ac:spMkLst>
        </pc:spChg>
        <pc:spChg chg="mod">
          <ac:chgData name="Isobel Davies" userId="2fdec792-a701-4543-8af7-0db402950b7b" providerId="ADAL" clId="{79D1B0A1-FFD2-47EC-94D2-CDAC83F37866}" dt="2024-10-16T14:12:39.539" v="2531" actId="20577"/>
          <ac:spMkLst>
            <pc:docMk/>
            <pc:sldMk cId="175098550" sldId="272"/>
            <ac:spMk id="4" creationId="{62E5A335-8009-1CEC-4C3C-16BDF209C598}"/>
          </ac:spMkLst>
        </pc:spChg>
        <pc:picChg chg="add mod">
          <ac:chgData name="Isobel Davies" userId="2fdec792-a701-4543-8af7-0db402950b7b" providerId="ADAL" clId="{79D1B0A1-FFD2-47EC-94D2-CDAC83F37866}" dt="2024-10-16T14:12:47.214" v="2532"/>
          <ac:picMkLst>
            <pc:docMk/>
            <pc:sldMk cId="175098550" sldId="272"/>
            <ac:picMk id="5" creationId="{14EDBFE3-9135-BA4C-2019-563F0F8F267E}"/>
          </ac:picMkLst>
        </pc:picChg>
        <pc:picChg chg="add mod ord">
          <ac:chgData name="Isobel Davies" userId="2fdec792-a701-4543-8af7-0db402950b7b" providerId="ADAL" clId="{79D1B0A1-FFD2-47EC-94D2-CDAC83F37866}" dt="2024-10-16T14:13:09.306" v="2543" actId="1076"/>
          <ac:picMkLst>
            <pc:docMk/>
            <pc:sldMk cId="175098550" sldId="272"/>
            <ac:picMk id="7" creationId="{10B65E27-09D0-07FB-F909-29C887BF48BF}"/>
          </ac:picMkLst>
        </pc:picChg>
      </pc:sldChg>
      <pc:sldChg chg="new del">
        <pc:chgData name="Isobel Davies" userId="2fdec792-a701-4543-8af7-0db402950b7b" providerId="ADAL" clId="{79D1B0A1-FFD2-47EC-94D2-CDAC83F37866}" dt="2024-10-16T14:14:11.399" v="2552" actId="47"/>
        <pc:sldMkLst>
          <pc:docMk/>
          <pc:sldMk cId="3926886856" sldId="273"/>
        </pc:sldMkLst>
      </pc:sldChg>
      <pc:sldChg chg="addSp delSp modSp mod modClrScheme chgLayout">
        <pc:chgData name="Isobel Davies" userId="2fdec792-a701-4543-8af7-0db402950b7b" providerId="ADAL" clId="{79D1B0A1-FFD2-47EC-94D2-CDAC83F37866}" dt="2024-10-16T14:19:37.082" v="2613" actId="1076"/>
        <pc:sldMkLst>
          <pc:docMk/>
          <pc:sldMk cId="1844941827" sldId="289"/>
        </pc:sldMkLst>
        <pc:spChg chg="mod ord">
          <ac:chgData name="Isobel Davies" userId="2fdec792-a701-4543-8af7-0db402950b7b" providerId="ADAL" clId="{79D1B0A1-FFD2-47EC-94D2-CDAC83F37866}" dt="2024-10-16T14:19:11.387" v="2608" actId="700"/>
          <ac:spMkLst>
            <pc:docMk/>
            <pc:sldMk cId="1844941827" sldId="289"/>
            <ac:spMk id="2" creationId="{75031FE9-9059-4FE8-B4AC-9771F23A1B89}"/>
          </ac:spMkLst>
        </pc:spChg>
        <pc:spChg chg="add del mod ord">
          <ac:chgData name="Isobel Davies" userId="2fdec792-a701-4543-8af7-0db402950b7b" providerId="ADAL" clId="{79D1B0A1-FFD2-47EC-94D2-CDAC83F37866}" dt="2024-10-16T14:19:23.563" v="2611" actId="478"/>
          <ac:spMkLst>
            <pc:docMk/>
            <pc:sldMk cId="1844941827" sldId="289"/>
            <ac:spMk id="3" creationId="{3CAA1A71-DB6C-7167-D1EA-FEF286196D2A}"/>
          </ac:spMkLst>
        </pc:spChg>
        <pc:spChg chg="mod ord">
          <ac:chgData name="Isobel Davies" userId="2fdec792-a701-4543-8af7-0db402950b7b" providerId="ADAL" clId="{79D1B0A1-FFD2-47EC-94D2-CDAC83F37866}" dt="2024-10-16T14:19:11.387" v="2608" actId="700"/>
          <ac:spMkLst>
            <pc:docMk/>
            <pc:sldMk cId="1844941827" sldId="289"/>
            <ac:spMk id="20" creationId="{A74D661B-510C-4CF2-BF77-3EAFB649883D}"/>
          </ac:spMkLst>
        </pc:spChg>
        <pc:spChg chg="mod ord">
          <ac:chgData name="Isobel Davies" userId="2fdec792-a701-4543-8af7-0db402950b7b" providerId="ADAL" clId="{79D1B0A1-FFD2-47EC-94D2-CDAC83F37866}" dt="2024-10-16T14:19:11.387" v="2608" actId="700"/>
          <ac:spMkLst>
            <pc:docMk/>
            <pc:sldMk cId="1844941827" sldId="289"/>
            <ac:spMk id="21" creationId="{7E44CAC0-3B5A-49F6-A2CB-0BC80D111A87}"/>
          </ac:spMkLst>
        </pc:spChg>
        <pc:spChg chg="mod ord">
          <ac:chgData name="Isobel Davies" userId="2fdec792-a701-4543-8af7-0db402950b7b" providerId="ADAL" clId="{79D1B0A1-FFD2-47EC-94D2-CDAC83F37866}" dt="2024-10-16T14:19:11.387" v="2608" actId="700"/>
          <ac:spMkLst>
            <pc:docMk/>
            <pc:sldMk cId="1844941827" sldId="289"/>
            <ac:spMk id="22" creationId="{5D1BD041-3428-4D62-934F-F3FF6D36F90F}"/>
          </ac:spMkLst>
        </pc:spChg>
        <pc:graphicFrameChg chg="mod">
          <ac:chgData name="Isobel Davies" userId="2fdec792-a701-4543-8af7-0db402950b7b" providerId="ADAL" clId="{79D1B0A1-FFD2-47EC-94D2-CDAC83F37866}" dt="2024-10-16T14:19:20.570" v="2610" actId="1076"/>
          <ac:graphicFrameMkLst>
            <pc:docMk/>
            <pc:sldMk cId="1844941827" sldId="289"/>
            <ac:graphicFrameMk id="28" creationId="{9B38B05C-9F68-4900-B1C2-F93441D7223F}"/>
          </ac:graphicFrameMkLst>
        </pc:graphicFrameChg>
        <pc:picChg chg="mod">
          <ac:chgData name="Isobel Davies" userId="2fdec792-a701-4543-8af7-0db402950b7b" providerId="ADAL" clId="{79D1B0A1-FFD2-47EC-94D2-CDAC83F37866}" dt="2024-10-16T14:19:37.082" v="2613" actId="1076"/>
          <ac:picMkLst>
            <pc:docMk/>
            <pc:sldMk cId="1844941827" sldId="289"/>
            <ac:picMk id="33" creationId="{BBAD8883-634F-4D61-8FAB-85A6DC144740}"/>
          </ac:picMkLst>
        </pc:picChg>
      </pc:sldChg>
      <pc:sldChg chg="addSp delSp modSp add mod modClrScheme chgLayout">
        <pc:chgData name="Isobel Davies" userId="2fdec792-a701-4543-8af7-0db402950b7b" providerId="ADAL" clId="{79D1B0A1-FFD2-47EC-94D2-CDAC83F37866}" dt="2024-10-16T14:14:08.908" v="2551" actId="1076"/>
        <pc:sldMkLst>
          <pc:docMk/>
          <pc:sldMk cId="1956058768" sldId="302"/>
        </pc:sldMkLst>
        <pc:spChg chg="mod ord">
          <ac:chgData name="Isobel Davies" userId="2fdec792-a701-4543-8af7-0db402950b7b" providerId="ADAL" clId="{79D1B0A1-FFD2-47EC-94D2-CDAC83F37866}" dt="2024-10-16T14:13:54.992" v="2547" actId="27636"/>
          <ac:spMkLst>
            <pc:docMk/>
            <pc:sldMk cId="1956058768" sldId="302"/>
            <ac:spMk id="2" creationId="{9129578A-44DA-491C-85D0-F0A83DF1DC8F}"/>
          </ac:spMkLst>
        </pc:spChg>
        <pc:spChg chg="add del mod ord">
          <ac:chgData name="Isobel Davies" userId="2fdec792-a701-4543-8af7-0db402950b7b" providerId="ADAL" clId="{79D1B0A1-FFD2-47EC-94D2-CDAC83F37866}" dt="2024-10-16T14:14:04.048" v="2549" actId="478"/>
          <ac:spMkLst>
            <pc:docMk/>
            <pc:sldMk cId="1956058768" sldId="302"/>
            <ac:spMk id="3" creationId="{740FFF5E-3C18-3E52-C5AE-ABFD8D9FAB1D}"/>
          </ac:spMkLst>
        </pc:spChg>
        <pc:spChg chg="mod ord">
          <ac:chgData name="Isobel Davies" userId="2fdec792-a701-4543-8af7-0db402950b7b" providerId="ADAL" clId="{79D1B0A1-FFD2-47EC-94D2-CDAC83F37866}" dt="2024-10-16T14:13:54.929" v="2546" actId="700"/>
          <ac:spMkLst>
            <pc:docMk/>
            <pc:sldMk cId="1956058768" sldId="302"/>
            <ac:spMk id="9" creationId="{02E9A20C-F177-4DA8-AAD6-920D0819FD06}"/>
          </ac:spMkLst>
        </pc:spChg>
        <pc:spChg chg="mod ord">
          <ac:chgData name="Isobel Davies" userId="2fdec792-a701-4543-8af7-0db402950b7b" providerId="ADAL" clId="{79D1B0A1-FFD2-47EC-94D2-CDAC83F37866}" dt="2024-10-16T14:13:54.929" v="2546" actId="700"/>
          <ac:spMkLst>
            <pc:docMk/>
            <pc:sldMk cId="1956058768" sldId="302"/>
            <ac:spMk id="10" creationId="{1EF33B27-15BC-4AE7-BA24-11D1985EB377}"/>
          </ac:spMkLst>
        </pc:spChg>
        <pc:spChg chg="mod ord">
          <ac:chgData name="Isobel Davies" userId="2fdec792-a701-4543-8af7-0db402950b7b" providerId="ADAL" clId="{79D1B0A1-FFD2-47EC-94D2-CDAC83F37866}" dt="2024-10-16T14:13:54.929" v="2546" actId="700"/>
          <ac:spMkLst>
            <pc:docMk/>
            <pc:sldMk cId="1956058768" sldId="302"/>
            <ac:spMk id="11" creationId="{4B214A08-7DE1-4A5E-987F-A26A403A338E}"/>
          </ac:spMkLst>
        </pc:spChg>
        <pc:graphicFrameChg chg="mod">
          <ac:chgData name="Isobel Davies" userId="2fdec792-a701-4543-8af7-0db402950b7b" providerId="ADAL" clId="{79D1B0A1-FFD2-47EC-94D2-CDAC83F37866}" dt="2024-10-16T14:14:06.979" v="2550" actId="1076"/>
          <ac:graphicFrameMkLst>
            <pc:docMk/>
            <pc:sldMk cId="1956058768" sldId="302"/>
            <ac:graphicFrameMk id="12" creationId="{6241A8FB-1887-4ADE-8F84-AA2B238B4F07}"/>
          </ac:graphicFrameMkLst>
        </pc:graphicFrameChg>
        <pc:picChg chg="mod">
          <ac:chgData name="Isobel Davies" userId="2fdec792-a701-4543-8af7-0db402950b7b" providerId="ADAL" clId="{79D1B0A1-FFD2-47EC-94D2-CDAC83F37866}" dt="2024-10-16T14:14:08.908" v="2551" actId="1076"/>
          <ac:picMkLst>
            <pc:docMk/>
            <pc:sldMk cId="1956058768" sldId="302"/>
            <ac:picMk id="13" creationId="{477508B5-5D19-4D4A-991E-BE4CA20AAF9D}"/>
          </ac:picMkLst>
        </pc:picChg>
      </pc:sldChg>
      <pc:sldChg chg="modSp mod modClrScheme chgLayout">
        <pc:chgData name="Isobel Davies" userId="2fdec792-a701-4543-8af7-0db402950b7b" providerId="ADAL" clId="{79D1B0A1-FFD2-47EC-94D2-CDAC83F37866}" dt="2024-10-16T14:14:45.037" v="2559" actId="14100"/>
        <pc:sldMkLst>
          <pc:docMk/>
          <pc:sldMk cId="2813943521" sldId="303"/>
        </pc:sldMkLst>
        <pc:spChg chg="mod ord">
          <ac:chgData name="Isobel Davies" userId="2fdec792-a701-4543-8af7-0db402950b7b" providerId="ADAL" clId="{79D1B0A1-FFD2-47EC-94D2-CDAC83F37866}" dt="2024-10-16T14:14:31.431" v="2554" actId="27636"/>
          <ac:spMkLst>
            <pc:docMk/>
            <pc:sldMk cId="2813943521" sldId="303"/>
            <ac:spMk id="2" creationId="{9129578A-44DA-491C-85D0-F0A83DF1DC8F}"/>
          </ac:spMkLst>
        </pc:spChg>
        <pc:spChg chg="mod ord">
          <ac:chgData name="Isobel Davies" userId="2fdec792-a701-4543-8af7-0db402950b7b" providerId="ADAL" clId="{79D1B0A1-FFD2-47EC-94D2-CDAC83F37866}" dt="2024-10-16T14:14:31.369" v="2553" actId="700"/>
          <ac:spMkLst>
            <pc:docMk/>
            <pc:sldMk cId="2813943521" sldId="303"/>
            <ac:spMk id="9" creationId="{02E9A20C-F177-4DA8-AAD6-920D0819FD06}"/>
          </ac:spMkLst>
        </pc:spChg>
        <pc:spChg chg="mod ord">
          <ac:chgData name="Isobel Davies" userId="2fdec792-a701-4543-8af7-0db402950b7b" providerId="ADAL" clId="{79D1B0A1-FFD2-47EC-94D2-CDAC83F37866}" dt="2024-10-16T14:14:31.369" v="2553" actId="700"/>
          <ac:spMkLst>
            <pc:docMk/>
            <pc:sldMk cId="2813943521" sldId="303"/>
            <ac:spMk id="10" creationId="{1EF33B27-15BC-4AE7-BA24-11D1985EB377}"/>
          </ac:spMkLst>
        </pc:spChg>
        <pc:spChg chg="mod ord">
          <ac:chgData name="Isobel Davies" userId="2fdec792-a701-4543-8af7-0db402950b7b" providerId="ADAL" clId="{79D1B0A1-FFD2-47EC-94D2-CDAC83F37866}" dt="2024-10-16T14:14:31.369" v="2553" actId="700"/>
          <ac:spMkLst>
            <pc:docMk/>
            <pc:sldMk cId="2813943521" sldId="303"/>
            <ac:spMk id="11" creationId="{4B214A08-7DE1-4A5E-987F-A26A403A338E}"/>
          </ac:spMkLst>
        </pc:spChg>
        <pc:graphicFrameChg chg="mod modGraphic">
          <ac:chgData name="Isobel Davies" userId="2fdec792-a701-4543-8af7-0db402950b7b" providerId="ADAL" clId="{79D1B0A1-FFD2-47EC-94D2-CDAC83F37866}" dt="2024-10-16T14:14:45.037" v="2559" actId="14100"/>
          <ac:graphicFrameMkLst>
            <pc:docMk/>
            <pc:sldMk cId="2813943521" sldId="303"/>
            <ac:graphicFrameMk id="12" creationId="{6241A8FB-1887-4ADE-8F84-AA2B238B4F07}"/>
          </ac:graphicFrameMkLst>
        </pc:graphicFrameChg>
        <pc:picChg chg="mod">
          <ac:chgData name="Isobel Davies" userId="2fdec792-a701-4543-8af7-0db402950b7b" providerId="ADAL" clId="{79D1B0A1-FFD2-47EC-94D2-CDAC83F37866}" dt="2024-10-16T14:14:37.518" v="2557" actId="1076"/>
          <ac:picMkLst>
            <pc:docMk/>
            <pc:sldMk cId="2813943521" sldId="303"/>
            <ac:picMk id="3" creationId="{8BCDCBAE-2578-4E98-884A-C609A3C049C2}"/>
          </ac:picMkLst>
        </pc:picChg>
      </pc:sldChg>
      <pc:sldChg chg="delSp modSp add mod chgLayout">
        <pc:chgData name="Isobel Davies" userId="2fdec792-a701-4543-8af7-0db402950b7b" providerId="ADAL" clId="{79D1B0A1-FFD2-47EC-94D2-CDAC83F37866}" dt="2024-10-16T14:23:07.091" v="2633" actId="478"/>
        <pc:sldMkLst>
          <pc:docMk/>
          <pc:sldMk cId="973309781" sldId="304"/>
        </pc:sldMkLst>
        <pc:spChg chg="mod ord">
          <ac:chgData name="Isobel Davies" userId="2fdec792-a701-4543-8af7-0db402950b7b" providerId="ADAL" clId="{79D1B0A1-FFD2-47EC-94D2-CDAC83F37866}" dt="2024-10-16T14:22:29.453" v="2622" actId="700"/>
          <ac:spMkLst>
            <pc:docMk/>
            <pc:sldMk cId="973309781" sldId="304"/>
            <ac:spMk id="2" creationId="{5CE54ABB-4929-4810-950B-2DAEA0A5BAB4}"/>
          </ac:spMkLst>
        </pc:spChg>
        <pc:spChg chg="del mod ord">
          <ac:chgData name="Isobel Davies" userId="2fdec792-a701-4543-8af7-0db402950b7b" providerId="ADAL" clId="{79D1B0A1-FFD2-47EC-94D2-CDAC83F37866}" dt="2024-10-16T14:22:40.874" v="2624" actId="478"/>
          <ac:spMkLst>
            <pc:docMk/>
            <pc:sldMk cId="973309781" sldId="304"/>
            <ac:spMk id="9" creationId="{7B78F7A0-88C5-4940-B21C-099F472F39F9}"/>
          </ac:spMkLst>
        </pc:spChg>
        <pc:spChg chg="del mod ord">
          <ac:chgData name="Isobel Davies" userId="2fdec792-a701-4543-8af7-0db402950b7b" providerId="ADAL" clId="{79D1B0A1-FFD2-47EC-94D2-CDAC83F37866}" dt="2024-10-16T14:22:39.631" v="2623" actId="478"/>
          <ac:spMkLst>
            <pc:docMk/>
            <pc:sldMk cId="973309781" sldId="304"/>
            <ac:spMk id="10" creationId="{D2186069-FC8E-433D-9BB4-942220CE8CFB}"/>
          </ac:spMkLst>
        </pc:spChg>
        <pc:spChg chg="del mod ord">
          <ac:chgData name="Isobel Davies" userId="2fdec792-a701-4543-8af7-0db402950b7b" providerId="ADAL" clId="{79D1B0A1-FFD2-47EC-94D2-CDAC83F37866}" dt="2024-10-16T14:23:07.091" v="2633" actId="478"/>
          <ac:spMkLst>
            <pc:docMk/>
            <pc:sldMk cId="973309781" sldId="304"/>
            <ac:spMk id="11" creationId="{BAD5B6F4-0A90-447A-A1AE-D75C934B6B29}"/>
          </ac:spMkLst>
        </pc:spChg>
        <pc:spChg chg="mod">
          <ac:chgData name="Isobel Davies" userId="2fdec792-a701-4543-8af7-0db402950b7b" providerId="ADAL" clId="{79D1B0A1-FFD2-47EC-94D2-CDAC83F37866}" dt="2024-10-16T14:23:02.600" v="2632" actId="1076"/>
          <ac:spMkLst>
            <pc:docMk/>
            <pc:sldMk cId="973309781" sldId="304"/>
            <ac:spMk id="19" creationId="{C4F99EB5-635F-471C-8CB9-BC3DAA32DF6D}"/>
          </ac:spMkLst>
        </pc:spChg>
        <pc:picChg chg="mod">
          <ac:chgData name="Isobel Davies" userId="2fdec792-a701-4543-8af7-0db402950b7b" providerId="ADAL" clId="{79D1B0A1-FFD2-47EC-94D2-CDAC83F37866}" dt="2024-10-16T14:22:54.856" v="2629" actId="1076"/>
          <ac:picMkLst>
            <pc:docMk/>
            <pc:sldMk cId="973309781" sldId="304"/>
            <ac:picMk id="3" creationId="{7DCB26AF-1A58-449E-B0B7-199B8A04747A}"/>
          </ac:picMkLst>
        </pc:picChg>
        <pc:picChg chg="mod ord">
          <ac:chgData name="Isobel Davies" userId="2fdec792-a701-4543-8af7-0db402950b7b" providerId="ADAL" clId="{79D1B0A1-FFD2-47EC-94D2-CDAC83F37866}" dt="2024-10-16T14:22:56.256" v="2630" actId="1076"/>
          <ac:picMkLst>
            <pc:docMk/>
            <pc:sldMk cId="973309781" sldId="304"/>
            <ac:picMk id="6" creationId="{C50A866F-3902-4AC3-9AA1-42C114DCDB4B}"/>
          </ac:picMkLst>
        </pc:picChg>
        <pc:picChg chg="mod ord">
          <ac:chgData name="Isobel Davies" userId="2fdec792-a701-4543-8af7-0db402950b7b" providerId="ADAL" clId="{79D1B0A1-FFD2-47EC-94D2-CDAC83F37866}" dt="2024-10-16T14:22:57.801" v="2631" actId="1076"/>
          <ac:picMkLst>
            <pc:docMk/>
            <pc:sldMk cId="973309781" sldId="304"/>
            <ac:picMk id="1028" creationId="{69823300-8234-4812-B90B-BF804DE41E76}"/>
          </ac:picMkLst>
        </pc:picChg>
      </pc:sldChg>
      <pc:sldChg chg="delSp modSp add mod chgLayout">
        <pc:chgData name="Isobel Davies" userId="2fdec792-a701-4543-8af7-0db402950b7b" providerId="ADAL" clId="{79D1B0A1-FFD2-47EC-94D2-CDAC83F37866}" dt="2024-10-16T14:29:16.574" v="2685" actId="1076"/>
        <pc:sldMkLst>
          <pc:docMk/>
          <pc:sldMk cId="483403943" sldId="306"/>
        </pc:sldMkLst>
        <pc:spChg chg="mod ord">
          <ac:chgData name="Isobel Davies" userId="2fdec792-a701-4543-8af7-0db402950b7b" providerId="ADAL" clId="{79D1B0A1-FFD2-47EC-94D2-CDAC83F37866}" dt="2024-10-16T14:28:39.581" v="2671" actId="700"/>
          <ac:spMkLst>
            <pc:docMk/>
            <pc:sldMk cId="483403943" sldId="306"/>
            <ac:spMk id="2" creationId="{241D2D83-A69B-4330-A6E7-354FC9FA5202}"/>
          </ac:spMkLst>
        </pc:spChg>
        <pc:spChg chg="del mod ord">
          <ac:chgData name="Isobel Davies" userId="2fdec792-a701-4543-8af7-0db402950b7b" providerId="ADAL" clId="{79D1B0A1-FFD2-47EC-94D2-CDAC83F37866}" dt="2024-10-16T14:28:53.807" v="2674" actId="478"/>
          <ac:spMkLst>
            <pc:docMk/>
            <pc:sldMk cId="483403943" sldId="306"/>
            <ac:spMk id="9" creationId="{354A3BFF-EF23-4245-98A4-1CFE3675C0B3}"/>
          </ac:spMkLst>
        </pc:spChg>
        <pc:spChg chg="del mod ord">
          <ac:chgData name="Isobel Davies" userId="2fdec792-a701-4543-8af7-0db402950b7b" providerId="ADAL" clId="{79D1B0A1-FFD2-47EC-94D2-CDAC83F37866}" dt="2024-10-16T14:28:48.783" v="2673" actId="478"/>
          <ac:spMkLst>
            <pc:docMk/>
            <pc:sldMk cId="483403943" sldId="306"/>
            <ac:spMk id="10" creationId="{B6741D1C-918D-48E9-9166-AE6AD2B22669}"/>
          </ac:spMkLst>
        </pc:spChg>
        <pc:spChg chg="mod ord">
          <ac:chgData name="Isobel Davies" userId="2fdec792-a701-4543-8af7-0db402950b7b" providerId="ADAL" clId="{79D1B0A1-FFD2-47EC-94D2-CDAC83F37866}" dt="2024-10-16T14:28:39.581" v="2671" actId="700"/>
          <ac:spMkLst>
            <pc:docMk/>
            <pc:sldMk cId="483403943" sldId="306"/>
            <ac:spMk id="11" creationId="{09C05F9B-C67C-439A-9D8A-20F8D13FD29A}"/>
          </ac:spMkLst>
        </pc:spChg>
        <pc:graphicFrameChg chg="mod ord modGraphic">
          <ac:chgData name="Isobel Davies" userId="2fdec792-a701-4543-8af7-0db402950b7b" providerId="ADAL" clId="{79D1B0A1-FFD2-47EC-94D2-CDAC83F37866}" dt="2024-10-16T14:29:07.936" v="2680" actId="1076"/>
          <ac:graphicFrameMkLst>
            <pc:docMk/>
            <pc:sldMk cId="483403943" sldId="306"/>
            <ac:graphicFrameMk id="12" creationId="{07B2CC4A-0A65-4AD3-84BC-D1A756AB0B66}"/>
          </ac:graphicFrameMkLst>
        </pc:graphicFrameChg>
        <pc:graphicFrameChg chg="mod">
          <ac:chgData name="Isobel Davies" userId="2fdec792-a701-4543-8af7-0db402950b7b" providerId="ADAL" clId="{79D1B0A1-FFD2-47EC-94D2-CDAC83F37866}" dt="2024-10-16T14:29:12.815" v="2682" actId="1076"/>
          <ac:graphicFrameMkLst>
            <pc:docMk/>
            <pc:sldMk cId="483403943" sldId="306"/>
            <ac:graphicFrameMk id="13" creationId="{F18488B3-B3E7-420D-A057-FDCE896C9577}"/>
          </ac:graphicFrameMkLst>
        </pc:graphicFrameChg>
        <pc:picChg chg="mod">
          <ac:chgData name="Isobel Davies" userId="2fdec792-a701-4543-8af7-0db402950b7b" providerId="ADAL" clId="{79D1B0A1-FFD2-47EC-94D2-CDAC83F37866}" dt="2024-10-16T14:29:09.093" v="2681" actId="1076"/>
          <ac:picMkLst>
            <pc:docMk/>
            <pc:sldMk cId="483403943" sldId="306"/>
            <ac:picMk id="5" creationId="{7C829F54-A769-4FA1-AF07-56D0DCD8BE3C}"/>
          </ac:picMkLst>
        </pc:picChg>
        <pc:picChg chg="mod">
          <ac:chgData name="Isobel Davies" userId="2fdec792-a701-4543-8af7-0db402950b7b" providerId="ADAL" clId="{79D1B0A1-FFD2-47EC-94D2-CDAC83F37866}" dt="2024-10-16T14:29:14.246" v="2683" actId="1076"/>
          <ac:picMkLst>
            <pc:docMk/>
            <pc:sldMk cId="483403943" sldId="306"/>
            <ac:picMk id="6" creationId="{A229296E-CDCD-4F24-A209-4A1778BA37FB}"/>
          </ac:picMkLst>
        </pc:picChg>
        <pc:picChg chg="mod">
          <ac:chgData name="Isobel Davies" userId="2fdec792-a701-4543-8af7-0db402950b7b" providerId="ADAL" clId="{79D1B0A1-FFD2-47EC-94D2-CDAC83F37866}" dt="2024-10-16T14:29:15.382" v="2684" actId="1076"/>
          <ac:picMkLst>
            <pc:docMk/>
            <pc:sldMk cId="483403943" sldId="306"/>
            <ac:picMk id="7" creationId="{53D0B152-91AB-4079-8C19-FB3E7541FBA8}"/>
          </ac:picMkLst>
        </pc:picChg>
        <pc:picChg chg="mod">
          <ac:chgData name="Isobel Davies" userId="2fdec792-a701-4543-8af7-0db402950b7b" providerId="ADAL" clId="{79D1B0A1-FFD2-47EC-94D2-CDAC83F37866}" dt="2024-10-16T14:29:16.574" v="2685" actId="1076"/>
          <ac:picMkLst>
            <pc:docMk/>
            <pc:sldMk cId="483403943" sldId="306"/>
            <ac:picMk id="8" creationId="{4B5652DD-2B91-4D24-8ECA-3AA69DD53C85}"/>
          </ac:picMkLst>
        </pc:picChg>
      </pc:sldChg>
      <pc:sldChg chg="delSp modSp add mod chgLayout">
        <pc:chgData name="Isobel Davies" userId="2fdec792-a701-4543-8af7-0db402950b7b" providerId="ADAL" clId="{79D1B0A1-FFD2-47EC-94D2-CDAC83F37866}" dt="2024-10-16T14:35:35.739" v="2738" actId="1076"/>
        <pc:sldMkLst>
          <pc:docMk/>
          <pc:sldMk cId="1615724704" sldId="307"/>
        </pc:sldMkLst>
        <pc:spChg chg="mod ord">
          <ac:chgData name="Isobel Davies" userId="2fdec792-a701-4543-8af7-0db402950b7b" providerId="ADAL" clId="{79D1B0A1-FFD2-47EC-94D2-CDAC83F37866}" dt="2024-10-16T14:35:35.739" v="2738" actId="1076"/>
          <ac:spMkLst>
            <pc:docMk/>
            <pc:sldMk cId="1615724704" sldId="307"/>
            <ac:spMk id="2" creationId="{241D2D83-A69B-4330-A6E7-354FC9FA5202}"/>
          </ac:spMkLst>
        </pc:spChg>
        <pc:spChg chg="del mod ord">
          <ac:chgData name="Isobel Davies" userId="2fdec792-a701-4543-8af7-0db402950b7b" providerId="ADAL" clId="{79D1B0A1-FFD2-47EC-94D2-CDAC83F37866}" dt="2024-10-16T14:34:55.519" v="2727" actId="478"/>
          <ac:spMkLst>
            <pc:docMk/>
            <pc:sldMk cId="1615724704" sldId="307"/>
            <ac:spMk id="9" creationId="{354A3BFF-EF23-4245-98A4-1CFE3675C0B3}"/>
          </ac:spMkLst>
        </pc:spChg>
        <pc:spChg chg="del mod ord">
          <ac:chgData name="Isobel Davies" userId="2fdec792-a701-4543-8af7-0db402950b7b" providerId="ADAL" clId="{79D1B0A1-FFD2-47EC-94D2-CDAC83F37866}" dt="2024-10-16T14:34:52.744" v="2726" actId="478"/>
          <ac:spMkLst>
            <pc:docMk/>
            <pc:sldMk cId="1615724704" sldId="307"/>
            <ac:spMk id="10" creationId="{B6741D1C-918D-48E9-9166-AE6AD2B22669}"/>
          </ac:spMkLst>
        </pc:spChg>
        <pc:spChg chg="mod ord">
          <ac:chgData name="Isobel Davies" userId="2fdec792-a701-4543-8af7-0db402950b7b" providerId="ADAL" clId="{79D1B0A1-FFD2-47EC-94D2-CDAC83F37866}" dt="2024-10-16T14:28:39.581" v="2671" actId="700"/>
          <ac:spMkLst>
            <pc:docMk/>
            <pc:sldMk cId="1615724704" sldId="307"/>
            <ac:spMk id="11" creationId="{09C05F9B-C67C-439A-9D8A-20F8D13FD29A}"/>
          </ac:spMkLst>
        </pc:spChg>
        <pc:graphicFrameChg chg="mod ord">
          <ac:chgData name="Isobel Davies" userId="2fdec792-a701-4543-8af7-0db402950b7b" providerId="ADAL" clId="{79D1B0A1-FFD2-47EC-94D2-CDAC83F37866}" dt="2024-10-16T14:35:16.939" v="2735" actId="1076"/>
          <ac:graphicFrameMkLst>
            <pc:docMk/>
            <pc:sldMk cId="1615724704" sldId="307"/>
            <ac:graphicFrameMk id="6" creationId="{809CFD5F-7005-4C94-B29C-D1273DCD7431}"/>
          </ac:graphicFrameMkLst>
        </pc:graphicFrameChg>
        <pc:graphicFrameChg chg="mod">
          <ac:chgData name="Isobel Davies" userId="2fdec792-a701-4543-8af7-0db402950b7b" providerId="ADAL" clId="{79D1B0A1-FFD2-47EC-94D2-CDAC83F37866}" dt="2024-10-16T14:35:20.947" v="2736" actId="1076"/>
          <ac:graphicFrameMkLst>
            <pc:docMk/>
            <pc:sldMk cId="1615724704" sldId="307"/>
            <ac:graphicFrameMk id="8" creationId="{3B6347FA-2672-4EDF-99EA-1FB1152DCCDE}"/>
          </ac:graphicFrameMkLst>
        </pc:graphicFrameChg>
        <pc:graphicFrameChg chg="mod">
          <ac:chgData name="Isobel Davies" userId="2fdec792-a701-4543-8af7-0db402950b7b" providerId="ADAL" clId="{79D1B0A1-FFD2-47EC-94D2-CDAC83F37866}" dt="2024-10-16T14:34:59.474" v="2728" actId="1076"/>
          <ac:graphicFrameMkLst>
            <pc:docMk/>
            <pc:sldMk cId="1615724704" sldId="307"/>
            <ac:graphicFrameMk id="13" creationId="{4CA735D2-79D5-41EB-B513-6941ABC2CDD1}"/>
          </ac:graphicFrameMkLst>
        </pc:graphicFrameChg>
        <pc:graphicFrameChg chg="mod">
          <ac:chgData name="Isobel Davies" userId="2fdec792-a701-4543-8af7-0db402950b7b" providerId="ADAL" clId="{79D1B0A1-FFD2-47EC-94D2-CDAC83F37866}" dt="2024-10-16T14:35:07.459" v="2731" actId="1076"/>
          <ac:graphicFrameMkLst>
            <pc:docMk/>
            <pc:sldMk cId="1615724704" sldId="307"/>
            <ac:graphicFrameMk id="15" creationId="{51B80579-FEA9-4ACA-9823-FD4F3051729E}"/>
          </ac:graphicFrameMkLst>
        </pc:graphicFrameChg>
        <pc:picChg chg="mod">
          <ac:chgData name="Isobel Davies" userId="2fdec792-a701-4543-8af7-0db402950b7b" providerId="ADAL" clId="{79D1B0A1-FFD2-47EC-94D2-CDAC83F37866}" dt="2024-10-16T14:35:10.691" v="2733" actId="1076"/>
          <ac:picMkLst>
            <pc:docMk/>
            <pc:sldMk cId="1615724704" sldId="307"/>
            <ac:picMk id="5" creationId="{52B275E4-CFE7-4B43-B973-8041F26EE416}"/>
          </ac:picMkLst>
        </pc:picChg>
        <pc:picChg chg="mod">
          <ac:chgData name="Isobel Davies" userId="2fdec792-a701-4543-8af7-0db402950b7b" providerId="ADAL" clId="{79D1B0A1-FFD2-47EC-94D2-CDAC83F37866}" dt="2024-10-16T14:35:12.307" v="2734" actId="1076"/>
          <ac:picMkLst>
            <pc:docMk/>
            <pc:sldMk cId="1615724704" sldId="307"/>
            <ac:picMk id="7" creationId="{F7CA877D-30A7-42C6-902D-6574CE817EED}"/>
          </ac:picMkLst>
        </pc:picChg>
        <pc:picChg chg="mod">
          <ac:chgData name="Isobel Davies" userId="2fdec792-a701-4543-8af7-0db402950b7b" providerId="ADAL" clId="{79D1B0A1-FFD2-47EC-94D2-CDAC83F37866}" dt="2024-10-16T14:35:32.356" v="2737" actId="14100"/>
          <ac:picMkLst>
            <pc:docMk/>
            <pc:sldMk cId="1615724704" sldId="307"/>
            <ac:picMk id="12" creationId="{9099DDE6-C688-4A70-B9DC-5C421541A28C}"/>
          </ac:picMkLst>
        </pc:picChg>
        <pc:picChg chg="mod">
          <ac:chgData name="Isobel Davies" userId="2fdec792-a701-4543-8af7-0db402950b7b" providerId="ADAL" clId="{79D1B0A1-FFD2-47EC-94D2-CDAC83F37866}" dt="2024-10-16T14:35:08.668" v="2732" actId="1076"/>
          <ac:picMkLst>
            <pc:docMk/>
            <pc:sldMk cId="1615724704" sldId="307"/>
            <ac:picMk id="14" creationId="{D4143748-B2D3-4C39-990F-A0A498530903}"/>
          </ac:picMkLst>
        </pc:picChg>
      </pc:sldChg>
      <pc:sldChg chg="delSp modSp add mod chgLayout">
        <pc:chgData name="Isobel Davies" userId="2fdec792-a701-4543-8af7-0db402950b7b" providerId="ADAL" clId="{79D1B0A1-FFD2-47EC-94D2-CDAC83F37866}" dt="2024-10-16T14:29:45.871" v="2696" actId="1076"/>
        <pc:sldMkLst>
          <pc:docMk/>
          <pc:sldMk cId="2094712817" sldId="308"/>
        </pc:sldMkLst>
        <pc:spChg chg="mod ord">
          <ac:chgData name="Isobel Davies" userId="2fdec792-a701-4543-8af7-0db402950b7b" providerId="ADAL" clId="{79D1B0A1-FFD2-47EC-94D2-CDAC83F37866}" dt="2024-10-16T14:28:39.581" v="2671" actId="700"/>
          <ac:spMkLst>
            <pc:docMk/>
            <pc:sldMk cId="2094712817" sldId="308"/>
            <ac:spMk id="2" creationId="{241D2D83-A69B-4330-A6E7-354FC9FA5202}"/>
          </ac:spMkLst>
        </pc:spChg>
        <pc:spChg chg="del mod ord">
          <ac:chgData name="Isobel Davies" userId="2fdec792-a701-4543-8af7-0db402950b7b" providerId="ADAL" clId="{79D1B0A1-FFD2-47EC-94D2-CDAC83F37866}" dt="2024-10-16T14:29:28.008" v="2688" actId="478"/>
          <ac:spMkLst>
            <pc:docMk/>
            <pc:sldMk cId="2094712817" sldId="308"/>
            <ac:spMk id="9" creationId="{354A3BFF-EF23-4245-98A4-1CFE3675C0B3}"/>
          </ac:spMkLst>
        </pc:spChg>
        <pc:spChg chg="del mod ord">
          <ac:chgData name="Isobel Davies" userId="2fdec792-a701-4543-8af7-0db402950b7b" providerId="ADAL" clId="{79D1B0A1-FFD2-47EC-94D2-CDAC83F37866}" dt="2024-10-16T14:29:21.966" v="2686" actId="478"/>
          <ac:spMkLst>
            <pc:docMk/>
            <pc:sldMk cId="2094712817" sldId="308"/>
            <ac:spMk id="10" creationId="{B6741D1C-918D-48E9-9166-AE6AD2B22669}"/>
          </ac:spMkLst>
        </pc:spChg>
        <pc:spChg chg="mod ord">
          <ac:chgData name="Isobel Davies" userId="2fdec792-a701-4543-8af7-0db402950b7b" providerId="ADAL" clId="{79D1B0A1-FFD2-47EC-94D2-CDAC83F37866}" dt="2024-10-16T14:28:39.581" v="2671" actId="700"/>
          <ac:spMkLst>
            <pc:docMk/>
            <pc:sldMk cId="2094712817" sldId="308"/>
            <ac:spMk id="11" creationId="{09C05F9B-C67C-439A-9D8A-20F8D13FD29A}"/>
          </ac:spMkLst>
        </pc:spChg>
        <pc:graphicFrameChg chg="mod ord">
          <ac:chgData name="Isobel Davies" userId="2fdec792-a701-4543-8af7-0db402950b7b" providerId="ADAL" clId="{79D1B0A1-FFD2-47EC-94D2-CDAC83F37866}" dt="2024-10-16T14:29:40.559" v="2693" actId="1076"/>
          <ac:graphicFrameMkLst>
            <pc:docMk/>
            <pc:sldMk cId="2094712817" sldId="308"/>
            <ac:graphicFrameMk id="12" creationId="{07B2CC4A-0A65-4AD3-84BC-D1A756AB0B66}"/>
          </ac:graphicFrameMkLst>
        </pc:graphicFrameChg>
        <pc:graphicFrameChg chg="mod">
          <ac:chgData name="Isobel Davies" userId="2fdec792-a701-4543-8af7-0db402950b7b" providerId="ADAL" clId="{79D1B0A1-FFD2-47EC-94D2-CDAC83F37866}" dt="2024-10-16T14:29:38.184" v="2692" actId="1076"/>
          <ac:graphicFrameMkLst>
            <pc:docMk/>
            <pc:sldMk cId="2094712817" sldId="308"/>
            <ac:graphicFrameMk id="14" creationId="{B6D46AAB-D77A-44F7-AA8A-C9123E56FF41}"/>
          </ac:graphicFrameMkLst>
        </pc:graphicFrameChg>
        <pc:graphicFrameChg chg="mod">
          <ac:chgData name="Isobel Davies" userId="2fdec792-a701-4543-8af7-0db402950b7b" providerId="ADAL" clId="{79D1B0A1-FFD2-47EC-94D2-CDAC83F37866}" dt="2024-10-16T14:29:32.023" v="2689" actId="1076"/>
          <ac:graphicFrameMkLst>
            <pc:docMk/>
            <pc:sldMk cId="2094712817" sldId="308"/>
            <ac:graphicFrameMk id="16" creationId="{8B33350B-6A7D-4483-9E82-B3EEFFBC5222}"/>
          </ac:graphicFrameMkLst>
        </pc:graphicFrameChg>
        <pc:picChg chg="mod">
          <ac:chgData name="Isobel Davies" userId="2fdec792-a701-4543-8af7-0db402950b7b" providerId="ADAL" clId="{79D1B0A1-FFD2-47EC-94D2-CDAC83F37866}" dt="2024-10-16T14:29:43.126" v="2694" actId="1076"/>
          <ac:picMkLst>
            <pc:docMk/>
            <pc:sldMk cId="2094712817" sldId="308"/>
            <ac:picMk id="3" creationId="{768E306E-E4F5-4B3F-9F78-5AEECD041751}"/>
          </ac:picMkLst>
        </pc:picChg>
        <pc:picChg chg="mod">
          <ac:chgData name="Isobel Davies" userId="2fdec792-a701-4543-8af7-0db402950b7b" providerId="ADAL" clId="{79D1B0A1-FFD2-47EC-94D2-CDAC83F37866}" dt="2024-10-16T14:29:45.871" v="2696" actId="1076"/>
          <ac:picMkLst>
            <pc:docMk/>
            <pc:sldMk cId="2094712817" sldId="308"/>
            <ac:picMk id="4" creationId="{B3B34C1E-5DDF-4E52-9C38-69A5FD01474A}"/>
          </ac:picMkLst>
        </pc:picChg>
        <pc:picChg chg="mod">
          <ac:chgData name="Isobel Davies" userId="2fdec792-a701-4543-8af7-0db402950b7b" providerId="ADAL" clId="{79D1B0A1-FFD2-47EC-94D2-CDAC83F37866}" dt="2024-10-16T14:29:33.752" v="2690" actId="1076"/>
          <ac:picMkLst>
            <pc:docMk/>
            <pc:sldMk cId="2094712817" sldId="308"/>
            <ac:picMk id="15" creationId="{992303E1-9885-4EA7-81B9-0C6C58991B58}"/>
          </ac:picMkLst>
        </pc:picChg>
      </pc:sldChg>
      <pc:sldChg chg="delSp modSp add mod chgLayout">
        <pc:chgData name="Isobel Davies" userId="2fdec792-a701-4543-8af7-0db402950b7b" providerId="ADAL" clId="{79D1B0A1-FFD2-47EC-94D2-CDAC83F37866}" dt="2024-10-16T14:34:02.393" v="2718" actId="1076"/>
        <pc:sldMkLst>
          <pc:docMk/>
          <pc:sldMk cId="3456519808" sldId="309"/>
        </pc:sldMkLst>
        <pc:spChg chg="mod ord">
          <ac:chgData name="Isobel Davies" userId="2fdec792-a701-4543-8af7-0db402950b7b" providerId="ADAL" clId="{79D1B0A1-FFD2-47EC-94D2-CDAC83F37866}" dt="2024-10-16T14:28:39.581" v="2671" actId="700"/>
          <ac:spMkLst>
            <pc:docMk/>
            <pc:sldMk cId="3456519808" sldId="309"/>
            <ac:spMk id="2" creationId="{241D2D83-A69B-4330-A6E7-354FC9FA5202}"/>
          </ac:spMkLst>
        </pc:spChg>
        <pc:spChg chg="del mod ord">
          <ac:chgData name="Isobel Davies" userId="2fdec792-a701-4543-8af7-0db402950b7b" providerId="ADAL" clId="{79D1B0A1-FFD2-47EC-94D2-CDAC83F37866}" dt="2024-10-16T14:33:46.920" v="2712" actId="478"/>
          <ac:spMkLst>
            <pc:docMk/>
            <pc:sldMk cId="3456519808" sldId="309"/>
            <ac:spMk id="9" creationId="{354A3BFF-EF23-4245-98A4-1CFE3675C0B3}"/>
          </ac:spMkLst>
        </pc:spChg>
        <pc:spChg chg="del mod ord">
          <ac:chgData name="Isobel Davies" userId="2fdec792-a701-4543-8af7-0db402950b7b" providerId="ADAL" clId="{79D1B0A1-FFD2-47EC-94D2-CDAC83F37866}" dt="2024-10-16T14:33:37.845" v="2710" actId="478"/>
          <ac:spMkLst>
            <pc:docMk/>
            <pc:sldMk cId="3456519808" sldId="309"/>
            <ac:spMk id="10" creationId="{B6741D1C-918D-48E9-9166-AE6AD2B22669}"/>
          </ac:spMkLst>
        </pc:spChg>
        <pc:spChg chg="mod ord">
          <ac:chgData name="Isobel Davies" userId="2fdec792-a701-4543-8af7-0db402950b7b" providerId="ADAL" clId="{79D1B0A1-FFD2-47EC-94D2-CDAC83F37866}" dt="2024-10-16T14:28:39.581" v="2671" actId="700"/>
          <ac:spMkLst>
            <pc:docMk/>
            <pc:sldMk cId="3456519808" sldId="309"/>
            <ac:spMk id="11" creationId="{09C05F9B-C67C-439A-9D8A-20F8D13FD29A}"/>
          </ac:spMkLst>
        </pc:spChg>
        <pc:graphicFrameChg chg="mod">
          <ac:chgData name="Isobel Davies" userId="2fdec792-a701-4543-8af7-0db402950b7b" providerId="ADAL" clId="{79D1B0A1-FFD2-47EC-94D2-CDAC83F37866}" dt="2024-10-16T14:33:59.882" v="2717" actId="1076"/>
          <ac:graphicFrameMkLst>
            <pc:docMk/>
            <pc:sldMk cId="3456519808" sldId="309"/>
            <ac:graphicFrameMk id="6" creationId="{58C2D6BD-F2F5-40EA-B9B1-B572672D8E74}"/>
          </ac:graphicFrameMkLst>
        </pc:graphicFrameChg>
        <pc:graphicFrameChg chg="mod">
          <ac:chgData name="Isobel Davies" userId="2fdec792-a701-4543-8af7-0db402950b7b" providerId="ADAL" clId="{79D1B0A1-FFD2-47EC-94D2-CDAC83F37866}" dt="2024-10-16T14:33:56.809" v="2716" actId="1076"/>
          <ac:graphicFrameMkLst>
            <pc:docMk/>
            <pc:sldMk cId="3456519808" sldId="309"/>
            <ac:graphicFrameMk id="17" creationId="{511DC1C6-9B2B-45E2-A784-A6377E9DCF53}"/>
          </ac:graphicFrameMkLst>
        </pc:graphicFrameChg>
        <pc:graphicFrameChg chg="mod">
          <ac:chgData name="Isobel Davies" userId="2fdec792-a701-4543-8af7-0db402950b7b" providerId="ADAL" clId="{79D1B0A1-FFD2-47EC-94D2-CDAC83F37866}" dt="2024-10-16T14:33:50.360" v="2713" actId="1076"/>
          <ac:graphicFrameMkLst>
            <pc:docMk/>
            <pc:sldMk cId="3456519808" sldId="309"/>
            <ac:graphicFrameMk id="19" creationId="{8A2FA45B-ED31-4A31-AE16-02B4AFEE00C8}"/>
          </ac:graphicFrameMkLst>
        </pc:graphicFrameChg>
        <pc:picChg chg="mod">
          <ac:chgData name="Isobel Davies" userId="2fdec792-a701-4543-8af7-0db402950b7b" providerId="ADAL" clId="{79D1B0A1-FFD2-47EC-94D2-CDAC83F37866}" dt="2024-10-16T14:33:53.377" v="2715" actId="1076"/>
          <ac:picMkLst>
            <pc:docMk/>
            <pc:sldMk cId="3456519808" sldId="309"/>
            <ac:picMk id="5" creationId="{A1FC5C5D-560F-45F2-A715-C733D2EACE2C}"/>
          </ac:picMkLst>
        </pc:picChg>
        <pc:picChg chg="mod">
          <ac:chgData name="Isobel Davies" userId="2fdec792-a701-4543-8af7-0db402950b7b" providerId="ADAL" clId="{79D1B0A1-FFD2-47EC-94D2-CDAC83F37866}" dt="2024-10-16T14:34:02.393" v="2718" actId="1076"/>
          <ac:picMkLst>
            <pc:docMk/>
            <pc:sldMk cId="3456519808" sldId="309"/>
            <ac:picMk id="7" creationId="{8A278AF6-E36F-4B34-9315-D5CDEBE82CE1}"/>
          </ac:picMkLst>
        </pc:picChg>
        <pc:picChg chg="mod">
          <ac:chgData name="Isobel Davies" userId="2fdec792-a701-4543-8af7-0db402950b7b" providerId="ADAL" clId="{79D1B0A1-FFD2-47EC-94D2-CDAC83F37866}" dt="2024-10-16T14:33:51.824" v="2714" actId="1076"/>
          <ac:picMkLst>
            <pc:docMk/>
            <pc:sldMk cId="3456519808" sldId="309"/>
            <ac:picMk id="18" creationId="{E2B0D5F0-409D-4996-9E53-E32D4460E108}"/>
          </ac:picMkLst>
        </pc:picChg>
      </pc:sldChg>
      <pc:sldChg chg="addSp modSp add mod modClrScheme chgLayout">
        <pc:chgData name="Isobel Davies" userId="2fdec792-a701-4543-8af7-0db402950b7b" providerId="ADAL" clId="{79D1B0A1-FFD2-47EC-94D2-CDAC83F37866}" dt="2024-10-16T14:32:34.185" v="2701" actId="962"/>
        <pc:sldMkLst>
          <pc:docMk/>
          <pc:sldMk cId="3699536766" sldId="310"/>
        </pc:sldMkLst>
        <pc:spChg chg="mod ord">
          <ac:chgData name="Isobel Davies" userId="2fdec792-a701-4543-8af7-0db402950b7b" providerId="ADAL" clId="{79D1B0A1-FFD2-47EC-94D2-CDAC83F37866}" dt="2024-10-16T14:32:06.216" v="2699" actId="26606"/>
          <ac:spMkLst>
            <pc:docMk/>
            <pc:sldMk cId="3699536766" sldId="310"/>
            <ac:spMk id="2" creationId="{5A47BDB2-1769-4BE5-8C8C-98358A4E6127}"/>
          </ac:spMkLst>
        </pc:spChg>
        <pc:picChg chg="add mod">
          <ac:chgData name="Isobel Davies" userId="2fdec792-a701-4543-8af7-0db402950b7b" providerId="ADAL" clId="{79D1B0A1-FFD2-47EC-94D2-CDAC83F37866}" dt="2024-10-16T14:32:34.185" v="2701" actId="962"/>
          <ac:picMkLst>
            <pc:docMk/>
            <pc:sldMk cId="3699536766" sldId="310"/>
            <ac:picMk id="4098" creationId="{7E276E31-0432-44FE-DD6D-0D56D88C200A}"/>
          </ac:picMkLst>
        </pc:picChg>
      </pc:sldChg>
      <pc:sldChg chg="delSp modSp add mod chgLayout">
        <pc:chgData name="Isobel Davies" userId="2fdec792-a701-4543-8af7-0db402950b7b" providerId="ADAL" clId="{79D1B0A1-FFD2-47EC-94D2-CDAC83F37866}" dt="2024-10-16T14:33:02.022" v="2708" actId="1076"/>
        <pc:sldMkLst>
          <pc:docMk/>
          <pc:sldMk cId="3853155756" sldId="311"/>
        </pc:sldMkLst>
        <pc:spChg chg="mod ord">
          <ac:chgData name="Isobel Davies" userId="2fdec792-a701-4543-8af7-0db402950b7b" providerId="ADAL" clId="{79D1B0A1-FFD2-47EC-94D2-CDAC83F37866}" dt="2024-10-16T14:32:57.150" v="2706" actId="1076"/>
          <ac:spMkLst>
            <pc:docMk/>
            <pc:sldMk cId="3853155756" sldId="311"/>
            <ac:spMk id="2" creationId="{241D2D83-A69B-4330-A6E7-354FC9FA5202}"/>
          </ac:spMkLst>
        </pc:spChg>
        <pc:spChg chg="del mod ord">
          <ac:chgData name="Isobel Davies" userId="2fdec792-a701-4543-8af7-0db402950b7b" providerId="ADAL" clId="{79D1B0A1-FFD2-47EC-94D2-CDAC83F37866}" dt="2024-10-16T14:32:47.372" v="2703" actId="478"/>
          <ac:spMkLst>
            <pc:docMk/>
            <pc:sldMk cId="3853155756" sldId="311"/>
            <ac:spMk id="9" creationId="{354A3BFF-EF23-4245-98A4-1CFE3675C0B3}"/>
          </ac:spMkLst>
        </pc:spChg>
        <pc:spChg chg="del mod ord">
          <ac:chgData name="Isobel Davies" userId="2fdec792-a701-4543-8af7-0db402950b7b" providerId="ADAL" clId="{79D1B0A1-FFD2-47EC-94D2-CDAC83F37866}" dt="2024-10-16T14:32:42.680" v="2702" actId="478"/>
          <ac:spMkLst>
            <pc:docMk/>
            <pc:sldMk cId="3853155756" sldId="311"/>
            <ac:spMk id="10" creationId="{B6741D1C-918D-48E9-9166-AE6AD2B22669}"/>
          </ac:spMkLst>
        </pc:spChg>
        <pc:spChg chg="mod ord">
          <ac:chgData name="Isobel Davies" userId="2fdec792-a701-4543-8af7-0db402950b7b" providerId="ADAL" clId="{79D1B0A1-FFD2-47EC-94D2-CDAC83F37866}" dt="2024-10-16T14:28:39.581" v="2671" actId="700"/>
          <ac:spMkLst>
            <pc:docMk/>
            <pc:sldMk cId="3853155756" sldId="311"/>
            <ac:spMk id="11" creationId="{09C05F9B-C67C-439A-9D8A-20F8D13FD29A}"/>
          </ac:spMkLst>
        </pc:spChg>
        <pc:graphicFrameChg chg="mod">
          <ac:chgData name="Isobel Davies" userId="2fdec792-a701-4543-8af7-0db402950b7b" providerId="ADAL" clId="{79D1B0A1-FFD2-47EC-94D2-CDAC83F37866}" dt="2024-10-16T14:32:59.744" v="2707" actId="1076"/>
          <ac:graphicFrameMkLst>
            <pc:docMk/>
            <pc:sldMk cId="3853155756" sldId="311"/>
            <ac:graphicFrameMk id="3" creationId="{20A07360-8CBD-4913-93E4-7B24E55D71EF}"/>
          </ac:graphicFrameMkLst>
        </pc:graphicFrameChg>
        <pc:graphicFrameChg chg="mod">
          <ac:chgData name="Isobel Davies" userId="2fdec792-a701-4543-8af7-0db402950b7b" providerId="ADAL" clId="{79D1B0A1-FFD2-47EC-94D2-CDAC83F37866}" dt="2024-10-16T14:32:50.494" v="2704" actId="1076"/>
          <ac:graphicFrameMkLst>
            <pc:docMk/>
            <pc:sldMk cId="3853155756" sldId="311"/>
            <ac:graphicFrameMk id="21" creationId="{9CB64FD1-D535-43FE-9718-750DC057C094}"/>
          </ac:graphicFrameMkLst>
        </pc:graphicFrameChg>
        <pc:picChg chg="mod">
          <ac:chgData name="Isobel Davies" userId="2fdec792-a701-4543-8af7-0db402950b7b" providerId="ADAL" clId="{79D1B0A1-FFD2-47EC-94D2-CDAC83F37866}" dt="2024-10-16T14:32:52.470" v="2705" actId="1076"/>
          <ac:picMkLst>
            <pc:docMk/>
            <pc:sldMk cId="3853155756" sldId="311"/>
            <ac:picMk id="20" creationId="{57E327EE-39CF-417C-94D4-003AB9ABEC4D}"/>
          </ac:picMkLst>
        </pc:picChg>
        <pc:picChg chg="mod">
          <ac:chgData name="Isobel Davies" userId="2fdec792-a701-4543-8af7-0db402950b7b" providerId="ADAL" clId="{79D1B0A1-FFD2-47EC-94D2-CDAC83F37866}" dt="2024-10-16T14:33:02.022" v="2708" actId="1076"/>
          <ac:picMkLst>
            <pc:docMk/>
            <pc:sldMk cId="3853155756" sldId="311"/>
            <ac:picMk id="6146" creationId="{BBC1F45B-7C65-4D2E-B9E2-EF782CF6B9D9}"/>
          </ac:picMkLst>
        </pc:picChg>
      </pc:sldChg>
      <pc:sldChg chg="delSp modSp add mod chgLayout">
        <pc:chgData name="Isobel Davies" userId="2fdec792-a701-4543-8af7-0db402950b7b" providerId="ADAL" clId="{79D1B0A1-FFD2-47EC-94D2-CDAC83F37866}" dt="2024-10-16T14:16:39.802" v="2578" actId="1076"/>
        <pc:sldMkLst>
          <pc:docMk/>
          <pc:sldMk cId="215540575" sldId="314"/>
        </pc:sldMkLst>
        <pc:spChg chg="mod ord">
          <ac:chgData name="Isobel Davies" userId="2fdec792-a701-4543-8af7-0db402950b7b" providerId="ADAL" clId="{79D1B0A1-FFD2-47EC-94D2-CDAC83F37866}" dt="2024-10-16T14:16:07.915" v="2570" actId="700"/>
          <ac:spMkLst>
            <pc:docMk/>
            <pc:sldMk cId="215540575" sldId="314"/>
            <ac:spMk id="2" creationId="{E78836DE-23F2-4097-80E1-07B4C7B5FA52}"/>
          </ac:spMkLst>
        </pc:spChg>
        <pc:spChg chg="del mod ord">
          <ac:chgData name="Isobel Davies" userId="2fdec792-a701-4543-8af7-0db402950b7b" providerId="ADAL" clId="{79D1B0A1-FFD2-47EC-94D2-CDAC83F37866}" dt="2024-10-16T14:16:21.809" v="2573" actId="478"/>
          <ac:spMkLst>
            <pc:docMk/>
            <pc:sldMk cId="215540575" sldId="314"/>
            <ac:spMk id="3" creationId="{C37BA8FB-5379-4BD2-9E6E-CFD246677FEF}"/>
          </ac:spMkLst>
        </pc:spChg>
        <pc:spChg chg="del mod ord">
          <ac:chgData name="Isobel Davies" userId="2fdec792-a701-4543-8af7-0db402950b7b" providerId="ADAL" clId="{79D1B0A1-FFD2-47EC-94D2-CDAC83F37866}" dt="2024-10-16T14:16:18.134" v="2572" actId="478"/>
          <ac:spMkLst>
            <pc:docMk/>
            <pc:sldMk cId="215540575" sldId="314"/>
            <ac:spMk id="4" creationId="{D75DF9EF-621A-456B-B208-B0359B457B79}"/>
          </ac:spMkLst>
        </pc:spChg>
        <pc:spChg chg="mod ord">
          <ac:chgData name="Isobel Davies" userId="2fdec792-a701-4543-8af7-0db402950b7b" providerId="ADAL" clId="{79D1B0A1-FFD2-47EC-94D2-CDAC83F37866}" dt="2024-10-16T14:16:07.915" v="2570" actId="700"/>
          <ac:spMkLst>
            <pc:docMk/>
            <pc:sldMk cId="215540575" sldId="314"/>
            <ac:spMk id="5" creationId="{974BE86C-B0E4-4C38-B148-B955C156FF45}"/>
          </ac:spMkLst>
        </pc:spChg>
        <pc:spChg chg="mod">
          <ac:chgData name="Isobel Davies" userId="2fdec792-a701-4543-8af7-0db402950b7b" providerId="ADAL" clId="{79D1B0A1-FFD2-47EC-94D2-CDAC83F37866}" dt="2024-10-16T14:16:39.802" v="2578" actId="1076"/>
          <ac:spMkLst>
            <pc:docMk/>
            <pc:sldMk cId="215540575" sldId="314"/>
            <ac:spMk id="8" creationId="{4EFC5C02-779E-45AD-A49A-A5C72B139FBB}"/>
          </ac:spMkLst>
        </pc:spChg>
        <pc:spChg chg="mod">
          <ac:chgData name="Isobel Davies" userId="2fdec792-a701-4543-8af7-0db402950b7b" providerId="ADAL" clId="{79D1B0A1-FFD2-47EC-94D2-CDAC83F37866}" dt="2024-10-16T14:16:37.698" v="2577" actId="1076"/>
          <ac:spMkLst>
            <pc:docMk/>
            <pc:sldMk cId="215540575" sldId="314"/>
            <ac:spMk id="9" creationId="{60A1BC32-19F7-4B1A-824B-D29900A648B4}"/>
          </ac:spMkLst>
        </pc:spChg>
        <pc:picChg chg="mod ord">
          <ac:chgData name="Isobel Davies" userId="2fdec792-a701-4543-8af7-0db402950b7b" providerId="ADAL" clId="{79D1B0A1-FFD2-47EC-94D2-CDAC83F37866}" dt="2024-10-16T14:16:34.538" v="2576" actId="1076"/>
          <ac:picMkLst>
            <pc:docMk/>
            <pc:sldMk cId="215540575" sldId="314"/>
            <ac:picMk id="7" creationId="{87AFF820-8FD2-4489-911E-B825FC0DED4E}"/>
          </ac:picMkLst>
        </pc:picChg>
      </pc:sldChg>
      <pc:sldChg chg="delSp modSp add mod chgLayout">
        <pc:chgData name="Isobel Davies" userId="2fdec792-a701-4543-8af7-0db402950b7b" providerId="ADAL" clId="{79D1B0A1-FFD2-47EC-94D2-CDAC83F37866}" dt="2024-10-16T14:15:40.367" v="2568" actId="1076"/>
        <pc:sldMkLst>
          <pc:docMk/>
          <pc:sldMk cId="1437163451" sldId="315"/>
        </pc:sldMkLst>
        <pc:spChg chg="mod ord">
          <ac:chgData name="Isobel Davies" userId="2fdec792-a701-4543-8af7-0db402950b7b" providerId="ADAL" clId="{79D1B0A1-FFD2-47EC-94D2-CDAC83F37866}" dt="2024-10-16T14:15:24.175" v="2561" actId="700"/>
          <ac:spMkLst>
            <pc:docMk/>
            <pc:sldMk cId="1437163451" sldId="315"/>
            <ac:spMk id="2" creationId="{CFB1566E-D383-4034-BC5E-C2FB79652328}"/>
          </ac:spMkLst>
        </pc:spChg>
        <pc:spChg chg="del mod ord">
          <ac:chgData name="Isobel Davies" userId="2fdec792-a701-4543-8af7-0db402950b7b" providerId="ADAL" clId="{79D1B0A1-FFD2-47EC-94D2-CDAC83F37866}" dt="2024-10-16T14:15:37.940" v="2567" actId="478"/>
          <ac:spMkLst>
            <pc:docMk/>
            <pc:sldMk cId="1437163451" sldId="315"/>
            <ac:spMk id="3" creationId="{DDD09F85-12B8-4D23-8EB9-254F9AEF2338}"/>
          </ac:spMkLst>
        </pc:spChg>
        <pc:spChg chg="del mod ord">
          <ac:chgData name="Isobel Davies" userId="2fdec792-a701-4543-8af7-0db402950b7b" providerId="ADAL" clId="{79D1B0A1-FFD2-47EC-94D2-CDAC83F37866}" dt="2024-10-16T14:15:35.067" v="2566" actId="478"/>
          <ac:spMkLst>
            <pc:docMk/>
            <pc:sldMk cId="1437163451" sldId="315"/>
            <ac:spMk id="4" creationId="{6C68ABDC-144C-45BC-97AF-54B6E8E71B00}"/>
          </ac:spMkLst>
        </pc:spChg>
        <pc:spChg chg="mod ord">
          <ac:chgData name="Isobel Davies" userId="2fdec792-a701-4543-8af7-0db402950b7b" providerId="ADAL" clId="{79D1B0A1-FFD2-47EC-94D2-CDAC83F37866}" dt="2024-10-16T14:15:24.175" v="2561" actId="700"/>
          <ac:spMkLst>
            <pc:docMk/>
            <pc:sldMk cId="1437163451" sldId="315"/>
            <ac:spMk id="5" creationId="{9F4F2AEA-C5AE-4DD5-8F23-EB43BBBE1E00}"/>
          </ac:spMkLst>
        </pc:spChg>
        <pc:picChg chg="mod ord">
          <ac:chgData name="Isobel Davies" userId="2fdec792-a701-4543-8af7-0db402950b7b" providerId="ADAL" clId="{79D1B0A1-FFD2-47EC-94D2-CDAC83F37866}" dt="2024-10-16T14:15:40.367" v="2568" actId="1076"/>
          <ac:picMkLst>
            <pc:docMk/>
            <pc:sldMk cId="1437163451" sldId="315"/>
            <ac:picMk id="7" creationId="{592A5C67-C301-4AFA-B4FE-813EEFD15113}"/>
          </ac:picMkLst>
        </pc:picChg>
        <pc:picChg chg="mod">
          <ac:chgData name="Isobel Davies" userId="2fdec792-a701-4543-8af7-0db402950b7b" providerId="ADAL" clId="{79D1B0A1-FFD2-47EC-94D2-CDAC83F37866}" dt="2024-10-16T14:15:30.648" v="2564" actId="1076"/>
          <ac:picMkLst>
            <pc:docMk/>
            <pc:sldMk cId="1437163451" sldId="315"/>
            <ac:picMk id="8" creationId="{80B6FC40-A115-4D0C-8109-4FF8E8355E44}"/>
          </ac:picMkLst>
        </pc:picChg>
      </pc:sldChg>
      <pc:sldChg chg="delSp modSp mod modClrScheme chgLayout">
        <pc:chgData name="Isobel Davies" userId="2fdec792-a701-4543-8af7-0db402950b7b" providerId="ADAL" clId="{79D1B0A1-FFD2-47EC-94D2-CDAC83F37866}" dt="2024-10-16T14:18:37.222" v="2607" actId="14100"/>
        <pc:sldMkLst>
          <pc:docMk/>
          <pc:sldMk cId="1593920805" sldId="316"/>
        </pc:sldMkLst>
        <pc:spChg chg="mod ord">
          <ac:chgData name="Isobel Davies" userId="2fdec792-a701-4543-8af7-0db402950b7b" providerId="ADAL" clId="{79D1B0A1-FFD2-47EC-94D2-CDAC83F37866}" dt="2024-10-16T14:17:28.088" v="2580" actId="700"/>
          <ac:spMkLst>
            <pc:docMk/>
            <pc:sldMk cId="1593920805" sldId="316"/>
            <ac:spMk id="2" creationId="{75031FE9-9059-4FE8-B4AC-9771F23A1B89}"/>
          </ac:spMkLst>
        </pc:spChg>
        <pc:spChg chg="mod ord">
          <ac:chgData name="Isobel Davies" userId="2fdec792-a701-4543-8af7-0db402950b7b" providerId="ADAL" clId="{79D1B0A1-FFD2-47EC-94D2-CDAC83F37866}" dt="2024-10-16T14:17:35.532" v="2588" actId="1076"/>
          <ac:spMkLst>
            <pc:docMk/>
            <pc:sldMk cId="1593920805" sldId="316"/>
            <ac:spMk id="3" creationId="{D4A2EB3F-4D60-451F-8F45-7D6654D2FCD9}"/>
          </ac:spMkLst>
        </pc:spChg>
        <pc:spChg chg="mod ord">
          <ac:chgData name="Isobel Davies" userId="2fdec792-a701-4543-8af7-0db402950b7b" providerId="ADAL" clId="{79D1B0A1-FFD2-47EC-94D2-CDAC83F37866}" dt="2024-10-16T14:17:46.388" v="2591" actId="1076"/>
          <ac:spMkLst>
            <pc:docMk/>
            <pc:sldMk cId="1593920805" sldId="316"/>
            <ac:spMk id="4" creationId="{AC1C80FB-53F9-42EE-B1E6-D0F998EC5DFA}"/>
          </ac:spMkLst>
        </pc:spChg>
        <pc:spChg chg="mod ord">
          <ac:chgData name="Isobel Davies" userId="2fdec792-a701-4543-8af7-0db402950b7b" providerId="ADAL" clId="{79D1B0A1-FFD2-47EC-94D2-CDAC83F37866}" dt="2024-10-16T14:17:58.156" v="2594" actId="1076"/>
          <ac:spMkLst>
            <pc:docMk/>
            <pc:sldMk cId="1593920805" sldId="316"/>
            <ac:spMk id="5" creationId="{E81BA2B5-6A90-4204-ABDD-7183FBB03A02}"/>
          </ac:spMkLst>
        </pc:spChg>
        <pc:spChg chg="mod ord">
          <ac:chgData name="Isobel Davies" userId="2fdec792-a701-4543-8af7-0db402950b7b" providerId="ADAL" clId="{79D1B0A1-FFD2-47EC-94D2-CDAC83F37866}" dt="2024-10-16T14:18:02.644" v="2595" actId="1076"/>
          <ac:spMkLst>
            <pc:docMk/>
            <pc:sldMk cId="1593920805" sldId="316"/>
            <ac:spMk id="6" creationId="{7E7D4C34-22A0-4D54-A07D-E1E9A11463E5}"/>
          </ac:spMkLst>
        </pc:spChg>
        <pc:spChg chg="mod ord">
          <ac:chgData name="Isobel Davies" userId="2fdec792-a701-4543-8af7-0db402950b7b" providerId="ADAL" clId="{79D1B0A1-FFD2-47EC-94D2-CDAC83F37866}" dt="2024-10-16T14:17:49.765" v="2592" actId="1076"/>
          <ac:spMkLst>
            <pc:docMk/>
            <pc:sldMk cId="1593920805" sldId="316"/>
            <ac:spMk id="7" creationId="{301D392D-FB66-47A0-B628-5ADE822A2CFF}"/>
          </ac:spMkLst>
        </pc:spChg>
        <pc:spChg chg="mod ord">
          <ac:chgData name="Isobel Davies" userId="2fdec792-a701-4543-8af7-0db402950b7b" providerId="ADAL" clId="{79D1B0A1-FFD2-47EC-94D2-CDAC83F37866}" dt="2024-10-16T14:18:37.222" v="2607" actId="14100"/>
          <ac:spMkLst>
            <pc:docMk/>
            <pc:sldMk cId="1593920805" sldId="316"/>
            <ac:spMk id="8" creationId="{51C26CE0-2506-4B44-A26F-C12BFA5B18B5}"/>
          </ac:spMkLst>
        </pc:spChg>
        <pc:spChg chg="mod ord">
          <ac:chgData name="Isobel Davies" userId="2fdec792-a701-4543-8af7-0db402950b7b" providerId="ADAL" clId="{79D1B0A1-FFD2-47EC-94D2-CDAC83F37866}" dt="2024-10-16T14:18:12.316" v="2596" actId="1076"/>
          <ac:spMkLst>
            <pc:docMk/>
            <pc:sldMk cId="1593920805" sldId="316"/>
            <ac:spMk id="9" creationId="{868F40F8-BF35-45E9-B3DD-5436362D746E}"/>
          </ac:spMkLst>
        </pc:spChg>
        <pc:spChg chg="mod ord">
          <ac:chgData name="Isobel Davies" userId="2fdec792-a701-4543-8af7-0db402950b7b" providerId="ADAL" clId="{79D1B0A1-FFD2-47EC-94D2-CDAC83F37866}" dt="2024-10-16T14:18:17.324" v="2597" actId="1076"/>
          <ac:spMkLst>
            <pc:docMk/>
            <pc:sldMk cId="1593920805" sldId="316"/>
            <ac:spMk id="10" creationId="{7F39C97C-2DDC-4706-B96C-B02FAE53A426}"/>
          </ac:spMkLst>
        </pc:spChg>
        <pc:spChg chg="del mod ord">
          <ac:chgData name="Isobel Davies" userId="2fdec792-a701-4543-8af7-0db402950b7b" providerId="ADAL" clId="{79D1B0A1-FFD2-47EC-94D2-CDAC83F37866}" dt="2024-10-16T14:17:42.044" v="2590" actId="478"/>
          <ac:spMkLst>
            <pc:docMk/>
            <pc:sldMk cId="1593920805" sldId="316"/>
            <ac:spMk id="80" creationId="{BC1F9D86-85D8-4FD0-B0D3-47D778722782}"/>
          </ac:spMkLst>
        </pc:spChg>
        <pc:spChg chg="del mod ord">
          <ac:chgData name="Isobel Davies" userId="2fdec792-a701-4543-8af7-0db402950b7b" providerId="ADAL" clId="{79D1B0A1-FFD2-47EC-94D2-CDAC83F37866}" dt="2024-10-16T14:17:38.879" v="2589" actId="478"/>
          <ac:spMkLst>
            <pc:docMk/>
            <pc:sldMk cId="1593920805" sldId="316"/>
            <ac:spMk id="81" creationId="{E94F1D24-E4A1-4B59-B57E-A28453963B88}"/>
          </ac:spMkLst>
        </pc:spChg>
        <pc:spChg chg="mod ord">
          <ac:chgData name="Isobel Davies" userId="2fdec792-a701-4543-8af7-0db402950b7b" providerId="ADAL" clId="{79D1B0A1-FFD2-47EC-94D2-CDAC83F37866}" dt="2024-10-16T14:17:28.088" v="2580" actId="700"/>
          <ac:spMkLst>
            <pc:docMk/>
            <pc:sldMk cId="1593920805" sldId="316"/>
            <ac:spMk id="82" creationId="{CE36A058-BEC2-4BC5-A467-F2EB2A365051}"/>
          </ac:spMkLst>
        </pc:spChg>
      </pc:sldChg>
      <pc:sldChg chg="del">
        <pc:chgData name="Isobel Davies" userId="2fdec792-a701-4543-8af7-0db402950b7b" providerId="ADAL" clId="{79D1B0A1-FFD2-47EC-94D2-CDAC83F37866}" dt="2024-10-16T14:17:10.876" v="2579" actId="47"/>
        <pc:sldMkLst>
          <pc:docMk/>
          <pc:sldMk cId="2829164604" sldId="316"/>
        </pc:sldMkLst>
      </pc:sldChg>
      <pc:sldChg chg="new del">
        <pc:chgData name="Isobel Davies" userId="2fdec792-a701-4543-8af7-0db402950b7b" providerId="ADAL" clId="{79D1B0A1-FFD2-47EC-94D2-CDAC83F37866}" dt="2024-10-16T14:20:24.779" v="2616" actId="47"/>
        <pc:sldMkLst>
          <pc:docMk/>
          <pc:sldMk cId="4044348343" sldId="317"/>
        </pc:sldMkLst>
      </pc:sldChg>
      <pc:sldChg chg="delSp modSp add mod chgLayout">
        <pc:chgData name="Isobel Davies" userId="2fdec792-a701-4543-8af7-0db402950b7b" providerId="ADAL" clId="{79D1B0A1-FFD2-47EC-94D2-CDAC83F37866}" dt="2024-10-16T14:21:08.182" v="2620" actId="478"/>
        <pc:sldMkLst>
          <pc:docMk/>
          <pc:sldMk cId="2121178069" sldId="318"/>
        </pc:sldMkLst>
        <pc:spChg chg="mod ord">
          <ac:chgData name="Isobel Davies" userId="2fdec792-a701-4543-8af7-0db402950b7b" providerId="ADAL" clId="{79D1B0A1-FFD2-47EC-94D2-CDAC83F37866}" dt="2024-10-16T14:20:29.800" v="2617" actId="700"/>
          <ac:spMkLst>
            <pc:docMk/>
            <pc:sldMk cId="2121178069" sldId="318"/>
            <ac:spMk id="2" creationId="{5CE54ABB-4929-4810-950B-2DAEA0A5BAB4}"/>
          </ac:spMkLst>
        </pc:spChg>
        <pc:spChg chg="del mod ord">
          <ac:chgData name="Isobel Davies" userId="2fdec792-a701-4543-8af7-0db402950b7b" providerId="ADAL" clId="{79D1B0A1-FFD2-47EC-94D2-CDAC83F37866}" dt="2024-10-16T14:21:08.182" v="2620" actId="478"/>
          <ac:spMkLst>
            <pc:docMk/>
            <pc:sldMk cId="2121178069" sldId="318"/>
            <ac:spMk id="9" creationId="{7B78F7A0-88C5-4940-B21C-099F472F39F9}"/>
          </ac:spMkLst>
        </pc:spChg>
        <pc:spChg chg="del mod ord">
          <ac:chgData name="Isobel Davies" userId="2fdec792-a701-4543-8af7-0db402950b7b" providerId="ADAL" clId="{79D1B0A1-FFD2-47EC-94D2-CDAC83F37866}" dt="2024-10-16T14:21:05.279" v="2619" actId="478"/>
          <ac:spMkLst>
            <pc:docMk/>
            <pc:sldMk cId="2121178069" sldId="318"/>
            <ac:spMk id="10" creationId="{D2186069-FC8E-433D-9BB4-942220CE8CFB}"/>
          </ac:spMkLst>
        </pc:spChg>
        <pc:spChg chg="mod ord">
          <ac:chgData name="Isobel Davies" userId="2fdec792-a701-4543-8af7-0db402950b7b" providerId="ADAL" clId="{79D1B0A1-FFD2-47EC-94D2-CDAC83F37866}" dt="2024-10-16T14:20:29.800" v="2617" actId="700"/>
          <ac:spMkLst>
            <pc:docMk/>
            <pc:sldMk cId="2121178069" sldId="318"/>
            <ac:spMk id="11" creationId="{BAD5B6F4-0A90-447A-A1AE-D75C934B6B29}"/>
          </ac:spMkLst>
        </pc:spChg>
        <pc:spChg chg="mod">
          <ac:chgData name="Isobel Davies" userId="2fdec792-a701-4543-8af7-0db402950b7b" providerId="ADAL" clId="{79D1B0A1-FFD2-47EC-94D2-CDAC83F37866}" dt="2024-10-16T14:20:39.235" v="2618" actId="1076"/>
          <ac:spMkLst>
            <pc:docMk/>
            <pc:sldMk cId="2121178069" sldId="318"/>
            <ac:spMk id="19" creationId="{C4F99EB5-635F-471C-8CB9-BC3DAA32DF6D}"/>
          </ac:spMkLst>
        </pc:spChg>
        <pc:spChg chg="del">
          <ac:chgData name="Isobel Davies" userId="2fdec792-a701-4543-8af7-0db402950b7b" providerId="ADAL" clId="{79D1B0A1-FFD2-47EC-94D2-CDAC83F37866}" dt="2024-10-16T14:20:29.800" v="2617" actId="700"/>
          <ac:spMkLst>
            <pc:docMk/>
            <pc:sldMk cId="2121178069" sldId="318"/>
            <ac:spMk id="21" creationId="{A3DDB2CF-C913-47F5-95FD-D5EAAF6168E4}"/>
          </ac:spMkLst>
        </pc:spChg>
        <pc:spChg chg="del">
          <ac:chgData name="Isobel Davies" userId="2fdec792-a701-4543-8af7-0db402950b7b" providerId="ADAL" clId="{79D1B0A1-FFD2-47EC-94D2-CDAC83F37866}" dt="2024-10-16T14:20:29.800" v="2617" actId="700"/>
          <ac:spMkLst>
            <pc:docMk/>
            <pc:sldMk cId="2121178069" sldId="318"/>
            <ac:spMk id="23" creationId="{9695B268-1F06-42C6-8958-A85DBEEAC412}"/>
          </ac:spMkLst>
        </pc:spChg>
      </pc:sldChg>
      <pc:sldChg chg="addSp delSp modSp new mod">
        <pc:chgData name="Isobel Davies" userId="2fdec792-a701-4543-8af7-0db402950b7b" providerId="ADAL" clId="{79D1B0A1-FFD2-47EC-94D2-CDAC83F37866}" dt="2024-10-16T14:23:52.806" v="2669" actId="20577"/>
        <pc:sldMkLst>
          <pc:docMk/>
          <pc:sldMk cId="184016439" sldId="319"/>
        </pc:sldMkLst>
        <pc:spChg chg="mod">
          <ac:chgData name="Isobel Davies" userId="2fdec792-a701-4543-8af7-0db402950b7b" providerId="ADAL" clId="{79D1B0A1-FFD2-47EC-94D2-CDAC83F37866}" dt="2024-10-16T14:23:52.806" v="2669" actId="20577"/>
          <ac:spMkLst>
            <pc:docMk/>
            <pc:sldMk cId="184016439" sldId="319"/>
            <ac:spMk id="2" creationId="{11685B35-5325-68B0-4112-51322AC5AEC7}"/>
          </ac:spMkLst>
        </pc:spChg>
        <pc:spChg chg="del mod">
          <ac:chgData name="Isobel Davies" userId="2fdec792-a701-4543-8af7-0db402950b7b" providerId="ADAL" clId="{79D1B0A1-FFD2-47EC-94D2-CDAC83F37866}" dt="2024-10-16T14:23:41.679" v="2641" actId="22"/>
          <ac:spMkLst>
            <pc:docMk/>
            <pc:sldMk cId="184016439" sldId="319"/>
            <ac:spMk id="3" creationId="{CF436B37-2DC7-94CF-397E-437C96E879D3}"/>
          </ac:spMkLst>
        </pc:spChg>
        <pc:picChg chg="add mod ord">
          <ac:chgData name="Isobel Davies" userId="2fdec792-a701-4543-8af7-0db402950b7b" providerId="ADAL" clId="{79D1B0A1-FFD2-47EC-94D2-CDAC83F37866}" dt="2024-10-16T14:23:43.322" v="2642" actId="1076"/>
          <ac:picMkLst>
            <pc:docMk/>
            <pc:sldMk cId="184016439" sldId="319"/>
            <ac:picMk id="5" creationId="{301D11AB-F1D0-25A0-9446-9259BDAA80A5}"/>
          </ac:picMkLst>
        </pc:picChg>
      </pc:sldChg>
      <pc:sldChg chg="addSp delSp modSp add mod modClrScheme chgLayout">
        <pc:chgData name="Isobel Davies" userId="2fdec792-a701-4543-8af7-0db402950b7b" providerId="ADAL" clId="{79D1B0A1-FFD2-47EC-94D2-CDAC83F37866}" dt="2024-10-16T14:34:43.843" v="2724" actId="1076"/>
        <pc:sldMkLst>
          <pc:docMk/>
          <pc:sldMk cId="1472106130" sldId="320"/>
        </pc:sldMkLst>
        <pc:spChg chg="mod ord">
          <ac:chgData name="Isobel Davies" userId="2fdec792-a701-4543-8af7-0db402950b7b" providerId="ADAL" clId="{79D1B0A1-FFD2-47EC-94D2-CDAC83F37866}" dt="2024-10-16T14:28:39.581" v="2671" actId="700"/>
          <ac:spMkLst>
            <pc:docMk/>
            <pc:sldMk cId="1472106130" sldId="320"/>
            <ac:spMk id="2" creationId="{39605AF1-623C-4E09-AB5D-8DD0571489F6}"/>
          </ac:spMkLst>
        </pc:spChg>
        <pc:spChg chg="del mod ord">
          <ac:chgData name="Isobel Davies" userId="2fdec792-a701-4543-8af7-0db402950b7b" providerId="ADAL" clId="{79D1B0A1-FFD2-47EC-94D2-CDAC83F37866}" dt="2024-10-16T14:34:18.183" v="2720" actId="478"/>
          <ac:spMkLst>
            <pc:docMk/>
            <pc:sldMk cId="1472106130" sldId="320"/>
            <ac:spMk id="4" creationId="{7FDC0E0A-2715-4BF9-8659-0ED8629BA242}"/>
          </ac:spMkLst>
        </pc:spChg>
        <pc:spChg chg="del mod ord">
          <ac:chgData name="Isobel Davies" userId="2fdec792-a701-4543-8af7-0db402950b7b" providerId="ADAL" clId="{79D1B0A1-FFD2-47EC-94D2-CDAC83F37866}" dt="2024-10-16T14:34:15.623" v="2719" actId="478"/>
          <ac:spMkLst>
            <pc:docMk/>
            <pc:sldMk cId="1472106130" sldId="320"/>
            <ac:spMk id="5" creationId="{20E75224-81EB-4CDA-BBBE-44B4B2F3C039}"/>
          </ac:spMkLst>
        </pc:spChg>
        <pc:spChg chg="mod ord">
          <ac:chgData name="Isobel Davies" userId="2fdec792-a701-4543-8af7-0db402950b7b" providerId="ADAL" clId="{79D1B0A1-FFD2-47EC-94D2-CDAC83F37866}" dt="2024-10-16T14:28:39.581" v="2671" actId="700"/>
          <ac:spMkLst>
            <pc:docMk/>
            <pc:sldMk cId="1472106130" sldId="320"/>
            <ac:spMk id="6" creationId="{BA32F697-D1D4-4B0A-B960-D1869BF8607A}"/>
          </ac:spMkLst>
        </pc:spChg>
        <pc:spChg chg="mod">
          <ac:chgData name="Isobel Davies" userId="2fdec792-a701-4543-8af7-0db402950b7b" providerId="ADAL" clId="{79D1B0A1-FFD2-47EC-94D2-CDAC83F37866}" dt="2024-10-16T14:34:21.666" v="2721" actId="1076"/>
          <ac:spMkLst>
            <pc:docMk/>
            <pc:sldMk cId="1472106130" sldId="320"/>
            <ac:spMk id="9" creationId="{0AD4918F-22DF-4F8D-8B32-00C501468B9D}"/>
          </ac:spMkLst>
        </pc:spChg>
        <pc:picChg chg="add mod">
          <ac:chgData name="Isobel Davies" userId="2fdec792-a701-4543-8af7-0db402950b7b" providerId="ADAL" clId="{79D1B0A1-FFD2-47EC-94D2-CDAC83F37866}" dt="2024-10-16T14:34:43.843" v="2724" actId="1076"/>
          <ac:picMkLst>
            <pc:docMk/>
            <pc:sldMk cId="1472106130" sldId="320"/>
            <ac:picMk id="3" creationId="{28D10D2D-7F02-9F90-A5C1-5777B1DA317B}"/>
          </ac:picMkLst>
        </pc:picChg>
      </pc:sldChg>
      <pc:sldChg chg="addSp modSp new mod">
        <pc:chgData name="Isobel Davies" userId="2fdec792-a701-4543-8af7-0db402950b7b" providerId="ADAL" clId="{79D1B0A1-FFD2-47EC-94D2-CDAC83F37866}" dt="2024-10-16T14:38:38.106" v="2770" actId="1076"/>
        <pc:sldMkLst>
          <pc:docMk/>
          <pc:sldMk cId="2692738712" sldId="321"/>
        </pc:sldMkLst>
        <pc:spChg chg="mod">
          <ac:chgData name="Isobel Davies" userId="2fdec792-a701-4543-8af7-0db402950b7b" providerId="ADAL" clId="{79D1B0A1-FFD2-47EC-94D2-CDAC83F37866}" dt="2024-10-16T14:36:37.741" v="2767" actId="20577"/>
          <ac:spMkLst>
            <pc:docMk/>
            <pc:sldMk cId="2692738712" sldId="321"/>
            <ac:spMk id="2" creationId="{560BF5FE-7575-56C8-68F9-70CD0D5214CB}"/>
          </ac:spMkLst>
        </pc:spChg>
        <pc:picChg chg="add mod">
          <ac:chgData name="Isobel Davies" userId="2fdec792-a701-4543-8af7-0db402950b7b" providerId="ADAL" clId="{79D1B0A1-FFD2-47EC-94D2-CDAC83F37866}" dt="2024-10-16T14:38:38.106" v="2770" actId="1076"/>
          <ac:picMkLst>
            <pc:docMk/>
            <pc:sldMk cId="2692738712" sldId="321"/>
            <ac:picMk id="3" creationId="{9F2B8FA4-98C4-676B-32C7-356DFE46B7D4}"/>
          </ac:picMkLst>
        </pc:picChg>
      </pc:sldChg>
      <pc:sldChg chg="addSp delSp modSp add mod modClrScheme chgLayout">
        <pc:chgData name="Isobel Davies" userId="2fdec792-a701-4543-8af7-0db402950b7b" providerId="ADAL" clId="{79D1B0A1-FFD2-47EC-94D2-CDAC83F37866}" dt="2024-10-16T14:41:19.928" v="2829" actId="1076"/>
        <pc:sldMkLst>
          <pc:docMk/>
          <pc:sldMk cId="4150386873" sldId="322"/>
        </pc:sldMkLst>
        <pc:spChg chg="add mod ord">
          <ac:chgData name="Isobel Davies" userId="2fdec792-a701-4543-8af7-0db402950b7b" providerId="ADAL" clId="{79D1B0A1-FFD2-47EC-94D2-CDAC83F37866}" dt="2024-10-16T14:41:08.968" v="2825" actId="20577"/>
          <ac:spMkLst>
            <pc:docMk/>
            <pc:sldMk cId="4150386873" sldId="322"/>
            <ac:spMk id="2" creationId="{5A44DA02-C1D1-CABE-EB21-DD83107CAD5A}"/>
          </ac:spMkLst>
        </pc:spChg>
        <pc:spChg chg="add del mod ord">
          <ac:chgData name="Isobel Davies" userId="2fdec792-a701-4543-8af7-0db402950b7b" providerId="ADAL" clId="{79D1B0A1-FFD2-47EC-94D2-CDAC83F37866}" dt="2024-10-16T14:40:44.790" v="2788" actId="478"/>
          <ac:spMkLst>
            <pc:docMk/>
            <pc:sldMk cId="4150386873" sldId="322"/>
            <ac:spMk id="3" creationId="{0B6730DE-14F0-6A1B-06E1-06D406745C51}"/>
          </ac:spMkLst>
        </pc:spChg>
        <pc:spChg chg="mod ord">
          <ac:chgData name="Isobel Davies" userId="2fdec792-a701-4543-8af7-0db402950b7b" providerId="ADAL" clId="{79D1B0A1-FFD2-47EC-94D2-CDAC83F37866}" dt="2024-10-16T14:39:28.722" v="2772" actId="700"/>
          <ac:spMkLst>
            <pc:docMk/>
            <pc:sldMk cId="4150386873" sldId="322"/>
            <ac:spMk id="9" creationId="{1B7D05B9-2875-4DDD-855C-0604F30911C7}"/>
          </ac:spMkLst>
        </pc:spChg>
        <pc:spChg chg="del mod ord">
          <ac:chgData name="Isobel Davies" userId="2fdec792-a701-4543-8af7-0db402950b7b" providerId="ADAL" clId="{79D1B0A1-FFD2-47EC-94D2-CDAC83F37866}" dt="2024-10-16T14:40:54.510" v="2791" actId="478"/>
          <ac:spMkLst>
            <pc:docMk/>
            <pc:sldMk cId="4150386873" sldId="322"/>
            <ac:spMk id="10" creationId="{D9A1FCB4-07C0-48B0-8BFF-6AEBB063EA7A}"/>
          </ac:spMkLst>
        </pc:spChg>
        <pc:spChg chg="mod ord">
          <ac:chgData name="Isobel Davies" userId="2fdec792-a701-4543-8af7-0db402950b7b" providerId="ADAL" clId="{79D1B0A1-FFD2-47EC-94D2-CDAC83F37866}" dt="2024-10-16T14:39:28.722" v="2772" actId="700"/>
          <ac:spMkLst>
            <pc:docMk/>
            <pc:sldMk cId="4150386873" sldId="322"/>
            <ac:spMk id="11" creationId="{2D974FD2-2D1E-4DF9-A82D-38FD24A7E9AB}"/>
          </ac:spMkLst>
        </pc:spChg>
        <pc:spChg chg="mod">
          <ac:chgData name="Isobel Davies" userId="2fdec792-a701-4543-8af7-0db402950b7b" providerId="ADAL" clId="{79D1B0A1-FFD2-47EC-94D2-CDAC83F37866}" dt="2024-10-16T14:41:19.928" v="2829" actId="1076"/>
          <ac:spMkLst>
            <pc:docMk/>
            <pc:sldMk cId="4150386873" sldId="322"/>
            <ac:spMk id="13" creationId="{8DAE7C3C-8213-45D3-A47B-5896FE3837A4}"/>
          </ac:spMkLst>
        </pc:spChg>
        <pc:picChg chg="mod">
          <ac:chgData name="Isobel Davies" userId="2fdec792-a701-4543-8af7-0db402950b7b" providerId="ADAL" clId="{79D1B0A1-FFD2-47EC-94D2-CDAC83F37866}" dt="2024-10-16T14:41:16.497" v="2828" actId="1076"/>
          <ac:picMkLst>
            <pc:docMk/>
            <pc:sldMk cId="4150386873" sldId="322"/>
            <ac:picMk id="12" creationId="{A064FD50-91F8-4E31-9DB8-97332B5AFCFB}"/>
          </ac:picMkLst>
        </pc:picChg>
      </pc:sldChg>
      <pc:sldChg chg="addSp delSp modSp add mod chgLayout">
        <pc:chgData name="Isobel Davies" userId="2fdec792-a701-4543-8af7-0db402950b7b" providerId="ADAL" clId="{79D1B0A1-FFD2-47EC-94D2-CDAC83F37866}" dt="2024-10-16T14:40:02.487" v="2780" actId="1076"/>
        <pc:sldMkLst>
          <pc:docMk/>
          <pc:sldMk cId="4108100796" sldId="323"/>
        </pc:sldMkLst>
        <pc:spChg chg="mod ord">
          <ac:chgData name="Isobel Davies" userId="2fdec792-a701-4543-8af7-0db402950b7b" providerId="ADAL" clId="{79D1B0A1-FFD2-47EC-94D2-CDAC83F37866}" dt="2024-10-16T14:39:28.722" v="2772" actId="700"/>
          <ac:spMkLst>
            <pc:docMk/>
            <pc:sldMk cId="4108100796" sldId="323"/>
            <ac:spMk id="2" creationId="{D3AB99DC-4C61-4C0A-82DF-A63718BADC7C}"/>
          </ac:spMkLst>
        </pc:spChg>
        <pc:spChg chg="del mod ord">
          <ac:chgData name="Isobel Davies" userId="2fdec792-a701-4543-8af7-0db402950b7b" providerId="ADAL" clId="{79D1B0A1-FFD2-47EC-94D2-CDAC83F37866}" dt="2024-10-16T14:39:50.455" v="2778" actId="478"/>
          <ac:spMkLst>
            <pc:docMk/>
            <pc:sldMk cId="4108100796" sldId="323"/>
            <ac:spMk id="3" creationId="{94ED7791-0D4F-4B7F-A224-8B0871A3F75C}"/>
          </ac:spMkLst>
        </pc:spChg>
        <pc:spChg chg="del mod ord">
          <ac:chgData name="Isobel Davies" userId="2fdec792-a701-4543-8af7-0db402950b7b" providerId="ADAL" clId="{79D1B0A1-FFD2-47EC-94D2-CDAC83F37866}" dt="2024-10-16T14:39:46.223" v="2777" actId="478"/>
          <ac:spMkLst>
            <pc:docMk/>
            <pc:sldMk cId="4108100796" sldId="323"/>
            <ac:spMk id="4" creationId="{6C1DF1A4-D0B8-4FA9-8A63-1558EDB8F71F}"/>
          </ac:spMkLst>
        </pc:spChg>
        <pc:spChg chg="mod ord">
          <ac:chgData name="Isobel Davies" userId="2fdec792-a701-4543-8af7-0db402950b7b" providerId="ADAL" clId="{79D1B0A1-FFD2-47EC-94D2-CDAC83F37866}" dt="2024-10-16T14:39:28.722" v="2772" actId="700"/>
          <ac:spMkLst>
            <pc:docMk/>
            <pc:sldMk cId="4108100796" sldId="323"/>
            <ac:spMk id="5" creationId="{DA9F5D22-141C-4A9B-8F71-31496057D477}"/>
          </ac:spMkLst>
        </pc:spChg>
        <pc:spChg chg="add del mod">
          <ac:chgData name="Isobel Davies" userId="2fdec792-a701-4543-8af7-0db402950b7b" providerId="ADAL" clId="{79D1B0A1-FFD2-47EC-94D2-CDAC83F37866}" dt="2024-10-16T14:39:40.589" v="2775" actId="478"/>
          <ac:spMkLst>
            <pc:docMk/>
            <pc:sldMk cId="4108100796" sldId="323"/>
            <ac:spMk id="8" creationId="{E14E49D5-AEC1-6069-28F7-5468810546C6}"/>
          </ac:spMkLst>
        </pc:spChg>
        <pc:spChg chg="mod">
          <ac:chgData name="Isobel Davies" userId="2fdec792-a701-4543-8af7-0db402950b7b" providerId="ADAL" clId="{79D1B0A1-FFD2-47EC-94D2-CDAC83F37866}" dt="2024-10-16T14:39:44.100" v="2776" actId="1076"/>
          <ac:spMkLst>
            <pc:docMk/>
            <pc:sldMk cId="4108100796" sldId="323"/>
            <ac:spMk id="9" creationId="{FD1E6A56-07F7-4744-A6A3-6475389DAD0D}"/>
          </ac:spMkLst>
        </pc:spChg>
        <pc:picChg chg="del mod ord">
          <ac:chgData name="Isobel Davies" userId="2fdec792-a701-4543-8af7-0db402950b7b" providerId="ADAL" clId="{79D1B0A1-FFD2-47EC-94D2-CDAC83F37866}" dt="2024-10-16T14:39:38.264" v="2774" actId="478"/>
          <ac:picMkLst>
            <pc:docMk/>
            <pc:sldMk cId="4108100796" sldId="323"/>
            <ac:picMk id="7" creationId="{73AA664A-2D7B-4F87-930E-CEA476DD6B0A}"/>
          </ac:picMkLst>
        </pc:picChg>
        <pc:picChg chg="add mod">
          <ac:chgData name="Isobel Davies" userId="2fdec792-a701-4543-8af7-0db402950b7b" providerId="ADAL" clId="{79D1B0A1-FFD2-47EC-94D2-CDAC83F37866}" dt="2024-10-16T14:40:02.487" v="2780" actId="1076"/>
          <ac:picMkLst>
            <pc:docMk/>
            <pc:sldMk cId="4108100796" sldId="323"/>
            <ac:picMk id="10" creationId="{62DDF431-A299-5A79-053C-A2E302B2921F}"/>
          </ac:picMkLst>
        </pc:picChg>
      </pc:sldChg>
      <pc:sldChg chg="addSp delSp modSp add mod modClrScheme chgLayout">
        <pc:chgData name="Isobel Davies" userId="2fdec792-a701-4543-8af7-0db402950b7b" providerId="ADAL" clId="{79D1B0A1-FFD2-47EC-94D2-CDAC83F37866}" dt="2024-10-16T14:51:41.685" v="2866"/>
        <pc:sldMkLst>
          <pc:docMk/>
          <pc:sldMk cId="2893877970" sldId="324"/>
        </pc:sldMkLst>
        <pc:spChg chg="add mod ord">
          <ac:chgData name="Isobel Davies" userId="2fdec792-a701-4543-8af7-0db402950b7b" providerId="ADAL" clId="{79D1B0A1-FFD2-47EC-94D2-CDAC83F37866}" dt="2024-10-16T14:42:14.508" v="2864" actId="20577"/>
          <ac:spMkLst>
            <pc:docMk/>
            <pc:sldMk cId="2893877970" sldId="324"/>
            <ac:spMk id="2" creationId="{F7625E0F-F8E5-CBC5-25A9-A580E281E407}"/>
          </ac:spMkLst>
        </pc:spChg>
        <pc:spChg chg="add del mod ord">
          <ac:chgData name="Isobel Davies" userId="2fdec792-a701-4543-8af7-0db402950b7b" providerId="ADAL" clId="{79D1B0A1-FFD2-47EC-94D2-CDAC83F37866}" dt="2024-10-16T14:41:41.418" v="2832" actId="478"/>
          <ac:spMkLst>
            <pc:docMk/>
            <pc:sldMk cId="2893877970" sldId="324"/>
            <ac:spMk id="3" creationId="{A1D9E07A-4A6C-AE12-D9BB-6D279DBD484D}"/>
          </ac:spMkLst>
        </pc:spChg>
        <pc:spChg chg="mod ord">
          <ac:chgData name="Isobel Davies" userId="2fdec792-a701-4543-8af7-0db402950b7b" providerId="ADAL" clId="{79D1B0A1-FFD2-47EC-94D2-CDAC83F37866}" dt="2024-10-16T14:39:28.722" v="2772" actId="700"/>
          <ac:spMkLst>
            <pc:docMk/>
            <pc:sldMk cId="2893877970" sldId="324"/>
            <ac:spMk id="9" creationId="{1BE221C9-BC7A-4AD6-92B3-28529B32A385}"/>
          </ac:spMkLst>
        </pc:spChg>
        <pc:spChg chg="del mod ord">
          <ac:chgData name="Isobel Davies" userId="2fdec792-a701-4543-8af7-0db402950b7b" providerId="ADAL" clId="{79D1B0A1-FFD2-47EC-94D2-CDAC83F37866}" dt="2024-10-16T14:41:56.192" v="2838" actId="478"/>
          <ac:spMkLst>
            <pc:docMk/>
            <pc:sldMk cId="2893877970" sldId="324"/>
            <ac:spMk id="10" creationId="{1141ED65-74A7-4D6F-9329-D401B5B4AE22}"/>
          </ac:spMkLst>
        </pc:spChg>
        <pc:spChg chg="mod ord">
          <ac:chgData name="Isobel Davies" userId="2fdec792-a701-4543-8af7-0db402950b7b" providerId="ADAL" clId="{79D1B0A1-FFD2-47EC-94D2-CDAC83F37866}" dt="2024-10-16T14:39:28.722" v="2772" actId="700"/>
          <ac:spMkLst>
            <pc:docMk/>
            <pc:sldMk cId="2893877970" sldId="324"/>
            <ac:spMk id="11" creationId="{ECD3EDE4-1234-45EF-AEA0-DB54058B9F64}"/>
          </ac:spMkLst>
        </pc:spChg>
        <pc:spChg chg="mod">
          <ac:chgData name="Isobel Davies" userId="2fdec792-a701-4543-8af7-0db402950b7b" providerId="ADAL" clId="{79D1B0A1-FFD2-47EC-94D2-CDAC83F37866}" dt="2024-10-16T14:41:47.409" v="2834" actId="1076"/>
          <ac:spMkLst>
            <pc:docMk/>
            <pc:sldMk cId="2893877970" sldId="324"/>
            <ac:spMk id="14" creationId="{CB1EBB7A-3A90-47BA-945F-571DD7AEA66E}"/>
          </ac:spMkLst>
        </pc:spChg>
        <pc:spChg chg="mod">
          <ac:chgData name="Isobel Davies" userId="2fdec792-a701-4543-8af7-0db402950b7b" providerId="ADAL" clId="{79D1B0A1-FFD2-47EC-94D2-CDAC83F37866}" dt="2024-10-16T14:41:44.657" v="2833" actId="1076"/>
          <ac:spMkLst>
            <pc:docMk/>
            <pc:sldMk cId="2893877970" sldId="324"/>
            <ac:spMk id="15" creationId="{37760B56-A58A-4035-9B0F-26F8D01A5792}"/>
          </ac:spMkLst>
        </pc:spChg>
        <pc:picChg chg="add mod">
          <ac:chgData name="Isobel Davies" userId="2fdec792-a701-4543-8af7-0db402950b7b" providerId="ADAL" clId="{79D1B0A1-FFD2-47EC-94D2-CDAC83F37866}" dt="2024-10-16T14:51:41.685" v="2866"/>
          <ac:picMkLst>
            <pc:docMk/>
            <pc:sldMk cId="2893877970" sldId="324"/>
            <ac:picMk id="4" creationId="{B0EA98D1-D3C6-9504-21F7-2E2324EB2319}"/>
          </ac:picMkLst>
        </pc:picChg>
        <pc:picChg chg="mod">
          <ac:chgData name="Isobel Davies" userId="2fdec792-a701-4543-8af7-0db402950b7b" providerId="ADAL" clId="{79D1B0A1-FFD2-47EC-94D2-CDAC83F37866}" dt="2024-10-16T14:41:53.660" v="2837" actId="1076"/>
          <ac:picMkLst>
            <pc:docMk/>
            <pc:sldMk cId="2893877970" sldId="324"/>
            <ac:picMk id="16" creationId="{521286BF-DBC6-47C8-BECD-AF14633D5E21}"/>
          </ac:picMkLst>
        </pc:picChg>
      </pc:sldChg>
      <pc:sldChg chg="addSp delSp modSp mod modClrScheme chgLayout">
        <pc:chgData name="Isobel Davies" userId="2fdec792-a701-4543-8af7-0db402950b7b" providerId="ADAL" clId="{79D1B0A1-FFD2-47EC-94D2-CDAC83F37866}" dt="2024-10-16T14:52:48.594" v="2878" actId="1076"/>
        <pc:sldMkLst>
          <pc:docMk/>
          <pc:sldMk cId="602731807" sldId="329"/>
        </pc:sldMkLst>
        <pc:spChg chg="mod ord">
          <ac:chgData name="Isobel Davies" userId="2fdec792-a701-4543-8af7-0db402950b7b" providerId="ADAL" clId="{79D1B0A1-FFD2-47EC-94D2-CDAC83F37866}" dt="2024-10-16T14:52:02.072" v="2867" actId="700"/>
          <ac:spMkLst>
            <pc:docMk/>
            <pc:sldMk cId="602731807" sldId="329"/>
            <ac:spMk id="2" creationId="{639B6821-116D-43A7-80D5-F1E4DA3E0519}"/>
          </ac:spMkLst>
        </pc:spChg>
        <pc:spChg chg="del mod ord">
          <ac:chgData name="Isobel Davies" userId="2fdec792-a701-4543-8af7-0db402950b7b" providerId="ADAL" clId="{79D1B0A1-FFD2-47EC-94D2-CDAC83F37866}" dt="2024-10-16T14:52:02.072" v="2867" actId="700"/>
          <ac:spMkLst>
            <pc:docMk/>
            <pc:sldMk cId="602731807" sldId="329"/>
            <ac:spMk id="3" creationId="{AA4B84EE-28A2-422C-B02A-F8273A4BBACF}"/>
          </ac:spMkLst>
        </pc:spChg>
        <pc:spChg chg="del mod ord">
          <ac:chgData name="Isobel Davies" userId="2fdec792-a701-4543-8af7-0db402950b7b" providerId="ADAL" clId="{79D1B0A1-FFD2-47EC-94D2-CDAC83F37866}" dt="2024-10-16T14:52:14.135" v="2870" actId="478"/>
          <ac:spMkLst>
            <pc:docMk/>
            <pc:sldMk cId="602731807" sldId="329"/>
            <ac:spMk id="4" creationId="{B7FB5791-97A7-435C-9C3E-724D8F97041E}"/>
          </ac:spMkLst>
        </pc:spChg>
        <pc:spChg chg="del mod ord">
          <ac:chgData name="Isobel Davies" userId="2fdec792-a701-4543-8af7-0db402950b7b" providerId="ADAL" clId="{79D1B0A1-FFD2-47EC-94D2-CDAC83F37866}" dt="2024-10-16T14:52:10.339" v="2869" actId="478"/>
          <ac:spMkLst>
            <pc:docMk/>
            <pc:sldMk cId="602731807" sldId="329"/>
            <ac:spMk id="5" creationId="{F28C35B6-12DD-480F-9C91-A94E869C9BEC}"/>
          </ac:spMkLst>
        </pc:spChg>
        <pc:spChg chg="mod ord">
          <ac:chgData name="Isobel Davies" userId="2fdec792-a701-4543-8af7-0db402950b7b" providerId="ADAL" clId="{79D1B0A1-FFD2-47EC-94D2-CDAC83F37866}" dt="2024-10-16T14:52:02.072" v="2867" actId="700"/>
          <ac:spMkLst>
            <pc:docMk/>
            <pc:sldMk cId="602731807" sldId="329"/>
            <ac:spMk id="6" creationId="{6986E389-A648-4E56-8699-5F3E81321146}"/>
          </ac:spMkLst>
        </pc:spChg>
        <pc:spChg chg="add del mod ord">
          <ac:chgData name="Isobel Davies" userId="2fdec792-a701-4543-8af7-0db402950b7b" providerId="ADAL" clId="{79D1B0A1-FFD2-47EC-94D2-CDAC83F37866}" dt="2024-10-16T14:52:07.737" v="2868" actId="478"/>
          <ac:spMkLst>
            <pc:docMk/>
            <pc:sldMk cId="602731807" sldId="329"/>
            <ac:spMk id="7" creationId="{0AD3EC12-CA51-7248-CCCB-9875FCE3D298}"/>
          </ac:spMkLst>
        </pc:spChg>
        <pc:spChg chg="add mod">
          <ac:chgData name="Isobel Davies" userId="2fdec792-a701-4543-8af7-0db402950b7b" providerId="ADAL" clId="{79D1B0A1-FFD2-47EC-94D2-CDAC83F37866}" dt="2024-10-16T14:52:48.594" v="2878" actId="1076"/>
          <ac:spMkLst>
            <pc:docMk/>
            <pc:sldMk cId="602731807" sldId="329"/>
            <ac:spMk id="9" creationId="{86F38AC3-0615-9BAD-BD61-60A42C226B30}"/>
          </ac:spMkLst>
        </pc:spChg>
      </pc:sldChg>
      <pc:sldChg chg="addSp delSp modSp mod modClrScheme chgLayout">
        <pc:chgData name="Isobel Davies" userId="2fdec792-a701-4543-8af7-0db402950b7b" providerId="ADAL" clId="{79D1B0A1-FFD2-47EC-94D2-CDAC83F37866}" dt="2024-10-16T14:52:55.830" v="2879"/>
        <pc:sldMkLst>
          <pc:docMk/>
          <pc:sldMk cId="676348776" sldId="330"/>
        </pc:sldMkLst>
        <pc:spChg chg="add del mod ord">
          <ac:chgData name="Isobel Davies" userId="2fdec792-a701-4543-8af7-0db402950b7b" providerId="ADAL" clId="{79D1B0A1-FFD2-47EC-94D2-CDAC83F37866}" dt="2024-10-16T14:52:21.121" v="2871" actId="478"/>
          <ac:spMkLst>
            <pc:docMk/>
            <pc:sldMk cId="676348776" sldId="330"/>
            <ac:spMk id="2" creationId="{1184248B-1122-D357-609A-CFA027EEE0FA}"/>
          </ac:spMkLst>
        </pc:spChg>
        <pc:spChg chg="add del mod ord">
          <ac:chgData name="Isobel Davies" userId="2fdec792-a701-4543-8af7-0db402950b7b" providerId="ADAL" clId="{79D1B0A1-FFD2-47EC-94D2-CDAC83F37866}" dt="2024-10-16T14:52:24.621" v="2872" actId="478"/>
          <ac:spMkLst>
            <pc:docMk/>
            <pc:sldMk cId="676348776" sldId="330"/>
            <ac:spMk id="3" creationId="{679328A2-1125-747D-2FDE-A8FE2D67F216}"/>
          </ac:spMkLst>
        </pc:spChg>
        <pc:spChg chg="add mod">
          <ac:chgData name="Isobel Davies" userId="2fdec792-a701-4543-8af7-0db402950b7b" providerId="ADAL" clId="{79D1B0A1-FFD2-47EC-94D2-CDAC83F37866}" dt="2024-10-16T14:52:55.830" v="2879"/>
          <ac:spMkLst>
            <pc:docMk/>
            <pc:sldMk cId="676348776" sldId="330"/>
            <ac:spMk id="4" creationId="{E50F9A60-B9ED-BA42-31B8-1F3B8FC39AF8}"/>
          </ac:spMkLst>
        </pc:spChg>
        <pc:spChg chg="mod ord">
          <ac:chgData name="Isobel Davies" userId="2fdec792-a701-4543-8af7-0db402950b7b" providerId="ADAL" clId="{79D1B0A1-FFD2-47EC-94D2-CDAC83F37866}" dt="2024-10-16T14:52:02.072" v="2867" actId="700"/>
          <ac:spMkLst>
            <pc:docMk/>
            <pc:sldMk cId="676348776" sldId="330"/>
            <ac:spMk id="11" creationId="{D78F376D-9FF8-4348-B552-A9D92C07A578}"/>
          </ac:spMkLst>
        </pc:spChg>
        <pc:spChg chg="mod ord">
          <ac:chgData name="Isobel Davies" userId="2fdec792-a701-4543-8af7-0db402950b7b" providerId="ADAL" clId="{79D1B0A1-FFD2-47EC-94D2-CDAC83F37866}" dt="2024-10-16T14:52:02.072" v="2867" actId="700"/>
          <ac:spMkLst>
            <pc:docMk/>
            <pc:sldMk cId="676348776" sldId="330"/>
            <ac:spMk id="12" creationId="{7DC18BEB-8E61-4ED9-8D23-EE6E6D42618E}"/>
          </ac:spMkLst>
        </pc:spChg>
        <pc:spChg chg="mod ord">
          <ac:chgData name="Isobel Davies" userId="2fdec792-a701-4543-8af7-0db402950b7b" providerId="ADAL" clId="{79D1B0A1-FFD2-47EC-94D2-CDAC83F37866}" dt="2024-10-16T14:52:02.072" v="2867" actId="700"/>
          <ac:spMkLst>
            <pc:docMk/>
            <pc:sldMk cId="676348776" sldId="330"/>
            <ac:spMk id="13" creationId="{C575BC9A-6573-4DE2-AB3D-B1D85C10B4B2}"/>
          </ac:spMkLst>
        </pc:spChg>
        <pc:spChg chg="mod">
          <ac:chgData name="Isobel Davies" userId="2fdec792-a701-4543-8af7-0db402950b7b" providerId="ADAL" clId="{79D1B0A1-FFD2-47EC-94D2-CDAC83F37866}" dt="2024-10-16T14:52:37.361" v="2875" actId="1076"/>
          <ac:spMkLst>
            <pc:docMk/>
            <pc:sldMk cId="676348776" sldId="330"/>
            <ac:spMk id="16" creationId="{811CF464-2A55-4B51-BC05-F46A9D7A159A}"/>
          </ac:spMkLst>
        </pc:spChg>
      </pc:sldChg>
      <pc:sldChg chg="addSp delSp modSp mod modClrScheme chgLayout">
        <pc:chgData name="Isobel Davies" userId="2fdec792-a701-4543-8af7-0db402950b7b" providerId="ADAL" clId="{79D1B0A1-FFD2-47EC-94D2-CDAC83F37866}" dt="2024-10-16T14:53:30.043" v="2888" actId="1076"/>
        <pc:sldMkLst>
          <pc:docMk/>
          <pc:sldMk cId="589006795" sldId="331"/>
        </pc:sldMkLst>
        <pc:spChg chg="del mod">
          <ac:chgData name="Isobel Davies" userId="2fdec792-a701-4543-8af7-0db402950b7b" providerId="ADAL" clId="{79D1B0A1-FFD2-47EC-94D2-CDAC83F37866}" dt="2024-10-16T14:53:15.183" v="2883" actId="478"/>
          <ac:spMkLst>
            <pc:docMk/>
            <pc:sldMk cId="589006795" sldId="331"/>
            <ac:spMk id="2" creationId="{F25CF7B3-2196-49F7-9C21-0C8846E3A9F4}"/>
          </ac:spMkLst>
        </pc:spChg>
        <pc:spChg chg="add mod ord">
          <ac:chgData name="Isobel Davies" userId="2fdec792-a701-4543-8af7-0db402950b7b" providerId="ADAL" clId="{79D1B0A1-FFD2-47EC-94D2-CDAC83F37866}" dt="2024-10-16T14:53:12.518" v="2882"/>
          <ac:spMkLst>
            <pc:docMk/>
            <pc:sldMk cId="589006795" sldId="331"/>
            <ac:spMk id="3" creationId="{6C545F8E-8763-49EA-E73C-BABAFFE09E62}"/>
          </ac:spMkLst>
        </pc:spChg>
        <pc:spChg chg="add del mod ord">
          <ac:chgData name="Isobel Davies" userId="2fdec792-a701-4543-8af7-0db402950b7b" providerId="ADAL" clId="{79D1B0A1-FFD2-47EC-94D2-CDAC83F37866}" dt="2024-10-16T14:53:18.702" v="2884" actId="478"/>
          <ac:spMkLst>
            <pc:docMk/>
            <pc:sldMk cId="589006795" sldId="331"/>
            <ac:spMk id="4" creationId="{1D0BB70F-210B-3000-3864-9416F57E29AB}"/>
          </ac:spMkLst>
        </pc:spChg>
        <pc:spChg chg="mod ord">
          <ac:chgData name="Isobel Davies" userId="2fdec792-a701-4543-8af7-0db402950b7b" providerId="ADAL" clId="{79D1B0A1-FFD2-47EC-94D2-CDAC83F37866}" dt="2024-10-16T14:52:02.072" v="2867" actId="700"/>
          <ac:spMkLst>
            <pc:docMk/>
            <pc:sldMk cId="589006795" sldId="331"/>
            <ac:spMk id="11" creationId="{D78F376D-9FF8-4348-B552-A9D92C07A578}"/>
          </ac:spMkLst>
        </pc:spChg>
        <pc:spChg chg="mod ord">
          <ac:chgData name="Isobel Davies" userId="2fdec792-a701-4543-8af7-0db402950b7b" providerId="ADAL" clId="{79D1B0A1-FFD2-47EC-94D2-CDAC83F37866}" dt="2024-10-16T14:52:02.072" v="2867" actId="700"/>
          <ac:spMkLst>
            <pc:docMk/>
            <pc:sldMk cId="589006795" sldId="331"/>
            <ac:spMk id="12" creationId="{7DC18BEB-8E61-4ED9-8D23-EE6E6D42618E}"/>
          </ac:spMkLst>
        </pc:spChg>
        <pc:spChg chg="mod ord">
          <ac:chgData name="Isobel Davies" userId="2fdec792-a701-4543-8af7-0db402950b7b" providerId="ADAL" clId="{79D1B0A1-FFD2-47EC-94D2-CDAC83F37866}" dt="2024-10-16T14:52:02.072" v="2867" actId="700"/>
          <ac:spMkLst>
            <pc:docMk/>
            <pc:sldMk cId="589006795" sldId="331"/>
            <ac:spMk id="13" creationId="{C575BC9A-6573-4DE2-AB3D-B1D85C10B4B2}"/>
          </ac:spMkLst>
        </pc:spChg>
        <pc:spChg chg="mod">
          <ac:chgData name="Isobel Davies" userId="2fdec792-a701-4543-8af7-0db402950b7b" providerId="ADAL" clId="{79D1B0A1-FFD2-47EC-94D2-CDAC83F37866}" dt="2024-10-16T14:53:21.509" v="2885" actId="1076"/>
          <ac:spMkLst>
            <pc:docMk/>
            <pc:sldMk cId="589006795" sldId="331"/>
            <ac:spMk id="16" creationId="{811CF464-2A55-4B51-BC05-F46A9D7A159A}"/>
          </ac:spMkLst>
        </pc:spChg>
        <pc:picChg chg="mod">
          <ac:chgData name="Isobel Davies" userId="2fdec792-a701-4543-8af7-0db402950b7b" providerId="ADAL" clId="{79D1B0A1-FFD2-47EC-94D2-CDAC83F37866}" dt="2024-10-16T14:53:30.043" v="2888" actId="1076"/>
          <ac:picMkLst>
            <pc:docMk/>
            <pc:sldMk cId="589006795" sldId="331"/>
            <ac:picMk id="14" creationId="{076D9027-18B0-4FE4-9180-ECA77706CB6D}"/>
          </ac:picMkLst>
        </pc:picChg>
      </pc:sldChg>
      <pc:sldChg chg="addSp delSp modSp add mod chgLayout">
        <pc:chgData name="Isobel Davies" userId="2fdec792-a701-4543-8af7-0db402950b7b" providerId="ADAL" clId="{79D1B0A1-FFD2-47EC-94D2-CDAC83F37866}" dt="2024-10-16T14:40:33.001" v="2786" actId="1076"/>
        <pc:sldMkLst>
          <pc:docMk/>
          <pc:sldMk cId="443709290" sldId="332"/>
        </pc:sldMkLst>
        <pc:spChg chg="mod ord">
          <ac:chgData name="Isobel Davies" userId="2fdec792-a701-4543-8af7-0db402950b7b" providerId="ADAL" clId="{79D1B0A1-FFD2-47EC-94D2-CDAC83F37866}" dt="2024-10-16T14:39:28.722" v="2772" actId="700"/>
          <ac:spMkLst>
            <pc:docMk/>
            <pc:sldMk cId="443709290" sldId="332"/>
            <ac:spMk id="2" creationId="{D3AB99DC-4C61-4C0A-82DF-A63718BADC7C}"/>
          </ac:spMkLst>
        </pc:spChg>
        <pc:spChg chg="del mod ord">
          <ac:chgData name="Isobel Davies" userId="2fdec792-a701-4543-8af7-0db402950b7b" providerId="ADAL" clId="{79D1B0A1-FFD2-47EC-94D2-CDAC83F37866}" dt="2024-10-16T14:40:27.989" v="2784" actId="478"/>
          <ac:spMkLst>
            <pc:docMk/>
            <pc:sldMk cId="443709290" sldId="332"/>
            <ac:spMk id="3" creationId="{94ED7791-0D4F-4B7F-A224-8B0871A3F75C}"/>
          </ac:spMkLst>
        </pc:spChg>
        <pc:spChg chg="del mod ord">
          <ac:chgData name="Isobel Davies" userId="2fdec792-a701-4543-8af7-0db402950b7b" providerId="ADAL" clId="{79D1B0A1-FFD2-47EC-94D2-CDAC83F37866}" dt="2024-10-16T14:40:24.712" v="2783" actId="478"/>
          <ac:spMkLst>
            <pc:docMk/>
            <pc:sldMk cId="443709290" sldId="332"/>
            <ac:spMk id="4" creationId="{6C1DF1A4-D0B8-4FA9-8A63-1558EDB8F71F}"/>
          </ac:spMkLst>
        </pc:spChg>
        <pc:spChg chg="mod ord">
          <ac:chgData name="Isobel Davies" userId="2fdec792-a701-4543-8af7-0db402950b7b" providerId="ADAL" clId="{79D1B0A1-FFD2-47EC-94D2-CDAC83F37866}" dt="2024-10-16T14:39:28.722" v="2772" actId="700"/>
          <ac:spMkLst>
            <pc:docMk/>
            <pc:sldMk cId="443709290" sldId="332"/>
            <ac:spMk id="5" creationId="{DA9F5D22-141C-4A9B-8F71-31496057D477}"/>
          </ac:spMkLst>
        </pc:spChg>
        <pc:spChg chg="add del mod">
          <ac:chgData name="Isobel Davies" userId="2fdec792-a701-4543-8af7-0db402950b7b" providerId="ADAL" clId="{79D1B0A1-FFD2-47EC-94D2-CDAC83F37866}" dt="2024-10-16T14:40:13.491" v="2782" actId="478"/>
          <ac:spMkLst>
            <pc:docMk/>
            <pc:sldMk cId="443709290" sldId="332"/>
            <ac:spMk id="7" creationId="{45479DED-A24F-D047-065B-39C3852D2FA2}"/>
          </ac:spMkLst>
        </pc:spChg>
        <pc:picChg chg="add mod">
          <ac:chgData name="Isobel Davies" userId="2fdec792-a701-4543-8af7-0db402950b7b" providerId="ADAL" clId="{79D1B0A1-FFD2-47EC-94D2-CDAC83F37866}" dt="2024-10-16T14:40:33.001" v="2786" actId="1076"/>
          <ac:picMkLst>
            <pc:docMk/>
            <pc:sldMk cId="443709290" sldId="332"/>
            <ac:picMk id="8" creationId="{718C561F-42B2-FAFA-4A35-FA3F1E3D014C}"/>
          </ac:picMkLst>
        </pc:picChg>
        <pc:picChg chg="del mod ord">
          <ac:chgData name="Isobel Davies" userId="2fdec792-a701-4543-8af7-0db402950b7b" providerId="ADAL" clId="{79D1B0A1-FFD2-47EC-94D2-CDAC83F37866}" dt="2024-10-16T14:40:08.622" v="2781" actId="478"/>
          <ac:picMkLst>
            <pc:docMk/>
            <pc:sldMk cId="443709290" sldId="332"/>
            <ac:picMk id="10" creationId="{44C3B2E3-D23C-4ED5-A88A-5B7F8E282506}"/>
          </ac:picMkLst>
        </pc:picChg>
      </pc:sldChg>
      <pc:sldChg chg="addSp delSp modSp del mod modClrScheme chgLayout">
        <pc:chgData name="Isobel Davies" userId="2fdec792-a701-4543-8af7-0db402950b7b" providerId="ADAL" clId="{79D1B0A1-FFD2-47EC-94D2-CDAC83F37866}" dt="2024-10-16T14:53:41.896" v="2889" actId="47"/>
        <pc:sldMkLst>
          <pc:docMk/>
          <pc:sldMk cId="1556396222" sldId="333"/>
        </pc:sldMkLst>
        <pc:spChg chg="mod ord">
          <ac:chgData name="Isobel Davies" userId="2fdec792-a701-4543-8af7-0db402950b7b" providerId="ADAL" clId="{79D1B0A1-FFD2-47EC-94D2-CDAC83F37866}" dt="2024-10-16T14:52:02.072" v="2867" actId="700"/>
          <ac:spMkLst>
            <pc:docMk/>
            <pc:sldMk cId="1556396222" sldId="333"/>
            <ac:spMk id="2" creationId="{12726BA8-7374-43A9-98AC-4BF9AD650531}"/>
          </ac:spMkLst>
        </pc:spChg>
        <pc:spChg chg="del mod ord">
          <ac:chgData name="Isobel Davies" userId="2fdec792-a701-4543-8af7-0db402950b7b" providerId="ADAL" clId="{79D1B0A1-FFD2-47EC-94D2-CDAC83F37866}" dt="2024-10-16T14:52:02.072" v="2867" actId="700"/>
          <ac:spMkLst>
            <pc:docMk/>
            <pc:sldMk cId="1556396222" sldId="333"/>
            <ac:spMk id="3" creationId="{18C115C6-EDAC-4E0F-BB27-0BD1E171E37B}"/>
          </ac:spMkLst>
        </pc:spChg>
        <pc:spChg chg="mod ord">
          <ac:chgData name="Isobel Davies" userId="2fdec792-a701-4543-8af7-0db402950b7b" providerId="ADAL" clId="{79D1B0A1-FFD2-47EC-94D2-CDAC83F37866}" dt="2024-10-16T14:52:02.072" v="2867" actId="700"/>
          <ac:spMkLst>
            <pc:docMk/>
            <pc:sldMk cId="1556396222" sldId="333"/>
            <ac:spMk id="4" creationId="{BA88C8C1-37FE-4EDC-91DD-AE2914181BF1}"/>
          </ac:spMkLst>
        </pc:spChg>
        <pc:spChg chg="mod ord">
          <ac:chgData name="Isobel Davies" userId="2fdec792-a701-4543-8af7-0db402950b7b" providerId="ADAL" clId="{79D1B0A1-FFD2-47EC-94D2-CDAC83F37866}" dt="2024-10-16T14:52:02.072" v="2867" actId="700"/>
          <ac:spMkLst>
            <pc:docMk/>
            <pc:sldMk cId="1556396222" sldId="333"/>
            <ac:spMk id="5" creationId="{510A2AC8-0965-4F3D-9EEC-5F9EE20B4003}"/>
          </ac:spMkLst>
        </pc:spChg>
        <pc:spChg chg="mod ord">
          <ac:chgData name="Isobel Davies" userId="2fdec792-a701-4543-8af7-0db402950b7b" providerId="ADAL" clId="{79D1B0A1-FFD2-47EC-94D2-CDAC83F37866}" dt="2024-10-16T14:52:02.072" v="2867" actId="700"/>
          <ac:spMkLst>
            <pc:docMk/>
            <pc:sldMk cId="1556396222" sldId="333"/>
            <ac:spMk id="6" creationId="{76505116-A1CC-4816-9FCC-DF1F1A56532A}"/>
          </ac:spMkLst>
        </pc:spChg>
        <pc:spChg chg="add mod ord">
          <ac:chgData name="Isobel Davies" userId="2fdec792-a701-4543-8af7-0db402950b7b" providerId="ADAL" clId="{79D1B0A1-FFD2-47EC-94D2-CDAC83F37866}" dt="2024-10-16T14:52:02.072" v="2867" actId="700"/>
          <ac:spMkLst>
            <pc:docMk/>
            <pc:sldMk cId="1556396222" sldId="333"/>
            <ac:spMk id="7" creationId="{EFBBCCD1-1AD1-BEDC-85CD-3EE9783364BE}"/>
          </ac:spMkLst>
        </pc:spChg>
      </pc:sldChg>
      <pc:sldChg chg="addSp delSp modSp mod chgLayout">
        <pc:chgData name="Isobel Davies" userId="2fdec792-a701-4543-8af7-0db402950b7b" providerId="ADAL" clId="{79D1B0A1-FFD2-47EC-94D2-CDAC83F37866}" dt="2024-10-16T14:54:29.135" v="2902" actId="1076"/>
        <pc:sldMkLst>
          <pc:docMk/>
          <pc:sldMk cId="53807518" sldId="334"/>
        </pc:sldMkLst>
        <pc:spChg chg="add del mod ord">
          <ac:chgData name="Isobel Davies" userId="2fdec792-a701-4543-8af7-0db402950b7b" providerId="ADAL" clId="{79D1B0A1-FFD2-47EC-94D2-CDAC83F37866}" dt="2024-10-16T14:53:45.104" v="2890"/>
          <ac:spMkLst>
            <pc:docMk/>
            <pc:sldMk cId="53807518" sldId="334"/>
            <ac:spMk id="2" creationId="{99BC5D01-9244-6E96-2387-090B4A2D21D4}"/>
          </ac:spMkLst>
        </pc:spChg>
        <pc:spChg chg="add del mod ord">
          <ac:chgData name="Isobel Davies" userId="2fdec792-a701-4543-8af7-0db402950b7b" providerId="ADAL" clId="{79D1B0A1-FFD2-47EC-94D2-CDAC83F37866}" dt="2024-10-16T14:53:54.992" v="2892" actId="478"/>
          <ac:spMkLst>
            <pc:docMk/>
            <pc:sldMk cId="53807518" sldId="334"/>
            <ac:spMk id="3" creationId="{7FB86867-FE03-4799-A241-4F52C6D5DE96}"/>
          </ac:spMkLst>
        </pc:spChg>
        <pc:spChg chg="add mod">
          <ac:chgData name="Isobel Davies" userId="2fdec792-a701-4543-8af7-0db402950b7b" providerId="ADAL" clId="{79D1B0A1-FFD2-47EC-94D2-CDAC83F37866}" dt="2024-10-16T14:53:50.196" v="2891" actId="1076"/>
          <ac:spMkLst>
            <pc:docMk/>
            <pc:sldMk cId="53807518" sldId="334"/>
            <ac:spMk id="4" creationId="{546D8BC0-F2F7-5B4B-9F6B-D39E2B5D4B65}"/>
          </ac:spMkLst>
        </pc:spChg>
        <pc:spChg chg="del mod ord">
          <ac:chgData name="Isobel Davies" userId="2fdec792-a701-4543-8af7-0db402950b7b" providerId="ADAL" clId="{79D1B0A1-FFD2-47EC-94D2-CDAC83F37866}" dt="2024-10-16T14:54:11.697" v="2895" actId="478"/>
          <ac:spMkLst>
            <pc:docMk/>
            <pc:sldMk cId="53807518" sldId="334"/>
            <ac:spMk id="9" creationId="{F6ECCF46-0422-400D-AF16-82620F1F27BD}"/>
          </ac:spMkLst>
        </pc:spChg>
        <pc:spChg chg="del mod ord">
          <ac:chgData name="Isobel Davies" userId="2fdec792-a701-4543-8af7-0db402950b7b" providerId="ADAL" clId="{79D1B0A1-FFD2-47EC-94D2-CDAC83F37866}" dt="2024-10-16T14:54:09.037" v="2894" actId="478"/>
          <ac:spMkLst>
            <pc:docMk/>
            <pc:sldMk cId="53807518" sldId="334"/>
            <ac:spMk id="10" creationId="{E24AFB56-5DD2-41D3-A173-37086C04AA4A}"/>
          </ac:spMkLst>
        </pc:spChg>
        <pc:spChg chg="mod ord">
          <ac:chgData name="Isobel Davies" userId="2fdec792-a701-4543-8af7-0db402950b7b" providerId="ADAL" clId="{79D1B0A1-FFD2-47EC-94D2-CDAC83F37866}" dt="2024-10-16T14:52:02.072" v="2867" actId="700"/>
          <ac:spMkLst>
            <pc:docMk/>
            <pc:sldMk cId="53807518" sldId="334"/>
            <ac:spMk id="11" creationId="{6BA0DAAD-1E44-4DBF-A2D5-E144E1FE4223}"/>
          </ac:spMkLst>
        </pc:spChg>
        <pc:picChg chg="mod">
          <ac:chgData name="Isobel Davies" userId="2fdec792-a701-4543-8af7-0db402950b7b" providerId="ADAL" clId="{79D1B0A1-FFD2-47EC-94D2-CDAC83F37866}" dt="2024-10-16T14:54:26.682" v="2901" actId="1076"/>
          <ac:picMkLst>
            <pc:docMk/>
            <pc:sldMk cId="53807518" sldId="334"/>
            <ac:picMk id="12" creationId="{2D8DEA71-97C4-4424-8A32-D4BD48C2360F}"/>
          </ac:picMkLst>
        </pc:picChg>
        <pc:picChg chg="mod">
          <ac:chgData name="Isobel Davies" userId="2fdec792-a701-4543-8af7-0db402950b7b" providerId="ADAL" clId="{79D1B0A1-FFD2-47EC-94D2-CDAC83F37866}" dt="2024-10-16T14:54:29.135" v="2902" actId="1076"/>
          <ac:picMkLst>
            <pc:docMk/>
            <pc:sldMk cId="53807518" sldId="334"/>
            <ac:picMk id="13" creationId="{B901A139-D4ED-46F4-8DD7-453BFFC1C00A}"/>
          </ac:picMkLst>
        </pc:picChg>
      </pc:sldChg>
      <pc:sldChg chg="addSp delSp modSp new mod">
        <pc:chgData name="Isobel Davies" userId="2fdec792-a701-4543-8af7-0db402950b7b" providerId="ADAL" clId="{79D1B0A1-FFD2-47EC-94D2-CDAC83F37866}" dt="2024-10-16T15:09:59.396" v="2931" actId="20577"/>
        <pc:sldMkLst>
          <pc:docMk/>
          <pc:sldMk cId="2894906757" sldId="335"/>
        </pc:sldMkLst>
        <pc:spChg chg="mod">
          <ac:chgData name="Isobel Davies" userId="2fdec792-a701-4543-8af7-0db402950b7b" providerId="ADAL" clId="{79D1B0A1-FFD2-47EC-94D2-CDAC83F37866}" dt="2024-10-16T15:09:59.396" v="2931" actId="20577"/>
          <ac:spMkLst>
            <pc:docMk/>
            <pc:sldMk cId="2894906757" sldId="335"/>
            <ac:spMk id="2" creationId="{8781127A-BA32-811F-CA6A-DBB9A179FE6D}"/>
          </ac:spMkLst>
        </pc:spChg>
        <pc:spChg chg="del">
          <ac:chgData name="Isobel Davies" userId="2fdec792-a701-4543-8af7-0db402950b7b" providerId="ADAL" clId="{79D1B0A1-FFD2-47EC-94D2-CDAC83F37866}" dt="2024-10-16T15:09:13.917" v="2904"/>
          <ac:spMkLst>
            <pc:docMk/>
            <pc:sldMk cId="2894906757" sldId="335"/>
            <ac:spMk id="3" creationId="{0432678C-529D-2F98-7161-48A7DB20A406}"/>
          </ac:spMkLst>
        </pc:spChg>
        <pc:graphicFrameChg chg="add mod">
          <ac:chgData name="Isobel Davies" userId="2fdec792-a701-4543-8af7-0db402950b7b" providerId="ADAL" clId="{79D1B0A1-FFD2-47EC-94D2-CDAC83F37866}" dt="2024-10-16T15:09:45.365" v="2907" actId="14100"/>
          <ac:graphicFrameMkLst>
            <pc:docMk/>
            <pc:sldMk cId="2894906757" sldId="335"/>
            <ac:graphicFrameMk id="4" creationId="{AA2BFA00-7B82-B15F-9EE2-9F606D2EF453}"/>
          </ac:graphicFrameMkLst>
        </pc:graphicFrameChg>
      </pc:sldChg>
      <pc:sldChg chg="addSp delSp modSp new mod">
        <pc:chgData name="Isobel Davies" userId="2fdec792-a701-4543-8af7-0db402950b7b" providerId="ADAL" clId="{79D1B0A1-FFD2-47EC-94D2-CDAC83F37866}" dt="2024-10-16T15:11:00.073" v="2966" actId="1076"/>
        <pc:sldMkLst>
          <pc:docMk/>
          <pc:sldMk cId="4282111071" sldId="336"/>
        </pc:sldMkLst>
        <pc:spChg chg="mod">
          <ac:chgData name="Isobel Davies" userId="2fdec792-a701-4543-8af7-0db402950b7b" providerId="ADAL" clId="{79D1B0A1-FFD2-47EC-94D2-CDAC83F37866}" dt="2024-10-16T15:10:21.352" v="2961" actId="20577"/>
          <ac:spMkLst>
            <pc:docMk/>
            <pc:sldMk cId="4282111071" sldId="336"/>
            <ac:spMk id="2" creationId="{796F6713-33B3-8E66-85C5-4F11DBC9AA3D}"/>
          </ac:spMkLst>
        </pc:spChg>
        <pc:spChg chg="del">
          <ac:chgData name="Isobel Davies" userId="2fdec792-a701-4543-8af7-0db402950b7b" providerId="ADAL" clId="{79D1B0A1-FFD2-47EC-94D2-CDAC83F37866}" dt="2024-10-16T15:10:14.678" v="2948" actId="478"/>
          <ac:spMkLst>
            <pc:docMk/>
            <pc:sldMk cId="4282111071" sldId="336"/>
            <ac:spMk id="3" creationId="{B0BFB327-8985-9EF6-5EB3-1A73A47B32DA}"/>
          </ac:spMkLst>
        </pc:spChg>
        <pc:picChg chg="add">
          <ac:chgData name="Isobel Davies" userId="2fdec792-a701-4543-8af7-0db402950b7b" providerId="ADAL" clId="{79D1B0A1-FFD2-47EC-94D2-CDAC83F37866}" dt="2024-10-16T15:10:48.750" v="2962"/>
          <ac:picMkLst>
            <pc:docMk/>
            <pc:sldMk cId="4282111071" sldId="336"/>
            <ac:picMk id="4" creationId="{E464665D-8754-A21D-B4B1-26E77C9D0D2D}"/>
          </ac:picMkLst>
        </pc:picChg>
        <pc:picChg chg="add mod">
          <ac:chgData name="Isobel Davies" userId="2fdec792-a701-4543-8af7-0db402950b7b" providerId="ADAL" clId="{79D1B0A1-FFD2-47EC-94D2-CDAC83F37866}" dt="2024-10-16T15:11:00.073" v="2966" actId="1076"/>
          <ac:picMkLst>
            <pc:docMk/>
            <pc:sldMk cId="4282111071" sldId="336"/>
            <ac:picMk id="5122" creationId="{3391E5BC-AF27-6EA9-1F53-AF7C54609BF1}"/>
          </ac:picMkLst>
        </pc:picChg>
      </pc:sldChg>
      <pc:sldChg chg="addSp modSp new mod">
        <pc:chgData name="Isobel Davies" userId="2fdec792-a701-4543-8af7-0db402950b7b" providerId="ADAL" clId="{79D1B0A1-FFD2-47EC-94D2-CDAC83F37866}" dt="2024-10-16T15:25:41.771" v="3547" actId="20577"/>
        <pc:sldMkLst>
          <pc:docMk/>
          <pc:sldMk cId="995336772" sldId="337"/>
        </pc:sldMkLst>
        <pc:spChg chg="mod">
          <ac:chgData name="Isobel Davies" userId="2fdec792-a701-4543-8af7-0db402950b7b" providerId="ADAL" clId="{79D1B0A1-FFD2-47EC-94D2-CDAC83F37866}" dt="2024-10-16T15:16:53.054" v="2995" actId="20577"/>
          <ac:spMkLst>
            <pc:docMk/>
            <pc:sldMk cId="995336772" sldId="337"/>
            <ac:spMk id="2" creationId="{33070883-91CE-6641-AE72-52D122622DEB}"/>
          </ac:spMkLst>
        </pc:spChg>
        <pc:spChg chg="mod">
          <ac:chgData name="Isobel Davies" userId="2fdec792-a701-4543-8af7-0db402950b7b" providerId="ADAL" clId="{79D1B0A1-FFD2-47EC-94D2-CDAC83F37866}" dt="2024-10-16T15:25:41.771" v="3547" actId="20577"/>
          <ac:spMkLst>
            <pc:docMk/>
            <pc:sldMk cId="995336772" sldId="337"/>
            <ac:spMk id="3" creationId="{E387A414-7957-A0FD-4B9A-E5FB79B18BEC}"/>
          </ac:spMkLst>
        </pc:spChg>
        <pc:picChg chg="add mod">
          <ac:chgData name="Isobel Davies" userId="2fdec792-a701-4543-8af7-0db402950b7b" providerId="ADAL" clId="{79D1B0A1-FFD2-47EC-94D2-CDAC83F37866}" dt="2024-10-16T15:21:10.002" v="3256" actId="14100"/>
          <ac:picMkLst>
            <pc:docMk/>
            <pc:sldMk cId="995336772" sldId="337"/>
            <ac:picMk id="6146" creationId="{3732EC9C-21FE-7EF6-CAD2-A43893E37E4A}"/>
          </ac:picMkLst>
        </pc:picChg>
      </pc:sldChg>
      <pc:sldChg chg="addSp modSp new mod">
        <pc:chgData name="Isobel Davies" userId="2fdec792-a701-4543-8af7-0db402950b7b" providerId="ADAL" clId="{79D1B0A1-FFD2-47EC-94D2-CDAC83F37866}" dt="2024-10-16T15:28:41.754" v="3704" actId="1076"/>
        <pc:sldMkLst>
          <pc:docMk/>
          <pc:sldMk cId="4176929303" sldId="338"/>
        </pc:sldMkLst>
        <pc:spChg chg="mod">
          <ac:chgData name="Isobel Davies" userId="2fdec792-a701-4543-8af7-0db402950b7b" providerId="ADAL" clId="{79D1B0A1-FFD2-47EC-94D2-CDAC83F37866}" dt="2024-10-16T15:21:53.899" v="3313" actId="14100"/>
          <ac:spMkLst>
            <pc:docMk/>
            <pc:sldMk cId="4176929303" sldId="338"/>
            <ac:spMk id="2" creationId="{3EC17F33-8FDE-AE2F-7272-B7138710FE01}"/>
          </ac:spMkLst>
        </pc:spChg>
        <pc:spChg chg="mod">
          <ac:chgData name="Isobel Davies" userId="2fdec792-a701-4543-8af7-0db402950b7b" providerId="ADAL" clId="{79D1B0A1-FFD2-47EC-94D2-CDAC83F37866}" dt="2024-10-16T15:27:39.654" v="3700" actId="27636"/>
          <ac:spMkLst>
            <pc:docMk/>
            <pc:sldMk cId="4176929303" sldId="338"/>
            <ac:spMk id="3" creationId="{2BC881F7-6A97-5E7F-6763-B76FBFAECADB}"/>
          </ac:spMkLst>
        </pc:spChg>
        <pc:picChg chg="add mod">
          <ac:chgData name="Isobel Davies" userId="2fdec792-a701-4543-8af7-0db402950b7b" providerId="ADAL" clId="{79D1B0A1-FFD2-47EC-94D2-CDAC83F37866}" dt="2024-10-16T15:28:41.754" v="3704" actId="1076"/>
          <ac:picMkLst>
            <pc:docMk/>
            <pc:sldMk cId="4176929303" sldId="338"/>
            <ac:picMk id="4" creationId="{A19CFECC-A60D-63D5-0723-8060B22BFE30}"/>
          </ac:picMkLst>
        </pc:picChg>
      </pc:sldChg>
      <pc:sldChg chg="addSp delSp modSp new mod modClrScheme chgLayout">
        <pc:chgData name="Isobel Davies" userId="2fdec792-a701-4543-8af7-0db402950b7b" providerId="ADAL" clId="{79D1B0A1-FFD2-47EC-94D2-CDAC83F37866}" dt="2024-10-16T15:40:05.438" v="4258" actId="20577"/>
        <pc:sldMkLst>
          <pc:docMk/>
          <pc:sldMk cId="662438051" sldId="339"/>
        </pc:sldMkLst>
        <pc:spChg chg="del mod ord">
          <ac:chgData name="Isobel Davies" userId="2fdec792-a701-4543-8af7-0db402950b7b" providerId="ADAL" clId="{79D1B0A1-FFD2-47EC-94D2-CDAC83F37866}" dt="2024-10-16T15:36:00.630" v="4183" actId="478"/>
          <ac:spMkLst>
            <pc:docMk/>
            <pc:sldMk cId="662438051" sldId="339"/>
            <ac:spMk id="2" creationId="{97DBC596-63A0-8A9E-4A98-D1AFD0AAC31B}"/>
          </ac:spMkLst>
        </pc:spChg>
        <pc:spChg chg="del">
          <ac:chgData name="Isobel Davies" userId="2fdec792-a701-4543-8af7-0db402950b7b" providerId="ADAL" clId="{79D1B0A1-FFD2-47EC-94D2-CDAC83F37866}" dt="2024-10-16T15:30:05.335" v="3739" actId="478"/>
          <ac:spMkLst>
            <pc:docMk/>
            <pc:sldMk cId="662438051" sldId="339"/>
            <ac:spMk id="3" creationId="{E118DC0C-E171-A733-2F82-9218B3D66708}"/>
          </ac:spMkLst>
        </pc:spChg>
        <pc:spChg chg="add del mod ord">
          <ac:chgData name="Isobel Davies" userId="2fdec792-a701-4543-8af7-0db402950b7b" providerId="ADAL" clId="{79D1B0A1-FFD2-47EC-94D2-CDAC83F37866}" dt="2024-10-16T15:36:05.392" v="4185" actId="478"/>
          <ac:spMkLst>
            <pc:docMk/>
            <pc:sldMk cId="662438051" sldId="339"/>
            <ac:spMk id="5" creationId="{60733C2A-D012-275E-FBFD-6694A8B43DE7}"/>
          </ac:spMkLst>
        </pc:spChg>
        <pc:spChg chg="add del mod">
          <ac:chgData name="Isobel Davies" userId="2fdec792-a701-4543-8af7-0db402950b7b" providerId="ADAL" clId="{79D1B0A1-FFD2-47EC-94D2-CDAC83F37866}" dt="2024-10-16T15:36:03.640" v="4184" actId="478"/>
          <ac:spMkLst>
            <pc:docMk/>
            <pc:sldMk cId="662438051" sldId="339"/>
            <ac:spMk id="7" creationId="{0BE4C81C-06CE-B645-E839-699DAB4631AE}"/>
          </ac:spMkLst>
        </pc:spChg>
        <pc:spChg chg="add mod">
          <ac:chgData name="Isobel Davies" userId="2fdec792-a701-4543-8af7-0db402950b7b" providerId="ADAL" clId="{79D1B0A1-FFD2-47EC-94D2-CDAC83F37866}" dt="2024-10-16T15:40:05.438" v="4258" actId="20577"/>
          <ac:spMkLst>
            <pc:docMk/>
            <pc:sldMk cId="662438051" sldId="339"/>
            <ac:spMk id="8" creationId="{544561C9-97D7-BFBE-043A-BD9E793AD69A}"/>
          </ac:spMkLst>
        </pc:spChg>
        <pc:graphicFrameChg chg="add mod modGraphic">
          <ac:chgData name="Isobel Davies" userId="2fdec792-a701-4543-8af7-0db402950b7b" providerId="ADAL" clId="{79D1B0A1-FFD2-47EC-94D2-CDAC83F37866}" dt="2024-10-16T15:38:56.941" v="4205" actId="14100"/>
          <ac:graphicFrameMkLst>
            <pc:docMk/>
            <pc:sldMk cId="662438051" sldId="339"/>
            <ac:graphicFrameMk id="4" creationId="{DC6B2E47-3A4C-6280-186E-47795DD17A23}"/>
          </ac:graphicFrameMkLst>
        </pc:graphicFrameChg>
      </pc:sldChg>
      <pc:sldChg chg="modSp add mod">
        <pc:chgData name="Isobel Davies" userId="2fdec792-a701-4543-8af7-0db402950b7b" providerId="ADAL" clId="{79D1B0A1-FFD2-47EC-94D2-CDAC83F37866}" dt="2024-10-16T15:45:18.111" v="4482" actId="20577"/>
        <pc:sldMkLst>
          <pc:docMk/>
          <pc:sldMk cId="1516542771" sldId="340"/>
        </pc:sldMkLst>
        <pc:spChg chg="mod">
          <ac:chgData name="Isobel Davies" userId="2fdec792-a701-4543-8af7-0db402950b7b" providerId="ADAL" clId="{79D1B0A1-FFD2-47EC-94D2-CDAC83F37866}" dt="2024-10-16T15:40:23.148" v="4273" actId="20577"/>
          <ac:spMkLst>
            <pc:docMk/>
            <pc:sldMk cId="1516542771" sldId="340"/>
            <ac:spMk id="8" creationId="{544561C9-97D7-BFBE-043A-BD9E793AD69A}"/>
          </ac:spMkLst>
        </pc:spChg>
        <pc:graphicFrameChg chg="mod modGraphic">
          <ac:chgData name="Isobel Davies" userId="2fdec792-a701-4543-8af7-0db402950b7b" providerId="ADAL" clId="{79D1B0A1-FFD2-47EC-94D2-CDAC83F37866}" dt="2024-10-16T15:45:18.111" v="4482" actId="20577"/>
          <ac:graphicFrameMkLst>
            <pc:docMk/>
            <pc:sldMk cId="1516542771" sldId="340"/>
            <ac:graphicFrameMk id="4" creationId="{DC6B2E47-3A4C-6280-186E-47795DD17A23}"/>
          </ac:graphicFrameMkLst>
        </pc:graphicFrameChg>
      </pc:sldChg>
      <pc:sldChg chg="add del">
        <pc:chgData name="Isobel Davies" userId="2fdec792-a701-4543-8af7-0db402950b7b" providerId="ADAL" clId="{79D1B0A1-FFD2-47EC-94D2-CDAC83F37866}" dt="2024-10-16T15:40:11.273" v="4259" actId="47"/>
        <pc:sldMkLst>
          <pc:docMk/>
          <pc:sldMk cId="3742130090" sldId="340"/>
        </pc:sldMkLst>
      </pc:sldChg>
      <pc:sldChg chg="addSp delSp modSp new mod modClrScheme chgLayout">
        <pc:chgData name="Isobel Davies" userId="2fdec792-a701-4543-8af7-0db402950b7b" providerId="ADAL" clId="{79D1B0A1-FFD2-47EC-94D2-CDAC83F37866}" dt="2024-10-20T16:55:39.292" v="4665" actId="20577"/>
        <pc:sldMkLst>
          <pc:docMk/>
          <pc:sldMk cId="1120516089" sldId="341"/>
        </pc:sldMkLst>
        <pc:spChg chg="del mod ord">
          <ac:chgData name="Isobel Davies" userId="2fdec792-a701-4543-8af7-0db402950b7b" providerId="ADAL" clId="{79D1B0A1-FFD2-47EC-94D2-CDAC83F37866}" dt="2024-10-16T15:52:18.659" v="4484" actId="700"/>
          <ac:spMkLst>
            <pc:docMk/>
            <pc:sldMk cId="1120516089" sldId="341"/>
            <ac:spMk id="2" creationId="{FA91FE6A-8D03-5E79-4207-13FE89B8E9A4}"/>
          </ac:spMkLst>
        </pc:spChg>
        <pc:spChg chg="del mod ord">
          <ac:chgData name="Isobel Davies" userId="2fdec792-a701-4543-8af7-0db402950b7b" providerId="ADAL" clId="{79D1B0A1-FFD2-47EC-94D2-CDAC83F37866}" dt="2024-10-16T15:52:18.659" v="4484" actId="700"/>
          <ac:spMkLst>
            <pc:docMk/>
            <pc:sldMk cId="1120516089" sldId="341"/>
            <ac:spMk id="3" creationId="{5A96A99C-1178-29BA-7DB4-CD6C4DF71397}"/>
          </ac:spMkLst>
        </pc:spChg>
        <pc:spChg chg="add mod ord">
          <ac:chgData name="Isobel Davies" userId="2fdec792-a701-4543-8af7-0db402950b7b" providerId="ADAL" clId="{79D1B0A1-FFD2-47EC-94D2-CDAC83F37866}" dt="2024-10-16T15:52:46.156" v="4564" actId="20577"/>
          <ac:spMkLst>
            <pc:docMk/>
            <pc:sldMk cId="1120516089" sldId="341"/>
            <ac:spMk id="4" creationId="{73BE4512-C87D-6EFA-C753-D4C3ED8287F0}"/>
          </ac:spMkLst>
        </pc:spChg>
        <pc:spChg chg="add mod ord">
          <ac:chgData name="Isobel Davies" userId="2fdec792-a701-4543-8af7-0db402950b7b" providerId="ADAL" clId="{79D1B0A1-FFD2-47EC-94D2-CDAC83F37866}" dt="2024-10-20T16:55:39.292" v="4665" actId="20577"/>
          <ac:spMkLst>
            <pc:docMk/>
            <pc:sldMk cId="1120516089" sldId="341"/>
            <ac:spMk id="5" creationId="{5BC379E2-890B-FB16-D52C-7064C0C86BE9}"/>
          </ac:spMkLst>
        </pc:spChg>
      </pc:sldChg>
      <pc:sldChg chg="modSp new mod">
        <pc:chgData name="Isobel Davies" userId="2fdec792-a701-4543-8af7-0db402950b7b" providerId="ADAL" clId="{79D1B0A1-FFD2-47EC-94D2-CDAC83F37866}" dt="2024-10-20T16:59:01.813" v="4973" actId="20577"/>
        <pc:sldMkLst>
          <pc:docMk/>
          <pc:sldMk cId="1795806160" sldId="342"/>
        </pc:sldMkLst>
        <pc:spChg chg="mod">
          <ac:chgData name="Isobel Davies" userId="2fdec792-a701-4543-8af7-0db402950b7b" providerId="ADAL" clId="{79D1B0A1-FFD2-47EC-94D2-CDAC83F37866}" dt="2024-10-20T16:57:19.852" v="4693" actId="20577"/>
          <ac:spMkLst>
            <pc:docMk/>
            <pc:sldMk cId="1795806160" sldId="342"/>
            <ac:spMk id="2" creationId="{AF84ECC6-02F3-9DD4-079A-30185ADC3ADB}"/>
          </ac:spMkLst>
        </pc:spChg>
        <pc:spChg chg="mod">
          <ac:chgData name="Isobel Davies" userId="2fdec792-a701-4543-8af7-0db402950b7b" providerId="ADAL" clId="{79D1B0A1-FFD2-47EC-94D2-CDAC83F37866}" dt="2024-10-20T16:59:01.813" v="4973" actId="20577"/>
          <ac:spMkLst>
            <pc:docMk/>
            <pc:sldMk cId="1795806160" sldId="342"/>
            <ac:spMk id="3" creationId="{900DCEE7-DC51-940C-3C7A-F28EEC3A32AD}"/>
          </ac:spMkLst>
        </pc:spChg>
      </pc:sldChg>
      <pc:sldChg chg="new">
        <pc:chgData name="Isobel Davies" userId="2fdec792-a701-4543-8af7-0db402950b7b" providerId="ADAL" clId="{79D1B0A1-FFD2-47EC-94D2-CDAC83F37866}" dt="2024-10-20T16:59:14.039" v="4974" actId="680"/>
        <pc:sldMkLst>
          <pc:docMk/>
          <pc:sldMk cId="4272466032" sldId="343"/>
        </pc:sldMkLst>
      </pc:sldChg>
      <pc:sldMasterChg chg="delSldLayout">
        <pc:chgData name="Isobel Davies" userId="2fdec792-a701-4543-8af7-0db402950b7b" providerId="ADAL" clId="{79D1B0A1-FFD2-47EC-94D2-CDAC83F37866}" dt="2024-10-16T14:17:10.876" v="2579" actId="47"/>
        <pc:sldMasterMkLst>
          <pc:docMk/>
          <pc:sldMasterMk cId="2683717135" sldId="2147483648"/>
        </pc:sldMasterMkLst>
        <pc:sldLayoutChg chg="del">
          <pc:chgData name="Isobel Davies" userId="2fdec792-a701-4543-8af7-0db402950b7b" providerId="ADAL" clId="{79D1B0A1-FFD2-47EC-94D2-CDAC83F37866}" dt="2024-10-16T14:17:10.876" v="2579" actId="47"/>
          <pc:sldLayoutMkLst>
            <pc:docMk/>
            <pc:sldMasterMk cId="2683717135" sldId="2147483648"/>
            <pc:sldLayoutMk cId="42358772" sldId="2147483661"/>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CAEC1A-DEC2-46C4-884B-CF14B48B39E1}" type="doc">
      <dgm:prSet loTypeId="urn:microsoft.com/office/officeart/2005/8/layout/cycle5" loCatId="cycle" qsTypeId="urn:microsoft.com/office/officeart/2005/8/quickstyle/simple1" qsCatId="simple" csTypeId="urn:microsoft.com/office/officeart/2005/8/colors/accent0_3" csCatId="mainScheme" phldr="1"/>
      <dgm:spPr/>
      <dgm:t>
        <a:bodyPr/>
        <a:lstStyle/>
        <a:p>
          <a:endParaRPr lang="en-GB"/>
        </a:p>
      </dgm:t>
    </dgm:pt>
    <dgm:pt modelId="{15B74AAC-5361-4768-825D-A57C24193C34}">
      <dgm:prSet phldrT="[Text]"/>
      <dgm:spPr/>
      <dgm:t>
        <a:bodyPr/>
        <a:lstStyle/>
        <a:p>
          <a:r>
            <a:rPr lang="en-GB" dirty="0"/>
            <a:t>Sensation from sensory nerve endings triggers the respiratory centre</a:t>
          </a:r>
        </a:p>
      </dgm:t>
    </dgm:pt>
    <dgm:pt modelId="{DC7DE9E5-76B0-4758-8A6C-061391D790D8}" type="parTrans" cxnId="{F0538697-13F2-4E72-8C19-F0AC6F91FC19}">
      <dgm:prSet/>
      <dgm:spPr/>
      <dgm:t>
        <a:bodyPr/>
        <a:lstStyle/>
        <a:p>
          <a:endParaRPr lang="en-GB"/>
        </a:p>
      </dgm:t>
    </dgm:pt>
    <dgm:pt modelId="{4E989FCA-EBB3-4FCE-9B55-A51930A97B96}" type="sibTrans" cxnId="{F0538697-13F2-4E72-8C19-F0AC6F91FC19}">
      <dgm:prSet/>
      <dgm:spPr/>
      <dgm:t>
        <a:bodyPr/>
        <a:lstStyle/>
        <a:p>
          <a:endParaRPr lang="en-GB"/>
        </a:p>
      </dgm:t>
    </dgm:pt>
    <dgm:pt modelId="{441C79B4-37A0-4D0C-9FC7-7DB4EC139C1D}">
      <dgm:prSet phldrT="[Text]"/>
      <dgm:spPr/>
      <dgm:t>
        <a:bodyPr/>
        <a:lstStyle/>
        <a:p>
          <a:r>
            <a:rPr lang="en-GB" dirty="0"/>
            <a:t>Respiratory centres then trigger the breath</a:t>
          </a:r>
        </a:p>
      </dgm:t>
    </dgm:pt>
    <dgm:pt modelId="{E3E831F9-ADA4-4C39-8403-EF81CD3564FA}" type="parTrans" cxnId="{D481045F-96CE-40B5-BE08-A084B231DBEF}">
      <dgm:prSet/>
      <dgm:spPr/>
      <dgm:t>
        <a:bodyPr/>
        <a:lstStyle/>
        <a:p>
          <a:endParaRPr lang="en-GB"/>
        </a:p>
      </dgm:t>
    </dgm:pt>
    <dgm:pt modelId="{999EF76F-CE8E-46A0-ABAD-6F73DC85C17F}" type="sibTrans" cxnId="{D481045F-96CE-40B5-BE08-A084B231DBEF}">
      <dgm:prSet/>
      <dgm:spPr/>
      <dgm:t>
        <a:bodyPr/>
        <a:lstStyle/>
        <a:p>
          <a:endParaRPr lang="en-GB"/>
        </a:p>
      </dgm:t>
    </dgm:pt>
    <dgm:pt modelId="{F368D2D6-8F0D-4494-BC17-F524B888C591}">
      <dgm:prSet phldrT="[Text]"/>
      <dgm:spPr/>
      <dgm:t>
        <a:bodyPr/>
        <a:lstStyle/>
        <a:p>
          <a:r>
            <a:rPr lang="en-GB" dirty="0"/>
            <a:t>Motor response leads to the contraction of the diaphragm and intercostal muscles via the phrenic and intercostal nerves</a:t>
          </a:r>
        </a:p>
      </dgm:t>
    </dgm:pt>
    <dgm:pt modelId="{BD4C3A22-2150-4A3C-A3C2-D56CFE1CA8EB}" type="parTrans" cxnId="{88CE6194-324E-4314-9F16-33C58B13137A}">
      <dgm:prSet/>
      <dgm:spPr/>
      <dgm:t>
        <a:bodyPr/>
        <a:lstStyle/>
        <a:p>
          <a:endParaRPr lang="en-GB"/>
        </a:p>
      </dgm:t>
    </dgm:pt>
    <dgm:pt modelId="{9679686C-5223-47EB-A818-467FBF299F38}" type="sibTrans" cxnId="{88CE6194-324E-4314-9F16-33C58B13137A}">
      <dgm:prSet/>
      <dgm:spPr/>
      <dgm:t>
        <a:bodyPr/>
        <a:lstStyle/>
        <a:p>
          <a:endParaRPr lang="en-GB"/>
        </a:p>
      </dgm:t>
    </dgm:pt>
    <dgm:pt modelId="{866C6F90-BAFC-4E94-83CB-D7E8A1AA860E}">
      <dgm:prSet phldrT="[Text]"/>
      <dgm:spPr/>
      <dgm:t>
        <a:bodyPr/>
        <a:lstStyle/>
        <a:p>
          <a:r>
            <a:rPr lang="en-GB" dirty="0"/>
            <a:t>Triggering of sensory nerves to stop the contraction of the diaphragm and intercostal muscles. </a:t>
          </a:r>
        </a:p>
      </dgm:t>
    </dgm:pt>
    <dgm:pt modelId="{83046E7B-2D93-4B66-8382-DCC7107FC0FC}" type="parTrans" cxnId="{306E0F8D-86B4-4350-8DAE-5278940FDC8A}">
      <dgm:prSet/>
      <dgm:spPr/>
      <dgm:t>
        <a:bodyPr/>
        <a:lstStyle/>
        <a:p>
          <a:endParaRPr lang="en-GB"/>
        </a:p>
      </dgm:t>
    </dgm:pt>
    <dgm:pt modelId="{4DAD16C3-0EAB-4AD3-998D-89410B7C7E9B}" type="sibTrans" cxnId="{306E0F8D-86B4-4350-8DAE-5278940FDC8A}">
      <dgm:prSet/>
      <dgm:spPr/>
      <dgm:t>
        <a:bodyPr/>
        <a:lstStyle/>
        <a:p>
          <a:endParaRPr lang="en-GB"/>
        </a:p>
      </dgm:t>
    </dgm:pt>
    <dgm:pt modelId="{13795891-2EEF-423F-9DF7-93D2D2481DEC}">
      <dgm:prSet phldrT="[Text]"/>
      <dgm:spPr/>
      <dgm:t>
        <a:bodyPr/>
        <a:lstStyle/>
        <a:p>
          <a:r>
            <a:rPr lang="en-GB" dirty="0"/>
            <a:t>Relaxation of the diaphragm and intercostal muscles leads to the natural recoil of the lungs. </a:t>
          </a:r>
        </a:p>
      </dgm:t>
    </dgm:pt>
    <dgm:pt modelId="{06CFDB25-A05F-4F01-A8AC-8A2A85E7D8FC}" type="parTrans" cxnId="{9BBD6216-C9C1-472F-AC7C-0F505D4A2B55}">
      <dgm:prSet/>
      <dgm:spPr/>
      <dgm:t>
        <a:bodyPr/>
        <a:lstStyle/>
        <a:p>
          <a:endParaRPr lang="en-GB"/>
        </a:p>
      </dgm:t>
    </dgm:pt>
    <dgm:pt modelId="{4B9F7C52-EF38-4C71-A0BD-0496A442D020}" type="sibTrans" cxnId="{9BBD6216-C9C1-472F-AC7C-0F505D4A2B55}">
      <dgm:prSet/>
      <dgm:spPr/>
      <dgm:t>
        <a:bodyPr/>
        <a:lstStyle/>
        <a:p>
          <a:endParaRPr lang="en-GB"/>
        </a:p>
      </dgm:t>
    </dgm:pt>
    <dgm:pt modelId="{5D080670-7127-480D-934E-9ED3D16F4CEF}" type="pres">
      <dgm:prSet presAssocID="{AECAEC1A-DEC2-46C4-884B-CF14B48B39E1}" presName="cycle" presStyleCnt="0">
        <dgm:presLayoutVars>
          <dgm:dir/>
          <dgm:resizeHandles val="exact"/>
        </dgm:presLayoutVars>
      </dgm:prSet>
      <dgm:spPr/>
    </dgm:pt>
    <dgm:pt modelId="{AAAACA2D-4E22-4AF1-8D13-A421AEAE1E3C}" type="pres">
      <dgm:prSet presAssocID="{15B74AAC-5361-4768-825D-A57C24193C34}" presName="node" presStyleLbl="node1" presStyleIdx="0" presStyleCnt="5">
        <dgm:presLayoutVars>
          <dgm:bulletEnabled val="1"/>
        </dgm:presLayoutVars>
      </dgm:prSet>
      <dgm:spPr/>
    </dgm:pt>
    <dgm:pt modelId="{1436763B-FFC1-4124-95F7-CA60BEE1F42D}" type="pres">
      <dgm:prSet presAssocID="{15B74AAC-5361-4768-825D-A57C24193C34}" presName="spNode" presStyleCnt="0"/>
      <dgm:spPr/>
    </dgm:pt>
    <dgm:pt modelId="{FFAD2049-A6C6-4E6C-9B99-262A97D3519D}" type="pres">
      <dgm:prSet presAssocID="{4E989FCA-EBB3-4FCE-9B55-A51930A97B96}" presName="sibTrans" presStyleLbl="sibTrans1D1" presStyleIdx="0" presStyleCnt="5"/>
      <dgm:spPr/>
    </dgm:pt>
    <dgm:pt modelId="{BDD88B40-0BBA-44CA-8CEA-9695FA84E991}" type="pres">
      <dgm:prSet presAssocID="{441C79B4-37A0-4D0C-9FC7-7DB4EC139C1D}" presName="node" presStyleLbl="node1" presStyleIdx="1" presStyleCnt="5" custRadScaleRad="100648" custRadScaleInc="-4597">
        <dgm:presLayoutVars>
          <dgm:bulletEnabled val="1"/>
        </dgm:presLayoutVars>
      </dgm:prSet>
      <dgm:spPr/>
    </dgm:pt>
    <dgm:pt modelId="{08654493-1E1E-4A66-BF7C-A5EA081D24FE}" type="pres">
      <dgm:prSet presAssocID="{441C79B4-37A0-4D0C-9FC7-7DB4EC139C1D}" presName="spNode" presStyleCnt="0"/>
      <dgm:spPr/>
    </dgm:pt>
    <dgm:pt modelId="{4ABF0158-E826-473F-9B17-7407C4374437}" type="pres">
      <dgm:prSet presAssocID="{999EF76F-CE8E-46A0-ABAD-6F73DC85C17F}" presName="sibTrans" presStyleLbl="sibTrans1D1" presStyleIdx="1" presStyleCnt="5"/>
      <dgm:spPr/>
    </dgm:pt>
    <dgm:pt modelId="{E2FCA1E9-6216-4706-8B84-A8211083D8C6}" type="pres">
      <dgm:prSet presAssocID="{F368D2D6-8F0D-4494-BC17-F524B888C591}" presName="node" presStyleLbl="node1" presStyleIdx="2" presStyleCnt="5">
        <dgm:presLayoutVars>
          <dgm:bulletEnabled val="1"/>
        </dgm:presLayoutVars>
      </dgm:prSet>
      <dgm:spPr/>
    </dgm:pt>
    <dgm:pt modelId="{0479395E-9C04-4596-80BF-303FCD9861B3}" type="pres">
      <dgm:prSet presAssocID="{F368D2D6-8F0D-4494-BC17-F524B888C591}" presName="spNode" presStyleCnt="0"/>
      <dgm:spPr/>
    </dgm:pt>
    <dgm:pt modelId="{03A7FDCA-2222-4858-8F54-F8A7C886DD2A}" type="pres">
      <dgm:prSet presAssocID="{9679686C-5223-47EB-A818-467FBF299F38}" presName="sibTrans" presStyleLbl="sibTrans1D1" presStyleIdx="2" presStyleCnt="5"/>
      <dgm:spPr/>
    </dgm:pt>
    <dgm:pt modelId="{DF667669-1D40-45A6-A2E5-51C98B7FC73A}" type="pres">
      <dgm:prSet presAssocID="{866C6F90-BAFC-4E94-83CB-D7E8A1AA860E}" presName="node" presStyleLbl="node1" presStyleIdx="3" presStyleCnt="5" custRadScaleRad="100056" custRadScaleInc="-96">
        <dgm:presLayoutVars>
          <dgm:bulletEnabled val="1"/>
        </dgm:presLayoutVars>
      </dgm:prSet>
      <dgm:spPr/>
    </dgm:pt>
    <dgm:pt modelId="{98168EE9-B8D4-40AE-87FD-A889957EFAC6}" type="pres">
      <dgm:prSet presAssocID="{866C6F90-BAFC-4E94-83CB-D7E8A1AA860E}" presName="spNode" presStyleCnt="0"/>
      <dgm:spPr/>
    </dgm:pt>
    <dgm:pt modelId="{9F3CD01D-0CB6-4854-8194-EE4606A41884}" type="pres">
      <dgm:prSet presAssocID="{4DAD16C3-0EAB-4AD3-998D-89410B7C7E9B}" presName="sibTrans" presStyleLbl="sibTrans1D1" presStyleIdx="3" presStyleCnt="5"/>
      <dgm:spPr/>
    </dgm:pt>
    <dgm:pt modelId="{BF965524-A17D-4F3F-85F7-904A985D8BFD}" type="pres">
      <dgm:prSet presAssocID="{13795891-2EEF-423F-9DF7-93D2D2481DEC}" presName="node" presStyleLbl="node1" presStyleIdx="4" presStyleCnt="5">
        <dgm:presLayoutVars>
          <dgm:bulletEnabled val="1"/>
        </dgm:presLayoutVars>
      </dgm:prSet>
      <dgm:spPr/>
    </dgm:pt>
    <dgm:pt modelId="{3A538267-DCE8-4964-95EF-4C4132540C98}" type="pres">
      <dgm:prSet presAssocID="{13795891-2EEF-423F-9DF7-93D2D2481DEC}" presName="spNode" presStyleCnt="0"/>
      <dgm:spPr/>
    </dgm:pt>
    <dgm:pt modelId="{AF300D67-F85F-4611-A06A-7FFDE3CE7FE9}" type="pres">
      <dgm:prSet presAssocID="{4B9F7C52-EF38-4C71-A0BD-0496A442D020}" presName="sibTrans" presStyleLbl="sibTrans1D1" presStyleIdx="4" presStyleCnt="5"/>
      <dgm:spPr/>
    </dgm:pt>
  </dgm:ptLst>
  <dgm:cxnLst>
    <dgm:cxn modelId="{547E6B00-7A24-4F3F-B98B-1EC4E6BF1F37}" type="presOf" srcId="{15B74AAC-5361-4768-825D-A57C24193C34}" destId="{AAAACA2D-4E22-4AF1-8D13-A421AEAE1E3C}" srcOrd="0" destOrd="0" presId="urn:microsoft.com/office/officeart/2005/8/layout/cycle5"/>
    <dgm:cxn modelId="{948A8A02-3257-4E21-A6C4-B8E0B4283716}" type="presOf" srcId="{AECAEC1A-DEC2-46C4-884B-CF14B48B39E1}" destId="{5D080670-7127-480D-934E-9ED3D16F4CEF}" srcOrd="0" destOrd="0" presId="urn:microsoft.com/office/officeart/2005/8/layout/cycle5"/>
    <dgm:cxn modelId="{9BBD6216-C9C1-472F-AC7C-0F505D4A2B55}" srcId="{AECAEC1A-DEC2-46C4-884B-CF14B48B39E1}" destId="{13795891-2EEF-423F-9DF7-93D2D2481DEC}" srcOrd="4" destOrd="0" parTransId="{06CFDB25-A05F-4F01-A8AC-8A2A85E7D8FC}" sibTransId="{4B9F7C52-EF38-4C71-A0BD-0496A442D020}"/>
    <dgm:cxn modelId="{D481045F-96CE-40B5-BE08-A084B231DBEF}" srcId="{AECAEC1A-DEC2-46C4-884B-CF14B48B39E1}" destId="{441C79B4-37A0-4D0C-9FC7-7DB4EC139C1D}" srcOrd="1" destOrd="0" parTransId="{E3E831F9-ADA4-4C39-8403-EF81CD3564FA}" sibTransId="{999EF76F-CE8E-46A0-ABAD-6F73DC85C17F}"/>
    <dgm:cxn modelId="{2E208E46-56E0-4FD9-B8F4-8648ECAE126E}" type="presOf" srcId="{4DAD16C3-0EAB-4AD3-998D-89410B7C7E9B}" destId="{9F3CD01D-0CB6-4854-8194-EE4606A41884}" srcOrd="0" destOrd="0" presId="urn:microsoft.com/office/officeart/2005/8/layout/cycle5"/>
    <dgm:cxn modelId="{8E803174-FD62-4DAA-B224-B4C2B5E9EFA0}" type="presOf" srcId="{441C79B4-37A0-4D0C-9FC7-7DB4EC139C1D}" destId="{BDD88B40-0BBA-44CA-8CEA-9695FA84E991}" srcOrd="0" destOrd="0" presId="urn:microsoft.com/office/officeart/2005/8/layout/cycle5"/>
    <dgm:cxn modelId="{4E7C6882-5927-44EC-A2EA-6BD2364E41E0}" type="presOf" srcId="{9679686C-5223-47EB-A818-467FBF299F38}" destId="{03A7FDCA-2222-4858-8F54-F8A7C886DD2A}" srcOrd="0" destOrd="0" presId="urn:microsoft.com/office/officeart/2005/8/layout/cycle5"/>
    <dgm:cxn modelId="{306E0F8D-86B4-4350-8DAE-5278940FDC8A}" srcId="{AECAEC1A-DEC2-46C4-884B-CF14B48B39E1}" destId="{866C6F90-BAFC-4E94-83CB-D7E8A1AA860E}" srcOrd="3" destOrd="0" parTransId="{83046E7B-2D93-4B66-8382-DCC7107FC0FC}" sibTransId="{4DAD16C3-0EAB-4AD3-998D-89410B7C7E9B}"/>
    <dgm:cxn modelId="{88CE6194-324E-4314-9F16-33C58B13137A}" srcId="{AECAEC1A-DEC2-46C4-884B-CF14B48B39E1}" destId="{F368D2D6-8F0D-4494-BC17-F524B888C591}" srcOrd="2" destOrd="0" parTransId="{BD4C3A22-2150-4A3C-A3C2-D56CFE1CA8EB}" sibTransId="{9679686C-5223-47EB-A818-467FBF299F38}"/>
    <dgm:cxn modelId="{F0538697-13F2-4E72-8C19-F0AC6F91FC19}" srcId="{AECAEC1A-DEC2-46C4-884B-CF14B48B39E1}" destId="{15B74AAC-5361-4768-825D-A57C24193C34}" srcOrd="0" destOrd="0" parTransId="{DC7DE9E5-76B0-4758-8A6C-061391D790D8}" sibTransId="{4E989FCA-EBB3-4FCE-9B55-A51930A97B96}"/>
    <dgm:cxn modelId="{170D0DA7-4BDC-4582-A3E3-77EAFE98EEA4}" type="presOf" srcId="{4E989FCA-EBB3-4FCE-9B55-A51930A97B96}" destId="{FFAD2049-A6C6-4E6C-9B99-262A97D3519D}" srcOrd="0" destOrd="0" presId="urn:microsoft.com/office/officeart/2005/8/layout/cycle5"/>
    <dgm:cxn modelId="{F9D7A9B7-7D41-4203-9935-7A13A604137B}" type="presOf" srcId="{999EF76F-CE8E-46A0-ABAD-6F73DC85C17F}" destId="{4ABF0158-E826-473F-9B17-7407C4374437}" srcOrd="0" destOrd="0" presId="urn:microsoft.com/office/officeart/2005/8/layout/cycle5"/>
    <dgm:cxn modelId="{9EDCCFB9-C31F-4F61-8159-6E7A74BED44D}" type="presOf" srcId="{13795891-2EEF-423F-9DF7-93D2D2481DEC}" destId="{BF965524-A17D-4F3F-85F7-904A985D8BFD}" srcOrd="0" destOrd="0" presId="urn:microsoft.com/office/officeart/2005/8/layout/cycle5"/>
    <dgm:cxn modelId="{2B33EEBD-4601-42D6-9096-8501243174E9}" type="presOf" srcId="{F368D2D6-8F0D-4494-BC17-F524B888C591}" destId="{E2FCA1E9-6216-4706-8B84-A8211083D8C6}" srcOrd="0" destOrd="0" presId="urn:microsoft.com/office/officeart/2005/8/layout/cycle5"/>
    <dgm:cxn modelId="{C0A27FDF-5A49-432E-82CE-C7039BE02C00}" type="presOf" srcId="{866C6F90-BAFC-4E94-83CB-D7E8A1AA860E}" destId="{DF667669-1D40-45A6-A2E5-51C98B7FC73A}" srcOrd="0" destOrd="0" presId="urn:microsoft.com/office/officeart/2005/8/layout/cycle5"/>
    <dgm:cxn modelId="{8F26F2E3-C6F4-454D-8A0D-5A049D155889}" type="presOf" srcId="{4B9F7C52-EF38-4C71-A0BD-0496A442D020}" destId="{AF300D67-F85F-4611-A06A-7FFDE3CE7FE9}" srcOrd="0" destOrd="0" presId="urn:microsoft.com/office/officeart/2005/8/layout/cycle5"/>
    <dgm:cxn modelId="{CBD264E2-873F-4BC8-8DF8-FADE8CEF7531}" type="presParOf" srcId="{5D080670-7127-480D-934E-9ED3D16F4CEF}" destId="{AAAACA2D-4E22-4AF1-8D13-A421AEAE1E3C}" srcOrd="0" destOrd="0" presId="urn:microsoft.com/office/officeart/2005/8/layout/cycle5"/>
    <dgm:cxn modelId="{7D0AC3F1-4379-46C8-AD01-23FEFBE0BD0B}" type="presParOf" srcId="{5D080670-7127-480D-934E-9ED3D16F4CEF}" destId="{1436763B-FFC1-4124-95F7-CA60BEE1F42D}" srcOrd="1" destOrd="0" presId="urn:microsoft.com/office/officeart/2005/8/layout/cycle5"/>
    <dgm:cxn modelId="{8C132514-98E9-4E55-82C6-F65D92782680}" type="presParOf" srcId="{5D080670-7127-480D-934E-9ED3D16F4CEF}" destId="{FFAD2049-A6C6-4E6C-9B99-262A97D3519D}" srcOrd="2" destOrd="0" presId="urn:microsoft.com/office/officeart/2005/8/layout/cycle5"/>
    <dgm:cxn modelId="{2D09A369-B0DA-4663-A6AF-75D69D548954}" type="presParOf" srcId="{5D080670-7127-480D-934E-9ED3D16F4CEF}" destId="{BDD88B40-0BBA-44CA-8CEA-9695FA84E991}" srcOrd="3" destOrd="0" presId="urn:microsoft.com/office/officeart/2005/8/layout/cycle5"/>
    <dgm:cxn modelId="{EAE4DD28-758D-4F6A-942E-8B9D0087FA28}" type="presParOf" srcId="{5D080670-7127-480D-934E-9ED3D16F4CEF}" destId="{08654493-1E1E-4A66-BF7C-A5EA081D24FE}" srcOrd="4" destOrd="0" presId="urn:microsoft.com/office/officeart/2005/8/layout/cycle5"/>
    <dgm:cxn modelId="{D5568DEF-75A5-45BE-B9A9-FDD9602E69E6}" type="presParOf" srcId="{5D080670-7127-480D-934E-9ED3D16F4CEF}" destId="{4ABF0158-E826-473F-9B17-7407C4374437}" srcOrd="5" destOrd="0" presId="urn:microsoft.com/office/officeart/2005/8/layout/cycle5"/>
    <dgm:cxn modelId="{7AB72BA1-BC5F-4A7E-97CB-D4861B94A6D9}" type="presParOf" srcId="{5D080670-7127-480D-934E-9ED3D16F4CEF}" destId="{E2FCA1E9-6216-4706-8B84-A8211083D8C6}" srcOrd="6" destOrd="0" presId="urn:microsoft.com/office/officeart/2005/8/layout/cycle5"/>
    <dgm:cxn modelId="{3640B073-619C-445A-B42F-F9DDC22B578C}" type="presParOf" srcId="{5D080670-7127-480D-934E-9ED3D16F4CEF}" destId="{0479395E-9C04-4596-80BF-303FCD9861B3}" srcOrd="7" destOrd="0" presId="urn:microsoft.com/office/officeart/2005/8/layout/cycle5"/>
    <dgm:cxn modelId="{ED9F7F23-4297-46C3-A39A-667BB690DCDE}" type="presParOf" srcId="{5D080670-7127-480D-934E-9ED3D16F4CEF}" destId="{03A7FDCA-2222-4858-8F54-F8A7C886DD2A}" srcOrd="8" destOrd="0" presId="urn:microsoft.com/office/officeart/2005/8/layout/cycle5"/>
    <dgm:cxn modelId="{380EA45E-2FAF-498A-A1D1-EF3301D600CF}" type="presParOf" srcId="{5D080670-7127-480D-934E-9ED3D16F4CEF}" destId="{DF667669-1D40-45A6-A2E5-51C98B7FC73A}" srcOrd="9" destOrd="0" presId="urn:microsoft.com/office/officeart/2005/8/layout/cycle5"/>
    <dgm:cxn modelId="{7AD043A2-0EF2-4789-BE30-AD7E7BD0A823}" type="presParOf" srcId="{5D080670-7127-480D-934E-9ED3D16F4CEF}" destId="{98168EE9-B8D4-40AE-87FD-A889957EFAC6}" srcOrd="10" destOrd="0" presId="urn:microsoft.com/office/officeart/2005/8/layout/cycle5"/>
    <dgm:cxn modelId="{54110994-BC96-4A0D-8D50-ED3E035D75CB}" type="presParOf" srcId="{5D080670-7127-480D-934E-9ED3D16F4CEF}" destId="{9F3CD01D-0CB6-4854-8194-EE4606A41884}" srcOrd="11" destOrd="0" presId="urn:microsoft.com/office/officeart/2005/8/layout/cycle5"/>
    <dgm:cxn modelId="{1488F098-2F36-4992-B6E6-2F7FE5485D45}" type="presParOf" srcId="{5D080670-7127-480D-934E-9ED3D16F4CEF}" destId="{BF965524-A17D-4F3F-85F7-904A985D8BFD}" srcOrd="12" destOrd="0" presId="urn:microsoft.com/office/officeart/2005/8/layout/cycle5"/>
    <dgm:cxn modelId="{167772C5-1C59-44F5-9B3A-79BB174C2BF9}" type="presParOf" srcId="{5D080670-7127-480D-934E-9ED3D16F4CEF}" destId="{3A538267-DCE8-4964-95EF-4C4132540C98}" srcOrd="13" destOrd="0" presId="urn:microsoft.com/office/officeart/2005/8/layout/cycle5"/>
    <dgm:cxn modelId="{E55EA457-1B6B-49C8-86FB-06D16345B62A}" type="presParOf" srcId="{5D080670-7127-480D-934E-9ED3D16F4CEF}" destId="{AF300D67-F85F-4611-A06A-7FFDE3CE7FE9}"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E360DF-41D2-4AE1-93F8-0CC8385231DE}" type="doc">
      <dgm:prSet loTypeId="urn:microsoft.com/office/officeart/2005/8/layout/process4" loCatId="process" qsTypeId="urn:microsoft.com/office/officeart/2005/8/quickstyle/simple1" qsCatId="simple" csTypeId="urn:microsoft.com/office/officeart/2005/8/colors/accent0_3" csCatId="mainScheme" phldr="1"/>
      <dgm:spPr/>
    </dgm:pt>
    <dgm:pt modelId="{3EFE26E9-5961-4BB0-A536-A7C1AFD688BD}">
      <dgm:prSet phldrT="[Text]" custT="1"/>
      <dgm:spPr/>
      <dgm:t>
        <a:bodyPr/>
        <a:lstStyle/>
        <a:p>
          <a:r>
            <a:rPr lang="en-GB" sz="2800" dirty="0"/>
            <a:t>Contraction of the external intercostals and the diaphragm </a:t>
          </a:r>
        </a:p>
      </dgm:t>
    </dgm:pt>
    <dgm:pt modelId="{9802B20D-D717-4A26-8CDE-DC0B3082B671}" type="parTrans" cxnId="{304DE402-AEF3-42CD-B280-8C21C29D0092}">
      <dgm:prSet/>
      <dgm:spPr/>
      <dgm:t>
        <a:bodyPr/>
        <a:lstStyle/>
        <a:p>
          <a:endParaRPr lang="en-GB"/>
        </a:p>
      </dgm:t>
    </dgm:pt>
    <dgm:pt modelId="{1F43D899-E41C-443F-B6F3-23F2446A4D75}" type="sibTrans" cxnId="{304DE402-AEF3-42CD-B280-8C21C29D0092}">
      <dgm:prSet/>
      <dgm:spPr/>
      <dgm:t>
        <a:bodyPr/>
        <a:lstStyle/>
        <a:p>
          <a:endParaRPr lang="en-GB"/>
        </a:p>
      </dgm:t>
    </dgm:pt>
    <dgm:pt modelId="{A474B82A-E4B7-4F67-9939-C2E1C4F6A326}">
      <dgm:prSet phldrT="[Text]"/>
      <dgm:spPr/>
      <dgm:t>
        <a:bodyPr/>
        <a:lstStyle/>
        <a:p>
          <a:r>
            <a:rPr lang="en-GB" dirty="0"/>
            <a:t>Increased volume in the chest </a:t>
          </a:r>
        </a:p>
      </dgm:t>
    </dgm:pt>
    <dgm:pt modelId="{FFFDDF22-5356-4D9F-9BF7-2B1011B4445B}" type="parTrans" cxnId="{D71F546B-FA24-4FAD-A1FA-AFA838402077}">
      <dgm:prSet/>
      <dgm:spPr/>
      <dgm:t>
        <a:bodyPr/>
        <a:lstStyle/>
        <a:p>
          <a:endParaRPr lang="en-GB"/>
        </a:p>
      </dgm:t>
    </dgm:pt>
    <dgm:pt modelId="{5631F219-8220-4012-AC51-8355CB26C922}" type="sibTrans" cxnId="{D71F546B-FA24-4FAD-A1FA-AFA838402077}">
      <dgm:prSet/>
      <dgm:spPr/>
      <dgm:t>
        <a:bodyPr/>
        <a:lstStyle/>
        <a:p>
          <a:endParaRPr lang="en-GB"/>
        </a:p>
      </dgm:t>
    </dgm:pt>
    <dgm:pt modelId="{631D4293-79AC-454B-BE7D-E0D4D9C04256}">
      <dgm:prSet phldrT="[Text]"/>
      <dgm:spPr/>
      <dgm:t>
        <a:bodyPr/>
        <a:lstStyle/>
        <a:p>
          <a:r>
            <a:rPr lang="en-GB" dirty="0"/>
            <a:t>Ribs move </a:t>
          </a:r>
          <a:r>
            <a:rPr lang="en-GB" dirty="0">
              <a:solidFill>
                <a:srgbClr val="FF0000"/>
              </a:solidFill>
            </a:rPr>
            <a:t>up</a:t>
          </a:r>
          <a:r>
            <a:rPr lang="en-GB" dirty="0"/>
            <a:t> and </a:t>
          </a:r>
          <a:r>
            <a:rPr lang="en-GB" b="1" dirty="0">
              <a:solidFill>
                <a:srgbClr val="FF0000"/>
              </a:solidFill>
            </a:rPr>
            <a:t>out </a:t>
          </a:r>
        </a:p>
      </dgm:t>
    </dgm:pt>
    <dgm:pt modelId="{3BFECCCE-9CC3-4160-B36F-5A69F720C6CD}" type="parTrans" cxnId="{0B430B69-0B67-40B8-B4C7-BD70FD70CA9D}">
      <dgm:prSet/>
      <dgm:spPr/>
      <dgm:t>
        <a:bodyPr/>
        <a:lstStyle/>
        <a:p>
          <a:endParaRPr lang="en-GB"/>
        </a:p>
      </dgm:t>
    </dgm:pt>
    <dgm:pt modelId="{DA4E30A5-F3DC-4765-A616-BEEB9E40591E}" type="sibTrans" cxnId="{0B430B69-0B67-40B8-B4C7-BD70FD70CA9D}">
      <dgm:prSet/>
      <dgm:spPr/>
      <dgm:t>
        <a:bodyPr/>
        <a:lstStyle/>
        <a:p>
          <a:endParaRPr lang="en-GB"/>
        </a:p>
      </dgm:t>
    </dgm:pt>
    <dgm:pt modelId="{2999645A-77BF-4400-9570-6D6532265F8F}">
      <dgm:prSet phldrT="[Text]"/>
      <dgm:spPr/>
      <dgm:t>
        <a:bodyPr/>
        <a:lstStyle/>
        <a:p>
          <a:r>
            <a:rPr lang="en-GB" dirty="0"/>
            <a:t>Diaphragm </a:t>
          </a:r>
          <a:r>
            <a:rPr lang="en-GB" b="1" dirty="0">
              <a:solidFill>
                <a:srgbClr val="FF0000"/>
              </a:solidFill>
            </a:rPr>
            <a:t>flattens</a:t>
          </a:r>
          <a:r>
            <a:rPr lang="en-GB" dirty="0"/>
            <a:t> and moves down</a:t>
          </a:r>
        </a:p>
      </dgm:t>
    </dgm:pt>
    <dgm:pt modelId="{5BB35167-C7BB-4668-97A3-E810EF98993C}" type="parTrans" cxnId="{066ECE35-AD35-4D14-B42C-48F6CDDB97CF}">
      <dgm:prSet/>
      <dgm:spPr/>
      <dgm:t>
        <a:bodyPr/>
        <a:lstStyle/>
        <a:p>
          <a:endParaRPr lang="en-GB"/>
        </a:p>
      </dgm:t>
    </dgm:pt>
    <dgm:pt modelId="{EF16DC7F-E53F-4D51-84B3-CE4431C39E89}" type="sibTrans" cxnId="{066ECE35-AD35-4D14-B42C-48F6CDDB97CF}">
      <dgm:prSet/>
      <dgm:spPr/>
      <dgm:t>
        <a:bodyPr/>
        <a:lstStyle/>
        <a:p>
          <a:endParaRPr lang="en-GB"/>
        </a:p>
      </dgm:t>
    </dgm:pt>
    <dgm:pt modelId="{51A94A03-0FC1-4FED-9E90-07FE64409167}">
      <dgm:prSet phldrT="[Text]"/>
      <dgm:spPr/>
      <dgm:t>
        <a:bodyPr/>
        <a:lstStyle/>
        <a:p>
          <a:r>
            <a:rPr lang="en-GB" b="1" dirty="0">
              <a:solidFill>
                <a:srgbClr val="FF0000"/>
              </a:solidFill>
            </a:rPr>
            <a:t>Decreases</a:t>
          </a:r>
          <a:r>
            <a:rPr lang="en-GB" dirty="0"/>
            <a:t> the pressure in the thorax ( intrathoracic pressure) </a:t>
          </a:r>
        </a:p>
      </dgm:t>
    </dgm:pt>
    <dgm:pt modelId="{012BA2D4-F127-40A9-A42B-3A1D80D71B8E}" type="parTrans" cxnId="{EFE34A68-B59B-415D-993D-3B49CECDECAE}">
      <dgm:prSet/>
      <dgm:spPr/>
      <dgm:t>
        <a:bodyPr/>
        <a:lstStyle/>
        <a:p>
          <a:endParaRPr lang="en-GB"/>
        </a:p>
      </dgm:t>
    </dgm:pt>
    <dgm:pt modelId="{CCC9D918-D6F9-4A51-9E7F-A0BA09C81D70}" type="sibTrans" cxnId="{EFE34A68-B59B-415D-993D-3B49CECDECAE}">
      <dgm:prSet/>
      <dgm:spPr/>
      <dgm:t>
        <a:bodyPr/>
        <a:lstStyle/>
        <a:p>
          <a:endParaRPr lang="en-GB"/>
        </a:p>
      </dgm:t>
    </dgm:pt>
    <dgm:pt modelId="{288627F2-6C42-436D-8074-F27BE5B1BBE5}">
      <dgm:prSet phldrT="[Text]"/>
      <dgm:spPr/>
      <dgm:t>
        <a:bodyPr/>
        <a:lstStyle/>
        <a:p>
          <a:r>
            <a:rPr lang="en-GB" dirty="0"/>
            <a:t>Air sucked in </a:t>
          </a:r>
        </a:p>
      </dgm:t>
    </dgm:pt>
    <dgm:pt modelId="{5C933EEC-DC2F-4601-9CFF-91C4242891D2}" type="parTrans" cxnId="{5EB48BAF-85A1-4E2D-8080-8025F748309A}">
      <dgm:prSet/>
      <dgm:spPr/>
      <dgm:t>
        <a:bodyPr/>
        <a:lstStyle/>
        <a:p>
          <a:endParaRPr lang="en-GB"/>
        </a:p>
      </dgm:t>
    </dgm:pt>
    <dgm:pt modelId="{AF877B16-E77C-4660-9929-7B193CDF4D8C}" type="sibTrans" cxnId="{5EB48BAF-85A1-4E2D-8080-8025F748309A}">
      <dgm:prSet/>
      <dgm:spPr/>
      <dgm:t>
        <a:bodyPr/>
        <a:lstStyle/>
        <a:p>
          <a:endParaRPr lang="en-GB"/>
        </a:p>
      </dgm:t>
    </dgm:pt>
    <dgm:pt modelId="{7A777E7A-B4D1-422D-8FBC-BD0604C16405}">
      <dgm:prSet phldrT="[Text]"/>
      <dgm:spPr/>
      <dgm:t>
        <a:bodyPr/>
        <a:lstStyle/>
        <a:p>
          <a:r>
            <a:rPr lang="en-GB" dirty="0"/>
            <a:t>Air moves </a:t>
          </a:r>
          <a:r>
            <a:rPr lang="en-GB" b="1" dirty="0">
              <a:solidFill>
                <a:srgbClr val="FF0000"/>
              </a:solidFill>
            </a:rPr>
            <a:t>down a pressure gradient </a:t>
          </a:r>
          <a:r>
            <a:rPr lang="en-GB" dirty="0"/>
            <a:t>from high ( atmospheric pressure) to low </a:t>
          </a:r>
        </a:p>
      </dgm:t>
    </dgm:pt>
    <dgm:pt modelId="{4660F2AF-FDEE-4578-9529-8A6E9454083C}" type="parTrans" cxnId="{F121E4B5-D4B3-4C6B-9A06-25B244188968}">
      <dgm:prSet/>
      <dgm:spPr/>
      <dgm:t>
        <a:bodyPr/>
        <a:lstStyle/>
        <a:p>
          <a:endParaRPr lang="en-GB"/>
        </a:p>
      </dgm:t>
    </dgm:pt>
    <dgm:pt modelId="{B9FDA091-1840-4F54-84D0-49461993C38A}" type="sibTrans" cxnId="{F121E4B5-D4B3-4C6B-9A06-25B244188968}">
      <dgm:prSet/>
      <dgm:spPr/>
      <dgm:t>
        <a:bodyPr/>
        <a:lstStyle/>
        <a:p>
          <a:endParaRPr lang="en-GB"/>
        </a:p>
      </dgm:t>
    </dgm:pt>
    <dgm:pt modelId="{A445E421-BE7D-46A6-B0DF-48B6295FEF90}" type="pres">
      <dgm:prSet presAssocID="{F0E360DF-41D2-4AE1-93F8-0CC8385231DE}" presName="Name0" presStyleCnt="0">
        <dgm:presLayoutVars>
          <dgm:dir/>
          <dgm:animLvl val="lvl"/>
          <dgm:resizeHandles val="exact"/>
        </dgm:presLayoutVars>
      </dgm:prSet>
      <dgm:spPr/>
    </dgm:pt>
    <dgm:pt modelId="{1B956C54-7509-4F99-9CB6-6611D46936D4}" type="pres">
      <dgm:prSet presAssocID="{288627F2-6C42-436D-8074-F27BE5B1BBE5}" presName="boxAndChildren" presStyleCnt="0"/>
      <dgm:spPr/>
    </dgm:pt>
    <dgm:pt modelId="{17972C76-4A77-446A-B179-C9AB2D5DA448}" type="pres">
      <dgm:prSet presAssocID="{288627F2-6C42-436D-8074-F27BE5B1BBE5}" presName="parentTextBox" presStyleLbl="node1" presStyleIdx="0" presStyleCnt="3"/>
      <dgm:spPr/>
    </dgm:pt>
    <dgm:pt modelId="{2BE2423B-FC49-467B-9D2F-915B97141543}" type="pres">
      <dgm:prSet presAssocID="{288627F2-6C42-436D-8074-F27BE5B1BBE5}" presName="entireBox" presStyleLbl="node1" presStyleIdx="0" presStyleCnt="3"/>
      <dgm:spPr/>
    </dgm:pt>
    <dgm:pt modelId="{9167EF2D-84E0-40A8-8EC0-117CDB76625C}" type="pres">
      <dgm:prSet presAssocID="{288627F2-6C42-436D-8074-F27BE5B1BBE5}" presName="descendantBox" presStyleCnt="0"/>
      <dgm:spPr/>
    </dgm:pt>
    <dgm:pt modelId="{DFF2472B-4F40-4FA6-A78B-ECFCE062C942}" type="pres">
      <dgm:prSet presAssocID="{7A777E7A-B4D1-422D-8FBC-BD0604C16405}" presName="childTextBox" presStyleLbl="fgAccFollowNode1" presStyleIdx="0" presStyleCnt="4">
        <dgm:presLayoutVars>
          <dgm:bulletEnabled val="1"/>
        </dgm:presLayoutVars>
      </dgm:prSet>
      <dgm:spPr/>
    </dgm:pt>
    <dgm:pt modelId="{E74BFD77-21F7-4990-B8AC-9D782625F8F1}" type="pres">
      <dgm:prSet presAssocID="{5631F219-8220-4012-AC51-8355CB26C922}" presName="sp" presStyleCnt="0"/>
      <dgm:spPr/>
    </dgm:pt>
    <dgm:pt modelId="{D578CC0B-D88D-4AEF-A012-E94570E001C9}" type="pres">
      <dgm:prSet presAssocID="{A474B82A-E4B7-4F67-9939-C2E1C4F6A326}" presName="arrowAndChildren" presStyleCnt="0"/>
      <dgm:spPr/>
    </dgm:pt>
    <dgm:pt modelId="{A1DEF6C6-5A55-4D3F-9CDF-3111D79A9680}" type="pres">
      <dgm:prSet presAssocID="{A474B82A-E4B7-4F67-9939-C2E1C4F6A326}" presName="parentTextArrow" presStyleLbl="node1" presStyleIdx="0" presStyleCnt="3"/>
      <dgm:spPr/>
    </dgm:pt>
    <dgm:pt modelId="{34DE4FCE-39A9-412C-8F63-A02C81DC4F69}" type="pres">
      <dgm:prSet presAssocID="{A474B82A-E4B7-4F67-9939-C2E1C4F6A326}" presName="arrow" presStyleLbl="node1" presStyleIdx="1" presStyleCnt="3"/>
      <dgm:spPr/>
    </dgm:pt>
    <dgm:pt modelId="{0C2C7AEA-C4D9-4C87-AAE5-863A66B0BB22}" type="pres">
      <dgm:prSet presAssocID="{A474B82A-E4B7-4F67-9939-C2E1C4F6A326}" presName="descendantArrow" presStyleCnt="0"/>
      <dgm:spPr/>
    </dgm:pt>
    <dgm:pt modelId="{5789A40E-7EBB-46DB-AA1A-1D90BBDB0189}" type="pres">
      <dgm:prSet presAssocID="{51A94A03-0FC1-4FED-9E90-07FE64409167}" presName="childTextArrow" presStyleLbl="fgAccFollowNode1" presStyleIdx="1" presStyleCnt="4">
        <dgm:presLayoutVars>
          <dgm:bulletEnabled val="1"/>
        </dgm:presLayoutVars>
      </dgm:prSet>
      <dgm:spPr/>
    </dgm:pt>
    <dgm:pt modelId="{95470148-AEFA-4D42-A47A-41E18D69A178}" type="pres">
      <dgm:prSet presAssocID="{1F43D899-E41C-443F-B6F3-23F2446A4D75}" presName="sp" presStyleCnt="0"/>
      <dgm:spPr/>
    </dgm:pt>
    <dgm:pt modelId="{A22A5AA4-EF62-4403-8CA0-FCF24C68FA12}" type="pres">
      <dgm:prSet presAssocID="{3EFE26E9-5961-4BB0-A536-A7C1AFD688BD}" presName="arrowAndChildren" presStyleCnt="0"/>
      <dgm:spPr/>
    </dgm:pt>
    <dgm:pt modelId="{6AE07079-8124-4FDC-8713-DB5CBA282522}" type="pres">
      <dgm:prSet presAssocID="{3EFE26E9-5961-4BB0-A536-A7C1AFD688BD}" presName="parentTextArrow" presStyleLbl="node1" presStyleIdx="1" presStyleCnt="3"/>
      <dgm:spPr/>
    </dgm:pt>
    <dgm:pt modelId="{1E7A994A-B6D6-4CFE-86BC-1284161D0FE0}" type="pres">
      <dgm:prSet presAssocID="{3EFE26E9-5961-4BB0-A536-A7C1AFD688BD}" presName="arrow" presStyleLbl="node1" presStyleIdx="2" presStyleCnt="3" custScaleX="99196" custScaleY="98155"/>
      <dgm:spPr/>
    </dgm:pt>
    <dgm:pt modelId="{AACB4B96-AA2B-46AE-94C0-5F95B40FFCE6}" type="pres">
      <dgm:prSet presAssocID="{3EFE26E9-5961-4BB0-A536-A7C1AFD688BD}" presName="descendantArrow" presStyleCnt="0"/>
      <dgm:spPr/>
    </dgm:pt>
    <dgm:pt modelId="{DE72726B-01E0-479B-A451-E59BCEF4C921}" type="pres">
      <dgm:prSet presAssocID="{631D4293-79AC-454B-BE7D-E0D4D9C04256}" presName="childTextArrow" presStyleLbl="fgAccFollowNode1" presStyleIdx="2" presStyleCnt="4">
        <dgm:presLayoutVars>
          <dgm:bulletEnabled val="1"/>
        </dgm:presLayoutVars>
      </dgm:prSet>
      <dgm:spPr/>
    </dgm:pt>
    <dgm:pt modelId="{26FD3E8F-F3C8-43DE-80F9-D2CF895FC470}" type="pres">
      <dgm:prSet presAssocID="{2999645A-77BF-4400-9570-6D6532265F8F}" presName="childTextArrow" presStyleLbl="fgAccFollowNode1" presStyleIdx="3" presStyleCnt="4">
        <dgm:presLayoutVars>
          <dgm:bulletEnabled val="1"/>
        </dgm:presLayoutVars>
      </dgm:prSet>
      <dgm:spPr/>
    </dgm:pt>
  </dgm:ptLst>
  <dgm:cxnLst>
    <dgm:cxn modelId="{304DE402-AEF3-42CD-B280-8C21C29D0092}" srcId="{F0E360DF-41D2-4AE1-93F8-0CC8385231DE}" destId="{3EFE26E9-5961-4BB0-A536-A7C1AFD688BD}" srcOrd="0" destOrd="0" parTransId="{9802B20D-D717-4A26-8CDE-DC0B3082B671}" sibTransId="{1F43D899-E41C-443F-B6F3-23F2446A4D75}"/>
    <dgm:cxn modelId="{31FB291D-D8F8-487B-B702-F1E4ABDF79CB}" type="presOf" srcId="{288627F2-6C42-436D-8074-F27BE5B1BBE5}" destId="{17972C76-4A77-446A-B179-C9AB2D5DA448}" srcOrd="0" destOrd="0" presId="urn:microsoft.com/office/officeart/2005/8/layout/process4"/>
    <dgm:cxn modelId="{77CC3F29-4C1E-4E63-9831-24A483EDB3D4}" type="presOf" srcId="{7A777E7A-B4D1-422D-8FBC-BD0604C16405}" destId="{DFF2472B-4F40-4FA6-A78B-ECFCE062C942}" srcOrd="0" destOrd="0" presId="urn:microsoft.com/office/officeart/2005/8/layout/process4"/>
    <dgm:cxn modelId="{066ECE35-AD35-4D14-B42C-48F6CDDB97CF}" srcId="{3EFE26E9-5961-4BB0-A536-A7C1AFD688BD}" destId="{2999645A-77BF-4400-9570-6D6532265F8F}" srcOrd="1" destOrd="0" parTransId="{5BB35167-C7BB-4668-97A3-E810EF98993C}" sibTransId="{EF16DC7F-E53F-4D51-84B3-CE4431C39E89}"/>
    <dgm:cxn modelId="{FBB5FC3F-A52E-4B29-A6CC-2E0FF87D1D20}" type="presOf" srcId="{3EFE26E9-5961-4BB0-A536-A7C1AFD688BD}" destId="{1E7A994A-B6D6-4CFE-86BC-1284161D0FE0}" srcOrd="1" destOrd="0" presId="urn:microsoft.com/office/officeart/2005/8/layout/process4"/>
    <dgm:cxn modelId="{EFE34A68-B59B-415D-993D-3B49CECDECAE}" srcId="{A474B82A-E4B7-4F67-9939-C2E1C4F6A326}" destId="{51A94A03-0FC1-4FED-9E90-07FE64409167}" srcOrd="0" destOrd="0" parTransId="{012BA2D4-F127-40A9-A42B-3A1D80D71B8E}" sibTransId="{CCC9D918-D6F9-4A51-9E7F-A0BA09C81D70}"/>
    <dgm:cxn modelId="{0B430B69-0B67-40B8-B4C7-BD70FD70CA9D}" srcId="{3EFE26E9-5961-4BB0-A536-A7C1AFD688BD}" destId="{631D4293-79AC-454B-BE7D-E0D4D9C04256}" srcOrd="0" destOrd="0" parTransId="{3BFECCCE-9CC3-4160-B36F-5A69F720C6CD}" sibTransId="{DA4E30A5-F3DC-4765-A616-BEEB9E40591E}"/>
    <dgm:cxn modelId="{D71F546B-FA24-4FAD-A1FA-AFA838402077}" srcId="{F0E360DF-41D2-4AE1-93F8-0CC8385231DE}" destId="{A474B82A-E4B7-4F67-9939-C2E1C4F6A326}" srcOrd="1" destOrd="0" parTransId="{FFFDDF22-5356-4D9F-9BF7-2B1011B4445B}" sibTransId="{5631F219-8220-4012-AC51-8355CB26C922}"/>
    <dgm:cxn modelId="{D182796F-8675-4AE4-99C0-E5220F033C22}" type="presOf" srcId="{A474B82A-E4B7-4F67-9939-C2E1C4F6A326}" destId="{34DE4FCE-39A9-412C-8F63-A02C81DC4F69}" srcOrd="1" destOrd="0" presId="urn:microsoft.com/office/officeart/2005/8/layout/process4"/>
    <dgm:cxn modelId="{6F05B07F-E4D9-4ED0-BC51-E4EFAC77E380}" type="presOf" srcId="{2999645A-77BF-4400-9570-6D6532265F8F}" destId="{26FD3E8F-F3C8-43DE-80F9-D2CF895FC470}" srcOrd="0" destOrd="0" presId="urn:microsoft.com/office/officeart/2005/8/layout/process4"/>
    <dgm:cxn modelId="{06805888-FBB3-4976-ABE9-61D7075220FB}" type="presOf" srcId="{51A94A03-0FC1-4FED-9E90-07FE64409167}" destId="{5789A40E-7EBB-46DB-AA1A-1D90BBDB0189}" srcOrd="0" destOrd="0" presId="urn:microsoft.com/office/officeart/2005/8/layout/process4"/>
    <dgm:cxn modelId="{228E4B96-3674-4FB2-83F3-4E89E64022C1}" type="presOf" srcId="{3EFE26E9-5961-4BB0-A536-A7C1AFD688BD}" destId="{6AE07079-8124-4FDC-8713-DB5CBA282522}" srcOrd="0" destOrd="0" presId="urn:microsoft.com/office/officeart/2005/8/layout/process4"/>
    <dgm:cxn modelId="{5EB48BAF-85A1-4E2D-8080-8025F748309A}" srcId="{F0E360DF-41D2-4AE1-93F8-0CC8385231DE}" destId="{288627F2-6C42-436D-8074-F27BE5B1BBE5}" srcOrd="2" destOrd="0" parTransId="{5C933EEC-DC2F-4601-9CFF-91C4242891D2}" sibTransId="{AF877B16-E77C-4660-9929-7B193CDF4D8C}"/>
    <dgm:cxn modelId="{F121E4B5-D4B3-4C6B-9A06-25B244188968}" srcId="{288627F2-6C42-436D-8074-F27BE5B1BBE5}" destId="{7A777E7A-B4D1-422D-8FBC-BD0604C16405}" srcOrd="0" destOrd="0" parTransId="{4660F2AF-FDEE-4578-9529-8A6E9454083C}" sibTransId="{B9FDA091-1840-4F54-84D0-49461993C38A}"/>
    <dgm:cxn modelId="{C6E559B6-E18B-41FF-9741-E59796278E57}" type="presOf" srcId="{F0E360DF-41D2-4AE1-93F8-0CC8385231DE}" destId="{A445E421-BE7D-46A6-B0DF-48B6295FEF90}" srcOrd="0" destOrd="0" presId="urn:microsoft.com/office/officeart/2005/8/layout/process4"/>
    <dgm:cxn modelId="{F28D59CB-CD56-4465-8A03-E3ABA74591F9}" type="presOf" srcId="{631D4293-79AC-454B-BE7D-E0D4D9C04256}" destId="{DE72726B-01E0-479B-A451-E59BCEF4C921}" srcOrd="0" destOrd="0" presId="urn:microsoft.com/office/officeart/2005/8/layout/process4"/>
    <dgm:cxn modelId="{D25228E9-1FE6-441C-A93F-302B74FA7697}" type="presOf" srcId="{A474B82A-E4B7-4F67-9939-C2E1C4F6A326}" destId="{A1DEF6C6-5A55-4D3F-9CDF-3111D79A9680}" srcOrd="0" destOrd="0" presId="urn:microsoft.com/office/officeart/2005/8/layout/process4"/>
    <dgm:cxn modelId="{31452CED-6F19-480A-8005-D9CB1A1E2141}" type="presOf" srcId="{288627F2-6C42-436D-8074-F27BE5B1BBE5}" destId="{2BE2423B-FC49-467B-9D2F-915B97141543}" srcOrd="1" destOrd="0" presId="urn:microsoft.com/office/officeart/2005/8/layout/process4"/>
    <dgm:cxn modelId="{CA38C213-8B64-40B4-949C-9F713E7CD808}" type="presParOf" srcId="{A445E421-BE7D-46A6-B0DF-48B6295FEF90}" destId="{1B956C54-7509-4F99-9CB6-6611D46936D4}" srcOrd="0" destOrd="0" presId="urn:microsoft.com/office/officeart/2005/8/layout/process4"/>
    <dgm:cxn modelId="{5A5403EB-D504-407B-BDD3-6D52CEEC7FF0}" type="presParOf" srcId="{1B956C54-7509-4F99-9CB6-6611D46936D4}" destId="{17972C76-4A77-446A-B179-C9AB2D5DA448}" srcOrd="0" destOrd="0" presId="urn:microsoft.com/office/officeart/2005/8/layout/process4"/>
    <dgm:cxn modelId="{17F18850-CB0B-4170-B731-90570E7AB539}" type="presParOf" srcId="{1B956C54-7509-4F99-9CB6-6611D46936D4}" destId="{2BE2423B-FC49-467B-9D2F-915B97141543}" srcOrd="1" destOrd="0" presId="urn:microsoft.com/office/officeart/2005/8/layout/process4"/>
    <dgm:cxn modelId="{236A48A6-A669-4392-B42E-C8A84F411345}" type="presParOf" srcId="{1B956C54-7509-4F99-9CB6-6611D46936D4}" destId="{9167EF2D-84E0-40A8-8EC0-117CDB76625C}" srcOrd="2" destOrd="0" presId="urn:microsoft.com/office/officeart/2005/8/layout/process4"/>
    <dgm:cxn modelId="{561F9CAB-3C83-491A-B1EB-CF50B531DAD6}" type="presParOf" srcId="{9167EF2D-84E0-40A8-8EC0-117CDB76625C}" destId="{DFF2472B-4F40-4FA6-A78B-ECFCE062C942}" srcOrd="0" destOrd="0" presId="urn:microsoft.com/office/officeart/2005/8/layout/process4"/>
    <dgm:cxn modelId="{5B299856-A6F2-40A5-92AE-BF43166A1FA2}" type="presParOf" srcId="{A445E421-BE7D-46A6-B0DF-48B6295FEF90}" destId="{E74BFD77-21F7-4990-B8AC-9D782625F8F1}" srcOrd="1" destOrd="0" presId="urn:microsoft.com/office/officeart/2005/8/layout/process4"/>
    <dgm:cxn modelId="{1E38F888-1EBC-4212-B32C-52B946538214}" type="presParOf" srcId="{A445E421-BE7D-46A6-B0DF-48B6295FEF90}" destId="{D578CC0B-D88D-4AEF-A012-E94570E001C9}" srcOrd="2" destOrd="0" presId="urn:microsoft.com/office/officeart/2005/8/layout/process4"/>
    <dgm:cxn modelId="{55322024-3305-4AA9-B32E-E8A96EAB0C19}" type="presParOf" srcId="{D578CC0B-D88D-4AEF-A012-E94570E001C9}" destId="{A1DEF6C6-5A55-4D3F-9CDF-3111D79A9680}" srcOrd="0" destOrd="0" presId="urn:microsoft.com/office/officeart/2005/8/layout/process4"/>
    <dgm:cxn modelId="{3C87902B-8AC1-45F7-AE5C-A3B63D169296}" type="presParOf" srcId="{D578CC0B-D88D-4AEF-A012-E94570E001C9}" destId="{34DE4FCE-39A9-412C-8F63-A02C81DC4F69}" srcOrd="1" destOrd="0" presId="urn:microsoft.com/office/officeart/2005/8/layout/process4"/>
    <dgm:cxn modelId="{2BD185B1-9FDA-4D9E-8F11-B12977D9DFE4}" type="presParOf" srcId="{D578CC0B-D88D-4AEF-A012-E94570E001C9}" destId="{0C2C7AEA-C4D9-4C87-AAE5-863A66B0BB22}" srcOrd="2" destOrd="0" presId="urn:microsoft.com/office/officeart/2005/8/layout/process4"/>
    <dgm:cxn modelId="{86693D5D-3CEB-4FB9-9B4F-EA72A5B1456B}" type="presParOf" srcId="{0C2C7AEA-C4D9-4C87-AAE5-863A66B0BB22}" destId="{5789A40E-7EBB-46DB-AA1A-1D90BBDB0189}" srcOrd="0" destOrd="0" presId="urn:microsoft.com/office/officeart/2005/8/layout/process4"/>
    <dgm:cxn modelId="{E185A6E9-7CBF-4FB4-935A-A05BC4A32EBB}" type="presParOf" srcId="{A445E421-BE7D-46A6-B0DF-48B6295FEF90}" destId="{95470148-AEFA-4D42-A47A-41E18D69A178}" srcOrd="3" destOrd="0" presId="urn:microsoft.com/office/officeart/2005/8/layout/process4"/>
    <dgm:cxn modelId="{8BACCD19-F0CB-4598-8DAC-F425E48DB7CC}" type="presParOf" srcId="{A445E421-BE7D-46A6-B0DF-48B6295FEF90}" destId="{A22A5AA4-EF62-4403-8CA0-FCF24C68FA12}" srcOrd="4" destOrd="0" presId="urn:microsoft.com/office/officeart/2005/8/layout/process4"/>
    <dgm:cxn modelId="{69119202-597C-4746-90FA-5C80829D0812}" type="presParOf" srcId="{A22A5AA4-EF62-4403-8CA0-FCF24C68FA12}" destId="{6AE07079-8124-4FDC-8713-DB5CBA282522}" srcOrd="0" destOrd="0" presId="urn:microsoft.com/office/officeart/2005/8/layout/process4"/>
    <dgm:cxn modelId="{4D6E24D8-0434-41FC-8972-93F4C85D2CE8}" type="presParOf" srcId="{A22A5AA4-EF62-4403-8CA0-FCF24C68FA12}" destId="{1E7A994A-B6D6-4CFE-86BC-1284161D0FE0}" srcOrd="1" destOrd="0" presId="urn:microsoft.com/office/officeart/2005/8/layout/process4"/>
    <dgm:cxn modelId="{08ABCEB8-CAD2-4FD8-A1EE-3D74A9BEDA69}" type="presParOf" srcId="{A22A5AA4-EF62-4403-8CA0-FCF24C68FA12}" destId="{AACB4B96-AA2B-46AE-94C0-5F95B40FFCE6}" srcOrd="2" destOrd="0" presId="urn:microsoft.com/office/officeart/2005/8/layout/process4"/>
    <dgm:cxn modelId="{54457A73-A587-4762-A033-E97101DAD825}" type="presParOf" srcId="{AACB4B96-AA2B-46AE-94C0-5F95B40FFCE6}" destId="{DE72726B-01E0-479B-A451-E59BCEF4C921}" srcOrd="0" destOrd="0" presId="urn:microsoft.com/office/officeart/2005/8/layout/process4"/>
    <dgm:cxn modelId="{53399C2E-75CB-4726-80E4-17F8D2FB716D}" type="presParOf" srcId="{AACB4B96-AA2B-46AE-94C0-5F95B40FFCE6}" destId="{26FD3E8F-F3C8-43DE-80F9-D2CF895FC470}" srcOrd="1"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0E360DF-41D2-4AE1-93F8-0CC8385231DE}" type="doc">
      <dgm:prSet loTypeId="urn:microsoft.com/office/officeart/2005/8/layout/process4" loCatId="process" qsTypeId="urn:microsoft.com/office/officeart/2005/8/quickstyle/simple1" qsCatId="simple" csTypeId="urn:microsoft.com/office/officeart/2005/8/colors/accent0_3" csCatId="mainScheme" phldr="1"/>
      <dgm:spPr/>
    </dgm:pt>
    <dgm:pt modelId="{3EFE26E9-5961-4BB0-A536-A7C1AFD688BD}">
      <dgm:prSet phldrT="[Text]" custT="1"/>
      <dgm:spPr/>
      <dgm:t>
        <a:bodyPr/>
        <a:lstStyle/>
        <a:p>
          <a:r>
            <a:rPr lang="en-GB" sz="2800" dirty="0"/>
            <a:t>Relaxation of the diaphragm and external intercostals </a:t>
          </a:r>
        </a:p>
      </dgm:t>
    </dgm:pt>
    <dgm:pt modelId="{9802B20D-D717-4A26-8CDE-DC0B3082B671}" type="parTrans" cxnId="{304DE402-AEF3-42CD-B280-8C21C29D0092}">
      <dgm:prSet/>
      <dgm:spPr/>
      <dgm:t>
        <a:bodyPr/>
        <a:lstStyle/>
        <a:p>
          <a:endParaRPr lang="en-GB"/>
        </a:p>
      </dgm:t>
    </dgm:pt>
    <dgm:pt modelId="{1F43D899-E41C-443F-B6F3-23F2446A4D75}" type="sibTrans" cxnId="{304DE402-AEF3-42CD-B280-8C21C29D0092}">
      <dgm:prSet/>
      <dgm:spPr/>
      <dgm:t>
        <a:bodyPr/>
        <a:lstStyle/>
        <a:p>
          <a:endParaRPr lang="en-GB"/>
        </a:p>
      </dgm:t>
    </dgm:pt>
    <dgm:pt modelId="{A474B82A-E4B7-4F67-9939-C2E1C4F6A326}">
      <dgm:prSet phldrT="[Text]"/>
      <dgm:spPr/>
      <dgm:t>
        <a:bodyPr/>
        <a:lstStyle/>
        <a:p>
          <a:r>
            <a:rPr lang="en-GB" dirty="0"/>
            <a:t>Decreased volume in the chest </a:t>
          </a:r>
        </a:p>
      </dgm:t>
    </dgm:pt>
    <dgm:pt modelId="{FFFDDF22-5356-4D9F-9BF7-2B1011B4445B}" type="parTrans" cxnId="{D71F546B-FA24-4FAD-A1FA-AFA838402077}">
      <dgm:prSet/>
      <dgm:spPr/>
      <dgm:t>
        <a:bodyPr/>
        <a:lstStyle/>
        <a:p>
          <a:endParaRPr lang="en-GB"/>
        </a:p>
      </dgm:t>
    </dgm:pt>
    <dgm:pt modelId="{5631F219-8220-4012-AC51-8355CB26C922}" type="sibTrans" cxnId="{D71F546B-FA24-4FAD-A1FA-AFA838402077}">
      <dgm:prSet/>
      <dgm:spPr/>
      <dgm:t>
        <a:bodyPr/>
        <a:lstStyle/>
        <a:p>
          <a:endParaRPr lang="en-GB"/>
        </a:p>
      </dgm:t>
    </dgm:pt>
    <dgm:pt modelId="{631D4293-79AC-454B-BE7D-E0D4D9C04256}">
      <dgm:prSet phldrT="[Text]"/>
      <dgm:spPr/>
      <dgm:t>
        <a:bodyPr/>
        <a:lstStyle/>
        <a:p>
          <a:r>
            <a:rPr lang="en-GB" dirty="0"/>
            <a:t>Ribs move </a:t>
          </a:r>
          <a:r>
            <a:rPr lang="en-GB" b="1" dirty="0">
              <a:solidFill>
                <a:srgbClr val="FF0000"/>
              </a:solidFill>
            </a:rPr>
            <a:t>down</a:t>
          </a:r>
          <a:r>
            <a:rPr lang="en-GB" dirty="0"/>
            <a:t> and </a:t>
          </a:r>
          <a:r>
            <a:rPr lang="en-GB" b="1" dirty="0">
              <a:solidFill>
                <a:srgbClr val="FF0000"/>
              </a:solidFill>
            </a:rPr>
            <a:t>in </a:t>
          </a:r>
        </a:p>
      </dgm:t>
    </dgm:pt>
    <dgm:pt modelId="{3BFECCCE-9CC3-4160-B36F-5A69F720C6CD}" type="parTrans" cxnId="{0B430B69-0B67-40B8-B4C7-BD70FD70CA9D}">
      <dgm:prSet/>
      <dgm:spPr/>
      <dgm:t>
        <a:bodyPr/>
        <a:lstStyle/>
        <a:p>
          <a:endParaRPr lang="en-GB"/>
        </a:p>
      </dgm:t>
    </dgm:pt>
    <dgm:pt modelId="{DA4E30A5-F3DC-4765-A616-BEEB9E40591E}" type="sibTrans" cxnId="{0B430B69-0B67-40B8-B4C7-BD70FD70CA9D}">
      <dgm:prSet/>
      <dgm:spPr/>
      <dgm:t>
        <a:bodyPr/>
        <a:lstStyle/>
        <a:p>
          <a:endParaRPr lang="en-GB"/>
        </a:p>
      </dgm:t>
    </dgm:pt>
    <dgm:pt modelId="{2999645A-77BF-4400-9570-6D6532265F8F}">
      <dgm:prSet phldrT="[Text]"/>
      <dgm:spPr/>
      <dgm:t>
        <a:bodyPr/>
        <a:lstStyle/>
        <a:p>
          <a:r>
            <a:rPr lang="en-GB" dirty="0"/>
            <a:t>Diaphragm </a:t>
          </a:r>
          <a:r>
            <a:rPr lang="en-GB" b="1" dirty="0">
              <a:solidFill>
                <a:srgbClr val="FF0000"/>
              </a:solidFill>
            </a:rPr>
            <a:t>domes</a:t>
          </a:r>
          <a:r>
            <a:rPr lang="en-GB" dirty="0"/>
            <a:t> and </a:t>
          </a:r>
          <a:r>
            <a:rPr lang="en-GB" b="1" dirty="0">
              <a:solidFill>
                <a:srgbClr val="FF0000"/>
              </a:solidFill>
            </a:rPr>
            <a:t>moves up</a:t>
          </a:r>
        </a:p>
      </dgm:t>
    </dgm:pt>
    <dgm:pt modelId="{5BB35167-C7BB-4668-97A3-E810EF98993C}" type="parTrans" cxnId="{066ECE35-AD35-4D14-B42C-48F6CDDB97CF}">
      <dgm:prSet/>
      <dgm:spPr/>
      <dgm:t>
        <a:bodyPr/>
        <a:lstStyle/>
        <a:p>
          <a:endParaRPr lang="en-GB"/>
        </a:p>
      </dgm:t>
    </dgm:pt>
    <dgm:pt modelId="{EF16DC7F-E53F-4D51-84B3-CE4431C39E89}" type="sibTrans" cxnId="{066ECE35-AD35-4D14-B42C-48F6CDDB97CF}">
      <dgm:prSet/>
      <dgm:spPr/>
      <dgm:t>
        <a:bodyPr/>
        <a:lstStyle/>
        <a:p>
          <a:endParaRPr lang="en-GB"/>
        </a:p>
      </dgm:t>
    </dgm:pt>
    <dgm:pt modelId="{51A94A03-0FC1-4FED-9E90-07FE64409167}">
      <dgm:prSet phldrT="[Text]"/>
      <dgm:spPr/>
      <dgm:t>
        <a:bodyPr/>
        <a:lstStyle/>
        <a:p>
          <a:r>
            <a:rPr lang="en-GB" b="1" dirty="0">
              <a:solidFill>
                <a:srgbClr val="FF0000"/>
              </a:solidFill>
            </a:rPr>
            <a:t>Increases</a:t>
          </a:r>
          <a:r>
            <a:rPr lang="en-GB" dirty="0"/>
            <a:t> the pressure in the thorax (intrathoracic pressure) </a:t>
          </a:r>
        </a:p>
      </dgm:t>
    </dgm:pt>
    <dgm:pt modelId="{012BA2D4-F127-40A9-A42B-3A1D80D71B8E}" type="parTrans" cxnId="{EFE34A68-B59B-415D-993D-3B49CECDECAE}">
      <dgm:prSet/>
      <dgm:spPr/>
      <dgm:t>
        <a:bodyPr/>
        <a:lstStyle/>
        <a:p>
          <a:endParaRPr lang="en-GB"/>
        </a:p>
      </dgm:t>
    </dgm:pt>
    <dgm:pt modelId="{CCC9D918-D6F9-4A51-9E7F-A0BA09C81D70}" type="sibTrans" cxnId="{EFE34A68-B59B-415D-993D-3B49CECDECAE}">
      <dgm:prSet/>
      <dgm:spPr/>
      <dgm:t>
        <a:bodyPr/>
        <a:lstStyle/>
        <a:p>
          <a:endParaRPr lang="en-GB"/>
        </a:p>
      </dgm:t>
    </dgm:pt>
    <dgm:pt modelId="{288627F2-6C42-436D-8074-F27BE5B1BBE5}">
      <dgm:prSet phldrT="[Text]"/>
      <dgm:spPr/>
      <dgm:t>
        <a:bodyPr/>
        <a:lstStyle/>
        <a:p>
          <a:r>
            <a:rPr lang="en-GB" dirty="0"/>
            <a:t>Air pushed out</a:t>
          </a:r>
        </a:p>
      </dgm:t>
    </dgm:pt>
    <dgm:pt modelId="{5C933EEC-DC2F-4601-9CFF-91C4242891D2}" type="parTrans" cxnId="{5EB48BAF-85A1-4E2D-8080-8025F748309A}">
      <dgm:prSet/>
      <dgm:spPr/>
      <dgm:t>
        <a:bodyPr/>
        <a:lstStyle/>
        <a:p>
          <a:endParaRPr lang="en-GB"/>
        </a:p>
      </dgm:t>
    </dgm:pt>
    <dgm:pt modelId="{AF877B16-E77C-4660-9929-7B193CDF4D8C}" type="sibTrans" cxnId="{5EB48BAF-85A1-4E2D-8080-8025F748309A}">
      <dgm:prSet/>
      <dgm:spPr/>
      <dgm:t>
        <a:bodyPr/>
        <a:lstStyle/>
        <a:p>
          <a:endParaRPr lang="en-GB"/>
        </a:p>
      </dgm:t>
    </dgm:pt>
    <dgm:pt modelId="{7A777E7A-B4D1-422D-8FBC-BD0604C16405}">
      <dgm:prSet phldrT="[Text]"/>
      <dgm:spPr/>
      <dgm:t>
        <a:bodyPr/>
        <a:lstStyle/>
        <a:p>
          <a:r>
            <a:rPr lang="en-GB" dirty="0"/>
            <a:t>Air moves </a:t>
          </a:r>
          <a:r>
            <a:rPr lang="en-GB" b="1" dirty="0">
              <a:solidFill>
                <a:srgbClr val="FF0000"/>
              </a:solidFill>
            </a:rPr>
            <a:t>down a pressure gradient </a:t>
          </a:r>
          <a:r>
            <a:rPr lang="en-GB" dirty="0"/>
            <a:t>from high to low </a:t>
          </a:r>
        </a:p>
      </dgm:t>
    </dgm:pt>
    <dgm:pt modelId="{4660F2AF-FDEE-4578-9529-8A6E9454083C}" type="parTrans" cxnId="{F121E4B5-D4B3-4C6B-9A06-25B244188968}">
      <dgm:prSet/>
      <dgm:spPr/>
      <dgm:t>
        <a:bodyPr/>
        <a:lstStyle/>
        <a:p>
          <a:endParaRPr lang="en-GB"/>
        </a:p>
      </dgm:t>
    </dgm:pt>
    <dgm:pt modelId="{B9FDA091-1840-4F54-84D0-49461993C38A}" type="sibTrans" cxnId="{F121E4B5-D4B3-4C6B-9A06-25B244188968}">
      <dgm:prSet/>
      <dgm:spPr/>
      <dgm:t>
        <a:bodyPr/>
        <a:lstStyle/>
        <a:p>
          <a:endParaRPr lang="en-GB"/>
        </a:p>
      </dgm:t>
    </dgm:pt>
    <dgm:pt modelId="{96649381-B6DC-4139-82CD-5389899119C6}">
      <dgm:prSet phldrT="[Text]"/>
      <dgm:spPr/>
      <dgm:t>
        <a:bodyPr/>
        <a:lstStyle/>
        <a:p>
          <a:r>
            <a:rPr lang="en-GB" b="0" dirty="0">
              <a:solidFill>
                <a:schemeClr val="tx1"/>
              </a:solidFill>
            </a:rPr>
            <a:t>Lung fibres </a:t>
          </a:r>
          <a:r>
            <a:rPr lang="en-GB" b="1" dirty="0">
              <a:solidFill>
                <a:srgbClr val="FF0000"/>
              </a:solidFill>
            </a:rPr>
            <a:t>recoil</a:t>
          </a:r>
        </a:p>
      </dgm:t>
    </dgm:pt>
    <dgm:pt modelId="{F85E726A-35CB-408C-8BA8-9CDD926213B7}" type="parTrans" cxnId="{D1ECC706-A19C-4807-AF2C-A6F4C710FED3}">
      <dgm:prSet/>
      <dgm:spPr/>
      <dgm:t>
        <a:bodyPr/>
        <a:lstStyle/>
        <a:p>
          <a:endParaRPr lang="en-GB"/>
        </a:p>
      </dgm:t>
    </dgm:pt>
    <dgm:pt modelId="{C2B81617-8E6D-4970-8C24-4971B5465D4D}" type="sibTrans" cxnId="{D1ECC706-A19C-4807-AF2C-A6F4C710FED3}">
      <dgm:prSet/>
      <dgm:spPr/>
      <dgm:t>
        <a:bodyPr/>
        <a:lstStyle/>
        <a:p>
          <a:endParaRPr lang="en-GB"/>
        </a:p>
      </dgm:t>
    </dgm:pt>
    <dgm:pt modelId="{A445E421-BE7D-46A6-B0DF-48B6295FEF90}" type="pres">
      <dgm:prSet presAssocID="{F0E360DF-41D2-4AE1-93F8-0CC8385231DE}" presName="Name0" presStyleCnt="0">
        <dgm:presLayoutVars>
          <dgm:dir/>
          <dgm:animLvl val="lvl"/>
          <dgm:resizeHandles val="exact"/>
        </dgm:presLayoutVars>
      </dgm:prSet>
      <dgm:spPr/>
    </dgm:pt>
    <dgm:pt modelId="{1B956C54-7509-4F99-9CB6-6611D46936D4}" type="pres">
      <dgm:prSet presAssocID="{288627F2-6C42-436D-8074-F27BE5B1BBE5}" presName="boxAndChildren" presStyleCnt="0"/>
      <dgm:spPr/>
    </dgm:pt>
    <dgm:pt modelId="{17972C76-4A77-446A-B179-C9AB2D5DA448}" type="pres">
      <dgm:prSet presAssocID="{288627F2-6C42-436D-8074-F27BE5B1BBE5}" presName="parentTextBox" presStyleLbl="node1" presStyleIdx="0" presStyleCnt="3"/>
      <dgm:spPr/>
    </dgm:pt>
    <dgm:pt modelId="{2BE2423B-FC49-467B-9D2F-915B97141543}" type="pres">
      <dgm:prSet presAssocID="{288627F2-6C42-436D-8074-F27BE5B1BBE5}" presName="entireBox" presStyleLbl="node1" presStyleIdx="0" presStyleCnt="3"/>
      <dgm:spPr/>
    </dgm:pt>
    <dgm:pt modelId="{9167EF2D-84E0-40A8-8EC0-117CDB76625C}" type="pres">
      <dgm:prSet presAssocID="{288627F2-6C42-436D-8074-F27BE5B1BBE5}" presName="descendantBox" presStyleCnt="0"/>
      <dgm:spPr/>
    </dgm:pt>
    <dgm:pt modelId="{DFF2472B-4F40-4FA6-A78B-ECFCE062C942}" type="pres">
      <dgm:prSet presAssocID="{7A777E7A-B4D1-422D-8FBC-BD0604C16405}" presName="childTextBox" presStyleLbl="fgAccFollowNode1" presStyleIdx="0" presStyleCnt="5">
        <dgm:presLayoutVars>
          <dgm:bulletEnabled val="1"/>
        </dgm:presLayoutVars>
      </dgm:prSet>
      <dgm:spPr/>
    </dgm:pt>
    <dgm:pt modelId="{E74BFD77-21F7-4990-B8AC-9D782625F8F1}" type="pres">
      <dgm:prSet presAssocID="{5631F219-8220-4012-AC51-8355CB26C922}" presName="sp" presStyleCnt="0"/>
      <dgm:spPr/>
    </dgm:pt>
    <dgm:pt modelId="{D578CC0B-D88D-4AEF-A012-E94570E001C9}" type="pres">
      <dgm:prSet presAssocID="{A474B82A-E4B7-4F67-9939-C2E1C4F6A326}" presName="arrowAndChildren" presStyleCnt="0"/>
      <dgm:spPr/>
    </dgm:pt>
    <dgm:pt modelId="{A1DEF6C6-5A55-4D3F-9CDF-3111D79A9680}" type="pres">
      <dgm:prSet presAssocID="{A474B82A-E4B7-4F67-9939-C2E1C4F6A326}" presName="parentTextArrow" presStyleLbl="node1" presStyleIdx="0" presStyleCnt="3"/>
      <dgm:spPr/>
    </dgm:pt>
    <dgm:pt modelId="{34DE4FCE-39A9-412C-8F63-A02C81DC4F69}" type="pres">
      <dgm:prSet presAssocID="{A474B82A-E4B7-4F67-9939-C2E1C4F6A326}" presName="arrow" presStyleLbl="node1" presStyleIdx="1" presStyleCnt="3"/>
      <dgm:spPr/>
    </dgm:pt>
    <dgm:pt modelId="{0C2C7AEA-C4D9-4C87-AAE5-863A66B0BB22}" type="pres">
      <dgm:prSet presAssocID="{A474B82A-E4B7-4F67-9939-C2E1C4F6A326}" presName="descendantArrow" presStyleCnt="0"/>
      <dgm:spPr/>
    </dgm:pt>
    <dgm:pt modelId="{5789A40E-7EBB-46DB-AA1A-1D90BBDB0189}" type="pres">
      <dgm:prSet presAssocID="{51A94A03-0FC1-4FED-9E90-07FE64409167}" presName="childTextArrow" presStyleLbl="fgAccFollowNode1" presStyleIdx="1" presStyleCnt="5">
        <dgm:presLayoutVars>
          <dgm:bulletEnabled val="1"/>
        </dgm:presLayoutVars>
      </dgm:prSet>
      <dgm:spPr/>
    </dgm:pt>
    <dgm:pt modelId="{95470148-AEFA-4D42-A47A-41E18D69A178}" type="pres">
      <dgm:prSet presAssocID="{1F43D899-E41C-443F-B6F3-23F2446A4D75}" presName="sp" presStyleCnt="0"/>
      <dgm:spPr/>
    </dgm:pt>
    <dgm:pt modelId="{A22A5AA4-EF62-4403-8CA0-FCF24C68FA12}" type="pres">
      <dgm:prSet presAssocID="{3EFE26E9-5961-4BB0-A536-A7C1AFD688BD}" presName="arrowAndChildren" presStyleCnt="0"/>
      <dgm:spPr/>
    </dgm:pt>
    <dgm:pt modelId="{6AE07079-8124-4FDC-8713-DB5CBA282522}" type="pres">
      <dgm:prSet presAssocID="{3EFE26E9-5961-4BB0-A536-A7C1AFD688BD}" presName="parentTextArrow" presStyleLbl="node1" presStyleIdx="1" presStyleCnt="3"/>
      <dgm:spPr/>
    </dgm:pt>
    <dgm:pt modelId="{1E7A994A-B6D6-4CFE-86BC-1284161D0FE0}" type="pres">
      <dgm:prSet presAssocID="{3EFE26E9-5961-4BB0-A536-A7C1AFD688BD}" presName="arrow" presStyleLbl="node1" presStyleIdx="2" presStyleCnt="3" custScaleX="99196" custScaleY="98155"/>
      <dgm:spPr/>
    </dgm:pt>
    <dgm:pt modelId="{AACB4B96-AA2B-46AE-94C0-5F95B40FFCE6}" type="pres">
      <dgm:prSet presAssocID="{3EFE26E9-5961-4BB0-A536-A7C1AFD688BD}" presName="descendantArrow" presStyleCnt="0"/>
      <dgm:spPr/>
    </dgm:pt>
    <dgm:pt modelId="{DE72726B-01E0-479B-A451-E59BCEF4C921}" type="pres">
      <dgm:prSet presAssocID="{631D4293-79AC-454B-BE7D-E0D4D9C04256}" presName="childTextArrow" presStyleLbl="fgAccFollowNode1" presStyleIdx="2" presStyleCnt="5">
        <dgm:presLayoutVars>
          <dgm:bulletEnabled val="1"/>
        </dgm:presLayoutVars>
      </dgm:prSet>
      <dgm:spPr/>
    </dgm:pt>
    <dgm:pt modelId="{26FD3E8F-F3C8-43DE-80F9-D2CF895FC470}" type="pres">
      <dgm:prSet presAssocID="{2999645A-77BF-4400-9570-6D6532265F8F}" presName="childTextArrow" presStyleLbl="fgAccFollowNode1" presStyleIdx="3" presStyleCnt="5">
        <dgm:presLayoutVars>
          <dgm:bulletEnabled val="1"/>
        </dgm:presLayoutVars>
      </dgm:prSet>
      <dgm:spPr/>
    </dgm:pt>
    <dgm:pt modelId="{3BD9E74A-C1D7-4FF5-9626-94D02004CBCD}" type="pres">
      <dgm:prSet presAssocID="{96649381-B6DC-4139-82CD-5389899119C6}" presName="childTextArrow" presStyleLbl="fgAccFollowNode1" presStyleIdx="4" presStyleCnt="5">
        <dgm:presLayoutVars>
          <dgm:bulletEnabled val="1"/>
        </dgm:presLayoutVars>
      </dgm:prSet>
      <dgm:spPr/>
    </dgm:pt>
  </dgm:ptLst>
  <dgm:cxnLst>
    <dgm:cxn modelId="{304DE402-AEF3-42CD-B280-8C21C29D0092}" srcId="{F0E360DF-41D2-4AE1-93F8-0CC8385231DE}" destId="{3EFE26E9-5961-4BB0-A536-A7C1AFD688BD}" srcOrd="0" destOrd="0" parTransId="{9802B20D-D717-4A26-8CDE-DC0B3082B671}" sibTransId="{1F43D899-E41C-443F-B6F3-23F2446A4D75}"/>
    <dgm:cxn modelId="{D1ECC706-A19C-4807-AF2C-A6F4C710FED3}" srcId="{3EFE26E9-5961-4BB0-A536-A7C1AFD688BD}" destId="{96649381-B6DC-4139-82CD-5389899119C6}" srcOrd="2" destOrd="0" parTransId="{F85E726A-35CB-408C-8BA8-9CDD926213B7}" sibTransId="{C2B81617-8E6D-4970-8C24-4971B5465D4D}"/>
    <dgm:cxn modelId="{EB1E5A16-9DAF-4B6C-BF4A-1C94DDBC075C}" type="presOf" srcId="{96649381-B6DC-4139-82CD-5389899119C6}" destId="{3BD9E74A-C1D7-4FF5-9626-94D02004CBCD}" srcOrd="0" destOrd="0" presId="urn:microsoft.com/office/officeart/2005/8/layout/process4"/>
    <dgm:cxn modelId="{31FB291D-D8F8-487B-B702-F1E4ABDF79CB}" type="presOf" srcId="{288627F2-6C42-436D-8074-F27BE5B1BBE5}" destId="{17972C76-4A77-446A-B179-C9AB2D5DA448}" srcOrd="0" destOrd="0" presId="urn:microsoft.com/office/officeart/2005/8/layout/process4"/>
    <dgm:cxn modelId="{77CC3F29-4C1E-4E63-9831-24A483EDB3D4}" type="presOf" srcId="{7A777E7A-B4D1-422D-8FBC-BD0604C16405}" destId="{DFF2472B-4F40-4FA6-A78B-ECFCE062C942}" srcOrd="0" destOrd="0" presId="urn:microsoft.com/office/officeart/2005/8/layout/process4"/>
    <dgm:cxn modelId="{066ECE35-AD35-4D14-B42C-48F6CDDB97CF}" srcId="{3EFE26E9-5961-4BB0-A536-A7C1AFD688BD}" destId="{2999645A-77BF-4400-9570-6D6532265F8F}" srcOrd="1" destOrd="0" parTransId="{5BB35167-C7BB-4668-97A3-E810EF98993C}" sibTransId="{EF16DC7F-E53F-4D51-84B3-CE4431C39E89}"/>
    <dgm:cxn modelId="{FBB5FC3F-A52E-4B29-A6CC-2E0FF87D1D20}" type="presOf" srcId="{3EFE26E9-5961-4BB0-A536-A7C1AFD688BD}" destId="{1E7A994A-B6D6-4CFE-86BC-1284161D0FE0}" srcOrd="1" destOrd="0" presId="urn:microsoft.com/office/officeart/2005/8/layout/process4"/>
    <dgm:cxn modelId="{EFE34A68-B59B-415D-993D-3B49CECDECAE}" srcId="{A474B82A-E4B7-4F67-9939-C2E1C4F6A326}" destId="{51A94A03-0FC1-4FED-9E90-07FE64409167}" srcOrd="0" destOrd="0" parTransId="{012BA2D4-F127-40A9-A42B-3A1D80D71B8E}" sibTransId="{CCC9D918-D6F9-4A51-9E7F-A0BA09C81D70}"/>
    <dgm:cxn modelId="{0B430B69-0B67-40B8-B4C7-BD70FD70CA9D}" srcId="{3EFE26E9-5961-4BB0-A536-A7C1AFD688BD}" destId="{631D4293-79AC-454B-BE7D-E0D4D9C04256}" srcOrd="0" destOrd="0" parTransId="{3BFECCCE-9CC3-4160-B36F-5A69F720C6CD}" sibTransId="{DA4E30A5-F3DC-4765-A616-BEEB9E40591E}"/>
    <dgm:cxn modelId="{D71F546B-FA24-4FAD-A1FA-AFA838402077}" srcId="{F0E360DF-41D2-4AE1-93F8-0CC8385231DE}" destId="{A474B82A-E4B7-4F67-9939-C2E1C4F6A326}" srcOrd="1" destOrd="0" parTransId="{FFFDDF22-5356-4D9F-9BF7-2B1011B4445B}" sibTransId="{5631F219-8220-4012-AC51-8355CB26C922}"/>
    <dgm:cxn modelId="{D182796F-8675-4AE4-99C0-E5220F033C22}" type="presOf" srcId="{A474B82A-E4B7-4F67-9939-C2E1C4F6A326}" destId="{34DE4FCE-39A9-412C-8F63-A02C81DC4F69}" srcOrd="1" destOrd="0" presId="urn:microsoft.com/office/officeart/2005/8/layout/process4"/>
    <dgm:cxn modelId="{6F05B07F-E4D9-4ED0-BC51-E4EFAC77E380}" type="presOf" srcId="{2999645A-77BF-4400-9570-6D6532265F8F}" destId="{26FD3E8F-F3C8-43DE-80F9-D2CF895FC470}" srcOrd="0" destOrd="0" presId="urn:microsoft.com/office/officeart/2005/8/layout/process4"/>
    <dgm:cxn modelId="{06805888-FBB3-4976-ABE9-61D7075220FB}" type="presOf" srcId="{51A94A03-0FC1-4FED-9E90-07FE64409167}" destId="{5789A40E-7EBB-46DB-AA1A-1D90BBDB0189}" srcOrd="0" destOrd="0" presId="urn:microsoft.com/office/officeart/2005/8/layout/process4"/>
    <dgm:cxn modelId="{228E4B96-3674-4FB2-83F3-4E89E64022C1}" type="presOf" srcId="{3EFE26E9-5961-4BB0-A536-A7C1AFD688BD}" destId="{6AE07079-8124-4FDC-8713-DB5CBA282522}" srcOrd="0" destOrd="0" presId="urn:microsoft.com/office/officeart/2005/8/layout/process4"/>
    <dgm:cxn modelId="{5EB48BAF-85A1-4E2D-8080-8025F748309A}" srcId="{F0E360DF-41D2-4AE1-93F8-0CC8385231DE}" destId="{288627F2-6C42-436D-8074-F27BE5B1BBE5}" srcOrd="2" destOrd="0" parTransId="{5C933EEC-DC2F-4601-9CFF-91C4242891D2}" sibTransId="{AF877B16-E77C-4660-9929-7B193CDF4D8C}"/>
    <dgm:cxn modelId="{F121E4B5-D4B3-4C6B-9A06-25B244188968}" srcId="{288627F2-6C42-436D-8074-F27BE5B1BBE5}" destId="{7A777E7A-B4D1-422D-8FBC-BD0604C16405}" srcOrd="0" destOrd="0" parTransId="{4660F2AF-FDEE-4578-9529-8A6E9454083C}" sibTransId="{B9FDA091-1840-4F54-84D0-49461993C38A}"/>
    <dgm:cxn modelId="{C6E559B6-E18B-41FF-9741-E59796278E57}" type="presOf" srcId="{F0E360DF-41D2-4AE1-93F8-0CC8385231DE}" destId="{A445E421-BE7D-46A6-B0DF-48B6295FEF90}" srcOrd="0" destOrd="0" presId="urn:microsoft.com/office/officeart/2005/8/layout/process4"/>
    <dgm:cxn modelId="{F28D59CB-CD56-4465-8A03-E3ABA74591F9}" type="presOf" srcId="{631D4293-79AC-454B-BE7D-E0D4D9C04256}" destId="{DE72726B-01E0-479B-A451-E59BCEF4C921}" srcOrd="0" destOrd="0" presId="urn:microsoft.com/office/officeart/2005/8/layout/process4"/>
    <dgm:cxn modelId="{D25228E9-1FE6-441C-A93F-302B74FA7697}" type="presOf" srcId="{A474B82A-E4B7-4F67-9939-C2E1C4F6A326}" destId="{A1DEF6C6-5A55-4D3F-9CDF-3111D79A9680}" srcOrd="0" destOrd="0" presId="urn:microsoft.com/office/officeart/2005/8/layout/process4"/>
    <dgm:cxn modelId="{31452CED-6F19-480A-8005-D9CB1A1E2141}" type="presOf" srcId="{288627F2-6C42-436D-8074-F27BE5B1BBE5}" destId="{2BE2423B-FC49-467B-9D2F-915B97141543}" srcOrd="1" destOrd="0" presId="urn:microsoft.com/office/officeart/2005/8/layout/process4"/>
    <dgm:cxn modelId="{CA38C213-8B64-40B4-949C-9F713E7CD808}" type="presParOf" srcId="{A445E421-BE7D-46A6-B0DF-48B6295FEF90}" destId="{1B956C54-7509-4F99-9CB6-6611D46936D4}" srcOrd="0" destOrd="0" presId="urn:microsoft.com/office/officeart/2005/8/layout/process4"/>
    <dgm:cxn modelId="{5A5403EB-D504-407B-BDD3-6D52CEEC7FF0}" type="presParOf" srcId="{1B956C54-7509-4F99-9CB6-6611D46936D4}" destId="{17972C76-4A77-446A-B179-C9AB2D5DA448}" srcOrd="0" destOrd="0" presId="urn:microsoft.com/office/officeart/2005/8/layout/process4"/>
    <dgm:cxn modelId="{17F18850-CB0B-4170-B731-90570E7AB539}" type="presParOf" srcId="{1B956C54-7509-4F99-9CB6-6611D46936D4}" destId="{2BE2423B-FC49-467B-9D2F-915B97141543}" srcOrd="1" destOrd="0" presId="urn:microsoft.com/office/officeart/2005/8/layout/process4"/>
    <dgm:cxn modelId="{236A48A6-A669-4392-B42E-C8A84F411345}" type="presParOf" srcId="{1B956C54-7509-4F99-9CB6-6611D46936D4}" destId="{9167EF2D-84E0-40A8-8EC0-117CDB76625C}" srcOrd="2" destOrd="0" presId="urn:microsoft.com/office/officeart/2005/8/layout/process4"/>
    <dgm:cxn modelId="{561F9CAB-3C83-491A-B1EB-CF50B531DAD6}" type="presParOf" srcId="{9167EF2D-84E0-40A8-8EC0-117CDB76625C}" destId="{DFF2472B-4F40-4FA6-A78B-ECFCE062C942}" srcOrd="0" destOrd="0" presId="urn:microsoft.com/office/officeart/2005/8/layout/process4"/>
    <dgm:cxn modelId="{5B299856-A6F2-40A5-92AE-BF43166A1FA2}" type="presParOf" srcId="{A445E421-BE7D-46A6-B0DF-48B6295FEF90}" destId="{E74BFD77-21F7-4990-B8AC-9D782625F8F1}" srcOrd="1" destOrd="0" presId="urn:microsoft.com/office/officeart/2005/8/layout/process4"/>
    <dgm:cxn modelId="{1E38F888-1EBC-4212-B32C-52B946538214}" type="presParOf" srcId="{A445E421-BE7D-46A6-B0DF-48B6295FEF90}" destId="{D578CC0B-D88D-4AEF-A012-E94570E001C9}" srcOrd="2" destOrd="0" presId="urn:microsoft.com/office/officeart/2005/8/layout/process4"/>
    <dgm:cxn modelId="{55322024-3305-4AA9-B32E-E8A96EAB0C19}" type="presParOf" srcId="{D578CC0B-D88D-4AEF-A012-E94570E001C9}" destId="{A1DEF6C6-5A55-4D3F-9CDF-3111D79A9680}" srcOrd="0" destOrd="0" presId="urn:microsoft.com/office/officeart/2005/8/layout/process4"/>
    <dgm:cxn modelId="{3C87902B-8AC1-45F7-AE5C-A3B63D169296}" type="presParOf" srcId="{D578CC0B-D88D-4AEF-A012-E94570E001C9}" destId="{34DE4FCE-39A9-412C-8F63-A02C81DC4F69}" srcOrd="1" destOrd="0" presId="urn:microsoft.com/office/officeart/2005/8/layout/process4"/>
    <dgm:cxn modelId="{2BD185B1-9FDA-4D9E-8F11-B12977D9DFE4}" type="presParOf" srcId="{D578CC0B-D88D-4AEF-A012-E94570E001C9}" destId="{0C2C7AEA-C4D9-4C87-AAE5-863A66B0BB22}" srcOrd="2" destOrd="0" presId="urn:microsoft.com/office/officeart/2005/8/layout/process4"/>
    <dgm:cxn modelId="{86693D5D-3CEB-4FB9-9B4F-EA72A5B1456B}" type="presParOf" srcId="{0C2C7AEA-C4D9-4C87-AAE5-863A66B0BB22}" destId="{5789A40E-7EBB-46DB-AA1A-1D90BBDB0189}" srcOrd="0" destOrd="0" presId="urn:microsoft.com/office/officeart/2005/8/layout/process4"/>
    <dgm:cxn modelId="{E185A6E9-7CBF-4FB4-935A-A05BC4A32EBB}" type="presParOf" srcId="{A445E421-BE7D-46A6-B0DF-48B6295FEF90}" destId="{95470148-AEFA-4D42-A47A-41E18D69A178}" srcOrd="3" destOrd="0" presId="urn:microsoft.com/office/officeart/2005/8/layout/process4"/>
    <dgm:cxn modelId="{8BACCD19-F0CB-4598-8DAC-F425E48DB7CC}" type="presParOf" srcId="{A445E421-BE7D-46A6-B0DF-48B6295FEF90}" destId="{A22A5AA4-EF62-4403-8CA0-FCF24C68FA12}" srcOrd="4" destOrd="0" presId="urn:microsoft.com/office/officeart/2005/8/layout/process4"/>
    <dgm:cxn modelId="{69119202-597C-4746-90FA-5C80829D0812}" type="presParOf" srcId="{A22A5AA4-EF62-4403-8CA0-FCF24C68FA12}" destId="{6AE07079-8124-4FDC-8713-DB5CBA282522}" srcOrd="0" destOrd="0" presId="urn:microsoft.com/office/officeart/2005/8/layout/process4"/>
    <dgm:cxn modelId="{4D6E24D8-0434-41FC-8972-93F4C85D2CE8}" type="presParOf" srcId="{A22A5AA4-EF62-4403-8CA0-FCF24C68FA12}" destId="{1E7A994A-B6D6-4CFE-86BC-1284161D0FE0}" srcOrd="1" destOrd="0" presId="urn:microsoft.com/office/officeart/2005/8/layout/process4"/>
    <dgm:cxn modelId="{08ABCEB8-CAD2-4FD8-A1EE-3D74A9BEDA69}" type="presParOf" srcId="{A22A5AA4-EF62-4403-8CA0-FCF24C68FA12}" destId="{AACB4B96-AA2B-46AE-94C0-5F95B40FFCE6}" srcOrd="2" destOrd="0" presId="urn:microsoft.com/office/officeart/2005/8/layout/process4"/>
    <dgm:cxn modelId="{54457A73-A587-4762-A033-E97101DAD825}" type="presParOf" srcId="{AACB4B96-AA2B-46AE-94C0-5F95B40FFCE6}" destId="{DE72726B-01E0-479B-A451-E59BCEF4C921}" srcOrd="0" destOrd="0" presId="urn:microsoft.com/office/officeart/2005/8/layout/process4"/>
    <dgm:cxn modelId="{53399C2E-75CB-4726-80E4-17F8D2FB716D}" type="presParOf" srcId="{AACB4B96-AA2B-46AE-94C0-5F95B40FFCE6}" destId="{26FD3E8F-F3C8-43DE-80F9-D2CF895FC470}" srcOrd="1" destOrd="0" presId="urn:microsoft.com/office/officeart/2005/8/layout/process4"/>
    <dgm:cxn modelId="{D78F5DDE-4675-420E-9371-0429D4B776CB}" type="presParOf" srcId="{AACB4B96-AA2B-46AE-94C0-5F95B40FFCE6}" destId="{3BD9E74A-C1D7-4FF5-9626-94D02004CBCD}" srcOrd="2"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AACA2D-4E22-4AF1-8D13-A421AEAE1E3C}">
      <dsp:nvSpPr>
        <dsp:cNvPr id="0" name=""/>
        <dsp:cNvSpPr/>
      </dsp:nvSpPr>
      <dsp:spPr>
        <a:xfrm>
          <a:off x="5121520" y="1476"/>
          <a:ext cx="1588740" cy="103268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Sensation from sensory nerve endings triggers the respiratory centre</a:t>
          </a:r>
        </a:p>
      </dsp:txBody>
      <dsp:txXfrm>
        <a:off x="5171931" y="51887"/>
        <a:ext cx="1487918" cy="931859"/>
      </dsp:txXfrm>
    </dsp:sp>
    <dsp:sp modelId="{FFAD2049-A6C6-4E6C-9B99-262A97D3519D}">
      <dsp:nvSpPr>
        <dsp:cNvPr id="0" name=""/>
        <dsp:cNvSpPr/>
      </dsp:nvSpPr>
      <dsp:spPr>
        <a:xfrm>
          <a:off x="3876283" y="527326"/>
          <a:ext cx="4125582" cy="4125582"/>
        </a:xfrm>
        <a:custGeom>
          <a:avLst/>
          <a:gdLst/>
          <a:ahLst/>
          <a:cxnLst/>
          <a:rect l="0" t="0" r="0" b="0"/>
          <a:pathLst>
            <a:path>
              <a:moveTo>
                <a:pt x="3041586" y="247008"/>
              </a:moveTo>
              <a:arcTo wR="2062791" hR="2062791" stAng="17899610" swAng="1172723"/>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BDD88B40-0BBA-44CA-8CEA-9695FA84E991}">
      <dsp:nvSpPr>
        <dsp:cNvPr id="0" name=""/>
        <dsp:cNvSpPr/>
      </dsp:nvSpPr>
      <dsp:spPr>
        <a:xfrm>
          <a:off x="7083345" y="1384799"/>
          <a:ext cx="1588740" cy="103268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Respiratory centres then trigger the breath</a:t>
          </a:r>
        </a:p>
      </dsp:txBody>
      <dsp:txXfrm>
        <a:off x="7133756" y="1435210"/>
        <a:ext cx="1487918" cy="931859"/>
      </dsp:txXfrm>
    </dsp:sp>
    <dsp:sp modelId="{4ABF0158-E826-473F-9B17-7407C4374437}">
      <dsp:nvSpPr>
        <dsp:cNvPr id="0" name=""/>
        <dsp:cNvSpPr/>
      </dsp:nvSpPr>
      <dsp:spPr>
        <a:xfrm>
          <a:off x="3865178" y="500086"/>
          <a:ext cx="4125582" cy="4125582"/>
        </a:xfrm>
        <a:custGeom>
          <a:avLst/>
          <a:gdLst/>
          <a:ahLst/>
          <a:cxnLst/>
          <a:rect l="0" t="0" r="0" b="0"/>
          <a:pathLst>
            <a:path>
              <a:moveTo>
                <a:pt x="4121660" y="2189933"/>
              </a:moveTo>
              <a:arcTo wR="2062791" hR="2062791" stAng="21812024" swAng="1407173"/>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E2FCA1E9-6216-4706-8B84-A8211083D8C6}">
      <dsp:nvSpPr>
        <dsp:cNvPr id="0" name=""/>
        <dsp:cNvSpPr/>
      </dsp:nvSpPr>
      <dsp:spPr>
        <a:xfrm>
          <a:off x="6333999" y="3733101"/>
          <a:ext cx="1588740" cy="103268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Motor response leads to the contraction of the diaphragm and intercostal muscles via the phrenic and intercostal nerves</a:t>
          </a:r>
        </a:p>
      </dsp:txBody>
      <dsp:txXfrm>
        <a:off x="6384410" y="3783512"/>
        <a:ext cx="1487918" cy="931859"/>
      </dsp:txXfrm>
    </dsp:sp>
    <dsp:sp modelId="{03A7FDCA-2222-4858-8F54-F8A7C886DD2A}">
      <dsp:nvSpPr>
        <dsp:cNvPr id="0" name=""/>
        <dsp:cNvSpPr/>
      </dsp:nvSpPr>
      <dsp:spPr>
        <a:xfrm>
          <a:off x="3850250" y="518408"/>
          <a:ext cx="4125582" cy="4125582"/>
        </a:xfrm>
        <a:custGeom>
          <a:avLst/>
          <a:gdLst/>
          <a:ahLst/>
          <a:cxnLst/>
          <a:rect l="0" t="0" r="0" b="0"/>
          <a:pathLst>
            <a:path>
              <a:moveTo>
                <a:pt x="2318820" y="4109632"/>
              </a:moveTo>
              <a:arcTo wR="2062791" hR="2062791" stAng="4972212" swAng="845890"/>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DF667669-1D40-45A6-A2E5-51C98B7FC73A}">
      <dsp:nvSpPr>
        <dsp:cNvPr id="0" name=""/>
        <dsp:cNvSpPr/>
      </dsp:nvSpPr>
      <dsp:spPr>
        <a:xfrm>
          <a:off x="3909035" y="3734523"/>
          <a:ext cx="1588740" cy="103268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Triggering of sensory nerves to stop the contraction of the diaphragm and intercostal muscles. </a:t>
          </a:r>
        </a:p>
      </dsp:txBody>
      <dsp:txXfrm>
        <a:off x="3959446" y="3784934"/>
        <a:ext cx="1487918" cy="931859"/>
      </dsp:txXfrm>
    </dsp:sp>
    <dsp:sp modelId="{9F3CD01D-0CB6-4854-8194-EE4606A41884}">
      <dsp:nvSpPr>
        <dsp:cNvPr id="0" name=""/>
        <dsp:cNvSpPr/>
      </dsp:nvSpPr>
      <dsp:spPr>
        <a:xfrm>
          <a:off x="3852987" y="519717"/>
          <a:ext cx="4125582" cy="4125582"/>
        </a:xfrm>
        <a:custGeom>
          <a:avLst/>
          <a:gdLst/>
          <a:ahLst/>
          <a:cxnLst/>
          <a:rect l="0" t="0" r="0" b="0"/>
          <a:pathLst>
            <a:path>
              <a:moveTo>
                <a:pt x="218472" y="2986693"/>
              </a:moveTo>
              <a:arcTo wR="2062791" hR="2062791" stAng="9203500" swAng="1361084"/>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BF965524-A17D-4F3F-85F7-904A985D8BFD}">
      <dsp:nvSpPr>
        <dsp:cNvPr id="0" name=""/>
        <dsp:cNvSpPr/>
      </dsp:nvSpPr>
      <dsp:spPr>
        <a:xfrm>
          <a:off x="3159689" y="1426830"/>
          <a:ext cx="1588740" cy="103268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Relaxation of the diaphragm and intercostal muscles leads to the natural recoil of the lungs. </a:t>
          </a:r>
        </a:p>
      </dsp:txBody>
      <dsp:txXfrm>
        <a:off x="3210100" y="1477241"/>
        <a:ext cx="1487918" cy="931859"/>
      </dsp:txXfrm>
    </dsp:sp>
    <dsp:sp modelId="{AF300D67-F85F-4611-A06A-7FFDE3CE7FE9}">
      <dsp:nvSpPr>
        <dsp:cNvPr id="0" name=""/>
        <dsp:cNvSpPr/>
      </dsp:nvSpPr>
      <dsp:spPr>
        <a:xfrm>
          <a:off x="3853099" y="517817"/>
          <a:ext cx="4125582" cy="4125582"/>
        </a:xfrm>
        <a:custGeom>
          <a:avLst/>
          <a:gdLst/>
          <a:ahLst/>
          <a:cxnLst/>
          <a:rect l="0" t="0" r="0" b="0"/>
          <a:pathLst>
            <a:path>
              <a:moveTo>
                <a:pt x="496195" y="720820"/>
              </a:moveTo>
              <a:arcTo wR="2062791" hR="2062791" stAng="13235034" swAng="1211518"/>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E2423B-FC49-467B-9D2F-915B97141543}">
      <dsp:nvSpPr>
        <dsp:cNvPr id="0" name=""/>
        <dsp:cNvSpPr/>
      </dsp:nvSpPr>
      <dsp:spPr>
        <a:xfrm>
          <a:off x="0" y="3943254"/>
          <a:ext cx="10598726" cy="1306307"/>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GB" sz="2500" kern="1200" dirty="0"/>
            <a:t>Air sucked in </a:t>
          </a:r>
        </a:p>
      </dsp:txBody>
      <dsp:txXfrm>
        <a:off x="0" y="3943254"/>
        <a:ext cx="10598726" cy="705406"/>
      </dsp:txXfrm>
    </dsp:sp>
    <dsp:sp modelId="{DFF2472B-4F40-4FA6-A78B-ECFCE062C942}">
      <dsp:nvSpPr>
        <dsp:cNvPr id="0" name=""/>
        <dsp:cNvSpPr/>
      </dsp:nvSpPr>
      <dsp:spPr>
        <a:xfrm>
          <a:off x="0" y="4622534"/>
          <a:ext cx="10598726" cy="60090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29210" rIns="163576" bIns="29210" numCol="1" spcCol="1270" anchor="ctr" anchorCtr="0">
          <a:noAutofit/>
        </a:bodyPr>
        <a:lstStyle/>
        <a:p>
          <a:pPr marL="0" lvl="0" indent="0" algn="ctr" defTabSz="1022350">
            <a:lnSpc>
              <a:spcPct val="90000"/>
            </a:lnSpc>
            <a:spcBef>
              <a:spcPct val="0"/>
            </a:spcBef>
            <a:spcAft>
              <a:spcPct val="35000"/>
            </a:spcAft>
            <a:buNone/>
          </a:pPr>
          <a:r>
            <a:rPr lang="en-GB" sz="2300" kern="1200" dirty="0"/>
            <a:t>Air moves </a:t>
          </a:r>
          <a:r>
            <a:rPr lang="en-GB" sz="2300" b="1" kern="1200" dirty="0">
              <a:solidFill>
                <a:srgbClr val="FF0000"/>
              </a:solidFill>
            </a:rPr>
            <a:t>down a pressure gradient </a:t>
          </a:r>
          <a:r>
            <a:rPr lang="en-GB" sz="2300" kern="1200" dirty="0"/>
            <a:t>from high ( atmospheric pressure) to low </a:t>
          </a:r>
        </a:p>
      </dsp:txBody>
      <dsp:txXfrm>
        <a:off x="0" y="4622534"/>
        <a:ext cx="10598726" cy="600901"/>
      </dsp:txXfrm>
    </dsp:sp>
    <dsp:sp modelId="{34DE4FCE-39A9-412C-8F63-A02C81DC4F69}">
      <dsp:nvSpPr>
        <dsp:cNvPr id="0" name=""/>
        <dsp:cNvSpPr/>
      </dsp:nvSpPr>
      <dsp:spPr>
        <a:xfrm rot="10800000">
          <a:off x="0" y="1953747"/>
          <a:ext cx="10598726" cy="2009101"/>
        </a:xfrm>
        <a:prstGeom prst="upArrowCallou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GB" sz="2500" kern="1200" dirty="0"/>
            <a:t>Increased volume in the chest </a:t>
          </a:r>
        </a:p>
      </dsp:txBody>
      <dsp:txXfrm rot="-10800000">
        <a:off x="0" y="1953747"/>
        <a:ext cx="10598726" cy="705194"/>
      </dsp:txXfrm>
    </dsp:sp>
    <dsp:sp modelId="{5789A40E-7EBB-46DB-AA1A-1D90BBDB0189}">
      <dsp:nvSpPr>
        <dsp:cNvPr id="0" name=""/>
        <dsp:cNvSpPr/>
      </dsp:nvSpPr>
      <dsp:spPr>
        <a:xfrm>
          <a:off x="0" y="2658942"/>
          <a:ext cx="10598726" cy="60072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29210" rIns="163576" bIns="29210" numCol="1" spcCol="1270" anchor="ctr" anchorCtr="0">
          <a:noAutofit/>
        </a:bodyPr>
        <a:lstStyle/>
        <a:p>
          <a:pPr marL="0" lvl="0" indent="0" algn="ctr" defTabSz="1022350">
            <a:lnSpc>
              <a:spcPct val="90000"/>
            </a:lnSpc>
            <a:spcBef>
              <a:spcPct val="0"/>
            </a:spcBef>
            <a:spcAft>
              <a:spcPct val="35000"/>
            </a:spcAft>
            <a:buNone/>
          </a:pPr>
          <a:r>
            <a:rPr lang="en-GB" sz="2300" b="1" kern="1200" dirty="0">
              <a:solidFill>
                <a:srgbClr val="FF0000"/>
              </a:solidFill>
            </a:rPr>
            <a:t>Decreases</a:t>
          </a:r>
          <a:r>
            <a:rPr lang="en-GB" sz="2300" kern="1200" dirty="0"/>
            <a:t> the pressure in the thorax ( intrathoracic pressure) </a:t>
          </a:r>
        </a:p>
      </dsp:txBody>
      <dsp:txXfrm>
        <a:off x="0" y="2658942"/>
        <a:ext cx="10598726" cy="600721"/>
      </dsp:txXfrm>
    </dsp:sp>
    <dsp:sp modelId="{1E7A994A-B6D6-4CFE-86BC-1284161D0FE0}">
      <dsp:nvSpPr>
        <dsp:cNvPr id="0" name=""/>
        <dsp:cNvSpPr/>
      </dsp:nvSpPr>
      <dsp:spPr>
        <a:xfrm rot="10800000">
          <a:off x="42606" y="1308"/>
          <a:ext cx="10513512" cy="1972033"/>
        </a:xfrm>
        <a:prstGeom prst="upArrowCallou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Contraction of the external intercostals and the diaphragm </a:t>
          </a:r>
        </a:p>
      </dsp:txBody>
      <dsp:txXfrm rot="-10800000">
        <a:off x="42606" y="1308"/>
        <a:ext cx="10513512" cy="692183"/>
      </dsp:txXfrm>
    </dsp:sp>
    <dsp:sp modelId="{DE72726B-01E0-479B-A451-E59BCEF4C921}">
      <dsp:nvSpPr>
        <dsp:cNvPr id="0" name=""/>
        <dsp:cNvSpPr/>
      </dsp:nvSpPr>
      <dsp:spPr>
        <a:xfrm>
          <a:off x="0" y="687969"/>
          <a:ext cx="5299362" cy="60072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29210" rIns="163576" bIns="29210" numCol="1" spcCol="1270" anchor="ctr" anchorCtr="0">
          <a:noAutofit/>
        </a:bodyPr>
        <a:lstStyle/>
        <a:p>
          <a:pPr marL="0" lvl="0" indent="0" algn="ctr" defTabSz="1022350">
            <a:lnSpc>
              <a:spcPct val="90000"/>
            </a:lnSpc>
            <a:spcBef>
              <a:spcPct val="0"/>
            </a:spcBef>
            <a:spcAft>
              <a:spcPct val="35000"/>
            </a:spcAft>
            <a:buNone/>
          </a:pPr>
          <a:r>
            <a:rPr lang="en-GB" sz="2300" kern="1200" dirty="0"/>
            <a:t>Ribs move </a:t>
          </a:r>
          <a:r>
            <a:rPr lang="en-GB" sz="2300" kern="1200" dirty="0">
              <a:solidFill>
                <a:srgbClr val="FF0000"/>
              </a:solidFill>
            </a:rPr>
            <a:t>up</a:t>
          </a:r>
          <a:r>
            <a:rPr lang="en-GB" sz="2300" kern="1200" dirty="0"/>
            <a:t> and </a:t>
          </a:r>
          <a:r>
            <a:rPr lang="en-GB" sz="2300" b="1" kern="1200" dirty="0">
              <a:solidFill>
                <a:srgbClr val="FF0000"/>
              </a:solidFill>
            </a:rPr>
            <a:t>out </a:t>
          </a:r>
        </a:p>
      </dsp:txBody>
      <dsp:txXfrm>
        <a:off x="0" y="687969"/>
        <a:ext cx="5299362" cy="600721"/>
      </dsp:txXfrm>
    </dsp:sp>
    <dsp:sp modelId="{26FD3E8F-F3C8-43DE-80F9-D2CF895FC470}">
      <dsp:nvSpPr>
        <dsp:cNvPr id="0" name=""/>
        <dsp:cNvSpPr/>
      </dsp:nvSpPr>
      <dsp:spPr>
        <a:xfrm>
          <a:off x="5299363" y="687969"/>
          <a:ext cx="5299362" cy="60072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29210" rIns="163576" bIns="29210" numCol="1" spcCol="1270" anchor="ctr" anchorCtr="0">
          <a:noAutofit/>
        </a:bodyPr>
        <a:lstStyle/>
        <a:p>
          <a:pPr marL="0" lvl="0" indent="0" algn="ctr" defTabSz="1022350">
            <a:lnSpc>
              <a:spcPct val="90000"/>
            </a:lnSpc>
            <a:spcBef>
              <a:spcPct val="0"/>
            </a:spcBef>
            <a:spcAft>
              <a:spcPct val="35000"/>
            </a:spcAft>
            <a:buNone/>
          </a:pPr>
          <a:r>
            <a:rPr lang="en-GB" sz="2300" kern="1200" dirty="0"/>
            <a:t>Diaphragm </a:t>
          </a:r>
          <a:r>
            <a:rPr lang="en-GB" sz="2300" b="1" kern="1200" dirty="0">
              <a:solidFill>
                <a:srgbClr val="FF0000"/>
              </a:solidFill>
            </a:rPr>
            <a:t>flattens</a:t>
          </a:r>
          <a:r>
            <a:rPr lang="en-GB" sz="2300" kern="1200" dirty="0"/>
            <a:t> and moves down</a:t>
          </a:r>
        </a:p>
      </dsp:txBody>
      <dsp:txXfrm>
        <a:off x="5299363" y="687969"/>
        <a:ext cx="5299362" cy="6007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E2423B-FC49-467B-9D2F-915B97141543}">
      <dsp:nvSpPr>
        <dsp:cNvPr id="0" name=""/>
        <dsp:cNvSpPr/>
      </dsp:nvSpPr>
      <dsp:spPr>
        <a:xfrm>
          <a:off x="0" y="3943254"/>
          <a:ext cx="10598726" cy="1306307"/>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GB" sz="2500" kern="1200" dirty="0"/>
            <a:t>Air pushed out</a:t>
          </a:r>
        </a:p>
      </dsp:txBody>
      <dsp:txXfrm>
        <a:off x="0" y="3943254"/>
        <a:ext cx="10598726" cy="705406"/>
      </dsp:txXfrm>
    </dsp:sp>
    <dsp:sp modelId="{DFF2472B-4F40-4FA6-A78B-ECFCE062C942}">
      <dsp:nvSpPr>
        <dsp:cNvPr id="0" name=""/>
        <dsp:cNvSpPr/>
      </dsp:nvSpPr>
      <dsp:spPr>
        <a:xfrm>
          <a:off x="0" y="4622534"/>
          <a:ext cx="10598726" cy="60090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GB" sz="2000" kern="1200" dirty="0"/>
            <a:t>Air moves </a:t>
          </a:r>
          <a:r>
            <a:rPr lang="en-GB" sz="2000" b="1" kern="1200" dirty="0">
              <a:solidFill>
                <a:srgbClr val="FF0000"/>
              </a:solidFill>
            </a:rPr>
            <a:t>down a pressure gradient </a:t>
          </a:r>
          <a:r>
            <a:rPr lang="en-GB" sz="2000" kern="1200" dirty="0"/>
            <a:t>from high to low </a:t>
          </a:r>
        </a:p>
      </dsp:txBody>
      <dsp:txXfrm>
        <a:off x="0" y="4622534"/>
        <a:ext cx="10598726" cy="600901"/>
      </dsp:txXfrm>
    </dsp:sp>
    <dsp:sp modelId="{34DE4FCE-39A9-412C-8F63-A02C81DC4F69}">
      <dsp:nvSpPr>
        <dsp:cNvPr id="0" name=""/>
        <dsp:cNvSpPr/>
      </dsp:nvSpPr>
      <dsp:spPr>
        <a:xfrm rot="10800000">
          <a:off x="0" y="1953747"/>
          <a:ext cx="10598726" cy="2009101"/>
        </a:xfrm>
        <a:prstGeom prst="upArrowCallou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GB" sz="2500" kern="1200" dirty="0"/>
            <a:t>Decreased volume in the chest </a:t>
          </a:r>
        </a:p>
      </dsp:txBody>
      <dsp:txXfrm rot="-10800000">
        <a:off x="0" y="1953747"/>
        <a:ext cx="10598726" cy="705194"/>
      </dsp:txXfrm>
    </dsp:sp>
    <dsp:sp modelId="{5789A40E-7EBB-46DB-AA1A-1D90BBDB0189}">
      <dsp:nvSpPr>
        <dsp:cNvPr id="0" name=""/>
        <dsp:cNvSpPr/>
      </dsp:nvSpPr>
      <dsp:spPr>
        <a:xfrm>
          <a:off x="0" y="2658942"/>
          <a:ext cx="10598726" cy="60072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GB" sz="2000" b="1" kern="1200" dirty="0">
              <a:solidFill>
                <a:srgbClr val="FF0000"/>
              </a:solidFill>
            </a:rPr>
            <a:t>Increases</a:t>
          </a:r>
          <a:r>
            <a:rPr lang="en-GB" sz="2000" kern="1200" dirty="0"/>
            <a:t> the pressure in the thorax (intrathoracic pressure) </a:t>
          </a:r>
        </a:p>
      </dsp:txBody>
      <dsp:txXfrm>
        <a:off x="0" y="2658942"/>
        <a:ext cx="10598726" cy="600721"/>
      </dsp:txXfrm>
    </dsp:sp>
    <dsp:sp modelId="{1E7A994A-B6D6-4CFE-86BC-1284161D0FE0}">
      <dsp:nvSpPr>
        <dsp:cNvPr id="0" name=""/>
        <dsp:cNvSpPr/>
      </dsp:nvSpPr>
      <dsp:spPr>
        <a:xfrm rot="10800000">
          <a:off x="42606" y="1308"/>
          <a:ext cx="10513512" cy="1972033"/>
        </a:xfrm>
        <a:prstGeom prst="upArrowCallou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Relaxation of the diaphragm and external intercostals </a:t>
          </a:r>
        </a:p>
      </dsp:txBody>
      <dsp:txXfrm rot="-10800000">
        <a:off x="42606" y="1308"/>
        <a:ext cx="10513512" cy="692183"/>
      </dsp:txXfrm>
    </dsp:sp>
    <dsp:sp modelId="{DE72726B-01E0-479B-A451-E59BCEF4C921}">
      <dsp:nvSpPr>
        <dsp:cNvPr id="0" name=""/>
        <dsp:cNvSpPr/>
      </dsp:nvSpPr>
      <dsp:spPr>
        <a:xfrm>
          <a:off x="5175" y="687969"/>
          <a:ext cx="3529458" cy="60072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GB" sz="2000" kern="1200" dirty="0"/>
            <a:t>Ribs move </a:t>
          </a:r>
          <a:r>
            <a:rPr lang="en-GB" sz="2000" b="1" kern="1200" dirty="0">
              <a:solidFill>
                <a:srgbClr val="FF0000"/>
              </a:solidFill>
            </a:rPr>
            <a:t>down</a:t>
          </a:r>
          <a:r>
            <a:rPr lang="en-GB" sz="2000" kern="1200" dirty="0"/>
            <a:t> and </a:t>
          </a:r>
          <a:r>
            <a:rPr lang="en-GB" sz="2000" b="1" kern="1200" dirty="0">
              <a:solidFill>
                <a:srgbClr val="FF0000"/>
              </a:solidFill>
            </a:rPr>
            <a:t>in </a:t>
          </a:r>
        </a:p>
      </dsp:txBody>
      <dsp:txXfrm>
        <a:off x="5175" y="687969"/>
        <a:ext cx="3529458" cy="600721"/>
      </dsp:txXfrm>
    </dsp:sp>
    <dsp:sp modelId="{26FD3E8F-F3C8-43DE-80F9-D2CF895FC470}">
      <dsp:nvSpPr>
        <dsp:cNvPr id="0" name=""/>
        <dsp:cNvSpPr/>
      </dsp:nvSpPr>
      <dsp:spPr>
        <a:xfrm>
          <a:off x="3534633" y="687969"/>
          <a:ext cx="3529458" cy="60072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GB" sz="2000" kern="1200" dirty="0"/>
            <a:t>Diaphragm </a:t>
          </a:r>
          <a:r>
            <a:rPr lang="en-GB" sz="2000" b="1" kern="1200" dirty="0">
              <a:solidFill>
                <a:srgbClr val="FF0000"/>
              </a:solidFill>
            </a:rPr>
            <a:t>domes</a:t>
          </a:r>
          <a:r>
            <a:rPr lang="en-GB" sz="2000" kern="1200" dirty="0"/>
            <a:t> and </a:t>
          </a:r>
          <a:r>
            <a:rPr lang="en-GB" sz="2000" b="1" kern="1200" dirty="0">
              <a:solidFill>
                <a:srgbClr val="FF0000"/>
              </a:solidFill>
            </a:rPr>
            <a:t>moves up</a:t>
          </a:r>
        </a:p>
      </dsp:txBody>
      <dsp:txXfrm>
        <a:off x="3534633" y="687969"/>
        <a:ext cx="3529458" cy="600721"/>
      </dsp:txXfrm>
    </dsp:sp>
    <dsp:sp modelId="{3BD9E74A-C1D7-4FF5-9626-94D02004CBCD}">
      <dsp:nvSpPr>
        <dsp:cNvPr id="0" name=""/>
        <dsp:cNvSpPr/>
      </dsp:nvSpPr>
      <dsp:spPr>
        <a:xfrm>
          <a:off x="7064092" y="687969"/>
          <a:ext cx="3529458" cy="60072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GB" sz="2000" b="0" kern="1200" dirty="0">
              <a:solidFill>
                <a:schemeClr val="tx1"/>
              </a:solidFill>
            </a:rPr>
            <a:t>Lung fibres </a:t>
          </a:r>
          <a:r>
            <a:rPr lang="en-GB" sz="2000" b="1" kern="1200" dirty="0">
              <a:solidFill>
                <a:srgbClr val="FF0000"/>
              </a:solidFill>
            </a:rPr>
            <a:t>recoil</a:t>
          </a:r>
        </a:p>
      </dsp:txBody>
      <dsp:txXfrm>
        <a:off x="7064092" y="687969"/>
        <a:ext cx="3529458" cy="600721"/>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406843-81D7-4A95-A056-2427E6D274FF}" type="datetimeFigureOut">
              <a:rPr lang="en-GB" smtClean="0"/>
              <a:t>16/10/2024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07C68B-7475-400B-8490-16D391DD4D25}" type="slidenum">
              <a:rPr lang="en-GB" smtClean="0"/>
              <a:t>‹#›</a:t>
            </a:fld>
            <a:endParaRPr lang="en-GB"/>
          </a:p>
        </p:txBody>
      </p:sp>
    </p:spTree>
    <p:extLst>
      <p:ext uri="{BB962C8B-B14F-4D97-AF65-F5344CB8AC3E}">
        <p14:creationId xmlns:p14="http://schemas.microsoft.com/office/powerpoint/2010/main" val="1848106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ncbi.nlm.nih.gov/pmc/articles/PMC8436045/"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ncbi.nlm.nih.gov/pmc/articles/PMC8436045/"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4B9A9E5-4F7F-4A7D-9DE1-899232329269}" type="slidenum">
              <a:rPr lang="en-US" smtClean="0"/>
              <a:t>20</a:t>
            </a:fld>
            <a:endParaRPr lang="en-US" dirty="0"/>
          </a:p>
        </p:txBody>
      </p:sp>
    </p:spTree>
    <p:extLst>
      <p:ext uri="{BB962C8B-B14F-4D97-AF65-F5344CB8AC3E}">
        <p14:creationId xmlns:p14="http://schemas.microsoft.com/office/powerpoint/2010/main" val="3474035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33333"/>
                </a:solidFill>
                <a:effectLst/>
                <a:latin typeface="interfaceregular"/>
              </a:rPr>
              <a:t>Skeletal muscles are composed of fibres of different types, each type being identified by the isoform of myosin heavy chain which is expressed as slow 1, fast 2A, fast 2X, and fast 2B. Slow fibres are resistant to fatigue due to their highly oxidative metabolism whereas 2X and 2B fibres are easily </a:t>
            </a:r>
            <a:r>
              <a:rPr lang="en-GB" b="0" i="0" dirty="0" err="1">
                <a:solidFill>
                  <a:srgbClr val="333333"/>
                </a:solidFill>
                <a:effectLst/>
                <a:latin typeface="interfaceregular"/>
              </a:rPr>
              <a:t>fatiguable</a:t>
            </a:r>
            <a:r>
              <a:rPr lang="en-GB" b="0" i="0" dirty="0">
                <a:solidFill>
                  <a:srgbClr val="333333"/>
                </a:solidFill>
                <a:effectLst/>
                <a:latin typeface="interfaceregular"/>
              </a:rPr>
              <a:t> and fast 2A fibres exhibit intermediate fatigue resistance. Slow fibres and fast fibres are present in equal proportions in the adult human diaphragm while intercostal muscles contain a higher proportion of fast fibres. A small fibre size, abundance of capillaries, and a high aerobic oxidative enzyme activity are typical features of diaphragm fibres and give them the resistance to fatigue required by their continuous activity. Because of their fibre composition, intercostal muscles are less resistant to fatigue. The structural and functional characteristics of respiratory muscle fibres are not fixed, however, and can be modified in response to several physiological and pathological conditions such as training (adaptation to changes in respiratory load), adaptation to hypoxia, age related changes, and changes associated with respiratory diseases. The properties of respiratory muscle fibres can also be modified by pharmacological agents such as β</a:t>
            </a:r>
            <a:r>
              <a:rPr lang="en-GB" b="0" i="0" baseline="-25000" dirty="0">
                <a:solidFill>
                  <a:srgbClr val="333333"/>
                </a:solidFill>
                <a:effectLst/>
                <a:latin typeface="interfaceregular"/>
              </a:rPr>
              <a:t>2</a:t>
            </a:r>
            <a:r>
              <a:rPr lang="en-GB" b="0" i="0" dirty="0">
                <a:solidFill>
                  <a:srgbClr val="333333"/>
                </a:solidFill>
                <a:effectLst/>
                <a:latin typeface="interfaceregular"/>
              </a:rPr>
              <a:t> agonists and corticosteroids used for the treatment of respiratory diseases.</a:t>
            </a:r>
            <a:endParaRPr lang="en-GB" dirty="0"/>
          </a:p>
        </p:txBody>
      </p:sp>
      <p:sp>
        <p:nvSpPr>
          <p:cNvPr id="4" name="Slide Number Placeholder 3"/>
          <p:cNvSpPr>
            <a:spLocks noGrp="1"/>
          </p:cNvSpPr>
          <p:nvPr>
            <p:ph type="sldNum" sz="quarter" idx="5"/>
          </p:nvPr>
        </p:nvSpPr>
        <p:spPr/>
        <p:txBody>
          <a:bodyPr/>
          <a:lstStyle/>
          <a:p>
            <a:fld id="{D4B9A9E5-4F7F-4A7D-9DE1-899232329269}" type="slidenum">
              <a:rPr lang="en-US" smtClean="0"/>
              <a:t>24</a:t>
            </a:fld>
            <a:endParaRPr lang="en-US" dirty="0"/>
          </a:p>
        </p:txBody>
      </p:sp>
    </p:spTree>
    <p:extLst>
      <p:ext uri="{BB962C8B-B14F-4D97-AF65-F5344CB8AC3E}">
        <p14:creationId xmlns:p14="http://schemas.microsoft.com/office/powerpoint/2010/main" val="152244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Fatigue quicker</a:t>
            </a:r>
          </a:p>
        </p:txBody>
      </p:sp>
      <p:sp>
        <p:nvSpPr>
          <p:cNvPr id="4" name="Slide Number Placeholder 3"/>
          <p:cNvSpPr>
            <a:spLocks noGrp="1"/>
          </p:cNvSpPr>
          <p:nvPr>
            <p:ph type="sldNum" sz="quarter" idx="5"/>
          </p:nvPr>
        </p:nvSpPr>
        <p:spPr/>
        <p:txBody>
          <a:bodyPr/>
          <a:lstStyle/>
          <a:p>
            <a:fld id="{D4B9A9E5-4F7F-4A7D-9DE1-899232329269}" type="slidenum">
              <a:rPr lang="en-US" smtClean="0"/>
              <a:t>25</a:t>
            </a:fld>
            <a:endParaRPr lang="en-US" dirty="0"/>
          </a:p>
        </p:txBody>
      </p:sp>
    </p:spTree>
    <p:extLst>
      <p:ext uri="{BB962C8B-B14F-4D97-AF65-F5344CB8AC3E}">
        <p14:creationId xmlns:p14="http://schemas.microsoft.com/office/powerpoint/2010/main" val="616432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The study of respiratory muscles activation during respiratory muscle strength effort in adult females with chronic neck pain - PMC (nih.gov)</a:t>
            </a:r>
            <a:endParaRPr lang="en-GB" dirty="0"/>
          </a:p>
        </p:txBody>
      </p:sp>
      <p:sp>
        <p:nvSpPr>
          <p:cNvPr id="4" name="Slide Number Placeholder 3"/>
          <p:cNvSpPr>
            <a:spLocks noGrp="1"/>
          </p:cNvSpPr>
          <p:nvPr>
            <p:ph type="sldNum" sz="quarter" idx="5"/>
          </p:nvPr>
        </p:nvSpPr>
        <p:spPr/>
        <p:txBody>
          <a:bodyPr/>
          <a:lstStyle/>
          <a:p>
            <a:fld id="{D4B9A9E5-4F7F-4A7D-9DE1-899232329269}" type="slidenum">
              <a:rPr lang="en-US" smtClean="0"/>
              <a:t>30</a:t>
            </a:fld>
            <a:endParaRPr lang="en-US" dirty="0"/>
          </a:p>
        </p:txBody>
      </p:sp>
    </p:spTree>
    <p:extLst>
      <p:ext uri="{BB962C8B-B14F-4D97-AF65-F5344CB8AC3E}">
        <p14:creationId xmlns:p14="http://schemas.microsoft.com/office/powerpoint/2010/main" val="1717407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The study of respiratory muscles activation during respiratory muscle strength effort in adult females with chronic neck pain - PMC (nih.gov)</a:t>
            </a:r>
            <a:endParaRPr lang="en-GB" dirty="0"/>
          </a:p>
        </p:txBody>
      </p:sp>
      <p:sp>
        <p:nvSpPr>
          <p:cNvPr id="4" name="Slide Number Placeholder 3"/>
          <p:cNvSpPr>
            <a:spLocks noGrp="1"/>
          </p:cNvSpPr>
          <p:nvPr>
            <p:ph type="sldNum" sz="quarter" idx="5"/>
          </p:nvPr>
        </p:nvSpPr>
        <p:spPr/>
        <p:txBody>
          <a:bodyPr/>
          <a:lstStyle/>
          <a:p>
            <a:fld id="{D4B9A9E5-4F7F-4A7D-9DE1-899232329269}" type="slidenum">
              <a:rPr lang="en-US" smtClean="0"/>
              <a:t>31</a:t>
            </a:fld>
            <a:endParaRPr lang="en-US" dirty="0"/>
          </a:p>
        </p:txBody>
      </p:sp>
    </p:spTree>
    <p:extLst>
      <p:ext uri="{BB962C8B-B14F-4D97-AF65-F5344CB8AC3E}">
        <p14:creationId xmlns:p14="http://schemas.microsoft.com/office/powerpoint/2010/main" val="2852059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BB6982B-DF9A-1FF1-93ED-B4CFDC1849A9}"/>
              </a:ext>
            </a:extLst>
          </p:cNvPr>
          <p:cNvSpPr/>
          <p:nvPr/>
        </p:nvSpPr>
        <p:spPr>
          <a:xfrm>
            <a:off x="1" y="2887133"/>
            <a:ext cx="12192000" cy="39708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8CE2602-3CA0-38E5-41B0-B384623CA5DF}"/>
              </a:ext>
            </a:extLst>
          </p:cNvPr>
          <p:cNvSpPr>
            <a:spLocks noGrp="1"/>
          </p:cNvSpPr>
          <p:nvPr>
            <p:ph type="ctrTitle"/>
          </p:nvPr>
        </p:nvSpPr>
        <p:spPr>
          <a:xfrm>
            <a:off x="0" y="2965185"/>
            <a:ext cx="9144000" cy="2387600"/>
          </a:xfrm>
        </p:spPr>
        <p:txBody>
          <a:bodyPr anchor="b"/>
          <a:lstStyle>
            <a:lvl1pPr algn="l">
              <a:defRPr sz="600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3F43682A-A1AB-B6CB-9103-BCB53ED40C59}"/>
              </a:ext>
            </a:extLst>
          </p:cNvPr>
          <p:cNvSpPr>
            <a:spLocks noGrp="1"/>
          </p:cNvSpPr>
          <p:nvPr>
            <p:ph type="subTitle" idx="1" hasCustomPrompt="1"/>
          </p:nvPr>
        </p:nvSpPr>
        <p:spPr>
          <a:xfrm>
            <a:off x="59267" y="6163734"/>
            <a:ext cx="4411134" cy="6265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Isobel Davies </a:t>
            </a:r>
          </a:p>
        </p:txBody>
      </p:sp>
      <p:pic>
        <p:nvPicPr>
          <p:cNvPr id="8" name="Picture 7">
            <a:extLst>
              <a:ext uri="{FF2B5EF4-FFF2-40B4-BE49-F238E27FC236}">
                <a16:creationId xmlns:a16="http://schemas.microsoft.com/office/drawing/2014/main" id="{C13AD7B5-196D-B7AE-8987-C9434319E26A}"/>
              </a:ext>
            </a:extLst>
          </p:cNvPr>
          <p:cNvPicPr>
            <a:picLocks noChangeAspect="1"/>
          </p:cNvPicPr>
          <p:nvPr/>
        </p:nvPicPr>
        <p:blipFill>
          <a:blip r:embed="rId2"/>
          <a:stretch>
            <a:fillRect/>
          </a:stretch>
        </p:blipFill>
        <p:spPr>
          <a:xfrm>
            <a:off x="10414001" y="0"/>
            <a:ext cx="1777999" cy="1000124"/>
          </a:xfrm>
          <a:prstGeom prst="rect">
            <a:avLst/>
          </a:prstGeom>
        </p:spPr>
      </p:pic>
    </p:spTree>
    <p:extLst>
      <p:ext uri="{BB962C8B-B14F-4D97-AF65-F5344CB8AC3E}">
        <p14:creationId xmlns:p14="http://schemas.microsoft.com/office/powerpoint/2010/main" val="3614157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E6E5A8-1C06-D60B-70CA-D309FCB28D08}"/>
              </a:ext>
            </a:extLst>
          </p:cNvPr>
          <p:cNvSpPr/>
          <p:nvPr/>
        </p:nvSpPr>
        <p:spPr>
          <a:xfrm>
            <a:off x="0" y="14490"/>
            <a:ext cx="12192000" cy="16906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9BD9620-0840-C4B1-AF6F-DD56DF7A7E6A}"/>
              </a:ext>
            </a:extLst>
          </p:cNvPr>
          <p:cNvSpPr>
            <a:spLocks noGrp="1"/>
          </p:cNvSpPr>
          <p:nvPr>
            <p:ph type="title"/>
          </p:nvPr>
        </p:nvSpPr>
        <p:spPr>
          <a:xfrm>
            <a:off x="0" y="379615"/>
            <a:ext cx="10515600" cy="1325563"/>
          </a:xfrm>
        </p:spPr>
        <p:txBody>
          <a:bodyPr/>
          <a:lstStyle>
            <a:lvl1pPr>
              <a:defRPr>
                <a:solidFill>
                  <a:schemeClr val="bg1"/>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4D874E31-07C2-31AD-FA63-685EA15A5468}"/>
              </a:ext>
            </a:extLst>
          </p:cNvPr>
          <p:cNvSpPr>
            <a:spLocks noGrp="1"/>
          </p:cNvSpPr>
          <p:nvPr>
            <p:ph idx="1"/>
          </p:nvPr>
        </p:nvSpPr>
        <p:spPr>
          <a:xfrm>
            <a:off x="838200" y="2313764"/>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26" name="Picture 2" descr="London Metropolitan University | Diversity Abroad">
            <a:extLst>
              <a:ext uri="{FF2B5EF4-FFF2-40B4-BE49-F238E27FC236}">
                <a16:creationId xmlns:a16="http://schemas.microsoft.com/office/drawing/2014/main" id="{2C8BDD7A-1330-487C-FF88-28ED18CDBE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676697B3-46FF-F729-55F0-8D65553CC0B9}"/>
              </a:ext>
            </a:extLst>
          </p:cNvPr>
          <p:cNvCxnSpPr>
            <a:cxnSpLocks/>
          </p:cNvCxnSpPr>
          <p:nvPr/>
        </p:nvCxnSpPr>
        <p:spPr>
          <a:xfrm>
            <a:off x="302508" y="1993805"/>
            <a:ext cx="2585071" cy="0"/>
          </a:xfrm>
          <a:prstGeom prst="line">
            <a:avLst/>
          </a:prstGeom>
          <a:ln w="5715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16769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34280-D226-DC14-4714-F32FED72BB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4465485-9EF5-9139-DB1C-DD992D31B2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3B4C0F-1E63-482B-0959-FF548E261DCB}"/>
              </a:ext>
            </a:extLst>
          </p:cNvPr>
          <p:cNvSpPr>
            <a:spLocks noGrp="1"/>
          </p:cNvSpPr>
          <p:nvPr>
            <p:ph type="dt" sz="half" idx="10"/>
          </p:nvPr>
        </p:nvSpPr>
        <p:spPr/>
        <p:txBody>
          <a:bodyPr/>
          <a:lstStyle/>
          <a:p>
            <a:fld id="{01BC331C-9C15-4EBF-B28C-C496046A8A37}" type="datetimeFigureOut">
              <a:rPr lang="en-GB" smtClean="0"/>
              <a:t>14/10/2024</a:t>
            </a:fld>
            <a:endParaRPr lang="en-GB"/>
          </a:p>
        </p:txBody>
      </p:sp>
      <p:sp>
        <p:nvSpPr>
          <p:cNvPr id="5" name="Footer Placeholder 4">
            <a:extLst>
              <a:ext uri="{FF2B5EF4-FFF2-40B4-BE49-F238E27FC236}">
                <a16:creationId xmlns:a16="http://schemas.microsoft.com/office/drawing/2014/main" id="{9FCE5A6F-8CAA-D3A4-98AC-C0525D70CE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0D0565-40DA-A613-6B6A-772805D9BCA5}"/>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173070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473134-B677-1832-5CBC-48A6F612F4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906954F-E310-3BC8-BD78-8AC1FE4A15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7">
            <a:extLst>
              <a:ext uri="{FF2B5EF4-FFF2-40B4-BE49-F238E27FC236}">
                <a16:creationId xmlns:a16="http://schemas.microsoft.com/office/drawing/2014/main" id="{5A992008-0414-B2B9-91BD-C32B64F1CA41}"/>
              </a:ext>
            </a:extLst>
          </p:cNvPr>
          <p:cNvSpPr/>
          <p:nvPr/>
        </p:nvSpPr>
        <p:spPr>
          <a:xfrm>
            <a:off x="0" y="1"/>
            <a:ext cx="12192000" cy="132003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363F11F-9927-39C5-32EA-4B9CAF425391}"/>
              </a:ext>
            </a:extLst>
          </p:cNvPr>
          <p:cNvSpPr>
            <a:spLocks noGrp="1"/>
          </p:cNvSpPr>
          <p:nvPr>
            <p:ph type="title"/>
          </p:nvPr>
        </p:nvSpPr>
        <p:spPr>
          <a:xfrm>
            <a:off x="0" y="410368"/>
            <a:ext cx="10515600" cy="1325563"/>
          </a:xfrm>
        </p:spPr>
        <p:txBody>
          <a:bodyPr/>
          <a:lstStyle>
            <a:lvl1pPr>
              <a:defRPr>
                <a:solidFill>
                  <a:schemeClr val="bg1"/>
                </a:solidFill>
              </a:defRPr>
            </a:lvl1pPr>
          </a:lstStyle>
          <a:p>
            <a:r>
              <a:rPr lang="en-US"/>
              <a:t>Click to edit Master title style</a:t>
            </a:r>
            <a:endParaRPr lang="en-GB"/>
          </a:p>
        </p:txBody>
      </p:sp>
      <p:cxnSp>
        <p:nvCxnSpPr>
          <p:cNvPr id="10" name="Straight Connector 9">
            <a:extLst>
              <a:ext uri="{FF2B5EF4-FFF2-40B4-BE49-F238E27FC236}">
                <a16:creationId xmlns:a16="http://schemas.microsoft.com/office/drawing/2014/main" id="{B68D5258-C137-A48A-E8C4-B4C890119E4A}"/>
              </a:ext>
            </a:extLst>
          </p:cNvPr>
          <p:cNvCxnSpPr/>
          <p:nvPr/>
        </p:nvCxnSpPr>
        <p:spPr>
          <a:xfrm>
            <a:off x="653143" y="1629420"/>
            <a:ext cx="1395663" cy="0"/>
          </a:xfrm>
          <a:prstGeom prst="line">
            <a:avLst/>
          </a:prstGeom>
          <a:ln w="57150"/>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291EF0F5-898D-DE87-A9FE-E07843E5C128}"/>
              </a:ext>
            </a:extLst>
          </p:cNvPr>
          <p:cNvCxnSpPr/>
          <p:nvPr/>
        </p:nvCxnSpPr>
        <p:spPr>
          <a:xfrm>
            <a:off x="6172200" y="1603066"/>
            <a:ext cx="1395663" cy="0"/>
          </a:xfrm>
          <a:prstGeom prst="line">
            <a:avLst/>
          </a:prstGeom>
          <a:ln w="57150"/>
        </p:spPr>
        <p:style>
          <a:lnRef idx="3">
            <a:schemeClr val="dk1"/>
          </a:lnRef>
          <a:fillRef idx="0">
            <a:schemeClr val="dk1"/>
          </a:fillRef>
          <a:effectRef idx="2">
            <a:schemeClr val="dk1"/>
          </a:effectRef>
          <a:fontRef idx="minor">
            <a:schemeClr val="tx1"/>
          </a:fontRef>
        </p:style>
      </p:cxnSp>
      <p:pic>
        <p:nvPicPr>
          <p:cNvPr id="12" name="Picture 2" descr="London Metropolitan University | Diversity Abroad">
            <a:extLst>
              <a:ext uri="{FF2B5EF4-FFF2-40B4-BE49-F238E27FC236}">
                <a16:creationId xmlns:a16="http://schemas.microsoft.com/office/drawing/2014/main" id="{37D134CB-DDD9-BACD-8572-3E0007B750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486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4F21A-5FDC-A103-4607-2D5A34AC218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D65B5A-D728-06EB-16D4-57D9998230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7B7AE-6006-3B3E-25AA-4EF8658446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894F1D8-68A0-62B8-7F86-D9A6250930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7A5C16-D31D-9CDA-C7F5-7CF3E0A193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CF18558-0A34-C95F-8B9B-72CEBB9F5879}"/>
              </a:ext>
            </a:extLst>
          </p:cNvPr>
          <p:cNvSpPr>
            <a:spLocks noGrp="1"/>
          </p:cNvSpPr>
          <p:nvPr>
            <p:ph type="dt" sz="half" idx="10"/>
          </p:nvPr>
        </p:nvSpPr>
        <p:spPr/>
        <p:txBody>
          <a:bodyPr/>
          <a:lstStyle/>
          <a:p>
            <a:fld id="{01BC331C-9C15-4EBF-B28C-C496046A8A37}" type="datetimeFigureOut">
              <a:rPr lang="en-GB" smtClean="0"/>
              <a:t>14/10/2024</a:t>
            </a:fld>
            <a:endParaRPr lang="en-GB"/>
          </a:p>
        </p:txBody>
      </p:sp>
      <p:sp>
        <p:nvSpPr>
          <p:cNvPr id="8" name="Footer Placeholder 7">
            <a:extLst>
              <a:ext uri="{FF2B5EF4-FFF2-40B4-BE49-F238E27FC236}">
                <a16:creationId xmlns:a16="http://schemas.microsoft.com/office/drawing/2014/main" id="{7DBF9368-A6AB-50C4-0A99-421BA7B02B3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6E7968D-184F-DAF1-8D7A-9C6838525EEA}"/>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2157719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9D2CD5-6D70-A517-2C17-0AB3588F5104}"/>
              </a:ext>
            </a:extLst>
          </p:cNvPr>
          <p:cNvSpPr/>
          <p:nvPr/>
        </p:nvSpPr>
        <p:spPr>
          <a:xfrm>
            <a:off x="0" y="0"/>
            <a:ext cx="12192000" cy="159504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38D7A53-80CA-4981-C062-1683F791BD24}"/>
              </a:ext>
            </a:extLst>
          </p:cNvPr>
          <p:cNvSpPr>
            <a:spLocks noGrp="1"/>
          </p:cNvSpPr>
          <p:nvPr>
            <p:ph type="title"/>
          </p:nvPr>
        </p:nvSpPr>
        <p:spPr>
          <a:xfrm>
            <a:off x="0" y="730250"/>
            <a:ext cx="10515600" cy="1325563"/>
          </a:xfrm>
        </p:spPr>
        <p:txBody>
          <a:bodyPr/>
          <a:lstStyle>
            <a:lvl1pPr>
              <a:defRPr>
                <a:solidFill>
                  <a:schemeClr val="bg1"/>
                </a:solidFill>
              </a:defRPr>
            </a:lvl1pPr>
          </a:lstStyle>
          <a:p>
            <a:r>
              <a:rPr lang="en-US"/>
              <a:t>Click to edit Master title style</a:t>
            </a:r>
            <a:endParaRPr lang="en-GB"/>
          </a:p>
        </p:txBody>
      </p:sp>
      <p:pic>
        <p:nvPicPr>
          <p:cNvPr id="7" name="Picture 2" descr="London Metropolitan University | Diversity Abroad">
            <a:extLst>
              <a:ext uri="{FF2B5EF4-FFF2-40B4-BE49-F238E27FC236}">
                <a16:creationId xmlns:a16="http://schemas.microsoft.com/office/drawing/2014/main" id="{D362AA3E-CCC7-1269-E609-D4BAA7FF22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687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descr="London Metropolitan University | Diversity Abroad">
            <a:extLst>
              <a:ext uri="{FF2B5EF4-FFF2-40B4-BE49-F238E27FC236}">
                <a16:creationId xmlns:a16="http://schemas.microsoft.com/office/drawing/2014/main" id="{01FF39F5-58B2-9749-4490-A944E6D480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0818584-7CFB-C480-C31B-A997AF1B97F2}"/>
              </a:ext>
            </a:extLst>
          </p:cNvPr>
          <p:cNvSpPr/>
          <p:nvPr/>
        </p:nvSpPr>
        <p:spPr>
          <a:xfrm>
            <a:off x="0" y="0"/>
            <a:ext cx="4152614"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E100234-438F-D4E5-C40F-5899A1940824}"/>
              </a:ext>
            </a:extLst>
          </p:cNvPr>
          <p:cNvSpPr txBox="1"/>
          <p:nvPr/>
        </p:nvSpPr>
        <p:spPr>
          <a:xfrm>
            <a:off x="4723254" y="2509444"/>
            <a:ext cx="6503928" cy="1569660"/>
          </a:xfrm>
          <a:prstGeom prst="rect">
            <a:avLst/>
          </a:prstGeom>
          <a:noFill/>
        </p:spPr>
        <p:txBody>
          <a:bodyPr wrap="square" rtlCol="0">
            <a:spAutoFit/>
          </a:bodyPr>
          <a:lstStyle/>
          <a:p>
            <a:r>
              <a:rPr lang="en-GB" sz="9600" dirty="0"/>
              <a:t>Questions? </a:t>
            </a:r>
          </a:p>
        </p:txBody>
      </p:sp>
    </p:spTree>
    <p:extLst>
      <p:ext uri="{BB962C8B-B14F-4D97-AF65-F5344CB8AC3E}">
        <p14:creationId xmlns:p14="http://schemas.microsoft.com/office/powerpoint/2010/main" val="4161361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7680-D097-392A-2C80-CB6D544959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39FABCE-ABAD-26CC-5ED5-2D997868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4802B6B-51B6-1C72-C0D4-85BABB30C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E83551-AC8F-6E57-E9CC-AD59DF8ED2C3}"/>
              </a:ext>
            </a:extLst>
          </p:cNvPr>
          <p:cNvSpPr>
            <a:spLocks noGrp="1"/>
          </p:cNvSpPr>
          <p:nvPr>
            <p:ph type="dt" sz="half" idx="10"/>
          </p:nvPr>
        </p:nvSpPr>
        <p:spPr/>
        <p:txBody>
          <a:bodyPr/>
          <a:lstStyle/>
          <a:p>
            <a:fld id="{01BC331C-9C15-4EBF-B28C-C496046A8A37}" type="datetimeFigureOut">
              <a:rPr lang="en-GB" smtClean="0"/>
              <a:t>14/10/2024</a:t>
            </a:fld>
            <a:endParaRPr lang="en-GB"/>
          </a:p>
        </p:txBody>
      </p:sp>
      <p:sp>
        <p:nvSpPr>
          <p:cNvPr id="6" name="Footer Placeholder 5">
            <a:extLst>
              <a:ext uri="{FF2B5EF4-FFF2-40B4-BE49-F238E27FC236}">
                <a16:creationId xmlns:a16="http://schemas.microsoft.com/office/drawing/2014/main" id="{E6F80383-36AF-82AF-C0B8-FC513D97BA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20E62E8-8F67-EF7C-4078-772AF2D1C046}"/>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47644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8E418-5AAC-8B12-F86C-7D5F305749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7BA5F73-AEF3-A735-ACB1-EC4144C2BC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33163162-E54B-A41F-A890-02A4CF7F88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81969-C652-2C8B-1456-69E9EC1C9526}"/>
              </a:ext>
            </a:extLst>
          </p:cNvPr>
          <p:cNvSpPr>
            <a:spLocks noGrp="1"/>
          </p:cNvSpPr>
          <p:nvPr>
            <p:ph type="dt" sz="half" idx="10"/>
          </p:nvPr>
        </p:nvSpPr>
        <p:spPr/>
        <p:txBody>
          <a:bodyPr/>
          <a:lstStyle/>
          <a:p>
            <a:fld id="{01BC331C-9C15-4EBF-B28C-C496046A8A37}" type="datetimeFigureOut">
              <a:rPr lang="en-GB" smtClean="0"/>
              <a:t>14/10/2024</a:t>
            </a:fld>
            <a:endParaRPr lang="en-GB"/>
          </a:p>
        </p:txBody>
      </p:sp>
      <p:sp>
        <p:nvSpPr>
          <p:cNvPr id="6" name="Footer Placeholder 5">
            <a:extLst>
              <a:ext uri="{FF2B5EF4-FFF2-40B4-BE49-F238E27FC236}">
                <a16:creationId xmlns:a16="http://schemas.microsoft.com/office/drawing/2014/main" id="{6AABAFAC-19E4-4E36-4352-2E9C3AE14A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DB31C92-A389-0F28-8809-DFCF12D1B412}"/>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677651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CB88-E83B-A9CB-3079-C114F778540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02B31A0-599C-9799-B87D-A10764F5A8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F66BC0-DED9-C335-1EA1-AEC7F61A0CD3}"/>
              </a:ext>
            </a:extLst>
          </p:cNvPr>
          <p:cNvSpPr>
            <a:spLocks noGrp="1"/>
          </p:cNvSpPr>
          <p:nvPr>
            <p:ph type="dt" sz="half" idx="10"/>
          </p:nvPr>
        </p:nvSpPr>
        <p:spPr/>
        <p:txBody>
          <a:bodyPr/>
          <a:lstStyle/>
          <a:p>
            <a:fld id="{01BC331C-9C15-4EBF-B28C-C496046A8A37}" type="datetimeFigureOut">
              <a:rPr lang="en-GB" smtClean="0"/>
              <a:t>14/10/2024</a:t>
            </a:fld>
            <a:endParaRPr lang="en-GB"/>
          </a:p>
        </p:txBody>
      </p:sp>
      <p:sp>
        <p:nvSpPr>
          <p:cNvPr id="5" name="Footer Placeholder 4">
            <a:extLst>
              <a:ext uri="{FF2B5EF4-FFF2-40B4-BE49-F238E27FC236}">
                <a16:creationId xmlns:a16="http://schemas.microsoft.com/office/drawing/2014/main" id="{213B31ED-485B-570A-B6A9-92FEC61858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79BAED-3218-E2B1-01AC-872EAED60A70}"/>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937876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7EC147-AD87-B353-76C2-F84F682DA3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191A306-2430-2820-252B-D79CB21BD6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E111F2-2B28-E798-75C6-48F675F9D4DA}"/>
              </a:ext>
            </a:extLst>
          </p:cNvPr>
          <p:cNvSpPr>
            <a:spLocks noGrp="1"/>
          </p:cNvSpPr>
          <p:nvPr>
            <p:ph type="dt" sz="half" idx="10"/>
          </p:nvPr>
        </p:nvSpPr>
        <p:spPr/>
        <p:txBody>
          <a:bodyPr/>
          <a:lstStyle/>
          <a:p>
            <a:fld id="{01BC331C-9C15-4EBF-B28C-C496046A8A37}" type="datetimeFigureOut">
              <a:rPr lang="en-GB" smtClean="0"/>
              <a:t>14/10/2024</a:t>
            </a:fld>
            <a:endParaRPr lang="en-GB"/>
          </a:p>
        </p:txBody>
      </p:sp>
      <p:sp>
        <p:nvSpPr>
          <p:cNvPr id="5" name="Footer Placeholder 4">
            <a:extLst>
              <a:ext uri="{FF2B5EF4-FFF2-40B4-BE49-F238E27FC236}">
                <a16:creationId xmlns:a16="http://schemas.microsoft.com/office/drawing/2014/main" id="{F2CAF426-7023-1B3C-7641-AC3F4D6832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ECD85F-20D6-CCBD-D242-A391ECEE5ACA}"/>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4076897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605334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Column">
    <p:bg>
      <p:bgPr>
        <a:solidFill>
          <a:schemeClr val="tx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bg1"/>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bg1"/>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bg1"/>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bg1"/>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bg1"/>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4935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3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7055631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8239520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bg1"/>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21300677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837927314"/>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24CE0E97-85AE-BE9D-BB93-C4A7A78A64A9}"/>
              </a:ext>
            </a:extLst>
          </p:cNvPr>
          <p:cNvSpPr>
            <a:spLocks noGrp="1"/>
          </p:cNvSpPr>
          <p:nvPr>
            <p:ph sz="quarter" idx="16"/>
          </p:nvPr>
        </p:nvSpPr>
        <p:spPr>
          <a:xfrm>
            <a:off x="838200" y="2138363"/>
            <a:ext cx="10515600" cy="3695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87711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F20895-026B-8CFB-F502-E4F0A7B94E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5A23036-5526-D04B-964D-AC3050C51B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E59C67-F8A2-CF36-A74C-69D3F89131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BC331C-9C15-4EBF-B28C-C496046A8A37}" type="datetimeFigureOut">
              <a:rPr lang="en-GB" smtClean="0"/>
              <a:t>14/10/2024</a:t>
            </a:fld>
            <a:endParaRPr lang="en-GB"/>
          </a:p>
        </p:txBody>
      </p:sp>
      <p:sp>
        <p:nvSpPr>
          <p:cNvPr id="5" name="Footer Placeholder 4">
            <a:extLst>
              <a:ext uri="{FF2B5EF4-FFF2-40B4-BE49-F238E27FC236}">
                <a16:creationId xmlns:a16="http://schemas.microsoft.com/office/drawing/2014/main" id="{8A6CB9F4-1217-A26D-853E-627FC71A0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C53EC2E-6A5D-DEA6-DCCC-4CFDC2F30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AA190A-0A17-4259-A608-575D6F13E893}" type="slidenum">
              <a:rPr lang="en-GB" smtClean="0"/>
              <a:t>‹#›</a:t>
            </a:fld>
            <a:endParaRPr lang="en-GB"/>
          </a:p>
        </p:txBody>
      </p:sp>
    </p:spTree>
    <p:extLst>
      <p:ext uri="{BB962C8B-B14F-4D97-AF65-F5344CB8AC3E}">
        <p14:creationId xmlns:p14="http://schemas.microsoft.com/office/powerpoint/2010/main" val="2683717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jpeg"/></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www.kenhub.com/en/library/anatomy/sternoclavicular-joint" TargetMode="External"/><Relationship Id="rId1" Type="http://schemas.openxmlformats.org/officeDocument/2006/relationships/slideLayout" Target="../slideLayouts/slideLayout6.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www.kenhub.com/en/library/anatomy/sternoclavicular-joint" TargetMode="Externa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hyperlink" Target="https://www.kenhub.com/en/library/anatomy/the-ribs" TargetMode="Externa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https://www.kenhub.com/en/library/anatomy/scapulothoracic-joint" TargetMode="External"/><Relationship Id="rId5" Type="http://schemas.openxmlformats.org/officeDocument/2006/relationships/hyperlink" Target="https://www.kenhub.com/en/library/anatomy/external-abdominal-oblique-muscle" TargetMode="External"/><Relationship Id="rId4" Type="http://schemas.openxmlformats.org/officeDocument/2006/relationships/image" Target="../media/image47.jpe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50.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6.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hyperlink" Target="https://www.kenhub.com/en/library/anatomy/pubis" TargetMode="Externa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5.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5.xml.rels><?xml version="1.0" encoding="UTF-8" standalone="yes"?>
<Relationships xmlns="http://schemas.openxmlformats.org/package/2006/relationships"><Relationship Id="rId2" Type="http://schemas.openxmlformats.org/officeDocument/2006/relationships/image" Target="../media/image66.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6701-E38D-11DE-096E-17A0437DC710}"/>
              </a:ext>
            </a:extLst>
          </p:cNvPr>
          <p:cNvSpPr>
            <a:spLocks noGrp="1"/>
          </p:cNvSpPr>
          <p:nvPr>
            <p:ph type="ctrTitle"/>
          </p:nvPr>
        </p:nvSpPr>
        <p:spPr/>
        <p:txBody>
          <a:bodyPr>
            <a:normAutofit fontScale="90000"/>
          </a:bodyPr>
          <a:lstStyle/>
          <a:p>
            <a:r>
              <a:rPr lang="en-GB" dirty="0"/>
              <a:t>The anatomy of the chest wall and the physiology of breathing </a:t>
            </a:r>
          </a:p>
        </p:txBody>
      </p:sp>
      <p:sp>
        <p:nvSpPr>
          <p:cNvPr id="3" name="Subtitle 2">
            <a:extLst>
              <a:ext uri="{FF2B5EF4-FFF2-40B4-BE49-F238E27FC236}">
                <a16:creationId xmlns:a16="http://schemas.microsoft.com/office/drawing/2014/main" id="{7215EE5E-EC22-6384-98EF-DFFE1BECA23F}"/>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9102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AB989-1A29-39DB-53C1-3DA2EF866CA1}"/>
              </a:ext>
            </a:extLst>
          </p:cNvPr>
          <p:cNvSpPr>
            <a:spLocks noGrp="1"/>
          </p:cNvSpPr>
          <p:nvPr>
            <p:ph type="title"/>
          </p:nvPr>
        </p:nvSpPr>
        <p:spPr/>
        <p:txBody>
          <a:bodyPr/>
          <a:lstStyle/>
          <a:p>
            <a:r>
              <a:rPr lang="en-GB" dirty="0"/>
              <a:t>Learning objectives </a:t>
            </a:r>
          </a:p>
        </p:txBody>
      </p:sp>
      <p:sp>
        <p:nvSpPr>
          <p:cNvPr id="3" name="Content Placeholder 2">
            <a:extLst>
              <a:ext uri="{FF2B5EF4-FFF2-40B4-BE49-F238E27FC236}">
                <a16:creationId xmlns:a16="http://schemas.microsoft.com/office/drawing/2014/main" id="{743B0687-C7AB-28C2-EC76-86BCE2FDD111}"/>
              </a:ext>
            </a:extLst>
          </p:cNvPr>
          <p:cNvSpPr>
            <a:spLocks noGrp="1"/>
          </p:cNvSpPr>
          <p:nvPr>
            <p:ph idx="1"/>
          </p:nvPr>
        </p:nvSpPr>
        <p:spPr/>
        <p:txBody>
          <a:bodyPr/>
          <a:lstStyle/>
          <a:p>
            <a:r>
              <a:rPr lang="en-GB" dirty="0"/>
              <a:t>To be able to: </a:t>
            </a:r>
          </a:p>
          <a:p>
            <a:pPr lvl="1"/>
            <a:r>
              <a:rPr lang="en-GB" dirty="0"/>
              <a:t>Identify the bony structures of the chest wall </a:t>
            </a:r>
          </a:p>
          <a:p>
            <a:pPr lvl="1"/>
            <a:r>
              <a:rPr lang="en-GB" dirty="0"/>
              <a:t>Identify the muscular and soft tissue structures of the chest wall </a:t>
            </a:r>
          </a:p>
          <a:p>
            <a:pPr lvl="1"/>
            <a:r>
              <a:rPr lang="en-GB" dirty="0"/>
              <a:t>Identify the nervous system involved in breathing </a:t>
            </a:r>
          </a:p>
          <a:p>
            <a:pPr lvl="1"/>
            <a:r>
              <a:rPr lang="en-GB" dirty="0"/>
              <a:t>Understand and explain the mechanics of breathing :</a:t>
            </a:r>
          </a:p>
          <a:p>
            <a:pPr lvl="2"/>
            <a:r>
              <a:rPr lang="en-GB" dirty="0"/>
              <a:t>Inspiration </a:t>
            </a:r>
          </a:p>
          <a:p>
            <a:pPr lvl="2"/>
            <a:r>
              <a:rPr lang="en-GB" dirty="0"/>
              <a:t>Expiration </a:t>
            </a:r>
          </a:p>
          <a:p>
            <a:pPr lvl="2"/>
            <a:r>
              <a:rPr lang="en-GB" dirty="0"/>
              <a:t>Control of breathing</a:t>
            </a:r>
          </a:p>
          <a:p>
            <a:pPr lvl="2"/>
            <a:endParaRPr lang="en-GB" dirty="0"/>
          </a:p>
          <a:p>
            <a:pPr lvl="1"/>
            <a:r>
              <a:rPr lang="en-GB" dirty="0"/>
              <a:t>Explain the relevance to physiotherapy </a:t>
            </a:r>
          </a:p>
        </p:txBody>
      </p:sp>
    </p:spTree>
    <p:extLst>
      <p:ext uri="{BB962C8B-B14F-4D97-AF65-F5344CB8AC3E}">
        <p14:creationId xmlns:p14="http://schemas.microsoft.com/office/powerpoint/2010/main" val="856418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D8257AB-10F5-9E49-DD3D-404DBF63ABF9}"/>
              </a:ext>
            </a:extLst>
          </p:cNvPr>
          <p:cNvSpPr>
            <a:spLocks noGrp="1"/>
          </p:cNvSpPr>
          <p:nvPr>
            <p:ph sz="half" idx="1"/>
          </p:nvPr>
        </p:nvSpPr>
        <p:spPr/>
        <p:txBody>
          <a:bodyPr/>
          <a:lstStyle/>
          <a:p>
            <a:r>
              <a:rPr lang="en-GB" dirty="0"/>
              <a:t>The chest wall: </a:t>
            </a:r>
          </a:p>
          <a:p>
            <a:pPr lvl="1"/>
            <a:r>
              <a:rPr lang="en-GB" dirty="0"/>
              <a:t>10 layers </a:t>
            </a:r>
          </a:p>
          <a:p>
            <a:pPr lvl="1"/>
            <a:r>
              <a:rPr lang="en-GB" dirty="0"/>
              <a:t>Epidermis, dermis, superficial and deep fascia </a:t>
            </a:r>
          </a:p>
          <a:p>
            <a:pPr lvl="1"/>
            <a:r>
              <a:rPr lang="en-GB" dirty="0"/>
              <a:t>Extrinsic and intrinsic muscles</a:t>
            </a:r>
          </a:p>
          <a:p>
            <a:pPr lvl="1"/>
            <a:r>
              <a:rPr lang="en-GB" dirty="0"/>
              <a:t>Ribs, Sternum and spine </a:t>
            </a:r>
          </a:p>
          <a:p>
            <a:pPr lvl="1"/>
            <a:r>
              <a:rPr lang="en-GB" dirty="0"/>
              <a:t>Endothoracic fascia </a:t>
            </a:r>
          </a:p>
          <a:p>
            <a:pPr lvl="1"/>
            <a:r>
              <a:rPr lang="en-GB" dirty="0"/>
              <a:t>Parietal pleura </a:t>
            </a:r>
          </a:p>
        </p:txBody>
      </p:sp>
      <p:sp>
        <p:nvSpPr>
          <p:cNvPr id="2" name="Title 1">
            <a:extLst>
              <a:ext uri="{FF2B5EF4-FFF2-40B4-BE49-F238E27FC236}">
                <a16:creationId xmlns:a16="http://schemas.microsoft.com/office/drawing/2014/main" id="{636CC8B5-D751-81A3-1D89-6B5FFDABEB13}"/>
              </a:ext>
            </a:extLst>
          </p:cNvPr>
          <p:cNvSpPr>
            <a:spLocks noGrp="1"/>
          </p:cNvSpPr>
          <p:nvPr>
            <p:ph type="title"/>
          </p:nvPr>
        </p:nvSpPr>
        <p:spPr/>
        <p:txBody>
          <a:bodyPr/>
          <a:lstStyle/>
          <a:p>
            <a:r>
              <a:rPr lang="en-GB" dirty="0"/>
              <a:t>The chest wall : Overview </a:t>
            </a:r>
          </a:p>
        </p:txBody>
      </p:sp>
      <p:pic>
        <p:nvPicPr>
          <p:cNvPr id="6" name="Content Placeholder 5">
            <a:extLst>
              <a:ext uri="{FF2B5EF4-FFF2-40B4-BE49-F238E27FC236}">
                <a16:creationId xmlns:a16="http://schemas.microsoft.com/office/drawing/2014/main" id="{C734C022-3E7C-8240-FB63-B3FEB2E0A6E7}"/>
              </a:ext>
            </a:extLst>
          </p:cNvPr>
          <p:cNvPicPr>
            <a:picLocks noGrp="1" noChangeAspect="1"/>
          </p:cNvPicPr>
          <p:nvPr>
            <p:ph sz="half" idx="2"/>
          </p:nvPr>
        </p:nvPicPr>
        <p:blipFill>
          <a:blip r:embed="rId2"/>
          <a:stretch>
            <a:fillRect/>
          </a:stretch>
        </p:blipFill>
        <p:spPr>
          <a:xfrm>
            <a:off x="6587331" y="1825625"/>
            <a:ext cx="4351338" cy="4351338"/>
          </a:xfrm>
          <a:prstGeom prst="rect">
            <a:avLst/>
          </a:prstGeom>
        </p:spPr>
      </p:pic>
    </p:spTree>
    <p:extLst>
      <p:ext uri="{BB962C8B-B14F-4D97-AF65-F5344CB8AC3E}">
        <p14:creationId xmlns:p14="http://schemas.microsoft.com/office/powerpoint/2010/main" val="2087324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1E20E-5D8E-250F-688B-7886C637FF14}"/>
              </a:ext>
            </a:extLst>
          </p:cNvPr>
          <p:cNvSpPr>
            <a:spLocks noGrp="1"/>
          </p:cNvSpPr>
          <p:nvPr>
            <p:ph sz="half" idx="1"/>
          </p:nvPr>
        </p:nvSpPr>
        <p:spPr/>
        <p:txBody>
          <a:bodyPr/>
          <a:lstStyle/>
          <a:p>
            <a:r>
              <a:rPr lang="en-GB" dirty="0"/>
              <a:t>The structure of the rib cage :</a:t>
            </a:r>
          </a:p>
          <a:p>
            <a:pPr lvl="2"/>
            <a:r>
              <a:rPr lang="en-GB" dirty="0"/>
              <a:t>Thoracic spine T1to T12 </a:t>
            </a:r>
          </a:p>
          <a:p>
            <a:pPr lvl="2"/>
            <a:r>
              <a:rPr lang="en-GB" dirty="0"/>
              <a:t>Clavicle ( collarbone) </a:t>
            </a:r>
          </a:p>
          <a:p>
            <a:pPr lvl="2"/>
            <a:r>
              <a:rPr lang="en-GB" dirty="0"/>
              <a:t>Ribs 1 to 12 </a:t>
            </a:r>
          </a:p>
          <a:p>
            <a:pPr lvl="3"/>
            <a:r>
              <a:rPr lang="en-GB" dirty="0"/>
              <a:t>True ribs 1-7 </a:t>
            </a:r>
          </a:p>
          <a:p>
            <a:pPr lvl="3"/>
            <a:r>
              <a:rPr lang="en-GB" dirty="0"/>
              <a:t>False ribs 8-10 </a:t>
            </a:r>
          </a:p>
          <a:p>
            <a:pPr lvl="3"/>
            <a:r>
              <a:rPr lang="en-GB" dirty="0"/>
              <a:t>Floating ribs 11-12 </a:t>
            </a:r>
          </a:p>
          <a:p>
            <a:pPr lvl="2"/>
            <a:r>
              <a:rPr lang="en-GB" dirty="0"/>
              <a:t>Costal Cartilage </a:t>
            </a:r>
          </a:p>
          <a:p>
            <a:pPr lvl="2"/>
            <a:r>
              <a:rPr lang="en-GB" dirty="0"/>
              <a:t>Sternum </a:t>
            </a:r>
          </a:p>
          <a:p>
            <a:pPr lvl="2"/>
            <a:r>
              <a:rPr lang="en-GB" dirty="0"/>
              <a:t>Manubrium </a:t>
            </a:r>
          </a:p>
          <a:p>
            <a:pPr lvl="2"/>
            <a:r>
              <a:rPr lang="en-GB" dirty="0"/>
              <a:t>Xiphoid process  </a:t>
            </a:r>
          </a:p>
        </p:txBody>
      </p:sp>
      <p:sp>
        <p:nvSpPr>
          <p:cNvPr id="2" name="Title 1">
            <a:extLst>
              <a:ext uri="{FF2B5EF4-FFF2-40B4-BE49-F238E27FC236}">
                <a16:creationId xmlns:a16="http://schemas.microsoft.com/office/drawing/2014/main" id="{73097D0D-FDE7-46F6-F9C1-52F31DC9F0D9}"/>
              </a:ext>
            </a:extLst>
          </p:cNvPr>
          <p:cNvSpPr>
            <a:spLocks noGrp="1"/>
          </p:cNvSpPr>
          <p:nvPr>
            <p:ph type="title"/>
          </p:nvPr>
        </p:nvSpPr>
        <p:spPr/>
        <p:txBody>
          <a:bodyPr/>
          <a:lstStyle/>
          <a:p>
            <a:r>
              <a:rPr lang="en-GB" dirty="0"/>
              <a:t>Bony Structures of the Chest wall </a:t>
            </a:r>
          </a:p>
        </p:txBody>
      </p:sp>
      <p:pic>
        <p:nvPicPr>
          <p:cNvPr id="5" name="Content Placeholder 4">
            <a:extLst>
              <a:ext uri="{FF2B5EF4-FFF2-40B4-BE49-F238E27FC236}">
                <a16:creationId xmlns:a16="http://schemas.microsoft.com/office/drawing/2014/main" id="{5858E1BA-9379-15C7-DE14-3B2E8E90C704}"/>
              </a:ext>
            </a:extLst>
          </p:cNvPr>
          <p:cNvPicPr>
            <a:picLocks noGrp="1" noChangeAspect="1"/>
          </p:cNvPicPr>
          <p:nvPr>
            <p:ph sz="half" idx="2"/>
          </p:nvPr>
        </p:nvPicPr>
        <p:blipFill>
          <a:blip r:embed="rId2"/>
          <a:stretch>
            <a:fillRect/>
          </a:stretch>
        </p:blipFill>
        <p:spPr>
          <a:xfrm>
            <a:off x="6172200" y="2106099"/>
            <a:ext cx="5181600" cy="3790389"/>
          </a:xfrm>
          <a:prstGeom prst="rect">
            <a:avLst/>
          </a:prstGeom>
        </p:spPr>
      </p:pic>
    </p:spTree>
    <p:extLst>
      <p:ext uri="{BB962C8B-B14F-4D97-AF65-F5344CB8AC3E}">
        <p14:creationId xmlns:p14="http://schemas.microsoft.com/office/powerpoint/2010/main" val="4105380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37BAB-D5D7-8667-E48A-FD7C8DEC8F23}"/>
              </a:ext>
            </a:extLst>
          </p:cNvPr>
          <p:cNvSpPr>
            <a:spLocks noGrp="1"/>
          </p:cNvSpPr>
          <p:nvPr>
            <p:ph type="title"/>
          </p:nvPr>
        </p:nvSpPr>
        <p:spPr>
          <a:xfrm>
            <a:off x="0" y="379615"/>
            <a:ext cx="10515600" cy="1325563"/>
          </a:xfrm>
        </p:spPr>
        <p:txBody>
          <a:bodyPr anchor="ctr">
            <a:normAutofit/>
          </a:bodyPr>
          <a:lstStyle/>
          <a:p>
            <a:r>
              <a:rPr lang="en-GB" dirty="0"/>
              <a:t>Thoracic Cage </a:t>
            </a:r>
          </a:p>
        </p:txBody>
      </p:sp>
      <p:pic>
        <p:nvPicPr>
          <p:cNvPr id="4" name="Picture 3" descr="The radiologic figure of a skeleton">
            <a:extLst>
              <a:ext uri="{FF2B5EF4-FFF2-40B4-BE49-F238E27FC236}">
                <a16:creationId xmlns:a16="http://schemas.microsoft.com/office/drawing/2014/main" id="{B902B643-8D7E-CF69-9994-0458E612599B}"/>
              </a:ext>
            </a:extLst>
          </p:cNvPr>
          <p:cNvPicPr>
            <a:picLocks noChangeAspect="1"/>
          </p:cNvPicPr>
          <p:nvPr/>
        </p:nvPicPr>
        <p:blipFill>
          <a:blip r:embed="rId2"/>
          <a:srcRect t="25487" b="12053"/>
          <a:stretch/>
        </p:blipFill>
        <p:spPr>
          <a:xfrm>
            <a:off x="838200" y="2313764"/>
            <a:ext cx="10515600" cy="4351338"/>
          </a:xfrm>
          <a:prstGeom prst="rect">
            <a:avLst/>
          </a:prstGeom>
          <a:noFill/>
        </p:spPr>
      </p:pic>
    </p:spTree>
    <p:extLst>
      <p:ext uri="{BB962C8B-B14F-4D97-AF65-F5344CB8AC3E}">
        <p14:creationId xmlns:p14="http://schemas.microsoft.com/office/powerpoint/2010/main" val="3460998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7C3432-DDDB-8E69-ADAA-B915249D072E}"/>
              </a:ext>
            </a:extLst>
          </p:cNvPr>
          <p:cNvSpPr>
            <a:spLocks noGrp="1"/>
          </p:cNvSpPr>
          <p:nvPr>
            <p:ph sz="half" idx="1"/>
          </p:nvPr>
        </p:nvSpPr>
        <p:spPr>
          <a:xfrm>
            <a:off x="838200" y="1825625"/>
            <a:ext cx="4459014" cy="4464816"/>
          </a:xfrm>
        </p:spPr>
        <p:txBody>
          <a:bodyPr>
            <a:normAutofit/>
          </a:bodyPr>
          <a:lstStyle/>
          <a:p>
            <a:r>
              <a:rPr lang="en-GB" dirty="0"/>
              <a:t>Clavicle : </a:t>
            </a:r>
          </a:p>
          <a:p>
            <a:pPr lvl="1"/>
            <a:r>
              <a:rPr lang="en-GB" dirty="0"/>
              <a:t>1</a:t>
            </a:r>
            <a:r>
              <a:rPr lang="en-GB" baseline="30000" dirty="0"/>
              <a:t>st</a:t>
            </a:r>
            <a:r>
              <a:rPr lang="en-GB" dirty="0"/>
              <a:t> costal cartilage attach to the </a:t>
            </a:r>
            <a:r>
              <a:rPr lang="en-GB" b="1" dirty="0"/>
              <a:t>manubrium </a:t>
            </a:r>
          </a:p>
          <a:p>
            <a:r>
              <a:rPr lang="en-GB" dirty="0"/>
              <a:t>2</a:t>
            </a:r>
            <a:r>
              <a:rPr lang="en-GB" baseline="30000" dirty="0"/>
              <a:t>nd</a:t>
            </a:r>
            <a:r>
              <a:rPr lang="en-GB" dirty="0"/>
              <a:t> costal cartilage : </a:t>
            </a:r>
          </a:p>
          <a:p>
            <a:pPr lvl="1"/>
            <a:r>
              <a:rPr lang="en-GB" dirty="0"/>
              <a:t>Attach to the </a:t>
            </a:r>
            <a:r>
              <a:rPr lang="en-GB" b="1" dirty="0"/>
              <a:t>Sternal angle </a:t>
            </a:r>
          </a:p>
          <a:p>
            <a:pPr marL="457200" lvl="1" indent="0">
              <a:buNone/>
            </a:pPr>
            <a:endParaRPr lang="en-GB" b="1" dirty="0"/>
          </a:p>
        </p:txBody>
      </p:sp>
      <p:sp>
        <p:nvSpPr>
          <p:cNvPr id="4" name="Title 3">
            <a:extLst>
              <a:ext uri="{FF2B5EF4-FFF2-40B4-BE49-F238E27FC236}">
                <a16:creationId xmlns:a16="http://schemas.microsoft.com/office/drawing/2014/main" id="{62E7C043-7158-46CA-822E-BDE2C2881A9F}"/>
              </a:ext>
            </a:extLst>
          </p:cNvPr>
          <p:cNvSpPr>
            <a:spLocks noGrp="1"/>
          </p:cNvSpPr>
          <p:nvPr>
            <p:ph type="title"/>
          </p:nvPr>
        </p:nvSpPr>
        <p:spPr/>
        <p:txBody>
          <a:bodyPr/>
          <a:lstStyle/>
          <a:p>
            <a:r>
              <a:rPr lang="en-GB" dirty="0"/>
              <a:t>Thoracic cage </a:t>
            </a:r>
          </a:p>
        </p:txBody>
      </p:sp>
      <p:pic>
        <p:nvPicPr>
          <p:cNvPr id="6" name="Content Placeholder 5">
            <a:extLst>
              <a:ext uri="{FF2B5EF4-FFF2-40B4-BE49-F238E27FC236}">
                <a16:creationId xmlns:a16="http://schemas.microsoft.com/office/drawing/2014/main" id="{9BA9876B-6042-D6BD-6496-D76EEC5766B9}"/>
              </a:ext>
            </a:extLst>
          </p:cNvPr>
          <p:cNvPicPr>
            <a:picLocks noGrp="1" noChangeAspect="1"/>
          </p:cNvPicPr>
          <p:nvPr>
            <p:ph sz="half" idx="2"/>
          </p:nvPr>
        </p:nvPicPr>
        <p:blipFill>
          <a:blip r:embed="rId2"/>
          <a:stretch>
            <a:fillRect/>
          </a:stretch>
        </p:blipFill>
        <p:spPr>
          <a:xfrm>
            <a:off x="5849007" y="1716086"/>
            <a:ext cx="5833242" cy="4374932"/>
          </a:xfrm>
          <a:prstGeom prst="rect">
            <a:avLst/>
          </a:prstGeom>
        </p:spPr>
      </p:pic>
    </p:spTree>
    <p:extLst>
      <p:ext uri="{BB962C8B-B14F-4D97-AF65-F5344CB8AC3E}">
        <p14:creationId xmlns:p14="http://schemas.microsoft.com/office/powerpoint/2010/main" val="28260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7C3432-DDDB-8E69-ADAA-B915249D072E}"/>
              </a:ext>
            </a:extLst>
          </p:cNvPr>
          <p:cNvSpPr>
            <a:spLocks noGrp="1"/>
          </p:cNvSpPr>
          <p:nvPr>
            <p:ph sz="half" idx="1"/>
          </p:nvPr>
        </p:nvSpPr>
        <p:spPr>
          <a:xfrm>
            <a:off x="838200" y="1825625"/>
            <a:ext cx="4459014" cy="4464816"/>
          </a:xfrm>
        </p:spPr>
        <p:txBody>
          <a:bodyPr>
            <a:normAutofit fontScale="92500" lnSpcReduction="10000"/>
          </a:bodyPr>
          <a:lstStyle/>
          <a:p>
            <a:r>
              <a:rPr lang="en-GB" b="1" dirty="0"/>
              <a:t>True ribs: </a:t>
            </a:r>
            <a:r>
              <a:rPr lang="en-GB" dirty="0"/>
              <a:t>1-7</a:t>
            </a:r>
            <a:r>
              <a:rPr lang="en-GB" baseline="30000" dirty="0"/>
              <a:t>th</a:t>
            </a:r>
            <a:r>
              <a:rPr lang="en-GB" dirty="0"/>
              <a:t> </a:t>
            </a:r>
          </a:p>
          <a:p>
            <a:pPr lvl="1"/>
            <a:r>
              <a:rPr lang="en-GB" dirty="0"/>
              <a:t>lies deep to the clavicle ( difficult to palpate) </a:t>
            </a:r>
          </a:p>
          <a:p>
            <a:pPr lvl="1"/>
            <a:r>
              <a:rPr lang="en-GB" dirty="0"/>
              <a:t>Attached to sternum ( via costochondral joints </a:t>
            </a:r>
            <a:endParaRPr lang="en-GB" b="1" dirty="0"/>
          </a:p>
          <a:p>
            <a:r>
              <a:rPr lang="en-GB" b="1" dirty="0"/>
              <a:t>False ribs: </a:t>
            </a:r>
            <a:r>
              <a:rPr lang="en-GB" dirty="0"/>
              <a:t>8-10</a:t>
            </a:r>
            <a:r>
              <a:rPr lang="en-GB" baseline="30000" dirty="0"/>
              <a:t>th</a:t>
            </a:r>
            <a:r>
              <a:rPr lang="en-GB" dirty="0"/>
              <a:t> </a:t>
            </a:r>
          </a:p>
          <a:p>
            <a:pPr lvl="1"/>
            <a:r>
              <a:rPr lang="en-GB" dirty="0"/>
              <a:t>Attached anteriorly only (via costochondral joints)</a:t>
            </a:r>
          </a:p>
          <a:p>
            <a:pPr lvl="1"/>
            <a:r>
              <a:rPr lang="en-GB" dirty="0"/>
              <a:t>Form </a:t>
            </a:r>
            <a:r>
              <a:rPr lang="en-GB" dirty="0" err="1"/>
              <a:t>interchondral</a:t>
            </a:r>
            <a:r>
              <a:rPr lang="en-GB" dirty="0"/>
              <a:t> + chondrocostal joints </a:t>
            </a:r>
          </a:p>
          <a:p>
            <a:r>
              <a:rPr lang="en-GB" b="1" dirty="0"/>
              <a:t>Free floating ribs : </a:t>
            </a:r>
            <a:r>
              <a:rPr lang="en-GB" dirty="0"/>
              <a:t>11</a:t>
            </a:r>
            <a:r>
              <a:rPr lang="en-GB" baseline="30000" dirty="0"/>
              <a:t>th</a:t>
            </a:r>
            <a:r>
              <a:rPr lang="en-GB" dirty="0"/>
              <a:t>-12</a:t>
            </a:r>
            <a:r>
              <a:rPr lang="en-GB" baseline="30000" dirty="0"/>
              <a:t>th</a:t>
            </a:r>
            <a:r>
              <a:rPr lang="en-GB" dirty="0"/>
              <a:t> ribs </a:t>
            </a:r>
          </a:p>
          <a:p>
            <a:pPr lvl="1"/>
            <a:r>
              <a:rPr lang="en-GB" dirty="0"/>
              <a:t>Only attach posteriorly </a:t>
            </a:r>
          </a:p>
        </p:txBody>
      </p:sp>
      <p:sp>
        <p:nvSpPr>
          <p:cNvPr id="4" name="Title 3">
            <a:extLst>
              <a:ext uri="{FF2B5EF4-FFF2-40B4-BE49-F238E27FC236}">
                <a16:creationId xmlns:a16="http://schemas.microsoft.com/office/drawing/2014/main" id="{62E7C043-7158-46CA-822E-BDE2C2881A9F}"/>
              </a:ext>
            </a:extLst>
          </p:cNvPr>
          <p:cNvSpPr>
            <a:spLocks noGrp="1"/>
          </p:cNvSpPr>
          <p:nvPr>
            <p:ph type="title"/>
          </p:nvPr>
        </p:nvSpPr>
        <p:spPr/>
        <p:txBody>
          <a:bodyPr/>
          <a:lstStyle/>
          <a:p>
            <a:r>
              <a:rPr lang="en-GB" dirty="0"/>
              <a:t>Thoracic cage </a:t>
            </a:r>
          </a:p>
        </p:txBody>
      </p:sp>
      <p:pic>
        <p:nvPicPr>
          <p:cNvPr id="6" name="Content Placeholder 5">
            <a:extLst>
              <a:ext uri="{FF2B5EF4-FFF2-40B4-BE49-F238E27FC236}">
                <a16:creationId xmlns:a16="http://schemas.microsoft.com/office/drawing/2014/main" id="{9BA9876B-6042-D6BD-6496-D76EEC5766B9}"/>
              </a:ext>
            </a:extLst>
          </p:cNvPr>
          <p:cNvPicPr>
            <a:picLocks noGrp="1" noChangeAspect="1"/>
          </p:cNvPicPr>
          <p:nvPr>
            <p:ph sz="half" idx="2"/>
          </p:nvPr>
        </p:nvPicPr>
        <p:blipFill>
          <a:blip r:embed="rId2"/>
          <a:stretch>
            <a:fillRect/>
          </a:stretch>
        </p:blipFill>
        <p:spPr>
          <a:xfrm>
            <a:off x="5849007" y="1716086"/>
            <a:ext cx="5833242" cy="4374932"/>
          </a:xfrm>
          <a:prstGeom prst="rect">
            <a:avLst/>
          </a:prstGeom>
        </p:spPr>
      </p:pic>
    </p:spTree>
    <p:extLst>
      <p:ext uri="{BB962C8B-B14F-4D97-AF65-F5344CB8AC3E}">
        <p14:creationId xmlns:p14="http://schemas.microsoft.com/office/powerpoint/2010/main" val="2740072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7C3432-DDDB-8E69-ADAA-B915249D072E}"/>
              </a:ext>
            </a:extLst>
          </p:cNvPr>
          <p:cNvSpPr>
            <a:spLocks noGrp="1"/>
          </p:cNvSpPr>
          <p:nvPr>
            <p:ph sz="half" idx="1"/>
          </p:nvPr>
        </p:nvSpPr>
        <p:spPr>
          <a:xfrm>
            <a:off x="838200" y="1825625"/>
            <a:ext cx="5181600" cy="4351338"/>
          </a:xfrm>
        </p:spPr>
        <p:txBody>
          <a:bodyPr>
            <a:normAutofit/>
          </a:bodyPr>
          <a:lstStyle/>
          <a:p>
            <a:r>
              <a:rPr lang="en-GB" sz="2200" dirty="0"/>
              <a:t>Sternal angle : acts as a hinge enabling movement </a:t>
            </a:r>
          </a:p>
          <a:p>
            <a:pPr lvl="1"/>
            <a:r>
              <a:rPr lang="en-GB" sz="1800" dirty="0"/>
              <a:t>Ossifies with age </a:t>
            </a:r>
          </a:p>
          <a:p>
            <a:pPr lvl="1"/>
            <a:endParaRPr lang="en-GB" sz="1800" dirty="0"/>
          </a:p>
          <a:p>
            <a:r>
              <a:rPr lang="en-GB" sz="2200" dirty="0"/>
              <a:t>Synovial Joints: </a:t>
            </a:r>
          </a:p>
          <a:p>
            <a:pPr lvl="1"/>
            <a:r>
              <a:rPr lang="en-GB" sz="1800" dirty="0"/>
              <a:t>Freely mobile </a:t>
            </a:r>
          </a:p>
          <a:p>
            <a:pPr lvl="1"/>
            <a:r>
              <a:rPr lang="en-GB" sz="1800" dirty="0"/>
              <a:t>Ribs, costal cartilage, vertebrae and sternum : synovial </a:t>
            </a:r>
          </a:p>
          <a:p>
            <a:pPr lvl="1"/>
            <a:endParaRPr lang="en-GB" sz="1800" dirty="0"/>
          </a:p>
          <a:p>
            <a:r>
              <a:rPr lang="en-GB" sz="2200" dirty="0"/>
              <a:t>Primary Cartilaginous Joints: </a:t>
            </a:r>
          </a:p>
          <a:p>
            <a:pPr lvl="1"/>
            <a:r>
              <a:rPr lang="en-GB" sz="1800" dirty="0"/>
              <a:t>Bones connected by hyaline cartilage </a:t>
            </a:r>
          </a:p>
          <a:p>
            <a:pPr lvl="1"/>
            <a:r>
              <a:rPr lang="en-GB" sz="1800" dirty="0"/>
              <a:t>1</a:t>
            </a:r>
            <a:r>
              <a:rPr lang="en-GB" sz="1800" baseline="30000" dirty="0"/>
              <a:t>st</a:t>
            </a:r>
            <a:r>
              <a:rPr lang="en-GB" sz="1800" dirty="0"/>
              <a:t> costal cartilage and manubrium </a:t>
            </a:r>
          </a:p>
        </p:txBody>
      </p:sp>
      <p:sp>
        <p:nvSpPr>
          <p:cNvPr id="4" name="Title 3">
            <a:extLst>
              <a:ext uri="{FF2B5EF4-FFF2-40B4-BE49-F238E27FC236}">
                <a16:creationId xmlns:a16="http://schemas.microsoft.com/office/drawing/2014/main" id="{62E7C043-7158-46CA-822E-BDE2C2881A9F}"/>
              </a:ext>
            </a:extLst>
          </p:cNvPr>
          <p:cNvSpPr>
            <a:spLocks noGrp="1"/>
          </p:cNvSpPr>
          <p:nvPr>
            <p:ph type="title"/>
          </p:nvPr>
        </p:nvSpPr>
        <p:spPr>
          <a:xfrm>
            <a:off x="0" y="410368"/>
            <a:ext cx="10515600" cy="1325563"/>
          </a:xfrm>
        </p:spPr>
        <p:txBody>
          <a:bodyPr anchor="ctr">
            <a:normAutofit/>
          </a:bodyPr>
          <a:lstStyle/>
          <a:p>
            <a:r>
              <a:rPr lang="en-GB" dirty="0"/>
              <a:t>Thoracic cage </a:t>
            </a:r>
          </a:p>
        </p:txBody>
      </p:sp>
      <p:pic>
        <p:nvPicPr>
          <p:cNvPr id="2052" name="Picture 4" descr="Sternal Angle – Earth's Lab">
            <a:extLst>
              <a:ext uri="{FF2B5EF4-FFF2-40B4-BE49-F238E27FC236}">
                <a16:creationId xmlns:a16="http://schemas.microsoft.com/office/drawing/2014/main" id="{8E188868-6EA2-B215-9A31-57DF3B977E2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163922" y="1825625"/>
            <a:ext cx="319815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201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8E0225-A328-AD56-A66B-E65D8CADDC7A}"/>
              </a:ext>
            </a:extLst>
          </p:cNvPr>
          <p:cNvSpPr>
            <a:spLocks noGrp="1"/>
          </p:cNvSpPr>
          <p:nvPr>
            <p:ph type="title"/>
          </p:nvPr>
        </p:nvSpPr>
        <p:spPr/>
        <p:txBody>
          <a:bodyPr/>
          <a:lstStyle/>
          <a:p>
            <a:r>
              <a:rPr lang="en-GB" dirty="0"/>
              <a:t>Sternocostal joints</a:t>
            </a:r>
          </a:p>
        </p:txBody>
      </p:sp>
      <p:graphicFrame>
        <p:nvGraphicFramePr>
          <p:cNvPr id="8" name="Table 8">
            <a:extLst>
              <a:ext uri="{FF2B5EF4-FFF2-40B4-BE49-F238E27FC236}">
                <a16:creationId xmlns:a16="http://schemas.microsoft.com/office/drawing/2014/main" id="{A22AFA6B-46AF-6CFD-E2A0-854F3E78FF53}"/>
              </a:ext>
            </a:extLst>
          </p:cNvPr>
          <p:cNvGraphicFramePr>
            <a:graphicFrameLocks noGrp="1"/>
          </p:cNvGraphicFramePr>
          <p:nvPr>
            <p:extLst>
              <p:ext uri="{D42A27DB-BD31-4B8C-83A1-F6EECF244321}">
                <p14:modId xmlns:p14="http://schemas.microsoft.com/office/powerpoint/2010/main" val="1912110671"/>
              </p:ext>
            </p:extLst>
          </p:nvPr>
        </p:nvGraphicFramePr>
        <p:xfrm>
          <a:off x="606598" y="2648607"/>
          <a:ext cx="6897788" cy="3405351"/>
        </p:xfrm>
        <a:graphic>
          <a:graphicData uri="http://schemas.openxmlformats.org/drawingml/2006/table">
            <a:tbl>
              <a:tblPr firstRow="1" bandRow="1">
                <a:tableStyleId>{BC89EF96-8CEA-46FF-86C4-4CE0E7609802}</a:tableStyleId>
              </a:tblPr>
              <a:tblGrid>
                <a:gridCol w="1565022">
                  <a:extLst>
                    <a:ext uri="{9D8B030D-6E8A-4147-A177-3AD203B41FA5}">
                      <a16:colId xmlns:a16="http://schemas.microsoft.com/office/drawing/2014/main" val="722841662"/>
                    </a:ext>
                  </a:extLst>
                </a:gridCol>
                <a:gridCol w="5332766">
                  <a:extLst>
                    <a:ext uri="{9D8B030D-6E8A-4147-A177-3AD203B41FA5}">
                      <a16:colId xmlns:a16="http://schemas.microsoft.com/office/drawing/2014/main" val="2182662050"/>
                    </a:ext>
                  </a:extLst>
                </a:gridCol>
              </a:tblGrid>
              <a:tr h="818291">
                <a:tc gridSpan="2">
                  <a:txBody>
                    <a:bodyPr/>
                    <a:lstStyle/>
                    <a:p>
                      <a:r>
                        <a:rPr lang="en-GB" dirty="0"/>
                        <a:t>Key facts about the sternocostal joints</a:t>
                      </a:r>
                    </a:p>
                  </a:txBody>
                  <a:tcPr/>
                </a:tc>
                <a:tc hMerge="1">
                  <a:txBody>
                    <a:bodyPr/>
                    <a:lstStyle/>
                    <a:p>
                      <a:endParaRPr lang="en-GB" dirty="0"/>
                    </a:p>
                  </a:txBody>
                  <a:tcPr/>
                </a:tc>
                <a:extLst>
                  <a:ext uri="{0D108BD9-81ED-4DB2-BD59-A6C34878D82A}">
                    <a16:rowId xmlns:a16="http://schemas.microsoft.com/office/drawing/2014/main" val="2789395596"/>
                  </a:ext>
                </a:extLst>
              </a:tr>
              <a:tr h="521688">
                <a:tc>
                  <a:txBody>
                    <a:bodyPr/>
                    <a:lstStyle/>
                    <a:p>
                      <a:r>
                        <a:rPr lang="en-GB" sz="1050" dirty="0"/>
                        <a:t>Type</a:t>
                      </a:r>
                    </a:p>
                  </a:txBody>
                  <a:tcPr/>
                </a:tc>
                <a:tc>
                  <a:txBody>
                    <a:bodyPr/>
                    <a:lstStyle/>
                    <a:p>
                      <a:r>
                        <a:rPr lang="en-GB" sz="1050" dirty="0" err="1"/>
                        <a:t>Sternocondral</a:t>
                      </a:r>
                      <a:r>
                        <a:rPr lang="en-GB" sz="1050" dirty="0"/>
                        <a:t> Joint 1: Primary cartilaginous joint (synchondrosis)</a:t>
                      </a:r>
                    </a:p>
                    <a:p>
                      <a:r>
                        <a:rPr lang="en-GB" sz="1050" dirty="0" err="1"/>
                        <a:t>Sternochondral</a:t>
                      </a:r>
                      <a:r>
                        <a:rPr lang="en-GB" sz="1050" dirty="0"/>
                        <a:t> Joints 2-7: Synovial Planar Joints: Nonaxial, uniplanar</a:t>
                      </a:r>
                    </a:p>
                  </a:txBody>
                  <a:tcPr/>
                </a:tc>
                <a:extLst>
                  <a:ext uri="{0D108BD9-81ED-4DB2-BD59-A6C34878D82A}">
                    <a16:rowId xmlns:a16="http://schemas.microsoft.com/office/drawing/2014/main" val="3262896588"/>
                  </a:ext>
                </a:extLst>
              </a:tr>
              <a:tr h="385921">
                <a:tc>
                  <a:txBody>
                    <a:bodyPr/>
                    <a:lstStyle/>
                    <a:p>
                      <a:r>
                        <a:rPr lang="en-GB" sz="1050" dirty="0"/>
                        <a:t>Articular surfaces</a:t>
                      </a:r>
                    </a:p>
                  </a:txBody>
                  <a:tcPr/>
                </a:tc>
                <a:tc>
                  <a:txBody>
                    <a:bodyPr/>
                    <a:lstStyle/>
                    <a:p>
                      <a:r>
                        <a:rPr lang="en-GB" sz="1050" dirty="0"/>
                        <a:t>Sternal ends of costal cartilages of the true ribs, costal notches on sternum</a:t>
                      </a:r>
                    </a:p>
                  </a:txBody>
                  <a:tcPr/>
                </a:tc>
                <a:extLst>
                  <a:ext uri="{0D108BD9-81ED-4DB2-BD59-A6C34878D82A}">
                    <a16:rowId xmlns:a16="http://schemas.microsoft.com/office/drawing/2014/main" val="1334441091"/>
                  </a:ext>
                </a:extLst>
              </a:tr>
              <a:tr h="385921">
                <a:tc>
                  <a:txBody>
                    <a:bodyPr/>
                    <a:lstStyle/>
                    <a:p>
                      <a:r>
                        <a:rPr lang="en-GB" sz="1050" dirty="0"/>
                        <a:t>Ligaments</a:t>
                      </a:r>
                    </a:p>
                  </a:txBody>
                  <a:tcPr/>
                </a:tc>
                <a:tc>
                  <a:txBody>
                    <a:bodyPr/>
                    <a:lstStyle/>
                    <a:p>
                      <a:r>
                        <a:rPr lang="en-GB" sz="1050" dirty="0"/>
                        <a:t>Radiate </a:t>
                      </a:r>
                      <a:r>
                        <a:rPr lang="en-GB" sz="1050" dirty="0" err="1"/>
                        <a:t>sternochondral</a:t>
                      </a:r>
                      <a:r>
                        <a:rPr lang="en-GB" sz="1050" dirty="0"/>
                        <a:t>, </a:t>
                      </a:r>
                      <a:r>
                        <a:rPr lang="en-GB" sz="1050" dirty="0" err="1"/>
                        <a:t>xiphichondral</a:t>
                      </a:r>
                      <a:r>
                        <a:rPr lang="en-GB" sz="1050" dirty="0"/>
                        <a:t> and intra-articular </a:t>
                      </a:r>
                      <a:r>
                        <a:rPr lang="en-GB" sz="1050" dirty="0" err="1"/>
                        <a:t>sternochondral</a:t>
                      </a:r>
                      <a:r>
                        <a:rPr lang="en-GB" sz="1050" dirty="0"/>
                        <a:t> ligaments. </a:t>
                      </a:r>
                    </a:p>
                  </a:txBody>
                  <a:tcPr/>
                </a:tc>
                <a:extLst>
                  <a:ext uri="{0D108BD9-81ED-4DB2-BD59-A6C34878D82A}">
                    <a16:rowId xmlns:a16="http://schemas.microsoft.com/office/drawing/2014/main" val="290947615"/>
                  </a:ext>
                </a:extLst>
              </a:tr>
              <a:tr h="385921">
                <a:tc>
                  <a:txBody>
                    <a:bodyPr/>
                    <a:lstStyle/>
                    <a:p>
                      <a:r>
                        <a:rPr lang="en-GB" sz="1050" dirty="0"/>
                        <a:t>Innervation</a:t>
                      </a:r>
                    </a:p>
                  </a:txBody>
                  <a:tcPr/>
                </a:tc>
                <a:tc>
                  <a:txBody>
                    <a:bodyPr/>
                    <a:lstStyle/>
                    <a:p>
                      <a:r>
                        <a:rPr lang="en-GB" sz="1050" dirty="0"/>
                        <a:t>Intercostal nerve</a:t>
                      </a:r>
                    </a:p>
                  </a:txBody>
                  <a:tcPr/>
                </a:tc>
                <a:extLst>
                  <a:ext uri="{0D108BD9-81ED-4DB2-BD59-A6C34878D82A}">
                    <a16:rowId xmlns:a16="http://schemas.microsoft.com/office/drawing/2014/main" val="554233393"/>
                  </a:ext>
                </a:extLst>
              </a:tr>
              <a:tr h="385921">
                <a:tc>
                  <a:txBody>
                    <a:bodyPr/>
                    <a:lstStyle/>
                    <a:p>
                      <a:r>
                        <a:rPr lang="en-GB" sz="1050" dirty="0"/>
                        <a:t>Blood Supply</a:t>
                      </a:r>
                    </a:p>
                  </a:txBody>
                  <a:tcPr/>
                </a:tc>
                <a:tc>
                  <a:txBody>
                    <a:bodyPr/>
                    <a:lstStyle/>
                    <a:p>
                      <a:r>
                        <a:rPr lang="en-GB" sz="1050" dirty="0"/>
                        <a:t>Internal Thoracic Artery</a:t>
                      </a:r>
                    </a:p>
                  </a:txBody>
                  <a:tcPr/>
                </a:tc>
                <a:extLst>
                  <a:ext uri="{0D108BD9-81ED-4DB2-BD59-A6C34878D82A}">
                    <a16:rowId xmlns:a16="http://schemas.microsoft.com/office/drawing/2014/main" val="573452631"/>
                  </a:ext>
                </a:extLst>
              </a:tr>
              <a:tr h="521688">
                <a:tc>
                  <a:txBody>
                    <a:bodyPr/>
                    <a:lstStyle/>
                    <a:p>
                      <a:r>
                        <a:rPr lang="en-GB" sz="1050" dirty="0"/>
                        <a:t>Movements</a:t>
                      </a:r>
                    </a:p>
                  </a:txBody>
                  <a:tcPr/>
                </a:tc>
                <a:tc>
                  <a:txBody>
                    <a:bodyPr/>
                    <a:lstStyle/>
                    <a:p>
                      <a:r>
                        <a:rPr lang="en-GB" sz="1050" dirty="0" err="1"/>
                        <a:t>Sternochondral</a:t>
                      </a:r>
                      <a:r>
                        <a:rPr lang="en-GB" sz="1050" dirty="0"/>
                        <a:t> Joint 1: almost no movement</a:t>
                      </a:r>
                    </a:p>
                    <a:p>
                      <a:r>
                        <a:rPr lang="en-GB" sz="1050" dirty="0" err="1"/>
                        <a:t>Sternochondral</a:t>
                      </a:r>
                      <a:r>
                        <a:rPr lang="en-GB" sz="1050" dirty="0"/>
                        <a:t> Joint 2-7: translation, mainly </a:t>
                      </a:r>
                      <a:r>
                        <a:rPr lang="en-GB" sz="1050" dirty="0" err="1"/>
                        <a:t>superinferioraly</a:t>
                      </a:r>
                      <a:endParaRPr lang="en-GB" sz="1050" dirty="0"/>
                    </a:p>
                  </a:txBody>
                  <a:tcPr/>
                </a:tc>
                <a:extLst>
                  <a:ext uri="{0D108BD9-81ED-4DB2-BD59-A6C34878D82A}">
                    <a16:rowId xmlns:a16="http://schemas.microsoft.com/office/drawing/2014/main" val="4039146932"/>
                  </a:ext>
                </a:extLst>
              </a:tr>
            </a:tbl>
          </a:graphicData>
        </a:graphic>
      </p:graphicFrame>
      <p:pic>
        <p:nvPicPr>
          <p:cNvPr id="9" name="Picture 8">
            <a:extLst>
              <a:ext uri="{FF2B5EF4-FFF2-40B4-BE49-F238E27FC236}">
                <a16:creationId xmlns:a16="http://schemas.microsoft.com/office/drawing/2014/main" id="{9FE7BC01-A660-0C0F-0786-73EE0D1F56A0}"/>
              </a:ext>
            </a:extLst>
          </p:cNvPr>
          <p:cNvPicPr>
            <a:picLocks noChangeAspect="1"/>
          </p:cNvPicPr>
          <p:nvPr/>
        </p:nvPicPr>
        <p:blipFill>
          <a:blip r:embed="rId2"/>
          <a:stretch>
            <a:fillRect/>
          </a:stretch>
        </p:blipFill>
        <p:spPr>
          <a:xfrm>
            <a:off x="7504386" y="2753381"/>
            <a:ext cx="4535377" cy="3405351"/>
          </a:xfrm>
          <a:prstGeom prst="rect">
            <a:avLst/>
          </a:prstGeom>
          <a:solidFill>
            <a:schemeClr val="accent1"/>
          </a:solidFill>
        </p:spPr>
      </p:pic>
      <p:sp>
        <p:nvSpPr>
          <p:cNvPr id="10" name="Rectangle: Rounded Corners 9">
            <a:extLst>
              <a:ext uri="{FF2B5EF4-FFF2-40B4-BE49-F238E27FC236}">
                <a16:creationId xmlns:a16="http://schemas.microsoft.com/office/drawing/2014/main" id="{C0525F7B-D990-D1C4-64AA-B283AAEAACAB}"/>
              </a:ext>
            </a:extLst>
          </p:cNvPr>
          <p:cNvSpPr/>
          <p:nvPr/>
        </p:nvSpPr>
        <p:spPr>
          <a:xfrm>
            <a:off x="9525000" y="4189356"/>
            <a:ext cx="295275" cy="533400"/>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05587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8E0225-A328-AD56-A66B-E65D8CADDC7A}"/>
              </a:ext>
            </a:extLst>
          </p:cNvPr>
          <p:cNvSpPr>
            <a:spLocks noGrp="1"/>
          </p:cNvSpPr>
          <p:nvPr>
            <p:ph type="title"/>
          </p:nvPr>
        </p:nvSpPr>
        <p:spPr/>
        <p:txBody>
          <a:bodyPr/>
          <a:lstStyle/>
          <a:p>
            <a:r>
              <a:rPr lang="en-GB" dirty="0"/>
              <a:t>Manubriosternal joint</a:t>
            </a:r>
          </a:p>
        </p:txBody>
      </p:sp>
      <p:pic>
        <p:nvPicPr>
          <p:cNvPr id="9" name="Picture 8">
            <a:extLst>
              <a:ext uri="{FF2B5EF4-FFF2-40B4-BE49-F238E27FC236}">
                <a16:creationId xmlns:a16="http://schemas.microsoft.com/office/drawing/2014/main" id="{9FE7BC01-A660-0C0F-0786-73EE0D1F56A0}"/>
              </a:ext>
            </a:extLst>
          </p:cNvPr>
          <p:cNvPicPr>
            <a:picLocks noChangeAspect="1"/>
          </p:cNvPicPr>
          <p:nvPr/>
        </p:nvPicPr>
        <p:blipFill>
          <a:blip r:embed="rId2"/>
          <a:stretch>
            <a:fillRect/>
          </a:stretch>
        </p:blipFill>
        <p:spPr>
          <a:xfrm>
            <a:off x="7609326" y="2648606"/>
            <a:ext cx="4535377" cy="3405351"/>
          </a:xfrm>
          <a:prstGeom prst="rect">
            <a:avLst/>
          </a:prstGeom>
          <a:solidFill>
            <a:schemeClr val="accent1"/>
          </a:solidFill>
        </p:spPr>
      </p:pic>
      <p:graphicFrame>
        <p:nvGraphicFramePr>
          <p:cNvPr id="2" name="Table 8">
            <a:extLst>
              <a:ext uri="{FF2B5EF4-FFF2-40B4-BE49-F238E27FC236}">
                <a16:creationId xmlns:a16="http://schemas.microsoft.com/office/drawing/2014/main" id="{3EC7DF98-1516-DACB-8177-BB7D16081DB4}"/>
              </a:ext>
            </a:extLst>
          </p:cNvPr>
          <p:cNvGraphicFramePr>
            <a:graphicFrameLocks noGrp="1"/>
          </p:cNvGraphicFramePr>
          <p:nvPr>
            <p:extLst>
              <p:ext uri="{D42A27DB-BD31-4B8C-83A1-F6EECF244321}">
                <p14:modId xmlns:p14="http://schemas.microsoft.com/office/powerpoint/2010/main" val="91253860"/>
              </p:ext>
            </p:extLst>
          </p:nvPr>
        </p:nvGraphicFramePr>
        <p:xfrm>
          <a:off x="606598" y="3065367"/>
          <a:ext cx="6549064" cy="2019884"/>
        </p:xfrm>
        <a:graphic>
          <a:graphicData uri="http://schemas.openxmlformats.org/drawingml/2006/table">
            <a:tbl>
              <a:tblPr firstRow="1" bandRow="1">
                <a:tableStyleId>{BC89EF96-8CEA-46FF-86C4-4CE0E7609802}</a:tableStyleId>
              </a:tblPr>
              <a:tblGrid>
                <a:gridCol w="1485901">
                  <a:extLst>
                    <a:ext uri="{9D8B030D-6E8A-4147-A177-3AD203B41FA5}">
                      <a16:colId xmlns:a16="http://schemas.microsoft.com/office/drawing/2014/main" val="722841662"/>
                    </a:ext>
                  </a:extLst>
                </a:gridCol>
                <a:gridCol w="5063163">
                  <a:extLst>
                    <a:ext uri="{9D8B030D-6E8A-4147-A177-3AD203B41FA5}">
                      <a16:colId xmlns:a16="http://schemas.microsoft.com/office/drawing/2014/main" val="2182662050"/>
                    </a:ext>
                  </a:extLst>
                </a:gridCol>
              </a:tblGrid>
              <a:tr h="695222">
                <a:tc gridSpan="2">
                  <a:txBody>
                    <a:bodyPr/>
                    <a:lstStyle/>
                    <a:p>
                      <a:r>
                        <a:rPr lang="en-GB" dirty="0"/>
                        <a:t>Key facts about the manubriosternal joint</a:t>
                      </a:r>
                    </a:p>
                  </a:txBody>
                  <a:tcPr/>
                </a:tc>
                <a:tc hMerge="1">
                  <a:txBody>
                    <a:bodyPr/>
                    <a:lstStyle/>
                    <a:p>
                      <a:endParaRPr lang="en-GB" dirty="0"/>
                    </a:p>
                  </a:txBody>
                  <a:tcPr/>
                </a:tc>
                <a:extLst>
                  <a:ext uri="{0D108BD9-81ED-4DB2-BD59-A6C34878D82A}">
                    <a16:rowId xmlns:a16="http://schemas.microsoft.com/office/drawing/2014/main" val="2789395596"/>
                  </a:ext>
                </a:extLst>
              </a:tr>
              <a:tr h="304394">
                <a:tc>
                  <a:txBody>
                    <a:bodyPr/>
                    <a:lstStyle/>
                    <a:p>
                      <a:r>
                        <a:rPr lang="en-GB" sz="1050" dirty="0"/>
                        <a:t>Type</a:t>
                      </a:r>
                    </a:p>
                  </a:txBody>
                  <a:tcPr/>
                </a:tc>
                <a:tc>
                  <a:txBody>
                    <a:bodyPr/>
                    <a:lstStyle/>
                    <a:p>
                      <a:r>
                        <a:rPr lang="en-GB" sz="1050" dirty="0"/>
                        <a:t>Secondary Cartilaginous joint (Symphysis)</a:t>
                      </a:r>
                    </a:p>
                  </a:txBody>
                  <a:tcPr/>
                </a:tc>
                <a:extLst>
                  <a:ext uri="{0D108BD9-81ED-4DB2-BD59-A6C34878D82A}">
                    <a16:rowId xmlns:a16="http://schemas.microsoft.com/office/drawing/2014/main" val="3262896588"/>
                  </a:ext>
                </a:extLst>
              </a:tr>
              <a:tr h="304394">
                <a:tc>
                  <a:txBody>
                    <a:bodyPr/>
                    <a:lstStyle/>
                    <a:p>
                      <a:r>
                        <a:rPr lang="en-GB" sz="1050" dirty="0"/>
                        <a:t>Articular surfaces</a:t>
                      </a:r>
                    </a:p>
                  </a:txBody>
                  <a:tcPr/>
                </a:tc>
                <a:tc>
                  <a:txBody>
                    <a:bodyPr/>
                    <a:lstStyle/>
                    <a:p>
                      <a:r>
                        <a:rPr lang="en-GB" sz="1050" dirty="0"/>
                        <a:t>Inferior margin of the manubrium of sternum, articular disc, superior margin of sternal body. </a:t>
                      </a:r>
                    </a:p>
                  </a:txBody>
                  <a:tcPr/>
                </a:tc>
                <a:extLst>
                  <a:ext uri="{0D108BD9-81ED-4DB2-BD59-A6C34878D82A}">
                    <a16:rowId xmlns:a16="http://schemas.microsoft.com/office/drawing/2014/main" val="1334441091"/>
                  </a:ext>
                </a:extLst>
              </a:tr>
              <a:tr h="304394">
                <a:tc>
                  <a:txBody>
                    <a:bodyPr/>
                    <a:lstStyle/>
                    <a:p>
                      <a:r>
                        <a:rPr lang="en-GB" sz="1050" dirty="0"/>
                        <a:t>Ligaments</a:t>
                      </a:r>
                    </a:p>
                  </a:txBody>
                  <a:tcPr/>
                </a:tc>
                <a:tc>
                  <a:txBody>
                    <a:bodyPr/>
                    <a:lstStyle/>
                    <a:p>
                      <a:r>
                        <a:rPr lang="en-GB" sz="1050" dirty="0"/>
                        <a:t>Manubriosternal Ligament</a:t>
                      </a:r>
                    </a:p>
                  </a:txBody>
                  <a:tcPr/>
                </a:tc>
                <a:extLst>
                  <a:ext uri="{0D108BD9-81ED-4DB2-BD59-A6C34878D82A}">
                    <a16:rowId xmlns:a16="http://schemas.microsoft.com/office/drawing/2014/main" val="290947615"/>
                  </a:ext>
                </a:extLst>
              </a:tr>
              <a:tr h="304394">
                <a:tc>
                  <a:txBody>
                    <a:bodyPr/>
                    <a:lstStyle/>
                    <a:p>
                      <a:r>
                        <a:rPr lang="en-GB" sz="1050" dirty="0"/>
                        <a:t>Movements</a:t>
                      </a:r>
                    </a:p>
                  </a:txBody>
                  <a:tcPr/>
                </a:tc>
                <a:tc>
                  <a:txBody>
                    <a:bodyPr/>
                    <a:lstStyle/>
                    <a:p>
                      <a:r>
                        <a:rPr lang="en-GB" sz="1050" dirty="0"/>
                        <a:t>Angulation, anteroposterior displacement</a:t>
                      </a:r>
                    </a:p>
                  </a:txBody>
                  <a:tcPr/>
                </a:tc>
                <a:extLst>
                  <a:ext uri="{0D108BD9-81ED-4DB2-BD59-A6C34878D82A}">
                    <a16:rowId xmlns:a16="http://schemas.microsoft.com/office/drawing/2014/main" val="4039146932"/>
                  </a:ext>
                </a:extLst>
              </a:tr>
            </a:tbl>
          </a:graphicData>
        </a:graphic>
      </p:graphicFrame>
      <p:sp>
        <p:nvSpPr>
          <p:cNvPr id="3" name="Rectangle: Rounded Corners 2">
            <a:extLst>
              <a:ext uri="{FF2B5EF4-FFF2-40B4-BE49-F238E27FC236}">
                <a16:creationId xmlns:a16="http://schemas.microsoft.com/office/drawing/2014/main" id="{5B7E5A13-CB65-D668-FA73-889F6B6F8212}"/>
              </a:ext>
            </a:extLst>
          </p:cNvPr>
          <p:cNvSpPr/>
          <p:nvPr/>
        </p:nvSpPr>
        <p:spPr>
          <a:xfrm>
            <a:off x="9686925" y="3714749"/>
            <a:ext cx="400050" cy="34993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84459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8E0225-A328-AD56-A66B-E65D8CADDC7A}"/>
              </a:ext>
            </a:extLst>
          </p:cNvPr>
          <p:cNvSpPr>
            <a:spLocks noGrp="1"/>
          </p:cNvSpPr>
          <p:nvPr>
            <p:ph type="title"/>
          </p:nvPr>
        </p:nvSpPr>
        <p:spPr/>
        <p:txBody>
          <a:bodyPr/>
          <a:lstStyle/>
          <a:p>
            <a:r>
              <a:rPr lang="en-GB" dirty="0" err="1"/>
              <a:t>Xiphisternal</a:t>
            </a:r>
            <a:r>
              <a:rPr lang="en-GB" dirty="0"/>
              <a:t> joint</a:t>
            </a:r>
          </a:p>
        </p:txBody>
      </p:sp>
      <p:pic>
        <p:nvPicPr>
          <p:cNvPr id="9" name="Picture 8">
            <a:extLst>
              <a:ext uri="{FF2B5EF4-FFF2-40B4-BE49-F238E27FC236}">
                <a16:creationId xmlns:a16="http://schemas.microsoft.com/office/drawing/2014/main" id="{9FE7BC01-A660-0C0F-0786-73EE0D1F56A0}"/>
              </a:ext>
            </a:extLst>
          </p:cNvPr>
          <p:cNvPicPr>
            <a:picLocks noChangeAspect="1"/>
          </p:cNvPicPr>
          <p:nvPr/>
        </p:nvPicPr>
        <p:blipFill>
          <a:blip r:embed="rId2"/>
          <a:stretch>
            <a:fillRect/>
          </a:stretch>
        </p:blipFill>
        <p:spPr>
          <a:xfrm>
            <a:off x="7533535" y="2438483"/>
            <a:ext cx="4535377" cy="3405351"/>
          </a:xfrm>
          <a:prstGeom prst="rect">
            <a:avLst/>
          </a:prstGeom>
          <a:solidFill>
            <a:schemeClr val="accent1"/>
          </a:solidFill>
        </p:spPr>
      </p:pic>
      <p:graphicFrame>
        <p:nvGraphicFramePr>
          <p:cNvPr id="3" name="Table 2">
            <a:extLst>
              <a:ext uri="{FF2B5EF4-FFF2-40B4-BE49-F238E27FC236}">
                <a16:creationId xmlns:a16="http://schemas.microsoft.com/office/drawing/2014/main" id="{57591124-BE74-D7E9-BF17-E9A77B1BF31C}"/>
              </a:ext>
            </a:extLst>
          </p:cNvPr>
          <p:cNvGraphicFramePr>
            <a:graphicFrameLocks noGrp="1"/>
          </p:cNvGraphicFramePr>
          <p:nvPr>
            <p:extLst>
              <p:ext uri="{D42A27DB-BD31-4B8C-83A1-F6EECF244321}">
                <p14:modId xmlns:p14="http://schemas.microsoft.com/office/powerpoint/2010/main" val="3875679764"/>
              </p:ext>
            </p:extLst>
          </p:nvPr>
        </p:nvGraphicFramePr>
        <p:xfrm>
          <a:off x="512006" y="3255753"/>
          <a:ext cx="6549064" cy="1912798"/>
        </p:xfrm>
        <a:graphic>
          <a:graphicData uri="http://schemas.openxmlformats.org/drawingml/2006/table">
            <a:tbl>
              <a:tblPr firstRow="1" bandRow="1">
                <a:tableStyleId>{BC89EF96-8CEA-46FF-86C4-4CE0E7609802}</a:tableStyleId>
              </a:tblPr>
              <a:tblGrid>
                <a:gridCol w="1485901">
                  <a:extLst>
                    <a:ext uri="{9D8B030D-6E8A-4147-A177-3AD203B41FA5}">
                      <a16:colId xmlns:a16="http://schemas.microsoft.com/office/drawing/2014/main" val="722841662"/>
                    </a:ext>
                  </a:extLst>
                </a:gridCol>
                <a:gridCol w="5063163">
                  <a:extLst>
                    <a:ext uri="{9D8B030D-6E8A-4147-A177-3AD203B41FA5}">
                      <a16:colId xmlns:a16="http://schemas.microsoft.com/office/drawing/2014/main" val="2182662050"/>
                    </a:ext>
                  </a:extLst>
                </a:gridCol>
              </a:tblGrid>
              <a:tr h="695222">
                <a:tc gridSpan="2">
                  <a:txBody>
                    <a:bodyPr/>
                    <a:lstStyle/>
                    <a:p>
                      <a:r>
                        <a:rPr lang="en-GB" dirty="0"/>
                        <a:t>Key facts about the </a:t>
                      </a:r>
                      <a:r>
                        <a:rPr lang="en-GB" dirty="0" err="1"/>
                        <a:t>xiphisternal</a:t>
                      </a:r>
                      <a:r>
                        <a:rPr lang="en-GB" dirty="0"/>
                        <a:t> joint</a:t>
                      </a:r>
                    </a:p>
                  </a:txBody>
                  <a:tcPr/>
                </a:tc>
                <a:tc hMerge="1">
                  <a:txBody>
                    <a:bodyPr/>
                    <a:lstStyle/>
                    <a:p>
                      <a:endParaRPr lang="en-GB" dirty="0"/>
                    </a:p>
                  </a:txBody>
                  <a:tcPr/>
                </a:tc>
                <a:extLst>
                  <a:ext uri="{0D108BD9-81ED-4DB2-BD59-A6C34878D82A}">
                    <a16:rowId xmlns:a16="http://schemas.microsoft.com/office/drawing/2014/main" val="2789395596"/>
                  </a:ext>
                </a:extLst>
              </a:tr>
              <a:tr h="304394">
                <a:tc>
                  <a:txBody>
                    <a:bodyPr/>
                    <a:lstStyle/>
                    <a:p>
                      <a:r>
                        <a:rPr lang="en-GB" sz="1050" dirty="0"/>
                        <a:t>Type</a:t>
                      </a:r>
                    </a:p>
                  </a:txBody>
                  <a:tcPr/>
                </a:tc>
                <a:tc>
                  <a:txBody>
                    <a:bodyPr/>
                    <a:lstStyle/>
                    <a:p>
                      <a:r>
                        <a:rPr lang="en-GB" sz="1050" dirty="0"/>
                        <a:t>Secondary Cartilaginous joint (Symphysis)</a:t>
                      </a:r>
                    </a:p>
                  </a:txBody>
                  <a:tcPr/>
                </a:tc>
                <a:extLst>
                  <a:ext uri="{0D108BD9-81ED-4DB2-BD59-A6C34878D82A}">
                    <a16:rowId xmlns:a16="http://schemas.microsoft.com/office/drawing/2014/main" val="3262896588"/>
                  </a:ext>
                </a:extLst>
              </a:tr>
              <a:tr h="304394">
                <a:tc>
                  <a:txBody>
                    <a:bodyPr/>
                    <a:lstStyle/>
                    <a:p>
                      <a:r>
                        <a:rPr lang="en-GB" sz="1050" dirty="0"/>
                        <a:t>Articular surfaces</a:t>
                      </a:r>
                    </a:p>
                  </a:txBody>
                  <a:tcPr/>
                </a:tc>
                <a:tc>
                  <a:txBody>
                    <a:bodyPr/>
                    <a:lstStyle/>
                    <a:p>
                      <a:r>
                        <a:rPr lang="en-GB" sz="1050" dirty="0"/>
                        <a:t>Superior margin of the xiphoid process, articular disc, inferior margin of sternal body. </a:t>
                      </a:r>
                    </a:p>
                  </a:txBody>
                  <a:tcPr/>
                </a:tc>
                <a:extLst>
                  <a:ext uri="{0D108BD9-81ED-4DB2-BD59-A6C34878D82A}">
                    <a16:rowId xmlns:a16="http://schemas.microsoft.com/office/drawing/2014/main" val="1334441091"/>
                  </a:ext>
                </a:extLst>
              </a:tr>
              <a:tr h="304394">
                <a:tc>
                  <a:txBody>
                    <a:bodyPr/>
                    <a:lstStyle/>
                    <a:p>
                      <a:r>
                        <a:rPr lang="en-GB" sz="1050" dirty="0"/>
                        <a:t>Ligaments</a:t>
                      </a:r>
                    </a:p>
                  </a:txBody>
                  <a:tcPr/>
                </a:tc>
                <a:tc>
                  <a:txBody>
                    <a:bodyPr/>
                    <a:lstStyle/>
                    <a:p>
                      <a:r>
                        <a:rPr lang="en-GB" sz="1050" dirty="0"/>
                        <a:t>Anterior and posterior </a:t>
                      </a:r>
                      <a:r>
                        <a:rPr lang="en-GB" sz="1050" dirty="0" err="1"/>
                        <a:t>Xiphichondral</a:t>
                      </a:r>
                      <a:r>
                        <a:rPr lang="en-GB" sz="1050" dirty="0"/>
                        <a:t> Ligaments</a:t>
                      </a:r>
                    </a:p>
                  </a:txBody>
                  <a:tcPr/>
                </a:tc>
                <a:extLst>
                  <a:ext uri="{0D108BD9-81ED-4DB2-BD59-A6C34878D82A}">
                    <a16:rowId xmlns:a16="http://schemas.microsoft.com/office/drawing/2014/main" val="290947615"/>
                  </a:ext>
                </a:extLst>
              </a:tr>
              <a:tr h="304394">
                <a:tc>
                  <a:txBody>
                    <a:bodyPr/>
                    <a:lstStyle/>
                    <a:p>
                      <a:r>
                        <a:rPr lang="en-GB" sz="1050" dirty="0"/>
                        <a:t>Movements</a:t>
                      </a:r>
                    </a:p>
                  </a:txBody>
                  <a:tcPr/>
                </a:tc>
                <a:tc>
                  <a:txBody>
                    <a:bodyPr/>
                    <a:lstStyle/>
                    <a:p>
                      <a:r>
                        <a:rPr lang="en-GB" sz="1050" dirty="0"/>
                        <a:t>No movement</a:t>
                      </a:r>
                    </a:p>
                  </a:txBody>
                  <a:tcPr/>
                </a:tc>
                <a:extLst>
                  <a:ext uri="{0D108BD9-81ED-4DB2-BD59-A6C34878D82A}">
                    <a16:rowId xmlns:a16="http://schemas.microsoft.com/office/drawing/2014/main" val="4039146932"/>
                  </a:ext>
                </a:extLst>
              </a:tr>
            </a:tbl>
          </a:graphicData>
        </a:graphic>
      </p:graphicFrame>
      <p:sp>
        <p:nvSpPr>
          <p:cNvPr id="5" name="Rectangle: Rounded Corners 4">
            <a:extLst>
              <a:ext uri="{FF2B5EF4-FFF2-40B4-BE49-F238E27FC236}">
                <a16:creationId xmlns:a16="http://schemas.microsoft.com/office/drawing/2014/main" id="{E9E0294D-DB89-E3DE-275A-050813B40773}"/>
              </a:ext>
            </a:extLst>
          </p:cNvPr>
          <p:cNvSpPr/>
          <p:nvPr/>
        </p:nvSpPr>
        <p:spPr>
          <a:xfrm>
            <a:off x="9725024" y="4391025"/>
            <a:ext cx="352425" cy="418444"/>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54912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D90EB1-CD55-88BF-B254-E5F07309D42C}"/>
              </a:ext>
            </a:extLst>
          </p:cNvPr>
          <p:cNvSpPr>
            <a:spLocks noGrp="1"/>
          </p:cNvSpPr>
          <p:nvPr>
            <p:ph type="title"/>
          </p:nvPr>
        </p:nvSpPr>
        <p:spPr>
          <a:xfrm>
            <a:off x="0" y="379615"/>
            <a:ext cx="10515600" cy="1325563"/>
          </a:xfrm>
        </p:spPr>
        <p:txBody>
          <a:bodyPr anchor="ctr">
            <a:normAutofit/>
          </a:bodyPr>
          <a:lstStyle/>
          <a:p>
            <a:r>
              <a:rPr lang="en-GB" dirty="0"/>
              <a:t>Thoracic Spine</a:t>
            </a:r>
          </a:p>
        </p:txBody>
      </p:sp>
      <p:pic>
        <p:nvPicPr>
          <p:cNvPr id="7" name="Picture 6" descr="A skeleton with bones and ribs&#10;&#10;Description automatically generated with medium confidence">
            <a:extLst>
              <a:ext uri="{FF2B5EF4-FFF2-40B4-BE49-F238E27FC236}">
                <a16:creationId xmlns:a16="http://schemas.microsoft.com/office/drawing/2014/main" id="{346CFA2B-8990-F2F1-3BA9-CAC61CB7D69E}"/>
              </a:ext>
            </a:extLst>
          </p:cNvPr>
          <p:cNvPicPr>
            <a:picLocks noChangeAspect="1"/>
          </p:cNvPicPr>
          <p:nvPr/>
        </p:nvPicPr>
        <p:blipFill>
          <a:blip r:embed="rId2"/>
          <a:srcRect t="18002" b="8434"/>
          <a:stretch/>
        </p:blipFill>
        <p:spPr>
          <a:xfrm>
            <a:off x="838200" y="2313764"/>
            <a:ext cx="10515600" cy="4351338"/>
          </a:xfrm>
          <a:prstGeom prst="rect">
            <a:avLst/>
          </a:prstGeom>
          <a:noFill/>
        </p:spPr>
      </p:pic>
    </p:spTree>
    <p:extLst>
      <p:ext uri="{BB962C8B-B14F-4D97-AF65-F5344CB8AC3E}">
        <p14:creationId xmlns:p14="http://schemas.microsoft.com/office/powerpoint/2010/main" val="104831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50E01-CF29-8453-572E-B6E399102D5E}"/>
              </a:ext>
            </a:extLst>
          </p:cNvPr>
          <p:cNvSpPr>
            <a:spLocks noGrp="1"/>
          </p:cNvSpPr>
          <p:nvPr>
            <p:ph type="title"/>
          </p:nvPr>
        </p:nvSpPr>
        <p:spPr/>
        <p:txBody>
          <a:bodyPr/>
          <a:lstStyle/>
          <a:p>
            <a:r>
              <a:rPr lang="en-GB" dirty="0"/>
              <a:t>T2-T9 </a:t>
            </a:r>
          </a:p>
        </p:txBody>
      </p:sp>
      <p:pic>
        <p:nvPicPr>
          <p:cNvPr id="4" name="Content Placeholder 3">
            <a:extLst>
              <a:ext uri="{FF2B5EF4-FFF2-40B4-BE49-F238E27FC236}">
                <a16:creationId xmlns:a16="http://schemas.microsoft.com/office/drawing/2014/main" id="{41E95FA7-D14C-8D44-221B-FF67A6F2470A}"/>
              </a:ext>
            </a:extLst>
          </p:cNvPr>
          <p:cNvPicPr>
            <a:picLocks noGrp="1" noChangeAspect="1"/>
          </p:cNvPicPr>
          <p:nvPr>
            <p:ph idx="1"/>
          </p:nvPr>
        </p:nvPicPr>
        <p:blipFill>
          <a:blip r:embed="rId2"/>
          <a:stretch>
            <a:fillRect/>
          </a:stretch>
        </p:blipFill>
        <p:spPr>
          <a:xfrm>
            <a:off x="2047875" y="2388394"/>
            <a:ext cx="8096250" cy="4200525"/>
          </a:xfrm>
          <a:prstGeom prst="rect">
            <a:avLst/>
          </a:prstGeom>
        </p:spPr>
      </p:pic>
    </p:spTree>
    <p:extLst>
      <p:ext uri="{BB962C8B-B14F-4D97-AF65-F5344CB8AC3E}">
        <p14:creationId xmlns:p14="http://schemas.microsoft.com/office/powerpoint/2010/main" val="3882620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F477-45BD-2B55-34DA-AFB7E9F8DBAA}"/>
              </a:ext>
            </a:extLst>
          </p:cNvPr>
          <p:cNvSpPr>
            <a:spLocks noGrp="1"/>
          </p:cNvSpPr>
          <p:nvPr>
            <p:ph type="title"/>
          </p:nvPr>
        </p:nvSpPr>
        <p:spPr/>
        <p:txBody>
          <a:bodyPr/>
          <a:lstStyle/>
          <a:p>
            <a:r>
              <a:rPr lang="en-GB" dirty="0"/>
              <a:t>T1, T10-T12 </a:t>
            </a:r>
          </a:p>
        </p:txBody>
      </p:sp>
      <p:pic>
        <p:nvPicPr>
          <p:cNvPr id="4" name="Picture 2" descr="Discussion on Thoracic Vertebrae (Part-02) – Platform | CME">
            <a:extLst>
              <a:ext uri="{FF2B5EF4-FFF2-40B4-BE49-F238E27FC236}">
                <a16:creationId xmlns:a16="http://schemas.microsoft.com/office/drawing/2014/main" id="{8DE4F5F3-F1B0-1F43-5226-74EB11EF387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94884" y="2332038"/>
            <a:ext cx="5801782" cy="43513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D5D8998-2233-1ADF-49DB-79381930948D}"/>
              </a:ext>
            </a:extLst>
          </p:cNvPr>
          <p:cNvPicPr>
            <a:picLocks noChangeAspect="1"/>
          </p:cNvPicPr>
          <p:nvPr/>
        </p:nvPicPr>
        <p:blipFill>
          <a:blip r:embed="rId3"/>
          <a:stretch>
            <a:fillRect/>
          </a:stretch>
        </p:blipFill>
        <p:spPr>
          <a:xfrm>
            <a:off x="7592591" y="1234179"/>
            <a:ext cx="4291305" cy="5529932"/>
          </a:xfrm>
          <a:prstGeom prst="rect">
            <a:avLst/>
          </a:prstGeom>
          <a:effectLst>
            <a:softEdge rad="63500"/>
          </a:effectLst>
        </p:spPr>
      </p:pic>
    </p:spTree>
    <p:extLst>
      <p:ext uri="{BB962C8B-B14F-4D97-AF65-F5344CB8AC3E}">
        <p14:creationId xmlns:p14="http://schemas.microsoft.com/office/powerpoint/2010/main" val="4206590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D65168E-9A89-C246-19C8-F557AE938EDC}"/>
              </a:ext>
            </a:extLst>
          </p:cNvPr>
          <p:cNvSpPr>
            <a:spLocks noGrp="1"/>
          </p:cNvSpPr>
          <p:nvPr>
            <p:ph sz="half" idx="2"/>
          </p:nvPr>
        </p:nvSpPr>
        <p:spPr/>
        <p:txBody>
          <a:bodyPr>
            <a:normAutofit fontScale="92500" lnSpcReduction="20000"/>
          </a:bodyPr>
          <a:lstStyle/>
          <a:p>
            <a:pPr marL="0" indent="0">
              <a:buNone/>
            </a:pPr>
            <a:r>
              <a:rPr lang="en-GB" b="1" dirty="0"/>
              <a:t>Typical Ribs </a:t>
            </a:r>
          </a:p>
          <a:p>
            <a:r>
              <a:rPr lang="en-GB" dirty="0"/>
              <a:t>Two articular facets:</a:t>
            </a:r>
          </a:p>
          <a:p>
            <a:pPr lvl="1"/>
            <a:r>
              <a:rPr lang="en-GB" dirty="0"/>
              <a:t>Superior demi facet: articulates with numerically corresponding body of thoracic vertebrae </a:t>
            </a:r>
            <a:r>
              <a:rPr lang="en-GB" dirty="0" err="1"/>
              <a:t>eg</a:t>
            </a:r>
            <a:r>
              <a:rPr lang="en-GB" dirty="0"/>
              <a:t> T3</a:t>
            </a:r>
          </a:p>
          <a:p>
            <a:pPr lvl="1"/>
            <a:r>
              <a:rPr lang="en-GB" dirty="0"/>
              <a:t>Inferior demi facet </a:t>
            </a:r>
          </a:p>
          <a:p>
            <a:r>
              <a:rPr lang="en-GB" dirty="0"/>
              <a:t>Tubercle: </a:t>
            </a:r>
          </a:p>
          <a:p>
            <a:pPr lvl="1"/>
            <a:r>
              <a:rPr lang="en-GB" dirty="0"/>
              <a:t>Articulates with numerically corresponding transverse process of the vertebrae</a:t>
            </a:r>
          </a:p>
          <a:p>
            <a:pPr lvl="1"/>
            <a:r>
              <a:rPr lang="en-GB" dirty="0"/>
              <a:t>Non-articulating part: attachment for lateral costotransverse ligament </a:t>
            </a:r>
          </a:p>
          <a:p>
            <a:r>
              <a:rPr lang="en-GB" dirty="0"/>
              <a:t>Angle tear shaped shaft  </a:t>
            </a:r>
          </a:p>
        </p:txBody>
      </p:sp>
      <p:sp>
        <p:nvSpPr>
          <p:cNvPr id="2" name="Title 1">
            <a:extLst>
              <a:ext uri="{FF2B5EF4-FFF2-40B4-BE49-F238E27FC236}">
                <a16:creationId xmlns:a16="http://schemas.microsoft.com/office/drawing/2014/main" id="{06CD76FD-235C-8F68-E376-A712830DFA6A}"/>
              </a:ext>
            </a:extLst>
          </p:cNvPr>
          <p:cNvSpPr>
            <a:spLocks noGrp="1"/>
          </p:cNvSpPr>
          <p:nvPr>
            <p:ph type="title"/>
          </p:nvPr>
        </p:nvSpPr>
        <p:spPr/>
        <p:txBody>
          <a:bodyPr/>
          <a:lstStyle/>
          <a:p>
            <a:r>
              <a:rPr lang="en-GB" dirty="0"/>
              <a:t>Ribs: Rib 3 - 10</a:t>
            </a:r>
          </a:p>
        </p:txBody>
      </p:sp>
      <p:pic>
        <p:nvPicPr>
          <p:cNvPr id="6" name="Picture 2" descr="Ribs: Typical Ribs">
            <a:extLst>
              <a:ext uri="{FF2B5EF4-FFF2-40B4-BE49-F238E27FC236}">
                <a16:creationId xmlns:a16="http://schemas.microsoft.com/office/drawing/2014/main" id="{A26927E2-ABD6-24AB-1E06-E47CD84E1D09}"/>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702063" y="1825625"/>
            <a:ext cx="3453874" cy="4351338"/>
          </a:xfrm>
          <a:prstGeom prst="rect">
            <a:avLst/>
          </a:prstGeom>
          <a:noFill/>
          <a:effectLst>
            <a:softEdge rad="3175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228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7F5896-85E7-5716-D0D7-B8BB3468E2A3}"/>
              </a:ext>
            </a:extLst>
          </p:cNvPr>
          <p:cNvSpPr>
            <a:spLocks noGrp="1"/>
          </p:cNvSpPr>
          <p:nvPr>
            <p:ph type="title"/>
          </p:nvPr>
        </p:nvSpPr>
        <p:spPr/>
        <p:txBody>
          <a:bodyPr/>
          <a:lstStyle/>
          <a:p>
            <a:r>
              <a:rPr lang="en-GB" dirty="0"/>
              <a:t>Ribs: 1</a:t>
            </a:r>
            <a:r>
              <a:rPr lang="en-GB" baseline="30000" dirty="0"/>
              <a:t>st</a:t>
            </a:r>
            <a:r>
              <a:rPr lang="en-GB" dirty="0"/>
              <a:t>, 2</a:t>
            </a:r>
            <a:r>
              <a:rPr lang="en-GB" baseline="30000" dirty="0"/>
              <a:t>nd</a:t>
            </a:r>
            <a:r>
              <a:rPr lang="en-GB" dirty="0"/>
              <a:t> , 11</a:t>
            </a:r>
            <a:r>
              <a:rPr lang="en-GB" baseline="30000" dirty="0"/>
              <a:t>th</a:t>
            </a:r>
            <a:r>
              <a:rPr lang="en-GB" dirty="0"/>
              <a:t> and 12</a:t>
            </a:r>
            <a:r>
              <a:rPr lang="en-GB" baseline="30000" dirty="0"/>
              <a:t>th</a:t>
            </a:r>
            <a:r>
              <a:rPr lang="en-GB" dirty="0"/>
              <a:t> </a:t>
            </a:r>
            <a:r>
              <a:rPr lang="en-GB" sz="2400" dirty="0"/>
              <a:t>(sometimes 10</a:t>
            </a:r>
            <a:r>
              <a:rPr lang="en-GB" sz="2400" baseline="30000" dirty="0"/>
              <a:t>th</a:t>
            </a:r>
            <a:r>
              <a:rPr lang="en-GB" sz="2400" dirty="0"/>
              <a:t>) </a:t>
            </a:r>
            <a:endParaRPr lang="en-GB" dirty="0"/>
          </a:p>
        </p:txBody>
      </p:sp>
      <p:sp>
        <p:nvSpPr>
          <p:cNvPr id="7" name="Text Placeholder 2">
            <a:extLst>
              <a:ext uri="{FF2B5EF4-FFF2-40B4-BE49-F238E27FC236}">
                <a16:creationId xmlns:a16="http://schemas.microsoft.com/office/drawing/2014/main" id="{998C8A0B-532E-71BF-D349-7A1CD1AE5A1B}"/>
              </a:ext>
            </a:extLst>
          </p:cNvPr>
          <p:cNvSpPr txBox="1">
            <a:spLocks/>
          </p:cNvSpPr>
          <p:nvPr/>
        </p:nvSpPr>
        <p:spPr>
          <a:xfrm>
            <a:off x="498568" y="2027422"/>
            <a:ext cx="2882475" cy="455705"/>
          </a:xfrm>
          <a:prstGeom prst="rect">
            <a:avLst/>
          </a:prstGeom>
        </p:spPr>
        <p:txBody>
          <a:bodyPr vert="horz" lIns="91440" tIns="45720" rIns="91440" bIns="45720" rtlCol="0" anchor="b">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 first rib</a:t>
            </a:r>
          </a:p>
        </p:txBody>
      </p:sp>
      <p:pic>
        <p:nvPicPr>
          <p:cNvPr id="8" name="Picture 7">
            <a:extLst>
              <a:ext uri="{FF2B5EF4-FFF2-40B4-BE49-F238E27FC236}">
                <a16:creationId xmlns:a16="http://schemas.microsoft.com/office/drawing/2014/main" id="{5DABE821-B382-BFC8-47E0-6095F1981A48}"/>
              </a:ext>
            </a:extLst>
          </p:cNvPr>
          <p:cNvPicPr>
            <a:picLocks noChangeAspect="1"/>
          </p:cNvPicPr>
          <p:nvPr/>
        </p:nvPicPr>
        <p:blipFill>
          <a:blip r:embed="rId2"/>
          <a:stretch>
            <a:fillRect/>
          </a:stretch>
        </p:blipFill>
        <p:spPr>
          <a:xfrm>
            <a:off x="658782" y="2483127"/>
            <a:ext cx="2298192" cy="2400201"/>
          </a:xfrm>
          <a:prstGeom prst="rect">
            <a:avLst/>
          </a:prstGeom>
        </p:spPr>
      </p:pic>
      <p:sp>
        <p:nvSpPr>
          <p:cNvPr id="9" name="Content Placeholder 3">
            <a:extLst>
              <a:ext uri="{FF2B5EF4-FFF2-40B4-BE49-F238E27FC236}">
                <a16:creationId xmlns:a16="http://schemas.microsoft.com/office/drawing/2014/main" id="{441000C4-B9BD-1A5D-624A-BDDF28A07D0A}"/>
              </a:ext>
            </a:extLst>
          </p:cNvPr>
          <p:cNvSpPr txBox="1">
            <a:spLocks/>
          </p:cNvSpPr>
          <p:nvPr/>
        </p:nvSpPr>
        <p:spPr>
          <a:xfrm>
            <a:off x="498568" y="4895603"/>
            <a:ext cx="2882475" cy="1997867"/>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t>Short, strong, flat and very curved</a:t>
            </a:r>
          </a:p>
          <a:p>
            <a:pPr marL="285750" indent="-285750"/>
            <a:r>
              <a:rPr lang="en-US" dirty="0"/>
              <a:t>Has a tubercle for scalenus anterior</a:t>
            </a:r>
          </a:p>
          <a:p>
            <a:pPr marL="285750" indent="-285750"/>
            <a:r>
              <a:rPr lang="en-US" dirty="0"/>
              <a:t>Single facet on the rib head</a:t>
            </a:r>
          </a:p>
          <a:p>
            <a:pPr marL="285750" indent="-285750"/>
            <a:r>
              <a:rPr lang="en-US" dirty="0"/>
              <a:t>Grooves for subclavian vessels. </a:t>
            </a:r>
          </a:p>
        </p:txBody>
      </p:sp>
      <p:sp>
        <p:nvSpPr>
          <p:cNvPr id="10" name="Text Placeholder 4">
            <a:extLst>
              <a:ext uri="{FF2B5EF4-FFF2-40B4-BE49-F238E27FC236}">
                <a16:creationId xmlns:a16="http://schemas.microsoft.com/office/drawing/2014/main" id="{A3710D20-FCC8-121B-EBE1-918231729E20}"/>
              </a:ext>
            </a:extLst>
          </p:cNvPr>
          <p:cNvSpPr txBox="1">
            <a:spLocks/>
          </p:cNvSpPr>
          <p:nvPr/>
        </p:nvSpPr>
        <p:spPr>
          <a:xfrm>
            <a:off x="3841694" y="2015147"/>
            <a:ext cx="2896671" cy="4557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second rib</a:t>
            </a:r>
          </a:p>
        </p:txBody>
      </p:sp>
      <p:sp>
        <p:nvSpPr>
          <p:cNvPr id="11" name="Content Placeholder 5">
            <a:extLst>
              <a:ext uri="{FF2B5EF4-FFF2-40B4-BE49-F238E27FC236}">
                <a16:creationId xmlns:a16="http://schemas.microsoft.com/office/drawing/2014/main" id="{1732E2D7-0F6D-B42C-C6DB-C2722B01520E}"/>
              </a:ext>
            </a:extLst>
          </p:cNvPr>
          <p:cNvSpPr txBox="1">
            <a:spLocks/>
          </p:cNvSpPr>
          <p:nvPr/>
        </p:nvSpPr>
        <p:spPr>
          <a:xfrm>
            <a:off x="3977197" y="4895603"/>
            <a:ext cx="2896671" cy="840396"/>
          </a:xfrm>
          <a:prstGeom prst="rect">
            <a:avLst/>
          </a:prstGeom>
        </p:spPr>
        <p:txBody>
          <a:bodyPr>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t>Tubercle for scalenus posterior</a:t>
            </a:r>
          </a:p>
          <a:p>
            <a:pPr marL="285750" indent="-285750"/>
            <a:r>
              <a:rPr lang="en-US" dirty="0"/>
              <a:t>Tubercle for serratus anterior </a:t>
            </a:r>
          </a:p>
        </p:txBody>
      </p:sp>
      <p:pic>
        <p:nvPicPr>
          <p:cNvPr id="12" name="Picture 11">
            <a:extLst>
              <a:ext uri="{FF2B5EF4-FFF2-40B4-BE49-F238E27FC236}">
                <a16:creationId xmlns:a16="http://schemas.microsoft.com/office/drawing/2014/main" id="{FEB67ECD-0682-AF38-DB04-9ABCC9182CA1}"/>
              </a:ext>
            </a:extLst>
          </p:cNvPr>
          <p:cNvPicPr>
            <a:picLocks noChangeAspect="1"/>
          </p:cNvPicPr>
          <p:nvPr/>
        </p:nvPicPr>
        <p:blipFill>
          <a:blip r:embed="rId3"/>
          <a:stretch>
            <a:fillRect/>
          </a:stretch>
        </p:blipFill>
        <p:spPr>
          <a:xfrm>
            <a:off x="3072885" y="2483127"/>
            <a:ext cx="4281226" cy="2069475"/>
          </a:xfrm>
          <a:prstGeom prst="rect">
            <a:avLst/>
          </a:prstGeom>
        </p:spPr>
      </p:pic>
      <p:sp>
        <p:nvSpPr>
          <p:cNvPr id="13" name="TextBox 12">
            <a:extLst>
              <a:ext uri="{FF2B5EF4-FFF2-40B4-BE49-F238E27FC236}">
                <a16:creationId xmlns:a16="http://schemas.microsoft.com/office/drawing/2014/main" id="{06971845-6729-454C-B022-8B83B830208D}"/>
              </a:ext>
            </a:extLst>
          </p:cNvPr>
          <p:cNvSpPr txBox="1"/>
          <p:nvPr/>
        </p:nvSpPr>
        <p:spPr>
          <a:xfrm>
            <a:off x="4092099" y="5903893"/>
            <a:ext cx="3106917" cy="954107"/>
          </a:xfrm>
          <a:prstGeom prst="rect">
            <a:avLst/>
          </a:prstGeom>
          <a:noFill/>
          <a:ln>
            <a:solidFill>
              <a:schemeClr val="tx1"/>
            </a:solidFill>
          </a:ln>
        </p:spPr>
        <p:txBody>
          <a:bodyPr wrap="square" rtlCol="0">
            <a:spAutoFit/>
          </a:bodyPr>
          <a:lstStyle/>
          <a:p>
            <a:r>
              <a:rPr lang="en-GB" sz="1400" b="1" dirty="0">
                <a:latin typeface="+mj-lt"/>
              </a:rPr>
              <a:t>The Tenth Rib</a:t>
            </a:r>
          </a:p>
          <a:p>
            <a:pPr marL="285750" indent="-285750">
              <a:buFont typeface="Arial" panose="020B0604020202020204" pitchFamily="34" charset="0"/>
              <a:buChar char="•"/>
            </a:pPr>
            <a:r>
              <a:rPr lang="en-GB" sz="1400" dirty="0"/>
              <a:t>Only sometime atypical as may only articulate with the 10</a:t>
            </a:r>
            <a:r>
              <a:rPr lang="en-GB" sz="1400" baseline="30000" dirty="0"/>
              <a:t>th</a:t>
            </a:r>
            <a:r>
              <a:rPr lang="en-GB" sz="1400" dirty="0"/>
              <a:t> vertebrae. </a:t>
            </a:r>
          </a:p>
        </p:txBody>
      </p:sp>
      <p:sp>
        <p:nvSpPr>
          <p:cNvPr id="14" name="Text Placeholder 6">
            <a:extLst>
              <a:ext uri="{FF2B5EF4-FFF2-40B4-BE49-F238E27FC236}">
                <a16:creationId xmlns:a16="http://schemas.microsoft.com/office/drawing/2014/main" id="{72C04115-561F-DFF0-E4A7-C67F6020F6ED}"/>
              </a:ext>
            </a:extLst>
          </p:cNvPr>
          <p:cNvSpPr txBox="1">
            <a:spLocks/>
          </p:cNvSpPr>
          <p:nvPr/>
        </p:nvSpPr>
        <p:spPr>
          <a:xfrm>
            <a:off x="7199016" y="2027422"/>
            <a:ext cx="4638185"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eleventh and twelfth rib</a:t>
            </a:r>
          </a:p>
        </p:txBody>
      </p:sp>
      <p:sp>
        <p:nvSpPr>
          <p:cNvPr id="15" name="Content Placeholder 7">
            <a:extLst>
              <a:ext uri="{FF2B5EF4-FFF2-40B4-BE49-F238E27FC236}">
                <a16:creationId xmlns:a16="http://schemas.microsoft.com/office/drawing/2014/main" id="{17446718-7C62-5E0B-A194-471339B5B564}"/>
              </a:ext>
            </a:extLst>
          </p:cNvPr>
          <p:cNvSpPr txBox="1">
            <a:spLocks/>
          </p:cNvSpPr>
          <p:nvPr/>
        </p:nvSpPr>
        <p:spPr>
          <a:xfrm>
            <a:off x="7470023" y="4883328"/>
            <a:ext cx="4140952" cy="15263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sz="1500" dirty="0"/>
              <a:t>Do not have tubercles and do not attach to anything anteriorly.</a:t>
            </a:r>
          </a:p>
          <a:p>
            <a:pPr marL="285750" indent="-285750"/>
            <a:r>
              <a:rPr lang="en-US" sz="1500" dirty="0"/>
              <a:t>Only have a single facet on their head. </a:t>
            </a:r>
          </a:p>
        </p:txBody>
      </p:sp>
      <p:pic>
        <p:nvPicPr>
          <p:cNvPr id="16" name="Picture 15">
            <a:extLst>
              <a:ext uri="{FF2B5EF4-FFF2-40B4-BE49-F238E27FC236}">
                <a16:creationId xmlns:a16="http://schemas.microsoft.com/office/drawing/2014/main" id="{F96BC5E4-3EEB-1F10-4A8E-6393293461E5}"/>
              </a:ext>
            </a:extLst>
          </p:cNvPr>
          <p:cNvPicPr>
            <a:picLocks noChangeAspect="1"/>
          </p:cNvPicPr>
          <p:nvPr/>
        </p:nvPicPr>
        <p:blipFill>
          <a:blip r:embed="rId4"/>
          <a:stretch>
            <a:fillRect/>
          </a:stretch>
        </p:blipFill>
        <p:spPr>
          <a:xfrm>
            <a:off x="7470023" y="2771774"/>
            <a:ext cx="4625382" cy="1664555"/>
          </a:xfrm>
          <a:prstGeom prst="rect">
            <a:avLst/>
          </a:prstGeom>
        </p:spPr>
      </p:pic>
    </p:spTree>
    <p:extLst>
      <p:ext uri="{BB962C8B-B14F-4D97-AF65-F5344CB8AC3E}">
        <p14:creationId xmlns:p14="http://schemas.microsoft.com/office/powerpoint/2010/main" val="1640027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0B65E27-09D0-07FB-F909-29C887BF48BF}"/>
              </a:ext>
            </a:extLst>
          </p:cNvPr>
          <p:cNvPicPr>
            <a:picLocks noGrp="1" noChangeAspect="1"/>
          </p:cNvPicPr>
          <p:nvPr>
            <p:ph sz="half" idx="2"/>
          </p:nvPr>
        </p:nvPicPr>
        <p:blipFill>
          <a:blip r:embed="rId2"/>
          <a:stretch>
            <a:fillRect/>
          </a:stretch>
        </p:blipFill>
        <p:spPr>
          <a:xfrm>
            <a:off x="5539035" y="2034381"/>
            <a:ext cx="6528274" cy="3261112"/>
          </a:xfrm>
        </p:spPr>
      </p:pic>
      <p:sp>
        <p:nvSpPr>
          <p:cNvPr id="4" name="Title 3">
            <a:extLst>
              <a:ext uri="{FF2B5EF4-FFF2-40B4-BE49-F238E27FC236}">
                <a16:creationId xmlns:a16="http://schemas.microsoft.com/office/drawing/2014/main" id="{62E5A335-8009-1CEC-4C3C-16BDF209C598}"/>
              </a:ext>
            </a:extLst>
          </p:cNvPr>
          <p:cNvSpPr>
            <a:spLocks noGrp="1"/>
          </p:cNvSpPr>
          <p:nvPr>
            <p:ph type="title"/>
          </p:nvPr>
        </p:nvSpPr>
        <p:spPr/>
        <p:txBody>
          <a:bodyPr/>
          <a:lstStyle/>
          <a:p>
            <a:r>
              <a:rPr lang="en-GB" dirty="0" err="1"/>
              <a:t>Costovetebral</a:t>
            </a:r>
            <a:r>
              <a:rPr lang="en-GB" dirty="0"/>
              <a:t> Joints and facet joints </a:t>
            </a:r>
          </a:p>
        </p:txBody>
      </p:sp>
      <p:pic>
        <p:nvPicPr>
          <p:cNvPr id="5" name="Content Placeholder 4">
            <a:extLst>
              <a:ext uri="{FF2B5EF4-FFF2-40B4-BE49-F238E27FC236}">
                <a16:creationId xmlns:a16="http://schemas.microsoft.com/office/drawing/2014/main" id="{14EDBFE3-9135-BA4C-2019-563F0F8F267E}"/>
              </a:ext>
            </a:extLst>
          </p:cNvPr>
          <p:cNvPicPr>
            <a:picLocks noGrp="1" noChangeAspect="1"/>
          </p:cNvPicPr>
          <p:nvPr>
            <p:ph sz="half" idx="1"/>
          </p:nvPr>
        </p:nvPicPr>
        <p:blipFill>
          <a:blip r:embed="rId3"/>
          <a:stretch>
            <a:fillRect/>
          </a:stretch>
        </p:blipFill>
        <p:spPr>
          <a:xfrm>
            <a:off x="1462087" y="2034381"/>
            <a:ext cx="3933825" cy="3933825"/>
          </a:xfrm>
          <a:prstGeom prst="rect">
            <a:avLst/>
          </a:prstGeom>
          <a:effectLst>
            <a:softEdge rad="31750"/>
          </a:effectLst>
        </p:spPr>
      </p:pic>
    </p:spTree>
    <p:extLst>
      <p:ext uri="{BB962C8B-B14F-4D97-AF65-F5344CB8AC3E}">
        <p14:creationId xmlns:p14="http://schemas.microsoft.com/office/powerpoint/2010/main" val="175098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9578A-44DA-491C-85D0-F0A83DF1DC8F}"/>
              </a:ext>
            </a:extLst>
          </p:cNvPr>
          <p:cNvSpPr>
            <a:spLocks noGrp="1"/>
          </p:cNvSpPr>
          <p:nvPr>
            <p:ph type="title"/>
          </p:nvPr>
        </p:nvSpPr>
        <p:spPr/>
        <p:txBody>
          <a:bodyPr>
            <a:normAutofit/>
          </a:bodyPr>
          <a:lstStyle/>
          <a:p>
            <a:r>
              <a:rPr lang="en-GB" dirty="0"/>
              <a:t>Joints of the vertebral bodies</a:t>
            </a:r>
          </a:p>
        </p:txBody>
      </p:sp>
      <p:sp>
        <p:nvSpPr>
          <p:cNvPr id="9" name="Date Placeholder 8">
            <a:extLst>
              <a:ext uri="{FF2B5EF4-FFF2-40B4-BE49-F238E27FC236}">
                <a16:creationId xmlns:a16="http://schemas.microsoft.com/office/drawing/2014/main" id="{02E9A20C-F177-4DA8-AAD6-920D0819FD06}"/>
              </a:ext>
            </a:extLst>
          </p:cNvPr>
          <p:cNvSpPr>
            <a:spLocks noGrp="1"/>
          </p:cNvSpPr>
          <p:nvPr>
            <p:ph type="dt" sz="half" idx="4294967295"/>
          </p:nvPr>
        </p:nvSpPr>
        <p:spPr>
          <a:xfrm>
            <a:off x="11244263" y="6356350"/>
            <a:ext cx="947737"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1EF33B27-15BC-4AE7-BA24-11D1985EB377}"/>
              </a:ext>
            </a:extLst>
          </p:cNvPr>
          <p:cNvSpPr>
            <a:spLocks noGrp="1"/>
          </p:cNvSpPr>
          <p:nvPr>
            <p:ph type="ftr" sz="quarter" idx="4294967295"/>
          </p:nvPr>
        </p:nvSpPr>
        <p:spPr>
          <a:xfrm>
            <a:off x="8947150" y="6356350"/>
            <a:ext cx="3244850" cy="365125"/>
          </a:xfrm>
        </p:spPr>
        <p:txBody>
          <a:bodyPr/>
          <a:lstStyle/>
          <a:p>
            <a:r>
              <a:rPr lang="en-US"/>
              <a:t>Pitch Deck</a:t>
            </a:r>
            <a:endParaRPr lang="en-US" dirty="0"/>
          </a:p>
        </p:txBody>
      </p:sp>
      <p:sp>
        <p:nvSpPr>
          <p:cNvPr id="11" name="Slide Number Placeholder 10">
            <a:extLst>
              <a:ext uri="{FF2B5EF4-FFF2-40B4-BE49-F238E27FC236}">
                <a16:creationId xmlns:a16="http://schemas.microsoft.com/office/drawing/2014/main" id="{4B214A08-7DE1-4A5E-987F-A26A403A338E}"/>
              </a:ext>
            </a:extLst>
          </p:cNvPr>
          <p:cNvSpPr>
            <a:spLocks noGrp="1"/>
          </p:cNvSpPr>
          <p:nvPr>
            <p:ph type="sldNum" sz="quarter" idx="4294967295"/>
          </p:nvPr>
        </p:nvSpPr>
        <p:spPr>
          <a:xfrm>
            <a:off x="11539538" y="6356350"/>
            <a:ext cx="652462" cy="365125"/>
          </a:xfrm>
        </p:spPr>
        <p:txBody>
          <a:bodyPr/>
          <a:lstStyle/>
          <a:p>
            <a:fld id="{B5CEABB6-07DC-46E8-9B57-56EC44A396E5}" type="slidenum">
              <a:rPr lang="en-US" smtClean="0"/>
              <a:pPr/>
              <a:t>18</a:t>
            </a:fld>
            <a:endParaRPr lang="en-US" dirty="0"/>
          </a:p>
        </p:txBody>
      </p:sp>
      <p:graphicFrame>
        <p:nvGraphicFramePr>
          <p:cNvPr id="12" name="Table 8">
            <a:extLst>
              <a:ext uri="{FF2B5EF4-FFF2-40B4-BE49-F238E27FC236}">
                <a16:creationId xmlns:a16="http://schemas.microsoft.com/office/drawing/2014/main" id="{6241A8FB-1887-4ADE-8F84-AA2B238B4F07}"/>
              </a:ext>
            </a:extLst>
          </p:cNvPr>
          <p:cNvGraphicFramePr>
            <a:graphicFrameLocks noGrp="1"/>
          </p:cNvGraphicFramePr>
          <p:nvPr>
            <p:extLst>
              <p:ext uri="{D42A27DB-BD31-4B8C-83A1-F6EECF244321}">
                <p14:modId xmlns:p14="http://schemas.microsoft.com/office/powerpoint/2010/main" val="3156151"/>
              </p:ext>
            </p:extLst>
          </p:nvPr>
        </p:nvGraphicFramePr>
        <p:xfrm>
          <a:off x="4695199" y="2820854"/>
          <a:ext cx="6549064" cy="2973170"/>
        </p:xfrm>
        <a:graphic>
          <a:graphicData uri="http://schemas.openxmlformats.org/drawingml/2006/table">
            <a:tbl>
              <a:tblPr firstRow="1" bandRow="1">
                <a:tableStyleId>{BC89EF96-8CEA-46FF-86C4-4CE0E7609802}</a:tableStyleId>
              </a:tblPr>
              <a:tblGrid>
                <a:gridCol w="1485901">
                  <a:extLst>
                    <a:ext uri="{9D8B030D-6E8A-4147-A177-3AD203B41FA5}">
                      <a16:colId xmlns:a16="http://schemas.microsoft.com/office/drawing/2014/main" val="722841662"/>
                    </a:ext>
                  </a:extLst>
                </a:gridCol>
                <a:gridCol w="5063163">
                  <a:extLst>
                    <a:ext uri="{9D8B030D-6E8A-4147-A177-3AD203B41FA5}">
                      <a16:colId xmlns:a16="http://schemas.microsoft.com/office/drawing/2014/main" val="2182662050"/>
                    </a:ext>
                  </a:extLst>
                </a:gridCol>
              </a:tblGrid>
              <a:tr h="695222">
                <a:tc gridSpan="2">
                  <a:txBody>
                    <a:bodyPr/>
                    <a:lstStyle/>
                    <a:p>
                      <a:r>
                        <a:rPr lang="en-GB" dirty="0"/>
                        <a:t>Key facts about the Facet joints/ </a:t>
                      </a:r>
                      <a:r>
                        <a:rPr lang="en-GB" dirty="0" err="1"/>
                        <a:t>zygopophaseal</a:t>
                      </a:r>
                      <a:r>
                        <a:rPr lang="en-GB" dirty="0"/>
                        <a:t> joint</a:t>
                      </a:r>
                    </a:p>
                  </a:txBody>
                  <a:tcPr/>
                </a:tc>
                <a:tc hMerge="1">
                  <a:txBody>
                    <a:bodyPr/>
                    <a:lstStyle/>
                    <a:p>
                      <a:endParaRPr lang="en-GB" dirty="0"/>
                    </a:p>
                  </a:txBody>
                  <a:tcPr/>
                </a:tc>
                <a:extLst>
                  <a:ext uri="{0D108BD9-81ED-4DB2-BD59-A6C34878D82A}">
                    <a16:rowId xmlns:a16="http://schemas.microsoft.com/office/drawing/2014/main" val="2789395596"/>
                  </a:ext>
                </a:extLst>
              </a:tr>
              <a:tr h="304394">
                <a:tc>
                  <a:txBody>
                    <a:bodyPr/>
                    <a:lstStyle/>
                    <a:p>
                      <a:r>
                        <a:rPr lang="en-GB" sz="1050" dirty="0"/>
                        <a:t>Type</a:t>
                      </a:r>
                    </a:p>
                  </a:txBody>
                  <a:tcPr/>
                </a:tc>
                <a:tc>
                  <a:txBody>
                    <a:bodyPr/>
                    <a:lstStyle/>
                    <a:p>
                      <a:r>
                        <a:rPr lang="en-GB" sz="1050" dirty="0"/>
                        <a:t>Synovial plane joint</a:t>
                      </a:r>
                    </a:p>
                  </a:txBody>
                  <a:tcPr/>
                </a:tc>
                <a:extLst>
                  <a:ext uri="{0D108BD9-81ED-4DB2-BD59-A6C34878D82A}">
                    <a16:rowId xmlns:a16="http://schemas.microsoft.com/office/drawing/2014/main" val="3262896588"/>
                  </a:ext>
                </a:extLst>
              </a:tr>
              <a:tr h="381786">
                <a:tc>
                  <a:txBody>
                    <a:bodyPr/>
                    <a:lstStyle/>
                    <a:p>
                      <a:r>
                        <a:rPr lang="en-GB" sz="1050" dirty="0"/>
                        <a:t>Articular surfaces</a:t>
                      </a:r>
                    </a:p>
                  </a:txBody>
                  <a:tcPr/>
                </a:tc>
                <a:tc>
                  <a:txBody>
                    <a:bodyPr/>
                    <a:lstStyle/>
                    <a:p>
                      <a:r>
                        <a:rPr lang="en-GB" sz="1050" dirty="0"/>
                        <a:t>Inferior and superior articular facets </a:t>
                      </a:r>
                    </a:p>
                  </a:txBody>
                  <a:tcPr/>
                </a:tc>
                <a:extLst>
                  <a:ext uri="{0D108BD9-81ED-4DB2-BD59-A6C34878D82A}">
                    <a16:rowId xmlns:a16="http://schemas.microsoft.com/office/drawing/2014/main" val="1334441091"/>
                  </a:ext>
                </a:extLst>
              </a:tr>
              <a:tr h="304394">
                <a:tc>
                  <a:txBody>
                    <a:bodyPr/>
                    <a:lstStyle/>
                    <a:p>
                      <a:r>
                        <a:rPr lang="en-GB" sz="1050" dirty="0"/>
                        <a:t>Ligaments</a:t>
                      </a:r>
                    </a:p>
                  </a:txBody>
                  <a:tcPr/>
                </a:tc>
                <a:tc>
                  <a:txBody>
                    <a:bodyPr/>
                    <a:lstStyle/>
                    <a:p>
                      <a:r>
                        <a:rPr lang="en-GB" sz="1050" b="0" i="0" dirty="0" err="1">
                          <a:solidFill>
                            <a:srgbClr val="495354"/>
                          </a:solidFill>
                          <a:effectLst/>
                          <a:latin typeface="PlutoSansLight"/>
                        </a:rPr>
                        <a:t>Ligamenta</a:t>
                      </a:r>
                      <a:r>
                        <a:rPr lang="en-GB" sz="1050" b="0" i="0" dirty="0">
                          <a:solidFill>
                            <a:srgbClr val="495354"/>
                          </a:solidFill>
                          <a:effectLst/>
                          <a:latin typeface="PlutoSansLight"/>
                        </a:rPr>
                        <a:t> flava, interspinous ligaments, supraspinous ligament and intertransverse ligaments</a:t>
                      </a:r>
                      <a:endParaRPr lang="en-GB" sz="1050" dirty="0"/>
                    </a:p>
                  </a:txBody>
                  <a:tcPr/>
                </a:tc>
                <a:extLst>
                  <a:ext uri="{0D108BD9-81ED-4DB2-BD59-A6C34878D82A}">
                    <a16:rowId xmlns:a16="http://schemas.microsoft.com/office/drawing/2014/main" val="947693334"/>
                  </a:ext>
                </a:extLst>
              </a:tr>
              <a:tr h="304394">
                <a:tc>
                  <a:txBody>
                    <a:bodyPr/>
                    <a:lstStyle/>
                    <a:p>
                      <a:r>
                        <a:rPr lang="en-GB" sz="1050" dirty="0"/>
                        <a:t>Innervation </a:t>
                      </a:r>
                    </a:p>
                  </a:txBody>
                  <a:tcPr/>
                </a:tc>
                <a:tc>
                  <a:txBody>
                    <a:bodyPr/>
                    <a:lstStyle/>
                    <a:p>
                      <a:r>
                        <a:rPr lang="en-GB" sz="1050" dirty="0"/>
                        <a:t>Lateral branches of the posterior rami of C8 –T11 spinal nerves. </a:t>
                      </a:r>
                    </a:p>
                  </a:txBody>
                  <a:tcPr/>
                </a:tc>
                <a:extLst>
                  <a:ext uri="{0D108BD9-81ED-4DB2-BD59-A6C34878D82A}">
                    <a16:rowId xmlns:a16="http://schemas.microsoft.com/office/drawing/2014/main" val="3924309130"/>
                  </a:ext>
                </a:extLst>
              </a:tr>
              <a:tr h="304394">
                <a:tc>
                  <a:txBody>
                    <a:bodyPr/>
                    <a:lstStyle/>
                    <a:p>
                      <a:r>
                        <a:rPr lang="en-GB" sz="1050" dirty="0"/>
                        <a:t>Blood supply</a:t>
                      </a:r>
                    </a:p>
                  </a:txBody>
                  <a:tcPr/>
                </a:tc>
                <a:tc>
                  <a:txBody>
                    <a:bodyPr/>
                    <a:lstStyle/>
                    <a:p>
                      <a:r>
                        <a:rPr lang="en-GB" sz="1050" dirty="0"/>
                        <a:t>Supreme intercostal, posterior intercostal arteries 1-10</a:t>
                      </a:r>
                    </a:p>
                  </a:txBody>
                  <a:tcPr/>
                </a:tc>
                <a:extLst>
                  <a:ext uri="{0D108BD9-81ED-4DB2-BD59-A6C34878D82A}">
                    <a16:rowId xmlns:a16="http://schemas.microsoft.com/office/drawing/2014/main" val="290947615"/>
                  </a:ext>
                </a:extLst>
              </a:tr>
              <a:tr h="304394">
                <a:tc>
                  <a:txBody>
                    <a:bodyPr/>
                    <a:lstStyle/>
                    <a:p>
                      <a:r>
                        <a:rPr lang="en-GB" sz="1050" dirty="0"/>
                        <a:t>Movements</a:t>
                      </a:r>
                    </a:p>
                  </a:txBody>
                  <a:tcPr/>
                </a:tc>
                <a:tc>
                  <a:txBody>
                    <a:bodyPr/>
                    <a:lstStyle/>
                    <a:p>
                      <a:r>
                        <a:rPr lang="en-GB" sz="1050" b="0" i="0" dirty="0">
                          <a:solidFill>
                            <a:srgbClr val="495354"/>
                          </a:solidFill>
                          <a:effectLst/>
                          <a:latin typeface="PlutoSansLight"/>
                        </a:rPr>
                        <a:t>In the </a:t>
                      </a:r>
                      <a:r>
                        <a:rPr lang="en-GB" sz="1050" b="0" i="0" dirty="0">
                          <a:solidFill>
                            <a:srgbClr val="495354"/>
                          </a:solidFill>
                          <a:effectLst/>
                          <a:latin typeface="var(--medium)"/>
                        </a:rPr>
                        <a:t>thoracic region</a:t>
                      </a:r>
                      <a:r>
                        <a:rPr lang="en-GB" sz="1050" b="0" i="0" dirty="0">
                          <a:solidFill>
                            <a:srgbClr val="495354"/>
                          </a:solidFill>
                          <a:effectLst/>
                          <a:latin typeface="PlutoSansLight"/>
                        </a:rPr>
                        <a:t> of the spine, the superior articular facets largely project posteriorly whereas inferior facets are mainly anteriorly positioned. The joint planes are therefore vertically placed, restricting flexion and extension, but allow for rotation movement</a:t>
                      </a:r>
                      <a:endParaRPr lang="en-GB" sz="1050" dirty="0"/>
                    </a:p>
                  </a:txBody>
                  <a:tcPr/>
                </a:tc>
                <a:extLst>
                  <a:ext uri="{0D108BD9-81ED-4DB2-BD59-A6C34878D82A}">
                    <a16:rowId xmlns:a16="http://schemas.microsoft.com/office/drawing/2014/main" val="4039146932"/>
                  </a:ext>
                </a:extLst>
              </a:tr>
            </a:tbl>
          </a:graphicData>
        </a:graphic>
      </p:graphicFrame>
      <p:pic>
        <p:nvPicPr>
          <p:cNvPr id="13" name="Picture 12">
            <a:extLst>
              <a:ext uri="{FF2B5EF4-FFF2-40B4-BE49-F238E27FC236}">
                <a16:creationId xmlns:a16="http://schemas.microsoft.com/office/drawing/2014/main" id="{477508B5-5D19-4D4A-991E-BE4CA20AAF9D}"/>
              </a:ext>
            </a:extLst>
          </p:cNvPr>
          <p:cNvPicPr>
            <a:picLocks noChangeAspect="1"/>
          </p:cNvPicPr>
          <p:nvPr/>
        </p:nvPicPr>
        <p:blipFill>
          <a:blip r:embed="rId2"/>
          <a:stretch>
            <a:fillRect/>
          </a:stretch>
        </p:blipFill>
        <p:spPr>
          <a:xfrm>
            <a:off x="1084551" y="2550761"/>
            <a:ext cx="3243263" cy="3243263"/>
          </a:xfrm>
          <a:prstGeom prst="rect">
            <a:avLst/>
          </a:prstGeom>
          <a:effectLst>
            <a:softEdge rad="31750"/>
          </a:effectLst>
        </p:spPr>
      </p:pic>
    </p:spTree>
    <p:extLst>
      <p:ext uri="{BB962C8B-B14F-4D97-AF65-F5344CB8AC3E}">
        <p14:creationId xmlns:p14="http://schemas.microsoft.com/office/powerpoint/2010/main" val="1956058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9578A-44DA-491C-85D0-F0A83DF1DC8F}"/>
              </a:ext>
            </a:extLst>
          </p:cNvPr>
          <p:cNvSpPr>
            <a:spLocks noGrp="1"/>
          </p:cNvSpPr>
          <p:nvPr>
            <p:ph type="title"/>
          </p:nvPr>
        </p:nvSpPr>
        <p:spPr/>
        <p:txBody>
          <a:bodyPr>
            <a:normAutofit/>
          </a:bodyPr>
          <a:lstStyle/>
          <a:p>
            <a:r>
              <a:rPr lang="en-GB" dirty="0"/>
              <a:t>Joints of the vertebral bodies</a:t>
            </a:r>
          </a:p>
        </p:txBody>
      </p:sp>
      <p:sp>
        <p:nvSpPr>
          <p:cNvPr id="9" name="Date Placeholder 8">
            <a:extLst>
              <a:ext uri="{FF2B5EF4-FFF2-40B4-BE49-F238E27FC236}">
                <a16:creationId xmlns:a16="http://schemas.microsoft.com/office/drawing/2014/main" id="{02E9A20C-F177-4DA8-AAD6-920D0819FD06}"/>
              </a:ext>
            </a:extLst>
          </p:cNvPr>
          <p:cNvSpPr>
            <a:spLocks noGrp="1"/>
          </p:cNvSpPr>
          <p:nvPr>
            <p:ph type="dt" sz="half" idx="4294967295"/>
          </p:nvPr>
        </p:nvSpPr>
        <p:spPr>
          <a:xfrm>
            <a:off x="11244263" y="6356350"/>
            <a:ext cx="947737"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1EF33B27-15BC-4AE7-BA24-11D1985EB377}"/>
              </a:ext>
            </a:extLst>
          </p:cNvPr>
          <p:cNvSpPr>
            <a:spLocks noGrp="1"/>
          </p:cNvSpPr>
          <p:nvPr>
            <p:ph type="ftr" sz="quarter" idx="4294967295"/>
          </p:nvPr>
        </p:nvSpPr>
        <p:spPr>
          <a:xfrm>
            <a:off x="8947150" y="6356350"/>
            <a:ext cx="3244850" cy="365125"/>
          </a:xfrm>
        </p:spPr>
        <p:txBody>
          <a:bodyPr/>
          <a:lstStyle/>
          <a:p>
            <a:r>
              <a:rPr lang="en-US"/>
              <a:t>Pitch Deck</a:t>
            </a:r>
            <a:endParaRPr lang="en-US" dirty="0"/>
          </a:p>
        </p:txBody>
      </p:sp>
      <p:sp>
        <p:nvSpPr>
          <p:cNvPr id="11" name="Slide Number Placeholder 10">
            <a:extLst>
              <a:ext uri="{FF2B5EF4-FFF2-40B4-BE49-F238E27FC236}">
                <a16:creationId xmlns:a16="http://schemas.microsoft.com/office/drawing/2014/main" id="{4B214A08-7DE1-4A5E-987F-A26A403A338E}"/>
              </a:ext>
            </a:extLst>
          </p:cNvPr>
          <p:cNvSpPr>
            <a:spLocks noGrp="1"/>
          </p:cNvSpPr>
          <p:nvPr>
            <p:ph type="sldNum" sz="quarter" idx="4294967295"/>
          </p:nvPr>
        </p:nvSpPr>
        <p:spPr>
          <a:xfrm>
            <a:off x="11539538" y="6356350"/>
            <a:ext cx="652462" cy="365125"/>
          </a:xfrm>
        </p:spPr>
        <p:txBody>
          <a:bodyPr/>
          <a:lstStyle/>
          <a:p>
            <a:fld id="{B5CEABB6-07DC-46E8-9B57-56EC44A396E5}" type="slidenum">
              <a:rPr lang="en-US" smtClean="0"/>
              <a:pPr/>
              <a:t>19</a:t>
            </a:fld>
            <a:endParaRPr lang="en-US" dirty="0"/>
          </a:p>
        </p:txBody>
      </p:sp>
      <p:graphicFrame>
        <p:nvGraphicFramePr>
          <p:cNvPr id="12" name="Table 8">
            <a:extLst>
              <a:ext uri="{FF2B5EF4-FFF2-40B4-BE49-F238E27FC236}">
                <a16:creationId xmlns:a16="http://schemas.microsoft.com/office/drawing/2014/main" id="{6241A8FB-1887-4ADE-8F84-AA2B238B4F07}"/>
              </a:ext>
            </a:extLst>
          </p:cNvPr>
          <p:cNvGraphicFramePr>
            <a:graphicFrameLocks noGrp="1"/>
          </p:cNvGraphicFramePr>
          <p:nvPr>
            <p:extLst>
              <p:ext uri="{D42A27DB-BD31-4B8C-83A1-F6EECF244321}">
                <p14:modId xmlns:p14="http://schemas.microsoft.com/office/powerpoint/2010/main" val="1175428641"/>
              </p:ext>
            </p:extLst>
          </p:nvPr>
        </p:nvGraphicFramePr>
        <p:xfrm>
          <a:off x="4161836" y="2438400"/>
          <a:ext cx="6788522" cy="3006436"/>
        </p:xfrm>
        <a:graphic>
          <a:graphicData uri="http://schemas.openxmlformats.org/drawingml/2006/table">
            <a:tbl>
              <a:tblPr firstRow="1" bandRow="1">
                <a:tableStyleId>{BC89EF96-8CEA-46FF-86C4-4CE0E7609802}</a:tableStyleId>
              </a:tblPr>
              <a:tblGrid>
                <a:gridCol w="1540231">
                  <a:extLst>
                    <a:ext uri="{9D8B030D-6E8A-4147-A177-3AD203B41FA5}">
                      <a16:colId xmlns:a16="http://schemas.microsoft.com/office/drawing/2014/main" val="722841662"/>
                    </a:ext>
                  </a:extLst>
                </a:gridCol>
                <a:gridCol w="5248291">
                  <a:extLst>
                    <a:ext uri="{9D8B030D-6E8A-4147-A177-3AD203B41FA5}">
                      <a16:colId xmlns:a16="http://schemas.microsoft.com/office/drawing/2014/main" val="2182662050"/>
                    </a:ext>
                  </a:extLst>
                </a:gridCol>
              </a:tblGrid>
              <a:tr h="722921">
                <a:tc gridSpan="2">
                  <a:txBody>
                    <a:bodyPr/>
                    <a:lstStyle/>
                    <a:p>
                      <a:r>
                        <a:rPr lang="en-GB" dirty="0"/>
                        <a:t>Key facts about the intervertebral discs</a:t>
                      </a:r>
                    </a:p>
                  </a:txBody>
                  <a:tcPr/>
                </a:tc>
                <a:tc hMerge="1">
                  <a:txBody>
                    <a:bodyPr/>
                    <a:lstStyle/>
                    <a:p>
                      <a:endParaRPr lang="en-GB" dirty="0"/>
                    </a:p>
                  </a:txBody>
                  <a:tcPr/>
                </a:tc>
                <a:extLst>
                  <a:ext uri="{0D108BD9-81ED-4DB2-BD59-A6C34878D82A}">
                    <a16:rowId xmlns:a16="http://schemas.microsoft.com/office/drawing/2014/main" val="2789395596"/>
                  </a:ext>
                </a:extLst>
              </a:tr>
              <a:tr h="316522">
                <a:tc>
                  <a:txBody>
                    <a:bodyPr/>
                    <a:lstStyle/>
                    <a:p>
                      <a:r>
                        <a:rPr lang="en-GB" sz="1050" dirty="0"/>
                        <a:t>Type</a:t>
                      </a:r>
                    </a:p>
                  </a:txBody>
                  <a:tcPr/>
                </a:tc>
                <a:tc>
                  <a:txBody>
                    <a:bodyPr/>
                    <a:lstStyle/>
                    <a:p>
                      <a:r>
                        <a:rPr lang="en-GB" sz="1050" dirty="0"/>
                        <a:t>Secondary Cartilaginous joint </a:t>
                      </a:r>
                    </a:p>
                  </a:txBody>
                  <a:tcPr/>
                </a:tc>
                <a:extLst>
                  <a:ext uri="{0D108BD9-81ED-4DB2-BD59-A6C34878D82A}">
                    <a16:rowId xmlns:a16="http://schemas.microsoft.com/office/drawing/2014/main" val="3262896588"/>
                  </a:ext>
                </a:extLst>
              </a:tr>
              <a:tr h="396997">
                <a:tc>
                  <a:txBody>
                    <a:bodyPr/>
                    <a:lstStyle/>
                    <a:p>
                      <a:r>
                        <a:rPr lang="en-GB" sz="1050" dirty="0"/>
                        <a:t>Articular surfaces</a:t>
                      </a:r>
                    </a:p>
                  </a:txBody>
                  <a:tcPr/>
                </a:tc>
                <a:tc>
                  <a:txBody>
                    <a:bodyPr/>
                    <a:lstStyle/>
                    <a:p>
                      <a:r>
                        <a:rPr lang="en-GB" sz="1050" dirty="0"/>
                        <a:t>Adjacent vertebral bodies</a:t>
                      </a:r>
                    </a:p>
                  </a:txBody>
                  <a:tcPr/>
                </a:tc>
                <a:extLst>
                  <a:ext uri="{0D108BD9-81ED-4DB2-BD59-A6C34878D82A}">
                    <a16:rowId xmlns:a16="http://schemas.microsoft.com/office/drawing/2014/main" val="1334441091"/>
                  </a:ext>
                </a:extLst>
              </a:tr>
              <a:tr h="427874">
                <a:tc>
                  <a:txBody>
                    <a:bodyPr/>
                    <a:lstStyle/>
                    <a:p>
                      <a:r>
                        <a:rPr lang="en-GB" sz="1050" dirty="0"/>
                        <a:t>Ligaments</a:t>
                      </a:r>
                    </a:p>
                  </a:txBody>
                  <a:tcPr/>
                </a:tc>
                <a:tc>
                  <a:txBody>
                    <a:bodyPr/>
                    <a:lstStyle/>
                    <a:p>
                      <a:r>
                        <a:rPr lang="en-GB" sz="1050" b="0" i="0" dirty="0" err="1">
                          <a:solidFill>
                            <a:srgbClr val="495354"/>
                          </a:solidFill>
                          <a:effectLst/>
                          <a:latin typeface="PlutoSansLight"/>
                        </a:rPr>
                        <a:t>Ligamenta</a:t>
                      </a:r>
                      <a:r>
                        <a:rPr lang="en-GB" sz="1050" b="0" i="0" dirty="0">
                          <a:solidFill>
                            <a:srgbClr val="495354"/>
                          </a:solidFill>
                          <a:effectLst/>
                          <a:latin typeface="PlutoSansLight"/>
                        </a:rPr>
                        <a:t> flava, interspinous ligaments, supraspinous ligament and intertransverse ligaments- also act as a ligament in itself. </a:t>
                      </a:r>
                      <a:endParaRPr lang="en-GB" sz="1050" dirty="0"/>
                    </a:p>
                  </a:txBody>
                  <a:tcPr/>
                </a:tc>
                <a:extLst>
                  <a:ext uri="{0D108BD9-81ED-4DB2-BD59-A6C34878D82A}">
                    <a16:rowId xmlns:a16="http://schemas.microsoft.com/office/drawing/2014/main" val="947693334"/>
                  </a:ext>
                </a:extLst>
              </a:tr>
              <a:tr h="316522">
                <a:tc>
                  <a:txBody>
                    <a:bodyPr/>
                    <a:lstStyle/>
                    <a:p>
                      <a:r>
                        <a:rPr lang="en-GB" sz="1050" dirty="0"/>
                        <a:t>Innervation </a:t>
                      </a:r>
                    </a:p>
                  </a:txBody>
                  <a:tcPr/>
                </a:tc>
                <a:tc>
                  <a:txBody>
                    <a:bodyPr/>
                    <a:lstStyle/>
                    <a:p>
                      <a:r>
                        <a:rPr lang="en-GB" sz="1050" dirty="0" err="1"/>
                        <a:t>Sinovertebral</a:t>
                      </a:r>
                      <a:r>
                        <a:rPr lang="en-GB" sz="1050" dirty="0"/>
                        <a:t> nerves</a:t>
                      </a:r>
                    </a:p>
                  </a:txBody>
                  <a:tcPr/>
                </a:tc>
                <a:extLst>
                  <a:ext uri="{0D108BD9-81ED-4DB2-BD59-A6C34878D82A}">
                    <a16:rowId xmlns:a16="http://schemas.microsoft.com/office/drawing/2014/main" val="3924309130"/>
                  </a:ext>
                </a:extLst>
              </a:tr>
              <a:tr h="316522">
                <a:tc>
                  <a:txBody>
                    <a:bodyPr/>
                    <a:lstStyle/>
                    <a:p>
                      <a:r>
                        <a:rPr lang="en-GB" sz="1050" dirty="0"/>
                        <a:t>Blood supply</a:t>
                      </a:r>
                    </a:p>
                  </a:txBody>
                  <a:tcPr/>
                </a:tc>
                <a:tc>
                  <a:txBody>
                    <a:bodyPr/>
                    <a:lstStyle/>
                    <a:p>
                      <a:r>
                        <a:rPr lang="en-GB" sz="1050" dirty="0"/>
                        <a:t>Osmotic supply</a:t>
                      </a:r>
                    </a:p>
                  </a:txBody>
                  <a:tcPr/>
                </a:tc>
                <a:extLst>
                  <a:ext uri="{0D108BD9-81ED-4DB2-BD59-A6C34878D82A}">
                    <a16:rowId xmlns:a16="http://schemas.microsoft.com/office/drawing/2014/main" val="290947615"/>
                  </a:ext>
                </a:extLst>
              </a:tr>
              <a:tr h="509078">
                <a:tc>
                  <a:txBody>
                    <a:bodyPr/>
                    <a:lstStyle/>
                    <a:p>
                      <a:r>
                        <a:rPr lang="en-GB" sz="1050" dirty="0"/>
                        <a:t>Movements</a:t>
                      </a:r>
                    </a:p>
                  </a:txBody>
                  <a:tcPr/>
                </a:tc>
                <a:tc>
                  <a:txBody>
                    <a:bodyPr/>
                    <a:lstStyle/>
                    <a:p>
                      <a:r>
                        <a:rPr lang="en-GB" sz="1050" dirty="0"/>
                        <a:t>Flexion, extension, lateral flexion and rotation. </a:t>
                      </a:r>
                    </a:p>
                  </a:txBody>
                  <a:tcPr/>
                </a:tc>
                <a:extLst>
                  <a:ext uri="{0D108BD9-81ED-4DB2-BD59-A6C34878D82A}">
                    <a16:rowId xmlns:a16="http://schemas.microsoft.com/office/drawing/2014/main" val="4039146932"/>
                  </a:ext>
                </a:extLst>
              </a:tr>
            </a:tbl>
          </a:graphicData>
        </a:graphic>
      </p:graphicFrame>
      <p:pic>
        <p:nvPicPr>
          <p:cNvPr id="3" name="Picture 2">
            <a:extLst>
              <a:ext uri="{FF2B5EF4-FFF2-40B4-BE49-F238E27FC236}">
                <a16:creationId xmlns:a16="http://schemas.microsoft.com/office/drawing/2014/main" id="{8BCDCBAE-2578-4E98-884A-C609A3C049C2}"/>
              </a:ext>
            </a:extLst>
          </p:cNvPr>
          <p:cNvPicPr>
            <a:picLocks noChangeAspect="1"/>
          </p:cNvPicPr>
          <p:nvPr/>
        </p:nvPicPr>
        <p:blipFill>
          <a:blip r:embed="rId2"/>
          <a:stretch>
            <a:fillRect/>
          </a:stretch>
        </p:blipFill>
        <p:spPr>
          <a:xfrm>
            <a:off x="965921" y="2308668"/>
            <a:ext cx="3195915" cy="3195915"/>
          </a:xfrm>
          <a:prstGeom prst="rect">
            <a:avLst/>
          </a:prstGeom>
          <a:effectLst>
            <a:softEdge rad="63500"/>
          </a:effectLst>
        </p:spPr>
      </p:pic>
    </p:spTree>
    <p:extLst>
      <p:ext uri="{BB962C8B-B14F-4D97-AF65-F5344CB8AC3E}">
        <p14:creationId xmlns:p14="http://schemas.microsoft.com/office/powerpoint/2010/main" val="2813943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1566E-D383-4034-BC5E-C2FB79652328}"/>
              </a:ext>
            </a:extLst>
          </p:cNvPr>
          <p:cNvSpPr>
            <a:spLocks noGrp="1"/>
          </p:cNvSpPr>
          <p:nvPr>
            <p:ph type="title"/>
          </p:nvPr>
        </p:nvSpPr>
        <p:spPr/>
        <p:txBody>
          <a:bodyPr/>
          <a:lstStyle/>
          <a:p>
            <a:r>
              <a:rPr lang="en-GB" dirty="0"/>
              <a:t>Boundaries of the Thoracic cavity</a:t>
            </a:r>
          </a:p>
        </p:txBody>
      </p:sp>
      <p:sp>
        <p:nvSpPr>
          <p:cNvPr id="5" name="Slide Number Placeholder 4">
            <a:extLst>
              <a:ext uri="{FF2B5EF4-FFF2-40B4-BE49-F238E27FC236}">
                <a16:creationId xmlns:a16="http://schemas.microsoft.com/office/drawing/2014/main" id="{9F4F2AEA-C5AE-4DD5-8F23-EB43BBBE1E00}"/>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20</a:t>
            </a:fld>
            <a:endParaRPr lang="en-US" dirty="0"/>
          </a:p>
        </p:txBody>
      </p:sp>
      <p:pic>
        <p:nvPicPr>
          <p:cNvPr id="7" name="Content Placeholder 6">
            <a:extLst>
              <a:ext uri="{FF2B5EF4-FFF2-40B4-BE49-F238E27FC236}">
                <a16:creationId xmlns:a16="http://schemas.microsoft.com/office/drawing/2014/main" id="{592A5C67-C301-4AFA-B4FE-813EEFD15113}"/>
              </a:ext>
            </a:extLst>
          </p:cNvPr>
          <p:cNvPicPr>
            <a:picLocks noGrp="1" noChangeAspect="1"/>
          </p:cNvPicPr>
          <p:nvPr>
            <p:ph sz="quarter" idx="4294967295"/>
          </p:nvPr>
        </p:nvPicPr>
        <p:blipFill rotWithShape="1">
          <a:blip r:embed="rId3"/>
          <a:srcRect l="52096" t="43649" r="28670" b="17062"/>
          <a:stretch/>
        </p:blipFill>
        <p:spPr>
          <a:xfrm>
            <a:off x="6181819" y="1996975"/>
            <a:ext cx="3448050" cy="3960812"/>
          </a:xfrm>
          <a:prstGeom prst="rect">
            <a:avLst/>
          </a:prstGeom>
        </p:spPr>
      </p:pic>
      <p:pic>
        <p:nvPicPr>
          <p:cNvPr id="8" name="Picture 7">
            <a:extLst>
              <a:ext uri="{FF2B5EF4-FFF2-40B4-BE49-F238E27FC236}">
                <a16:creationId xmlns:a16="http://schemas.microsoft.com/office/drawing/2014/main" id="{80B6FC40-A115-4D0C-8109-4FF8E8355E44}"/>
              </a:ext>
            </a:extLst>
          </p:cNvPr>
          <p:cNvPicPr>
            <a:picLocks noChangeAspect="1"/>
          </p:cNvPicPr>
          <p:nvPr/>
        </p:nvPicPr>
        <p:blipFill>
          <a:blip r:embed="rId4"/>
          <a:stretch>
            <a:fillRect/>
          </a:stretch>
        </p:blipFill>
        <p:spPr>
          <a:xfrm>
            <a:off x="2369568" y="1936851"/>
            <a:ext cx="3166708" cy="4081061"/>
          </a:xfrm>
          <a:prstGeom prst="rect">
            <a:avLst/>
          </a:prstGeom>
        </p:spPr>
      </p:pic>
    </p:spTree>
    <p:extLst>
      <p:ext uri="{BB962C8B-B14F-4D97-AF65-F5344CB8AC3E}">
        <p14:creationId xmlns:p14="http://schemas.microsoft.com/office/powerpoint/2010/main" val="1437163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836DE-23F2-4097-80E1-07B4C7B5FA52}"/>
              </a:ext>
            </a:extLst>
          </p:cNvPr>
          <p:cNvSpPr>
            <a:spLocks noGrp="1"/>
          </p:cNvSpPr>
          <p:nvPr>
            <p:ph type="title"/>
          </p:nvPr>
        </p:nvSpPr>
        <p:spPr/>
        <p:txBody>
          <a:bodyPr/>
          <a:lstStyle/>
          <a:p>
            <a:r>
              <a:rPr lang="en-GB" dirty="0"/>
              <a:t>Thoracic outlet</a:t>
            </a:r>
          </a:p>
        </p:txBody>
      </p:sp>
      <p:pic>
        <p:nvPicPr>
          <p:cNvPr id="7" name="Content Placeholder 6">
            <a:extLst>
              <a:ext uri="{FF2B5EF4-FFF2-40B4-BE49-F238E27FC236}">
                <a16:creationId xmlns:a16="http://schemas.microsoft.com/office/drawing/2014/main" id="{87AFF820-8FD2-4489-911E-B825FC0DED4E}"/>
              </a:ext>
            </a:extLst>
          </p:cNvPr>
          <p:cNvPicPr>
            <a:picLocks noGrp="1" noChangeAspect="1"/>
          </p:cNvPicPr>
          <p:nvPr>
            <p:ph idx="1"/>
          </p:nvPr>
        </p:nvPicPr>
        <p:blipFill rotWithShape="1">
          <a:blip r:embed="rId2"/>
          <a:stretch/>
        </p:blipFill>
        <p:spPr>
          <a:xfrm>
            <a:off x="5486549" y="2005013"/>
            <a:ext cx="6705451" cy="4351337"/>
          </a:xfrm>
          <a:prstGeom prst="rect">
            <a:avLst/>
          </a:prstGeom>
        </p:spPr>
      </p:pic>
      <p:sp>
        <p:nvSpPr>
          <p:cNvPr id="5" name="Slide Number Placeholder 4">
            <a:extLst>
              <a:ext uri="{FF2B5EF4-FFF2-40B4-BE49-F238E27FC236}">
                <a16:creationId xmlns:a16="http://schemas.microsoft.com/office/drawing/2014/main" id="{974BE86C-B0E4-4C38-B148-B955C156FF45}"/>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21</a:t>
            </a:fld>
            <a:endParaRPr lang="en-US" dirty="0"/>
          </a:p>
        </p:txBody>
      </p:sp>
      <p:sp>
        <p:nvSpPr>
          <p:cNvPr id="8" name="TextBox 7">
            <a:extLst>
              <a:ext uri="{FF2B5EF4-FFF2-40B4-BE49-F238E27FC236}">
                <a16:creationId xmlns:a16="http://schemas.microsoft.com/office/drawing/2014/main" id="{4EFC5C02-779E-45AD-A49A-A5C72B139FBB}"/>
              </a:ext>
            </a:extLst>
          </p:cNvPr>
          <p:cNvSpPr txBox="1"/>
          <p:nvPr/>
        </p:nvSpPr>
        <p:spPr>
          <a:xfrm>
            <a:off x="409732" y="2259122"/>
            <a:ext cx="2445071" cy="2862322"/>
          </a:xfrm>
          <a:prstGeom prst="rect">
            <a:avLst/>
          </a:prstGeom>
          <a:noFill/>
        </p:spPr>
        <p:txBody>
          <a:bodyPr wrap="square" rtlCol="0">
            <a:spAutoFit/>
          </a:bodyPr>
          <a:lstStyle/>
          <a:p>
            <a:r>
              <a:rPr lang="en-GB" sz="1200" dirty="0"/>
              <a:t>Transmits structures passing from chest into neck and upper limb</a:t>
            </a:r>
          </a:p>
          <a:p>
            <a:endParaRPr lang="en-GB" sz="1200" dirty="0"/>
          </a:p>
          <a:p>
            <a:r>
              <a:rPr lang="en-GB" sz="1200" b="1" i="1" dirty="0" err="1"/>
              <a:t>Suprapleural</a:t>
            </a:r>
            <a:r>
              <a:rPr lang="en-GB" sz="1200" b="1" i="1" dirty="0"/>
              <a:t> membrane </a:t>
            </a:r>
          </a:p>
          <a:p>
            <a:pPr marL="285750" indent="-285750">
              <a:buFontTx/>
              <a:buChar char="-"/>
            </a:pPr>
            <a:r>
              <a:rPr lang="en-GB" sz="1200" dirty="0"/>
              <a:t>Tough fascia</a:t>
            </a:r>
          </a:p>
          <a:p>
            <a:pPr marL="285750" indent="-285750">
              <a:buFontTx/>
              <a:buChar char="-"/>
            </a:pPr>
            <a:r>
              <a:rPr lang="en-GB" sz="1200" dirty="0"/>
              <a:t>Attaches around bony-cartilaginous margins </a:t>
            </a:r>
          </a:p>
          <a:p>
            <a:pPr marL="285750" indent="-285750">
              <a:buFontTx/>
              <a:buChar char="-"/>
            </a:pPr>
            <a:r>
              <a:rPr lang="en-GB" sz="1200" dirty="0"/>
              <a:t>Preventing lung expansion in upward direction </a:t>
            </a:r>
          </a:p>
          <a:p>
            <a:pPr marL="285750" indent="-285750">
              <a:buFontTx/>
              <a:buChar char="-"/>
            </a:pPr>
            <a:r>
              <a:rPr lang="en-GB" sz="1200" dirty="0"/>
              <a:t>Continuous with endothoracic fascia (lines entire chest cavity)</a:t>
            </a:r>
          </a:p>
          <a:p>
            <a:pPr marL="285750" indent="-285750">
              <a:buFontTx/>
              <a:buChar char="-"/>
            </a:pPr>
            <a:r>
              <a:rPr lang="en-GB" sz="1200" dirty="0"/>
              <a:t>Trachea, oesophagus, blood vessels pierce fascia </a:t>
            </a:r>
          </a:p>
          <a:p>
            <a:endParaRPr lang="en-GB" sz="1200" dirty="0"/>
          </a:p>
        </p:txBody>
      </p:sp>
      <p:sp>
        <p:nvSpPr>
          <p:cNvPr id="9" name="TextBox 8">
            <a:extLst>
              <a:ext uri="{FF2B5EF4-FFF2-40B4-BE49-F238E27FC236}">
                <a16:creationId xmlns:a16="http://schemas.microsoft.com/office/drawing/2014/main" id="{60A1BC32-19F7-4B1A-824B-D29900A648B4}"/>
              </a:ext>
            </a:extLst>
          </p:cNvPr>
          <p:cNvSpPr txBox="1"/>
          <p:nvPr/>
        </p:nvSpPr>
        <p:spPr>
          <a:xfrm>
            <a:off x="2854803" y="4782483"/>
            <a:ext cx="2445071" cy="1938992"/>
          </a:xfrm>
          <a:prstGeom prst="rect">
            <a:avLst/>
          </a:prstGeom>
          <a:noFill/>
        </p:spPr>
        <p:txBody>
          <a:bodyPr wrap="square" rtlCol="0">
            <a:spAutoFit/>
          </a:bodyPr>
          <a:lstStyle/>
          <a:p>
            <a:r>
              <a:rPr lang="en-GB" sz="1200" b="1" i="1" dirty="0"/>
              <a:t>Thoracic Outlet Syndrome (TOS):</a:t>
            </a:r>
          </a:p>
          <a:p>
            <a:pPr marL="285750" indent="-285750">
              <a:buFontTx/>
              <a:buChar char="-"/>
            </a:pPr>
            <a:r>
              <a:rPr lang="en-GB" sz="1200" dirty="0"/>
              <a:t>Compression of </a:t>
            </a:r>
            <a:r>
              <a:rPr lang="en-GB" sz="1200" dirty="0" err="1"/>
              <a:t>neurovasculature</a:t>
            </a:r>
            <a:r>
              <a:rPr lang="en-GB" sz="1200" dirty="0"/>
              <a:t> in the inlet</a:t>
            </a:r>
          </a:p>
          <a:p>
            <a:pPr marL="285750" indent="-285750">
              <a:buFontTx/>
              <a:buChar char="-"/>
            </a:pPr>
            <a:r>
              <a:rPr lang="en-GB" sz="1200" dirty="0"/>
              <a:t>Apical lung cancer, of clavicle, fractures, extra cervical rib ( &lt;1%)</a:t>
            </a:r>
          </a:p>
          <a:p>
            <a:pPr marL="285750" indent="-285750">
              <a:buFontTx/>
              <a:buChar char="-"/>
            </a:pPr>
            <a:r>
              <a:rPr lang="en-GB" sz="1200" dirty="0"/>
              <a:t>Pain, weakness, numbness, tingling, swelling, coldness in upper limb</a:t>
            </a:r>
          </a:p>
          <a:p>
            <a:endParaRPr lang="en-GB" sz="1200" dirty="0"/>
          </a:p>
        </p:txBody>
      </p:sp>
    </p:spTree>
    <p:extLst>
      <p:ext uri="{BB962C8B-B14F-4D97-AF65-F5344CB8AC3E}">
        <p14:creationId xmlns:p14="http://schemas.microsoft.com/office/powerpoint/2010/main" val="215540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p:txBody>
          <a:bodyPr/>
          <a:lstStyle/>
          <a:p>
            <a:r>
              <a:rPr lang="en-US" dirty="0"/>
              <a:t>Muscles of respiration</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idx="1"/>
          </p:nvPr>
        </p:nvSpPr>
        <p:spPr>
          <a:xfrm>
            <a:off x="836613" y="2143919"/>
            <a:ext cx="10515600" cy="4351338"/>
          </a:xfrm>
        </p:spPr>
        <p:txBody>
          <a:bodyPr vert="horz" lIns="91440" tIns="45720" rIns="91440" bIns="45720" rtlCol="0" anchor="t">
            <a:normAutofit/>
          </a:bodyPr>
          <a:lstStyle/>
          <a:p>
            <a:r>
              <a:rPr lang="en-US" dirty="0"/>
              <a:t>Inspiration at rest</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4294967295"/>
          </p:nvPr>
        </p:nvSpPr>
        <p:spPr>
          <a:xfrm>
            <a:off x="836613" y="2928938"/>
            <a:ext cx="4030663" cy="1057275"/>
          </a:xfrm>
        </p:spPr>
        <p:txBody>
          <a:bodyPr/>
          <a:lstStyle/>
          <a:p>
            <a:r>
              <a:rPr lang="en-US" dirty="0"/>
              <a:t>Intercostal muscles</a:t>
            </a:r>
          </a:p>
          <a:p>
            <a:r>
              <a:rPr lang="en-US" dirty="0"/>
              <a:t>Diaphragm</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4294967295"/>
          </p:nvPr>
        </p:nvSpPr>
        <p:spPr>
          <a:xfrm>
            <a:off x="7009823" y="2221201"/>
            <a:ext cx="4032250" cy="365125"/>
          </a:xfrm>
        </p:spPr>
        <p:txBody>
          <a:bodyPr>
            <a:normAutofit fontScale="85000" lnSpcReduction="20000"/>
          </a:bodyPr>
          <a:lstStyle/>
          <a:p>
            <a:r>
              <a:rPr lang="en-US" dirty="0"/>
              <a:t>Expiration at rest</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4294967295"/>
          </p:nvPr>
        </p:nvSpPr>
        <p:spPr>
          <a:xfrm>
            <a:off x="7009823" y="2928938"/>
            <a:ext cx="4030662" cy="1057275"/>
          </a:xfrm>
        </p:spPr>
        <p:txBody>
          <a:bodyPr>
            <a:normAutofit fontScale="92500" lnSpcReduction="10000"/>
          </a:bodyPr>
          <a:lstStyle/>
          <a:p>
            <a:r>
              <a:rPr lang="en-US" dirty="0"/>
              <a:t>Relaxation of the intercostal muscles and diaphragm. </a:t>
            </a:r>
          </a:p>
          <a:p>
            <a:endParaRPr lang="en-US" dirty="0"/>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4294967295"/>
          </p:nvPr>
        </p:nvSpPr>
        <p:spPr>
          <a:xfrm>
            <a:off x="836613" y="4302703"/>
            <a:ext cx="4032250" cy="365125"/>
          </a:xfrm>
        </p:spPr>
        <p:txBody>
          <a:bodyPr>
            <a:normAutofit fontScale="62500" lnSpcReduction="20000"/>
          </a:bodyPr>
          <a:lstStyle/>
          <a:p>
            <a:r>
              <a:rPr lang="en-US" dirty="0"/>
              <a:t>Inspiration during distress/exercise</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4294967295"/>
          </p:nvPr>
        </p:nvSpPr>
        <p:spPr>
          <a:xfrm>
            <a:off x="836612" y="4984318"/>
            <a:ext cx="5619606" cy="1624300"/>
          </a:xfrm>
        </p:spPr>
        <p:txBody>
          <a:bodyPr numCol="3">
            <a:normAutofit fontScale="40000" lnSpcReduction="20000"/>
          </a:bodyPr>
          <a:lstStyle/>
          <a:p>
            <a:r>
              <a:rPr lang="en-US" sz="4000" dirty="0"/>
              <a:t>Scalene</a:t>
            </a:r>
          </a:p>
          <a:p>
            <a:r>
              <a:rPr lang="en-US" sz="4000" dirty="0" err="1"/>
              <a:t>Sternoclemastoid</a:t>
            </a:r>
            <a:endParaRPr lang="en-US" sz="4000" dirty="0"/>
          </a:p>
          <a:p>
            <a:r>
              <a:rPr lang="en-US" sz="4000" dirty="0"/>
              <a:t>Serratus Anterior</a:t>
            </a:r>
          </a:p>
          <a:p>
            <a:r>
              <a:rPr lang="en-US" sz="4000" dirty="0"/>
              <a:t>Pectoralis Major</a:t>
            </a:r>
          </a:p>
          <a:p>
            <a:r>
              <a:rPr lang="en-US" sz="4000" dirty="0"/>
              <a:t>Pectoralis minor</a:t>
            </a:r>
          </a:p>
          <a:p>
            <a:r>
              <a:rPr lang="en-US" sz="4000" dirty="0"/>
              <a:t>Trapezius</a:t>
            </a:r>
          </a:p>
          <a:p>
            <a:r>
              <a:rPr lang="en-US" sz="4000" dirty="0"/>
              <a:t>Latissimus dorsi</a:t>
            </a:r>
          </a:p>
          <a:p>
            <a:r>
              <a:rPr lang="en-US" sz="4000" dirty="0"/>
              <a:t>Erector spinae</a:t>
            </a:r>
          </a:p>
          <a:p>
            <a:r>
              <a:rPr lang="en-US" sz="4000" dirty="0"/>
              <a:t>Iliocostalis lumborum</a:t>
            </a:r>
          </a:p>
          <a:p>
            <a:r>
              <a:rPr lang="en-US" sz="4000" dirty="0"/>
              <a:t>Quadratus lumborum</a:t>
            </a:r>
          </a:p>
          <a:p>
            <a:endParaRPr lang="en-US" dirty="0"/>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4294967295"/>
          </p:nvPr>
        </p:nvSpPr>
        <p:spPr>
          <a:xfrm>
            <a:off x="7009823" y="4305301"/>
            <a:ext cx="4032250" cy="365125"/>
          </a:xfrm>
        </p:spPr>
        <p:txBody>
          <a:bodyPr>
            <a:normAutofit fontScale="62500" lnSpcReduction="20000"/>
          </a:bodyPr>
          <a:lstStyle/>
          <a:p>
            <a:r>
              <a:rPr lang="en-US" dirty="0"/>
              <a:t>Expiration during distress/exercise</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4294967295"/>
          </p:nvPr>
        </p:nvSpPr>
        <p:spPr>
          <a:xfrm>
            <a:off x="7009823" y="4946564"/>
            <a:ext cx="4030662" cy="1057275"/>
          </a:xfrm>
        </p:spPr>
        <p:txBody>
          <a:bodyPr numCol="2">
            <a:normAutofit fontScale="62500" lnSpcReduction="20000"/>
          </a:bodyPr>
          <a:lstStyle/>
          <a:p>
            <a:r>
              <a:rPr lang="en-US" dirty="0"/>
              <a:t>Rectus Abdominus</a:t>
            </a:r>
          </a:p>
          <a:p>
            <a:r>
              <a:rPr lang="en-US" dirty="0"/>
              <a:t>Transverse Abdominus</a:t>
            </a:r>
          </a:p>
          <a:p>
            <a:r>
              <a:rPr lang="en-US" dirty="0"/>
              <a:t>External Oblique</a:t>
            </a:r>
          </a:p>
          <a:p>
            <a:r>
              <a:rPr lang="en-US" dirty="0"/>
              <a:t>Internal Oblique</a:t>
            </a:r>
          </a:p>
          <a:p>
            <a:r>
              <a:rPr lang="en-US" dirty="0"/>
              <a:t>Latissimus Dorsi</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pPr/>
              <a:t>22</a:t>
            </a:fld>
            <a:endParaRPr lang="en-US" dirty="0"/>
          </a:p>
        </p:txBody>
      </p:sp>
    </p:spTree>
    <p:extLst>
      <p:ext uri="{BB962C8B-B14F-4D97-AF65-F5344CB8AC3E}">
        <p14:creationId xmlns:p14="http://schemas.microsoft.com/office/powerpoint/2010/main" val="1593920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p:txBody>
          <a:bodyPr>
            <a:normAutofit/>
          </a:bodyPr>
          <a:lstStyle/>
          <a:p>
            <a:r>
              <a:rPr lang="en-US" dirty="0"/>
              <a:t>Inspiratory muscles at rest</a:t>
            </a:r>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4294967295"/>
          </p:nvPr>
        </p:nvSpPr>
        <p:spPr>
          <a:xfrm>
            <a:off x="11244263" y="6356350"/>
            <a:ext cx="947737" cy="365125"/>
          </a:xfrm>
        </p:spPr>
        <p:txBody>
          <a:bodyPr/>
          <a:lstStyle/>
          <a:p>
            <a:r>
              <a:rPr lang="en-US" dirty="0"/>
              <a:t>20XX</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4294967295"/>
          </p:nvPr>
        </p:nvSpPr>
        <p:spPr>
          <a:xfrm>
            <a:off x="8947150" y="6356350"/>
            <a:ext cx="3244850" cy="365125"/>
          </a:xfrm>
        </p:spPr>
        <p:txBody>
          <a:bodyPr/>
          <a:lstStyle/>
          <a:p>
            <a:r>
              <a:rPr lang="en-US" dirty="0"/>
              <a:t>Pitch Deck</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4294967295"/>
          </p:nvPr>
        </p:nvSpPr>
        <p:spPr>
          <a:xfrm>
            <a:off x="11539538" y="6356350"/>
            <a:ext cx="652462" cy="365125"/>
          </a:xfrm>
        </p:spPr>
        <p:txBody>
          <a:bodyPr/>
          <a:lstStyle/>
          <a:p>
            <a:fld id="{B5CEABB6-07DC-46E8-9B57-56EC44A396E5}" type="slidenum">
              <a:rPr lang="en-US" smtClean="0"/>
              <a:pPr/>
              <a:t>23</a:t>
            </a:fld>
            <a:endParaRPr lang="en-US" dirty="0"/>
          </a:p>
        </p:txBody>
      </p:sp>
      <p:graphicFrame>
        <p:nvGraphicFramePr>
          <p:cNvPr id="28" name="Table 8">
            <a:extLst>
              <a:ext uri="{FF2B5EF4-FFF2-40B4-BE49-F238E27FC236}">
                <a16:creationId xmlns:a16="http://schemas.microsoft.com/office/drawing/2014/main" id="{9B38B05C-9F68-4900-B1C2-F93441D7223F}"/>
              </a:ext>
            </a:extLst>
          </p:cNvPr>
          <p:cNvGraphicFramePr>
            <a:graphicFrameLocks noGrp="1"/>
          </p:cNvGraphicFramePr>
          <p:nvPr>
            <p:extLst>
              <p:ext uri="{D42A27DB-BD31-4B8C-83A1-F6EECF244321}">
                <p14:modId xmlns:p14="http://schemas.microsoft.com/office/powerpoint/2010/main" val="545503593"/>
              </p:ext>
            </p:extLst>
          </p:nvPr>
        </p:nvGraphicFramePr>
        <p:xfrm>
          <a:off x="4729278" y="2117549"/>
          <a:ext cx="6549064" cy="3934508"/>
        </p:xfrm>
        <a:graphic>
          <a:graphicData uri="http://schemas.openxmlformats.org/drawingml/2006/table">
            <a:tbl>
              <a:tblPr firstRow="1" bandRow="1">
                <a:tableStyleId>{BC89EF96-8CEA-46FF-86C4-4CE0E7609802}</a:tableStyleId>
              </a:tblPr>
              <a:tblGrid>
                <a:gridCol w="1485901">
                  <a:extLst>
                    <a:ext uri="{9D8B030D-6E8A-4147-A177-3AD203B41FA5}">
                      <a16:colId xmlns:a16="http://schemas.microsoft.com/office/drawing/2014/main" val="722841662"/>
                    </a:ext>
                  </a:extLst>
                </a:gridCol>
                <a:gridCol w="5063163">
                  <a:extLst>
                    <a:ext uri="{9D8B030D-6E8A-4147-A177-3AD203B41FA5}">
                      <a16:colId xmlns:a16="http://schemas.microsoft.com/office/drawing/2014/main" val="2182662050"/>
                    </a:ext>
                  </a:extLst>
                </a:gridCol>
              </a:tblGrid>
              <a:tr h="695222">
                <a:tc gridSpan="2">
                  <a:txBody>
                    <a:bodyPr/>
                    <a:lstStyle/>
                    <a:p>
                      <a:r>
                        <a:rPr lang="en-GB" dirty="0"/>
                        <a:t>Key facts about the Diaphragm</a:t>
                      </a:r>
                    </a:p>
                  </a:txBody>
                  <a:tcPr/>
                </a:tc>
                <a:tc hMerge="1">
                  <a:txBody>
                    <a:bodyPr/>
                    <a:lstStyle/>
                    <a:p>
                      <a:endParaRPr lang="en-GB" dirty="0"/>
                    </a:p>
                  </a:txBody>
                  <a:tcPr/>
                </a:tc>
                <a:extLst>
                  <a:ext uri="{0D108BD9-81ED-4DB2-BD59-A6C34878D82A}">
                    <a16:rowId xmlns:a16="http://schemas.microsoft.com/office/drawing/2014/main" val="2789395596"/>
                  </a:ext>
                </a:extLst>
              </a:tr>
              <a:tr h="304394">
                <a:tc>
                  <a:txBody>
                    <a:bodyPr/>
                    <a:lstStyle/>
                    <a:p>
                      <a:r>
                        <a:rPr lang="en-GB" sz="1050" dirty="0"/>
                        <a:t>Origin</a:t>
                      </a:r>
                    </a:p>
                  </a:txBody>
                  <a:tcPr/>
                </a:tc>
                <a:tc>
                  <a:txBody>
                    <a:bodyPr/>
                    <a:lstStyle/>
                    <a:p>
                      <a:r>
                        <a:rPr lang="en-GB" sz="1050" dirty="0"/>
                        <a:t>Posterior aspect of the Xiphoid process</a:t>
                      </a:r>
                    </a:p>
                    <a:p>
                      <a:r>
                        <a:rPr lang="en-GB" sz="1050" dirty="0"/>
                        <a:t>Internal surfaces of the lower costal cartilage and ribs 7-12 </a:t>
                      </a:r>
                    </a:p>
                    <a:p>
                      <a:r>
                        <a:rPr lang="en-GB" sz="1050" dirty="0"/>
                        <a:t>Medial and lateral arcuate ligaments, bodies of vertebrae L1-L3 and </a:t>
                      </a:r>
                      <a:r>
                        <a:rPr lang="en-GB" sz="1050" dirty="0" err="1"/>
                        <a:t>anterioir</a:t>
                      </a:r>
                      <a:r>
                        <a:rPr lang="en-GB" sz="1050" dirty="0"/>
                        <a:t> </a:t>
                      </a:r>
                      <a:r>
                        <a:rPr lang="en-GB" sz="1050" dirty="0" err="1"/>
                        <a:t>longitudonal</a:t>
                      </a:r>
                      <a:r>
                        <a:rPr lang="en-GB" sz="1050" dirty="0"/>
                        <a:t> ligament. </a:t>
                      </a:r>
                    </a:p>
                  </a:txBody>
                  <a:tcPr/>
                </a:tc>
                <a:extLst>
                  <a:ext uri="{0D108BD9-81ED-4DB2-BD59-A6C34878D82A}">
                    <a16:rowId xmlns:a16="http://schemas.microsoft.com/office/drawing/2014/main" val="3262896588"/>
                  </a:ext>
                </a:extLst>
              </a:tr>
              <a:tr h="381786">
                <a:tc>
                  <a:txBody>
                    <a:bodyPr/>
                    <a:lstStyle/>
                    <a:p>
                      <a:r>
                        <a:rPr lang="en-GB" sz="1050" dirty="0"/>
                        <a:t>Insertion</a:t>
                      </a:r>
                    </a:p>
                  </a:txBody>
                  <a:tcPr/>
                </a:tc>
                <a:tc>
                  <a:txBody>
                    <a:bodyPr/>
                    <a:lstStyle/>
                    <a:p>
                      <a:r>
                        <a:rPr lang="en-GB" sz="1050" dirty="0"/>
                        <a:t>Central tendon of diaphragm</a:t>
                      </a:r>
                    </a:p>
                  </a:txBody>
                  <a:tcPr/>
                </a:tc>
                <a:extLst>
                  <a:ext uri="{0D108BD9-81ED-4DB2-BD59-A6C34878D82A}">
                    <a16:rowId xmlns:a16="http://schemas.microsoft.com/office/drawing/2014/main" val="1334441091"/>
                  </a:ext>
                </a:extLst>
              </a:tr>
              <a:tr h="304394">
                <a:tc>
                  <a:txBody>
                    <a:bodyPr/>
                    <a:lstStyle/>
                    <a:p>
                      <a:r>
                        <a:rPr lang="en-GB" sz="1050" dirty="0"/>
                        <a:t>Openings</a:t>
                      </a:r>
                    </a:p>
                  </a:txBody>
                  <a:tcPr/>
                </a:tc>
                <a:tc>
                  <a:txBody>
                    <a:bodyPr/>
                    <a:lstStyle/>
                    <a:p>
                      <a:r>
                        <a:rPr lang="en-GB" sz="1050" b="0" i="0" dirty="0">
                          <a:solidFill>
                            <a:srgbClr val="495354"/>
                          </a:solidFill>
                          <a:effectLst/>
                          <a:latin typeface="PlutoSansLight"/>
                        </a:rPr>
                        <a:t>Aortic hiatus (aorta, azygos vein, thoracic duct), </a:t>
                      </a:r>
                      <a:r>
                        <a:rPr lang="en-GB" sz="1050" b="0" i="0" dirty="0" err="1">
                          <a:solidFill>
                            <a:srgbClr val="495354"/>
                          </a:solidFill>
                          <a:effectLst/>
                          <a:latin typeface="PlutoSansLight"/>
                        </a:rPr>
                        <a:t>esophageal</a:t>
                      </a:r>
                      <a:r>
                        <a:rPr lang="en-GB" sz="1050" b="0" i="0" dirty="0">
                          <a:solidFill>
                            <a:srgbClr val="495354"/>
                          </a:solidFill>
                          <a:effectLst/>
                          <a:latin typeface="PlutoSansLight"/>
                        </a:rPr>
                        <a:t> hiatus (</a:t>
                      </a:r>
                      <a:r>
                        <a:rPr lang="en-GB" sz="1050" b="0" i="0" dirty="0" err="1">
                          <a:solidFill>
                            <a:srgbClr val="495354"/>
                          </a:solidFill>
                          <a:effectLst/>
                          <a:latin typeface="PlutoSansLight"/>
                        </a:rPr>
                        <a:t>esophagus</a:t>
                      </a:r>
                      <a:r>
                        <a:rPr lang="en-GB" sz="1050" b="0" i="0" dirty="0">
                          <a:solidFill>
                            <a:srgbClr val="495354"/>
                          </a:solidFill>
                          <a:effectLst/>
                          <a:latin typeface="PlutoSansLight"/>
                        </a:rPr>
                        <a:t>, </a:t>
                      </a:r>
                      <a:r>
                        <a:rPr lang="en-GB" sz="1050" b="0" i="0" dirty="0" err="1">
                          <a:solidFill>
                            <a:srgbClr val="495354"/>
                          </a:solidFill>
                          <a:effectLst/>
                          <a:latin typeface="PlutoSansLight"/>
                        </a:rPr>
                        <a:t>vagus</a:t>
                      </a:r>
                      <a:r>
                        <a:rPr lang="en-GB" sz="1050" b="0" i="0" dirty="0">
                          <a:solidFill>
                            <a:srgbClr val="495354"/>
                          </a:solidFill>
                          <a:effectLst/>
                          <a:latin typeface="PlutoSansLight"/>
                        </a:rPr>
                        <a:t> nerve), </a:t>
                      </a:r>
                      <a:r>
                        <a:rPr lang="en-GB" sz="1050" b="0" i="0" dirty="0" err="1">
                          <a:solidFill>
                            <a:srgbClr val="495354"/>
                          </a:solidFill>
                          <a:effectLst/>
                          <a:latin typeface="PlutoSansLight"/>
                        </a:rPr>
                        <a:t>caval</a:t>
                      </a:r>
                      <a:r>
                        <a:rPr lang="en-GB" sz="1050" b="0" i="0" dirty="0">
                          <a:solidFill>
                            <a:srgbClr val="495354"/>
                          </a:solidFill>
                          <a:effectLst/>
                          <a:latin typeface="PlutoSansLight"/>
                        </a:rPr>
                        <a:t> foramen (inferior vena cava)</a:t>
                      </a:r>
                      <a:br>
                        <a:rPr lang="en-GB" sz="1050" dirty="0"/>
                      </a:br>
                      <a:r>
                        <a:rPr lang="en-GB" sz="1050" b="0" i="0" dirty="0">
                          <a:solidFill>
                            <a:srgbClr val="495354"/>
                          </a:solidFill>
                          <a:effectLst/>
                          <a:latin typeface="var(--medium)"/>
                        </a:rPr>
                        <a:t>Mnemonic:</a:t>
                      </a:r>
                      <a:r>
                        <a:rPr lang="en-GB" sz="1050" b="0" i="1" dirty="0">
                          <a:solidFill>
                            <a:srgbClr val="495354"/>
                          </a:solidFill>
                          <a:effectLst/>
                          <a:latin typeface="PlutoSansLight"/>
                        </a:rPr>
                        <a:t> </a:t>
                      </a:r>
                      <a:r>
                        <a:rPr lang="en-GB" sz="1050" b="0" i="0" dirty="0">
                          <a:solidFill>
                            <a:srgbClr val="495354"/>
                          </a:solidFill>
                          <a:effectLst/>
                          <a:latin typeface="var(--medium)"/>
                        </a:rPr>
                        <a:t>I 8 10 EGGS AT 12</a:t>
                      </a:r>
                      <a:br>
                        <a:rPr lang="en-GB" sz="1050" dirty="0"/>
                      </a:br>
                      <a:r>
                        <a:rPr lang="en-GB" sz="1050" b="0" i="0" dirty="0">
                          <a:solidFill>
                            <a:srgbClr val="495354"/>
                          </a:solidFill>
                          <a:effectLst/>
                          <a:latin typeface="PlutoSansLight"/>
                        </a:rPr>
                        <a:t>Greater, lesser, least splanchnic nerves, superior epigastric vessels</a:t>
                      </a:r>
                      <a:endParaRPr lang="en-GB" sz="1050" dirty="0"/>
                    </a:p>
                  </a:txBody>
                  <a:tcPr/>
                </a:tc>
                <a:extLst>
                  <a:ext uri="{0D108BD9-81ED-4DB2-BD59-A6C34878D82A}">
                    <a16:rowId xmlns:a16="http://schemas.microsoft.com/office/drawing/2014/main" val="947693334"/>
                  </a:ext>
                </a:extLst>
              </a:tr>
              <a:tr h="304394">
                <a:tc>
                  <a:txBody>
                    <a:bodyPr/>
                    <a:lstStyle/>
                    <a:p>
                      <a:r>
                        <a:rPr lang="en-GB" sz="1050" dirty="0"/>
                        <a:t>Innervation </a:t>
                      </a:r>
                    </a:p>
                  </a:txBody>
                  <a:tcPr/>
                </a:tc>
                <a:tc>
                  <a:txBody>
                    <a:bodyPr/>
                    <a:lstStyle/>
                    <a:p>
                      <a:r>
                        <a:rPr lang="en-GB" sz="1050" dirty="0"/>
                        <a:t>Phrenic nerve C3-C5, periphery sensory nerve 6</a:t>
                      </a:r>
                      <a:r>
                        <a:rPr lang="en-GB" sz="1050" baseline="30000" dirty="0"/>
                        <a:t>th</a:t>
                      </a:r>
                      <a:r>
                        <a:rPr lang="en-GB" sz="1050" dirty="0"/>
                        <a:t> to the 11</a:t>
                      </a:r>
                      <a:r>
                        <a:rPr lang="en-GB" sz="1050" baseline="30000" dirty="0"/>
                        <a:t>th</a:t>
                      </a:r>
                      <a:r>
                        <a:rPr lang="en-GB" sz="1050" dirty="0"/>
                        <a:t> intercostal nerve. </a:t>
                      </a:r>
                    </a:p>
                    <a:p>
                      <a:endParaRPr lang="en-GB" sz="1050" dirty="0"/>
                    </a:p>
                    <a:p>
                      <a:r>
                        <a:rPr lang="en-GB" sz="1050" dirty="0"/>
                        <a:t>Mnemonic: C3 4 and 5 keeps the diaphragm alive. </a:t>
                      </a:r>
                    </a:p>
                  </a:txBody>
                  <a:tcPr/>
                </a:tc>
                <a:extLst>
                  <a:ext uri="{0D108BD9-81ED-4DB2-BD59-A6C34878D82A}">
                    <a16:rowId xmlns:a16="http://schemas.microsoft.com/office/drawing/2014/main" val="3924309130"/>
                  </a:ext>
                </a:extLst>
              </a:tr>
              <a:tr h="304394">
                <a:tc>
                  <a:txBody>
                    <a:bodyPr/>
                    <a:lstStyle/>
                    <a:p>
                      <a:r>
                        <a:rPr lang="en-GB" sz="1050" dirty="0"/>
                        <a:t>Blood supply</a:t>
                      </a:r>
                    </a:p>
                  </a:txBody>
                  <a:tcPr/>
                </a:tc>
                <a:tc>
                  <a:txBody>
                    <a:bodyPr/>
                    <a:lstStyle/>
                    <a:p>
                      <a:r>
                        <a:rPr lang="en-GB" sz="1050" b="0" i="0" dirty="0">
                          <a:solidFill>
                            <a:srgbClr val="495354"/>
                          </a:solidFill>
                          <a:effectLst/>
                          <a:latin typeface="PlutoSansLight"/>
                        </a:rPr>
                        <a:t>Subcostal and lowest 5 intercostal arteries, inferior phrenic arteries, superior phrenic arteries</a:t>
                      </a:r>
                      <a:endParaRPr lang="en-GB" sz="1050" dirty="0"/>
                    </a:p>
                  </a:txBody>
                  <a:tcPr/>
                </a:tc>
                <a:extLst>
                  <a:ext uri="{0D108BD9-81ED-4DB2-BD59-A6C34878D82A}">
                    <a16:rowId xmlns:a16="http://schemas.microsoft.com/office/drawing/2014/main" val="290947615"/>
                  </a:ext>
                </a:extLst>
              </a:tr>
              <a:tr h="304394">
                <a:tc>
                  <a:txBody>
                    <a:bodyPr/>
                    <a:lstStyle/>
                    <a:p>
                      <a:r>
                        <a:rPr lang="en-GB" sz="1050" dirty="0"/>
                        <a:t>Movements</a:t>
                      </a:r>
                    </a:p>
                  </a:txBody>
                  <a:tcPr/>
                </a:tc>
                <a:tc>
                  <a:txBody>
                    <a:bodyPr/>
                    <a:lstStyle/>
                    <a:p>
                      <a:r>
                        <a:rPr lang="en-GB" sz="1050" dirty="0"/>
                        <a:t>Depresses costal cartilage, depresses inferiorly to allow for inspiration when contracts, when the diaphragm relaxes ascends superiorly. </a:t>
                      </a:r>
                    </a:p>
                  </a:txBody>
                  <a:tcPr/>
                </a:tc>
                <a:extLst>
                  <a:ext uri="{0D108BD9-81ED-4DB2-BD59-A6C34878D82A}">
                    <a16:rowId xmlns:a16="http://schemas.microsoft.com/office/drawing/2014/main" val="4039146932"/>
                  </a:ext>
                </a:extLst>
              </a:tr>
            </a:tbl>
          </a:graphicData>
        </a:graphic>
      </p:graphicFrame>
      <p:pic>
        <p:nvPicPr>
          <p:cNvPr id="33" name="Picture 32">
            <a:extLst>
              <a:ext uri="{FF2B5EF4-FFF2-40B4-BE49-F238E27FC236}">
                <a16:creationId xmlns:a16="http://schemas.microsoft.com/office/drawing/2014/main" id="{BBAD8883-634F-4D61-8FAB-85A6DC144740}"/>
              </a:ext>
            </a:extLst>
          </p:cNvPr>
          <p:cNvPicPr>
            <a:picLocks noChangeAspect="1"/>
          </p:cNvPicPr>
          <p:nvPr/>
        </p:nvPicPr>
        <p:blipFill>
          <a:blip r:embed="rId2"/>
          <a:stretch>
            <a:fillRect/>
          </a:stretch>
        </p:blipFill>
        <p:spPr>
          <a:xfrm>
            <a:off x="374812" y="2041349"/>
            <a:ext cx="4064830" cy="4680126"/>
          </a:xfrm>
          <a:prstGeom prst="rect">
            <a:avLst/>
          </a:prstGeom>
        </p:spPr>
      </p:pic>
    </p:spTree>
    <p:extLst>
      <p:ext uri="{BB962C8B-B14F-4D97-AF65-F5344CB8AC3E}">
        <p14:creationId xmlns:p14="http://schemas.microsoft.com/office/powerpoint/2010/main" val="1844941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p:txBody>
          <a:bodyPr/>
          <a:lstStyle/>
          <a:p>
            <a:r>
              <a:rPr lang="en-US" dirty="0"/>
              <a:t>Inspiratory muscles at rest</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pPr/>
              <a:t>24</a:t>
            </a:fld>
            <a:endParaRPr lang="en-US" dirty="0"/>
          </a:p>
        </p:txBody>
      </p:sp>
      <p:pic>
        <p:nvPicPr>
          <p:cNvPr id="12" name="Picture 11">
            <a:extLst>
              <a:ext uri="{FF2B5EF4-FFF2-40B4-BE49-F238E27FC236}">
                <a16:creationId xmlns:a16="http://schemas.microsoft.com/office/drawing/2014/main" id="{4AEE9809-F7C5-4853-86FC-1D0236F10358}"/>
              </a:ext>
            </a:extLst>
          </p:cNvPr>
          <p:cNvPicPr>
            <a:picLocks noChangeAspect="1"/>
          </p:cNvPicPr>
          <p:nvPr/>
        </p:nvPicPr>
        <p:blipFill>
          <a:blip r:embed="rId3"/>
          <a:stretch>
            <a:fillRect/>
          </a:stretch>
        </p:blipFill>
        <p:spPr>
          <a:xfrm>
            <a:off x="344091" y="2428875"/>
            <a:ext cx="3694509" cy="3694509"/>
          </a:xfrm>
          <a:prstGeom prst="rect">
            <a:avLst/>
          </a:prstGeom>
        </p:spPr>
      </p:pic>
      <p:sp>
        <p:nvSpPr>
          <p:cNvPr id="19" name="TextBox 18">
            <a:extLst>
              <a:ext uri="{FF2B5EF4-FFF2-40B4-BE49-F238E27FC236}">
                <a16:creationId xmlns:a16="http://schemas.microsoft.com/office/drawing/2014/main" id="{C4F99EB5-635F-471C-8CB9-BC3DAA32DF6D}"/>
              </a:ext>
            </a:extLst>
          </p:cNvPr>
          <p:cNvSpPr txBox="1"/>
          <p:nvPr/>
        </p:nvSpPr>
        <p:spPr>
          <a:xfrm>
            <a:off x="4114800" y="3467417"/>
            <a:ext cx="8677275" cy="1477328"/>
          </a:xfrm>
          <a:prstGeom prst="rect">
            <a:avLst/>
          </a:prstGeom>
          <a:noFill/>
        </p:spPr>
        <p:txBody>
          <a:bodyPr wrap="square" rtlCol="0">
            <a:spAutoFit/>
          </a:bodyPr>
          <a:lstStyle/>
          <a:p>
            <a:r>
              <a:rPr lang="en-GB" dirty="0"/>
              <a:t>Opening in the diaphragm: </a:t>
            </a:r>
            <a:r>
              <a:rPr lang="en-GB" dirty="0" err="1"/>
              <a:t>Mnemmonic</a:t>
            </a:r>
            <a:r>
              <a:rPr lang="en-GB" dirty="0"/>
              <a:t> I 8 10 eggs AT 12</a:t>
            </a:r>
          </a:p>
          <a:p>
            <a:pPr marL="285750" indent="-285750">
              <a:buFont typeface="Arial" panose="020B0604020202020204" pitchFamily="34" charset="0"/>
              <a:buChar char="•"/>
            </a:pPr>
            <a:r>
              <a:rPr lang="en-GB" dirty="0"/>
              <a:t>Inferior Vena Cava (IVC) at T8</a:t>
            </a:r>
          </a:p>
          <a:p>
            <a:pPr marL="285750" indent="-285750">
              <a:buFont typeface="Arial" panose="020B0604020202020204" pitchFamily="34" charset="0"/>
              <a:buChar char="•"/>
            </a:pPr>
            <a:r>
              <a:rPr lang="en-GB" dirty="0" err="1"/>
              <a:t>Esophagus</a:t>
            </a:r>
            <a:r>
              <a:rPr lang="en-GB" dirty="0"/>
              <a:t> and </a:t>
            </a:r>
            <a:r>
              <a:rPr lang="en-GB" dirty="0" err="1"/>
              <a:t>vagus</a:t>
            </a:r>
            <a:r>
              <a:rPr lang="en-GB" dirty="0"/>
              <a:t> at T10</a:t>
            </a:r>
          </a:p>
          <a:p>
            <a:pPr marL="285750" indent="-285750">
              <a:buFont typeface="Arial" panose="020B0604020202020204" pitchFamily="34" charset="0"/>
              <a:buChar char="•"/>
            </a:pPr>
            <a:r>
              <a:rPr lang="en-GB" dirty="0"/>
              <a:t>Aorta, Azygos vein, Thoracic duct at T12 </a:t>
            </a:r>
          </a:p>
          <a:p>
            <a:endParaRPr lang="en-GB" dirty="0"/>
          </a:p>
        </p:txBody>
      </p:sp>
    </p:spTree>
    <p:extLst>
      <p:ext uri="{BB962C8B-B14F-4D97-AF65-F5344CB8AC3E}">
        <p14:creationId xmlns:p14="http://schemas.microsoft.com/office/powerpoint/2010/main" val="2121178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p:txBody>
          <a:bodyPr/>
          <a:lstStyle/>
          <a:p>
            <a:r>
              <a:rPr lang="en-US" dirty="0"/>
              <a:t>Inspiratory muscles at rest</a:t>
            </a:r>
          </a:p>
        </p:txBody>
      </p:sp>
      <p:pic>
        <p:nvPicPr>
          <p:cNvPr id="6" name="Content Placeholder 5">
            <a:extLst>
              <a:ext uri="{FF2B5EF4-FFF2-40B4-BE49-F238E27FC236}">
                <a16:creationId xmlns:a16="http://schemas.microsoft.com/office/drawing/2014/main" id="{C50A866F-3902-4AC3-9AA1-42C114DCDB4B}"/>
              </a:ext>
            </a:extLst>
          </p:cNvPr>
          <p:cNvPicPr>
            <a:picLocks noGrp="1" noChangeAspect="1"/>
          </p:cNvPicPr>
          <p:nvPr>
            <p:ph idx="1"/>
          </p:nvPr>
        </p:nvPicPr>
        <p:blipFill>
          <a:blip r:embed="rId3"/>
          <a:stretch>
            <a:fillRect/>
          </a:stretch>
        </p:blipFill>
        <p:spPr>
          <a:xfrm>
            <a:off x="4342826" y="1763626"/>
            <a:ext cx="3933825" cy="3933825"/>
          </a:xfrm>
          <a:prstGeom prst="rect">
            <a:avLst/>
          </a:prstGeom>
        </p:spPr>
      </p:pic>
      <p:pic>
        <p:nvPicPr>
          <p:cNvPr id="1028" name="Picture 4" descr="Innermost intercostals: Origin, insertion, innervation | Kenhub">
            <a:extLst>
              <a:ext uri="{FF2B5EF4-FFF2-40B4-BE49-F238E27FC236}">
                <a16:creationId xmlns:a16="http://schemas.microsoft.com/office/drawing/2014/main" id="{69823300-8234-4812-B90B-BF804DE41E76}"/>
              </a:ext>
            </a:extLst>
          </p:cNvPr>
          <p:cNvPicPr>
            <a:picLocks noGrp="1" noChangeAspect="1" noChangeArrowheads="1"/>
          </p:cNvPicPr>
          <p:nvPr>
            <p:ph sz="half" idx="4294967295"/>
          </p:nvPr>
        </p:nvPicPr>
        <p:blipFill>
          <a:blip r:embed="rId4">
            <a:extLst>
              <a:ext uri="{28A0092B-C50C-407E-A947-70E740481C1C}">
                <a14:useLocalDpi xmlns:a14="http://schemas.microsoft.com/office/drawing/2010/main" val="0"/>
              </a:ext>
            </a:extLst>
          </a:blip>
          <a:srcRect/>
          <a:stretch>
            <a:fillRect/>
          </a:stretch>
        </p:blipFill>
        <p:spPr bwMode="auto">
          <a:xfrm>
            <a:off x="8797411" y="1943700"/>
            <a:ext cx="3011487" cy="301307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C4F99EB5-635F-471C-8CB9-BC3DAA32DF6D}"/>
              </a:ext>
            </a:extLst>
          </p:cNvPr>
          <p:cNvSpPr txBox="1"/>
          <p:nvPr/>
        </p:nvSpPr>
        <p:spPr>
          <a:xfrm>
            <a:off x="264769" y="5500997"/>
            <a:ext cx="8677275" cy="1200329"/>
          </a:xfrm>
          <a:prstGeom prst="rect">
            <a:avLst/>
          </a:prstGeom>
          <a:noFill/>
        </p:spPr>
        <p:txBody>
          <a:bodyPr wrap="square" rtlCol="0">
            <a:spAutoFit/>
          </a:bodyPr>
          <a:lstStyle/>
          <a:p>
            <a:r>
              <a:rPr lang="en-GB" dirty="0"/>
              <a:t>Intercostal muscles:</a:t>
            </a:r>
          </a:p>
          <a:p>
            <a:r>
              <a:rPr lang="en-GB" dirty="0"/>
              <a:t>- external</a:t>
            </a:r>
          </a:p>
          <a:p>
            <a:r>
              <a:rPr lang="en-GB" dirty="0"/>
              <a:t>- internal</a:t>
            </a:r>
          </a:p>
          <a:p>
            <a:r>
              <a:rPr lang="en-GB" dirty="0"/>
              <a:t>- Innermost</a:t>
            </a:r>
          </a:p>
        </p:txBody>
      </p:sp>
      <p:pic>
        <p:nvPicPr>
          <p:cNvPr id="3" name="Picture 2">
            <a:extLst>
              <a:ext uri="{FF2B5EF4-FFF2-40B4-BE49-F238E27FC236}">
                <a16:creationId xmlns:a16="http://schemas.microsoft.com/office/drawing/2014/main" id="{7DCB26AF-1A58-449E-B0B7-199B8A04747A}"/>
              </a:ext>
            </a:extLst>
          </p:cNvPr>
          <p:cNvPicPr>
            <a:picLocks noChangeAspect="1"/>
          </p:cNvPicPr>
          <p:nvPr/>
        </p:nvPicPr>
        <p:blipFill>
          <a:blip r:embed="rId5"/>
          <a:stretch>
            <a:fillRect/>
          </a:stretch>
        </p:blipFill>
        <p:spPr>
          <a:xfrm>
            <a:off x="264769" y="1943700"/>
            <a:ext cx="3557297" cy="3557297"/>
          </a:xfrm>
          <a:prstGeom prst="rect">
            <a:avLst/>
          </a:prstGeom>
        </p:spPr>
      </p:pic>
    </p:spTree>
    <p:extLst>
      <p:ext uri="{BB962C8B-B14F-4D97-AF65-F5344CB8AC3E}">
        <p14:creationId xmlns:p14="http://schemas.microsoft.com/office/powerpoint/2010/main" val="973309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85B35-5325-68B0-4112-51322AC5AEC7}"/>
              </a:ext>
            </a:extLst>
          </p:cNvPr>
          <p:cNvSpPr>
            <a:spLocks noGrp="1"/>
          </p:cNvSpPr>
          <p:nvPr>
            <p:ph type="title"/>
          </p:nvPr>
        </p:nvSpPr>
        <p:spPr/>
        <p:txBody>
          <a:bodyPr/>
          <a:lstStyle/>
          <a:p>
            <a:r>
              <a:rPr lang="en-GB" dirty="0"/>
              <a:t>Key Facts on these muscles </a:t>
            </a:r>
          </a:p>
        </p:txBody>
      </p:sp>
      <p:pic>
        <p:nvPicPr>
          <p:cNvPr id="5" name="Content Placeholder 4">
            <a:extLst>
              <a:ext uri="{FF2B5EF4-FFF2-40B4-BE49-F238E27FC236}">
                <a16:creationId xmlns:a16="http://schemas.microsoft.com/office/drawing/2014/main" id="{301D11AB-F1D0-25A0-9446-9259BDAA80A5}"/>
              </a:ext>
            </a:extLst>
          </p:cNvPr>
          <p:cNvPicPr>
            <a:picLocks noGrp="1" noChangeAspect="1"/>
          </p:cNvPicPr>
          <p:nvPr>
            <p:ph idx="1"/>
          </p:nvPr>
        </p:nvPicPr>
        <p:blipFill>
          <a:blip r:embed="rId2"/>
          <a:stretch>
            <a:fillRect/>
          </a:stretch>
        </p:blipFill>
        <p:spPr>
          <a:xfrm>
            <a:off x="1500324" y="2312988"/>
            <a:ext cx="8554041" cy="4351337"/>
          </a:xfrm>
        </p:spPr>
      </p:pic>
    </p:spTree>
    <p:extLst>
      <p:ext uri="{BB962C8B-B14F-4D97-AF65-F5344CB8AC3E}">
        <p14:creationId xmlns:p14="http://schemas.microsoft.com/office/powerpoint/2010/main" val="184016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7BDB2-1769-4BE5-8C8C-98358A4E6127}"/>
              </a:ext>
            </a:extLst>
          </p:cNvPr>
          <p:cNvSpPr>
            <a:spLocks noGrp="1"/>
          </p:cNvSpPr>
          <p:nvPr>
            <p:ph type="title"/>
          </p:nvPr>
        </p:nvSpPr>
        <p:spPr>
          <a:xfrm>
            <a:off x="0" y="379615"/>
            <a:ext cx="10515600" cy="1325563"/>
          </a:xfrm>
        </p:spPr>
        <p:txBody>
          <a:bodyPr anchor="ctr">
            <a:normAutofit/>
          </a:bodyPr>
          <a:lstStyle/>
          <a:p>
            <a:r>
              <a:rPr lang="en-GB" dirty="0"/>
              <a:t>Accessory muscles</a:t>
            </a:r>
          </a:p>
        </p:txBody>
      </p:sp>
      <p:pic>
        <p:nvPicPr>
          <p:cNvPr id="4098" name="Picture 2" descr="A close-up of a person's chest&#10;&#10;Description automatically generated">
            <a:extLst>
              <a:ext uri="{FF2B5EF4-FFF2-40B4-BE49-F238E27FC236}">
                <a16:creationId xmlns:a16="http://schemas.microsoft.com/office/drawing/2014/main" id="{7E276E31-0432-44FE-DD6D-0D56D88C20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2164"/>
          <a:stretch/>
        </p:blipFill>
        <p:spPr bwMode="auto">
          <a:xfrm>
            <a:off x="838200" y="2313764"/>
            <a:ext cx="10515600" cy="435133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9536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D2D83-A69B-4330-A6E7-354FC9FA5202}"/>
              </a:ext>
            </a:extLst>
          </p:cNvPr>
          <p:cNvSpPr>
            <a:spLocks noGrp="1"/>
          </p:cNvSpPr>
          <p:nvPr>
            <p:ph type="title"/>
          </p:nvPr>
        </p:nvSpPr>
        <p:spPr/>
        <p:txBody>
          <a:bodyPr/>
          <a:lstStyle/>
          <a:p>
            <a:r>
              <a:rPr lang="en-GB" dirty="0"/>
              <a:t>Accessory inspiratory muscles of the neck</a:t>
            </a:r>
          </a:p>
        </p:txBody>
      </p:sp>
      <p:sp>
        <p:nvSpPr>
          <p:cNvPr id="11" name="Slide Number Placeholder 10">
            <a:extLst>
              <a:ext uri="{FF2B5EF4-FFF2-40B4-BE49-F238E27FC236}">
                <a16:creationId xmlns:a16="http://schemas.microsoft.com/office/drawing/2014/main" id="{09C05F9B-C67C-439A-9D8A-20F8D13FD29A}"/>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28</a:t>
            </a:fld>
            <a:endParaRPr lang="en-US" dirty="0"/>
          </a:p>
        </p:txBody>
      </p:sp>
      <p:graphicFrame>
        <p:nvGraphicFramePr>
          <p:cNvPr id="12" name="Content Placeholder 11">
            <a:extLst>
              <a:ext uri="{FF2B5EF4-FFF2-40B4-BE49-F238E27FC236}">
                <a16:creationId xmlns:a16="http://schemas.microsoft.com/office/drawing/2014/main" id="{07B2CC4A-0A65-4AD3-84BC-D1A756AB0B66}"/>
              </a:ext>
            </a:extLst>
          </p:cNvPr>
          <p:cNvGraphicFramePr>
            <a:graphicFrameLocks noGrp="1"/>
          </p:cNvGraphicFramePr>
          <p:nvPr>
            <p:ph sz="quarter" idx="4294967295"/>
            <p:extLst>
              <p:ext uri="{D42A27DB-BD31-4B8C-83A1-F6EECF244321}">
                <p14:modId xmlns:p14="http://schemas.microsoft.com/office/powerpoint/2010/main" val="755023328"/>
              </p:ext>
            </p:extLst>
          </p:nvPr>
        </p:nvGraphicFramePr>
        <p:xfrm>
          <a:off x="389435" y="3767066"/>
          <a:ext cx="2328321" cy="2954409"/>
        </p:xfrm>
        <a:graphic>
          <a:graphicData uri="http://schemas.openxmlformats.org/drawingml/2006/table">
            <a:tbl>
              <a:tblPr/>
              <a:tblGrid>
                <a:gridCol w="597005">
                  <a:extLst>
                    <a:ext uri="{9D8B030D-6E8A-4147-A177-3AD203B41FA5}">
                      <a16:colId xmlns:a16="http://schemas.microsoft.com/office/drawing/2014/main" val="2913631120"/>
                    </a:ext>
                  </a:extLst>
                </a:gridCol>
                <a:gridCol w="1731316">
                  <a:extLst>
                    <a:ext uri="{9D8B030D-6E8A-4147-A177-3AD203B41FA5}">
                      <a16:colId xmlns:a16="http://schemas.microsoft.com/office/drawing/2014/main" val="2030509873"/>
                    </a:ext>
                  </a:extLst>
                </a:gridCol>
              </a:tblGrid>
              <a:tr h="216818">
                <a:tc gridSpan="2">
                  <a:txBody>
                    <a:bodyPr/>
                    <a:lstStyle/>
                    <a:p>
                      <a:r>
                        <a:rPr lang="en-GB" sz="500" dirty="0"/>
                        <a:t>Key facts:</a:t>
                      </a:r>
                    </a:p>
                  </a:txBody>
                  <a:tcPr marL="23255" marR="23255" marT="11628" marB="11628" anchor="ctr">
                    <a:solidFill>
                      <a:srgbClr val="F7F7F7"/>
                    </a:solidFill>
                  </a:tcPr>
                </a:tc>
                <a:tc hMerge="1">
                  <a:txBody>
                    <a:bodyPr/>
                    <a:lstStyle/>
                    <a:p>
                      <a:endParaRPr lang="en-GB"/>
                    </a:p>
                  </a:txBody>
                  <a:tcPr/>
                </a:tc>
                <a:extLst>
                  <a:ext uri="{0D108BD9-81ED-4DB2-BD59-A6C34878D82A}">
                    <a16:rowId xmlns:a16="http://schemas.microsoft.com/office/drawing/2014/main" val="1305263164"/>
                  </a:ext>
                </a:extLst>
              </a:tr>
              <a:tr h="495535">
                <a:tc>
                  <a:txBody>
                    <a:bodyPr/>
                    <a:lstStyle/>
                    <a:p>
                      <a:pPr fontAlgn="t"/>
                      <a:r>
                        <a:rPr lang="en-GB" sz="600" b="0">
                          <a:solidFill>
                            <a:srgbClr val="495354"/>
                          </a:solidFill>
                          <a:effectLst/>
                          <a:latin typeface="var(--medium)"/>
                        </a:rPr>
                        <a:t>Origins</a:t>
                      </a:r>
                    </a:p>
                  </a:txBody>
                  <a:tcPr marL="24224" marR="24224" marT="16149" marB="16149">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b="0">
                          <a:solidFill>
                            <a:srgbClr val="495354"/>
                          </a:solidFill>
                          <a:effectLst/>
                          <a:latin typeface="var(--medium)"/>
                        </a:rPr>
                        <a:t>Sternal head:</a:t>
                      </a:r>
                      <a:r>
                        <a:rPr lang="en-GB" sz="600">
                          <a:solidFill>
                            <a:srgbClr val="495354"/>
                          </a:solidFill>
                          <a:effectLst/>
                        </a:rPr>
                        <a:t> superior part of anterior surface of manubrium sterni</a:t>
                      </a:r>
                      <a:br>
                        <a:rPr lang="en-GB" sz="600">
                          <a:solidFill>
                            <a:srgbClr val="495354"/>
                          </a:solidFill>
                          <a:effectLst/>
                        </a:rPr>
                      </a:br>
                      <a:r>
                        <a:rPr lang="en-GB" sz="600" b="0">
                          <a:solidFill>
                            <a:srgbClr val="495354"/>
                          </a:solidFill>
                          <a:effectLst/>
                          <a:latin typeface="var(--medium)"/>
                        </a:rPr>
                        <a:t>Clavicular head:</a:t>
                      </a:r>
                      <a:r>
                        <a:rPr lang="en-GB" sz="600">
                          <a:solidFill>
                            <a:srgbClr val="495354"/>
                          </a:solidFill>
                          <a:effectLst/>
                        </a:rPr>
                        <a:t> superior surface of medial third of the clavicle</a:t>
                      </a:r>
                    </a:p>
                  </a:txBody>
                  <a:tcPr marL="24224" marR="24224" marT="16149" marB="16149">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600292643"/>
                  </a:ext>
                </a:extLst>
              </a:tr>
              <a:tr h="674283">
                <a:tc>
                  <a:txBody>
                    <a:bodyPr/>
                    <a:lstStyle/>
                    <a:p>
                      <a:pPr fontAlgn="t"/>
                      <a:r>
                        <a:rPr lang="en-GB" sz="600" b="0">
                          <a:solidFill>
                            <a:srgbClr val="495354"/>
                          </a:solidFill>
                          <a:effectLst/>
                          <a:latin typeface="var(--medium)"/>
                        </a:rPr>
                        <a:t>Insertions</a:t>
                      </a:r>
                    </a:p>
                  </a:txBody>
                  <a:tcPr marL="24224" marR="24224" marT="16149" marB="16149">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dirty="0">
                          <a:solidFill>
                            <a:srgbClr val="495354"/>
                          </a:solidFill>
                          <a:effectLst/>
                        </a:rPr>
                        <a:t>Lateral surface of mastoid process of the temporal bone, Lateral half of superior nuchal line of the occipital bone</a:t>
                      </a:r>
                    </a:p>
                  </a:txBody>
                  <a:tcPr marL="24224" marR="24224" marT="16149" marB="16149">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350376468"/>
                  </a:ext>
                </a:extLst>
              </a:tr>
              <a:tr h="264117">
                <a:tc>
                  <a:txBody>
                    <a:bodyPr/>
                    <a:lstStyle/>
                    <a:p>
                      <a:pPr fontAlgn="t"/>
                      <a:r>
                        <a:rPr lang="en-GB" sz="600" b="0">
                          <a:solidFill>
                            <a:srgbClr val="495354"/>
                          </a:solidFill>
                          <a:effectLst/>
                          <a:latin typeface="var(--medium)"/>
                        </a:rPr>
                        <a:t>Innervation</a:t>
                      </a:r>
                    </a:p>
                  </a:txBody>
                  <a:tcPr marL="24224" marR="24224" marT="16149" marB="16149">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a:solidFill>
                            <a:srgbClr val="495354"/>
                          </a:solidFill>
                          <a:effectLst/>
                        </a:rPr>
                        <a:t>Accessory nerve (CN XI), branches of cervical plexus (C2-C3)</a:t>
                      </a:r>
                    </a:p>
                  </a:txBody>
                  <a:tcPr marL="24224" marR="24224" marT="16149" marB="16149">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07091572"/>
                  </a:ext>
                </a:extLst>
              </a:tr>
              <a:tr h="236530">
                <a:tc>
                  <a:txBody>
                    <a:bodyPr/>
                    <a:lstStyle/>
                    <a:p>
                      <a:pPr fontAlgn="t"/>
                      <a:r>
                        <a:rPr lang="en-GB" sz="600" b="0">
                          <a:solidFill>
                            <a:srgbClr val="495354"/>
                          </a:solidFill>
                          <a:effectLst/>
                          <a:latin typeface="var(--medium)"/>
                        </a:rPr>
                        <a:t>Blood supply</a:t>
                      </a:r>
                    </a:p>
                  </a:txBody>
                  <a:tcPr marL="24224" marR="24224" marT="16149" marB="16149">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a:solidFill>
                            <a:srgbClr val="495354"/>
                          </a:solidFill>
                          <a:effectLst/>
                        </a:rPr>
                        <a:t>Superior thyroid artery</a:t>
                      </a:r>
                    </a:p>
                  </a:txBody>
                  <a:tcPr marL="24224" marR="24224" marT="16149" marB="16149">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377837942"/>
                  </a:ext>
                </a:extLst>
              </a:tr>
              <a:tr h="1067126">
                <a:tc>
                  <a:txBody>
                    <a:bodyPr/>
                    <a:lstStyle/>
                    <a:p>
                      <a:pPr fontAlgn="t"/>
                      <a:r>
                        <a:rPr lang="en-GB" sz="600" b="0">
                          <a:solidFill>
                            <a:srgbClr val="495354"/>
                          </a:solidFill>
                          <a:effectLst/>
                          <a:latin typeface="var(--medium)"/>
                        </a:rPr>
                        <a:t>Functions</a:t>
                      </a:r>
                    </a:p>
                  </a:txBody>
                  <a:tcPr marL="24224" marR="24224" marT="16149" marB="16149">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b="0" dirty="0">
                          <a:solidFill>
                            <a:srgbClr val="495354"/>
                          </a:solidFill>
                          <a:effectLst/>
                          <a:latin typeface="var(--medium)"/>
                        </a:rPr>
                        <a:t>Unilateral contraction:</a:t>
                      </a:r>
                      <a:r>
                        <a:rPr lang="en-GB" sz="600" dirty="0">
                          <a:solidFill>
                            <a:srgbClr val="495354"/>
                          </a:solidFill>
                          <a:effectLst/>
                        </a:rPr>
                        <a:t> cervical spine: neck ipsilateral flexion, neck contralateral rotation</a:t>
                      </a:r>
                      <a:br>
                        <a:rPr lang="en-GB" sz="600" dirty="0">
                          <a:solidFill>
                            <a:srgbClr val="495354"/>
                          </a:solidFill>
                          <a:effectLst/>
                        </a:rPr>
                      </a:br>
                      <a:r>
                        <a:rPr lang="en-GB" sz="600" b="0" dirty="0">
                          <a:solidFill>
                            <a:srgbClr val="495354"/>
                          </a:solidFill>
                          <a:effectLst/>
                          <a:latin typeface="var(--medium)"/>
                        </a:rPr>
                        <a:t>Bilateral contraction:</a:t>
                      </a:r>
                      <a:r>
                        <a:rPr lang="en-GB" sz="600" dirty="0">
                          <a:solidFill>
                            <a:srgbClr val="495354"/>
                          </a:solidFill>
                          <a:effectLst/>
                        </a:rPr>
                        <a:t> atlantooccipital joint/ superior cervical spine: head/neck extension; Inferior cervical vertebrae: neck flexion; </a:t>
                      </a:r>
                      <a:r>
                        <a:rPr lang="en-GB" sz="600" u="sng" dirty="0">
                          <a:solidFill>
                            <a:srgbClr val="495354"/>
                          </a:solidFill>
                          <a:effectLst/>
                          <a:hlinkClick r:id="rId2"/>
                        </a:rPr>
                        <a:t>sternoclavicular joint</a:t>
                      </a:r>
                      <a:r>
                        <a:rPr lang="en-GB" sz="600" dirty="0">
                          <a:solidFill>
                            <a:srgbClr val="495354"/>
                          </a:solidFill>
                          <a:effectLst/>
                        </a:rPr>
                        <a:t>: elevation of clavicle and manubrium of sternum</a:t>
                      </a:r>
                    </a:p>
                  </a:txBody>
                  <a:tcPr marL="24224" marR="24224" marT="16149" marB="16149">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39665714"/>
                  </a:ext>
                </a:extLst>
              </a:tr>
            </a:tbl>
          </a:graphicData>
        </a:graphic>
      </p:graphicFrame>
      <p:pic>
        <p:nvPicPr>
          <p:cNvPr id="5" name="Picture 4">
            <a:extLst>
              <a:ext uri="{FF2B5EF4-FFF2-40B4-BE49-F238E27FC236}">
                <a16:creationId xmlns:a16="http://schemas.microsoft.com/office/drawing/2014/main" id="{7C829F54-A769-4FA1-AF07-56D0DCD8BE3C}"/>
              </a:ext>
            </a:extLst>
          </p:cNvPr>
          <p:cNvPicPr>
            <a:picLocks noChangeAspect="1"/>
          </p:cNvPicPr>
          <p:nvPr/>
        </p:nvPicPr>
        <p:blipFill>
          <a:blip r:embed="rId3"/>
          <a:stretch>
            <a:fillRect/>
          </a:stretch>
        </p:blipFill>
        <p:spPr>
          <a:xfrm>
            <a:off x="389435" y="1642663"/>
            <a:ext cx="2179520" cy="2179520"/>
          </a:xfrm>
          <a:prstGeom prst="rect">
            <a:avLst/>
          </a:prstGeom>
        </p:spPr>
      </p:pic>
      <p:pic>
        <p:nvPicPr>
          <p:cNvPr id="6" name="Picture 5">
            <a:extLst>
              <a:ext uri="{FF2B5EF4-FFF2-40B4-BE49-F238E27FC236}">
                <a16:creationId xmlns:a16="http://schemas.microsoft.com/office/drawing/2014/main" id="{A229296E-CDCD-4F24-A209-4A1778BA37FB}"/>
              </a:ext>
            </a:extLst>
          </p:cNvPr>
          <p:cNvPicPr>
            <a:picLocks noChangeAspect="1"/>
          </p:cNvPicPr>
          <p:nvPr/>
        </p:nvPicPr>
        <p:blipFill>
          <a:blip r:embed="rId4"/>
          <a:stretch>
            <a:fillRect/>
          </a:stretch>
        </p:blipFill>
        <p:spPr>
          <a:xfrm>
            <a:off x="3892152" y="1710643"/>
            <a:ext cx="2182505" cy="2182505"/>
          </a:xfrm>
          <a:prstGeom prst="rect">
            <a:avLst/>
          </a:prstGeom>
        </p:spPr>
      </p:pic>
      <p:pic>
        <p:nvPicPr>
          <p:cNvPr id="7" name="Picture 6">
            <a:extLst>
              <a:ext uri="{FF2B5EF4-FFF2-40B4-BE49-F238E27FC236}">
                <a16:creationId xmlns:a16="http://schemas.microsoft.com/office/drawing/2014/main" id="{53D0B152-91AB-4079-8C19-FB3E7541FBA8}"/>
              </a:ext>
            </a:extLst>
          </p:cNvPr>
          <p:cNvPicPr>
            <a:picLocks noChangeAspect="1"/>
          </p:cNvPicPr>
          <p:nvPr/>
        </p:nvPicPr>
        <p:blipFill>
          <a:blip r:embed="rId5"/>
          <a:stretch>
            <a:fillRect/>
          </a:stretch>
        </p:blipFill>
        <p:spPr>
          <a:xfrm>
            <a:off x="6617302" y="1652646"/>
            <a:ext cx="2159553" cy="2159553"/>
          </a:xfrm>
          <a:prstGeom prst="rect">
            <a:avLst/>
          </a:prstGeom>
        </p:spPr>
      </p:pic>
      <p:pic>
        <p:nvPicPr>
          <p:cNvPr id="8" name="Picture 7">
            <a:extLst>
              <a:ext uri="{FF2B5EF4-FFF2-40B4-BE49-F238E27FC236}">
                <a16:creationId xmlns:a16="http://schemas.microsoft.com/office/drawing/2014/main" id="{4B5652DD-2B91-4D24-8ECA-3AA69DD53C85}"/>
              </a:ext>
            </a:extLst>
          </p:cNvPr>
          <p:cNvPicPr>
            <a:picLocks noChangeAspect="1"/>
          </p:cNvPicPr>
          <p:nvPr/>
        </p:nvPicPr>
        <p:blipFill>
          <a:blip r:embed="rId6"/>
          <a:stretch>
            <a:fillRect/>
          </a:stretch>
        </p:blipFill>
        <p:spPr>
          <a:xfrm>
            <a:off x="9448800" y="1600192"/>
            <a:ext cx="2159553" cy="2159553"/>
          </a:xfrm>
          <a:prstGeom prst="rect">
            <a:avLst/>
          </a:prstGeom>
        </p:spPr>
      </p:pic>
      <p:graphicFrame>
        <p:nvGraphicFramePr>
          <p:cNvPr id="13" name="Table 12">
            <a:extLst>
              <a:ext uri="{FF2B5EF4-FFF2-40B4-BE49-F238E27FC236}">
                <a16:creationId xmlns:a16="http://schemas.microsoft.com/office/drawing/2014/main" id="{F18488B3-B3E7-420D-A057-FDCE896C9577}"/>
              </a:ext>
            </a:extLst>
          </p:cNvPr>
          <p:cNvGraphicFramePr>
            <a:graphicFrameLocks noGrp="1"/>
          </p:cNvGraphicFramePr>
          <p:nvPr>
            <p:extLst>
              <p:ext uri="{D42A27DB-BD31-4B8C-83A1-F6EECF244321}">
                <p14:modId xmlns:p14="http://schemas.microsoft.com/office/powerpoint/2010/main" val="3341205852"/>
              </p:ext>
            </p:extLst>
          </p:nvPr>
        </p:nvGraphicFramePr>
        <p:xfrm>
          <a:off x="4245639" y="3951213"/>
          <a:ext cx="7556926" cy="2776523"/>
        </p:xfrm>
        <a:graphic>
          <a:graphicData uri="http://schemas.openxmlformats.org/drawingml/2006/table">
            <a:tbl>
              <a:tblPr/>
              <a:tblGrid>
                <a:gridCol w="1937672">
                  <a:extLst>
                    <a:ext uri="{9D8B030D-6E8A-4147-A177-3AD203B41FA5}">
                      <a16:colId xmlns:a16="http://schemas.microsoft.com/office/drawing/2014/main" val="1003807977"/>
                    </a:ext>
                  </a:extLst>
                </a:gridCol>
                <a:gridCol w="5619254">
                  <a:extLst>
                    <a:ext uri="{9D8B030D-6E8A-4147-A177-3AD203B41FA5}">
                      <a16:colId xmlns:a16="http://schemas.microsoft.com/office/drawing/2014/main" val="3524140805"/>
                    </a:ext>
                  </a:extLst>
                </a:gridCol>
              </a:tblGrid>
              <a:tr h="145430">
                <a:tc gridSpan="2">
                  <a:txBody>
                    <a:bodyPr/>
                    <a:lstStyle/>
                    <a:p>
                      <a:r>
                        <a:rPr lang="en-GB" sz="600" dirty="0"/>
                        <a:t>Key facts about scalene muscles</a:t>
                      </a:r>
                    </a:p>
                  </a:txBody>
                  <a:tcPr marL="28596" marR="28596" marT="14298" marB="14298" anchor="ctr">
                    <a:solidFill>
                      <a:srgbClr val="F7F7F7"/>
                    </a:solidFill>
                  </a:tcPr>
                </a:tc>
                <a:tc hMerge="1">
                  <a:txBody>
                    <a:bodyPr/>
                    <a:lstStyle/>
                    <a:p>
                      <a:endParaRPr lang="en-GB"/>
                    </a:p>
                  </a:txBody>
                  <a:tcPr/>
                </a:tc>
                <a:extLst>
                  <a:ext uri="{0D108BD9-81ED-4DB2-BD59-A6C34878D82A}">
                    <a16:rowId xmlns:a16="http://schemas.microsoft.com/office/drawing/2014/main" val="3219585177"/>
                  </a:ext>
                </a:extLst>
              </a:tr>
              <a:tr h="970752">
                <a:tc>
                  <a:txBody>
                    <a:bodyPr/>
                    <a:lstStyle/>
                    <a:p>
                      <a:pPr fontAlgn="t"/>
                      <a:r>
                        <a:rPr lang="en-GB" sz="800" b="0">
                          <a:solidFill>
                            <a:srgbClr val="495354"/>
                          </a:solidFill>
                          <a:effectLst/>
                          <a:latin typeface="var(--medium)"/>
                        </a:rPr>
                        <a:t>Anterior scalene muscle</a:t>
                      </a:r>
                    </a:p>
                  </a:txBody>
                  <a:tcPr marL="29787" marR="29787" marT="19858" marB="19858">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b="0">
                          <a:solidFill>
                            <a:srgbClr val="495354"/>
                          </a:solidFill>
                          <a:effectLst/>
                          <a:latin typeface="var(--medium)"/>
                        </a:rPr>
                        <a:t>Origin</a:t>
                      </a:r>
                      <a:r>
                        <a:rPr lang="en-GB" sz="800">
                          <a:solidFill>
                            <a:srgbClr val="495354"/>
                          </a:solidFill>
                          <a:effectLst/>
                        </a:rPr>
                        <a:t>: anterior tubercle of transverse processes of vertebrae C3-C6</a:t>
                      </a:r>
                      <a:br>
                        <a:rPr lang="en-GB" sz="800">
                          <a:solidFill>
                            <a:srgbClr val="495354"/>
                          </a:solidFill>
                          <a:effectLst/>
                        </a:rPr>
                      </a:br>
                      <a:r>
                        <a:rPr lang="en-GB" sz="800" b="0">
                          <a:solidFill>
                            <a:srgbClr val="495354"/>
                          </a:solidFill>
                          <a:effectLst/>
                          <a:latin typeface="var(--medium)"/>
                        </a:rPr>
                        <a:t>Insertion</a:t>
                      </a:r>
                      <a:r>
                        <a:rPr lang="en-GB" sz="800">
                          <a:solidFill>
                            <a:srgbClr val="495354"/>
                          </a:solidFill>
                          <a:effectLst/>
                        </a:rPr>
                        <a:t>: scalene tubercle of rib 1, superior border of rib 1 (anterior to subclavian groove)</a:t>
                      </a:r>
                      <a:br>
                        <a:rPr lang="en-GB" sz="800">
                          <a:solidFill>
                            <a:srgbClr val="495354"/>
                          </a:solidFill>
                          <a:effectLst/>
                        </a:rPr>
                      </a:br>
                      <a:r>
                        <a:rPr lang="en-GB" sz="800" b="0">
                          <a:solidFill>
                            <a:srgbClr val="495354"/>
                          </a:solidFill>
                          <a:effectLst/>
                          <a:latin typeface="var(--medium)"/>
                        </a:rPr>
                        <a:t>Innervation</a:t>
                      </a:r>
                      <a:r>
                        <a:rPr lang="en-GB" sz="800">
                          <a:solidFill>
                            <a:srgbClr val="495354"/>
                          </a:solidFill>
                          <a:effectLst/>
                        </a:rPr>
                        <a:t>: anterior rami of spinal nerves C4-C6</a:t>
                      </a:r>
                      <a:br>
                        <a:rPr lang="en-GB" sz="800">
                          <a:solidFill>
                            <a:srgbClr val="495354"/>
                          </a:solidFill>
                          <a:effectLst/>
                        </a:rPr>
                      </a:br>
                      <a:r>
                        <a:rPr lang="en-GB" sz="800" b="0">
                          <a:solidFill>
                            <a:srgbClr val="495354"/>
                          </a:solidFill>
                          <a:effectLst/>
                          <a:latin typeface="var(--medium)"/>
                        </a:rPr>
                        <a:t>Blood supply</a:t>
                      </a:r>
                      <a:r>
                        <a:rPr lang="en-GB" sz="800">
                          <a:solidFill>
                            <a:srgbClr val="495354"/>
                          </a:solidFill>
                          <a:effectLst/>
                        </a:rPr>
                        <a:t>: ascending cervical branch of the inferior thyroid artery.</a:t>
                      </a:r>
                      <a:br>
                        <a:rPr lang="en-GB" sz="800">
                          <a:solidFill>
                            <a:srgbClr val="495354"/>
                          </a:solidFill>
                          <a:effectLst/>
                        </a:rPr>
                      </a:br>
                      <a:r>
                        <a:rPr lang="en-GB" sz="800" b="0">
                          <a:solidFill>
                            <a:srgbClr val="495354"/>
                          </a:solidFill>
                          <a:effectLst/>
                          <a:latin typeface="var(--medium)"/>
                        </a:rPr>
                        <a:t>Function</a:t>
                      </a:r>
                      <a:r>
                        <a:rPr lang="en-GB" sz="800">
                          <a:solidFill>
                            <a:srgbClr val="495354"/>
                          </a:solidFill>
                          <a:effectLst/>
                        </a:rPr>
                        <a:t>:</a:t>
                      </a:r>
                      <a:br>
                        <a:rPr lang="en-GB" sz="800">
                          <a:solidFill>
                            <a:srgbClr val="495354"/>
                          </a:solidFill>
                          <a:effectLst/>
                        </a:rPr>
                      </a:br>
                      <a:r>
                        <a:rPr lang="en-GB" sz="800">
                          <a:solidFill>
                            <a:srgbClr val="495354"/>
                          </a:solidFill>
                          <a:effectLst/>
                        </a:rPr>
                        <a:t>- bilateral contraction - neck flexion</a:t>
                      </a:r>
                      <a:br>
                        <a:rPr lang="en-GB" sz="800">
                          <a:solidFill>
                            <a:srgbClr val="495354"/>
                          </a:solidFill>
                          <a:effectLst/>
                        </a:rPr>
                      </a:br>
                      <a:r>
                        <a:rPr lang="en-GB" sz="800">
                          <a:solidFill>
                            <a:srgbClr val="495354"/>
                          </a:solidFill>
                          <a:effectLst/>
                        </a:rPr>
                        <a:t>- unilateral contraction - neck lateral flexion (ipsilateral), neck rotation (contralateral), elevates rib 1</a:t>
                      </a:r>
                      <a:br>
                        <a:rPr lang="en-GB" sz="800">
                          <a:solidFill>
                            <a:srgbClr val="495354"/>
                          </a:solidFill>
                          <a:effectLst/>
                        </a:rPr>
                      </a:br>
                      <a:endParaRPr lang="en-GB" sz="800">
                        <a:solidFill>
                          <a:srgbClr val="495354"/>
                        </a:solidFill>
                        <a:effectLst/>
                      </a:endParaRPr>
                    </a:p>
                  </a:txBody>
                  <a:tcPr marL="29787" marR="29787" marT="19858" marB="1985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585683765"/>
                  </a:ext>
                </a:extLst>
              </a:tr>
              <a:tr h="737560">
                <a:tc>
                  <a:txBody>
                    <a:bodyPr/>
                    <a:lstStyle/>
                    <a:p>
                      <a:pPr fontAlgn="t"/>
                      <a:r>
                        <a:rPr lang="en-GB" sz="800" b="0">
                          <a:solidFill>
                            <a:srgbClr val="495354"/>
                          </a:solidFill>
                          <a:effectLst/>
                          <a:latin typeface="var(--medium)"/>
                        </a:rPr>
                        <a:t>Middle scalene muscle</a:t>
                      </a:r>
                    </a:p>
                  </a:txBody>
                  <a:tcPr marL="29787" marR="29787" marT="19858" marB="19858">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b="0">
                          <a:solidFill>
                            <a:srgbClr val="495354"/>
                          </a:solidFill>
                          <a:effectLst/>
                          <a:latin typeface="var(--medium)"/>
                        </a:rPr>
                        <a:t>Origin</a:t>
                      </a:r>
                      <a:r>
                        <a:rPr lang="en-GB" sz="800">
                          <a:solidFill>
                            <a:srgbClr val="495354"/>
                          </a:solidFill>
                          <a:effectLst/>
                        </a:rPr>
                        <a:t>: transverse processes of C1/C2 -&gt; C7 (specifically posterior tubercles of transverse processes of vertebrae in C3-C7)</a:t>
                      </a:r>
                      <a:br>
                        <a:rPr lang="en-GB" sz="800">
                          <a:solidFill>
                            <a:srgbClr val="495354"/>
                          </a:solidFill>
                          <a:effectLst/>
                        </a:rPr>
                      </a:br>
                      <a:r>
                        <a:rPr lang="en-GB" sz="800" b="0">
                          <a:solidFill>
                            <a:srgbClr val="495354"/>
                          </a:solidFill>
                          <a:effectLst/>
                          <a:latin typeface="var(--medium)"/>
                        </a:rPr>
                        <a:t>Insertion</a:t>
                      </a:r>
                      <a:r>
                        <a:rPr lang="en-GB" sz="800">
                          <a:solidFill>
                            <a:srgbClr val="495354"/>
                          </a:solidFill>
                          <a:effectLst/>
                        </a:rPr>
                        <a:t>: superior border of rib 1 (posterior to subclavian groove)</a:t>
                      </a:r>
                      <a:br>
                        <a:rPr lang="en-GB" sz="800">
                          <a:solidFill>
                            <a:srgbClr val="495354"/>
                          </a:solidFill>
                          <a:effectLst/>
                        </a:rPr>
                      </a:br>
                      <a:r>
                        <a:rPr lang="en-GB" sz="800" b="0">
                          <a:solidFill>
                            <a:srgbClr val="495354"/>
                          </a:solidFill>
                          <a:effectLst/>
                          <a:latin typeface="var(--medium)"/>
                        </a:rPr>
                        <a:t>Innervation</a:t>
                      </a:r>
                      <a:r>
                        <a:rPr lang="en-GB" sz="800">
                          <a:solidFill>
                            <a:srgbClr val="495354"/>
                          </a:solidFill>
                          <a:effectLst/>
                        </a:rPr>
                        <a:t>: anterior rami of spinal nerves C3-C8</a:t>
                      </a:r>
                      <a:br>
                        <a:rPr lang="en-GB" sz="800">
                          <a:solidFill>
                            <a:srgbClr val="495354"/>
                          </a:solidFill>
                          <a:effectLst/>
                        </a:rPr>
                      </a:br>
                      <a:r>
                        <a:rPr lang="en-GB" sz="800" b="0">
                          <a:solidFill>
                            <a:srgbClr val="495354"/>
                          </a:solidFill>
                          <a:effectLst/>
                          <a:latin typeface="var(--medium)"/>
                        </a:rPr>
                        <a:t>Blood supply</a:t>
                      </a:r>
                      <a:r>
                        <a:rPr lang="en-GB" sz="800">
                          <a:solidFill>
                            <a:srgbClr val="495354"/>
                          </a:solidFill>
                          <a:effectLst/>
                        </a:rPr>
                        <a:t>: ascending cervical branch of the inferior thyroid artery</a:t>
                      </a:r>
                      <a:br>
                        <a:rPr lang="en-GB" sz="800">
                          <a:solidFill>
                            <a:srgbClr val="495354"/>
                          </a:solidFill>
                          <a:effectLst/>
                        </a:rPr>
                      </a:br>
                      <a:r>
                        <a:rPr lang="en-GB" sz="800" b="0">
                          <a:solidFill>
                            <a:srgbClr val="495354"/>
                          </a:solidFill>
                          <a:effectLst/>
                          <a:latin typeface="var(--medium)"/>
                        </a:rPr>
                        <a:t>Function</a:t>
                      </a:r>
                      <a:r>
                        <a:rPr lang="en-GB" sz="800">
                          <a:solidFill>
                            <a:srgbClr val="495354"/>
                          </a:solidFill>
                          <a:effectLst/>
                        </a:rPr>
                        <a:t>: neck lateral flexion, elevates rib 1</a:t>
                      </a:r>
                      <a:br>
                        <a:rPr lang="en-GB" sz="800">
                          <a:solidFill>
                            <a:srgbClr val="495354"/>
                          </a:solidFill>
                          <a:effectLst/>
                        </a:rPr>
                      </a:br>
                      <a:endParaRPr lang="en-GB" sz="800">
                        <a:solidFill>
                          <a:srgbClr val="495354"/>
                        </a:solidFill>
                        <a:effectLst/>
                      </a:endParaRPr>
                    </a:p>
                  </a:txBody>
                  <a:tcPr marL="29787" marR="29787" marT="19858" marB="1985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922866260"/>
                  </a:ext>
                </a:extLst>
              </a:tr>
              <a:tr h="844781">
                <a:tc>
                  <a:txBody>
                    <a:bodyPr/>
                    <a:lstStyle/>
                    <a:p>
                      <a:pPr fontAlgn="t"/>
                      <a:r>
                        <a:rPr lang="en-GB" sz="800" b="0" dirty="0">
                          <a:solidFill>
                            <a:srgbClr val="495354"/>
                          </a:solidFill>
                          <a:effectLst/>
                          <a:latin typeface="var(--medium)"/>
                        </a:rPr>
                        <a:t>Posterior scalene muscle</a:t>
                      </a:r>
                    </a:p>
                  </a:txBody>
                  <a:tcPr marL="29787" marR="29787" marT="19858" marB="19858">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800" b="0" dirty="0">
                          <a:solidFill>
                            <a:srgbClr val="495354"/>
                          </a:solidFill>
                          <a:effectLst/>
                          <a:latin typeface="var(--medium)"/>
                        </a:rPr>
                        <a:t>Origin</a:t>
                      </a:r>
                      <a:r>
                        <a:rPr lang="en-GB" sz="800" dirty="0">
                          <a:solidFill>
                            <a:srgbClr val="495354"/>
                          </a:solidFill>
                          <a:effectLst/>
                        </a:rPr>
                        <a:t>: posterior tubercles of transverse processes of vertebrae C4-C6/C5-C7</a:t>
                      </a:r>
                      <a:br>
                        <a:rPr lang="en-GB" sz="800" dirty="0">
                          <a:solidFill>
                            <a:srgbClr val="495354"/>
                          </a:solidFill>
                          <a:effectLst/>
                        </a:rPr>
                      </a:br>
                      <a:r>
                        <a:rPr lang="en-GB" sz="800" b="0" dirty="0">
                          <a:solidFill>
                            <a:srgbClr val="495354"/>
                          </a:solidFill>
                          <a:effectLst/>
                          <a:latin typeface="var(--medium)"/>
                        </a:rPr>
                        <a:t>Insertion</a:t>
                      </a:r>
                      <a:r>
                        <a:rPr lang="en-GB" sz="800" dirty="0">
                          <a:solidFill>
                            <a:srgbClr val="495354"/>
                          </a:solidFill>
                          <a:effectLst/>
                        </a:rPr>
                        <a:t>: external surface of rib 2</a:t>
                      </a:r>
                      <a:br>
                        <a:rPr lang="en-GB" sz="800" dirty="0">
                          <a:solidFill>
                            <a:srgbClr val="495354"/>
                          </a:solidFill>
                          <a:effectLst/>
                        </a:rPr>
                      </a:br>
                      <a:r>
                        <a:rPr lang="en-GB" sz="800" b="0" dirty="0">
                          <a:solidFill>
                            <a:srgbClr val="495354"/>
                          </a:solidFill>
                          <a:effectLst/>
                          <a:latin typeface="var(--medium)"/>
                        </a:rPr>
                        <a:t>Innervation</a:t>
                      </a:r>
                      <a:r>
                        <a:rPr lang="en-GB" sz="800" dirty="0">
                          <a:solidFill>
                            <a:srgbClr val="495354"/>
                          </a:solidFill>
                          <a:effectLst/>
                        </a:rPr>
                        <a:t>: anterior rami of spinal nerves C6-C8</a:t>
                      </a:r>
                      <a:br>
                        <a:rPr lang="en-GB" sz="800" dirty="0">
                          <a:solidFill>
                            <a:srgbClr val="495354"/>
                          </a:solidFill>
                          <a:effectLst/>
                        </a:rPr>
                      </a:br>
                      <a:r>
                        <a:rPr lang="en-GB" sz="800" b="0" dirty="0">
                          <a:solidFill>
                            <a:srgbClr val="495354"/>
                          </a:solidFill>
                          <a:effectLst/>
                          <a:latin typeface="var(--medium)"/>
                        </a:rPr>
                        <a:t>Blood supply</a:t>
                      </a:r>
                      <a:r>
                        <a:rPr lang="en-GB" sz="800" dirty="0">
                          <a:solidFill>
                            <a:srgbClr val="495354"/>
                          </a:solidFill>
                          <a:effectLst/>
                        </a:rPr>
                        <a:t>: ascending cervical branch of the inferior thyroid artery; superficial cervical artery</a:t>
                      </a:r>
                      <a:br>
                        <a:rPr lang="en-GB" sz="800" dirty="0">
                          <a:solidFill>
                            <a:srgbClr val="495354"/>
                          </a:solidFill>
                          <a:effectLst/>
                        </a:rPr>
                      </a:br>
                      <a:r>
                        <a:rPr lang="en-GB" sz="800" b="0" dirty="0">
                          <a:solidFill>
                            <a:srgbClr val="495354"/>
                          </a:solidFill>
                          <a:effectLst/>
                          <a:latin typeface="var(--medium)"/>
                        </a:rPr>
                        <a:t>Function</a:t>
                      </a:r>
                      <a:r>
                        <a:rPr lang="en-GB" sz="800" dirty="0">
                          <a:solidFill>
                            <a:srgbClr val="495354"/>
                          </a:solidFill>
                          <a:effectLst/>
                        </a:rPr>
                        <a:t>: neck lateral flexion, Elevates rib 2</a:t>
                      </a:r>
                    </a:p>
                  </a:txBody>
                  <a:tcPr marL="29787" marR="29787" marT="19858" marB="1985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1874436901"/>
                  </a:ext>
                </a:extLst>
              </a:tr>
            </a:tbl>
          </a:graphicData>
        </a:graphic>
      </p:graphicFrame>
    </p:spTree>
    <p:extLst>
      <p:ext uri="{BB962C8B-B14F-4D97-AF65-F5344CB8AC3E}">
        <p14:creationId xmlns:p14="http://schemas.microsoft.com/office/powerpoint/2010/main" val="483403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D2D83-A69B-4330-A6E7-354FC9FA5202}"/>
              </a:ext>
            </a:extLst>
          </p:cNvPr>
          <p:cNvSpPr>
            <a:spLocks noGrp="1"/>
          </p:cNvSpPr>
          <p:nvPr>
            <p:ph type="title"/>
          </p:nvPr>
        </p:nvSpPr>
        <p:spPr/>
        <p:txBody>
          <a:bodyPr/>
          <a:lstStyle/>
          <a:p>
            <a:r>
              <a:rPr lang="en-GB" dirty="0"/>
              <a:t>Accessory muscles of the shoulder girdle</a:t>
            </a:r>
          </a:p>
        </p:txBody>
      </p:sp>
      <p:sp>
        <p:nvSpPr>
          <p:cNvPr id="11" name="Slide Number Placeholder 10">
            <a:extLst>
              <a:ext uri="{FF2B5EF4-FFF2-40B4-BE49-F238E27FC236}">
                <a16:creationId xmlns:a16="http://schemas.microsoft.com/office/drawing/2014/main" id="{09C05F9B-C67C-439A-9D8A-20F8D13FD29A}"/>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29</a:t>
            </a:fld>
            <a:endParaRPr lang="en-US" dirty="0"/>
          </a:p>
        </p:txBody>
      </p:sp>
      <p:graphicFrame>
        <p:nvGraphicFramePr>
          <p:cNvPr id="12" name="Content Placeholder 11">
            <a:extLst>
              <a:ext uri="{FF2B5EF4-FFF2-40B4-BE49-F238E27FC236}">
                <a16:creationId xmlns:a16="http://schemas.microsoft.com/office/drawing/2014/main" id="{07B2CC4A-0A65-4AD3-84BC-D1A756AB0B66}"/>
              </a:ext>
            </a:extLst>
          </p:cNvPr>
          <p:cNvGraphicFramePr>
            <a:graphicFrameLocks noGrp="1"/>
          </p:cNvGraphicFramePr>
          <p:nvPr>
            <p:ph sz="quarter" idx="4294967295"/>
            <p:extLst>
              <p:ext uri="{D42A27DB-BD31-4B8C-83A1-F6EECF244321}">
                <p14:modId xmlns:p14="http://schemas.microsoft.com/office/powerpoint/2010/main" val="2974360193"/>
              </p:ext>
            </p:extLst>
          </p:nvPr>
        </p:nvGraphicFramePr>
        <p:xfrm>
          <a:off x="609895" y="4022953"/>
          <a:ext cx="2328321" cy="2698522"/>
        </p:xfrm>
        <a:graphic>
          <a:graphicData uri="http://schemas.openxmlformats.org/drawingml/2006/table">
            <a:tbl>
              <a:tblPr/>
              <a:tblGrid>
                <a:gridCol w="597005">
                  <a:extLst>
                    <a:ext uri="{9D8B030D-6E8A-4147-A177-3AD203B41FA5}">
                      <a16:colId xmlns:a16="http://schemas.microsoft.com/office/drawing/2014/main" val="2913631120"/>
                    </a:ext>
                  </a:extLst>
                </a:gridCol>
                <a:gridCol w="1731316">
                  <a:extLst>
                    <a:ext uri="{9D8B030D-6E8A-4147-A177-3AD203B41FA5}">
                      <a16:colId xmlns:a16="http://schemas.microsoft.com/office/drawing/2014/main" val="2030509873"/>
                    </a:ext>
                  </a:extLst>
                </a:gridCol>
              </a:tblGrid>
              <a:tr h="216818">
                <a:tc gridSpan="2">
                  <a:txBody>
                    <a:bodyPr/>
                    <a:lstStyle/>
                    <a:p>
                      <a:r>
                        <a:rPr lang="en-GB" sz="500" dirty="0"/>
                        <a:t>Key facts: Pec Major</a:t>
                      </a:r>
                    </a:p>
                  </a:txBody>
                  <a:tcPr marL="23255" marR="23255" marT="11628" marB="11628" anchor="ctr">
                    <a:solidFill>
                      <a:srgbClr val="F7F7F7"/>
                    </a:solidFill>
                  </a:tcPr>
                </a:tc>
                <a:tc hMerge="1">
                  <a:txBody>
                    <a:bodyPr/>
                    <a:lstStyle/>
                    <a:p>
                      <a:endParaRPr lang="en-GB"/>
                    </a:p>
                  </a:txBody>
                  <a:tcPr/>
                </a:tc>
                <a:extLst>
                  <a:ext uri="{0D108BD9-81ED-4DB2-BD59-A6C34878D82A}">
                    <a16:rowId xmlns:a16="http://schemas.microsoft.com/office/drawing/2014/main" val="1305263164"/>
                  </a:ext>
                </a:extLst>
              </a:tr>
              <a:tr h="495535">
                <a:tc>
                  <a:txBody>
                    <a:bodyPr/>
                    <a:lstStyle/>
                    <a:p>
                      <a:pPr fontAlgn="t"/>
                      <a:r>
                        <a:rPr lang="en-GB" sz="600" b="0">
                          <a:solidFill>
                            <a:srgbClr val="495354"/>
                          </a:solidFill>
                          <a:effectLst/>
                          <a:latin typeface="var(--medium)"/>
                        </a:rPr>
                        <a:t>Origins</a:t>
                      </a:r>
                    </a:p>
                  </a:txBody>
                  <a:tcPr marL="24224" marR="24224" marT="16149" marB="16149">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b="0" dirty="0">
                          <a:solidFill>
                            <a:srgbClr val="495354"/>
                          </a:solidFill>
                          <a:effectLst/>
                          <a:latin typeface="var(--medium)"/>
                        </a:rPr>
                        <a:t>Sternal head:</a:t>
                      </a:r>
                      <a:r>
                        <a:rPr lang="en-GB" sz="600" dirty="0">
                          <a:solidFill>
                            <a:srgbClr val="495354"/>
                          </a:solidFill>
                          <a:effectLst/>
                        </a:rPr>
                        <a:t> superior part of anterior surface of manubrium </a:t>
                      </a:r>
                      <a:r>
                        <a:rPr lang="en-GB" sz="600" dirty="0" err="1">
                          <a:solidFill>
                            <a:srgbClr val="495354"/>
                          </a:solidFill>
                          <a:effectLst/>
                        </a:rPr>
                        <a:t>sterni</a:t>
                      </a:r>
                      <a:br>
                        <a:rPr lang="en-GB" sz="600" dirty="0">
                          <a:solidFill>
                            <a:srgbClr val="495354"/>
                          </a:solidFill>
                          <a:effectLst/>
                        </a:rPr>
                      </a:br>
                      <a:r>
                        <a:rPr lang="en-GB" sz="600" b="0" dirty="0">
                          <a:solidFill>
                            <a:srgbClr val="495354"/>
                          </a:solidFill>
                          <a:effectLst/>
                          <a:latin typeface="var(--medium)"/>
                        </a:rPr>
                        <a:t>Clavicular head:</a:t>
                      </a:r>
                      <a:r>
                        <a:rPr lang="en-GB" sz="600" dirty="0">
                          <a:solidFill>
                            <a:srgbClr val="495354"/>
                          </a:solidFill>
                          <a:effectLst/>
                        </a:rPr>
                        <a:t> superior surface of medial third of the clavicle</a:t>
                      </a:r>
                    </a:p>
                  </a:txBody>
                  <a:tcPr marL="24224" marR="24224" marT="16149" marB="16149">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600292643"/>
                  </a:ext>
                </a:extLst>
              </a:tr>
              <a:tr h="418396">
                <a:tc>
                  <a:txBody>
                    <a:bodyPr/>
                    <a:lstStyle/>
                    <a:p>
                      <a:pPr fontAlgn="t"/>
                      <a:r>
                        <a:rPr lang="en-GB" sz="600" b="0">
                          <a:solidFill>
                            <a:srgbClr val="495354"/>
                          </a:solidFill>
                          <a:effectLst/>
                          <a:latin typeface="var(--medium)"/>
                        </a:rPr>
                        <a:t>Insertions</a:t>
                      </a:r>
                    </a:p>
                  </a:txBody>
                  <a:tcPr marL="24224" marR="24224" marT="16149" marB="16149">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a:solidFill>
                            <a:srgbClr val="495354"/>
                          </a:solidFill>
                          <a:effectLst/>
                        </a:rPr>
                        <a:t>Lateral surface of mastoid process of the temporal bone, Lateral half of superior nuchal line of the occipital bone</a:t>
                      </a:r>
                    </a:p>
                  </a:txBody>
                  <a:tcPr marL="24224" marR="24224" marT="16149" marB="16149">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350376468"/>
                  </a:ext>
                </a:extLst>
              </a:tr>
              <a:tr h="264117">
                <a:tc>
                  <a:txBody>
                    <a:bodyPr/>
                    <a:lstStyle/>
                    <a:p>
                      <a:pPr fontAlgn="t"/>
                      <a:r>
                        <a:rPr lang="en-GB" sz="600" b="0">
                          <a:solidFill>
                            <a:srgbClr val="495354"/>
                          </a:solidFill>
                          <a:effectLst/>
                          <a:latin typeface="var(--medium)"/>
                        </a:rPr>
                        <a:t>Innervation</a:t>
                      </a:r>
                    </a:p>
                  </a:txBody>
                  <a:tcPr marL="24224" marR="24224" marT="16149" marB="16149">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a:solidFill>
                            <a:srgbClr val="495354"/>
                          </a:solidFill>
                          <a:effectLst/>
                        </a:rPr>
                        <a:t>Accessory nerve (CN XI), branches of cervical plexus (C2-C3)</a:t>
                      </a:r>
                    </a:p>
                  </a:txBody>
                  <a:tcPr marL="24224" marR="24224" marT="16149" marB="16149">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07091572"/>
                  </a:ext>
                </a:extLst>
              </a:tr>
              <a:tr h="236530">
                <a:tc>
                  <a:txBody>
                    <a:bodyPr/>
                    <a:lstStyle/>
                    <a:p>
                      <a:pPr fontAlgn="t"/>
                      <a:r>
                        <a:rPr lang="en-GB" sz="600" b="0">
                          <a:solidFill>
                            <a:srgbClr val="495354"/>
                          </a:solidFill>
                          <a:effectLst/>
                          <a:latin typeface="var(--medium)"/>
                        </a:rPr>
                        <a:t>Blood supply</a:t>
                      </a:r>
                    </a:p>
                  </a:txBody>
                  <a:tcPr marL="24224" marR="24224" marT="16149" marB="16149">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a:solidFill>
                            <a:srgbClr val="495354"/>
                          </a:solidFill>
                          <a:effectLst/>
                        </a:rPr>
                        <a:t>Superior thyroid artery</a:t>
                      </a:r>
                    </a:p>
                  </a:txBody>
                  <a:tcPr marL="24224" marR="24224" marT="16149" marB="16149">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377837942"/>
                  </a:ext>
                </a:extLst>
              </a:tr>
              <a:tr h="1067126">
                <a:tc>
                  <a:txBody>
                    <a:bodyPr/>
                    <a:lstStyle/>
                    <a:p>
                      <a:pPr fontAlgn="t"/>
                      <a:r>
                        <a:rPr lang="en-GB" sz="600" b="0">
                          <a:solidFill>
                            <a:srgbClr val="495354"/>
                          </a:solidFill>
                          <a:effectLst/>
                          <a:latin typeface="var(--medium)"/>
                        </a:rPr>
                        <a:t>Functions</a:t>
                      </a:r>
                    </a:p>
                  </a:txBody>
                  <a:tcPr marL="24224" marR="24224" marT="16149" marB="16149">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b="0" dirty="0">
                          <a:solidFill>
                            <a:srgbClr val="495354"/>
                          </a:solidFill>
                          <a:effectLst/>
                          <a:latin typeface="var(--medium)"/>
                        </a:rPr>
                        <a:t>Unilateral contraction:</a:t>
                      </a:r>
                      <a:r>
                        <a:rPr lang="en-GB" sz="600" dirty="0">
                          <a:solidFill>
                            <a:srgbClr val="495354"/>
                          </a:solidFill>
                          <a:effectLst/>
                        </a:rPr>
                        <a:t> cervical spine: neck ipsilateral flexion, neck contralateral rotation</a:t>
                      </a:r>
                      <a:br>
                        <a:rPr lang="en-GB" sz="600" dirty="0">
                          <a:solidFill>
                            <a:srgbClr val="495354"/>
                          </a:solidFill>
                          <a:effectLst/>
                        </a:rPr>
                      </a:br>
                      <a:r>
                        <a:rPr lang="en-GB" sz="600" b="0" dirty="0">
                          <a:solidFill>
                            <a:srgbClr val="495354"/>
                          </a:solidFill>
                          <a:effectLst/>
                          <a:latin typeface="var(--medium)"/>
                        </a:rPr>
                        <a:t>Bilateral contraction:</a:t>
                      </a:r>
                      <a:r>
                        <a:rPr lang="en-GB" sz="600" dirty="0">
                          <a:solidFill>
                            <a:srgbClr val="495354"/>
                          </a:solidFill>
                          <a:effectLst/>
                        </a:rPr>
                        <a:t> atlantooccipital joint/ superior cervical spine: head/neck extension; Inferior cervical vertebrae: neck flexion; </a:t>
                      </a:r>
                      <a:r>
                        <a:rPr lang="en-GB" sz="600" u="sng" dirty="0">
                          <a:solidFill>
                            <a:srgbClr val="495354"/>
                          </a:solidFill>
                          <a:effectLst/>
                          <a:hlinkClick r:id="rId2"/>
                        </a:rPr>
                        <a:t>sternoclavicular joint</a:t>
                      </a:r>
                      <a:r>
                        <a:rPr lang="en-GB" sz="600" dirty="0">
                          <a:solidFill>
                            <a:srgbClr val="495354"/>
                          </a:solidFill>
                          <a:effectLst/>
                        </a:rPr>
                        <a:t>: elevation of clavicle and manubrium of sternum</a:t>
                      </a:r>
                    </a:p>
                  </a:txBody>
                  <a:tcPr marL="24224" marR="24224" marT="16149" marB="16149">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39665714"/>
                  </a:ext>
                </a:extLst>
              </a:tr>
            </a:tbl>
          </a:graphicData>
        </a:graphic>
      </p:graphicFrame>
      <p:pic>
        <p:nvPicPr>
          <p:cNvPr id="3" name="Picture 2">
            <a:extLst>
              <a:ext uri="{FF2B5EF4-FFF2-40B4-BE49-F238E27FC236}">
                <a16:creationId xmlns:a16="http://schemas.microsoft.com/office/drawing/2014/main" id="{768E306E-E4F5-4B3F-9F78-5AEECD041751}"/>
              </a:ext>
            </a:extLst>
          </p:cNvPr>
          <p:cNvPicPr>
            <a:picLocks noChangeAspect="1"/>
          </p:cNvPicPr>
          <p:nvPr/>
        </p:nvPicPr>
        <p:blipFill>
          <a:blip r:embed="rId3"/>
          <a:stretch>
            <a:fillRect/>
          </a:stretch>
        </p:blipFill>
        <p:spPr>
          <a:xfrm>
            <a:off x="512239" y="1766125"/>
            <a:ext cx="2328322" cy="1999447"/>
          </a:xfrm>
          <a:prstGeom prst="rect">
            <a:avLst/>
          </a:prstGeom>
        </p:spPr>
      </p:pic>
      <p:pic>
        <p:nvPicPr>
          <p:cNvPr id="4" name="Picture 3">
            <a:extLst>
              <a:ext uri="{FF2B5EF4-FFF2-40B4-BE49-F238E27FC236}">
                <a16:creationId xmlns:a16="http://schemas.microsoft.com/office/drawing/2014/main" id="{B3B34C1E-5DDF-4E52-9C38-69A5FD01474A}"/>
              </a:ext>
            </a:extLst>
          </p:cNvPr>
          <p:cNvPicPr>
            <a:picLocks noChangeAspect="1"/>
          </p:cNvPicPr>
          <p:nvPr/>
        </p:nvPicPr>
        <p:blipFill>
          <a:blip r:embed="rId4"/>
          <a:stretch>
            <a:fillRect/>
          </a:stretch>
        </p:blipFill>
        <p:spPr>
          <a:xfrm>
            <a:off x="4144993" y="1691522"/>
            <a:ext cx="2148652" cy="2148652"/>
          </a:xfrm>
          <a:prstGeom prst="rect">
            <a:avLst/>
          </a:prstGeom>
        </p:spPr>
      </p:pic>
      <p:graphicFrame>
        <p:nvGraphicFramePr>
          <p:cNvPr id="14" name="Table 13">
            <a:extLst>
              <a:ext uri="{FF2B5EF4-FFF2-40B4-BE49-F238E27FC236}">
                <a16:creationId xmlns:a16="http://schemas.microsoft.com/office/drawing/2014/main" id="{B6D46AAB-D77A-44F7-AA8A-C9123E56FF41}"/>
              </a:ext>
            </a:extLst>
          </p:cNvPr>
          <p:cNvGraphicFramePr>
            <a:graphicFrameLocks noGrp="1"/>
          </p:cNvGraphicFramePr>
          <p:nvPr>
            <p:extLst>
              <p:ext uri="{D42A27DB-BD31-4B8C-83A1-F6EECF244321}">
                <p14:modId xmlns:p14="http://schemas.microsoft.com/office/powerpoint/2010/main" val="227161968"/>
              </p:ext>
            </p:extLst>
          </p:nvPr>
        </p:nvGraphicFramePr>
        <p:xfrm>
          <a:off x="4176275" y="4074619"/>
          <a:ext cx="2086088" cy="2745252"/>
        </p:xfrm>
        <a:graphic>
          <a:graphicData uri="http://schemas.openxmlformats.org/drawingml/2006/table">
            <a:tbl>
              <a:tblPr/>
              <a:tblGrid>
                <a:gridCol w="534896">
                  <a:extLst>
                    <a:ext uri="{9D8B030D-6E8A-4147-A177-3AD203B41FA5}">
                      <a16:colId xmlns:a16="http://schemas.microsoft.com/office/drawing/2014/main" val="773747617"/>
                    </a:ext>
                  </a:extLst>
                </a:gridCol>
                <a:gridCol w="1551192">
                  <a:extLst>
                    <a:ext uri="{9D8B030D-6E8A-4147-A177-3AD203B41FA5}">
                      <a16:colId xmlns:a16="http://schemas.microsoft.com/office/drawing/2014/main" val="3086304012"/>
                    </a:ext>
                  </a:extLst>
                </a:gridCol>
              </a:tblGrid>
              <a:tr h="198068">
                <a:tc gridSpan="2">
                  <a:txBody>
                    <a:bodyPr/>
                    <a:lstStyle/>
                    <a:p>
                      <a:r>
                        <a:rPr lang="en-GB" sz="800" dirty="0"/>
                        <a:t>Key fact Pec Minor</a:t>
                      </a:r>
                    </a:p>
                  </a:txBody>
                  <a:tcPr marL="77780" marR="77780" marT="38890" marB="38890" anchor="ctr">
                    <a:solidFill>
                      <a:srgbClr val="F7F7F7"/>
                    </a:solidFill>
                  </a:tcPr>
                </a:tc>
                <a:tc hMerge="1">
                  <a:txBody>
                    <a:bodyPr/>
                    <a:lstStyle/>
                    <a:p>
                      <a:endParaRPr lang="en-GB"/>
                    </a:p>
                  </a:txBody>
                  <a:tcPr/>
                </a:tc>
                <a:extLst>
                  <a:ext uri="{0D108BD9-81ED-4DB2-BD59-A6C34878D82A}">
                    <a16:rowId xmlns:a16="http://schemas.microsoft.com/office/drawing/2014/main" val="3656056421"/>
                  </a:ext>
                </a:extLst>
              </a:tr>
              <a:tr h="338392">
                <a:tc>
                  <a:txBody>
                    <a:bodyPr/>
                    <a:lstStyle/>
                    <a:p>
                      <a:pPr fontAlgn="t"/>
                      <a:r>
                        <a:rPr lang="en-GB" sz="800" b="0" dirty="0">
                          <a:solidFill>
                            <a:srgbClr val="495354"/>
                          </a:solidFill>
                          <a:effectLst/>
                          <a:latin typeface="var(--medium)"/>
                        </a:rPr>
                        <a:t>Origin</a:t>
                      </a:r>
                    </a:p>
                  </a:txBody>
                  <a:tcPr marL="81020" marR="81020" marT="54014" marB="54014">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Anterior surface, costal cartilages of </a:t>
                      </a:r>
                      <a:r>
                        <a:rPr lang="en-GB" sz="800" u="sng">
                          <a:solidFill>
                            <a:srgbClr val="495354"/>
                          </a:solidFill>
                          <a:effectLst/>
                          <a:hlinkClick r:id="rId5"/>
                        </a:rPr>
                        <a:t>ribs</a:t>
                      </a:r>
                      <a:r>
                        <a:rPr lang="en-GB" sz="800">
                          <a:solidFill>
                            <a:srgbClr val="495354"/>
                          </a:solidFill>
                          <a:effectLst/>
                        </a:rPr>
                        <a:t> 3-5</a:t>
                      </a:r>
                    </a:p>
                  </a:txBody>
                  <a:tcPr marL="81020" marR="81020" marT="54014" marB="5401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73875489"/>
                  </a:ext>
                </a:extLst>
              </a:tr>
              <a:tr h="338392">
                <a:tc>
                  <a:txBody>
                    <a:bodyPr/>
                    <a:lstStyle/>
                    <a:p>
                      <a:pPr fontAlgn="t"/>
                      <a:r>
                        <a:rPr lang="en-GB" sz="800" b="0">
                          <a:solidFill>
                            <a:srgbClr val="495354"/>
                          </a:solidFill>
                          <a:effectLst/>
                          <a:latin typeface="var(--medium)"/>
                        </a:rPr>
                        <a:t>Insertion</a:t>
                      </a:r>
                    </a:p>
                  </a:txBody>
                  <a:tcPr marL="81020" marR="81020" marT="54014" marB="5401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Medial border and coracoid process of scapula</a:t>
                      </a:r>
                    </a:p>
                  </a:txBody>
                  <a:tcPr marL="81020" marR="81020" marT="54014" marB="5401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492675517"/>
                  </a:ext>
                </a:extLst>
              </a:tr>
              <a:tr h="455643">
                <a:tc>
                  <a:txBody>
                    <a:bodyPr/>
                    <a:lstStyle/>
                    <a:p>
                      <a:pPr fontAlgn="t"/>
                      <a:r>
                        <a:rPr lang="en-GB" sz="800" b="0">
                          <a:solidFill>
                            <a:srgbClr val="495354"/>
                          </a:solidFill>
                          <a:effectLst/>
                          <a:latin typeface="var(--medium)"/>
                        </a:rPr>
                        <a:t>Innervation</a:t>
                      </a:r>
                    </a:p>
                  </a:txBody>
                  <a:tcPr marL="81020" marR="81020" marT="54014" marB="5401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Medial and lateral pectoral nerves (C5-T1)</a:t>
                      </a:r>
                      <a:br>
                        <a:rPr lang="en-GB" sz="800" dirty="0">
                          <a:solidFill>
                            <a:srgbClr val="495354"/>
                          </a:solidFill>
                          <a:effectLst/>
                        </a:rPr>
                      </a:br>
                      <a:endParaRPr lang="en-GB" sz="800" dirty="0">
                        <a:solidFill>
                          <a:srgbClr val="495354"/>
                        </a:solidFill>
                        <a:effectLst/>
                      </a:endParaRPr>
                    </a:p>
                  </a:txBody>
                  <a:tcPr marL="81020" marR="81020" marT="54014" marB="5401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506453337"/>
                  </a:ext>
                </a:extLst>
              </a:tr>
              <a:tr h="572893">
                <a:tc>
                  <a:txBody>
                    <a:bodyPr/>
                    <a:lstStyle/>
                    <a:p>
                      <a:pPr fontAlgn="t"/>
                      <a:r>
                        <a:rPr lang="en-GB" sz="800" b="0">
                          <a:solidFill>
                            <a:srgbClr val="495354"/>
                          </a:solidFill>
                          <a:effectLst/>
                          <a:latin typeface="var(--medium)"/>
                        </a:rPr>
                        <a:t>Blood supply</a:t>
                      </a:r>
                    </a:p>
                  </a:txBody>
                  <a:tcPr marL="81020" marR="81020" marT="54014" marB="5401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err="1">
                          <a:solidFill>
                            <a:srgbClr val="495354"/>
                          </a:solidFill>
                          <a:effectLst/>
                        </a:rPr>
                        <a:t>Thoracoacromial</a:t>
                      </a:r>
                      <a:r>
                        <a:rPr lang="en-GB" sz="800" dirty="0">
                          <a:solidFill>
                            <a:srgbClr val="495354"/>
                          </a:solidFill>
                          <a:effectLst/>
                        </a:rPr>
                        <a:t> a. (pectoral and deltoid branches), superior thoracic a., lateral thoracic a.</a:t>
                      </a:r>
                    </a:p>
                  </a:txBody>
                  <a:tcPr marL="81020" marR="81020" marT="54014" marB="5401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123615411"/>
                  </a:ext>
                </a:extLst>
              </a:tr>
              <a:tr h="795135">
                <a:tc>
                  <a:txBody>
                    <a:bodyPr/>
                    <a:lstStyle/>
                    <a:p>
                      <a:pPr fontAlgn="t"/>
                      <a:r>
                        <a:rPr lang="en-GB" sz="800" b="0">
                          <a:solidFill>
                            <a:srgbClr val="495354"/>
                          </a:solidFill>
                          <a:effectLst/>
                          <a:latin typeface="var(--medium)"/>
                        </a:rPr>
                        <a:t>Function</a:t>
                      </a:r>
                    </a:p>
                  </a:txBody>
                  <a:tcPr marL="81020" marR="81020" marT="54014" marB="5401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800" dirty="0">
                          <a:solidFill>
                            <a:srgbClr val="495354"/>
                          </a:solidFill>
                          <a:effectLst/>
                        </a:rPr>
                        <a:t>Scapulothoracic joint: draws scapula </a:t>
                      </a:r>
                      <a:r>
                        <a:rPr lang="en-GB" sz="800" dirty="0" err="1">
                          <a:solidFill>
                            <a:srgbClr val="495354"/>
                          </a:solidFill>
                          <a:effectLst/>
                        </a:rPr>
                        <a:t>anteroinferiorly</a:t>
                      </a:r>
                      <a:r>
                        <a:rPr lang="en-GB" sz="800" dirty="0">
                          <a:solidFill>
                            <a:srgbClr val="495354"/>
                          </a:solidFill>
                          <a:effectLst/>
                        </a:rPr>
                        <a:t>, stabilizes scapula on thoracic wall</a:t>
                      </a:r>
                    </a:p>
                  </a:txBody>
                  <a:tcPr marL="81020" marR="81020" marT="54014" marB="5401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3889360123"/>
                  </a:ext>
                </a:extLst>
              </a:tr>
            </a:tbl>
          </a:graphicData>
        </a:graphic>
      </p:graphicFrame>
      <p:pic>
        <p:nvPicPr>
          <p:cNvPr id="15" name="Picture 14">
            <a:extLst>
              <a:ext uri="{FF2B5EF4-FFF2-40B4-BE49-F238E27FC236}">
                <a16:creationId xmlns:a16="http://schemas.microsoft.com/office/drawing/2014/main" id="{992303E1-9885-4EA7-81B9-0C6C58991B58}"/>
              </a:ext>
            </a:extLst>
          </p:cNvPr>
          <p:cNvPicPr>
            <a:picLocks noChangeAspect="1"/>
          </p:cNvPicPr>
          <p:nvPr/>
        </p:nvPicPr>
        <p:blipFill>
          <a:blip r:embed="rId6"/>
          <a:stretch>
            <a:fillRect/>
          </a:stretch>
        </p:blipFill>
        <p:spPr>
          <a:xfrm>
            <a:off x="9288874" y="1678267"/>
            <a:ext cx="2743200" cy="2345436"/>
          </a:xfrm>
          <a:prstGeom prst="rect">
            <a:avLst/>
          </a:prstGeom>
        </p:spPr>
      </p:pic>
      <p:graphicFrame>
        <p:nvGraphicFramePr>
          <p:cNvPr id="16" name="Table 15">
            <a:extLst>
              <a:ext uri="{FF2B5EF4-FFF2-40B4-BE49-F238E27FC236}">
                <a16:creationId xmlns:a16="http://schemas.microsoft.com/office/drawing/2014/main" id="{8B33350B-6A7D-4483-9E82-B3EEFFBC5222}"/>
              </a:ext>
            </a:extLst>
          </p:cNvPr>
          <p:cNvGraphicFramePr>
            <a:graphicFrameLocks noGrp="1"/>
          </p:cNvGraphicFramePr>
          <p:nvPr>
            <p:extLst>
              <p:ext uri="{D42A27DB-BD31-4B8C-83A1-F6EECF244321}">
                <p14:modId xmlns:p14="http://schemas.microsoft.com/office/powerpoint/2010/main" val="3505990235"/>
              </p:ext>
            </p:extLst>
          </p:nvPr>
        </p:nvGraphicFramePr>
        <p:xfrm>
          <a:off x="6972682" y="4036491"/>
          <a:ext cx="5219318" cy="2821509"/>
        </p:xfrm>
        <a:graphic>
          <a:graphicData uri="http://schemas.openxmlformats.org/drawingml/2006/table">
            <a:tbl>
              <a:tblPr/>
              <a:tblGrid>
                <a:gridCol w="1338288">
                  <a:extLst>
                    <a:ext uri="{9D8B030D-6E8A-4147-A177-3AD203B41FA5}">
                      <a16:colId xmlns:a16="http://schemas.microsoft.com/office/drawing/2014/main" val="3715987226"/>
                    </a:ext>
                  </a:extLst>
                </a:gridCol>
                <a:gridCol w="3881030">
                  <a:extLst>
                    <a:ext uri="{9D8B030D-6E8A-4147-A177-3AD203B41FA5}">
                      <a16:colId xmlns:a16="http://schemas.microsoft.com/office/drawing/2014/main" val="3649672444"/>
                    </a:ext>
                  </a:extLst>
                </a:gridCol>
              </a:tblGrid>
              <a:tr h="235482">
                <a:tc gridSpan="2">
                  <a:txBody>
                    <a:bodyPr/>
                    <a:lstStyle/>
                    <a:p>
                      <a:r>
                        <a:rPr lang="en-GB" sz="600" dirty="0"/>
                        <a:t>Key facts about the trapezius muscle</a:t>
                      </a:r>
                    </a:p>
                  </a:txBody>
                  <a:tcPr marL="28638" marR="28638" marT="14319" marB="14319" anchor="ctr">
                    <a:solidFill>
                      <a:srgbClr val="F7F7F7"/>
                    </a:solidFill>
                  </a:tcPr>
                </a:tc>
                <a:tc hMerge="1">
                  <a:txBody>
                    <a:bodyPr/>
                    <a:lstStyle/>
                    <a:p>
                      <a:endParaRPr lang="en-GB"/>
                    </a:p>
                  </a:txBody>
                  <a:tcPr/>
                </a:tc>
                <a:extLst>
                  <a:ext uri="{0D108BD9-81ED-4DB2-BD59-A6C34878D82A}">
                    <a16:rowId xmlns:a16="http://schemas.microsoft.com/office/drawing/2014/main" val="2579604961"/>
                  </a:ext>
                </a:extLst>
              </a:tr>
              <a:tr h="653376">
                <a:tc>
                  <a:txBody>
                    <a:bodyPr/>
                    <a:lstStyle/>
                    <a:p>
                      <a:pPr fontAlgn="t"/>
                      <a:r>
                        <a:rPr lang="en-GB" sz="600" b="0" dirty="0">
                          <a:solidFill>
                            <a:srgbClr val="495354"/>
                          </a:solidFill>
                          <a:effectLst/>
                          <a:latin typeface="var(--medium)"/>
                        </a:rPr>
                        <a:t>Origin</a:t>
                      </a:r>
                    </a:p>
                  </a:txBody>
                  <a:tcPr marL="29831" marR="29831" marT="19887" marB="19887">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b="0" dirty="0">
                          <a:solidFill>
                            <a:srgbClr val="495354"/>
                          </a:solidFill>
                          <a:effectLst/>
                          <a:latin typeface="var(--medium)"/>
                        </a:rPr>
                        <a:t>Descending part (superior </a:t>
                      </a:r>
                      <a:r>
                        <a:rPr lang="en-GB" sz="600" b="0" dirty="0" err="1">
                          <a:solidFill>
                            <a:srgbClr val="495354"/>
                          </a:solidFill>
                          <a:effectLst/>
                          <a:latin typeface="var(--medium)"/>
                        </a:rPr>
                        <a:t>fibers</a:t>
                      </a:r>
                      <a:r>
                        <a:rPr lang="en-GB" sz="600" b="0" dirty="0">
                          <a:solidFill>
                            <a:srgbClr val="495354"/>
                          </a:solidFill>
                          <a:effectLst/>
                          <a:latin typeface="var(--medium)"/>
                        </a:rPr>
                        <a:t>):</a:t>
                      </a:r>
                      <a:r>
                        <a:rPr lang="en-GB" sz="600" dirty="0">
                          <a:solidFill>
                            <a:srgbClr val="495354"/>
                          </a:solidFill>
                          <a:effectLst/>
                        </a:rPr>
                        <a:t> medial third of the superior nuchal line, external occipital protuberance, nuchal ligament</a:t>
                      </a:r>
                      <a:br>
                        <a:rPr lang="en-GB" sz="600" dirty="0">
                          <a:solidFill>
                            <a:srgbClr val="495354"/>
                          </a:solidFill>
                          <a:effectLst/>
                        </a:rPr>
                      </a:br>
                      <a:r>
                        <a:rPr lang="en-GB" sz="600" b="0" dirty="0">
                          <a:solidFill>
                            <a:srgbClr val="495354"/>
                          </a:solidFill>
                          <a:effectLst/>
                          <a:latin typeface="var(--medium)"/>
                        </a:rPr>
                        <a:t>Transverse part (middle </a:t>
                      </a:r>
                      <a:r>
                        <a:rPr lang="en-GB" sz="600" b="0" dirty="0" err="1">
                          <a:solidFill>
                            <a:srgbClr val="495354"/>
                          </a:solidFill>
                          <a:effectLst/>
                          <a:latin typeface="var(--medium)"/>
                        </a:rPr>
                        <a:t>fibers</a:t>
                      </a:r>
                      <a:r>
                        <a:rPr lang="en-GB" sz="600" b="0" dirty="0">
                          <a:solidFill>
                            <a:srgbClr val="495354"/>
                          </a:solidFill>
                          <a:effectLst/>
                          <a:latin typeface="var(--medium)"/>
                        </a:rPr>
                        <a:t>):</a:t>
                      </a:r>
                      <a:r>
                        <a:rPr lang="en-GB" sz="600" dirty="0">
                          <a:solidFill>
                            <a:srgbClr val="495354"/>
                          </a:solidFill>
                          <a:effectLst/>
                        </a:rPr>
                        <a:t> spinous processes and supraspinous ligaments of vertebrae T1-T4 (or C7-T3)</a:t>
                      </a:r>
                      <a:br>
                        <a:rPr lang="en-GB" sz="600" dirty="0">
                          <a:solidFill>
                            <a:srgbClr val="495354"/>
                          </a:solidFill>
                          <a:effectLst/>
                        </a:rPr>
                      </a:br>
                      <a:r>
                        <a:rPr lang="en-GB" sz="600" b="0" dirty="0">
                          <a:solidFill>
                            <a:srgbClr val="495354"/>
                          </a:solidFill>
                          <a:effectLst/>
                          <a:latin typeface="var(--medium)"/>
                        </a:rPr>
                        <a:t>Ascending part (inferior </a:t>
                      </a:r>
                      <a:r>
                        <a:rPr lang="en-GB" sz="600" b="0" dirty="0" err="1">
                          <a:solidFill>
                            <a:srgbClr val="495354"/>
                          </a:solidFill>
                          <a:effectLst/>
                          <a:latin typeface="var(--medium)"/>
                        </a:rPr>
                        <a:t>fibers</a:t>
                      </a:r>
                      <a:r>
                        <a:rPr lang="en-GB" sz="600" b="0" dirty="0">
                          <a:solidFill>
                            <a:srgbClr val="495354"/>
                          </a:solidFill>
                          <a:effectLst/>
                          <a:latin typeface="var(--medium)"/>
                        </a:rPr>
                        <a:t>): </a:t>
                      </a:r>
                      <a:r>
                        <a:rPr lang="en-GB" sz="600" dirty="0">
                          <a:solidFill>
                            <a:srgbClr val="495354"/>
                          </a:solidFill>
                          <a:effectLst/>
                        </a:rPr>
                        <a:t>spinous processes and supraspinous ligaments of vertebrae T4-T12</a:t>
                      </a:r>
                    </a:p>
                  </a:txBody>
                  <a:tcPr marL="29831" marR="29831" marT="19887" marB="19887">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743215295"/>
                  </a:ext>
                </a:extLst>
              </a:tr>
              <a:tr h="507479">
                <a:tc>
                  <a:txBody>
                    <a:bodyPr/>
                    <a:lstStyle/>
                    <a:p>
                      <a:pPr fontAlgn="t"/>
                      <a:r>
                        <a:rPr lang="en-GB" sz="600" b="0">
                          <a:solidFill>
                            <a:srgbClr val="495354"/>
                          </a:solidFill>
                          <a:effectLst/>
                          <a:latin typeface="var(--medium)"/>
                        </a:rPr>
                        <a:t>Insertion</a:t>
                      </a:r>
                    </a:p>
                  </a:txBody>
                  <a:tcPr marL="29831" marR="29831" marT="19887" marB="19887">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b="0" dirty="0">
                          <a:solidFill>
                            <a:srgbClr val="495354"/>
                          </a:solidFill>
                          <a:effectLst/>
                          <a:latin typeface="var(--medium)"/>
                        </a:rPr>
                        <a:t>Descending part (superior </a:t>
                      </a:r>
                      <a:r>
                        <a:rPr lang="en-GB" sz="600" b="0" dirty="0" err="1">
                          <a:solidFill>
                            <a:srgbClr val="495354"/>
                          </a:solidFill>
                          <a:effectLst/>
                          <a:latin typeface="var(--medium)"/>
                        </a:rPr>
                        <a:t>fibers</a:t>
                      </a:r>
                      <a:r>
                        <a:rPr lang="en-GB" sz="600" b="0" dirty="0">
                          <a:solidFill>
                            <a:srgbClr val="495354"/>
                          </a:solidFill>
                          <a:effectLst/>
                          <a:latin typeface="var(--medium)"/>
                        </a:rPr>
                        <a:t>):</a:t>
                      </a:r>
                      <a:r>
                        <a:rPr lang="en-GB" sz="600" dirty="0">
                          <a:solidFill>
                            <a:srgbClr val="495354"/>
                          </a:solidFill>
                          <a:effectLst/>
                        </a:rPr>
                        <a:t> lateral third of clavicle</a:t>
                      </a:r>
                      <a:br>
                        <a:rPr lang="en-GB" sz="600" dirty="0">
                          <a:solidFill>
                            <a:srgbClr val="495354"/>
                          </a:solidFill>
                          <a:effectLst/>
                        </a:rPr>
                      </a:br>
                      <a:r>
                        <a:rPr lang="en-GB" sz="600" b="0" dirty="0">
                          <a:solidFill>
                            <a:srgbClr val="495354"/>
                          </a:solidFill>
                          <a:effectLst/>
                          <a:latin typeface="var(--medium)"/>
                        </a:rPr>
                        <a:t>Transverse part (middle </a:t>
                      </a:r>
                      <a:r>
                        <a:rPr lang="en-GB" sz="600" b="0" dirty="0" err="1">
                          <a:solidFill>
                            <a:srgbClr val="495354"/>
                          </a:solidFill>
                          <a:effectLst/>
                          <a:latin typeface="var(--medium)"/>
                        </a:rPr>
                        <a:t>fibers</a:t>
                      </a:r>
                      <a:r>
                        <a:rPr lang="en-GB" sz="600" b="0" dirty="0">
                          <a:solidFill>
                            <a:srgbClr val="495354"/>
                          </a:solidFill>
                          <a:effectLst/>
                          <a:latin typeface="var(--medium)"/>
                        </a:rPr>
                        <a:t>):</a:t>
                      </a:r>
                      <a:r>
                        <a:rPr lang="en-GB" sz="600" dirty="0">
                          <a:solidFill>
                            <a:srgbClr val="495354"/>
                          </a:solidFill>
                          <a:effectLst/>
                        </a:rPr>
                        <a:t> medial acromial margin, superior crest of spine of scapula</a:t>
                      </a:r>
                      <a:br>
                        <a:rPr lang="en-GB" sz="600" dirty="0">
                          <a:solidFill>
                            <a:srgbClr val="495354"/>
                          </a:solidFill>
                          <a:effectLst/>
                        </a:rPr>
                      </a:br>
                      <a:r>
                        <a:rPr lang="en-GB" sz="600" b="0" dirty="0">
                          <a:solidFill>
                            <a:srgbClr val="495354"/>
                          </a:solidFill>
                          <a:effectLst/>
                          <a:latin typeface="var(--medium)"/>
                        </a:rPr>
                        <a:t>Ascending part (inferior </a:t>
                      </a:r>
                      <a:r>
                        <a:rPr lang="en-GB" sz="600" b="0" dirty="0" err="1">
                          <a:solidFill>
                            <a:srgbClr val="495354"/>
                          </a:solidFill>
                          <a:effectLst/>
                          <a:latin typeface="var(--medium)"/>
                        </a:rPr>
                        <a:t>fibers</a:t>
                      </a:r>
                      <a:r>
                        <a:rPr lang="en-GB" sz="600" b="0" dirty="0">
                          <a:solidFill>
                            <a:srgbClr val="495354"/>
                          </a:solidFill>
                          <a:effectLst/>
                          <a:latin typeface="var(--medium)"/>
                        </a:rPr>
                        <a:t>):</a:t>
                      </a:r>
                      <a:r>
                        <a:rPr lang="en-GB" sz="600" dirty="0">
                          <a:solidFill>
                            <a:srgbClr val="495354"/>
                          </a:solidFill>
                          <a:effectLst/>
                        </a:rPr>
                        <a:t> lateral apex of the medial end of scapular spine</a:t>
                      </a:r>
                    </a:p>
                  </a:txBody>
                  <a:tcPr marL="29831" marR="29831" marT="19887" marB="19887">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864775877"/>
                  </a:ext>
                </a:extLst>
              </a:tr>
              <a:tr h="264316">
                <a:tc>
                  <a:txBody>
                    <a:bodyPr/>
                    <a:lstStyle/>
                    <a:p>
                      <a:pPr fontAlgn="t"/>
                      <a:r>
                        <a:rPr lang="en-GB" sz="600" b="0">
                          <a:solidFill>
                            <a:srgbClr val="495354"/>
                          </a:solidFill>
                          <a:effectLst/>
                          <a:latin typeface="var(--medium)"/>
                        </a:rPr>
                        <a:t>Innervation</a:t>
                      </a:r>
                    </a:p>
                  </a:txBody>
                  <a:tcPr marL="29831" marR="29831" marT="19887" marB="19887">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b="0">
                          <a:solidFill>
                            <a:srgbClr val="495354"/>
                          </a:solidFill>
                          <a:effectLst/>
                          <a:latin typeface="var(--medium)"/>
                        </a:rPr>
                        <a:t>Motor: </a:t>
                      </a:r>
                      <a:r>
                        <a:rPr lang="en-GB" sz="600">
                          <a:solidFill>
                            <a:srgbClr val="495354"/>
                          </a:solidFill>
                          <a:effectLst/>
                        </a:rPr>
                        <a:t>accessory nerve (CN XI)</a:t>
                      </a:r>
                      <a:br>
                        <a:rPr lang="en-GB" sz="600">
                          <a:solidFill>
                            <a:srgbClr val="495354"/>
                          </a:solidFill>
                          <a:effectLst/>
                        </a:rPr>
                      </a:br>
                      <a:r>
                        <a:rPr lang="en-GB" sz="600" b="0">
                          <a:solidFill>
                            <a:srgbClr val="495354"/>
                          </a:solidFill>
                          <a:effectLst/>
                          <a:latin typeface="var(--medium)"/>
                        </a:rPr>
                        <a:t>Motor/Sensory: </a:t>
                      </a:r>
                      <a:r>
                        <a:rPr lang="en-GB" sz="600">
                          <a:solidFill>
                            <a:srgbClr val="495354"/>
                          </a:solidFill>
                          <a:effectLst/>
                        </a:rPr>
                        <a:t>anterior rami of spinal nerves C3-C4 (via cervical plexus)</a:t>
                      </a:r>
                    </a:p>
                  </a:txBody>
                  <a:tcPr marL="29831" marR="29831" marT="19887" marB="19887">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702498638"/>
                  </a:ext>
                </a:extLst>
              </a:tr>
              <a:tr h="847907">
                <a:tc>
                  <a:txBody>
                    <a:bodyPr/>
                    <a:lstStyle/>
                    <a:p>
                      <a:pPr fontAlgn="t"/>
                      <a:endParaRPr lang="en-GB" sz="600" b="0">
                        <a:solidFill>
                          <a:srgbClr val="495354"/>
                        </a:solidFill>
                        <a:effectLst/>
                        <a:latin typeface="var(--medium)"/>
                      </a:endParaRPr>
                    </a:p>
                  </a:txBody>
                  <a:tcPr marL="29831" marR="29831" marT="19887" marB="19887">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600" b="0">
                          <a:solidFill>
                            <a:srgbClr val="495354"/>
                          </a:solidFill>
                          <a:effectLst/>
                          <a:latin typeface="var(--medium)"/>
                        </a:rPr>
                        <a:t>Descending part (superior fibers)</a:t>
                      </a:r>
                      <a:br>
                        <a:rPr lang="en-GB" sz="600">
                          <a:solidFill>
                            <a:srgbClr val="495354"/>
                          </a:solidFill>
                          <a:effectLst/>
                        </a:rPr>
                      </a:br>
                      <a:r>
                        <a:rPr lang="en-GB" sz="600">
                          <a:solidFill>
                            <a:srgbClr val="495354"/>
                          </a:solidFill>
                          <a:effectLst/>
                        </a:rPr>
                        <a:t>- Scapulothoracic joint: draws scapula superomedially</a:t>
                      </a:r>
                      <a:br>
                        <a:rPr lang="en-GB" sz="600">
                          <a:solidFill>
                            <a:srgbClr val="495354"/>
                          </a:solidFill>
                          <a:effectLst/>
                        </a:rPr>
                      </a:br>
                      <a:r>
                        <a:rPr lang="en-GB" sz="600">
                          <a:solidFill>
                            <a:srgbClr val="495354"/>
                          </a:solidFill>
                          <a:effectLst/>
                        </a:rPr>
                        <a:t>- Atlantooccipital joint: extension of head and neck, lateral flexion of head and neck (ipsilateral)</a:t>
                      </a:r>
                      <a:br>
                        <a:rPr lang="en-GB" sz="600">
                          <a:solidFill>
                            <a:srgbClr val="495354"/>
                          </a:solidFill>
                          <a:effectLst/>
                        </a:rPr>
                      </a:br>
                      <a:r>
                        <a:rPr lang="en-GB" sz="600">
                          <a:solidFill>
                            <a:srgbClr val="495354"/>
                          </a:solidFill>
                          <a:effectLst/>
                        </a:rPr>
                        <a:t>- Altantoaxial joint: rotation of head (contralateral)</a:t>
                      </a:r>
                      <a:br>
                        <a:rPr lang="en-GB" sz="600">
                          <a:solidFill>
                            <a:srgbClr val="495354"/>
                          </a:solidFill>
                          <a:effectLst/>
                        </a:rPr>
                      </a:br>
                      <a:r>
                        <a:rPr lang="en-GB" sz="600" b="0">
                          <a:solidFill>
                            <a:srgbClr val="495354"/>
                          </a:solidFill>
                          <a:effectLst/>
                          <a:latin typeface="var(--medium)"/>
                        </a:rPr>
                        <a:t>Transverse part (middle fibers)</a:t>
                      </a:r>
                      <a:br>
                        <a:rPr lang="en-GB" sz="600">
                          <a:solidFill>
                            <a:srgbClr val="495354"/>
                          </a:solidFill>
                          <a:effectLst/>
                        </a:rPr>
                      </a:br>
                      <a:r>
                        <a:rPr lang="en-GB" sz="600">
                          <a:solidFill>
                            <a:srgbClr val="495354"/>
                          </a:solidFill>
                          <a:effectLst/>
                        </a:rPr>
                        <a:t>- Scapulothoracic joint: draws scapula medially</a:t>
                      </a:r>
                      <a:br>
                        <a:rPr lang="en-GB" sz="600">
                          <a:solidFill>
                            <a:srgbClr val="495354"/>
                          </a:solidFill>
                          <a:effectLst/>
                        </a:rPr>
                      </a:br>
                      <a:r>
                        <a:rPr lang="en-GB" sz="600" b="0">
                          <a:solidFill>
                            <a:srgbClr val="495354"/>
                          </a:solidFill>
                          <a:effectLst/>
                          <a:latin typeface="var(--medium)"/>
                        </a:rPr>
                        <a:t>Ascending part (inferior fibers)</a:t>
                      </a:r>
                      <a:br>
                        <a:rPr lang="en-GB" sz="600">
                          <a:solidFill>
                            <a:srgbClr val="495354"/>
                          </a:solidFill>
                          <a:effectLst/>
                        </a:rPr>
                      </a:br>
                      <a:r>
                        <a:rPr lang="en-GB" sz="600">
                          <a:solidFill>
                            <a:srgbClr val="495354"/>
                          </a:solidFill>
                          <a:effectLst/>
                        </a:rPr>
                        <a:t>- Scapulothoracic joint: Draws scapula inferomedially</a:t>
                      </a:r>
                    </a:p>
                  </a:txBody>
                  <a:tcPr marL="29831" marR="29831" marT="19887" marB="19887">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32055023"/>
                  </a:ext>
                </a:extLst>
              </a:tr>
              <a:tr h="312949">
                <a:tc>
                  <a:txBody>
                    <a:bodyPr/>
                    <a:lstStyle/>
                    <a:p>
                      <a:pPr fontAlgn="t"/>
                      <a:r>
                        <a:rPr lang="en-GB" sz="600" b="0">
                          <a:solidFill>
                            <a:srgbClr val="495354"/>
                          </a:solidFill>
                          <a:effectLst/>
                          <a:latin typeface="var(--medium)"/>
                        </a:rPr>
                        <a:t>Blood supply</a:t>
                      </a:r>
                    </a:p>
                  </a:txBody>
                  <a:tcPr marL="29831" marR="29831" marT="19887" marB="19887">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600" dirty="0">
                          <a:solidFill>
                            <a:srgbClr val="495354"/>
                          </a:solidFill>
                          <a:effectLst/>
                        </a:rPr>
                        <a:t>Occipital artery (descending part), superficial or transverse cervical artery (transverse part), dorsal scapular artery (ascending part)</a:t>
                      </a:r>
                    </a:p>
                  </a:txBody>
                  <a:tcPr marL="29831" marR="29831" marT="19887" marB="19887">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1748567709"/>
                  </a:ext>
                </a:extLst>
              </a:tr>
            </a:tbl>
          </a:graphicData>
        </a:graphic>
      </p:graphicFrame>
    </p:spTree>
    <p:extLst>
      <p:ext uri="{BB962C8B-B14F-4D97-AF65-F5344CB8AC3E}">
        <p14:creationId xmlns:p14="http://schemas.microsoft.com/office/powerpoint/2010/main" val="2094712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D2D83-A69B-4330-A6E7-354FC9FA5202}"/>
              </a:ext>
            </a:extLst>
          </p:cNvPr>
          <p:cNvSpPr>
            <a:spLocks noGrp="1"/>
          </p:cNvSpPr>
          <p:nvPr>
            <p:ph type="title"/>
          </p:nvPr>
        </p:nvSpPr>
        <p:spPr>
          <a:xfrm>
            <a:off x="0" y="262719"/>
            <a:ext cx="10515600" cy="1325563"/>
          </a:xfrm>
        </p:spPr>
        <p:txBody>
          <a:bodyPr/>
          <a:lstStyle/>
          <a:p>
            <a:r>
              <a:rPr lang="en-GB" dirty="0"/>
              <a:t>Accessory inspiratory muscles of the shoulder girdle and back.</a:t>
            </a:r>
          </a:p>
        </p:txBody>
      </p:sp>
      <p:sp>
        <p:nvSpPr>
          <p:cNvPr id="11" name="Slide Number Placeholder 10">
            <a:extLst>
              <a:ext uri="{FF2B5EF4-FFF2-40B4-BE49-F238E27FC236}">
                <a16:creationId xmlns:a16="http://schemas.microsoft.com/office/drawing/2014/main" id="{09C05F9B-C67C-439A-9D8A-20F8D13FD29A}"/>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30</a:t>
            </a:fld>
            <a:endParaRPr lang="en-US" dirty="0"/>
          </a:p>
        </p:txBody>
      </p:sp>
      <p:pic>
        <p:nvPicPr>
          <p:cNvPr id="20" name="Picture 19">
            <a:extLst>
              <a:ext uri="{FF2B5EF4-FFF2-40B4-BE49-F238E27FC236}">
                <a16:creationId xmlns:a16="http://schemas.microsoft.com/office/drawing/2014/main" id="{57E327EE-39CF-417C-94D4-003AB9ABEC4D}"/>
              </a:ext>
            </a:extLst>
          </p:cNvPr>
          <p:cNvPicPr>
            <a:picLocks noChangeAspect="1"/>
          </p:cNvPicPr>
          <p:nvPr/>
        </p:nvPicPr>
        <p:blipFill>
          <a:blip r:embed="rId3"/>
          <a:stretch>
            <a:fillRect/>
          </a:stretch>
        </p:blipFill>
        <p:spPr>
          <a:xfrm>
            <a:off x="623299" y="1703399"/>
            <a:ext cx="3054342" cy="2424384"/>
          </a:xfrm>
          <a:prstGeom prst="rect">
            <a:avLst/>
          </a:prstGeom>
        </p:spPr>
      </p:pic>
      <p:graphicFrame>
        <p:nvGraphicFramePr>
          <p:cNvPr id="21" name="Table 20">
            <a:extLst>
              <a:ext uri="{FF2B5EF4-FFF2-40B4-BE49-F238E27FC236}">
                <a16:creationId xmlns:a16="http://schemas.microsoft.com/office/drawing/2014/main" id="{9CB64FD1-D535-43FE-9718-750DC057C094}"/>
              </a:ext>
            </a:extLst>
          </p:cNvPr>
          <p:cNvGraphicFramePr>
            <a:graphicFrameLocks noGrp="1"/>
          </p:cNvGraphicFramePr>
          <p:nvPr>
            <p:extLst>
              <p:ext uri="{D42A27DB-BD31-4B8C-83A1-F6EECF244321}">
                <p14:modId xmlns:p14="http://schemas.microsoft.com/office/powerpoint/2010/main" val="146023176"/>
              </p:ext>
            </p:extLst>
          </p:nvPr>
        </p:nvGraphicFramePr>
        <p:xfrm>
          <a:off x="852911" y="4127783"/>
          <a:ext cx="4667652" cy="2724840"/>
        </p:xfrm>
        <a:graphic>
          <a:graphicData uri="http://schemas.openxmlformats.org/drawingml/2006/table">
            <a:tbl>
              <a:tblPr/>
              <a:tblGrid>
                <a:gridCol w="1196834">
                  <a:extLst>
                    <a:ext uri="{9D8B030D-6E8A-4147-A177-3AD203B41FA5}">
                      <a16:colId xmlns:a16="http://schemas.microsoft.com/office/drawing/2014/main" val="744977615"/>
                    </a:ext>
                  </a:extLst>
                </a:gridCol>
                <a:gridCol w="3470818">
                  <a:extLst>
                    <a:ext uri="{9D8B030D-6E8A-4147-A177-3AD203B41FA5}">
                      <a16:colId xmlns:a16="http://schemas.microsoft.com/office/drawing/2014/main" val="2733442121"/>
                    </a:ext>
                  </a:extLst>
                </a:gridCol>
              </a:tblGrid>
              <a:tr h="282394">
                <a:tc gridSpan="2">
                  <a:txBody>
                    <a:bodyPr/>
                    <a:lstStyle/>
                    <a:p>
                      <a:r>
                        <a:rPr lang="en-GB" sz="800" dirty="0"/>
                        <a:t>Key facts about the quadratus lumborum </a:t>
                      </a:r>
                    </a:p>
                  </a:txBody>
                  <a:tcPr marL="73821" marR="73821" marT="36910" marB="36910" anchor="ctr">
                    <a:solidFill>
                      <a:srgbClr val="F7F7F7"/>
                    </a:solidFill>
                  </a:tcPr>
                </a:tc>
                <a:tc hMerge="1">
                  <a:txBody>
                    <a:bodyPr/>
                    <a:lstStyle/>
                    <a:p>
                      <a:endParaRPr lang="en-GB"/>
                    </a:p>
                  </a:txBody>
                  <a:tcPr/>
                </a:tc>
                <a:extLst>
                  <a:ext uri="{0D108BD9-81ED-4DB2-BD59-A6C34878D82A}">
                    <a16:rowId xmlns:a16="http://schemas.microsoft.com/office/drawing/2014/main" val="3442087445"/>
                  </a:ext>
                </a:extLst>
              </a:tr>
              <a:tr h="277476">
                <a:tc>
                  <a:txBody>
                    <a:bodyPr/>
                    <a:lstStyle/>
                    <a:p>
                      <a:pPr fontAlgn="t"/>
                      <a:r>
                        <a:rPr lang="en-GB" sz="800" b="0">
                          <a:solidFill>
                            <a:srgbClr val="495354"/>
                          </a:solidFill>
                          <a:effectLst/>
                          <a:latin typeface="var(--medium)"/>
                        </a:rPr>
                        <a:t>Origin</a:t>
                      </a:r>
                    </a:p>
                  </a:txBody>
                  <a:tcPr marL="76897" marR="76897" marT="51265" marB="51265">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Iliac crest, iliolumbar ligament</a:t>
                      </a:r>
                    </a:p>
                  </a:txBody>
                  <a:tcPr marL="76897" marR="76897" marT="51265" marB="5126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583195570"/>
                  </a:ext>
                </a:extLst>
              </a:tr>
              <a:tr h="428200">
                <a:tc>
                  <a:txBody>
                    <a:bodyPr/>
                    <a:lstStyle/>
                    <a:p>
                      <a:pPr fontAlgn="t"/>
                      <a:r>
                        <a:rPr lang="en-GB" sz="800" b="0">
                          <a:solidFill>
                            <a:srgbClr val="495354"/>
                          </a:solidFill>
                          <a:effectLst/>
                          <a:latin typeface="var(--medium)"/>
                        </a:rPr>
                        <a:t>Insertion</a:t>
                      </a:r>
                    </a:p>
                  </a:txBody>
                  <a:tcPr marL="76897" marR="76897" marT="51265" marB="5126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Inferior border of rib 12, transverse processes of vertebrae L1-L4</a:t>
                      </a:r>
                    </a:p>
                  </a:txBody>
                  <a:tcPr marL="76897" marR="76897" marT="51265" marB="5126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4034573864"/>
                  </a:ext>
                </a:extLst>
              </a:tr>
              <a:tr h="578923">
                <a:tc>
                  <a:txBody>
                    <a:bodyPr/>
                    <a:lstStyle/>
                    <a:p>
                      <a:pPr fontAlgn="t"/>
                      <a:r>
                        <a:rPr lang="en-GB" sz="800" b="0" dirty="0">
                          <a:solidFill>
                            <a:srgbClr val="495354"/>
                          </a:solidFill>
                          <a:effectLst/>
                          <a:latin typeface="var(--medium)"/>
                        </a:rPr>
                        <a:t>Innervation</a:t>
                      </a:r>
                    </a:p>
                  </a:txBody>
                  <a:tcPr marL="76897" marR="76897" marT="51265" marB="5126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Subcostal nerve (T12), anterior rami of spinal nerves L1-L4</a:t>
                      </a:r>
                      <a:br>
                        <a:rPr lang="en-GB" sz="800">
                          <a:solidFill>
                            <a:srgbClr val="495354"/>
                          </a:solidFill>
                          <a:effectLst/>
                        </a:rPr>
                      </a:br>
                      <a:endParaRPr lang="en-GB" sz="800">
                        <a:solidFill>
                          <a:srgbClr val="495354"/>
                        </a:solidFill>
                        <a:effectLst/>
                      </a:endParaRPr>
                    </a:p>
                  </a:txBody>
                  <a:tcPr marL="76897" marR="76897" marT="51265" marB="5126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970111813"/>
                  </a:ext>
                </a:extLst>
              </a:tr>
              <a:tr h="428200">
                <a:tc>
                  <a:txBody>
                    <a:bodyPr/>
                    <a:lstStyle/>
                    <a:p>
                      <a:pPr fontAlgn="t"/>
                      <a:r>
                        <a:rPr lang="en-GB" sz="800" b="0">
                          <a:solidFill>
                            <a:srgbClr val="495354"/>
                          </a:solidFill>
                          <a:effectLst/>
                          <a:latin typeface="var(--medium)"/>
                        </a:rPr>
                        <a:t>Blood supply</a:t>
                      </a:r>
                    </a:p>
                  </a:txBody>
                  <a:tcPr marL="76897" marR="76897" marT="51265" marB="5126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Lumbar, median sacral, iliolumbar and subcostal arteries</a:t>
                      </a:r>
                    </a:p>
                  </a:txBody>
                  <a:tcPr marL="76897" marR="76897" marT="51265" marB="5126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783765241"/>
                  </a:ext>
                </a:extLst>
              </a:tr>
              <a:tr h="729647">
                <a:tc>
                  <a:txBody>
                    <a:bodyPr/>
                    <a:lstStyle/>
                    <a:p>
                      <a:pPr fontAlgn="t"/>
                      <a:r>
                        <a:rPr lang="en-GB" sz="800" b="0">
                          <a:solidFill>
                            <a:srgbClr val="495354"/>
                          </a:solidFill>
                          <a:effectLst/>
                          <a:latin typeface="var(--medium)"/>
                        </a:rPr>
                        <a:t>Function</a:t>
                      </a:r>
                    </a:p>
                  </a:txBody>
                  <a:tcPr marL="76897" marR="76897" marT="51265" marB="5126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800" dirty="0">
                          <a:solidFill>
                            <a:srgbClr val="495354"/>
                          </a:solidFill>
                          <a:effectLst/>
                        </a:rPr>
                        <a:t>Bilateral contraction - fixes Ribs 12 during inspiration, trunk extension</a:t>
                      </a:r>
                      <a:br>
                        <a:rPr lang="en-GB" sz="800" dirty="0">
                          <a:solidFill>
                            <a:srgbClr val="495354"/>
                          </a:solidFill>
                          <a:effectLst/>
                        </a:rPr>
                      </a:br>
                      <a:r>
                        <a:rPr lang="en-GB" sz="800" dirty="0">
                          <a:solidFill>
                            <a:srgbClr val="495354"/>
                          </a:solidFill>
                          <a:effectLst/>
                        </a:rPr>
                        <a:t>Unilateral contraction - lateral flexion of trunk (ipsilateral)</a:t>
                      </a:r>
                    </a:p>
                  </a:txBody>
                  <a:tcPr marL="76897" marR="76897" marT="51265" marB="5126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629563082"/>
                  </a:ext>
                </a:extLst>
              </a:tr>
            </a:tbl>
          </a:graphicData>
        </a:graphic>
      </p:graphicFrame>
      <p:pic>
        <p:nvPicPr>
          <p:cNvPr id="6146" name="Picture 2" descr="Serratus anterior muscle (Musculus serratus anterior)">
            <a:extLst>
              <a:ext uri="{FF2B5EF4-FFF2-40B4-BE49-F238E27FC236}">
                <a16:creationId xmlns:a16="http://schemas.microsoft.com/office/drawing/2014/main" id="{BBC1F45B-7C65-4D2E-B9E2-EF782CF6B9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7135" y="1620587"/>
            <a:ext cx="2442290" cy="244229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20A07360-8CBD-4913-93E4-7B24E55D71EF}"/>
              </a:ext>
            </a:extLst>
          </p:cNvPr>
          <p:cNvGraphicFramePr>
            <a:graphicFrameLocks noGrp="1"/>
          </p:cNvGraphicFramePr>
          <p:nvPr>
            <p:extLst>
              <p:ext uri="{D42A27DB-BD31-4B8C-83A1-F6EECF244321}">
                <p14:modId xmlns:p14="http://schemas.microsoft.com/office/powerpoint/2010/main" val="3592843851"/>
              </p:ext>
            </p:extLst>
          </p:nvPr>
        </p:nvGraphicFramePr>
        <p:xfrm>
          <a:off x="6467859" y="4095182"/>
          <a:ext cx="5100842" cy="2626293"/>
        </p:xfrm>
        <a:graphic>
          <a:graphicData uri="http://schemas.openxmlformats.org/drawingml/2006/table">
            <a:tbl>
              <a:tblPr/>
              <a:tblGrid>
                <a:gridCol w="1307907">
                  <a:extLst>
                    <a:ext uri="{9D8B030D-6E8A-4147-A177-3AD203B41FA5}">
                      <a16:colId xmlns:a16="http://schemas.microsoft.com/office/drawing/2014/main" val="1095352085"/>
                    </a:ext>
                  </a:extLst>
                </a:gridCol>
                <a:gridCol w="3792935">
                  <a:extLst>
                    <a:ext uri="{9D8B030D-6E8A-4147-A177-3AD203B41FA5}">
                      <a16:colId xmlns:a16="http://schemas.microsoft.com/office/drawing/2014/main" val="3679952907"/>
                    </a:ext>
                  </a:extLst>
                </a:gridCol>
              </a:tblGrid>
              <a:tr h="173876">
                <a:tc gridSpan="2">
                  <a:txBody>
                    <a:bodyPr/>
                    <a:lstStyle/>
                    <a:p>
                      <a:r>
                        <a:rPr lang="en-GB" sz="800" dirty="0"/>
                        <a:t>Key facts about the serratus anterior </a:t>
                      </a:r>
                      <a:r>
                        <a:rPr lang="en-GB" sz="800" dirty="0" err="1"/>
                        <a:t>muscleTable</a:t>
                      </a:r>
                      <a:r>
                        <a:rPr lang="en-GB" sz="800" dirty="0"/>
                        <a:t> quiz</a:t>
                      </a:r>
                    </a:p>
                  </a:txBody>
                  <a:tcPr marL="43106" marR="43106" marT="21553" marB="21553" anchor="ctr">
                    <a:solidFill>
                      <a:srgbClr val="F7F7F7"/>
                    </a:solidFill>
                  </a:tcPr>
                </a:tc>
                <a:tc hMerge="1">
                  <a:txBody>
                    <a:bodyPr/>
                    <a:lstStyle/>
                    <a:p>
                      <a:endParaRPr lang="en-GB"/>
                    </a:p>
                  </a:txBody>
                  <a:tcPr/>
                </a:tc>
                <a:extLst>
                  <a:ext uri="{0D108BD9-81ED-4DB2-BD59-A6C34878D82A}">
                    <a16:rowId xmlns:a16="http://schemas.microsoft.com/office/drawing/2014/main" val="2226247261"/>
                  </a:ext>
                </a:extLst>
              </a:tr>
              <a:tr h="534559">
                <a:tc>
                  <a:txBody>
                    <a:bodyPr/>
                    <a:lstStyle/>
                    <a:p>
                      <a:pPr fontAlgn="t"/>
                      <a:r>
                        <a:rPr lang="en-GB" sz="800" b="0">
                          <a:solidFill>
                            <a:srgbClr val="495354"/>
                          </a:solidFill>
                          <a:effectLst/>
                          <a:latin typeface="var(--medium)"/>
                        </a:rPr>
                        <a:t>Origin</a:t>
                      </a:r>
                    </a:p>
                  </a:txBody>
                  <a:tcPr marL="44902" marR="44902" marT="29935" marB="29935">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b="0" dirty="0">
                          <a:solidFill>
                            <a:srgbClr val="495354"/>
                          </a:solidFill>
                          <a:effectLst/>
                          <a:latin typeface="var(--medium)"/>
                        </a:rPr>
                        <a:t>Superior part: </a:t>
                      </a:r>
                      <a:r>
                        <a:rPr lang="en-GB" sz="800" dirty="0">
                          <a:solidFill>
                            <a:srgbClr val="495354"/>
                          </a:solidFill>
                          <a:effectLst/>
                        </a:rPr>
                        <a:t>Ribs 1-2, Intercostal fascia</a:t>
                      </a:r>
                      <a:br>
                        <a:rPr lang="en-GB" sz="800" dirty="0">
                          <a:solidFill>
                            <a:srgbClr val="495354"/>
                          </a:solidFill>
                          <a:effectLst/>
                        </a:rPr>
                      </a:br>
                      <a:r>
                        <a:rPr lang="en-GB" sz="800" b="0" dirty="0">
                          <a:solidFill>
                            <a:srgbClr val="495354"/>
                          </a:solidFill>
                          <a:effectLst/>
                          <a:latin typeface="var(--medium)"/>
                        </a:rPr>
                        <a:t>Middle part: </a:t>
                      </a:r>
                      <a:r>
                        <a:rPr lang="en-GB" sz="800" dirty="0">
                          <a:solidFill>
                            <a:srgbClr val="495354"/>
                          </a:solidFill>
                          <a:effectLst/>
                        </a:rPr>
                        <a:t>Ribs-3-6</a:t>
                      </a:r>
                      <a:br>
                        <a:rPr lang="en-GB" sz="800" dirty="0">
                          <a:solidFill>
                            <a:srgbClr val="495354"/>
                          </a:solidFill>
                          <a:effectLst/>
                        </a:rPr>
                      </a:br>
                      <a:r>
                        <a:rPr lang="en-GB" sz="800" b="0" dirty="0">
                          <a:solidFill>
                            <a:srgbClr val="495354"/>
                          </a:solidFill>
                          <a:effectLst/>
                          <a:latin typeface="var(--medium)"/>
                        </a:rPr>
                        <a:t>Inferior part:</a:t>
                      </a:r>
                      <a:r>
                        <a:rPr lang="en-GB" sz="800" dirty="0">
                          <a:solidFill>
                            <a:srgbClr val="495354"/>
                          </a:solidFill>
                          <a:effectLst/>
                        </a:rPr>
                        <a:t> Ribs 7-8/9 (variably extends to rib 10 (+ </a:t>
                      </a:r>
                      <a:r>
                        <a:rPr lang="en-GB" sz="800" u="sng" dirty="0">
                          <a:solidFill>
                            <a:srgbClr val="495354"/>
                          </a:solidFill>
                          <a:effectLst/>
                          <a:hlinkClick r:id="rId5"/>
                        </a:rPr>
                        <a:t>external oblique muscle</a:t>
                      </a:r>
                      <a:r>
                        <a:rPr lang="en-GB" sz="800" dirty="0">
                          <a:solidFill>
                            <a:srgbClr val="495354"/>
                          </a:solidFill>
                          <a:effectLst/>
                        </a:rPr>
                        <a:t>))</a:t>
                      </a:r>
                    </a:p>
                  </a:txBody>
                  <a:tcPr marL="44902" marR="44902" marT="29935" marB="2993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153924914"/>
                  </a:ext>
                </a:extLst>
              </a:tr>
              <a:tr h="705163">
                <a:tc>
                  <a:txBody>
                    <a:bodyPr/>
                    <a:lstStyle/>
                    <a:p>
                      <a:pPr fontAlgn="t"/>
                      <a:r>
                        <a:rPr lang="en-GB" sz="800" b="0">
                          <a:solidFill>
                            <a:srgbClr val="495354"/>
                          </a:solidFill>
                          <a:effectLst/>
                          <a:latin typeface="var(--medium)"/>
                        </a:rPr>
                        <a:t>Insertion</a:t>
                      </a:r>
                    </a:p>
                  </a:txBody>
                  <a:tcPr marL="44902" marR="44902" marT="29935" marB="2993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b="0">
                          <a:solidFill>
                            <a:srgbClr val="495354"/>
                          </a:solidFill>
                          <a:effectLst/>
                          <a:latin typeface="var(--medium)"/>
                        </a:rPr>
                        <a:t>Scapula</a:t>
                      </a:r>
                      <a:br>
                        <a:rPr lang="en-GB" sz="800">
                          <a:solidFill>
                            <a:srgbClr val="495354"/>
                          </a:solidFill>
                          <a:effectLst/>
                        </a:rPr>
                      </a:br>
                      <a:r>
                        <a:rPr lang="en-GB" sz="800">
                          <a:solidFill>
                            <a:srgbClr val="495354"/>
                          </a:solidFill>
                          <a:effectLst/>
                        </a:rPr>
                        <a:t>(Superior part:  Anterior surface of superior angle </a:t>
                      </a:r>
                      <a:br>
                        <a:rPr lang="en-GB" sz="800">
                          <a:solidFill>
                            <a:srgbClr val="495354"/>
                          </a:solidFill>
                          <a:effectLst/>
                        </a:rPr>
                      </a:br>
                      <a:r>
                        <a:rPr lang="en-GB" sz="800">
                          <a:solidFill>
                            <a:srgbClr val="495354"/>
                          </a:solidFill>
                          <a:effectLst/>
                        </a:rPr>
                        <a:t>Middle part:  Anterior surface of medial border</a:t>
                      </a:r>
                      <a:br>
                        <a:rPr lang="en-GB" sz="800">
                          <a:solidFill>
                            <a:srgbClr val="495354"/>
                          </a:solidFill>
                          <a:effectLst/>
                        </a:rPr>
                      </a:br>
                      <a:r>
                        <a:rPr lang="en-GB" sz="800">
                          <a:solidFill>
                            <a:srgbClr val="495354"/>
                          </a:solidFill>
                          <a:effectLst/>
                        </a:rPr>
                        <a:t>Inferior part: Anterior surface of inferior angle and medial border)</a:t>
                      </a:r>
                      <a:br>
                        <a:rPr lang="en-GB" sz="800">
                          <a:solidFill>
                            <a:srgbClr val="495354"/>
                          </a:solidFill>
                          <a:effectLst/>
                        </a:rPr>
                      </a:br>
                      <a:endParaRPr lang="en-GB" sz="800">
                        <a:solidFill>
                          <a:srgbClr val="495354"/>
                        </a:solidFill>
                        <a:effectLst/>
                      </a:endParaRPr>
                    </a:p>
                  </a:txBody>
                  <a:tcPr marL="44902" marR="44902" marT="29935" marB="2993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116990707"/>
                  </a:ext>
                </a:extLst>
              </a:tr>
              <a:tr h="534559">
                <a:tc>
                  <a:txBody>
                    <a:bodyPr/>
                    <a:lstStyle/>
                    <a:p>
                      <a:pPr fontAlgn="t"/>
                      <a:r>
                        <a:rPr lang="en-GB" sz="800" b="0">
                          <a:solidFill>
                            <a:srgbClr val="495354"/>
                          </a:solidFill>
                          <a:effectLst/>
                          <a:latin typeface="var(--medium)"/>
                        </a:rPr>
                        <a:t>Innervation</a:t>
                      </a:r>
                    </a:p>
                  </a:txBody>
                  <a:tcPr marL="44902" marR="44902" marT="29935" marB="2993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Long thoracic nerve (C5- C7)</a:t>
                      </a:r>
                      <a:br>
                        <a:rPr lang="en-GB" sz="800">
                          <a:solidFill>
                            <a:srgbClr val="495354"/>
                          </a:solidFill>
                          <a:effectLst/>
                        </a:rPr>
                      </a:br>
                      <a:r>
                        <a:rPr lang="en-GB" sz="800" i="1">
                          <a:solidFill>
                            <a:srgbClr val="495354"/>
                          </a:solidFill>
                          <a:effectLst/>
                        </a:rPr>
                        <a:t>Mnemonics:</a:t>
                      </a:r>
                      <a:r>
                        <a:rPr lang="en-GB" sz="800">
                          <a:solidFill>
                            <a:srgbClr val="495354"/>
                          </a:solidFill>
                          <a:effectLst/>
                        </a:rPr>
                        <a:t> '</a:t>
                      </a:r>
                      <a:r>
                        <a:rPr lang="en-GB" sz="800" b="0">
                          <a:solidFill>
                            <a:srgbClr val="495354"/>
                          </a:solidFill>
                          <a:effectLst/>
                          <a:latin typeface="var(--medium)"/>
                        </a:rPr>
                        <a:t>SALT</a:t>
                      </a:r>
                      <a:r>
                        <a:rPr lang="en-GB" sz="800">
                          <a:solidFill>
                            <a:srgbClr val="495354"/>
                          </a:solidFill>
                          <a:effectLst/>
                        </a:rPr>
                        <a:t>' (stands for </a:t>
                      </a:r>
                      <a:r>
                        <a:rPr lang="en-GB" sz="800" b="0">
                          <a:solidFill>
                            <a:srgbClr val="495354"/>
                          </a:solidFill>
                          <a:effectLst/>
                          <a:latin typeface="var(--medium)"/>
                        </a:rPr>
                        <a:t>s</a:t>
                      </a:r>
                      <a:r>
                        <a:rPr lang="en-GB" sz="800">
                          <a:solidFill>
                            <a:srgbClr val="495354"/>
                          </a:solidFill>
                          <a:effectLst/>
                        </a:rPr>
                        <a:t>erratus </a:t>
                      </a:r>
                      <a:r>
                        <a:rPr lang="en-GB" sz="800" b="0">
                          <a:solidFill>
                            <a:srgbClr val="495354"/>
                          </a:solidFill>
                          <a:effectLst/>
                          <a:latin typeface="var(--medium)"/>
                        </a:rPr>
                        <a:t>a</a:t>
                      </a:r>
                      <a:r>
                        <a:rPr lang="en-GB" sz="800">
                          <a:solidFill>
                            <a:srgbClr val="495354"/>
                          </a:solidFill>
                          <a:effectLst/>
                        </a:rPr>
                        <a:t>nterior - </a:t>
                      </a:r>
                      <a:r>
                        <a:rPr lang="en-GB" sz="800" b="0">
                          <a:solidFill>
                            <a:srgbClr val="495354"/>
                          </a:solidFill>
                          <a:effectLst/>
                          <a:latin typeface="var(--medium)"/>
                        </a:rPr>
                        <a:t>l</a:t>
                      </a:r>
                      <a:r>
                        <a:rPr lang="en-GB" sz="800">
                          <a:solidFill>
                            <a:srgbClr val="495354"/>
                          </a:solidFill>
                          <a:effectLst/>
                        </a:rPr>
                        <a:t>ong thoracic) &amp; '</a:t>
                      </a:r>
                      <a:r>
                        <a:rPr lang="en-GB" sz="800" b="0">
                          <a:solidFill>
                            <a:srgbClr val="495354"/>
                          </a:solidFill>
                          <a:effectLst/>
                          <a:latin typeface="var(--medium)"/>
                        </a:rPr>
                        <a:t>C5, 6, 7 raise your arms to heaven!</a:t>
                      </a:r>
                      <a:r>
                        <a:rPr lang="en-GB" sz="800">
                          <a:solidFill>
                            <a:srgbClr val="495354"/>
                          </a:solidFill>
                          <a:effectLst/>
                        </a:rPr>
                        <a:t>'</a:t>
                      </a:r>
                      <a:br>
                        <a:rPr lang="en-GB" sz="800">
                          <a:solidFill>
                            <a:srgbClr val="495354"/>
                          </a:solidFill>
                          <a:effectLst/>
                        </a:rPr>
                      </a:br>
                      <a:endParaRPr lang="en-GB" sz="800">
                        <a:solidFill>
                          <a:srgbClr val="495354"/>
                        </a:solidFill>
                        <a:effectLst/>
                      </a:endParaRPr>
                    </a:p>
                  </a:txBody>
                  <a:tcPr marL="44902" marR="44902" marT="29935" marB="2993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55119900"/>
                  </a:ext>
                </a:extLst>
              </a:tr>
              <a:tr h="258054">
                <a:tc>
                  <a:txBody>
                    <a:bodyPr/>
                    <a:lstStyle/>
                    <a:p>
                      <a:pPr fontAlgn="t"/>
                      <a:r>
                        <a:rPr lang="en-GB" sz="800" b="0">
                          <a:solidFill>
                            <a:srgbClr val="495354"/>
                          </a:solidFill>
                          <a:effectLst/>
                          <a:latin typeface="var(--medium)"/>
                        </a:rPr>
                        <a:t>Blood supply</a:t>
                      </a:r>
                    </a:p>
                  </a:txBody>
                  <a:tcPr marL="44902" marR="44902" marT="29935" marB="2993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Superior and lateral thoracic arteries, thoracodorsal artery branches</a:t>
                      </a:r>
                    </a:p>
                  </a:txBody>
                  <a:tcPr marL="44902" marR="44902" marT="29935" marB="2993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81014204"/>
                  </a:ext>
                </a:extLst>
              </a:tr>
              <a:tr h="407091">
                <a:tc>
                  <a:txBody>
                    <a:bodyPr/>
                    <a:lstStyle/>
                    <a:p>
                      <a:pPr fontAlgn="t"/>
                      <a:r>
                        <a:rPr lang="en-GB" sz="800" b="0">
                          <a:solidFill>
                            <a:srgbClr val="495354"/>
                          </a:solidFill>
                          <a:effectLst/>
                          <a:latin typeface="var(--medium)"/>
                        </a:rPr>
                        <a:t>Function</a:t>
                      </a:r>
                    </a:p>
                  </a:txBody>
                  <a:tcPr marL="44902" marR="44902" marT="29935" marB="2993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800" u="sng" dirty="0">
                          <a:solidFill>
                            <a:srgbClr val="495354"/>
                          </a:solidFill>
                          <a:effectLst/>
                          <a:hlinkClick r:id="rId6"/>
                        </a:rPr>
                        <a:t>Scapulothoracic joint</a:t>
                      </a:r>
                      <a:r>
                        <a:rPr lang="en-GB" sz="800" dirty="0">
                          <a:solidFill>
                            <a:srgbClr val="495354"/>
                          </a:solidFill>
                          <a:effectLst/>
                        </a:rPr>
                        <a:t>: Draws scapula anterolaterally, Suspends scapula on thoracic wall, Rotates scapula (draws inferiorly angle laterally)</a:t>
                      </a:r>
                    </a:p>
                  </a:txBody>
                  <a:tcPr marL="44902" marR="44902" marT="29935" marB="2993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4050180540"/>
                  </a:ext>
                </a:extLst>
              </a:tr>
            </a:tbl>
          </a:graphicData>
        </a:graphic>
      </p:graphicFrame>
    </p:spTree>
    <p:extLst>
      <p:ext uri="{BB962C8B-B14F-4D97-AF65-F5344CB8AC3E}">
        <p14:creationId xmlns:p14="http://schemas.microsoft.com/office/powerpoint/2010/main" val="3853155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D2D83-A69B-4330-A6E7-354FC9FA5202}"/>
              </a:ext>
            </a:extLst>
          </p:cNvPr>
          <p:cNvSpPr>
            <a:spLocks noGrp="1"/>
          </p:cNvSpPr>
          <p:nvPr>
            <p:ph type="title"/>
          </p:nvPr>
        </p:nvSpPr>
        <p:spPr/>
        <p:txBody>
          <a:bodyPr/>
          <a:lstStyle/>
          <a:p>
            <a:r>
              <a:rPr lang="en-GB" dirty="0"/>
              <a:t>Accessory muscles of the back. </a:t>
            </a:r>
          </a:p>
        </p:txBody>
      </p:sp>
      <p:sp>
        <p:nvSpPr>
          <p:cNvPr id="11" name="Slide Number Placeholder 10">
            <a:extLst>
              <a:ext uri="{FF2B5EF4-FFF2-40B4-BE49-F238E27FC236}">
                <a16:creationId xmlns:a16="http://schemas.microsoft.com/office/drawing/2014/main" id="{09C05F9B-C67C-439A-9D8A-20F8D13FD29A}"/>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31</a:t>
            </a:fld>
            <a:endParaRPr lang="en-US" dirty="0"/>
          </a:p>
        </p:txBody>
      </p:sp>
      <p:pic>
        <p:nvPicPr>
          <p:cNvPr id="5" name="Picture 4">
            <a:extLst>
              <a:ext uri="{FF2B5EF4-FFF2-40B4-BE49-F238E27FC236}">
                <a16:creationId xmlns:a16="http://schemas.microsoft.com/office/drawing/2014/main" id="{A1FC5C5D-560F-45F2-A715-C733D2EACE2C}"/>
              </a:ext>
            </a:extLst>
          </p:cNvPr>
          <p:cNvPicPr>
            <a:picLocks noChangeAspect="1"/>
          </p:cNvPicPr>
          <p:nvPr/>
        </p:nvPicPr>
        <p:blipFill>
          <a:blip r:embed="rId3"/>
          <a:stretch>
            <a:fillRect/>
          </a:stretch>
        </p:blipFill>
        <p:spPr>
          <a:xfrm>
            <a:off x="2697450" y="4130359"/>
            <a:ext cx="2227563" cy="2500439"/>
          </a:xfrm>
          <a:prstGeom prst="rect">
            <a:avLst/>
          </a:prstGeom>
        </p:spPr>
      </p:pic>
      <p:graphicFrame>
        <p:nvGraphicFramePr>
          <p:cNvPr id="6" name="Table 5">
            <a:extLst>
              <a:ext uri="{FF2B5EF4-FFF2-40B4-BE49-F238E27FC236}">
                <a16:creationId xmlns:a16="http://schemas.microsoft.com/office/drawing/2014/main" id="{58C2D6BD-F2F5-40EA-B9B1-B572672D8E74}"/>
              </a:ext>
            </a:extLst>
          </p:cNvPr>
          <p:cNvGraphicFramePr>
            <a:graphicFrameLocks noGrp="1"/>
          </p:cNvGraphicFramePr>
          <p:nvPr>
            <p:extLst>
              <p:ext uri="{D42A27DB-BD31-4B8C-83A1-F6EECF244321}">
                <p14:modId xmlns:p14="http://schemas.microsoft.com/office/powerpoint/2010/main" val="3900676664"/>
              </p:ext>
            </p:extLst>
          </p:nvPr>
        </p:nvGraphicFramePr>
        <p:xfrm>
          <a:off x="5846362" y="4263252"/>
          <a:ext cx="5370453" cy="2488598"/>
        </p:xfrm>
        <a:graphic>
          <a:graphicData uri="http://schemas.openxmlformats.org/drawingml/2006/table">
            <a:tbl>
              <a:tblPr/>
              <a:tblGrid>
                <a:gridCol w="1377038">
                  <a:extLst>
                    <a:ext uri="{9D8B030D-6E8A-4147-A177-3AD203B41FA5}">
                      <a16:colId xmlns:a16="http://schemas.microsoft.com/office/drawing/2014/main" val="3730447846"/>
                    </a:ext>
                  </a:extLst>
                </a:gridCol>
                <a:gridCol w="3993415">
                  <a:extLst>
                    <a:ext uri="{9D8B030D-6E8A-4147-A177-3AD203B41FA5}">
                      <a16:colId xmlns:a16="http://schemas.microsoft.com/office/drawing/2014/main" val="662078170"/>
                    </a:ext>
                  </a:extLst>
                </a:gridCol>
              </a:tblGrid>
              <a:tr h="158734">
                <a:tc gridSpan="2">
                  <a:txBody>
                    <a:bodyPr/>
                    <a:lstStyle/>
                    <a:p>
                      <a:r>
                        <a:rPr lang="en-GB" sz="900" dirty="0"/>
                        <a:t>Key facts Latissimus Dorsi</a:t>
                      </a:r>
                    </a:p>
                  </a:txBody>
                  <a:tcPr marL="45830" marR="45830" marT="22915" marB="22915" anchor="ctr">
                    <a:solidFill>
                      <a:srgbClr val="F7F7F7"/>
                    </a:solidFill>
                  </a:tcPr>
                </a:tc>
                <a:tc hMerge="1">
                  <a:txBody>
                    <a:bodyPr/>
                    <a:lstStyle/>
                    <a:p>
                      <a:endParaRPr lang="en-GB"/>
                    </a:p>
                  </a:txBody>
                  <a:tcPr/>
                </a:tc>
                <a:extLst>
                  <a:ext uri="{0D108BD9-81ED-4DB2-BD59-A6C34878D82A}">
                    <a16:rowId xmlns:a16="http://schemas.microsoft.com/office/drawing/2014/main" val="2980753069"/>
                  </a:ext>
                </a:extLst>
              </a:tr>
              <a:tr h="736583">
                <a:tc>
                  <a:txBody>
                    <a:bodyPr/>
                    <a:lstStyle/>
                    <a:p>
                      <a:pPr fontAlgn="t"/>
                      <a:r>
                        <a:rPr lang="en-GB" sz="900" b="0" dirty="0">
                          <a:solidFill>
                            <a:srgbClr val="495354"/>
                          </a:solidFill>
                          <a:effectLst/>
                          <a:latin typeface="var(--medium)"/>
                        </a:rPr>
                        <a:t>Origin</a:t>
                      </a:r>
                    </a:p>
                  </a:txBody>
                  <a:tcPr marL="47740" marR="47740" marT="31827" marB="31827">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900" b="0" dirty="0">
                          <a:solidFill>
                            <a:srgbClr val="495354"/>
                          </a:solidFill>
                          <a:effectLst/>
                          <a:latin typeface="var(--medium)"/>
                        </a:rPr>
                        <a:t>Vertebral part: </a:t>
                      </a:r>
                      <a:r>
                        <a:rPr lang="en-GB" sz="900" dirty="0">
                          <a:solidFill>
                            <a:srgbClr val="495354"/>
                          </a:solidFill>
                          <a:effectLst/>
                        </a:rPr>
                        <a:t>Spinous processes of vertebrae T7-T12, Thoracolumbar fascia</a:t>
                      </a:r>
                      <a:br>
                        <a:rPr lang="en-GB" sz="900" dirty="0">
                          <a:solidFill>
                            <a:srgbClr val="495354"/>
                          </a:solidFill>
                          <a:effectLst/>
                        </a:rPr>
                      </a:br>
                      <a:r>
                        <a:rPr lang="en-GB" sz="900" b="0" dirty="0">
                          <a:solidFill>
                            <a:srgbClr val="495354"/>
                          </a:solidFill>
                          <a:effectLst/>
                          <a:latin typeface="var(--medium)"/>
                        </a:rPr>
                        <a:t>Iliac part: </a:t>
                      </a:r>
                      <a:r>
                        <a:rPr lang="en-GB" sz="900" dirty="0">
                          <a:solidFill>
                            <a:srgbClr val="495354"/>
                          </a:solidFill>
                          <a:effectLst/>
                        </a:rPr>
                        <a:t>Posterior third of crest of ilium</a:t>
                      </a:r>
                      <a:br>
                        <a:rPr lang="en-GB" sz="900" dirty="0">
                          <a:solidFill>
                            <a:srgbClr val="495354"/>
                          </a:solidFill>
                          <a:effectLst/>
                        </a:rPr>
                      </a:br>
                      <a:r>
                        <a:rPr lang="en-GB" sz="900" b="0" dirty="0">
                          <a:solidFill>
                            <a:srgbClr val="495354"/>
                          </a:solidFill>
                          <a:effectLst/>
                          <a:latin typeface="var(--medium)"/>
                        </a:rPr>
                        <a:t>Costal part: </a:t>
                      </a:r>
                      <a:r>
                        <a:rPr lang="en-GB" sz="900" dirty="0">
                          <a:solidFill>
                            <a:srgbClr val="495354"/>
                          </a:solidFill>
                          <a:effectLst/>
                        </a:rPr>
                        <a:t>Ribs 9-12</a:t>
                      </a:r>
                      <a:br>
                        <a:rPr lang="en-GB" sz="900" dirty="0">
                          <a:solidFill>
                            <a:srgbClr val="495354"/>
                          </a:solidFill>
                          <a:effectLst/>
                        </a:rPr>
                      </a:br>
                      <a:r>
                        <a:rPr lang="en-GB" sz="900" b="0" dirty="0">
                          <a:solidFill>
                            <a:srgbClr val="495354"/>
                          </a:solidFill>
                          <a:effectLst/>
                          <a:latin typeface="var(--medium)"/>
                        </a:rPr>
                        <a:t>Scapular part: </a:t>
                      </a:r>
                      <a:r>
                        <a:rPr lang="en-GB" sz="900" dirty="0">
                          <a:solidFill>
                            <a:srgbClr val="495354"/>
                          </a:solidFill>
                          <a:effectLst/>
                        </a:rPr>
                        <a:t>Inferior angle of scapula</a:t>
                      </a:r>
                      <a:br>
                        <a:rPr lang="en-GB" sz="900" dirty="0">
                          <a:solidFill>
                            <a:srgbClr val="495354"/>
                          </a:solidFill>
                          <a:effectLst/>
                        </a:rPr>
                      </a:br>
                      <a:endParaRPr lang="en-GB" sz="900" dirty="0">
                        <a:solidFill>
                          <a:srgbClr val="495354"/>
                        </a:solidFill>
                        <a:effectLst/>
                      </a:endParaRPr>
                    </a:p>
                  </a:txBody>
                  <a:tcPr marL="47740" marR="47740" marT="31827" marB="31827">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040396664"/>
                  </a:ext>
                </a:extLst>
              </a:tr>
              <a:tr h="622633">
                <a:tc>
                  <a:txBody>
                    <a:bodyPr/>
                    <a:lstStyle/>
                    <a:p>
                      <a:pPr fontAlgn="t"/>
                      <a:r>
                        <a:rPr lang="en-GB" sz="900" b="0">
                          <a:solidFill>
                            <a:srgbClr val="495354"/>
                          </a:solidFill>
                          <a:effectLst/>
                          <a:latin typeface="var(--medium)"/>
                        </a:rPr>
                        <a:t>Insertion</a:t>
                      </a:r>
                    </a:p>
                  </a:txBody>
                  <a:tcPr marL="47740" marR="47740" marT="31827" marB="31827">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900">
                          <a:solidFill>
                            <a:srgbClr val="495354"/>
                          </a:solidFill>
                          <a:effectLst/>
                        </a:rPr>
                        <a:t>Intertubercular sulcus of the humerus, between pectoralis </a:t>
                      </a:r>
                      <a:r>
                        <a:rPr lang="en-GB" sz="900" b="0">
                          <a:solidFill>
                            <a:srgbClr val="495354"/>
                          </a:solidFill>
                          <a:effectLst/>
                          <a:latin typeface="var(--medium)"/>
                        </a:rPr>
                        <a:t>major</a:t>
                      </a:r>
                      <a:r>
                        <a:rPr lang="en-GB" sz="900">
                          <a:solidFill>
                            <a:srgbClr val="495354"/>
                          </a:solidFill>
                          <a:effectLst/>
                        </a:rPr>
                        <a:t> and teres </a:t>
                      </a:r>
                      <a:r>
                        <a:rPr lang="en-GB" sz="900" b="0">
                          <a:solidFill>
                            <a:srgbClr val="495354"/>
                          </a:solidFill>
                          <a:effectLst/>
                          <a:latin typeface="var(--medium)"/>
                        </a:rPr>
                        <a:t>major </a:t>
                      </a:r>
                      <a:r>
                        <a:rPr lang="en-GB" sz="900">
                          <a:solidFill>
                            <a:srgbClr val="495354"/>
                          </a:solidFill>
                          <a:effectLst/>
                        </a:rPr>
                        <a:t>muscles</a:t>
                      </a:r>
                      <a:br>
                        <a:rPr lang="en-GB" sz="900">
                          <a:solidFill>
                            <a:srgbClr val="495354"/>
                          </a:solidFill>
                          <a:effectLst/>
                        </a:rPr>
                      </a:br>
                      <a:r>
                        <a:rPr lang="en-GB" sz="900" i="1">
                          <a:solidFill>
                            <a:srgbClr val="495354"/>
                          </a:solidFill>
                          <a:effectLst/>
                        </a:rPr>
                        <a:t>Mnemonic:</a:t>
                      </a:r>
                      <a:r>
                        <a:rPr lang="en-GB" sz="900">
                          <a:solidFill>
                            <a:srgbClr val="495354"/>
                          </a:solidFill>
                          <a:effectLst/>
                        </a:rPr>
                        <a:t> </a:t>
                      </a:r>
                      <a:r>
                        <a:rPr lang="en-GB" sz="900" b="0">
                          <a:solidFill>
                            <a:srgbClr val="495354"/>
                          </a:solidFill>
                          <a:effectLst/>
                          <a:latin typeface="var(--medium)"/>
                        </a:rPr>
                        <a:t>Lady</a:t>
                      </a:r>
                      <a:r>
                        <a:rPr lang="en-GB" sz="900">
                          <a:solidFill>
                            <a:srgbClr val="495354"/>
                          </a:solidFill>
                          <a:effectLst/>
                        </a:rPr>
                        <a:t> between two </a:t>
                      </a:r>
                      <a:r>
                        <a:rPr lang="en-GB" sz="900" b="0">
                          <a:solidFill>
                            <a:srgbClr val="495354"/>
                          </a:solidFill>
                          <a:effectLst/>
                          <a:latin typeface="var(--medium)"/>
                        </a:rPr>
                        <a:t>majors</a:t>
                      </a:r>
                      <a:r>
                        <a:rPr lang="en-GB" sz="900">
                          <a:solidFill>
                            <a:srgbClr val="495354"/>
                          </a:solidFill>
                          <a:effectLst/>
                        </a:rPr>
                        <a:t> (lady refers to latissimus dorsi)</a:t>
                      </a:r>
                      <a:br>
                        <a:rPr lang="en-GB" sz="900">
                          <a:solidFill>
                            <a:srgbClr val="495354"/>
                          </a:solidFill>
                          <a:effectLst/>
                        </a:rPr>
                      </a:br>
                      <a:endParaRPr lang="en-GB" sz="900">
                        <a:solidFill>
                          <a:srgbClr val="495354"/>
                        </a:solidFill>
                        <a:effectLst/>
                      </a:endParaRPr>
                    </a:p>
                  </a:txBody>
                  <a:tcPr marL="47740" marR="47740" marT="31827" marB="31827">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960600615"/>
                  </a:ext>
                </a:extLst>
              </a:tr>
              <a:tr h="174195">
                <a:tc>
                  <a:txBody>
                    <a:bodyPr/>
                    <a:lstStyle/>
                    <a:p>
                      <a:pPr fontAlgn="t"/>
                      <a:r>
                        <a:rPr lang="en-GB" sz="900" b="0">
                          <a:solidFill>
                            <a:srgbClr val="495354"/>
                          </a:solidFill>
                          <a:effectLst/>
                          <a:latin typeface="var(--medium)"/>
                        </a:rPr>
                        <a:t>Innervation</a:t>
                      </a:r>
                    </a:p>
                  </a:txBody>
                  <a:tcPr marL="47740" marR="47740" marT="31827" marB="31827">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900">
                          <a:solidFill>
                            <a:srgbClr val="495354"/>
                          </a:solidFill>
                          <a:effectLst/>
                        </a:rPr>
                        <a:t>Thoracodorsal nerve (C6-C8)</a:t>
                      </a:r>
                    </a:p>
                  </a:txBody>
                  <a:tcPr marL="47740" marR="47740" marT="31827" marB="31827">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41841174"/>
                  </a:ext>
                </a:extLst>
              </a:tr>
              <a:tr h="394733">
                <a:tc>
                  <a:txBody>
                    <a:bodyPr/>
                    <a:lstStyle/>
                    <a:p>
                      <a:pPr fontAlgn="t"/>
                      <a:r>
                        <a:rPr lang="en-GB" sz="900" b="0" dirty="0">
                          <a:solidFill>
                            <a:srgbClr val="495354"/>
                          </a:solidFill>
                          <a:effectLst/>
                          <a:latin typeface="var(--medium)"/>
                        </a:rPr>
                        <a:t>Blood supply</a:t>
                      </a:r>
                    </a:p>
                  </a:txBody>
                  <a:tcPr marL="47740" marR="47740" marT="31827" marB="31827">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900">
                          <a:solidFill>
                            <a:srgbClr val="495354"/>
                          </a:solidFill>
                          <a:effectLst/>
                        </a:rPr>
                        <a:t>Thoracodorsal artery, perforating arteries of the 9th-11th posterior intercostal arteries, and 1st-3rd lumbar arteries</a:t>
                      </a:r>
                    </a:p>
                  </a:txBody>
                  <a:tcPr marL="47740" marR="47740" marT="31827" marB="31827">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510350943"/>
                  </a:ext>
                </a:extLst>
              </a:tr>
              <a:tr h="293174">
                <a:tc>
                  <a:txBody>
                    <a:bodyPr/>
                    <a:lstStyle/>
                    <a:p>
                      <a:pPr fontAlgn="t"/>
                      <a:r>
                        <a:rPr lang="en-GB" sz="900" b="0">
                          <a:solidFill>
                            <a:srgbClr val="495354"/>
                          </a:solidFill>
                          <a:effectLst/>
                          <a:latin typeface="var(--medium)"/>
                        </a:rPr>
                        <a:t>Functions</a:t>
                      </a:r>
                    </a:p>
                  </a:txBody>
                  <a:tcPr marL="47740" marR="47740" marT="31827" marB="31827">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900" dirty="0">
                          <a:solidFill>
                            <a:srgbClr val="495354"/>
                          </a:solidFill>
                          <a:effectLst/>
                        </a:rPr>
                        <a:t>Shoulder joint: Arm internal rotation, Arm adduction, Arm extension; Assists in respiration</a:t>
                      </a:r>
                    </a:p>
                  </a:txBody>
                  <a:tcPr marL="47740" marR="47740" marT="31827" marB="31827">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3050494530"/>
                  </a:ext>
                </a:extLst>
              </a:tr>
            </a:tbl>
          </a:graphicData>
        </a:graphic>
      </p:graphicFrame>
      <p:pic>
        <p:nvPicPr>
          <p:cNvPr id="7" name="Picture 6">
            <a:extLst>
              <a:ext uri="{FF2B5EF4-FFF2-40B4-BE49-F238E27FC236}">
                <a16:creationId xmlns:a16="http://schemas.microsoft.com/office/drawing/2014/main" id="{8A278AF6-E36F-4B34-9315-D5CDEBE82CE1}"/>
              </a:ext>
            </a:extLst>
          </p:cNvPr>
          <p:cNvPicPr>
            <a:picLocks noChangeAspect="1"/>
          </p:cNvPicPr>
          <p:nvPr/>
        </p:nvPicPr>
        <p:blipFill>
          <a:blip r:embed="rId4"/>
          <a:stretch>
            <a:fillRect/>
          </a:stretch>
        </p:blipFill>
        <p:spPr>
          <a:xfrm>
            <a:off x="9048934" y="1702394"/>
            <a:ext cx="2282662" cy="2282662"/>
          </a:xfrm>
          <a:prstGeom prst="rect">
            <a:avLst/>
          </a:prstGeom>
        </p:spPr>
      </p:pic>
      <p:graphicFrame>
        <p:nvGraphicFramePr>
          <p:cNvPr id="17" name="Table 16">
            <a:extLst>
              <a:ext uri="{FF2B5EF4-FFF2-40B4-BE49-F238E27FC236}">
                <a16:creationId xmlns:a16="http://schemas.microsoft.com/office/drawing/2014/main" id="{511DC1C6-9B2B-45E2-A784-A6377E9DCF53}"/>
              </a:ext>
            </a:extLst>
          </p:cNvPr>
          <p:cNvGraphicFramePr>
            <a:graphicFrameLocks noGrp="1"/>
          </p:cNvGraphicFramePr>
          <p:nvPr>
            <p:extLst>
              <p:ext uri="{D42A27DB-BD31-4B8C-83A1-F6EECF244321}">
                <p14:modId xmlns:p14="http://schemas.microsoft.com/office/powerpoint/2010/main" val="308646736"/>
              </p:ext>
            </p:extLst>
          </p:nvPr>
        </p:nvGraphicFramePr>
        <p:xfrm>
          <a:off x="5824136" y="1655383"/>
          <a:ext cx="2885706" cy="2474976"/>
        </p:xfrm>
        <a:graphic>
          <a:graphicData uri="http://schemas.openxmlformats.org/drawingml/2006/table">
            <a:tbl>
              <a:tblPr/>
              <a:tblGrid>
                <a:gridCol w="1230069">
                  <a:extLst>
                    <a:ext uri="{9D8B030D-6E8A-4147-A177-3AD203B41FA5}">
                      <a16:colId xmlns:a16="http://schemas.microsoft.com/office/drawing/2014/main" val="2466147226"/>
                    </a:ext>
                  </a:extLst>
                </a:gridCol>
                <a:gridCol w="1655637">
                  <a:extLst>
                    <a:ext uri="{9D8B030D-6E8A-4147-A177-3AD203B41FA5}">
                      <a16:colId xmlns:a16="http://schemas.microsoft.com/office/drawing/2014/main" val="2111173523"/>
                    </a:ext>
                  </a:extLst>
                </a:gridCol>
              </a:tblGrid>
              <a:tr h="399934">
                <a:tc gridSpan="2">
                  <a:txBody>
                    <a:bodyPr/>
                    <a:lstStyle/>
                    <a:p>
                      <a:r>
                        <a:rPr lang="en-GB" sz="800" dirty="0"/>
                        <a:t>Key facts Erector Spinae</a:t>
                      </a:r>
                    </a:p>
                  </a:txBody>
                  <a:tcPr anchor="ctr">
                    <a:solidFill>
                      <a:srgbClr val="F7F7F7"/>
                    </a:solidFill>
                  </a:tcPr>
                </a:tc>
                <a:tc hMerge="1">
                  <a:txBody>
                    <a:bodyPr/>
                    <a:lstStyle/>
                    <a:p>
                      <a:endParaRPr lang="en-GB"/>
                    </a:p>
                  </a:txBody>
                  <a:tcPr/>
                </a:tc>
                <a:extLst>
                  <a:ext uri="{0D108BD9-81ED-4DB2-BD59-A6C34878D82A}">
                    <a16:rowId xmlns:a16="http://schemas.microsoft.com/office/drawing/2014/main" val="3406720735"/>
                  </a:ext>
                </a:extLst>
              </a:tr>
              <a:tr h="922772">
                <a:tc>
                  <a:txBody>
                    <a:bodyPr/>
                    <a:lstStyle/>
                    <a:p>
                      <a:pPr fontAlgn="t"/>
                      <a:r>
                        <a:rPr lang="en-GB" sz="800" b="0">
                          <a:solidFill>
                            <a:srgbClr val="495354"/>
                          </a:solidFill>
                          <a:effectLst/>
                          <a:latin typeface="var(--medium)"/>
                        </a:rPr>
                        <a:t>Definition</a:t>
                      </a:r>
                    </a:p>
                  </a:txBody>
                  <a:tcPr marL="95250" marR="95250" marT="63500" marB="63500">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Three groups of deep muscles located on either side of the vertebral column</a:t>
                      </a:r>
                    </a:p>
                  </a:txBody>
                  <a:tcPr marL="95250" marR="95250" marT="63500" marB="63500">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514393617"/>
                  </a:ext>
                </a:extLst>
              </a:tr>
              <a:tr h="1152270">
                <a:tc>
                  <a:txBody>
                    <a:bodyPr/>
                    <a:lstStyle/>
                    <a:p>
                      <a:pPr fontAlgn="t"/>
                      <a:r>
                        <a:rPr lang="en-GB" sz="800" b="0">
                          <a:solidFill>
                            <a:srgbClr val="495354"/>
                          </a:solidFill>
                          <a:effectLst/>
                          <a:latin typeface="var(--medium)"/>
                        </a:rPr>
                        <a:t>Function</a:t>
                      </a:r>
                    </a:p>
                  </a:txBody>
                  <a:tcPr marL="95250" marR="95250" marT="63500" marB="63500">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Bilateral contraction - extension of spine</a:t>
                      </a:r>
                      <a:br>
                        <a:rPr lang="en-GB" sz="800" dirty="0">
                          <a:solidFill>
                            <a:srgbClr val="495354"/>
                          </a:solidFill>
                          <a:effectLst/>
                        </a:rPr>
                      </a:br>
                      <a:r>
                        <a:rPr lang="en-GB" sz="800" dirty="0">
                          <a:solidFill>
                            <a:srgbClr val="495354"/>
                          </a:solidFill>
                          <a:effectLst/>
                        </a:rPr>
                        <a:t>Unilateral contraction - lateral flexion of spine (ipsilateral)</a:t>
                      </a:r>
                    </a:p>
                  </a:txBody>
                  <a:tcPr marL="95250" marR="95250" marT="63500" marB="63500">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865011533"/>
                  </a:ext>
                </a:extLst>
              </a:tr>
            </a:tbl>
          </a:graphicData>
        </a:graphic>
      </p:graphicFrame>
      <p:pic>
        <p:nvPicPr>
          <p:cNvPr id="18" name="Picture 17">
            <a:extLst>
              <a:ext uri="{FF2B5EF4-FFF2-40B4-BE49-F238E27FC236}">
                <a16:creationId xmlns:a16="http://schemas.microsoft.com/office/drawing/2014/main" id="{E2B0D5F0-409D-4996-9E53-E32D4460E108}"/>
              </a:ext>
            </a:extLst>
          </p:cNvPr>
          <p:cNvPicPr>
            <a:picLocks noChangeAspect="1"/>
          </p:cNvPicPr>
          <p:nvPr/>
        </p:nvPicPr>
        <p:blipFill>
          <a:blip r:embed="rId5"/>
          <a:stretch>
            <a:fillRect/>
          </a:stretch>
        </p:blipFill>
        <p:spPr>
          <a:xfrm>
            <a:off x="2504210" y="1709556"/>
            <a:ext cx="2420803" cy="2420803"/>
          </a:xfrm>
          <a:prstGeom prst="rect">
            <a:avLst/>
          </a:prstGeom>
        </p:spPr>
      </p:pic>
      <p:graphicFrame>
        <p:nvGraphicFramePr>
          <p:cNvPr id="19" name="Table 18">
            <a:extLst>
              <a:ext uri="{FF2B5EF4-FFF2-40B4-BE49-F238E27FC236}">
                <a16:creationId xmlns:a16="http://schemas.microsoft.com/office/drawing/2014/main" id="{8A2FA45B-ED31-4A31-AE16-02B4AFEE00C8}"/>
              </a:ext>
            </a:extLst>
          </p:cNvPr>
          <p:cNvGraphicFramePr>
            <a:graphicFrameLocks noGrp="1"/>
          </p:cNvGraphicFramePr>
          <p:nvPr>
            <p:extLst>
              <p:ext uri="{D42A27DB-BD31-4B8C-83A1-F6EECF244321}">
                <p14:modId xmlns:p14="http://schemas.microsoft.com/office/powerpoint/2010/main" val="1968822476"/>
              </p:ext>
            </p:extLst>
          </p:nvPr>
        </p:nvGraphicFramePr>
        <p:xfrm>
          <a:off x="387805" y="1721806"/>
          <a:ext cx="1878159" cy="4817106"/>
        </p:xfrm>
        <a:graphic>
          <a:graphicData uri="http://schemas.openxmlformats.org/drawingml/2006/table">
            <a:tbl>
              <a:tblPr/>
              <a:tblGrid>
                <a:gridCol w="481579">
                  <a:extLst>
                    <a:ext uri="{9D8B030D-6E8A-4147-A177-3AD203B41FA5}">
                      <a16:colId xmlns:a16="http://schemas.microsoft.com/office/drawing/2014/main" val="861795482"/>
                    </a:ext>
                  </a:extLst>
                </a:gridCol>
                <a:gridCol w="1396580">
                  <a:extLst>
                    <a:ext uri="{9D8B030D-6E8A-4147-A177-3AD203B41FA5}">
                      <a16:colId xmlns:a16="http://schemas.microsoft.com/office/drawing/2014/main" val="2525397233"/>
                    </a:ext>
                  </a:extLst>
                </a:gridCol>
              </a:tblGrid>
              <a:tr h="269684">
                <a:tc gridSpan="2">
                  <a:txBody>
                    <a:bodyPr/>
                    <a:lstStyle/>
                    <a:p>
                      <a:r>
                        <a:rPr lang="en-GB" sz="800"/>
                        <a:t>Key facts about the iliocostalis muscleTable quiz</a:t>
                      </a:r>
                    </a:p>
                  </a:txBody>
                  <a:tcPr marL="38526" marR="38526" marT="19263" marB="19263" anchor="ctr">
                    <a:solidFill>
                      <a:srgbClr val="F7F7F7"/>
                    </a:solidFill>
                  </a:tcPr>
                </a:tc>
                <a:tc hMerge="1">
                  <a:txBody>
                    <a:bodyPr/>
                    <a:lstStyle/>
                    <a:p>
                      <a:endParaRPr lang="en-GB"/>
                    </a:p>
                  </a:txBody>
                  <a:tcPr/>
                </a:tc>
                <a:extLst>
                  <a:ext uri="{0D108BD9-81ED-4DB2-BD59-A6C34878D82A}">
                    <a16:rowId xmlns:a16="http://schemas.microsoft.com/office/drawing/2014/main" val="662709844"/>
                  </a:ext>
                </a:extLst>
              </a:tr>
              <a:tr h="978141">
                <a:tc>
                  <a:txBody>
                    <a:bodyPr/>
                    <a:lstStyle/>
                    <a:p>
                      <a:pPr fontAlgn="t"/>
                      <a:r>
                        <a:rPr lang="en-GB" sz="800" b="0">
                          <a:solidFill>
                            <a:srgbClr val="495354"/>
                          </a:solidFill>
                          <a:effectLst/>
                          <a:latin typeface="var(--medium)"/>
                        </a:rPr>
                        <a:t>Origin</a:t>
                      </a:r>
                    </a:p>
                  </a:txBody>
                  <a:tcPr marL="40132" marR="40132" marT="26754" marB="26754">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Iliocostalis cervicis: Angle of ribs 3-6</a:t>
                      </a:r>
                      <a:br>
                        <a:rPr lang="en-GB" sz="800">
                          <a:solidFill>
                            <a:srgbClr val="495354"/>
                          </a:solidFill>
                          <a:effectLst/>
                        </a:rPr>
                      </a:br>
                      <a:r>
                        <a:rPr lang="en-GB" sz="800">
                          <a:solidFill>
                            <a:srgbClr val="495354"/>
                          </a:solidFill>
                          <a:effectLst/>
                        </a:rPr>
                        <a:t>Iliocostalis thoracis: Angle of ribs 7-12</a:t>
                      </a:r>
                      <a:br>
                        <a:rPr lang="en-GB" sz="800">
                          <a:solidFill>
                            <a:srgbClr val="495354"/>
                          </a:solidFill>
                          <a:effectLst/>
                        </a:rPr>
                      </a:br>
                      <a:r>
                        <a:rPr lang="en-GB" sz="800">
                          <a:solidFill>
                            <a:srgbClr val="495354"/>
                          </a:solidFill>
                          <a:effectLst/>
                        </a:rPr>
                        <a:t>Iliocostalis lumborum: Lateral crest of sacrum, medial end of iliac crest, thoracolumbar fascia</a:t>
                      </a:r>
                    </a:p>
                  </a:txBody>
                  <a:tcPr marL="40132" marR="40132" marT="26754" marB="2675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735064979"/>
                  </a:ext>
                </a:extLst>
              </a:tr>
              <a:tr h="1093720">
                <a:tc>
                  <a:txBody>
                    <a:bodyPr/>
                    <a:lstStyle/>
                    <a:p>
                      <a:pPr fontAlgn="t"/>
                      <a:r>
                        <a:rPr lang="en-GB" sz="800" b="0">
                          <a:solidFill>
                            <a:srgbClr val="495354"/>
                          </a:solidFill>
                          <a:effectLst/>
                          <a:latin typeface="var(--medium)"/>
                        </a:rPr>
                        <a:t>Insertion</a:t>
                      </a:r>
                    </a:p>
                  </a:txBody>
                  <a:tcPr marL="40132" marR="40132" marT="26754" marB="2675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Iliocostalis cervicis: Transverse processes of vertebrae C4-C6</a:t>
                      </a:r>
                      <a:br>
                        <a:rPr lang="en-GB" sz="800" dirty="0">
                          <a:solidFill>
                            <a:srgbClr val="495354"/>
                          </a:solidFill>
                          <a:effectLst/>
                        </a:rPr>
                      </a:br>
                      <a:r>
                        <a:rPr lang="en-GB" sz="800" dirty="0">
                          <a:solidFill>
                            <a:srgbClr val="495354"/>
                          </a:solidFill>
                          <a:effectLst/>
                        </a:rPr>
                        <a:t>Iliocostalis thoracis: Angles of ribs 1-6, transverse process of vertebra C7</a:t>
                      </a:r>
                      <a:br>
                        <a:rPr lang="en-GB" sz="800" dirty="0">
                          <a:solidFill>
                            <a:srgbClr val="495354"/>
                          </a:solidFill>
                          <a:effectLst/>
                        </a:rPr>
                      </a:br>
                      <a:r>
                        <a:rPr lang="en-GB" sz="800" dirty="0">
                          <a:solidFill>
                            <a:srgbClr val="495354"/>
                          </a:solidFill>
                          <a:effectLst/>
                        </a:rPr>
                        <a:t>Iliocostalis lumborum: Angle of ribs 5-12, transverse processes of vertebrae L1-L4 (+ Adjacent thoracolumbar fascia)</a:t>
                      </a:r>
                    </a:p>
                  </a:txBody>
                  <a:tcPr marL="40132" marR="40132" marT="26754" marB="2675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295658105"/>
                  </a:ext>
                </a:extLst>
              </a:tr>
              <a:tr h="515825">
                <a:tc>
                  <a:txBody>
                    <a:bodyPr/>
                    <a:lstStyle/>
                    <a:p>
                      <a:pPr fontAlgn="t"/>
                      <a:r>
                        <a:rPr lang="en-GB" sz="800" b="0">
                          <a:solidFill>
                            <a:srgbClr val="495354"/>
                          </a:solidFill>
                          <a:effectLst/>
                          <a:latin typeface="var(--medium)"/>
                        </a:rPr>
                        <a:t>Action</a:t>
                      </a:r>
                    </a:p>
                  </a:txBody>
                  <a:tcPr marL="40132" marR="40132" marT="26754" marB="2675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Bilateral contraction: Extension of spine </a:t>
                      </a:r>
                      <a:br>
                        <a:rPr lang="en-GB" sz="800" dirty="0">
                          <a:solidFill>
                            <a:srgbClr val="495354"/>
                          </a:solidFill>
                          <a:effectLst/>
                        </a:rPr>
                      </a:br>
                      <a:r>
                        <a:rPr lang="en-GB" sz="800" dirty="0">
                          <a:solidFill>
                            <a:srgbClr val="495354"/>
                          </a:solidFill>
                          <a:effectLst/>
                        </a:rPr>
                        <a:t>Unilateral contraction: Lateral flexion of spine (ipsilateral)</a:t>
                      </a:r>
                    </a:p>
                  </a:txBody>
                  <a:tcPr marL="40132" marR="40132" marT="26754" marB="2675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909207878"/>
                  </a:ext>
                </a:extLst>
              </a:tr>
              <a:tr h="284667">
                <a:tc>
                  <a:txBody>
                    <a:bodyPr/>
                    <a:lstStyle/>
                    <a:p>
                      <a:pPr fontAlgn="t"/>
                      <a:r>
                        <a:rPr lang="en-GB" sz="800" b="0">
                          <a:solidFill>
                            <a:srgbClr val="495354"/>
                          </a:solidFill>
                          <a:effectLst/>
                          <a:latin typeface="var(--medium)"/>
                        </a:rPr>
                        <a:t>Innervation</a:t>
                      </a:r>
                    </a:p>
                  </a:txBody>
                  <a:tcPr marL="40132" marR="40132" marT="26754" marB="2675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Lateral branches of posterior rami of spinal nerves</a:t>
                      </a:r>
                    </a:p>
                  </a:txBody>
                  <a:tcPr marL="40132" marR="40132" marT="26754" marB="2675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938203315"/>
                  </a:ext>
                </a:extLst>
              </a:tr>
              <a:tr h="1209299">
                <a:tc>
                  <a:txBody>
                    <a:bodyPr/>
                    <a:lstStyle/>
                    <a:p>
                      <a:pPr fontAlgn="t"/>
                      <a:r>
                        <a:rPr lang="en-GB" sz="800" b="0">
                          <a:solidFill>
                            <a:srgbClr val="495354"/>
                          </a:solidFill>
                          <a:effectLst/>
                          <a:latin typeface="var(--medium)"/>
                        </a:rPr>
                        <a:t>Blood supply</a:t>
                      </a:r>
                    </a:p>
                  </a:txBody>
                  <a:tcPr marL="40132" marR="40132" marT="26754" marB="2675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800" dirty="0">
                          <a:solidFill>
                            <a:srgbClr val="495354"/>
                          </a:solidFill>
                          <a:effectLst/>
                        </a:rPr>
                        <a:t>Iliocostalis cervicis: occipital, deep cervical and vertebral arteries</a:t>
                      </a:r>
                      <a:br>
                        <a:rPr lang="en-GB" sz="800" dirty="0">
                          <a:solidFill>
                            <a:srgbClr val="495354"/>
                          </a:solidFill>
                          <a:effectLst/>
                        </a:rPr>
                      </a:br>
                      <a:r>
                        <a:rPr lang="en-GB" sz="800" dirty="0">
                          <a:solidFill>
                            <a:srgbClr val="495354"/>
                          </a:solidFill>
                          <a:effectLst/>
                        </a:rPr>
                        <a:t>Iliocostalis thoracis: dorsal branches of posterior intercostal and subcostal arteries</a:t>
                      </a:r>
                      <a:br>
                        <a:rPr lang="en-GB" sz="800" dirty="0">
                          <a:solidFill>
                            <a:srgbClr val="495354"/>
                          </a:solidFill>
                          <a:effectLst/>
                        </a:rPr>
                      </a:br>
                      <a:r>
                        <a:rPr lang="en-GB" sz="800" dirty="0">
                          <a:solidFill>
                            <a:srgbClr val="495354"/>
                          </a:solidFill>
                          <a:effectLst/>
                        </a:rPr>
                        <a:t>Iliocostalis lumborum: dorsal branches of lumbar and lateral sacral arteries</a:t>
                      </a:r>
                    </a:p>
                  </a:txBody>
                  <a:tcPr marL="40132" marR="40132" marT="26754" marB="2675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1858320476"/>
                  </a:ext>
                </a:extLst>
              </a:tr>
            </a:tbl>
          </a:graphicData>
        </a:graphic>
      </p:graphicFrame>
    </p:spTree>
    <p:extLst>
      <p:ext uri="{BB962C8B-B14F-4D97-AF65-F5344CB8AC3E}">
        <p14:creationId xmlns:p14="http://schemas.microsoft.com/office/powerpoint/2010/main" val="3456519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p:txBody>
          <a:bodyPr>
            <a:normAutofit/>
          </a:bodyPr>
          <a:lstStyle/>
          <a:p>
            <a:r>
              <a:rPr lang="en-US" dirty="0"/>
              <a:t>Expiratory muscles</a:t>
            </a:r>
          </a:p>
        </p:txBody>
      </p:sp>
      <p:sp>
        <p:nvSpPr>
          <p:cNvPr id="6" name="Slide Number Placeholder 5">
            <a:extLst>
              <a:ext uri="{FF2B5EF4-FFF2-40B4-BE49-F238E27FC236}">
                <a16:creationId xmlns:a16="http://schemas.microsoft.com/office/drawing/2014/main" id="{BA32F697-D1D4-4B0A-B960-D1869BF8607A}"/>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pPr/>
              <a:t>32</a:t>
            </a:fld>
            <a:endParaRPr lang="en-US" dirty="0"/>
          </a:p>
        </p:txBody>
      </p:sp>
      <p:sp>
        <p:nvSpPr>
          <p:cNvPr id="9" name="TextBox 8">
            <a:extLst>
              <a:ext uri="{FF2B5EF4-FFF2-40B4-BE49-F238E27FC236}">
                <a16:creationId xmlns:a16="http://schemas.microsoft.com/office/drawing/2014/main" id="{0AD4918F-22DF-4F8D-8B32-00C501468B9D}"/>
              </a:ext>
            </a:extLst>
          </p:cNvPr>
          <p:cNvSpPr txBox="1"/>
          <p:nvPr/>
        </p:nvSpPr>
        <p:spPr>
          <a:xfrm>
            <a:off x="7140539" y="2636421"/>
            <a:ext cx="3821987" cy="3139321"/>
          </a:xfrm>
          <a:prstGeom prst="rect">
            <a:avLst/>
          </a:prstGeom>
          <a:noFill/>
        </p:spPr>
        <p:txBody>
          <a:bodyPr wrap="square" rtlCol="0">
            <a:spAutoFit/>
          </a:bodyPr>
          <a:lstStyle/>
          <a:p>
            <a:r>
              <a:rPr lang="en-GB" dirty="0"/>
              <a:t>Rectus Abdominus</a:t>
            </a:r>
          </a:p>
          <a:p>
            <a:endParaRPr lang="en-GB" dirty="0"/>
          </a:p>
          <a:p>
            <a:r>
              <a:rPr lang="en-GB" dirty="0"/>
              <a:t>Transverse abdominus</a:t>
            </a:r>
          </a:p>
          <a:p>
            <a:endParaRPr lang="en-GB" dirty="0"/>
          </a:p>
          <a:p>
            <a:r>
              <a:rPr lang="en-GB" dirty="0"/>
              <a:t>External Oblique</a:t>
            </a:r>
          </a:p>
          <a:p>
            <a:endParaRPr lang="en-GB" dirty="0"/>
          </a:p>
          <a:p>
            <a:r>
              <a:rPr lang="en-GB" dirty="0"/>
              <a:t>Internal Oblique</a:t>
            </a:r>
          </a:p>
          <a:p>
            <a:endParaRPr lang="en-GB" dirty="0"/>
          </a:p>
          <a:p>
            <a:r>
              <a:rPr lang="en-GB" dirty="0"/>
              <a:t>Latissimus Dorsi</a:t>
            </a:r>
          </a:p>
          <a:p>
            <a:endParaRPr lang="en-GB" dirty="0"/>
          </a:p>
          <a:p>
            <a:endParaRPr lang="en-GB" dirty="0"/>
          </a:p>
        </p:txBody>
      </p:sp>
      <p:pic>
        <p:nvPicPr>
          <p:cNvPr id="3" name="Picture 2">
            <a:extLst>
              <a:ext uri="{FF2B5EF4-FFF2-40B4-BE49-F238E27FC236}">
                <a16:creationId xmlns:a16="http://schemas.microsoft.com/office/drawing/2014/main" id="{28D10D2D-7F02-9F90-A5C1-5777B1DA317B}"/>
              </a:ext>
            </a:extLst>
          </p:cNvPr>
          <p:cNvPicPr>
            <a:picLocks noChangeAspect="1"/>
          </p:cNvPicPr>
          <p:nvPr/>
        </p:nvPicPr>
        <p:blipFill>
          <a:blip r:embed="rId2"/>
          <a:stretch>
            <a:fillRect/>
          </a:stretch>
        </p:blipFill>
        <p:spPr>
          <a:xfrm>
            <a:off x="768925" y="1675028"/>
            <a:ext cx="5062105" cy="5062105"/>
          </a:xfrm>
          <a:prstGeom prst="rect">
            <a:avLst/>
          </a:prstGeom>
        </p:spPr>
      </p:pic>
    </p:spTree>
    <p:extLst>
      <p:ext uri="{BB962C8B-B14F-4D97-AF65-F5344CB8AC3E}">
        <p14:creationId xmlns:p14="http://schemas.microsoft.com/office/powerpoint/2010/main" val="1472106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D2D83-A69B-4330-A6E7-354FC9FA5202}"/>
              </a:ext>
            </a:extLst>
          </p:cNvPr>
          <p:cNvSpPr>
            <a:spLocks noGrp="1"/>
          </p:cNvSpPr>
          <p:nvPr>
            <p:ph type="title"/>
          </p:nvPr>
        </p:nvSpPr>
        <p:spPr>
          <a:xfrm>
            <a:off x="0" y="469034"/>
            <a:ext cx="10515600" cy="1325563"/>
          </a:xfrm>
        </p:spPr>
        <p:txBody>
          <a:bodyPr/>
          <a:lstStyle/>
          <a:p>
            <a:r>
              <a:rPr lang="en-GB" dirty="0"/>
              <a:t>Expiratory muscles</a:t>
            </a:r>
          </a:p>
        </p:txBody>
      </p:sp>
      <p:sp>
        <p:nvSpPr>
          <p:cNvPr id="11" name="Slide Number Placeholder 10">
            <a:extLst>
              <a:ext uri="{FF2B5EF4-FFF2-40B4-BE49-F238E27FC236}">
                <a16:creationId xmlns:a16="http://schemas.microsoft.com/office/drawing/2014/main" id="{09C05F9B-C67C-439A-9D8A-20F8D13FD29A}"/>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33</a:t>
            </a:fld>
            <a:endParaRPr lang="en-US" dirty="0"/>
          </a:p>
        </p:txBody>
      </p:sp>
      <p:graphicFrame>
        <p:nvGraphicFramePr>
          <p:cNvPr id="6" name="Content Placeholder 5">
            <a:extLst>
              <a:ext uri="{FF2B5EF4-FFF2-40B4-BE49-F238E27FC236}">
                <a16:creationId xmlns:a16="http://schemas.microsoft.com/office/drawing/2014/main" id="{809CFD5F-7005-4C94-B29C-D1273DCD7431}"/>
              </a:ext>
            </a:extLst>
          </p:cNvPr>
          <p:cNvGraphicFramePr>
            <a:graphicFrameLocks noGrp="1"/>
          </p:cNvGraphicFramePr>
          <p:nvPr>
            <p:ph sz="quarter" idx="4294967295"/>
            <p:extLst>
              <p:ext uri="{D42A27DB-BD31-4B8C-83A1-F6EECF244321}">
                <p14:modId xmlns:p14="http://schemas.microsoft.com/office/powerpoint/2010/main" val="1490373300"/>
              </p:ext>
            </p:extLst>
          </p:nvPr>
        </p:nvGraphicFramePr>
        <p:xfrm>
          <a:off x="9168758" y="4417147"/>
          <a:ext cx="2834057" cy="2340866"/>
        </p:xfrm>
        <a:graphic>
          <a:graphicData uri="http://schemas.openxmlformats.org/drawingml/2006/table">
            <a:tbl>
              <a:tblPr/>
              <a:tblGrid>
                <a:gridCol w="726682">
                  <a:extLst>
                    <a:ext uri="{9D8B030D-6E8A-4147-A177-3AD203B41FA5}">
                      <a16:colId xmlns:a16="http://schemas.microsoft.com/office/drawing/2014/main" val="793020757"/>
                    </a:ext>
                  </a:extLst>
                </a:gridCol>
                <a:gridCol w="2107375">
                  <a:extLst>
                    <a:ext uri="{9D8B030D-6E8A-4147-A177-3AD203B41FA5}">
                      <a16:colId xmlns:a16="http://schemas.microsoft.com/office/drawing/2014/main" val="4043048738"/>
                    </a:ext>
                  </a:extLst>
                </a:gridCol>
              </a:tblGrid>
              <a:tr h="308643">
                <a:tc gridSpan="2">
                  <a:txBody>
                    <a:bodyPr/>
                    <a:lstStyle/>
                    <a:p>
                      <a:r>
                        <a:rPr lang="en-GB" sz="700" dirty="0"/>
                        <a:t>Key facts about the rectus abdominis muscle</a:t>
                      </a:r>
                    </a:p>
                  </a:txBody>
                  <a:tcPr marL="37750" marR="37750" marT="18875" marB="18875" anchor="ctr">
                    <a:solidFill>
                      <a:srgbClr val="F7F7F7"/>
                    </a:solidFill>
                  </a:tcPr>
                </a:tc>
                <a:tc hMerge="1">
                  <a:txBody>
                    <a:bodyPr/>
                    <a:lstStyle/>
                    <a:p>
                      <a:endParaRPr lang="en-GB"/>
                    </a:p>
                  </a:txBody>
                  <a:tcPr/>
                </a:tc>
                <a:extLst>
                  <a:ext uri="{0D108BD9-81ED-4DB2-BD59-A6C34878D82A}">
                    <a16:rowId xmlns:a16="http://schemas.microsoft.com/office/drawing/2014/main" val="4082149875"/>
                  </a:ext>
                </a:extLst>
              </a:tr>
              <a:tr h="193514">
                <a:tc>
                  <a:txBody>
                    <a:bodyPr/>
                    <a:lstStyle/>
                    <a:p>
                      <a:pPr fontAlgn="t"/>
                      <a:r>
                        <a:rPr lang="en-GB" sz="700" b="0">
                          <a:solidFill>
                            <a:srgbClr val="495354"/>
                          </a:solidFill>
                          <a:effectLst/>
                          <a:latin typeface="var(--medium)"/>
                        </a:rPr>
                        <a:t>Origin</a:t>
                      </a:r>
                    </a:p>
                  </a:txBody>
                  <a:tcPr marL="39323" marR="39323" marT="26215" marB="26215">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700" dirty="0">
                          <a:solidFill>
                            <a:srgbClr val="495354"/>
                          </a:solidFill>
                          <a:effectLst/>
                        </a:rPr>
                        <a:t>Pubic symphysis, pubic crest</a:t>
                      </a:r>
                    </a:p>
                  </a:txBody>
                  <a:tcPr marL="39323" marR="39323" marT="26215" marB="2621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607174806"/>
                  </a:ext>
                </a:extLst>
              </a:tr>
              <a:tr h="332236">
                <a:tc>
                  <a:txBody>
                    <a:bodyPr/>
                    <a:lstStyle/>
                    <a:p>
                      <a:pPr fontAlgn="t"/>
                      <a:r>
                        <a:rPr lang="en-GB" sz="700" b="0" dirty="0">
                          <a:solidFill>
                            <a:srgbClr val="495354"/>
                          </a:solidFill>
                          <a:effectLst/>
                          <a:latin typeface="var(--medium)"/>
                        </a:rPr>
                        <a:t>Insertion</a:t>
                      </a:r>
                    </a:p>
                  </a:txBody>
                  <a:tcPr marL="39323" marR="39323" marT="26215" marB="2621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700" dirty="0">
                          <a:solidFill>
                            <a:srgbClr val="495354"/>
                          </a:solidFill>
                          <a:effectLst/>
                        </a:rPr>
                        <a:t>Xiphoid process, costal cartilages of ribs 5-7</a:t>
                      </a:r>
                    </a:p>
                  </a:txBody>
                  <a:tcPr marL="39323" marR="39323" marT="26215" marB="2621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4058345732"/>
                  </a:ext>
                </a:extLst>
              </a:tr>
              <a:tr h="325790">
                <a:tc>
                  <a:txBody>
                    <a:bodyPr/>
                    <a:lstStyle/>
                    <a:p>
                      <a:pPr fontAlgn="t"/>
                      <a:r>
                        <a:rPr lang="en-GB" sz="700" b="0">
                          <a:solidFill>
                            <a:srgbClr val="495354"/>
                          </a:solidFill>
                          <a:effectLst/>
                          <a:latin typeface="var(--medium)"/>
                        </a:rPr>
                        <a:t>Innervation</a:t>
                      </a:r>
                    </a:p>
                  </a:txBody>
                  <a:tcPr marL="39323" marR="39323" marT="26215" marB="2621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fr-FR" sz="700" dirty="0">
                          <a:solidFill>
                            <a:srgbClr val="495354"/>
                          </a:solidFill>
                          <a:effectLst/>
                        </a:rPr>
                        <a:t>Intercostal nerves (T7-T11), subcostal nerve (T12)</a:t>
                      </a:r>
                    </a:p>
                  </a:txBody>
                  <a:tcPr marL="39323" marR="39323" marT="26215" marB="2621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762854977"/>
                  </a:ext>
                </a:extLst>
              </a:tr>
              <a:tr h="854893">
                <a:tc>
                  <a:txBody>
                    <a:bodyPr/>
                    <a:lstStyle/>
                    <a:p>
                      <a:pPr fontAlgn="t"/>
                      <a:r>
                        <a:rPr lang="en-GB" sz="700" b="0">
                          <a:solidFill>
                            <a:srgbClr val="495354"/>
                          </a:solidFill>
                          <a:effectLst/>
                          <a:latin typeface="var(--medium)"/>
                        </a:rPr>
                        <a:t>Blood supply</a:t>
                      </a:r>
                    </a:p>
                  </a:txBody>
                  <a:tcPr marL="39323" marR="39323" marT="26215" marB="2621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700">
                          <a:solidFill>
                            <a:srgbClr val="495354"/>
                          </a:solidFill>
                          <a:effectLst/>
                        </a:rPr>
                        <a:t>Inferior epigastric and superior epigastric arteries; contributions from posterior intercostal, subcostal and deep circumflex arteries</a:t>
                      </a:r>
                      <a:br>
                        <a:rPr lang="en-GB" sz="700">
                          <a:solidFill>
                            <a:srgbClr val="495354"/>
                          </a:solidFill>
                          <a:effectLst/>
                        </a:rPr>
                      </a:br>
                      <a:endParaRPr lang="en-GB" sz="700">
                        <a:solidFill>
                          <a:srgbClr val="495354"/>
                        </a:solidFill>
                        <a:effectLst/>
                      </a:endParaRPr>
                    </a:p>
                  </a:txBody>
                  <a:tcPr marL="39323" marR="39323" marT="26215" marB="2621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588738615"/>
                  </a:ext>
                </a:extLst>
              </a:tr>
              <a:tr h="325790">
                <a:tc>
                  <a:txBody>
                    <a:bodyPr/>
                    <a:lstStyle/>
                    <a:p>
                      <a:pPr fontAlgn="t"/>
                      <a:r>
                        <a:rPr lang="en-GB" sz="700" b="0">
                          <a:solidFill>
                            <a:srgbClr val="495354"/>
                          </a:solidFill>
                          <a:effectLst/>
                          <a:latin typeface="var(--medium)"/>
                        </a:rPr>
                        <a:t>Function</a:t>
                      </a:r>
                    </a:p>
                  </a:txBody>
                  <a:tcPr marL="39323" marR="39323" marT="26215" marB="26215">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700" dirty="0">
                          <a:solidFill>
                            <a:srgbClr val="495354"/>
                          </a:solidFill>
                          <a:effectLst/>
                        </a:rPr>
                        <a:t>Trunk flexion, compresses abdominal viscera, expiration</a:t>
                      </a:r>
                    </a:p>
                  </a:txBody>
                  <a:tcPr marL="39323" marR="39323" marT="26215" marB="26215">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482912791"/>
                  </a:ext>
                </a:extLst>
              </a:tr>
            </a:tbl>
          </a:graphicData>
        </a:graphic>
      </p:graphicFrame>
      <p:pic>
        <p:nvPicPr>
          <p:cNvPr id="5" name="Picture 4">
            <a:extLst>
              <a:ext uri="{FF2B5EF4-FFF2-40B4-BE49-F238E27FC236}">
                <a16:creationId xmlns:a16="http://schemas.microsoft.com/office/drawing/2014/main" id="{52B275E4-CFE7-4B43-B973-8041F26EE416}"/>
              </a:ext>
            </a:extLst>
          </p:cNvPr>
          <p:cNvPicPr>
            <a:picLocks noChangeAspect="1"/>
          </p:cNvPicPr>
          <p:nvPr/>
        </p:nvPicPr>
        <p:blipFill>
          <a:blip r:embed="rId2"/>
          <a:stretch>
            <a:fillRect/>
          </a:stretch>
        </p:blipFill>
        <p:spPr>
          <a:xfrm>
            <a:off x="6550326" y="4095920"/>
            <a:ext cx="2514600" cy="2514600"/>
          </a:xfrm>
          <a:prstGeom prst="rect">
            <a:avLst/>
          </a:prstGeom>
        </p:spPr>
      </p:pic>
      <p:pic>
        <p:nvPicPr>
          <p:cNvPr id="7" name="Picture 6">
            <a:extLst>
              <a:ext uri="{FF2B5EF4-FFF2-40B4-BE49-F238E27FC236}">
                <a16:creationId xmlns:a16="http://schemas.microsoft.com/office/drawing/2014/main" id="{F7CA877D-30A7-42C6-902D-6574CE817EED}"/>
              </a:ext>
            </a:extLst>
          </p:cNvPr>
          <p:cNvPicPr>
            <a:picLocks noChangeAspect="1"/>
          </p:cNvPicPr>
          <p:nvPr/>
        </p:nvPicPr>
        <p:blipFill>
          <a:blip r:embed="rId3"/>
          <a:stretch>
            <a:fillRect/>
          </a:stretch>
        </p:blipFill>
        <p:spPr>
          <a:xfrm>
            <a:off x="6500581" y="1710805"/>
            <a:ext cx="2550275" cy="2196424"/>
          </a:xfrm>
          <a:prstGeom prst="rect">
            <a:avLst/>
          </a:prstGeom>
        </p:spPr>
      </p:pic>
      <p:graphicFrame>
        <p:nvGraphicFramePr>
          <p:cNvPr id="8" name="Table 7">
            <a:extLst>
              <a:ext uri="{FF2B5EF4-FFF2-40B4-BE49-F238E27FC236}">
                <a16:creationId xmlns:a16="http://schemas.microsoft.com/office/drawing/2014/main" id="{3B6347FA-2672-4EDF-99EA-1FB1152DCCDE}"/>
              </a:ext>
            </a:extLst>
          </p:cNvPr>
          <p:cNvGraphicFramePr>
            <a:graphicFrameLocks noGrp="1"/>
          </p:cNvGraphicFramePr>
          <p:nvPr>
            <p:extLst>
              <p:ext uri="{D42A27DB-BD31-4B8C-83A1-F6EECF244321}">
                <p14:modId xmlns:p14="http://schemas.microsoft.com/office/powerpoint/2010/main" val="912144239"/>
              </p:ext>
            </p:extLst>
          </p:nvPr>
        </p:nvGraphicFramePr>
        <p:xfrm>
          <a:off x="9200123" y="469034"/>
          <a:ext cx="2834057" cy="3741462"/>
        </p:xfrm>
        <a:graphic>
          <a:graphicData uri="http://schemas.openxmlformats.org/drawingml/2006/table">
            <a:tbl>
              <a:tblPr/>
              <a:tblGrid>
                <a:gridCol w="726682">
                  <a:extLst>
                    <a:ext uri="{9D8B030D-6E8A-4147-A177-3AD203B41FA5}">
                      <a16:colId xmlns:a16="http://schemas.microsoft.com/office/drawing/2014/main" val="3592182523"/>
                    </a:ext>
                  </a:extLst>
                </a:gridCol>
                <a:gridCol w="2107375">
                  <a:extLst>
                    <a:ext uri="{9D8B030D-6E8A-4147-A177-3AD203B41FA5}">
                      <a16:colId xmlns:a16="http://schemas.microsoft.com/office/drawing/2014/main" val="172960681"/>
                    </a:ext>
                  </a:extLst>
                </a:gridCol>
              </a:tblGrid>
              <a:tr h="175220">
                <a:tc gridSpan="2">
                  <a:txBody>
                    <a:bodyPr/>
                    <a:lstStyle/>
                    <a:p>
                      <a:r>
                        <a:rPr lang="en-GB" sz="1000" dirty="0"/>
                        <a:t>Key facts about the transversus abdominis muscle</a:t>
                      </a:r>
                    </a:p>
                  </a:txBody>
                  <a:tcPr marL="48922" marR="48922" marT="24461" marB="24461" anchor="ctr">
                    <a:solidFill>
                      <a:srgbClr val="F7F7F7"/>
                    </a:solidFill>
                  </a:tcPr>
                </a:tc>
                <a:tc hMerge="1">
                  <a:txBody>
                    <a:bodyPr/>
                    <a:lstStyle/>
                    <a:p>
                      <a:endParaRPr lang="en-GB"/>
                    </a:p>
                  </a:txBody>
                  <a:tcPr/>
                </a:tc>
                <a:extLst>
                  <a:ext uri="{0D108BD9-81ED-4DB2-BD59-A6C34878D82A}">
                    <a16:rowId xmlns:a16="http://schemas.microsoft.com/office/drawing/2014/main" val="76260028"/>
                  </a:ext>
                </a:extLst>
              </a:tr>
              <a:tr h="411123">
                <a:tc>
                  <a:txBody>
                    <a:bodyPr/>
                    <a:lstStyle/>
                    <a:p>
                      <a:pPr fontAlgn="t"/>
                      <a:r>
                        <a:rPr lang="en-GB" sz="1000" b="0">
                          <a:solidFill>
                            <a:srgbClr val="495354"/>
                          </a:solidFill>
                          <a:effectLst/>
                          <a:latin typeface="var(--medium)"/>
                        </a:rPr>
                        <a:t>Origin</a:t>
                      </a:r>
                    </a:p>
                  </a:txBody>
                  <a:tcPr marL="50960" marR="50960" marT="33974" marB="33974">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1000">
                          <a:solidFill>
                            <a:srgbClr val="495354"/>
                          </a:solidFill>
                          <a:effectLst/>
                        </a:rPr>
                        <a:t>Internal surfaces of costal cartilages of ribs 7-12, thoracolumbar fascia, anterior two thirds of iliac crest, iliopectineal arch</a:t>
                      </a:r>
                    </a:p>
                  </a:txBody>
                  <a:tcPr marL="50960" marR="50960" marT="33974" marB="3397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678258879"/>
                  </a:ext>
                </a:extLst>
              </a:tr>
              <a:tr h="335630">
                <a:tc>
                  <a:txBody>
                    <a:bodyPr/>
                    <a:lstStyle/>
                    <a:p>
                      <a:pPr fontAlgn="t"/>
                      <a:r>
                        <a:rPr lang="en-GB" sz="1000" b="0">
                          <a:solidFill>
                            <a:srgbClr val="495354"/>
                          </a:solidFill>
                          <a:effectLst/>
                          <a:latin typeface="var(--medium)"/>
                        </a:rPr>
                        <a:t>Insertion</a:t>
                      </a:r>
                    </a:p>
                  </a:txBody>
                  <a:tcPr marL="50960" marR="50960" marT="33974" marB="3397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1000" dirty="0">
                          <a:solidFill>
                            <a:srgbClr val="495354"/>
                          </a:solidFill>
                          <a:effectLst/>
                        </a:rPr>
                        <a:t>Linea alba, aponeurosis of internal abdominal oblique muscle; pubic crest, </a:t>
                      </a:r>
                      <a:r>
                        <a:rPr lang="en-GB" sz="1000" dirty="0" err="1">
                          <a:solidFill>
                            <a:srgbClr val="495354"/>
                          </a:solidFill>
                          <a:effectLst/>
                        </a:rPr>
                        <a:t>pectinal</a:t>
                      </a:r>
                      <a:r>
                        <a:rPr lang="en-GB" sz="1000" dirty="0">
                          <a:solidFill>
                            <a:srgbClr val="495354"/>
                          </a:solidFill>
                          <a:effectLst/>
                        </a:rPr>
                        <a:t> line of </a:t>
                      </a:r>
                      <a:r>
                        <a:rPr lang="en-GB" sz="1000" u="sng" dirty="0">
                          <a:solidFill>
                            <a:srgbClr val="495354"/>
                          </a:solidFill>
                          <a:effectLst/>
                          <a:hlinkClick r:id="rId4"/>
                        </a:rPr>
                        <a:t>pubis</a:t>
                      </a:r>
                      <a:endParaRPr lang="en-GB" sz="1000" dirty="0">
                        <a:solidFill>
                          <a:srgbClr val="495354"/>
                        </a:solidFill>
                        <a:effectLst/>
                      </a:endParaRPr>
                    </a:p>
                  </a:txBody>
                  <a:tcPr marL="50960" marR="50960" marT="33974" marB="3397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54550311"/>
                  </a:ext>
                </a:extLst>
              </a:tr>
              <a:tr h="486616">
                <a:tc>
                  <a:txBody>
                    <a:bodyPr/>
                    <a:lstStyle/>
                    <a:p>
                      <a:pPr fontAlgn="t"/>
                      <a:r>
                        <a:rPr lang="en-GB" sz="1000" b="0">
                          <a:solidFill>
                            <a:srgbClr val="495354"/>
                          </a:solidFill>
                          <a:effectLst/>
                          <a:latin typeface="var(--medium)"/>
                        </a:rPr>
                        <a:t>Action</a:t>
                      </a:r>
                    </a:p>
                  </a:txBody>
                  <a:tcPr marL="50960" marR="50960" marT="33974" marB="3397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1000" dirty="0">
                          <a:solidFill>
                            <a:srgbClr val="495354"/>
                          </a:solidFill>
                          <a:effectLst/>
                        </a:rPr>
                        <a:t>Bilateral contraction - Compresses abdominal viscera, expiration</a:t>
                      </a:r>
                      <a:br>
                        <a:rPr lang="en-GB" sz="1000" dirty="0">
                          <a:solidFill>
                            <a:srgbClr val="495354"/>
                          </a:solidFill>
                          <a:effectLst/>
                        </a:rPr>
                      </a:br>
                      <a:r>
                        <a:rPr lang="en-GB" sz="1000" dirty="0">
                          <a:solidFill>
                            <a:srgbClr val="495354"/>
                          </a:solidFill>
                          <a:effectLst/>
                        </a:rPr>
                        <a:t>Unilateral contraction - Trunk rotation (ipsilateral)</a:t>
                      </a:r>
                      <a:br>
                        <a:rPr lang="en-GB" sz="1000" dirty="0">
                          <a:solidFill>
                            <a:srgbClr val="495354"/>
                          </a:solidFill>
                          <a:effectLst/>
                        </a:rPr>
                      </a:br>
                      <a:endParaRPr lang="en-GB" sz="1000" dirty="0">
                        <a:solidFill>
                          <a:srgbClr val="495354"/>
                        </a:solidFill>
                        <a:effectLst/>
                      </a:endParaRPr>
                    </a:p>
                  </a:txBody>
                  <a:tcPr marL="50960" marR="50960" marT="33974" marB="3397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378764845"/>
                  </a:ext>
                </a:extLst>
              </a:tr>
              <a:tr h="335630">
                <a:tc>
                  <a:txBody>
                    <a:bodyPr/>
                    <a:lstStyle/>
                    <a:p>
                      <a:pPr fontAlgn="t"/>
                      <a:r>
                        <a:rPr lang="en-GB" sz="1000" b="0">
                          <a:solidFill>
                            <a:srgbClr val="495354"/>
                          </a:solidFill>
                          <a:effectLst/>
                          <a:latin typeface="var(--medium)"/>
                        </a:rPr>
                        <a:t>Innervation</a:t>
                      </a:r>
                    </a:p>
                  </a:txBody>
                  <a:tcPr marL="50960" marR="50960" marT="33974" marB="3397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1000">
                          <a:solidFill>
                            <a:srgbClr val="495354"/>
                          </a:solidFill>
                          <a:effectLst/>
                        </a:rPr>
                        <a:t>Intercostal nerves (T7-T11), subcostal nerve (T12), iliohypogastric nerve (L1), ilioinguinal nerve (L1)</a:t>
                      </a:r>
                    </a:p>
                  </a:txBody>
                  <a:tcPr marL="50960" marR="50960" marT="33974" marB="3397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727530867"/>
                  </a:ext>
                </a:extLst>
              </a:tr>
              <a:tr h="411123">
                <a:tc>
                  <a:txBody>
                    <a:bodyPr/>
                    <a:lstStyle/>
                    <a:p>
                      <a:pPr fontAlgn="t"/>
                      <a:r>
                        <a:rPr lang="en-GB" sz="1000" b="0">
                          <a:solidFill>
                            <a:srgbClr val="495354"/>
                          </a:solidFill>
                          <a:effectLst/>
                          <a:latin typeface="var(--medium)"/>
                        </a:rPr>
                        <a:t>Blood supply</a:t>
                      </a:r>
                    </a:p>
                  </a:txBody>
                  <a:tcPr marL="50960" marR="50960" marT="33974" marB="33974">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1000" dirty="0">
                          <a:solidFill>
                            <a:srgbClr val="495354"/>
                          </a:solidFill>
                          <a:effectLst/>
                        </a:rPr>
                        <a:t>Lower posterior intercostal and subcostal arteries, superior and inferior epigastric arteries, superficial and deep circumflex </a:t>
                      </a:r>
                      <a:r>
                        <a:rPr lang="en-GB" sz="1000" dirty="0" err="1">
                          <a:solidFill>
                            <a:srgbClr val="495354"/>
                          </a:solidFill>
                          <a:effectLst/>
                        </a:rPr>
                        <a:t>arteries,posterior</a:t>
                      </a:r>
                      <a:r>
                        <a:rPr lang="en-GB" sz="1000" dirty="0">
                          <a:solidFill>
                            <a:srgbClr val="495354"/>
                          </a:solidFill>
                          <a:effectLst/>
                        </a:rPr>
                        <a:t> lumbar arteries</a:t>
                      </a:r>
                    </a:p>
                  </a:txBody>
                  <a:tcPr marL="50960" marR="50960" marT="33974" marB="33974">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4201546780"/>
                  </a:ext>
                </a:extLst>
              </a:tr>
            </a:tbl>
          </a:graphicData>
        </a:graphic>
      </p:graphicFrame>
      <p:pic>
        <p:nvPicPr>
          <p:cNvPr id="12" name="Picture 11">
            <a:extLst>
              <a:ext uri="{FF2B5EF4-FFF2-40B4-BE49-F238E27FC236}">
                <a16:creationId xmlns:a16="http://schemas.microsoft.com/office/drawing/2014/main" id="{9099DDE6-C688-4A70-B9DC-5C421541A28C}"/>
              </a:ext>
            </a:extLst>
          </p:cNvPr>
          <p:cNvPicPr>
            <a:picLocks noChangeAspect="1"/>
          </p:cNvPicPr>
          <p:nvPr/>
        </p:nvPicPr>
        <p:blipFill>
          <a:blip r:embed="rId5"/>
          <a:stretch>
            <a:fillRect/>
          </a:stretch>
        </p:blipFill>
        <p:spPr>
          <a:xfrm>
            <a:off x="189185" y="1572105"/>
            <a:ext cx="1941576" cy="1990115"/>
          </a:xfrm>
          <a:prstGeom prst="rect">
            <a:avLst/>
          </a:prstGeom>
        </p:spPr>
      </p:pic>
      <p:graphicFrame>
        <p:nvGraphicFramePr>
          <p:cNvPr id="13" name="Table 12">
            <a:extLst>
              <a:ext uri="{FF2B5EF4-FFF2-40B4-BE49-F238E27FC236}">
                <a16:creationId xmlns:a16="http://schemas.microsoft.com/office/drawing/2014/main" id="{4CA735D2-79D5-41EB-B513-6941ABC2CDD1}"/>
              </a:ext>
            </a:extLst>
          </p:cNvPr>
          <p:cNvGraphicFramePr>
            <a:graphicFrameLocks noGrp="1"/>
          </p:cNvGraphicFramePr>
          <p:nvPr>
            <p:extLst>
              <p:ext uri="{D42A27DB-BD31-4B8C-83A1-F6EECF244321}">
                <p14:modId xmlns:p14="http://schemas.microsoft.com/office/powerpoint/2010/main" val="1615641736"/>
              </p:ext>
            </p:extLst>
          </p:nvPr>
        </p:nvGraphicFramePr>
        <p:xfrm>
          <a:off x="189185" y="3458822"/>
          <a:ext cx="3514352" cy="3080090"/>
        </p:xfrm>
        <a:graphic>
          <a:graphicData uri="http://schemas.openxmlformats.org/drawingml/2006/table">
            <a:tbl>
              <a:tblPr/>
              <a:tblGrid>
                <a:gridCol w="901116">
                  <a:extLst>
                    <a:ext uri="{9D8B030D-6E8A-4147-A177-3AD203B41FA5}">
                      <a16:colId xmlns:a16="http://schemas.microsoft.com/office/drawing/2014/main" val="1072863064"/>
                    </a:ext>
                  </a:extLst>
                </a:gridCol>
                <a:gridCol w="2613236">
                  <a:extLst>
                    <a:ext uri="{9D8B030D-6E8A-4147-A177-3AD203B41FA5}">
                      <a16:colId xmlns:a16="http://schemas.microsoft.com/office/drawing/2014/main" val="1711739100"/>
                    </a:ext>
                  </a:extLst>
                </a:gridCol>
              </a:tblGrid>
              <a:tr h="283271">
                <a:tc gridSpan="2">
                  <a:txBody>
                    <a:bodyPr/>
                    <a:lstStyle/>
                    <a:p>
                      <a:r>
                        <a:rPr lang="en-GB" sz="800" dirty="0"/>
                        <a:t>Key facts about the internal abdominal oblique</a:t>
                      </a:r>
                    </a:p>
                  </a:txBody>
                  <a:tcPr marL="52461" marR="52461" marT="26230" marB="26230" anchor="ctr">
                    <a:solidFill>
                      <a:srgbClr val="F7F7F7"/>
                    </a:solidFill>
                  </a:tcPr>
                </a:tc>
                <a:tc hMerge="1">
                  <a:txBody>
                    <a:bodyPr/>
                    <a:lstStyle/>
                    <a:p>
                      <a:endParaRPr lang="en-GB"/>
                    </a:p>
                  </a:txBody>
                  <a:tcPr/>
                </a:tc>
                <a:extLst>
                  <a:ext uri="{0D108BD9-81ED-4DB2-BD59-A6C34878D82A}">
                    <a16:rowId xmlns:a16="http://schemas.microsoft.com/office/drawing/2014/main" val="1273041765"/>
                  </a:ext>
                </a:extLst>
              </a:tr>
              <a:tr h="541813">
                <a:tc>
                  <a:txBody>
                    <a:bodyPr/>
                    <a:lstStyle/>
                    <a:p>
                      <a:pPr fontAlgn="t"/>
                      <a:r>
                        <a:rPr lang="en-GB" sz="800" b="0">
                          <a:solidFill>
                            <a:srgbClr val="495354"/>
                          </a:solidFill>
                          <a:effectLst/>
                          <a:latin typeface="var(--medium)"/>
                        </a:rPr>
                        <a:t>Origin</a:t>
                      </a:r>
                    </a:p>
                  </a:txBody>
                  <a:tcPr marL="54647" marR="54647" marT="36431" marB="36431">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Anterior two-thirds of iliac crest, iliopectineal arch, thoracolumbar</a:t>
                      </a:r>
                      <a:br>
                        <a:rPr lang="en-GB" sz="800" dirty="0">
                          <a:solidFill>
                            <a:srgbClr val="495354"/>
                          </a:solidFill>
                          <a:effectLst/>
                        </a:rPr>
                      </a:br>
                      <a:r>
                        <a:rPr lang="en-GB" sz="800" dirty="0">
                          <a:solidFill>
                            <a:srgbClr val="495354"/>
                          </a:solidFill>
                          <a:effectLst/>
                        </a:rPr>
                        <a:t>fascia</a:t>
                      </a:r>
                    </a:p>
                  </a:txBody>
                  <a:tcPr marL="54647" marR="54647" marT="36431" marB="36431">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407791609"/>
                  </a:ext>
                </a:extLst>
              </a:tr>
              <a:tr h="420411">
                <a:tc>
                  <a:txBody>
                    <a:bodyPr/>
                    <a:lstStyle/>
                    <a:p>
                      <a:pPr fontAlgn="t"/>
                      <a:r>
                        <a:rPr lang="en-GB" sz="800" b="0">
                          <a:solidFill>
                            <a:srgbClr val="495354"/>
                          </a:solidFill>
                          <a:effectLst/>
                          <a:latin typeface="var(--medium)"/>
                        </a:rPr>
                        <a:t>Insertion</a:t>
                      </a:r>
                    </a:p>
                  </a:txBody>
                  <a:tcPr marL="54647" marR="54647" marT="36431" marB="36431">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Inferior borders of ribs 10-12, </a:t>
                      </a:r>
                      <a:r>
                        <a:rPr lang="en-GB" sz="800" dirty="0" err="1">
                          <a:solidFill>
                            <a:srgbClr val="495354"/>
                          </a:solidFill>
                          <a:effectLst/>
                        </a:rPr>
                        <a:t>linea</a:t>
                      </a:r>
                      <a:r>
                        <a:rPr lang="en-GB" sz="800" dirty="0">
                          <a:solidFill>
                            <a:srgbClr val="495354"/>
                          </a:solidFill>
                          <a:effectLst/>
                        </a:rPr>
                        <a:t> alba, pubic crest &amp; pectin pubis (via conjoint tendon)</a:t>
                      </a:r>
                    </a:p>
                  </a:txBody>
                  <a:tcPr marL="54647" marR="54647" marT="36431" marB="36431">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57882893"/>
                  </a:ext>
                </a:extLst>
              </a:tr>
              <a:tr h="784616">
                <a:tc>
                  <a:txBody>
                    <a:bodyPr/>
                    <a:lstStyle/>
                    <a:p>
                      <a:pPr fontAlgn="t"/>
                      <a:r>
                        <a:rPr lang="en-GB" sz="800" b="0">
                          <a:solidFill>
                            <a:srgbClr val="495354"/>
                          </a:solidFill>
                          <a:effectLst/>
                          <a:latin typeface="var(--medium)"/>
                        </a:rPr>
                        <a:t>Action</a:t>
                      </a:r>
                    </a:p>
                  </a:txBody>
                  <a:tcPr marL="54647" marR="54647" marT="36431" marB="36431">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Bilateral contraction - Trunk flexion, compresses abdominal viscera, expiration</a:t>
                      </a:r>
                      <a:br>
                        <a:rPr lang="en-GB" sz="800" dirty="0">
                          <a:solidFill>
                            <a:srgbClr val="495354"/>
                          </a:solidFill>
                          <a:effectLst/>
                        </a:rPr>
                      </a:br>
                      <a:r>
                        <a:rPr lang="en-GB" sz="800" dirty="0">
                          <a:solidFill>
                            <a:srgbClr val="495354"/>
                          </a:solidFill>
                          <a:effectLst/>
                        </a:rPr>
                        <a:t>Unilateral contraction - Trunk lateral flexion (ipsilateral), trunk rotation (ipsilateral)</a:t>
                      </a:r>
                    </a:p>
                  </a:txBody>
                  <a:tcPr marL="54647" marR="54647" marT="36431" marB="36431">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458672257"/>
                  </a:ext>
                </a:extLst>
              </a:tr>
              <a:tr h="541813">
                <a:tc>
                  <a:txBody>
                    <a:bodyPr/>
                    <a:lstStyle/>
                    <a:p>
                      <a:pPr fontAlgn="t"/>
                      <a:r>
                        <a:rPr lang="en-GB" sz="800" b="0">
                          <a:solidFill>
                            <a:srgbClr val="495354"/>
                          </a:solidFill>
                          <a:effectLst/>
                          <a:latin typeface="var(--medium)"/>
                        </a:rPr>
                        <a:t>Innervation</a:t>
                      </a:r>
                    </a:p>
                  </a:txBody>
                  <a:tcPr marL="54647" marR="54647" marT="36431" marB="36431">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Intercostal nerves (T7-T11), subcostal nerve (T12), iliohypogastric nerve (L1), ilioinguinal nerve (L1)</a:t>
                      </a:r>
                    </a:p>
                  </a:txBody>
                  <a:tcPr marL="54647" marR="54647" marT="36431" marB="36431">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386435943"/>
                  </a:ext>
                </a:extLst>
              </a:tr>
              <a:tr h="508166">
                <a:tc>
                  <a:txBody>
                    <a:bodyPr/>
                    <a:lstStyle/>
                    <a:p>
                      <a:pPr fontAlgn="t"/>
                      <a:r>
                        <a:rPr lang="en-GB" sz="800" b="0">
                          <a:solidFill>
                            <a:srgbClr val="495354"/>
                          </a:solidFill>
                          <a:effectLst/>
                          <a:latin typeface="var(--medium)"/>
                        </a:rPr>
                        <a:t>Blood supply</a:t>
                      </a:r>
                    </a:p>
                  </a:txBody>
                  <a:tcPr marL="54647" marR="54647" marT="36431" marB="36431">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800" dirty="0">
                          <a:solidFill>
                            <a:srgbClr val="495354"/>
                          </a:solidFill>
                          <a:effectLst/>
                        </a:rPr>
                        <a:t>Lower posterior intercostal and subcostal arteries, superior and inferior epigastric arteries, superficial and deep circumflex </a:t>
                      </a:r>
                      <a:r>
                        <a:rPr lang="en-GB" sz="800" dirty="0" err="1">
                          <a:solidFill>
                            <a:srgbClr val="495354"/>
                          </a:solidFill>
                          <a:effectLst/>
                        </a:rPr>
                        <a:t>arteries,posterior</a:t>
                      </a:r>
                      <a:r>
                        <a:rPr lang="en-GB" sz="800" dirty="0">
                          <a:solidFill>
                            <a:srgbClr val="495354"/>
                          </a:solidFill>
                          <a:effectLst/>
                        </a:rPr>
                        <a:t> lumbar arteries</a:t>
                      </a:r>
                    </a:p>
                  </a:txBody>
                  <a:tcPr marL="54647" marR="54647" marT="36431" marB="36431">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3092330451"/>
                  </a:ext>
                </a:extLst>
              </a:tr>
            </a:tbl>
          </a:graphicData>
        </a:graphic>
      </p:graphicFrame>
      <p:pic>
        <p:nvPicPr>
          <p:cNvPr id="14" name="Picture 13">
            <a:extLst>
              <a:ext uri="{FF2B5EF4-FFF2-40B4-BE49-F238E27FC236}">
                <a16:creationId xmlns:a16="http://schemas.microsoft.com/office/drawing/2014/main" id="{D4143748-B2D3-4C39-990F-A0A498530903}"/>
              </a:ext>
            </a:extLst>
          </p:cNvPr>
          <p:cNvPicPr>
            <a:picLocks noChangeAspect="1"/>
          </p:cNvPicPr>
          <p:nvPr/>
        </p:nvPicPr>
        <p:blipFill>
          <a:blip r:embed="rId6"/>
          <a:stretch>
            <a:fillRect/>
          </a:stretch>
        </p:blipFill>
        <p:spPr>
          <a:xfrm>
            <a:off x="4053467" y="1598161"/>
            <a:ext cx="1990115" cy="1990115"/>
          </a:xfrm>
          <a:prstGeom prst="rect">
            <a:avLst/>
          </a:prstGeom>
        </p:spPr>
      </p:pic>
      <p:graphicFrame>
        <p:nvGraphicFramePr>
          <p:cNvPr id="15" name="Table 14">
            <a:extLst>
              <a:ext uri="{FF2B5EF4-FFF2-40B4-BE49-F238E27FC236}">
                <a16:creationId xmlns:a16="http://schemas.microsoft.com/office/drawing/2014/main" id="{51B80579-FEA9-4ACA-9823-FD4F3051729E}"/>
              </a:ext>
            </a:extLst>
          </p:cNvPr>
          <p:cNvGraphicFramePr>
            <a:graphicFrameLocks noGrp="1"/>
          </p:cNvGraphicFramePr>
          <p:nvPr>
            <p:extLst>
              <p:ext uri="{D42A27DB-BD31-4B8C-83A1-F6EECF244321}">
                <p14:modId xmlns:p14="http://schemas.microsoft.com/office/powerpoint/2010/main" val="3638452036"/>
              </p:ext>
            </p:extLst>
          </p:nvPr>
        </p:nvGraphicFramePr>
        <p:xfrm>
          <a:off x="3981748" y="3458822"/>
          <a:ext cx="2550275" cy="3092717"/>
        </p:xfrm>
        <a:graphic>
          <a:graphicData uri="http://schemas.openxmlformats.org/drawingml/2006/table">
            <a:tbl>
              <a:tblPr/>
              <a:tblGrid>
                <a:gridCol w="653917">
                  <a:extLst>
                    <a:ext uri="{9D8B030D-6E8A-4147-A177-3AD203B41FA5}">
                      <a16:colId xmlns:a16="http://schemas.microsoft.com/office/drawing/2014/main" val="2264067143"/>
                    </a:ext>
                  </a:extLst>
                </a:gridCol>
                <a:gridCol w="1896358">
                  <a:extLst>
                    <a:ext uri="{9D8B030D-6E8A-4147-A177-3AD203B41FA5}">
                      <a16:colId xmlns:a16="http://schemas.microsoft.com/office/drawing/2014/main" val="3437495910"/>
                    </a:ext>
                  </a:extLst>
                </a:gridCol>
              </a:tblGrid>
              <a:tr h="332656">
                <a:tc gridSpan="2">
                  <a:txBody>
                    <a:bodyPr/>
                    <a:lstStyle/>
                    <a:p>
                      <a:r>
                        <a:rPr lang="en-GB" sz="800" dirty="0"/>
                        <a:t>Key facts about the external abdominal oblique muscle</a:t>
                      </a:r>
                    </a:p>
                  </a:txBody>
                  <a:tcPr marL="67001" marR="67001" marT="33500" marB="33500" anchor="ctr">
                    <a:solidFill>
                      <a:srgbClr val="F7F7F7"/>
                    </a:solidFill>
                  </a:tcPr>
                </a:tc>
                <a:tc hMerge="1">
                  <a:txBody>
                    <a:bodyPr/>
                    <a:lstStyle/>
                    <a:p>
                      <a:endParaRPr lang="en-GB"/>
                    </a:p>
                  </a:txBody>
                  <a:tcPr/>
                </a:tc>
                <a:extLst>
                  <a:ext uri="{0D108BD9-81ED-4DB2-BD59-A6C34878D82A}">
                    <a16:rowId xmlns:a16="http://schemas.microsoft.com/office/drawing/2014/main" val="3531083969"/>
                  </a:ext>
                </a:extLst>
              </a:tr>
              <a:tr h="208571">
                <a:tc>
                  <a:txBody>
                    <a:bodyPr/>
                    <a:lstStyle/>
                    <a:p>
                      <a:pPr fontAlgn="t"/>
                      <a:r>
                        <a:rPr lang="en-GB" sz="800" b="0">
                          <a:solidFill>
                            <a:srgbClr val="495354"/>
                          </a:solidFill>
                          <a:effectLst/>
                          <a:latin typeface="var(--medium)"/>
                        </a:rPr>
                        <a:t>Origin</a:t>
                      </a:r>
                    </a:p>
                  </a:txBody>
                  <a:tcPr marL="69793" marR="69793" marT="46528" marB="46528">
                    <a:lnL>
                      <a:noFill/>
                    </a:lnL>
                    <a:lnR w="6350" cap="flat" cmpd="sng" algn="ctr">
                      <a:solidFill>
                        <a:srgbClr val="D8D8D8"/>
                      </a:solidFill>
                      <a:prstDash val="solid"/>
                      <a:round/>
                      <a:headEnd type="none" w="med" len="med"/>
                      <a:tailEnd type="none" w="med" len="med"/>
                    </a:lnR>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External surfaces of ribs 5-12</a:t>
                      </a:r>
                    </a:p>
                  </a:txBody>
                  <a:tcPr marL="69793" marR="69793" marT="46528" marB="465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2521869961"/>
                  </a:ext>
                </a:extLst>
              </a:tr>
              <a:tr h="351137">
                <a:tc>
                  <a:txBody>
                    <a:bodyPr/>
                    <a:lstStyle/>
                    <a:p>
                      <a:pPr fontAlgn="t"/>
                      <a:r>
                        <a:rPr lang="en-GB" sz="800" b="0">
                          <a:solidFill>
                            <a:srgbClr val="495354"/>
                          </a:solidFill>
                          <a:effectLst/>
                          <a:latin typeface="var(--medium)"/>
                        </a:rPr>
                        <a:t>Insertion</a:t>
                      </a:r>
                    </a:p>
                  </a:txBody>
                  <a:tcPr marL="69793" marR="69793" marT="46528" marB="46528">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Linea alba, pubic tubercle, anterior half of iliac crest </a:t>
                      </a:r>
                    </a:p>
                  </a:txBody>
                  <a:tcPr marL="69793" marR="69793" marT="46528" marB="465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108758360"/>
                  </a:ext>
                </a:extLst>
              </a:tr>
              <a:tr h="1063972">
                <a:tc>
                  <a:txBody>
                    <a:bodyPr/>
                    <a:lstStyle/>
                    <a:p>
                      <a:pPr fontAlgn="t"/>
                      <a:r>
                        <a:rPr lang="en-GB" sz="800" b="0">
                          <a:solidFill>
                            <a:srgbClr val="495354"/>
                          </a:solidFill>
                          <a:effectLst/>
                          <a:latin typeface="var(--medium)"/>
                        </a:rPr>
                        <a:t>Action</a:t>
                      </a:r>
                    </a:p>
                  </a:txBody>
                  <a:tcPr marL="69793" marR="69793" marT="46528" marB="46528">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dirty="0">
                          <a:solidFill>
                            <a:srgbClr val="495354"/>
                          </a:solidFill>
                          <a:effectLst/>
                        </a:rPr>
                        <a:t>Bilateral contraction - Trunk flexion, compresses abdominal viscera, expiration</a:t>
                      </a:r>
                      <a:br>
                        <a:rPr lang="en-GB" sz="800" dirty="0">
                          <a:solidFill>
                            <a:srgbClr val="495354"/>
                          </a:solidFill>
                          <a:effectLst/>
                        </a:rPr>
                      </a:br>
                      <a:r>
                        <a:rPr lang="en-GB" sz="800" dirty="0">
                          <a:solidFill>
                            <a:srgbClr val="495354"/>
                          </a:solidFill>
                          <a:effectLst/>
                        </a:rPr>
                        <a:t>Unilateral contraction - Trunk lateral flexion (ipsilateral), trunk rotation (contralateral)</a:t>
                      </a:r>
                      <a:br>
                        <a:rPr lang="en-GB" sz="800" dirty="0">
                          <a:solidFill>
                            <a:srgbClr val="495354"/>
                          </a:solidFill>
                          <a:effectLst/>
                        </a:rPr>
                      </a:br>
                      <a:endParaRPr lang="en-GB" sz="800" dirty="0">
                        <a:solidFill>
                          <a:srgbClr val="495354"/>
                        </a:solidFill>
                        <a:effectLst/>
                      </a:endParaRPr>
                    </a:p>
                  </a:txBody>
                  <a:tcPr marL="69793" marR="69793" marT="46528" marB="465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404272196"/>
                  </a:ext>
                </a:extLst>
              </a:tr>
              <a:tr h="636272">
                <a:tc>
                  <a:txBody>
                    <a:bodyPr/>
                    <a:lstStyle/>
                    <a:p>
                      <a:pPr fontAlgn="t"/>
                      <a:r>
                        <a:rPr lang="en-GB" sz="800" b="0">
                          <a:solidFill>
                            <a:srgbClr val="495354"/>
                          </a:solidFill>
                          <a:effectLst/>
                          <a:latin typeface="var(--medium)"/>
                        </a:rPr>
                        <a:t>Innervation</a:t>
                      </a:r>
                    </a:p>
                  </a:txBody>
                  <a:tcPr marL="69793" marR="69793" marT="46528" marB="46528">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tc>
                  <a:txBody>
                    <a:bodyPr/>
                    <a:lstStyle/>
                    <a:p>
                      <a:pPr fontAlgn="t"/>
                      <a:r>
                        <a:rPr lang="en-GB" sz="800">
                          <a:solidFill>
                            <a:srgbClr val="495354"/>
                          </a:solidFill>
                          <a:effectLst/>
                        </a:rPr>
                        <a:t>Motor: Intercostal nerves (T7- T11), Subcostal nerve (T12) </a:t>
                      </a:r>
                      <a:br>
                        <a:rPr lang="en-GB" sz="800">
                          <a:solidFill>
                            <a:srgbClr val="495354"/>
                          </a:solidFill>
                          <a:effectLst/>
                        </a:rPr>
                      </a:br>
                      <a:r>
                        <a:rPr lang="en-GB" sz="800">
                          <a:solidFill>
                            <a:srgbClr val="495354"/>
                          </a:solidFill>
                          <a:effectLst/>
                        </a:rPr>
                        <a:t>Sensory: Iliohypogastric nerve (L1)</a:t>
                      </a:r>
                    </a:p>
                  </a:txBody>
                  <a:tcPr marL="69793" marR="69793" marT="46528" marB="465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7F7F7"/>
                    </a:solidFill>
                  </a:tcPr>
                </a:tc>
                <a:extLst>
                  <a:ext uri="{0D108BD9-81ED-4DB2-BD59-A6C34878D82A}">
                    <a16:rowId xmlns:a16="http://schemas.microsoft.com/office/drawing/2014/main" val="3205734221"/>
                  </a:ext>
                </a:extLst>
              </a:tr>
              <a:tr h="493704">
                <a:tc>
                  <a:txBody>
                    <a:bodyPr/>
                    <a:lstStyle/>
                    <a:p>
                      <a:pPr fontAlgn="t"/>
                      <a:r>
                        <a:rPr lang="en-GB" sz="800" b="0">
                          <a:solidFill>
                            <a:srgbClr val="495354"/>
                          </a:solidFill>
                          <a:effectLst/>
                          <a:latin typeface="var(--medium)"/>
                        </a:rPr>
                        <a:t>Blood supply</a:t>
                      </a:r>
                    </a:p>
                  </a:txBody>
                  <a:tcPr marL="69793" marR="69793" marT="46528" marB="46528">
                    <a:lnL>
                      <a:noFill/>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GB" sz="800" dirty="0">
                          <a:solidFill>
                            <a:srgbClr val="495354"/>
                          </a:solidFill>
                          <a:effectLst/>
                        </a:rPr>
                        <a:t>Lower posterior intercostal arteries, subcostal artery, deep circumflex iliac artery</a:t>
                      </a:r>
                    </a:p>
                  </a:txBody>
                  <a:tcPr marL="69793" marR="69793" marT="46528" marB="465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2036142797"/>
                  </a:ext>
                </a:extLst>
              </a:tr>
            </a:tbl>
          </a:graphicData>
        </a:graphic>
      </p:graphicFrame>
    </p:spTree>
    <p:extLst>
      <p:ext uri="{BB962C8B-B14F-4D97-AF65-F5344CB8AC3E}">
        <p14:creationId xmlns:p14="http://schemas.microsoft.com/office/powerpoint/2010/main" val="16157247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BF5FE-7575-56C8-68F9-70CD0D5214CB}"/>
              </a:ext>
            </a:extLst>
          </p:cNvPr>
          <p:cNvSpPr>
            <a:spLocks noGrp="1"/>
          </p:cNvSpPr>
          <p:nvPr>
            <p:ph type="title"/>
          </p:nvPr>
        </p:nvSpPr>
        <p:spPr/>
        <p:txBody>
          <a:bodyPr/>
          <a:lstStyle/>
          <a:p>
            <a:r>
              <a:rPr lang="en-GB" dirty="0"/>
              <a:t>Neurology of the chest wall </a:t>
            </a:r>
          </a:p>
        </p:txBody>
      </p:sp>
      <p:pic>
        <p:nvPicPr>
          <p:cNvPr id="3" name="Picture 2">
            <a:extLst>
              <a:ext uri="{FF2B5EF4-FFF2-40B4-BE49-F238E27FC236}">
                <a16:creationId xmlns:a16="http://schemas.microsoft.com/office/drawing/2014/main" id="{9F2B8FA4-98C4-676B-32C7-356DFE46B7D4}"/>
              </a:ext>
            </a:extLst>
          </p:cNvPr>
          <p:cNvPicPr>
            <a:picLocks noChangeAspect="1"/>
          </p:cNvPicPr>
          <p:nvPr/>
        </p:nvPicPr>
        <p:blipFill>
          <a:blip r:embed="rId2"/>
          <a:stretch>
            <a:fillRect/>
          </a:stretch>
        </p:blipFill>
        <p:spPr>
          <a:xfrm>
            <a:off x="3338946" y="1847709"/>
            <a:ext cx="4708566" cy="4899454"/>
          </a:xfrm>
          <a:prstGeom prst="rect">
            <a:avLst/>
          </a:prstGeom>
        </p:spPr>
      </p:pic>
    </p:spTree>
    <p:extLst>
      <p:ext uri="{BB962C8B-B14F-4D97-AF65-F5344CB8AC3E}">
        <p14:creationId xmlns:p14="http://schemas.microsoft.com/office/powerpoint/2010/main" val="2692738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B99DC-4C61-4C0A-82DF-A63718BADC7C}"/>
              </a:ext>
            </a:extLst>
          </p:cNvPr>
          <p:cNvSpPr>
            <a:spLocks noGrp="1"/>
          </p:cNvSpPr>
          <p:nvPr>
            <p:ph type="title"/>
          </p:nvPr>
        </p:nvSpPr>
        <p:spPr/>
        <p:txBody>
          <a:bodyPr/>
          <a:lstStyle/>
          <a:p>
            <a:r>
              <a:rPr lang="en-GB" dirty="0"/>
              <a:t>Dermatome</a:t>
            </a:r>
          </a:p>
        </p:txBody>
      </p:sp>
      <p:sp>
        <p:nvSpPr>
          <p:cNvPr id="5" name="Slide Number Placeholder 4">
            <a:extLst>
              <a:ext uri="{FF2B5EF4-FFF2-40B4-BE49-F238E27FC236}">
                <a16:creationId xmlns:a16="http://schemas.microsoft.com/office/drawing/2014/main" id="{DA9F5D22-141C-4A9B-8F71-31496057D477}"/>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35</a:t>
            </a:fld>
            <a:endParaRPr lang="en-US" dirty="0"/>
          </a:p>
        </p:txBody>
      </p:sp>
      <p:sp>
        <p:nvSpPr>
          <p:cNvPr id="9" name="TextBox 8">
            <a:extLst>
              <a:ext uri="{FF2B5EF4-FFF2-40B4-BE49-F238E27FC236}">
                <a16:creationId xmlns:a16="http://schemas.microsoft.com/office/drawing/2014/main" id="{FD1E6A56-07F7-4744-A6A3-6475389DAD0D}"/>
              </a:ext>
            </a:extLst>
          </p:cNvPr>
          <p:cNvSpPr txBox="1"/>
          <p:nvPr/>
        </p:nvSpPr>
        <p:spPr>
          <a:xfrm>
            <a:off x="479973" y="2373246"/>
            <a:ext cx="3154853" cy="3970318"/>
          </a:xfrm>
          <a:prstGeom prst="rect">
            <a:avLst/>
          </a:prstGeom>
          <a:noFill/>
        </p:spPr>
        <p:txBody>
          <a:bodyPr wrap="square">
            <a:spAutoFit/>
          </a:bodyPr>
          <a:lstStyle/>
          <a:p>
            <a:r>
              <a:rPr lang="en-GB" dirty="0"/>
              <a:t>Dermatome</a:t>
            </a:r>
          </a:p>
          <a:p>
            <a:r>
              <a:rPr lang="en-GB" dirty="0"/>
              <a:t>An area of skin supplied by a single nerve root</a:t>
            </a:r>
          </a:p>
          <a:p>
            <a:endParaRPr lang="en-GB" dirty="0"/>
          </a:p>
          <a:p>
            <a:r>
              <a:rPr lang="en-GB" dirty="0"/>
              <a:t>Intercostal nerves supply a dermatome</a:t>
            </a:r>
          </a:p>
          <a:p>
            <a:r>
              <a:rPr lang="en-GB" dirty="0"/>
              <a:t>Dermatomes over chest wall overlap</a:t>
            </a:r>
          </a:p>
          <a:p>
            <a:r>
              <a:rPr lang="en-GB" dirty="0"/>
              <a:t>Half by nerve above and below</a:t>
            </a:r>
          </a:p>
          <a:p>
            <a:endParaRPr lang="en-GB" dirty="0"/>
          </a:p>
          <a:p>
            <a:r>
              <a:rPr lang="en-GB" dirty="0"/>
              <a:t>Anterior rami</a:t>
            </a:r>
          </a:p>
          <a:p>
            <a:r>
              <a:rPr lang="en-GB" dirty="0"/>
              <a:t>- Supplies skin &amp; parietal pleura</a:t>
            </a:r>
          </a:p>
        </p:txBody>
      </p:sp>
      <p:pic>
        <p:nvPicPr>
          <p:cNvPr id="10" name="Picture 9">
            <a:extLst>
              <a:ext uri="{FF2B5EF4-FFF2-40B4-BE49-F238E27FC236}">
                <a16:creationId xmlns:a16="http://schemas.microsoft.com/office/drawing/2014/main" id="{62DDF431-A299-5A79-053C-A2E302B2921F}"/>
              </a:ext>
            </a:extLst>
          </p:cNvPr>
          <p:cNvPicPr>
            <a:picLocks noChangeAspect="1"/>
          </p:cNvPicPr>
          <p:nvPr/>
        </p:nvPicPr>
        <p:blipFill>
          <a:blip r:embed="rId2"/>
          <a:stretch>
            <a:fillRect/>
          </a:stretch>
        </p:blipFill>
        <p:spPr>
          <a:xfrm>
            <a:off x="3868410" y="2128711"/>
            <a:ext cx="7669433" cy="4096867"/>
          </a:xfrm>
          <a:prstGeom prst="rect">
            <a:avLst/>
          </a:prstGeom>
        </p:spPr>
      </p:pic>
    </p:spTree>
    <p:extLst>
      <p:ext uri="{BB962C8B-B14F-4D97-AF65-F5344CB8AC3E}">
        <p14:creationId xmlns:p14="http://schemas.microsoft.com/office/powerpoint/2010/main" val="41081007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B99DC-4C61-4C0A-82DF-A63718BADC7C}"/>
              </a:ext>
            </a:extLst>
          </p:cNvPr>
          <p:cNvSpPr>
            <a:spLocks noGrp="1"/>
          </p:cNvSpPr>
          <p:nvPr>
            <p:ph type="title"/>
          </p:nvPr>
        </p:nvSpPr>
        <p:spPr/>
        <p:txBody>
          <a:bodyPr/>
          <a:lstStyle/>
          <a:p>
            <a:r>
              <a:rPr lang="en-GB" dirty="0"/>
              <a:t>Innervation of the chest wall</a:t>
            </a:r>
          </a:p>
        </p:txBody>
      </p:sp>
      <p:sp>
        <p:nvSpPr>
          <p:cNvPr id="5" name="Slide Number Placeholder 4">
            <a:extLst>
              <a:ext uri="{FF2B5EF4-FFF2-40B4-BE49-F238E27FC236}">
                <a16:creationId xmlns:a16="http://schemas.microsoft.com/office/drawing/2014/main" id="{DA9F5D22-141C-4A9B-8F71-31496057D477}"/>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36</a:t>
            </a:fld>
            <a:endParaRPr lang="en-US" dirty="0"/>
          </a:p>
        </p:txBody>
      </p:sp>
      <p:sp>
        <p:nvSpPr>
          <p:cNvPr id="11" name="TextBox 10">
            <a:extLst>
              <a:ext uri="{FF2B5EF4-FFF2-40B4-BE49-F238E27FC236}">
                <a16:creationId xmlns:a16="http://schemas.microsoft.com/office/drawing/2014/main" id="{2C565AE6-F56F-496F-9F48-7A0C8467EEDA}"/>
              </a:ext>
            </a:extLst>
          </p:cNvPr>
          <p:cNvSpPr txBox="1"/>
          <p:nvPr/>
        </p:nvSpPr>
        <p:spPr>
          <a:xfrm>
            <a:off x="6303818" y="3212156"/>
            <a:ext cx="4613564" cy="3046988"/>
          </a:xfrm>
          <a:prstGeom prst="rect">
            <a:avLst/>
          </a:prstGeom>
          <a:noFill/>
        </p:spPr>
        <p:txBody>
          <a:bodyPr wrap="square" rtlCol="0">
            <a:spAutoFit/>
          </a:bodyPr>
          <a:lstStyle/>
          <a:p>
            <a:r>
              <a:rPr lang="en-GB" sz="1600" b="1" i="1" dirty="0"/>
              <a:t>Anterior rami</a:t>
            </a:r>
            <a:r>
              <a:rPr lang="en-GB" sz="1600" dirty="0"/>
              <a:t>, of thoracic spinal nerves supply</a:t>
            </a:r>
          </a:p>
          <a:p>
            <a:pPr marL="285750" indent="-285750">
              <a:buFontTx/>
              <a:buChar char="-"/>
            </a:pPr>
            <a:r>
              <a:rPr lang="en-GB" sz="1600" dirty="0"/>
              <a:t>intercostal spaces ( intercostal muscles)</a:t>
            </a:r>
          </a:p>
          <a:p>
            <a:pPr marL="285750" indent="-285750">
              <a:buFontTx/>
              <a:buChar char="-"/>
            </a:pPr>
            <a:r>
              <a:rPr lang="en-GB" sz="1600" dirty="0"/>
              <a:t>Associated skin</a:t>
            </a:r>
          </a:p>
          <a:p>
            <a:pPr marL="285750" indent="-285750">
              <a:buFontTx/>
              <a:buChar char="-"/>
            </a:pPr>
            <a:r>
              <a:rPr lang="en-GB" sz="1600" dirty="0" err="1"/>
              <a:t>Serrous</a:t>
            </a:r>
            <a:r>
              <a:rPr lang="en-GB" sz="1600" dirty="0"/>
              <a:t> membrane ( inside of parietal pleura) </a:t>
            </a:r>
          </a:p>
          <a:p>
            <a:r>
              <a:rPr lang="en-GB" sz="1600" b="1" i="1" dirty="0"/>
              <a:t>Posterior rami </a:t>
            </a:r>
            <a:r>
              <a:rPr lang="en-GB" sz="1600" dirty="0"/>
              <a:t>supply </a:t>
            </a:r>
          </a:p>
          <a:p>
            <a:pPr marL="285750" indent="-285750">
              <a:buFontTx/>
              <a:buChar char="-"/>
            </a:pPr>
            <a:r>
              <a:rPr lang="en-GB" sz="1600" dirty="0"/>
              <a:t>post vertebral muscles</a:t>
            </a:r>
          </a:p>
          <a:p>
            <a:pPr marL="285750" indent="-285750">
              <a:buFontTx/>
              <a:buChar char="-"/>
            </a:pPr>
            <a:r>
              <a:rPr lang="en-GB" sz="1600" dirty="0"/>
              <a:t>overlying skin</a:t>
            </a:r>
          </a:p>
          <a:p>
            <a:pPr marL="285750" indent="-285750">
              <a:buFontTx/>
              <a:buChar char="-"/>
            </a:pPr>
            <a:endParaRPr lang="en-GB" sz="1600" b="1" i="1" dirty="0"/>
          </a:p>
          <a:p>
            <a:r>
              <a:rPr lang="en-GB" sz="1600" b="1" i="1" dirty="0" err="1"/>
              <a:t>Thoracocentesis</a:t>
            </a:r>
            <a:r>
              <a:rPr lang="en-GB" sz="1600" b="1" i="1" dirty="0"/>
              <a:t> </a:t>
            </a:r>
            <a:r>
              <a:rPr lang="en-GB" sz="1600" dirty="0"/>
              <a:t>(pleural Tap) or nerve block</a:t>
            </a:r>
          </a:p>
          <a:p>
            <a:pPr marL="285750" indent="-285750">
              <a:buFontTx/>
              <a:buChar char="-"/>
            </a:pPr>
            <a:r>
              <a:rPr lang="en-GB" sz="1600" dirty="0"/>
              <a:t>Middle of space safest</a:t>
            </a:r>
          </a:p>
          <a:p>
            <a:pPr marL="285750" indent="-285750">
              <a:buFontTx/>
              <a:buChar char="-"/>
            </a:pPr>
            <a:r>
              <a:rPr lang="en-GB" sz="1600" dirty="0"/>
              <a:t>Nerve block: Rib above and below target nerve</a:t>
            </a:r>
          </a:p>
          <a:p>
            <a:pPr marL="285750" indent="-285750">
              <a:buFontTx/>
              <a:buChar char="-"/>
            </a:pPr>
            <a:endParaRPr lang="en-GB" sz="1600" dirty="0"/>
          </a:p>
        </p:txBody>
      </p:sp>
      <p:pic>
        <p:nvPicPr>
          <p:cNvPr id="8" name="Picture 7">
            <a:extLst>
              <a:ext uri="{FF2B5EF4-FFF2-40B4-BE49-F238E27FC236}">
                <a16:creationId xmlns:a16="http://schemas.microsoft.com/office/drawing/2014/main" id="{718C561F-42B2-FAFA-4A35-FA3F1E3D014C}"/>
              </a:ext>
            </a:extLst>
          </p:cNvPr>
          <p:cNvPicPr>
            <a:picLocks noChangeAspect="1"/>
          </p:cNvPicPr>
          <p:nvPr/>
        </p:nvPicPr>
        <p:blipFill>
          <a:blip r:embed="rId2"/>
          <a:stretch>
            <a:fillRect/>
          </a:stretch>
        </p:blipFill>
        <p:spPr>
          <a:xfrm>
            <a:off x="98681" y="1880831"/>
            <a:ext cx="5566130" cy="4840644"/>
          </a:xfrm>
          <a:prstGeom prst="rect">
            <a:avLst/>
          </a:prstGeom>
        </p:spPr>
      </p:pic>
    </p:spTree>
    <p:extLst>
      <p:ext uri="{BB962C8B-B14F-4D97-AF65-F5344CB8AC3E}">
        <p14:creationId xmlns:p14="http://schemas.microsoft.com/office/powerpoint/2010/main" val="4437092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DA02-C1D1-CABE-EB21-DD83107CAD5A}"/>
              </a:ext>
            </a:extLst>
          </p:cNvPr>
          <p:cNvSpPr>
            <a:spLocks noGrp="1"/>
          </p:cNvSpPr>
          <p:nvPr>
            <p:ph type="title"/>
          </p:nvPr>
        </p:nvSpPr>
        <p:spPr/>
        <p:txBody>
          <a:bodyPr/>
          <a:lstStyle/>
          <a:p>
            <a:r>
              <a:rPr lang="en-GB" dirty="0"/>
              <a:t>Innervation of the chest wall </a:t>
            </a:r>
          </a:p>
        </p:txBody>
      </p:sp>
      <p:sp>
        <p:nvSpPr>
          <p:cNvPr id="9" name="Date Placeholder 8">
            <a:extLst>
              <a:ext uri="{FF2B5EF4-FFF2-40B4-BE49-F238E27FC236}">
                <a16:creationId xmlns:a16="http://schemas.microsoft.com/office/drawing/2014/main" id="{1B7D05B9-2875-4DDD-855C-0604F30911C7}"/>
              </a:ext>
            </a:extLst>
          </p:cNvPr>
          <p:cNvSpPr>
            <a:spLocks noGrp="1"/>
          </p:cNvSpPr>
          <p:nvPr>
            <p:ph type="dt" sz="half" idx="4294967295"/>
          </p:nvPr>
        </p:nvSpPr>
        <p:spPr>
          <a:xfrm>
            <a:off x="11244263" y="6356350"/>
            <a:ext cx="947737" cy="365125"/>
          </a:xfrm>
        </p:spPr>
        <p:txBody>
          <a:bodyPr/>
          <a:lstStyle/>
          <a:p>
            <a:r>
              <a:rPr lang="en-US"/>
              <a:t>20XX</a:t>
            </a:r>
            <a:endParaRPr lang="en-US" dirty="0"/>
          </a:p>
        </p:txBody>
      </p:sp>
      <p:sp>
        <p:nvSpPr>
          <p:cNvPr id="11" name="Slide Number Placeholder 10">
            <a:extLst>
              <a:ext uri="{FF2B5EF4-FFF2-40B4-BE49-F238E27FC236}">
                <a16:creationId xmlns:a16="http://schemas.microsoft.com/office/drawing/2014/main" id="{2D974FD2-2D1E-4DF9-A82D-38FD24A7E9AB}"/>
              </a:ext>
            </a:extLst>
          </p:cNvPr>
          <p:cNvSpPr>
            <a:spLocks noGrp="1"/>
          </p:cNvSpPr>
          <p:nvPr>
            <p:ph type="sldNum" sz="quarter" idx="4294967295"/>
          </p:nvPr>
        </p:nvSpPr>
        <p:spPr>
          <a:xfrm>
            <a:off x="11539538" y="6356350"/>
            <a:ext cx="652462" cy="365125"/>
          </a:xfrm>
        </p:spPr>
        <p:txBody>
          <a:bodyPr/>
          <a:lstStyle/>
          <a:p>
            <a:fld id="{B5CEABB6-07DC-46E8-9B57-56EC44A396E5}" type="slidenum">
              <a:rPr lang="en-US" smtClean="0"/>
              <a:pPr/>
              <a:t>37</a:t>
            </a:fld>
            <a:endParaRPr lang="en-US" dirty="0"/>
          </a:p>
        </p:txBody>
      </p:sp>
      <p:pic>
        <p:nvPicPr>
          <p:cNvPr id="12" name="Picture 11">
            <a:extLst>
              <a:ext uri="{FF2B5EF4-FFF2-40B4-BE49-F238E27FC236}">
                <a16:creationId xmlns:a16="http://schemas.microsoft.com/office/drawing/2014/main" id="{A064FD50-91F8-4E31-9DB8-97332B5AFCFB}"/>
              </a:ext>
            </a:extLst>
          </p:cNvPr>
          <p:cNvPicPr>
            <a:picLocks noChangeAspect="1"/>
          </p:cNvPicPr>
          <p:nvPr/>
        </p:nvPicPr>
        <p:blipFill>
          <a:blip r:embed="rId2"/>
          <a:stretch>
            <a:fillRect/>
          </a:stretch>
        </p:blipFill>
        <p:spPr>
          <a:xfrm>
            <a:off x="5313911" y="1700586"/>
            <a:ext cx="3736973" cy="4853212"/>
          </a:xfrm>
          <a:prstGeom prst="rect">
            <a:avLst/>
          </a:prstGeom>
        </p:spPr>
      </p:pic>
      <p:sp>
        <p:nvSpPr>
          <p:cNvPr id="13" name="TextBox 12">
            <a:extLst>
              <a:ext uri="{FF2B5EF4-FFF2-40B4-BE49-F238E27FC236}">
                <a16:creationId xmlns:a16="http://schemas.microsoft.com/office/drawing/2014/main" id="{8DAE7C3C-8213-45D3-A47B-5896FE3837A4}"/>
              </a:ext>
            </a:extLst>
          </p:cNvPr>
          <p:cNvSpPr txBox="1"/>
          <p:nvPr/>
        </p:nvSpPr>
        <p:spPr>
          <a:xfrm>
            <a:off x="2481897" y="2380429"/>
            <a:ext cx="2456121" cy="3139321"/>
          </a:xfrm>
          <a:prstGeom prst="rect">
            <a:avLst/>
          </a:prstGeom>
          <a:noFill/>
        </p:spPr>
        <p:txBody>
          <a:bodyPr wrap="square" rtlCol="0">
            <a:spAutoFit/>
          </a:bodyPr>
          <a:lstStyle/>
          <a:p>
            <a:r>
              <a:rPr lang="en-GB" dirty="0"/>
              <a:t>Mechano-receptors in the chest wall and within the respiratory muscles have an effect in our sensation of dyspnoea and so part of our sensation of breathlessness is carried via the afferent fibres of the spinal cord. </a:t>
            </a:r>
          </a:p>
        </p:txBody>
      </p:sp>
    </p:spTree>
    <p:extLst>
      <p:ext uri="{BB962C8B-B14F-4D97-AF65-F5344CB8AC3E}">
        <p14:creationId xmlns:p14="http://schemas.microsoft.com/office/powerpoint/2010/main" val="41503868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25E0F-F8E5-CBC5-25A9-A580E281E407}"/>
              </a:ext>
            </a:extLst>
          </p:cNvPr>
          <p:cNvSpPr>
            <a:spLocks noGrp="1"/>
          </p:cNvSpPr>
          <p:nvPr>
            <p:ph type="title"/>
          </p:nvPr>
        </p:nvSpPr>
        <p:spPr/>
        <p:txBody>
          <a:bodyPr/>
          <a:lstStyle/>
          <a:p>
            <a:r>
              <a:rPr lang="en-GB" dirty="0"/>
              <a:t>Innervation of chest wall </a:t>
            </a:r>
          </a:p>
        </p:txBody>
      </p:sp>
      <p:sp>
        <p:nvSpPr>
          <p:cNvPr id="9" name="Date Placeholder 8">
            <a:extLst>
              <a:ext uri="{FF2B5EF4-FFF2-40B4-BE49-F238E27FC236}">
                <a16:creationId xmlns:a16="http://schemas.microsoft.com/office/drawing/2014/main" id="{1BE221C9-BC7A-4AD6-92B3-28529B32A385}"/>
              </a:ext>
            </a:extLst>
          </p:cNvPr>
          <p:cNvSpPr>
            <a:spLocks noGrp="1"/>
          </p:cNvSpPr>
          <p:nvPr>
            <p:ph type="dt" sz="half" idx="4294967295"/>
          </p:nvPr>
        </p:nvSpPr>
        <p:spPr>
          <a:xfrm>
            <a:off x="11244263" y="6356350"/>
            <a:ext cx="947737" cy="365125"/>
          </a:xfrm>
        </p:spPr>
        <p:txBody>
          <a:bodyPr/>
          <a:lstStyle/>
          <a:p>
            <a:r>
              <a:rPr lang="en-US"/>
              <a:t>20XX</a:t>
            </a:r>
            <a:endParaRPr lang="en-US" dirty="0"/>
          </a:p>
        </p:txBody>
      </p:sp>
      <p:sp>
        <p:nvSpPr>
          <p:cNvPr id="11" name="Slide Number Placeholder 10">
            <a:extLst>
              <a:ext uri="{FF2B5EF4-FFF2-40B4-BE49-F238E27FC236}">
                <a16:creationId xmlns:a16="http://schemas.microsoft.com/office/drawing/2014/main" id="{ECD3EDE4-1234-45EF-AEA0-DB54058B9F64}"/>
              </a:ext>
            </a:extLst>
          </p:cNvPr>
          <p:cNvSpPr>
            <a:spLocks noGrp="1"/>
          </p:cNvSpPr>
          <p:nvPr>
            <p:ph type="sldNum" sz="quarter" idx="4294967295"/>
          </p:nvPr>
        </p:nvSpPr>
        <p:spPr>
          <a:xfrm>
            <a:off x="11539538" y="6356350"/>
            <a:ext cx="652462" cy="365125"/>
          </a:xfrm>
        </p:spPr>
        <p:txBody>
          <a:bodyPr/>
          <a:lstStyle/>
          <a:p>
            <a:fld id="{B5CEABB6-07DC-46E8-9B57-56EC44A396E5}" type="slidenum">
              <a:rPr lang="en-US" smtClean="0"/>
              <a:pPr/>
              <a:t>38</a:t>
            </a:fld>
            <a:endParaRPr lang="en-US" dirty="0"/>
          </a:p>
        </p:txBody>
      </p:sp>
      <p:sp>
        <p:nvSpPr>
          <p:cNvPr id="14" name="TextBox 13">
            <a:extLst>
              <a:ext uri="{FF2B5EF4-FFF2-40B4-BE49-F238E27FC236}">
                <a16:creationId xmlns:a16="http://schemas.microsoft.com/office/drawing/2014/main" id="{CB1EBB7A-3A90-47BA-945F-571DD7AEA66E}"/>
              </a:ext>
            </a:extLst>
          </p:cNvPr>
          <p:cNvSpPr txBox="1"/>
          <p:nvPr/>
        </p:nvSpPr>
        <p:spPr>
          <a:xfrm>
            <a:off x="5767997" y="1868343"/>
            <a:ext cx="6097772" cy="1754326"/>
          </a:xfrm>
          <a:prstGeom prst="rect">
            <a:avLst/>
          </a:prstGeom>
          <a:noFill/>
        </p:spPr>
        <p:txBody>
          <a:bodyPr wrap="square">
            <a:spAutoFit/>
          </a:bodyPr>
          <a:lstStyle/>
          <a:p>
            <a:r>
              <a:rPr lang="en-GB" dirty="0"/>
              <a:t>Schematic representation of afferent pathways of </a:t>
            </a:r>
            <a:r>
              <a:rPr lang="en-GB" dirty="0" err="1"/>
              <a:t>dyspnea</a:t>
            </a:r>
            <a:r>
              <a:rPr lang="en-GB" dirty="0"/>
              <a:t> from vagal receptors and peripheral chemoreceptors to the CNS. The precise pathways from the nucleus tractus solitarius to the limbic system and cortex are not clearly delineated and, hence, are shown as broken lines. RAR = rapidly adapting receptor; SAR = slowly adapting receptor.</a:t>
            </a:r>
          </a:p>
        </p:txBody>
      </p:sp>
      <p:sp>
        <p:nvSpPr>
          <p:cNvPr id="15" name="TextBox 14">
            <a:extLst>
              <a:ext uri="{FF2B5EF4-FFF2-40B4-BE49-F238E27FC236}">
                <a16:creationId xmlns:a16="http://schemas.microsoft.com/office/drawing/2014/main" id="{37760B56-A58A-4035-9B0F-26F8D01A5792}"/>
              </a:ext>
            </a:extLst>
          </p:cNvPr>
          <p:cNvSpPr txBox="1"/>
          <p:nvPr/>
        </p:nvSpPr>
        <p:spPr>
          <a:xfrm>
            <a:off x="652462" y="2602467"/>
            <a:ext cx="3060834" cy="3139321"/>
          </a:xfrm>
          <a:prstGeom prst="rect">
            <a:avLst/>
          </a:prstGeom>
          <a:noFill/>
        </p:spPr>
        <p:txBody>
          <a:bodyPr wrap="square" rtlCol="0">
            <a:spAutoFit/>
          </a:bodyPr>
          <a:lstStyle/>
          <a:p>
            <a:r>
              <a:rPr lang="en-GB" dirty="0"/>
              <a:t>Motor stimulation:</a:t>
            </a:r>
          </a:p>
          <a:p>
            <a:endParaRPr lang="en-GB" dirty="0"/>
          </a:p>
          <a:p>
            <a:r>
              <a:rPr lang="en-GB" dirty="0"/>
              <a:t>The motor control of our breathing is via the phrenic nerve that innervates the diaphragm. This comes from C3, C4 and C5.</a:t>
            </a:r>
          </a:p>
          <a:p>
            <a:endParaRPr lang="en-GB" dirty="0"/>
          </a:p>
          <a:p>
            <a:r>
              <a:rPr lang="en-GB" dirty="0"/>
              <a:t>The intercostal muscles are</a:t>
            </a:r>
          </a:p>
          <a:p>
            <a:r>
              <a:rPr lang="en-GB" dirty="0"/>
              <a:t>Innervated by the intercostal</a:t>
            </a:r>
          </a:p>
          <a:p>
            <a:r>
              <a:rPr lang="en-GB" dirty="0"/>
              <a:t>Nerves. </a:t>
            </a:r>
          </a:p>
        </p:txBody>
      </p:sp>
      <p:pic>
        <p:nvPicPr>
          <p:cNvPr id="16" name="Picture 15">
            <a:extLst>
              <a:ext uri="{FF2B5EF4-FFF2-40B4-BE49-F238E27FC236}">
                <a16:creationId xmlns:a16="http://schemas.microsoft.com/office/drawing/2014/main" id="{521286BF-DBC6-47C8-BECD-AF14633D5E21}"/>
              </a:ext>
            </a:extLst>
          </p:cNvPr>
          <p:cNvPicPr>
            <a:picLocks noChangeAspect="1"/>
          </p:cNvPicPr>
          <p:nvPr/>
        </p:nvPicPr>
        <p:blipFill>
          <a:blip r:embed="rId2"/>
          <a:stretch>
            <a:fillRect/>
          </a:stretch>
        </p:blipFill>
        <p:spPr>
          <a:xfrm>
            <a:off x="6899564" y="3970410"/>
            <a:ext cx="3850120" cy="2887590"/>
          </a:xfrm>
          <a:prstGeom prst="rect">
            <a:avLst/>
          </a:prstGeom>
        </p:spPr>
      </p:pic>
    </p:spTree>
    <p:extLst>
      <p:ext uri="{BB962C8B-B14F-4D97-AF65-F5344CB8AC3E}">
        <p14:creationId xmlns:p14="http://schemas.microsoft.com/office/powerpoint/2010/main" val="28938779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B6821-116D-43A7-80D5-F1E4DA3E0519}"/>
              </a:ext>
            </a:extLst>
          </p:cNvPr>
          <p:cNvSpPr>
            <a:spLocks noGrp="1"/>
          </p:cNvSpPr>
          <p:nvPr>
            <p:ph type="title"/>
          </p:nvPr>
        </p:nvSpPr>
        <p:spPr/>
        <p:txBody>
          <a:bodyPr/>
          <a:lstStyle/>
          <a:p>
            <a:r>
              <a:rPr lang="en-GB" dirty="0"/>
              <a:t>The lymphatic system</a:t>
            </a:r>
          </a:p>
        </p:txBody>
      </p:sp>
      <p:sp>
        <p:nvSpPr>
          <p:cNvPr id="6" name="Slide Number Placeholder 5">
            <a:extLst>
              <a:ext uri="{FF2B5EF4-FFF2-40B4-BE49-F238E27FC236}">
                <a16:creationId xmlns:a16="http://schemas.microsoft.com/office/drawing/2014/main" id="{6986E389-A648-4E56-8699-5F3E81321146}"/>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39</a:t>
            </a:fld>
            <a:endParaRPr lang="en-US" dirty="0"/>
          </a:p>
        </p:txBody>
      </p:sp>
      <p:sp>
        <p:nvSpPr>
          <p:cNvPr id="9" name="TextBox 8">
            <a:extLst>
              <a:ext uri="{FF2B5EF4-FFF2-40B4-BE49-F238E27FC236}">
                <a16:creationId xmlns:a16="http://schemas.microsoft.com/office/drawing/2014/main" id="{86F38AC3-0615-9BAD-BD61-60A42C226B30}"/>
              </a:ext>
            </a:extLst>
          </p:cNvPr>
          <p:cNvSpPr txBox="1"/>
          <p:nvPr/>
        </p:nvSpPr>
        <p:spPr>
          <a:xfrm>
            <a:off x="3221182" y="2553436"/>
            <a:ext cx="6227618" cy="2954655"/>
          </a:xfrm>
          <a:prstGeom prst="rect">
            <a:avLst/>
          </a:prstGeom>
          <a:noFill/>
        </p:spPr>
        <p:txBody>
          <a:bodyPr wrap="square">
            <a:spAutoFit/>
          </a:bodyPr>
          <a:lstStyle/>
          <a:p>
            <a:r>
              <a:rPr lang="en-GB" sz="2400" b="1" dirty="0"/>
              <a:t>The Lymphatic System</a:t>
            </a:r>
          </a:p>
          <a:p>
            <a:endParaRPr lang="en-GB" dirty="0"/>
          </a:p>
          <a:p>
            <a:r>
              <a:rPr lang="en-GB" dirty="0"/>
              <a:t>Series of vessels and nodes</a:t>
            </a:r>
          </a:p>
          <a:p>
            <a:r>
              <a:rPr lang="en-GB" dirty="0"/>
              <a:t>Superficial and deep drainage</a:t>
            </a:r>
          </a:p>
          <a:p>
            <a:r>
              <a:rPr lang="en-GB" dirty="0"/>
              <a:t>Infections and cancer can spread via system</a:t>
            </a:r>
          </a:p>
          <a:p>
            <a:r>
              <a:rPr lang="en-GB" dirty="0"/>
              <a:t>Vital part of the body’s immune defence / response to infection</a:t>
            </a:r>
          </a:p>
          <a:p>
            <a:r>
              <a:rPr lang="en-GB" dirty="0"/>
              <a:t>collect and filter excess tissue fluid (lymph)</a:t>
            </a:r>
          </a:p>
          <a:p>
            <a:r>
              <a:rPr lang="en-GB" dirty="0"/>
              <a:t>Filters blood from foreign particles </a:t>
            </a:r>
          </a:p>
          <a:p>
            <a:r>
              <a:rPr lang="en-GB" dirty="0"/>
              <a:t>Returns blood it to the venous circulation.</a:t>
            </a:r>
          </a:p>
        </p:txBody>
      </p:sp>
    </p:spTree>
    <p:extLst>
      <p:ext uri="{BB962C8B-B14F-4D97-AF65-F5344CB8AC3E}">
        <p14:creationId xmlns:p14="http://schemas.microsoft.com/office/powerpoint/2010/main" val="6027318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D78F376D-9FF8-4348-B552-A9D92C07A578}"/>
              </a:ext>
            </a:extLst>
          </p:cNvPr>
          <p:cNvSpPr>
            <a:spLocks noGrp="1"/>
          </p:cNvSpPr>
          <p:nvPr>
            <p:ph type="dt" sz="half" idx="4294967295"/>
          </p:nvPr>
        </p:nvSpPr>
        <p:spPr>
          <a:xfrm>
            <a:off x="11244263" y="6356350"/>
            <a:ext cx="947737" cy="365125"/>
          </a:xfrm>
        </p:spPr>
        <p:txBody>
          <a:bodyPr/>
          <a:lstStyle/>
          <a:p>
            <a:r>
              <a:rPr lang="en-US"/>
              <a:t>20XX</a:t>
            </a:r>
            <a:endParaRPr lang="en-US" dirty="0"/>
          </a:p>
        </p:txBody>
      </p:sp>
      <p:sp>
        <p:nvSpPr>
          <p:cNvPr id="12" name="Footer Placeholder 11">
            <a:extLst>
              <a:ext uri="{FF2B5EF4-FFF2-40B4-BE49-F238E27FC236}">
                <a16:creationId xmlns:a16="http://schemas.microsoft.com/office/drawing/2014/main" id="{7DC18BEB-8E61-4ED9-8D23-EE6E6D42618E}"/>
              </a:ext>
            </a:extLst>
          </p:cNvPr>
          <p:cNvSpPr>
            <a:spLocks noGrp="1"/>
          </p:cNvSpPr>
          <p:nvPr>
            <p:ph type="ftr" sz="quarter" idx="4294967295"/>
          </p:nvPr>
        </p:nvSpPr>
        <p:spPr>
          <a:xfrm>
            <a:off x="8947150" y="6356350"/>
            <a:ext cx="3244850" cy="365125"/>
          </a:xfrm>
        </p:spPr>
        <p:txBody>
          <a:bodyPr/>
          <a:lstStyle/>
          <a:p>
            <a:r>
              <a:rPr lang="en-US"/>
              <a:t>Pitch Deck</a:t>
            </a:r>
            <a:endParaRPr lang="en-US" dirty="0"/>
          </a:p>
        </p:txBody>
      </p:sp>
      <p:sp>
        <p:nvSpPr>
          <p:cNvPr id="13" name="Slide Number Placeholder 12">
            <a:extLst>
              <a:ext uri="{FF2B5EF4-FFF2-40B4-BE49-F238E27FC236}">
                <a16:creationId xmlns:a16="http://schemas.microsoft.com/office/drawing/2014/main" id="{C575BC9A-6573-4DE2-AB3D-B1D85C10B4B2}"/>
              </a:ext>
            </a:extLst>
          </p:cNvPr>
          <p:cNvSpPr>
            <a:spLocks noGrp="1"/>
          </p:cNvSpPr>
          <p:nvPr>
            <p:ph type="sldNum" sz="quarter" idx="4294967295"/>
          </p:nvPr>
        </p:nvSpPr>
        <p:spPr>
          <a:xfrm>
            <a:off x="11539538" y="6356350"/>
            <a:ext cx="652462" cy="365125"/>
          </a:xfrm>
        </p:spPr>
        <p:txBody>
          <a:bodyPr/>
          <a:lstStyle/>
          <a:p>
            <a:fld id="{B5CEABB6-07DC-46E8-9B57-56EC44A396E5}" type="slidenum">
              <a:rPr lang="en-US" smtClean="0"/>
              <a:pPr/>
              <a:t>40</a:t>
            </a:fld>
            <a:endParaRPr lang="en-US" dirty="0"/>
          </a:p>
        </p:txBody>
      </p:sp>
      <p:sp>
        <p:nvSpPr>
          <p:cNvPr id="16" name="TextBox 15">
            <a:extLst>
              <a:ext uri="{FF2B5EF4-FFF2-40B4-BE49-F238E27FC236}">
                <a16:creationId xmlns:a16="http://schemas.microsoft.com/office/drawing/2014/main" id="{811CF464-2A55-4B51-BC05-F46A9D7A159A}"/>
              </a:ext>
            </a:extLst>
          </p:cNvPr>
          <p:cNvSpPr txBox="1"/>
          <p:nvPr/>
        </p:nvSpPr>
        <p:spPr>
          <a:xfrm>
            <a:off x="606775" y="2820982"/>
            <a:ext cx="3818106" cy="2031325"/>
          </a:xfrm>
          <a:prstGeom prst="rect">
            <a:avLst/>
          </a:prstGeom>
          <a:noFill/>
        </p:spPr>
        <p:txBody>
          <a:bodyPr wrap="square">
            <a:spAutoFit/>
          </a:bodyPr>
          <a:lstStyle/>
          <a:p>
            <a:endParaRPr lang="en-GB" dirty="0"/>
          </a:p>
          <a:p>
            <a:r>
              <a:rPr lang="en-GB" dirty="0"/>
              <a:t>Superficial:</a:t>
            </a:r>
          </a:p>
          <a:p>
            <a:r>
              <a:rPr lang="en-GB" dirty="0"/>
              <a:t>Posterior chest wall: Drain to axillary lymph nodes</a:t>
            </a:r>
          </a:p>
          <a:p>
            <a:r>
              <a:rPr lang="en-GB" dirty="0"/>
              <a:t>Anterior chest wall: axillary nodes (laterally) and Parasternal ( medially)</a:t>
            </a:r>
          </a:p>
        </p:txBody>
      </p:sp>
      <p:pic>
        <p:nvPicPr>
          <p:cNvPr id="18" name="Picture 17">
            <a:extLst>
              <a:ext uri="{FF2B5EF4-FFF2-40B4-BE49-F238E27FC236}">
                <a16:creationId xmlns:a16="http://schemas.microsoft.com/office/drawing/2014/main" id="{73CF133A-1E3F-43E0-B55E-12A0DD4C09A6}"/>
              </a:ext>
            </a:extLst>
          </p:cNvPr>
          <p:cNvPicPr>
            <a:picLocks noChangeAspect="1"/>
          </p:cNvPicPr>
          <p:nvPr/>
        </p:nvPicPr>
        <p:blipFill rotWithShape="1">
          <a:blip r:embed="rId2"/>
          <a:srcRect l="28476" t="44968" r="28694" b="19585"/>
          <a:stretch/>
        </p:blipFill>
        <p:spPr>
          <a:xfrm>
            <a:off x="6729052" y="2237362"/>
            <a:ext cx="5462948" cy="3754877"/>
          </a:xfrm>
          <a:prstGeom prst="rect">
            <a:avLst/>
          </a:prstGeom>
        </p:spPr>
      </p:pic>
      <p:sp>
        <p:nvSpPr>
          <p:cNvPr id="4" name="Title 1">
            <a:extLst>
              <a:ext uri="{FF2B5EF4-FFF2-40B4-BE49-F238E27FC236}">
                <a16:creationId xmlns:a16="http://schemas.microsoft.com/office/drawing/2014/main" id="{E50F9A60-B9ED-BA42-31B8-1F3B8FC39AF8}"/>
              </a:ext>
            </a:extLst>
          </p:cNvPr>
          <p:cNvSpPr>
            <a:spLocks noGrp="1"/>
          </p:cNvSpPr>
          <p:nvPr>
            <p:ph type="title"/>
          </p:nvPr>
        </p:nvSpPr>
        <p:spPr>
          <a:xfrm>
            <a:off x="0" y="379615"/>
            <a:ext cx="10515600" cy="1325563"/>
          </a:xfrm>
        </p:spPr>
        <p:txBody>
          <a:bodyPr/>
          <a:lstStyle/>
          <a:p>
            <a:r>
              <a:rPr lang="en-GB" dirty="0"/>
              <a:t>The lymphatic system</a:t>
            </a:r>
          </a:p>
        </p:txBody>
      </p:sp>
    </p:spTree>
    <p:extLst>
      <p:ext uri="{BB962C8B-B14F-4D97-AF65-F5344CB8AC3E}">
        <p14:creationId xmlns:p14="http://schemas.microsoft.com/office/powerpoint/2010/main" val="6763487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545F8E-8763-49EA-E73C-BABAFFE09E62}"/>
              </a:ext>
            </a:extLst>
          </p:cNvPr>
          <p:cNvSpPr>
            <a:spLocks noGrp="1"/>
          </p:cNvSpPr>
          <p:nvPr>
            <p:ph type="title"/>
          </p:nvPr>
        </p:nvSpPr>
        <p:spPr/>
        <p:txBody>
          <a:bodyPr/>
          <a:lstStyle/>
          <a:p>
            <a:r>
              <a:rPr lang="en-GB" sz="4400" b="1" dirty="0"/>
              <a:t>Deep lymphatic system</a:t>
            </a:r>
            <a:br>
              <a:rPr lang="en-GB" sz="4400" b="1" dirty="0"/>
            </a:br>
            <a:endParaRPr lang="en-GB" dirty="0"/>
          </a:p>
        </p:txBody>
      </p:sp>
      <p:sp>
        <p:nvSpPr>
          <p:cNvPr id="11" name="Date Placeholder 10">
            <a:extLst>
              <a:ext uri="{FF2B5EF4-FFF2-40B4-BE49-F238E27FC236}">
                <a16:creationId xmlns:a16="http://schemas.microsoft.com/office/drawing/2014/main" id="{D78F376D-9FF8-4348-B552-A9D92C07A578}"/>
              </a:ext>
            </a:extLst>
          </p:cNvPr>
          <p:cNvSpPr>
            <a:spLocks noGrp="1"/>
          </p:cNvSpPr>
          <p:nvPr>
            <p:ph type="dt" sz="half" idx="4294967295"/>
          </p:nvPr>
        </p:nvSpPr>
        <p:spPr>
          <a:xfrm>
            <a:off x="11244263" y="6356350"/>
            <a:ext cx="947737" cy="365125"/>
          </a:xfrm>
        </p:spPr>
        <p:txBody>
          <a:bodyPr/>
          <a:lstStyle/>
          <a:p>
            <a:r>
              <a:rPr lang="en-US"/>
              <a:t>20XX</a:t>
            </a:r>
            <a:endParaRPr lang="en-US" dirty="0"/>
          </a:p>
        </p:txBody>
      </p:sp>
      <p:sp>
        <p:nvSpPr>
          <p:cNvPr id="12" name="Footer Placeholder 11">
            <a:extLst>
              <a:ext uri="{FF2B5EF4-FFF2-40B4-BE49-F238E27FC236}">
                <a16:creationId xmlns:a16="http://schemas.microsoft.com/office/drawing/2014/main" id="{7DC18BEB-8E61-4ED9-8D23-EE6E6D42618E}"/>
              </a:ext>
            </a:extLst>
          </p:cNvPr>
          <p:cNvSpPr>
            <a:spLocks noGrp="1"/>
          </p:cNvSpPr>
          <p:nvPr>
            <p:ph type="ftr" sz="quarter" idx="4294967295"/>
          </p:nvPr>
        </p:nvSpPr>
        <p:spPr>
          <a:xfrm>
            <a:off x="8947150" y="6356350"/>
            <a:ext cx="3244850" cy="365125"/>
          </a:xfrm>
        </p:spPr>
        <p:txBody>
          <a:bodyPr/>
          <a:lstStyle/>
          <a:p>
            <a:r>
              <a:rPr lang="en-US"/>
              <a:t>Pitch Deck</a:t>
            </a:r>
            <a:endParaRPr lang="en-US" dirty="0"/>
          </a:p>
        </p:txBody>
      </p:sp>
      <p:sp>
        <p:nvSpPr>
          <p:cNvPr id="13" name="Slide Number Placeholder 12">
            <a:extLst>
              <a:ext uri="{FF2B5EF4-FFF2-40B4-BE49-F238E27FC236}">
                <a16:creationId xmlns:a16="http://schemas.microsoft.com/office/drawing/2014/main" id="{C575BC9A-6573-4DE2-AB3D-B1D85C10B4B2}"/>
              </a:ext>
            </a:extLst>
          </p:cNvPr>
          <p:cNvSpPr>
            <a:spLocks noGrp="1"/>
          </p:cNvSpPr>
          <p:nvPr>
            <p:ph type="sldNum" sz="quarter" idx="4294967295"/>
          </p:nvPr>
        </p:nvSpPr>
        <p:spPr>
          <a:xfrm>
            <a:off x="11539538" y="6356350"/>
            <a:ext cx="652462" cy="365125"/>
          </a:xfrm>
        </p:spPr>
        <p:txBody>
          <a:bodyPr/>
          <a:lstStyle/>
          <a:p>
            <a:fld id="{B5CEABB6-07DC-46E8-9B57-56EC44A396E5}" type="slidenum">
              <a:rPr lang="en-US" smtClean="0"/>
              <a:pPr/>
              <a:t>41</a:t>
            </a:fld>
            <a:endParaRPr lang="en-US" dirty="0"/>
          </a:p>
        </p:txBody>
      </p:sp>
      <p:pic>
        <p:nvPicPr>
          <p:cNvPr id="14" name="Picture 13">
            <a:extLst>
              <a:ext uri="{FF2B5EF4-FFF2-40B4-BE49-F238E27FC236}">
                <a16:creationId xmlns:a16="http://schemas.microsoft.com/office/drawing/2014/main" id="{076D9027-18B0-4FE4-9180-ECA77706CB6D}"/>
              </a:ext>
            </a:extLst>
          </p:cNvPr>
          <p:cNvPicPr>
            <a:picLocks noChangeAspect="1"/>
          </p:cNvPicPr>
          <p:nvPr/>
        </p:nvPicPr>
        <p:blipFill>
          <a:blip r:embed="rId2"/>
          <a:stretch>
            <a:fillRect/>
          </a:stretch>
        </p:blipFill>
        <p:spPr>
          <a:xfrm>
            <a:off x="5991515" y="1321089"/>
            <a:ext cx="5400386" cy="5400386"/>
          </a:xfrm>
          <a:prstGeom prst="rect">
            <a:avLst/>
          </a:prstGeom>
        </p:spPr>
      </p:pic>
      <p:sp>
        <p:nvSpPr>
          <p:cNvPr id="16" name="TextBox 15">
            <a:extLst>
              <a:ext uri="{FF2B5EF4-FFF2-40B4-BE49-F238E27FC236}">
                <a16:creationId xmlns:a16="http://schemas.microsoft.com/office/drawing/2014/main" id="{811CF464-2A55-4B51-BC05-F46A9D7A159A}"/>
              </a:ext>
            </a:extLst>
          </p:cNvPr>
          <p:cNvSpPr txBox="1"/>
          <p:nvPr/>
        </p:nvSpPr>
        <p:spPr>
          <a:xfrm>
            <a:off x="452883" y="2738102"/>
            <a:ext cx="3818106" cy="2585323"/>
          </a:xfrm>
          <a:prstGeom prst="rect">
            <a:avLst/>
          </a:prstGeom>
          <a:noFill/>
        </p:spPr>
        <p:txBody>
          <a:bodyPr wrap="square">
            <a:spAutoFit/>
          </a:bodyPr>
          <a:lstStyle/>
          <a:p>
            <a:endParaRPr lang="en-GB" dirty="0"/>
          </a:p>
          <a:p>
            <a:r>
              <a:rPr lang="en-GB" dirty="0"/>
              <a:t>Drain mostly via the </a:t>
            </a:r>
            <a:r>
              <a:rPr lang="en-GB" b="1" i="1" dirty="0" err="1"/>
              <a:t>Bronchmediastinal</a:t>
            </a:r>
            <a:r>
              <a:rPr lang="en-GB" b="1" i="1" dirty="0"/>
              <a:t> lymph trunk  </a:t>
            </a:r>
            <a:r>
              <a:rPr lang="en-GB" dirty="0"/>
              <a:t>and </a:t>
            </a:r>
            <a:r>
              <a:rPr lang="en-GB" b="1" i="1" dirty="0"/>
              <a:t>Thoracic duct</a:t>
            </a:r>
          </a:p>
          <a:p>
            <a:endParaRPr lang="en-GB" b="1" i="1" dirty="0"/>
          </a:p>
          <a:p>
            <a:r>
              <a:rPr lang="en-GB" dirty="0"/>
              <a:t>Viscera drained by</a:t>
            </a:r>
            <a:r>
              <a:rPr lang="en-GB" b="1" i="1" dirty="0"/>
              <a:t> posterior mediastinal, brachiocephalic </a:t>
            </a:r>
            <a:r>
              <a:rPr lang="en-GB" dirty="0"/>
              <a:t>or</a:t>
            </a:r>
            <a:r>
              <a:rPr lang="en-GB" b="1" i="1" dirty="0"/>
              <a:t> tracheobronchial </a:t>
            </a:r>
            <a:r>
              <a:rPr lang="en-GB" dirty="0"/>
              <a:t>( all converge into </a:t>
            </a:r>
            <a:r>
              <a:rPr lang="en-GB" b="1" i="1" dirty="0" err="1"/>
              <a:t>bronchomediastinal</a:t>
            </a:r>
            <a:r>
              <a:rPr lang="en-GB" b="1" i="1" dirty="0"/>
              <a:t> lymph trunk)</a:t>
            </a:r>
          </a:p>
        </p:txBody>
      </p:sp>
    </p:spTree>
    <p:extLst>
      <p:ext uri="{BB962C8B-B14F-4D97-AF65-F5344CB8AC3E}">
        <p14:creationId xmlns:p14="http://schemas.microsoft.com/office/powerpoint/2010/main" val="5890067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6BA0DAAD-1E44-4DBF-A2D5-E144E1FE4223}"/>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t>42</a:t>
            </a:fld>
            <a:endParaRPr lang="en-US" dirty="0"/>
          </a:p>
        </p:txBody>
      </p:sp>
      <p:pic>
        <p:nvPicPr>
          <p:cNvPr id="12" name="Picture 11">
            <a:extLst>
              <a:ext uri="{FF2B5EF4-FFF2-40B4-BE49-F238E27FC236}">
                <a16:creationId xmlns:a16="http://schemas.microsoft.com/office/drawing/2014/main" id="{2D8DEA71-97C4-4424-8A32-D4BD48C2360F}"/>
              </a:ext>
            </a:extLst>
          </p:cNvPr>
          <p:cNvPicPr>
            <a:picLocks noChangeAspect="1"/>
          </p:cNvPicPr>
          <p:nvPr/>
        </p:nvPicPr>
        <p:blipFill rotWithShape="1">
          <a:blip r:embed="rId2"/>
          <a:srcRect l="25218" t="35362" r="25341" b="24726"/>
          <a:stretch/>
        </p:blipFill>
        <p:spPr>
          <a:xfrm>
            <a:off x="4763573" y="1783817"/>
            <a:ext cx="6885709" cy="5074183"/>
          </a:xfrm>
          <a:prstGeom prst="rect">
            <a:avLst/>
          </a:prstGeom>
        </p:spPr>
      </p:pic>
      <p:pic>
        <p:nvPicPr>
          <p:cNvPr id="13" name="Picture 12">
            <a:extLst>
              <a:ext uri="{FF2B5EF4-FFF2-40B4-BE49-F238E27FC236}">
                <a16:creationId xmlns:a16="http://schemas.microsoft.com/office/drawing/2014/main" id="{B901A139-D4ED-46F4-8DD7-453BFFC1C00A}"/>
              </a:ext>
            </a:extLst>
          </p:cNvPr>
          <p:cNvPicPr>
            <a:picLocks noChangeAspect="1"/>
          </p:cNvPicPr>
          <p:nvPr/>
        </p:nvPicPr>
        <p:blipFill>
          <a:blip r:embed="rId3"/>
          <a:stretch>
            <a:fillRect/>
          </a:stretch>
        </p:blipFill>
        <p:spPr>
          <a:xfrm>
            <a:off x="1663954" y="1934775"/>
            <a:ext cx="2556901" cy="4923225"/>
          </a:xfrm>
          <a:prstGeom prst="rect">
            <a:avLst/>
          </a:prstGeom>
        </p:spPr>
      </p:pic>
      <p:sp>
        <p:nvSpPr>
          <p:cNvPr id="4" name="Title 1">
            <a:extLst>
              <a:ext uri="{FF2B5EF4-FFF2-40B4-BE49-F238E27FC236}">
                <a16:creationId xmlns:a16="http://schemas.microsoft.com/office/drawing/2014/main" id="{546D8BC0-F2F7-5B4B-9F6B-D39E2B5D4B65}"/>
              </a:ext>
            </a:extLst>
          </p:cNvPr>
          <p:cNvSpPr>
            <a:spLocks noGrp="1"/>
          </p:cNvSpPr>
          <p:nvPr>
            <p:ph type="title"/>
          </p:nvPr>
        </p:nvSpPr>
        <p:spPr>
          <a:xfrm>
            <a:off x="182500" y="330739"/>
            <a:ext cx="10515600" cy="1325562"/>
          </a:xfrm>
        </p:spPr>
        <p:txBody>
          <a:bodyPr/>
          <a:lstStyle/>
          <a:p>
            <a:r>
              <a:rPr lang="en-GB" dirty="0"/>
              <a:t>Vasculature to the chest wall</a:t>
            </a:r>
          </a:p>
        </p:txBody>
      </p:sp>
    </p:spTree>
    <p:extLst>
      <p:ext uri="{BB962C8B-B14F-4D97-AF65-F5344CB8AC3E}">
        <p14:creationId xmlns:p14="http://schemas.microsoft.com/office/powerpoint/2010/main" val="53807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F6713-33B3-8E66-85C5-4F11DBC9AA3D}"/>
              </a:ext>
            </a:extLst>
          </p:cNvPr>
          <p:cNvSpPr>
            <a:spLocks noGrp="1"/>
          </p:cNvSpPr>
          <p:nvPr>
            <p:ph type="title"/>
          </p:nvPr>
        </p:nvSpPr>
        <p:spPr/>
        <p:txBody>
          <a:bodyPr/>
          <a:lstStyle/>
          <a:p>
            <a:r>
              <a:rPr lang="en-GB" dirty="0"/>
              <a:t>The physiology of breathing </a:t>
            </a:r>
          </a:p>
        </p:txBody>
      </p:sp>
      <p:pic>
        <p:nvPicPr>
          <p:cNvPr id="5122" name="Picture 2" descr="Respiratory System on Make a GIF">
            <a:extLst>
              <a:ext uri="{FF2B5EF4-FFF2-40B4-BE49-F238E27FC236}">
                <a16:creationId xmlns:a16="http://schemas.microsoft.com/office/drawing/2014/main" id="{3391E5BC-AF27-6EA9-1F53-AF7C54609B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8837" y="2296392"/>
            <a:ext cx="5398654" cy="4048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1110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1127A-BA32-811F-CA6A-DBB9A179FE6D}"/>
              </a:ext>
            </a:extLst>
          </p:cNvPr>
          <p:cNvSpPr>
            <a:spLocks noGrp="1"/>
          </p:cNvSpPr>
          <p:nvPr>
            <p:ph type="title"/>
          </p:nvPr>
        </p:nvSpPr>
        <p:spPr/>
        <p:txBody>
          <a:bodyPr/>
          <a:lstStyle/>
          <a:p>
            <a:r>
              <a:rPr lang="en-GB" dirty="0"/>
              <a:t>Physiology of breathing </a:t>
            </a:r>
          </a:p>
        </p:txBody>
      </p:sp>
      <p:graphicFrame>
        <p:nvGraphicFramePr>
          <p:cNvPr id="4" name="Content Placeholder 3">
            <a:extLst>
              <a:ext uri="{FF2B5EF4-FFF2-40B4-BE49-F238E27FC236}">
                <a16:creationId xmlns:a16="http://schemas.microsoft.com/office/drawing/2014/main" id="{AA2BFA00-7B82-B15F-9EE2-9F606D2EF453}"/>
              </a:ext>
            </a:extLst>
          </p:cNvPr>
          <p:cNvGraphicFramePr>
            <a:graphicFrameLocks noGrp="1"/>
          </p:cNvGraphicFramePr>
          <p:nvPr>
            <p:ph idx="1"/>
            <p:extLst>
              <p:ext uri="{D42A27DB-BD31-4B8C-83A1-F6EECF244321}">
                <p14:modId xmlns:p14="http://schemas.microsoft.com/office/powerpoint/2010/main" val="1508415280"/>
              </p:ext>
            </p:extLst>
          </p:nvPr>
        </p:nvGraphicFramePr>
        <p:xfrm>
          <a:off x="0" y="1828800"/>
          <a:ext cx="11831782" cy="4835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49067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0883-91CE-6641-AE72-52D122622DEB}"/>
              </a:ext>
            </a:extLst>
          </p:cNvPr>
          <p:cNvSpPr>
            <a:spLocks noGrp="1"/>
          </p:cNvSpPr>
          <p:nvPr>
            <p:ph type="title"/>
          </p:nvPr>
        </p:nvSpPr>
        <p:spPr/>
        <p:txBody>
          <a:bodyPr/>
          <a:lstStyle/>
          <a:p>
            <a:r>
              <a:rPr lang="en-GB" dirty="0"/>
              <a:t>The physiology of breathing </a:t>
            </a:r>
          </a:p>
        </p:txBody>
      </p:sp>
      <p:sp>
        <p:nvSpPr>
          <p:cNvPr id="3" name="Content Placeholder 2">
            <a:extLst>
              <a:ext uri="{FF2B5EF4-FFF2-40B4-BE49-F238E27FC236}">
                <a16:creationId xmlns:a16="http://schemas.microsoft.com/office/drawing/2014/main" id="{E387A414-7957-A0FD-4B9A-E5FB79B18BEC}"/>
              </a:ext>
            </a:extLst>
          </p:cNvPr>
          <p:cNvSpPr>
            <a:spLocks noGrp="1"/>
          </p:cNvSpPr>
          <p:nvPr>
            <p:ph idx="1"/>
          </p:nvPr>
        </p:nvSpPr>
        <p:spPr>
          <a:xfrm>
            <a:off x="256309" y="2258346"/>
            <a:ext cx="4689764" cy="4351338"/>
          </a:xfrm>
        </p:spPr>
        <p:txBody>
          <a:bodyPr>
            <a:normAutofit fontScale="85000" lnSpcReduction="10000"/>
          </a:bodyPr>
          <a:lstStyle/>
          <a:p>
            <a:pPr marL="0" indent="0">
              <a:buNone/>
            </a:pPr>
            <a:r>
              <a:rPr lang="en-GB" dirty="0"/>
              <a:t>It’s all about pressure!!!</a:t>
            </a:r>
          </a:p>
          <a:p>
            <a:pPr marL="0" indent="0">
              <a:buNone/>
            </a:pPr>
            <a:endParaRPr lang="en-GB" dirty="0"/>
          </a:p>
          <a:p>
            <a:r>
              <a:rPr lang="en-GB" dirty="0"/>
              <a:t>Facilitated by: </a:t>
            </a:r>
          </a:p>
          <a:p>
            <a:pPr lvl="1"/>
            <a:r>
              <a:rPr lang="en-GB" dirty="0"/>
              <a:t>Contraction of respiratory muscles </a:t>
            </a:r>
          </a:p>
          <a:p>
            <a:pPr lvl="1"/>
            <a:r>
              <a:rPr lang="en-GB" dirty="0"/>
              <a:t>Movement of the ribs </a:t>
            </a:r>
          </a:p>
          <a:p>
            <a:pPr lvl="1"/>
            <a:r>
              <a:rPr lang="en-GB" dirty="0"/>
              <a:t>Movement of the diaphragm </a:t>
            </a:r>
          </a:p>
          <a:p>
            <a:pPr lvl="1"/>
            <a:r>
              <a:rPr lang="en-GB" dirty="0"/>
              <a:t>A concentration gradient  </a:t>
            </a:r>
          </a:p>
          <a:p>
            <a:pPr lvl="1"/>
            <a:endParaRPr lang="en-GB" dirty="0"/>
          </a:p>
          <a:p>
            <a:r>
              <a:rPr lang="en-GB" dirty="0"/>
              <a:t>There are two types of breathing: </a:t>
            </a:r>
          </a:p>
          <a:p>
            <a:pPr lvl="1"/>
            <a:r>
              <a:rPr lang="en-GB" dirty="0"/>
              <a:t>Normal Quiet or Tidal breathing </a:t>
            </a:r>
          </a:p>
          <a:p>
            <a:pPr lvl="1"/>
            <a:r>
              <a:rPr lang="en-GB" dirty="0"/>
              <a:t>Forced breathing (e.g. breathing during exercise)</a:t>
            </a:r>
          </a:p>
        </p:txBody>
      </p:sp>
      <p:pic>
        <p:nvPicPr>
          <p:cNvPr id="6146" name="Picture 2" descr="Circulatory System Gif - IceGif">
            <a:extLst>
              <a:ext uri="{FF2B5EF4-FFF2-40B4-BE49-F238E27FC236}">
                <a16:creationId xmlns:a16="http://schemas.microsoft.com/office/drawing/2014/main" id="{3732EC9C-21FE-7EF6-CAD2-A43893E37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8727" y="2561779"/>
            <a:ext cx="4079731" cy="3062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3367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17F33-8FDE-AE2F-7272-B7138710FE01}"/>
              </a:ext>
            </a:extLst>
          </p:cNvPr>
          <p:cNvSpPr>
            <a:spLocks noGrp="1"/>
          </p:cNvSpPr>
          <p:nvPr>
            <p:ph type="title"/>
          </p:nvPr>
        </p:nvSpPr>
        <p:spPr>
          <a:xfrm>
            <a:off x="0" y="379615"/>
            <a:ext cx="12081164" cy="1325563"/>
          </a:xfrm>
        </p:spPr>
        <p:txBody>
          <a:bodyPr/>
          <a:lstStyle/>
          <a:p>
            <a:r>
              <a:rPr lang="en-GB" dirty="0"/>
              <a:t>Physiology of breathing : Movement of the ribs </a:t>
            </a:r>
          </a:p>
        </p:txBody>
      </p:sp>
      <p:sp>
        <p:nvSpPr>
          <p:cNvPr id="3" name="Content Placeholder 2">
            <a:extLst>
              <a:ext uri="{FF2B5EF4-FFF2-40B4-BE49-F238E27FC236}">
                <a16:creationId xmlns:a16="http://schemas.microsoft.com/office/drawing/2014/main" id="{2BC881F7-6A97-5E7F-6763-B76FBFAECADB}"/>
              </a:ext>
            </a:extLst>
          </p:cNvPr>
          <p:cNvSpPr>
            <a:spLocks noGrp="1"/>
          </p:cNvSpPr>
          <p:nvPr>
            <p:ph idx="1"/>
          </p:nvPr>
        </p:nvSpPr>
        <p:spPr>
          <a:xfrm>
            <a:off x="533400" y="2127047"/>
            <a:ext cx="5091545" cy="4351338"/>
          </a:xfrm>
        </p:spPr>
        <p:txBody>
          <a:bodyPr>
            <a:normAutofit fontScale="77500" lnSpcReduction="20000"/>
          </a:bodyPr>
          <a:lstStyle/>
          <a:p>
            <a:pPr marL="0" indent="0">
              <a:buNone/>
            </a:pPr>
            <a:r>
              <a:rPr lang="en-GB" dirty="0"/>
              <a:t>Two types of movement at rest or during quiet/tidal breathing: </a:t>
            </a:r>
          </a:p>
          <a:p>
            <a:endParaRPr lang="en-GB" dirty="0"/>
          </a:p>
          <a:p>
            <a:r>
              <a:rPr lang="en-GB" dirty="0"/>
              <a:t>Bucket handle : </a:t>
            </a:r>
          </a:p>
          <a:p>
            <a:pPr lvl="1"/>
            <a:r>
              <a:rPr lang="en-GB" dirty="0"/>
              <a:t>Primarily involves the upper ribs (1-6)</a:t>
            </a:r>
          </a:p>
          <a:p>
            <a:pPr lvl="1"/>
            <a:r>
              <a:rPr lang="en-GB" dirty="0"/>
              <a:t>The ribs move upward and outward</a:t>
            </a:r>
          </a:p>
          <a:p>
            <a:pPr lvl="1"/>
            <a:r>
              <a:rPr lang="en-GB" dirty="0"/>
              <a:t>This motion increases the anterior-posterior diameter of the thorax</a:t>
            </a:r>
          </a:p>
          <a:p>
            <a:pPr marL="0" indent="0">
              <a:buNone/>
            </a:pPr>
            <a:endParaRPr lang="en-GB" dirty="0"/>
          </a:p>
          <a:p>
            <a:r>
              <a:rPr lang="en-GB" dirty="0"/>
              <a:t>Pump Handle :</a:t>
            </a:r>
          </a:p>
          <a:p>
            <a:pPr lvl="1"/>
            <a:r>
              <a:rPr lang="en-GB" dirty="0"/>
              <a:t>Mainly involves the lower ribs (7-10)</a:t>
            </a:r>
          </a:p>
          <a:p>
            <a:pPr lvl="1"/>
            <a:r>
              <a:rPr lang="en-GB" dirty="0"/>
              <a:t>The ribs rotate and move laterally outward</a:t>
            </a:r>
          </a:p>
          <a:p>
            <a:pPr lvl="1"/>
            <a:r>
              <a:rPr lang="en-GB" dirty="0"/>
              <a:t>This motion increases the transverse diameter of the thorax</a:t>
            </a:r>
          </a:p>
        </p:txBody>
      </p:sp>
      <p:pic>
        <p:nvPicPr>
          <p:cNvPr id="4" name="Picture 3">
            <a:extLst>
              <a:ext uri="{FF2B5EF4-FFF2-40B4-BE49-F238E27FC236}">
                <a16:creationId xmlns:a16="http://schemas.microsoft.com/office/drawing/2014/main" id="{A19CFECC-A60D-63D5-0723-8060B22BFE30}"/>
              </a:ext>
            </a:extLst>
          </p:cNvPr>
          <p:cNvPicPr>
            <a:picLocks noChangeAspect="1"/>
          </p:cNvPicPr>
          <p:nvPr/>
        </p:nvPicPr>
        <p:blipFill>
          <a:blip r:embed="rId2"/>
          <a:stretch>
            <a:fillRect/>
          </a:stretch>
        </p:blipFill>
        <p:spPr>
          <a:xfrm>
            <a:off x="5888182" y="2653473"/>
            <a:ext cx="6008109" cy="3269719"/>
          </a:xfrm>
          <a:prstGeom prst="rect">
            <a:avLst/>
          </a:prstGeom>
        </p:spPr>
      </p:pic>
    </p:spTree>
    <p:extLst>
      <p:ext uri="{BB962C8B-B14F-4D97-AF65-F5344CB8AC3E}">
        <p14:creationId xmlns:p14="http://schemas.microsoft.com/office/powerpoint/2010/main" val="41769293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C6B2E47-3A4C-6280-186E-47795DD17A23}"/>
              </a:ext>
            </a:extLst>
          </p:cNvPr>
          <p:cNvGraphicFramePr/>
          <p:nvPr>
            <p:extLst>
              <p:ext uri="{D42A27DB-BD31-4B8C-83A1-F6EECF244321}">
                <p14:modId xmlns:p14="http://schemas.microsoft.com/office/powerpoint/2010/main" val="3189670277"/>
              </p:ext>
            </p:extLst>
          </p:nvPr>
        </p:nvGraphicFramePr>
        <p:xfrm>
          <a:off x="969819" y="1288473"/>
          <a:ext cx="10598726" cy="52508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544561C9-97D7-BFBE-043A-BD9E793AD69A}"/>
              </a:ext>
            </a:extLst>
          </p:cNvPr>
          <p:cNvSpPr txBox="1"/>
          <p:nvPr/>
        </p:nvSpPr>
        <p:spPr>
          <a:xfrm>
            <a:off x="1655618" y="406522"/>
            <a:ext cx="9227127" cy="369332"/>
          </a:xfrm>
          <a:prstGeom prst="rect">
            <a:avLst/>
          </a:prstGeom>
          <a:noFill/>
        </p:spPr>
        <p:txBody>
          <a:bodyPr wrap="square" rtlCol="0">
            <a:spAutoFit/>
          </a:bodyPr>
          <a:lstStyle/>
          <a:p>
            <a:pPr algn="ctr"/>
            <a:r>
              <a:rPr lang="en-GB" b="1" dirty="0"/>
              <a:t>Quiet / Tidal breathing : Inhalation</a:t>
            </a:r>
            <a:r>
              <a:rPr lang="en-GB" i="1" dirty="0"/>
              <a:t> </a:t>
            </a:r>
          </a:p>
        </p:txBody>
      </p:sp>
    </p:spTree>
    <p:extLst>
      <p:ext uri="{BB962C8B-B14F-4D97-AF65-F5344CB8AC3E}">
        <p14:creationId xmlns:p14="http://schemas.microsoft.com/office/powerpoint/2010/main" val="6624380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C6B2E47-3A4C-6280-186E-47795DD17A23}"/>
              </a:ext>
            </a:extLst>
          </p:cNvPr>
          <p:cNvGraphicFramePr/>
          <p:nvPr>
            <p:extLst>
              <p:ext uri="{D42A27DB-BD31-4B8C-83A1-F6EECF244321}">
                <p14:modId xmlns:p14="http://schemas.microsoft.com/office/powerpoint/2010/main" val="3300338430"/>
              </p:ext>
            </p:extLst>
          </p:nvPr>
        </p:nvGraphicFramePr>
        <p:xfrm>
          <a:off x="969819" y="1288473"/>
          <a:ext cx="10598726" cy="52508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544561C9-97D7-BFBE-043A-BD9E793AD69A}"/>
              </a:ext>
            </a:extLst>
          </p:cNvPr>
          <p:cNvSpPr txBox="1"/>
          <p:nvPr/>
        </p:nvSpPr>
        <p:spPr>
          <a:xfrm>
            <a:off x="1655618" y="406522"/>
            <a:ext cx="9227127" cy="369332"/>
          </a:xfrm>
          <a:prstGeom prst="rect">
            <a:avLst/>
          </a:prstGeom>
          <a:noFill/>
        </p:spPr>
        <p:txBody>
          <a:bodyPr wrap="square" rtlCol="0">
            <a:spAutoFit/>
          </a:bodyPr>
          <a:lstStyle/>
          <a:p>
            <a:pPr algn="ctr"/>
            <a:r>
              <a:rPr lang="en-GB" b="1" dirty="0"/>
              <a:t>Quiet / Tidal breathing : Expiration </a:t>
            </a:r>
            <a:endParaRPr lang="en-GB" i="1" dirty="0"/>
          </a:p>
        </p:txBody>
      </p:sp>
    </p:spTree>
    <p:extLst>
      <p:ext uri="{BB962C8B-B14F-4D97-AF65-F5344CB8AC3E}">
        <p14:creationId xmlns:p14="http://schemas.microsoft.com/office/powerpoint/2010/main" val="15165427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BE4512-C87D-6EFA-C753-D4C3ED8287F0}"/>
              </a:ext>
            </a:extLst>
          </p:cNvPr>
          <p:cNvSpPr>
            <a:spLocks noGrp="1"/>
          </p:cNvSpPr>
          <p:nvPr>
            <p:ph type="title"/>
          </p:nvPr>
        </p:nvSpPr>
        <p:spPr/>
        <p:txBody>
          <a:bodyPr/>
          <a:lstStyle/>
          <a:p>
            <a:r>
              <a:rPr lang="en-GB" dirty="0"/>
              <a:t>Breathing under stress or forced expiration </a:t>
            </a:r>
          </a:p>
        </p:txBody>
      </p:sp>
      <p:sp>
        <p:nvSpPr>
          <p:cNvPr id="5" name="Content Placeholder 4">
            <a:extLst>
              <a:ext uri="{FF2B5EF4-FFF2-40B4-BE49-F238E27FC236}">
                <a16:creationId xmlns:a16="http://schemas.microsoft.com/office/drawing/2014/main" id="{5BC379E2-890B-FB16-D52C-7064C0C86BE9}"/>
              </a:ext>
            </a:extLst>
          </p:cNvPr>
          <p:cNvSpPr>
            <a:spLocks noGrp="1"/>
          </p:cNvSpPr>
          <p:nvPr>
            <p:ph idx="1"/>
          </p:nvPr>
        </p:nvSpPr>
        <p:spPr/>
        <p:txBody>
          <a:bodyPr/>
          <a:lstStyle/>
          <a:p>
            <a:r>
              <a:rPr lang="en-GB" dirty="0"/>
              <a:t>Uses the abdominal muscles </a:t>
            </a:r>
          </a:p>
          <a:p>
            <a:r>
              <a:rPr lang="en-GB" dirty="0"/>
              <a:t>Contraction of the internal intercoastal muscles </a:t>
            </a:r>
          </a:p>
        </p:txBody>
      </p:sp>
    </p:spTree>
    <p:extLst>
      <p:ext uri="{BB962C8B-B14F-4D97-AF65-F5344CB8AC3E}">
        <p14:creationId xmlns:p14="http://schemas.microsoft.com/office/powerpoint/2010/main" val="11205160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4ECC6-02F3-9DD4-079A-30185ADC3ADB}"/>
              </a:ext>
            </a:extLst>
          </p:cNvPr>
          <p:cNvSpPr>
            <a:spLocks noGrp="1"/>
          </p:cNvSpPr>
          <p:nvPr>
            <p:ph type="title"/>
          </p:nvPr>
        </p:nvSpPr>
        <p:spPr/>
        <p:txBody>
          <a:bodyPr/>
          <a:lstStyle/>
          <a:p>
            <a:r>
              <a:rPr lang="en-GB" dirty="0"/>
              <a:t>Main takeaways </a:t>
            </a:r>
          </a:p>
        </p:txBody>
      </p:sp>
      <p:sp>
        <p:nvSpPr>
          <p:cNvPr id="3" name="Content Placeholder 2">
            <a:extLst>
              <a:ext uri="{FF2B5EF4-FFF2-40B4-BE49-F238E27FC236}">
                <a16:creationId xmlns:a16="http://schemas.microsoft.com/office/drawing/2014/main" id="{900DCEE7-DC51-940C-3C7A-F28EEC3A32AD}"/>
              </a:ext>
            </a:extLst>
          </p:cNvPr>
          <p:cNvSpPr>
            <a:spLocks noGrp="1"/>
          </p:cNvSpPr>
          <p:nvPr>
            <p:ph idx="1"/>
          </p:nvPr>
        </p:nvSpPr>
        <p:spPr/>
        <p:txBody>
          <a:bodyPr/>
          <a:lstStyle/>
          <a:p>
            <a:r>
              <a:rPr lang="en-GB" dirty="0"/>
              <a:t>Breathing in is an active but unconscious process </a:t>
            </a:r>
          </a:p>
          <a:p>
            <a:r>
              <a:rPr lang="en-GB" dirty="0"/>
              <a:t>Air moves in and out of the lungs down a pressure gradient </a:t>
            </a:r>
          </a:p>
          <a:p>
            <a:r>
              <a:rPr lang="en-GB" dirty="0"/>
              <a:t>Breathing out is passive at rest </a:t>
            </a:r>
          </a:p>
          <a:p>
            <a:endParaRPr lang="en-GB" dirty="0"/>
          </a:p>
          <a:p>
            <a:r>
              <a:rPr lang="en-GB" dirty="0"/>
              <a:t>Main muscles of respiration are: </a:t>
            </a:r>
          </a:p>
          <a:p>
            <a:pPr lvl="1"/>
            <a:r>
              <a:rPr lang="en-GB" dirty="0"/>
              <a:t>Diaphragm </a:t>
            </a:r>
          </a:p>
          <a:p>
            <a:pPr lvl="1"/>
            <a:r>
              <a:rPr lang="en-GB" dirty="0"/>
              <a:t>Intercostal muscles </a:t>
            </a:r>
          </a:p>
        </p:txBody>
      </p:sp>
    </p:spTree>
    <p:extLst>
      <p:ext uri="{BB962C8B-B14F-4D97-AF65-F5344CB8AC3E}">
        <p14:creationId xmlns:p14="http://schemas.microsoft.com/office/powerpoint/2010/main" val="17958061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2466032"/>
      </p:ext>
    </p:extLst>
  </p:cSld>
  <p:clrMapOvr>
    <a:masterClrMapping/>
  </p:clrMapOvr>
</p:sld>
</file>

<file path=ppt/theme/theme1.xml><?xml version="1.0" encoding="utf-8"?>
<a:theme xmlns:a="http://schemas.openxmlformats.org/drawingml/2006/main" name="Theme for Uni slides">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for Uni slides" id="{3BAF991C-92CF-4FF6-B660-4D76B81CF402}" vid="{D4EDB978-12AA-4E92-8633-D41A8F5BC3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 for Uni slides</Template>
  <TotalTime>0</TotalTime>
  <Words>3787</Words>
  <Application>Microsoft Office PowerPoint</Application>
  <PresentationFormat>Widescreen</PresentationFormat>
  <Paragraphs>530</Paragraphs>
  <Slides>51</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Aptos</vt:lpstr>
      <vt:lpstr>Arial</vt:lpstr>
      <vt:lpstr>Cambria</vt:lpstr>
      <vt:lpstr>interfaceregular</vt:lpstr>
      <vt:lpstr>PlutoSansLight</vt:lpstr>
      <vt:lpstr>var(--medium)</vt:lpstr>
      <vt:lpstr>Theme for Uni slides</vt:lpstr>
      <vt:lpstr>The anatomy of the chest wall and the physiology of breathing </vt:lpstr>
      <vt:lpstr>Learning objectives </vt:lpstr>
      <vt:lpstr>The chest wall : Overview </vt:lpstr>
      <vt:lpstr>Bony Structures of the Chest wall </vt:lpstr>
      <vt:lpstr>Thoracic Cage </vt:lpstr>
      <vt:lpstr>Thoracic cage </vt:lpstr>
      <vt:lpstr>Thoracic cage </vt:lpstr>
      <vt:lpstr>Thoracic cage </vt:lpstr>
      <vt:lpstr>Sternocostal joints</vt:lpstr>
      <vt:lpstr>Manubriosternal joint</vt:lpstr>
      <vt:lpstr>Xiphisternal joint</vt:lpstr>
      <vt:lpstr>Thoracic Spine</vt:lpstr>
      <vt:lpstr>T2-T9 </vt:lpstr>
      <vt:lpstr>T1, T10-T12 </vt:lpstr>
      <vt:lpstr>Ribs: Rib 3 - 10</vt:lpstr>
      <vt:lpstr>Ribs: 1st, 2nd , 11th and 12th (sometimes 10th) </vt:lpstr>
      <vt:lpstr>Costovetebral Joints and facet joints </vt:lpstr>
      <vt:lpstr>Joints of the vertebral bodies</vt:lpstr>
      <vt:lpstr>Joints of the vertebral bodies</vt:lpstr>
      <vt:lpstr>Boundaries of the Thoracic cavity</vt:lpstr>
      <vt:lpstr>Thoracic outlet</vt:lpstr>
      <vt:lpstr>Muscles of respiration</vt:lpstr>
      <vt:lpstr>Inspiratory muscles at rest</vt:lpstr>
      <vt:lpstr>Inspiratory muscles at rest</vt:lpstr>
      <vt:lpstr>Inspiratory muscles at rest</vt:lpstr>
      <vt:lpstr>Key Facts on these muscles </vt:lpstr>
      <vt:lpstr>Accessory muscles</vt:lpstr>
      <vt:lpstr>Accessory inspiratory muscles of the neck</vt:lpstr>
      <vt:lpstr>Accessory muscles of the shoulder girdle</vt:lpstr>
      <vt:lpstr>Accessory inspiratory muscles of the shoulder girdle and back.</vt:lpstr>
      <vt:lpstr>Accessory muscles of the back. </vt:lpstr>
      <vt:lpstr>Expiratory muscles</vt:lpstr>
      <vt:lpstr>Expiratory muscles</vt:lpstr>
      <vt:lpstr>Neurology of the chest wall </vt:lpstr>
      <vt:lpstr>Dermatome</vt:lpstr>
      <vt:lpstr>Innervation of the chest wall</vt:lpstr>
      <vt:lpstr>Innervation of the chest wall </vt:lpstr>
      <vt:lpstr>Innervation of chest wall </vt:lpstr>
      <vt:lpstr>The lymphatic system</vt:lpstr>
      <vt:lpstr>The lymphatic system</vt:lpstr>
      <vt:lpstr>Deep lymphatic system </vt:lpstr>
      <vt:lpstr>Vasculature to the chest wall</vt:lpstr>
      <vt:lpstr>The physiology of breathing </vt:lpstr>
      <vt:lpstr>Physiology of breathing </vt:lpstr>
      <vt:lpstr>The physiology of breathing </vt:lpstr>
      <vt:lpstr>Physiology of breathing : Movement of the ribs </vt:lpstr>
      <vt:lpstr>PowerPoint Presentation</vt:lpstr>
      <vt:lpstr>PowerPoint Presentation</vt:lpstr>
      <vt:lpstr>Breathing under stress or forced expiration </vt:lpstr>
      <vt:lpstr>Main takeaways </vt:lpstr>
      <vt:lpstr>PowerPoint Presentation</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Isobel Davies</dc:creator>
  <cp:lastModifiedBy>Isobel Davies</cp:lastModifiedBy>
  <cp:revision>1</cp:revision>
  <dcterms:created xsi:type="dcterms:W3CDTF">2024-10-14T15:29:37Z</dcterms:created>
  <dcterms:modified xsi:type="dcterms:W3CDTF">2024-10-20T16:59:17Z</dcterms:modified>
</cp:coreProperties>
</file>