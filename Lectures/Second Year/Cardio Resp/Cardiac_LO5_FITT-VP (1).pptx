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LO5: Cardiac Rehabilitation – FITT-VP &amp; Adaptations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Principles for Exercise Prescription in Cardiac Populations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6862"/>
            <a:ext cx="8229600" cy="1143000"/>
          </a:xfrm>
        </p:spPr>
        <p:txBody>
          <a:bodyPr/>
          <a:lstStyle/>
          <a:p>
            <a:r>
              <a:rPr dirty="0"/>
              <a:t>FITT-VP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92" y="1166018"/>
            <a:ext cx="8229600" cy="5271358"/>
          </a:xfrm>
        </p:spPr>
        <p:txBody>
          <a:bodyPr>
            <a:normAutofit fontScale="92500"/>
          </a:bodyPr>
          <a:lstStyle/>
          <a:p>
            <a:r>
              <a:rPr dirty="0"/>
              <a:t>F – Frequency: 3–5 days/week (aerobic), 2–3 days/week (resistance)</a:t>
            </a:r>
          </a:p>
          <a:p>
            <a:r>
              <a:rPr dirty="0"/>
              <a:t>I – Intensity: 40–70% HRR, RPE 11–14 (moderate)</a:t>
            </a:r>
          </a:p>
          <a:p>
            <a:r>
              <a:rPr dirty="0"/>
              <a:t>T – Time: 20–60 minutes/session</a:t>
            </a:r>
          </a:p>
          <a:p>
            <a:r>
              <a:rPr dirty="0"/>
              <a:t>T – Type: Aerobic (walking, cycling) + resistance training</a:t>
            </a:r>
          </a:p>
          <a:p>
            <a:r>
              <a:rPr dirty="0"/>
              <a:t>V – Volume: Total weekly energy expenditure (MET-min/week)</a:t>
            </a:r>
          </a:p>
          <a:p>
            <a:r>
              <a:rPr dirty="0"/>
              <a:t>P – Progression: Gradual increase based on tolerance and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Aerobic Training (Cardiac Rehab)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 or interval training</a:t>
            </a:r>
          </a:p>
          <a:p>
            <a:r>
              <a:t>Warm-up and cool-down essential (5–10 mins)</a:t>
            </a:r>
          </a:p>
          <a:p>
            <a:r>
              <a:t>Monitor HR, BP, SpO₂, symptoms</a:t>
            </a:r>
          </a:p>
          <a:p>
            <a:r>
              <a:t>Avoid sudden intensity spikes</a:t>
            </a:r>
          </a:p>
          <a:p>
            <a:r>
              <a:t>Use RPE when on beta-blockers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Resistance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2–3 sessions/week</a:t>
            </a:r>
          </a:p>
          <a:p>
            <a:r>
              <a:t>Light to moderate intensity (40–60% 1RM)</a:t>
            </a:r>
          </a:p>
          <a:p>
            <a:r>
              <a:t>1–3 sets of 10–15 reps</a:t>
            </a:r>
          </a:p>
          <a:p>
            <a:r>
              <a:t>Avoid Valsalva manoeuvre</a:t>
            </a:r>
          </a:p>
          <a:p>
            <a:r>
              <a:t>Focus on large muscle groups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Physiological Adaptations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↑ Stroke volume and cardiac efficiency</a:t>
            </a:r>
          </a:p>
          <a:p>
            <a:r>
              <a:t>↓ Resting heart rate</a:t>
            </a:r>
          </a:p>
          <a:p>
            <a:r>
              <a:t>↑ Peripheral oxygen extraction</a:t>
            </a:r>
          </a:p>
          <a:p>
            <a:r>
              <a:t>↓ Blood pressure</a:t>
            </a:r>
          </a:p>
          <a:p>
            <a:r>
              <a:t>Improved endothelial function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exercise tolerance</a:t>
            </a:r>
          </a:p>
          <a:p>
            <a:r>
              <a:t>Reduced symptoms (dyspnoea, fatigue)</a:t>
            </a:r>
          </a:p>
          <a:p>
            <a:r>
              <a:t>Reduced hospital admissions</a:t>
            </a:r>
          </a:p>
          <a:p>
            <a:r>
              <a:t>Improved quality of life</a:t>
            </a:r>
          </a:p>
          <a:p>
            <a:r>
              <a:t>Reduced cardiovascular mortality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Stop if chest pain, dizziness, severe SOB</a:t>
            </a:r>
          </a:p>
          <a:p>
            <a:r>
              <a:t>Monitor vitals before, during, after exercise</a:t>
            </a:r>
          </a:p>
          <a:p>
            <a:r>
              <a:t>Individualise prescription</a:t>
            </a:r>
          </a:p>
          <a:p>
            <a:r>
              <a:t>Consider comorbidities and medications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227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LO5: Cardiac Rehabilitation – FITT-VP &amp; Adaptations</vt:lpstr>
      <vt:lpstr>FITT-VP Principles</vt:lpstr>
      <vt:lpstr>Aerobic Training (Cardiac Rehab)</vt:lpstr>
      <vt:lpstr>Resistance Training</vt:lpstr>
      <vt:lpstr>Physiological Adaptations</vt:lpstr>
      <vt:lpstr>Clinical Benefits</vt:lpstr>
      <vt:lpstr>Safety &amp; Monitoring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Kola Akinlabi</dc:creator>
  <cp:keywords/>
  <dc:description>generated using python-pptx</dc:description>
  <cp:lastModifiedBy>AKINLABI, Kola (CENTRAL LONDON COMMUNITY HEALTHCARE NHS TRUST)</cp:lastModifiedBy>
  <cp:revision>2</cp:revision>
  <dcterms:created xsi:type="dcterms:W3CDTF">2013-01-27T09:14:16Z</dcterms:created>
  <dcterms:modified xsi:type="dcterms:W3CDTF">2026-03-20T14:31:19Z</dcterms:modified>
  <cp:category/>
</cp:coreProperties>
</file>