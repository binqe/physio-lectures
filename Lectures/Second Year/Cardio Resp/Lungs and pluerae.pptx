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85" r:id="rId4"/>
    <p:sldId id="286" r:id="rId5"/>
    <p:sldId id="287" r:id="rId6"/>
    <p:sldId id="288" r:id="rId7"/>
    <p:sldId id="292" r:id="rId8"/>
    <p:sldId id="293" r:id="rId9"/>
    <p:sldId id="298" r:id="rId10"/>
    <p:sldId id="299" r:id="rId11"/>
    <p:sldId id="300" r:id="rId12"/>
    <p:sldId id="301" r:id="rId13"/>
    <p:sldId id="302" r:id="rId14"/>
    <p:sldId id="295" r:id="rId15"/>
    <p:sldId id="304" r:id="rId16"/>
    <p:sldId id="318" r:id="rId17"/>
    <p:sldId id="294" r:id="rId18"/>
    <p:sldId id="296" r:id="rId19"/>
    <p:sldId id="323" r:id="rId20"/>
    <p:sldId id="305" r:id="rId21"/>
    <p:sldId id="306" r:id="rId22"/>
    <p:sldId id="307" r:id="rId23"/>
    <p:sldId id="308" r:id="rId24"/>
    <p:sldId id="310" r:id="rId25"/>
    <p:sldId id="314" r:id="rId26"/>
    <p:sldId id="319" r:id="rId27"/>
    <p:sldId id="315" r:id="rId28"/>
    <p:sldId id="322" r:id="rId29"/>
    <p:sldId id="32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83AFF-AFB2-4BB0-81F4-63DCD6CE0462}" v="26" dt="2024-10-20T17:39:56.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52" autoAdjust="0"/>
    <p:restoredTop sz="66038" autoAdjust="0"/>
  </p:normalViewPr>
  <p:slideViewPr>
    <p:cSldViewPr snapToGrid="0">
      <p:cViewPr varScale="1">
        <p:scale>
          <a:sx n="38" d="100"/>
          <a:sy n="38" d="100"/>
        </p:scale>
        <p:origin x="72" y="3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obel Davies" userId="2fdec792-a701-4543-8af7-0db402950b7b" providerId="ADAL" clId="{A5C83AFF-AFB2-4BB0-81F4-63DCD6CE0462}"/>
    <pc:docChg chg="custSel addSld modSld">
      <pc:chgData name="Isobel Davies" userId="2fdec792-a701-4543-8af7-0db402950b7b" providerId="ADAL" clId="{A5C83AFF-AFB2-4BB0-81F4-63DCD6CE0462}" dt="2024-10-20T17:52:55.108" v="2192" actId="20577"/>
      <pc:docMkLst>
        <pc:docMk/>
      </pc:docMkLst>
      <pc:sldChg chg="delSp modSp add mod setBg delDesignElem">
        <pc:chgData name="Isobel Davies" userId="2fdec792-a701-4543-8af7-0db402950b7b" providerId="ADAL" clId="{A5C83AFF-AFB2-4BB0-81F4-63DCD6CE0462}" dt="2024-10-20T17:04:52.359" v="3" actId="1076"/>
        <pc:sldMkLst>
          <pc:docMk/>
          <pc:sldMk cId="3327938747" sldId="292"/>
        </pc:sldMkLst>
        <pc:spChg chg="mod">
          <ac:chgData name="Isobel Davies" userId="2fdec792-a701-4543-8af7-0db402950b7b" providerId="ADAL" clId="{A5C83AFF-AFB2-4BB0-81F4-63DCD6CE0462}" dt="2024-10-20T17:04:52.359" v="3" actId="1076"/>
          <ac:spMkLst>
            <pc:docMk/>
            <pc:sldMk cId="3327938747" sldId="292"/>
            <ac:spMk id="6" creationId="{76745F7E-7F06-9860-C531-B9DDB36B3BE4}"/>
          </ac:spMkLst>
        </pc:spChg>
        <pc:spChg chg="del">
          <ac:chgData name="Isobel Davies" userId="2fdec792-a701-4543-8af7-0db402950b7b" providerId="ADAL" clId="{A5C83AFF-AFB2-4BB0-81F4-63DCD6CE0462}" dt="2024-10-20T17:04:41.528" v="1"/>
          <ac:spMkLst>
            <pc:docMk/>
            <pc:sldMk cId="3327938747" sldId="292"/>
            <ac:spMk id="68" creationId="{7D07B7BC-3270-4CF3-A7AA-0937908AD58A}"/>
          </ac:spMkLst>
        </pc:spChg>
        <pc:grpChg chg="del">
          <ac:chgData name="Isobel Davies" userId="2fdec792-a701-4543-8af7-0db402950b7b" providerId="ADAL" clId="{A5C83AFF-AFB2-4BB0-81F4-63DCD6CE0462}" dt="2024-10-20T17:04:41.528" v="1"/>
          <ac:grpSpMkLst>
            <pc:docMk/>
            <pc:sldMk cId="3327938747" sldId="292"/>
            <ac:grpSpMk id="69" creationId="{3248F5E6-4377-481A-9615-8B26AF96A076}"/>
          </ac:grpSpMkLst>
        </pc:grpChg>
        <pc:grpChg chg="del">
          <ac:chgData name="Isobel Davies" userId="2fdec792-a701-4543-8af7-0db402950b7b" providerId="ADAL" clId="{A5C83AFF-AFB2-4BB0-81F4-63DCD6CE0462}" dt="2024-10-20T17:04:41.528" v="1"/>
          <ac:grpSpMkLst>
            <pc:docMk/>
            <pc:sldMk cId="3327938747" sldId="292"/>
            <ac:grpSpMk id="72" creationId="{E27AF472-EAE3-4572-AB69-B92BD10DBC6D}"/>
          </ac:grpSpMkLst>
        </pc:grpChg>
      </pc:sldChg>
      <pc:sldChg chg="addSp delSp modSp new mod modClrScheme chgLayout">
        <pc:chgData name="Isobel Davies" userId="2fdec792-a701-4543-8af7-0db402950b7b" providerId="ADAL" clId="{A5C83AFF-AFB2-4BB0-81F4-63DCD6CE0462}" dt="2024-10-20T17:08:58.004" v="372" actId="20577"/>
        <pc:sldMkLst>
          <pc:docMk/>
          <pc:sldMk cId="1999993891" sldId="293"/>
        </pc:sldMkLst>
        <pc:spChg chg="mod ord">
          <ac:chgData name="Isobel Davies" userId="2fdec792-a701-4543-8af7-0db402950b7b" providerId="ADAL" clId="{A5C83AFF-AFB2-4BB0-81F4-63DCD6CE0462}" dt="2024-10-20T17:06:43.232" v="47" actId="1076"/>
          <ac:spMkLst>
            <pc:docMk/>
            <pc:sldMk cId="1999993891" sldId="293"/>
            <ac:spMk id="2" creationId="{64BE3F86-CB8F-FBBA-71EE-BC198401D4C7}"/>
          </ac:spMkLst>
        </pc:spChg>
        <pc:spChg chg="del mod ord">
          <ac:chgData name="Isobel Davies" userId="2fdec792-a701-4543-8af7-0db402950b7b" providerId="ADAL" clId="{A5C83AFF-AFB2-4BB0-81F4-63DCD6CE0462}" dt="2024-10-20T17:06:22.226" v="43" actId="700"/>
          <ac:spMkLst>
            <pc:docMk/>
            <pc:sldMk cId="1999993891" sldId="293"/>
            <ac:spMk id="3" creationId="{6C5FAF88-7928-FB49-A6CC-9C4A4F02FD7B}"/>
          </ac:spMkLst>
        </pc:spChg>
        <pc:spChg chg="add del mod ord">
          <ac:chgData name="Isobel Davies" userId="2fdec792-a701-4543-8af7-0db402950b7b" providerId="ADAL" clId="{A5C83AFF-AFB2-4BB0-81F4-63DCD6CE0462}" dt="2024-10-20T17:06:23.535" v="44" actId="26606"/>
          <ac:spMkLst>
            <pc:docMk/>
            <pc:sldMk cId="1999993891" sldId="293"/>
            <ac:spMk id="4" creationId="{433A994B-4457-22DF-C89C-DD58952DCF39}"/>
          </ac:spMkLst>
        </pc:spChg>
        <pc:spChg chg="add del mod ord">
          <ac:chgData name="Isobel Davies" userId="2fdec792-a701-4543-8af7-0db402950b7b" providerId="ADAL" clId="{A5C83AFF-AFB2-4BB0-81F4-63DCD6CE0462}" dt="2024-10-20T17:06:23.535" v="44" actId="26606"/>
          <ac:spMkLst>
            <pc:docMk/>
            <pc:sldMk cId="1999993891" sldId="293"/>
            <ac:spMk id="5" creationId="{17BC99F9-8D38-E146-F8B6-B74C749A3D77}"/>
          </ac:spMkLst>
        </pc:spChg>
        <pc:spChg chg="add mod ord">
          <ac:chgData name="Isobel Davies" userId="2fdec792-a701-4543-8af7-0db402950b7b" providerId="ADAL" clId="{A5C83AFF-AFB2-4BB0-81F4-63DCD6CE0462}" dt="2024-10-20T17:08:58.004" v="372" actId="20577"/>
          <ac:spMkLst>
            <pc:docMk/>
            <pc:sldMk cId="1999993891" sldId="293"/>
            <ac:spMk id="6" creationId="{334F5196-E551-EE1F-B352-CE5F3D71F20C}"/>
          </ac:spMkLst>
        </pc:spChg>
        <pc:spChg chg="add del mod ord">
          <ac:chgData name="Isobel Davies" userId="2fdec792-a701-4543-8af7-0db402950b7b" providerId="ADAL" clId="{A5C83AFF-AFB2-4BB0-81F4-63DCD6CE0462}" dt="2024-10-20T17:06:35.927" v="46"/>
          <ac:spMkLst>
            <pc:docMk/>
            <pc:sldMk cId="1999993891" sldId="293"/>
            <ac:spMk id="7" creationId="{82BDA130-2147-1CA8-660A-338D2B92AD3F}"/>
          </ac:spMkLst>
        </pc:spChg>
        <pc:spChg chg="add del mod ord">
          <ac:chgData name="Isobel Davies" userId="2fdec792-a701-4543-8af7-0db402950b7b" providerId="ADAL" clId="{A5C83AFF-AFB2-4BB0-81F4-63DCD6CE0462}" dt="2024-10-20T17:06:32.085" v="45" actId="700"/>
          <ac:spMkLst>
            <pc:docMk/>
            <pc:sldMk cId="1999993891" sldId="293"/>
            <ac:spMk id="10" creationId="{A27B21A9-5E0E-3DBF-7617-7B7E4CF33CEF}"/>
          </ac:spMkLst>
        </pc:spChg>
        <pc:picChg chg="add mod">
          <ac:chgData name="Isobel Davies" userId="2fdec792-a701-4543-8af7-0db402950b7b" providerId="ADAL" clId="{A5C83AFF-AFB2-4BB0-81F4-63DCD6CE0462}" dt="2024-10-20T17:07:03.590" v="52" actId="1076"/>
          <ac:picMkLst>
            <pc:docMk/>
            <pc:sldMk cId="1999993891" sldId="293"/>
            <ac:picMk id="8" creationId="{747A6C51-F135-D8D7-0CBD-7BD44CE51493}"/>
          </ac:picMkLst>
        </pc:picChg>
        <pc:picChg chg="add mod">
          <ac:chgData name="Isobel Davies" userId="2fdec792-a701-4543-8af7-0db402950b7b" providerId="ADAL" clId="{A5C83AFF-AFB2-4BB0-81F4-63DCD6CE0462}" dt="2024-10-20T17:06:49.391" v="49" actId="1076"/>
          <ac:picMkLst>
            <pc:docMk/>
            <pc:sldMk cId="1999993891" sldId="293"/>
            <ac:picMk id="1026" creationId="{AA955648-E13D-17A5-7084-6D24875A2C0D}"/>
          </ac:picMkLst>
        </pc:picChg>
      </pc:sldChg>
      <pc:sldChg chg="delSp modSp add mod setBg delDesignElem">
        <pc:chgData name="Isobel Davies" userId="2fdec792-a701-4543-8af7-0db402950b7b" providerId="ADAL" clId="{A5C83AFF-AFB2-4BB0-81F4-63DCD6CE0462}" dt="2024-10-20T17:19:06.443" v="409" actId="207"/>
        <pc:sldMkLst>
          <pc:docMk/>
          <pc:sldMk cId="3551590739" sldId="294"/>
        </pc:sldMkLst>
        <pc:spChg chg="mod">
          <ac:chgData name="Isobel Davies" userId="2fdec792-a701-4543-8af7-0db402950b7b" providerId="ADAL" clId="{A5C83AFF-AFB2-4BB0-81F4-63DCD6CE0462}" dt="2024-10-20T17:19:01.918" v="408" actId="1076"/>
          <ac:spMkLst>
            <pc:docMk/>
            <pc:sldMk cId="3551590739" sldId="294"/>
            <ac:spMk id="2" creationId="{1329F1F4-F558-9153-2DF3-1E704E5C3D50}"/>
          </ac:spMkLst>
        </pc:spChg>
        <pc:spChg chg="mod">
          <ac:chgData name="Isobel Davies" userId="2fdec792-a701-4543-8af7-0db402950b7b" providerId="ADAL" clId="{A5C83AFF-AFB2-4BB0-81F4-63DCD6CE0462}" dt="2024-10-20T17:19:06.443" v="409" actId="207"/>
          <ac:spMkLst>
            <pc:docMk/>
            <pc:sldMk cId="3551590739" sldId="294"/>
            <ac:spMk id="5" creationId="{6B6F0B91-35D4-7EBC-9218-E42B9B551AF8}"/>
          </ac:spMkLst>
        </pc:spChg>
        <pc:spChg chg="del">
          <ac:chgData name="Isobel Davies" userId="2fdec792-a701-4543-8af7-0db402950b7b" providerId="ADAL" clId="{A5C83AFF-AFB2-4BB0-81F4-63DCD6CE0462}" dt="2024-10-20T17:18:57.128" v="407"/>
          <ac:spMkLst>
            <pc:docMk/>
            <pc:sldMk cId="3551590739" sldId="294"/>
            <ac:spMk id="10" creationId="{03AF1C04-3FEF-41BD-BB84-2F263765BEBC}"/>
          </ac:spMkLst>
        </pc:spChg>
        <pc:grpChg chg="del">
          <ac:chgData name="Isobel Davies" userId="2fdec792-a701-4543-8af7-0db402950b7b" providerId="ADAL" clId="{A5C83AFF-AFB2-4BB0-81F4-63DCD6CE0462}" dt="2024-10-20T17:18:57.128" v="407"/>
          <ac:grpSpMkLst>
            <pc:docMk/>
            <pc:sldMk cId="3551590739" sldId="294"/>
            <ac:grpSpMk id="12" creationId="{2DD5E267-EB6F-47DF-ABEF-2C1BED44DAC6}"/>
          </ac:grpSpMkLst>
        </pc:grpChg>
        <pc:grpChg chg="del">
          <ac:chgData name="Isobel Davies" userId="2fdec792-a701-4543-8af7-0db402950b7b" providerId="ADAL" clId="{A5C83AFF-AFB2-4BB0-81F4-63DCD6CE0462}" dt="2024-10-20T17:18:57.128" v="407"/>
          <ac:grpSpMkLst>
            <pc:docMk/>
            <pc:sldMk cId="3551590739" sldId="294"/>
            <ac:grpSpMk id="16" creationId="{66828D02-A05D-412B-9F20-B68E970B9FC2}"/>
          </ac:grpSpMkLst>
        </pc:grpChg>
        <pc:grpChg chg="del">
          <ac:chgData name="Isobel Davies" userId="2fdec792-a701-4543-8af7-0db402950b7b" providerId="ADAL" clId="{A5C83AFF-AFB2-4BB0-81F4-63DCD6CE0462}" dt="2024-10-20T17:18:57.128" v="407"/>
          <ac:grpSpMkLst>
            <pc:docMk/>
            <pc:sldMk cId="3551590739" sldId="294"/>
            <ac:grpSpMk id="20" creationId="{E27AF472-EAE3-4572-AB69-B92BD10DBC6D}"/>
          </ac:grpSpMkLst>
        </pc:grpChg>
      </pc:sldChg>
      <pc:sldChg chg="delSp modSp add mod setBg delDesignElem">
        <pc:chgData name="Isobel Davies" userId="2fdec792-a701-4543-8af7-0db402950b7b" providerId="ADAL" clId="{A5C83AFF-AFB2-4BB0-81F4-63DCD6CE0462}" dt="2024-10-20T17:17:39.167" v="397" actId="207"/>
        <pc:sldMkLst>
          <pc:docMk/>
          <pc:sldMk cId="3919419237" sldId="295"/>
        </pc:sldMkLst>
        <pc:spChg chg="mod">
          <ac:chgData name="Isobel Davies" userId="2fdec792-a701-4543-8af7-0db402950b7b" providerId="ADAL" clId="{A5C83AFF-AFB2-4BB0-81F4-63DCD6CE0462}" dt="2024-10-20T17:17:39.167" v="397" actId="207"/>
          <ac:spMkLst>
            <pc:docMk/>
            <pc:sldMk cId="3919419237" sldId="295"/>
            <ac:spMk id="6" creationId="{6AF1B470-9718-2CE6-D632-7C173C370A5A}"/>
          </ac:spMkLst>
        </pc:spChg>
        <pc:spChg chg="del">
          <ac:chgData name="Isobel Davies" userId="2fdec792-a701-4543-8af7-0db402950b7b" providerId="ADAL" clId="{A5C83AFF-AFB2-4BB0-81F4-63DCD6CE0462}" dt="2024-10-20T17:17:33.772" v="396"/>
          <ac:spMkLst>
            <pc:docMk/>
            <pc:sldMk cId="3919419237" sldId="295"/>
            <ac:spMk id="11" creationId="{913AE63C-D5B4-45D1-ACFC-648CFFCF9805}"/>
          </ac:spMkLst>
        </pc:spChg>
        <pc:spChg chg="del">
          <ac:chgData name="Isobel Davies" userId="2fdec792-a701-4543-8af7-0db402950b7b" providerId="ADAL" clId="{A5C83AFF-AFB2-4BB0-81F4-63DCD6CE0462}" dt="2024-10-20T17:17:33.772" v="396"/>
          <ac:spMkLst>
            <pc:docMk/>
            <pc:sldMk cId="3919419237" sldId="295"/>
            <ac:spMk id="13" creationId="{34DE9D20-D6C2-4834-9EE9-EC583F3FE571}"/>
          </ac:spMkLst>
        </pc:spChg>
        <pc:grpChg chg="del">
          <ac:chgData name="Isobel Davies" userId="2fdec792-a701-4543-8af7-0db402950b7b" providerId="ADAL" clId="{A5C83AFF-AFB2-4BB0-81F4-63DCD6CE0462}" dt="2024-10-20T17:17:33.772" v="396"/>
          <ac:grpSpMkLst>
            <pc:docMk/>
            <pc:sldMk cId="3919419237" sldId="295"/>
            <ac:grpSpMk id="15" creationId="{6840C728-4E01-4237-82C8-9624DFA8554D}"/>
          </ac:grpSpMkLst>
        </pc:grpChg>
        <pc:grpChg chg="del">
          <ac:chgData name="Isobel Davies" userId="2fdec792-a701-4543-8af7-0db402950b7b" providerId="ADAL" clId="{A5C83AFF-AFB2-4BB0-81F4-63DCD6CE0462}" dt="2024-10-20T17:17:33.772" v="396"/>
          <ac:grpSpMkLst>
            <pc:docMk/>
            <pc:sldMk cId="3919419237" sldId="295"/>
            <ac:grpSpMk id="19" creationId="{E27AF472-EAE3-4572-AB69-B92BD10DBC6D}"/>
          </ac:grpSpMkLst>
        </pc:grpChg>
      </pc:sldChg>
      <pc:sldChg chg="delSp modSp add mod setBg delDesignElem">
        <pc:chgData name="Isobel Davies" userId="2fdec792-a701-4543-8af7-0db402950b7b" providerId="ADAL" clId="{A5C83AFF-AFB2-4BB0-81F4-63DCD6CE0462}" dt="2024-10-20T17:22:36.025" v="413" actId="1076"/>
        <pc:sldMkLst>
          <pc:docMk/>
          <pc:sldMk cId="3235482815" sldId="296"/>
        </pc:sldMkLst>
        <pc:spChg chg="mod">
          <ac:chgData name="Isobel Davies" userId="2fdec792-a701-4543-8af7-0db402950b7b" providerId="ADAL" clId="{A5C83AFF-AFB2-4BB0-81F4-63DCD6CE0462}" dt="2024-10-20T17:22:36.025" v="413" actId="1076"/>
          <ac:spMkLst>
            <pc:docMk/>
            <pc:sldMk cId="3235482815" sldId="296"/>
            <ac:spMk id="5" creationId="{8699154D-50E7-8F4D-2F3B-8B07EC62A24C}"/>
          </ac:spMkLst>
        </pc:spChg>
        <pc:spChg chg="del">
          <ac:chgData name="Isobel Davies" userId="2fdec792-a701-4543-8af7-0db402950b7b" providerId="ADAL" clId="{A5C83AFF-AFB2-4BB0-81F4-63DCD6CE0462}" dt="2024-10-20T17:21:25.930" v="411"/>
          <ac:spMkLst>
            <pc:docMk/>
            <pc:sldMk cId="3235482815" sldId="296"/>
            <ac:spMk id="10" creationId="{913AE63C-D5B4-45D1-ACFC-648CFFCF9805}"/>
          </ac:spMkLst>
        </pc:spChg>
        <pc:grpChg chg="del">
          <ac:chgData name="Isobel Davies" userId="2fdec792-a701-4543-8af7-0db402950b7b" providerId="ADAL" clId="{A5C83AFF-AFB2-4BB0-81F4-63DCD6CE0462}" dt="2024-10-20T17:21:25.930" v="411"/>
          <ac:grpSpMkLst>
            <pc:docMk/>
            <pc:sldMk cId="3235482815" sldId="296"/>
            <ac:grpSpMk id="12" creationId="{6536E295-EF5B-4BE9-A4CB-D5C581AAA999}"/>
          </ac:grpSpMkLst>
        </pc:grpChg>
        <pc:grpChg chg="del">
          <ac:chgData name="Isobel Davies" userId="2fdec792-a701-4543-8af7-0db402950b7b" providerId="ADAL" clId="{A5C83AFF-AFB2-4BB0-81F4-63DCD6CE0462}" dt="2024-10-20T17:21:25.930" v="411"/>
          <ac:grpSpMkLst>
            <pc:docMk/>
            <pc:sldMk cId="3235482815" sldId="296"/>
            <ac:grpSpMk id="16" creationId="{E27AF472-EAE3-4572-AB69-B92BD10DBC6D}"/>
          </ac:grpSpMkLst>
        </pc:grpChg>
      </pc:sldChg>
      <pc:sldChg chg="delSp modSp add mod setBg delDesignElem">
        <pc:chgData name="Isobel Davies" userId="2fdec792-a701-4543-8af7-0db402950b7b" providerId="ADAL" clId="{A5C83AFF-AFB2-4BB0-81F4-63DCD6CE0462}" dt="2024-10-20T17:09:22.977" v="376" actId="207"/>
        <pc:sldMkLst>
          <pc:docMk/>
          <pc:sldMk cId="3342215821" sldId="298"/>
        </pc:sldMkLst>
        <pc:spChg chg="mod">
          <ac:chgData name="Isobel Davies" userId="2fdec792-a701-4543-8af7-0db402950b7b" providerId="ADAL" clId="{A5C83AFF-AFB2-4BB0-81F4-63DCD6CE0462}" dt="2024-10-20T17:09:17.716" v="375" actId="1076"/>
          <ac:spMkLst>
            <pc:docMk/>
            <pc:sldMk cId="3342215821" sldId="298"/>
            <ac:spMk id="2" creationId="{C7E37B47-922A-C4FA-8DB3-DF863F6E05BF}"/>
          </ac:spMkLst>
        </pc:spChg>
        <pc:spChg chg="del">
          <ac:chgData name="Isobel Davies" userId="2fdec792-a701-4543-8af7-0db402950b7b" providerId="ADAL" clId="{A5C83AFF-AFB2-4BB0-81F4-63DCD6CE0462}" dt="2024-10-20T17:09:12.818" v="374"/>
          <ac:spMkLst>
            <pc:docMk/>
            <pc:sldMk cId="3342215821" sldId="298"/>
            <ac:spMk id="8" creationId="{907E470A-25F4-47D0-8FEC-EE9FD606BB34}"/>
          </ac:spMkLst>
        </pc:spChg>
        <pc:spChg chg="mod">
          <ac:chgData name="Isobel Davies" userId="2fdec792-a701-4543-8af7-0db402950b7b" providerId="ADAL" clId="{A5C83AFF-AFB2-4BB0-81F4-63DCD6CE0462}" dt="2024-10-20T17:09:22.977" v="376" actId="207"/>
          <ac:spMkLst>
            <pc:docMk/>
            <pc:sldMk cId="3342215821" sldId="298"/>
            <ac:spMk id="34" creationId="{75289293-1564-DA07-A47F-292401ECE21E}"/>
          </ac:spMkLst>
        </pc:spChg>
        <pc:grpChg chg="del">
          <ac:chgData name="Isobel Davies" userId="2fdec792-a701-4543-8af7-0db402950b7b" providerId="ADAL" clId="{A5C83AFF-AFB2-4BB0-81F4-63DCD6CE0462}" dt="2024-10-20T17:09:12.818" v="374"/>
          <ac:grpSpMkLst>
            <pc:docMk/>
            <pc:sldMk cId="3342215821" sldId="298"/>
            <ac:grpSpMk id="13" creationId="{66220E63-99E1-482A-A0A6-B47EB4BF8797}"/>
          </ac:grpSpMkLst>
        </pc:grpChg>
        <pc:grpChg chg="del">
          <ac:chgData name="Isobel Davies" userId="2fdec792-a701-4543-8af7-0db402950b7b" providerId="ADAL" clId="{A5C83AFF-AFB2-4BB0-81F4-63DCD6CE0462}" dt="2024-10-20T17:09:12.818" v="374"/>
          <ac:grpSpMkLst>
            <pc:docMk/>
            <pc:sldMk cId="3342215821" sldId="298"/>
            <ac:grpSpMk id="14" creationId="{8618EE54-271A-4FE8-B6B3-D0FCF55A7A01}"/>
          </ac:grpSpMkLst>
        </pc:grpChg>
        <pc:grpChg chg="del">
          <ac:chgData name="Isobel Davies" userId="2fdec792-a701-4543-8af7-0db402950b7b" providerId="ADAL" clId="{A5C83AFF-AFB2-4BB0-81F4-63DCD6CE0462}" dt="2024-10-20T17:09:12.818" v="374"/>
          <ac:grpSpMkLst>
            <pc:docMk/>
            <pc:sldMk cId="3342215821" sldId="298"/>
            <ac:grpSpMk id="18" creationId="{43F5E015-E085-4624-B431-B42414448684}"/>
          </ac:grpSpMkLst>
        </pc:grpChg>
      </pc:sldChg>
      <pc:sldChg chg="delSp modSp add mod setBg delDesignElem">
        <pc:chgData name="Isobel Davies" userId="2fdec792-a701-4543-8af7-0db402950b7b" providerId="ADAL" clId="{A5C83AFF-AFB2-4BB0-81F4-63DCD6CE0462}" dt="2024-10-20T17:09:46.173" v="379" actId="1076"/>
        <pc:sldMkLst>
          <pc:docMk/>
          <pc:sldMk cId="2820827644" sldId="299"/>
        </pc:sldMkLst>
        <pc:spChg chg="del">
          <ac:chgData name="Isobel Davies" userId="2fdec792-a701-4543-8af7-0db402950b7b" providerId="ADAL" clId="{A5C83AFF-AFB2-4BB0-81F4-63DCD6CE0462}" dt="2024-10-20T17:09:37.658" v="378"/>
          <ac:spMkLst>
            <pc:docMk/>
            <pc:sldMk cId="2820827644" sldId="299"/>
            <ac:spMk id="11" creationId="{7D07B7BC-3270-4CF3-A7AA-0937908AD58A}"/>
          </ac:spMkLst>
        </pc:spChg>
        <pc:grpChg chg="del">
          <ac:chgData name="Isobel Davies" userId="2fdec792-a701-4543-8af7-0db402950b7b" providerId="ADAL" clId="{A5C83AFF-AFB2-4BB0-81F4-63DCD6CE0462}" dt="2024-10-20T17:09:37.658" v="378"/>
          <ac:grpSpMkLst>
            <pc:docMk/>
            <pc:sldMk cId="2820827644" sldId="299"/>
            <ac:grpSpMk id="13" creationId="{3248F5E6-4377-481A-9615-8B26AF96A076}"/>
          </ac:grpSpMkLst>
        </pc:grpChg>
        <pc:grpChg chg="del">
          <ac:chgData name="Isobel Davies" userId="2fdec792-a701-4543-8af7-0db402950b7b" providerId="ADAL" clId="{A5C83AFF-AFB2-4BB0-81F4-63DCD6CE0462}" dt="2024-10-20T17:09:37.658" v="378"/>
          <ac:grpSpMkLst>
            <pc:docMk/>
            <pc:sldMk cId="2820827644" sldId="299"/>
            <ac:grpSpMk id="17" creationId="{E27AF472-EAE3-4572-AB69-B92BD10DBC6D}"/>
          </ac:grpSpMkLst>
        </pc:grpChg>
        <pc:picChg chg="mod">
          <ac:chgData name="Isobel Davies" userId="2fdec792-a701-4543-8af7-0db402950b7b" providerId="ADAL" clId="{A5C83AFF-AFB2-4BB0-81F4-63DCD6CE0462}" dt="2024-10-20T17:09:46.173" v="379" actId="1076"/>
          <ac:picMkLst>
            <pc:docMk/>
            <pc:sldMk cId="2820827644" sldId="299"/>
            <ac:picMk id="4" creationId="{CF7EBE64-A808-F74E-11F5-C8FDD77351FB}"/>
          </ac:picMkLst>
        </pc:picChg>
      </pc:sldChg>
      <pc:sldChg chg="delSp modSp add mod setBg delDesignElem">
        <pc:chgData name="Isobel Davies" userId="2fdec792-a701-4543-8af7-0db402950b7b" providerId="ADAL" clId="{A5C83AFF-AFB2-4BB0-81F4-63DCD6CE0462}" dt="2024-10-20T17:10:07.050" v="384" actId="14100"/>
        <pc:sldMkLst>
          <pc:docMk/>
          <pc:sldMk cId="2050092686" sldId="300"/>
        </pc:sldMkLst>
        <pc:spChg chg="mod">
          <ac:chgData name="Isobel Davies" userId="2fdec792-a701-4543-8af7-0db402950b7b" providerId="ADAL" clId="{A5C83AFF-AFB2-4BB0-81F4-63DCD6CE0462}" dt="2024-10-20T17:10:07.050" v="384" actId="14100"/>
          <ac:spMkLst>
            <pc:docMk/>
            <pc:sldMk cId="2050092686" sldId="300"/>
            <ac:spMk id="2" creationId="{0BE1C8E3-DEDC-DD82-BF21-19D4B170DF80}"/>
          </ac:spMkLst>
        </pc:spChg>
        <pc:spChg chg="del">
          <ac:chgData name="Isobel Davies" userId="2fdec792-a701-4543-8af7-0db402950b7b" providerId="ADAL" clId="{A5C83AFF-AFB2-4BB0-81F4-63DCD6CE0462}" dt="2024-10-20T17:09:55.580" v="381"/>
          <ac:spMkLst>
            <pc:docMk/>
            <pc:sldMk cId="2050092686" sldId="300"/>
            <ac:spMk id="11" creationId="{03AF1C04-3FEF-41BD-BB84-2F263765BEBC}"/>
          </ac:spMkLst>
        </pc:spChg>
        <pc:grpChg chg="del">
          <ac:chgData name="Isobel Davies" userId="2fdec792-a701-4543-8af7-0db402950b7b" providerId="ADAL" clId="{A5C83AFF-AFB2-4BB0-81F4-63DCD6CE0462}" dt="2024-10-20T17:09:55.580" v="381"/>
          <ac:grpSpMkLst>
            <pc:docMk/>
            <pc:sldMk cId="2050092686" sldId="300"/>
            <ac:grpSpMk id="13" creationId="{E56E71F1-5A87-4A96-B42F-2DFA1B766B5E}"/>
          </ac:grpSpMkLst>
        </pc:grpChg>
        <pc:grpChg chg="del">
          <ac:chgData name="Isobel Davies" userId="2fdec792-a701-4543-8af7-0db402950b7b" providerId="ADAL" clId="{A5C83AFF-AFB2-4BB0-81F4-63DCD6CE0462}" dt="2024-10-20T17:09:55.580" v="381"/>
          <ac:grpSpMkLst>
            <pc:docMk/>
            <pc:sldMk cId="2050092686" sldId="300"/>
            <ac:grpSpMk id="17" creationId="{C733FE3C-12C4-4FA2-A795-87D2F6776A53}"/>
          </ac:grpSpMkLst>
        </pc:grpChg>
        <pc:grpChg chg="del">
          <ac:chgData name="Isobel Davies" userId="2fdec792-a701-4543-8af7-0db402950b7b" providerId="ADAL" clId="{A5C83AFF-AFB2-4BB0-81F4-63DCD6CE0462}" dt="2024-10-20T17:09:55.580" v="381"/>
          <ac:grpSpMkLst>
            <pc:docMk/>
            <pc:sldMk cId="2050092686" sldId="300"/>
            <ac:grpSpMk id="21" creationId="{0C2B5F12-8A82-4A59-9400-3164CBF47F63}"/>
          </ac:grpSpMkLst>
        </pc:grpChg>
        <pc:picChg chg="mod">
          <ac:chgData name="Isobel Davies" userId="2fdec792-a701-4543-8af7-0db402950b7b" providerId="ADAL" clId="{A5C83AFF-AFB2-4BB0-81F4-63DCD6CE0462}" dt="2024-10-20T17:10:04.232" v="383" actId="1076"/>
          <ac:picMkLst>
            <pc:docMk/>
            <pc:sldMk cId="2050092686" sldId="300"/>
            <ac:picMk id="4" creationId="{72C583CC-C6F6-EEA1-7A6B-6D5ADC1C506B}"/>
          </ac:picMkLst>
        </pc:picChg>
      </pc:sldChg>
      <pc:sldChg chg="delSp modSp add mod setBg delDesignElem">
        <pc:chgData name="Isobel Davies" userId="2fdec792-a701-4543-8af7-0db402950b7b" providerId="ADAL" clId="{A5C83AFF-AFB2-4BB0-81F4-63DCD6CE0462}" dt="2024-10-20T17:10:43.189" v="390" actId="1076"/>
        <pc:sldMkLst>
          <pc:docMk/>
          <pc:sldMk cId="665518426" sldId="301"/>
        </pc:sldMkLst>
        <pc:spChg chg="mod">
          <ac:chgData name="Isobel Davies" userId="2fdec792-a701-4543-8af7-0db402950b7b" providerId="ADAL" clId="{A5C83AFF-AFB2-4BB0-81F4-63DCD6CE0462}" dt="2024-10-20T17:10:36.341" v="389" actId="207"/>
          <ac:spMkLst>
            <pc:docMk/>
            <pc:sldMk cId="665518426" sldId="301"/>
            <ac:spMk id="3" creationId="{683A405E-C1F9-FB88-C710-5C65067EA36B}"/>
          </ac:spMkLst>
        </pc:spChg>
        <pc:spChg chg="del">
          <ac:chgData name="Isobel Davies" userId="2fdec792-a701-4543-8af7-0db402950b7b" providerId="ADAL" clId="{A5C83AFF-AFB2-4BB0-81F4-63DCD6CE0462}" dt="2024-10-20T17:10:19.908" v="386"/>
          <ac:spMkLst>
            <pc:docMk/>
            <pc:sldMk cId="665518426" sldId="301"/>
            <ac:spMk id="9" creationId="{7D07B7BC-3270-4CF3-A7AA-0937908AD58A}"/>
          </ac:spMkLst>
        </pc:spChg>
        <pc:grpChg chg="del">
          <ac:chgData name="Isobel Davies" userId="2fdec792-a701-4543-8af7-0db402950b7b" providerId="ADAL" clId="{A5C83AFF-AFB2-4BB0-81F4-63DCD6CE0462}" dt="2024-10-20T17:10:19.908" v="386"/>
          <ac:grpSpMkLst>
            <pc:docMk/>
            <pc:sldMk cId="665518426" sldId="301"/>
            <ac:grpSpMk id="11" creationId="{F25CF9F0-F8C1-414D-B348-B5FA27CCE6C4}"/>
          </ac:grpSpMkLst>
        </pc:grpChg>
        <pc:grpChg chg="del">
          <ac:chgData name="Isobel Davies" userId="2fdec792-a701-4543-8af7-0db402950b7b" providerId="ADAL" clId="{A5C83AFF-AFB2-4BB0-81F4-63DCD6CE0462}" dt="2024-10-20T17:10:19.908" v="386"/>
          <ac:grpSpMkLst>
            <pc:docMk/>
            <pc:sldMk cId="665518426" sldId="301"/>
            <ac:grpSpMk id="15" creationId="{B21CE605-3A03-402B-BB38-A81222A0BE93}"/>
          </ac:grpSpMkLst>
        </pc:grpChg>
        <pc:picChg chg="mod">
          <ac:chgData name="Isobel Davies" userId="2fdec792-a701-4543-8af7-0db402950b7b" providerId="ADAL" clId="{A5C83AFF-AFB2-4BB0-81F4-63DCD6CE0462}" dt="2024-10-20T17:10:43.189" v="390" actId="1076"/>
          <ac:picMkLst>
            <pc:docMk/>
            <pc:sldMk cId="665518426" sldId="301"/>
            <ac:picMk id="4" creationId="{ABE791FC-3AA3-D795-3CE4-AF017C678294}"/>
          </ac:picMkLst>
        </pc:picChg>
      </pc:sldChg>
      <pc:sldChg chg="delSp modSp add mod setBg delDesignElem">
        <pc:chgData name="Isobel Davies" userId="2fdec792-a701-4543-8af7-0db402950b7b" providerId="ADAL" clId="{A5C83AFF-AFB2-4BB0-81F4-63DCD6CE0462}" dt="2024-10-20T17:16:04.812" v="394" actId="207"/>
        <pc:sldMkLst>
          <pc:docMk/>
          <pc:sldMk cId="79915904" sldId="302"/>
        </pc:sldMkLst>
        <pc:spChg chg="mod">
          <ac:chgData name="Isobel Davies" userId="2fdec792-a701-4543-8af7-0db402950b7b" providerId="ADAL" clId="{A5C83AFF-AFB2-4BB0-81F4-63DCD6CE0462}" dt="2024-10-20T17:16:00.131" v="393" actId="1076"/>
          <ac:spMkLst>
            <pc:docMk/>
            <pc:sldMk cId="79915904" sldId="302"/>
            <ac:spMk id="2" creationId="{DB048952-EA0A-2365-D4C5-D06848E33318}"/>
          </ac:spMkLst>
        </pc:spChg>
        <pc:spChg chg="mod">
          <ac:chgData name="Isobel Davies" userId="2fdec792-a701-4543-8af7-0db402950b7b" providerId="ADAL" clId="{A5C83AFF-AFB2-4BB0-81F4-63DCD6CE0462}" dt="2024-10-20T17:16:04.812" v="394" actId="207"/>
          <ac:spMkLst>
            <pc:docMk/>
            <pc:sldMk cId="79915904" sldId="302"/>
            <ac:spMk id="6" creationId="{788212FB-868B-FA98-9F43-7413D7E21893}"/>
          </ac:spMkLst>
        </pc:spChg>
        <pc:spChg chg="del">
          <ac:chgData name="Isobel Davies" userId="2fdec792-a701-4543-8af7-0db402950b7b" providerId="ADAL" clId="{A5C83AFF-AFB2-4BB0-81F4-63DCD6CE0462}" dt="2024-10-20T17:10:55.718" v="392"/>
          <ac:spMkLst>
            <pc:docMk/>
            <pc:sldMk cId="79915904" sldId="302"/>
            <ac:spMk id="11" creationId="{913AE63C-D5B4-45D1-ACFC-648CFFCF9805}"/>
          </ac:spMkLst>
        </pc:spChg>
        <pc:spChg chg="del">
          <ac:chgData name="Isobel Davies" userId="2fdec792-a701-4543-8af7-0db402950b7b" providerId="ADAL" clId="{A5C83AFF-AFB2-4BB0-81F4-63DCD6CE0462}" dt="2024-10-20T17:10:55.718" v="392"/>
          <ac:spMkLst>
            <pc:docMk/>
            <pc:sldMk cId="79915904" sldId="302"/>
            <ac:spMk id="13" creationId="{34DE9D20-D6C2-4834-9EE9-EC583F3FE571}"/>
          </ac:spMkLst>
        </pc:spChg>
        <pc:grpChg chg="del">
          <ac:chgData name="Isobel Davies" userId="2fdec792-a701-4543-8af7-0db402950b7b" providerId="ADAL" clId="{A5C83AFF-AFB2-4BB0-81F4-63DCD6CE0462}" dt="2024-10-20T17:10:55.718" v="392"/>
          <ac:grpSpMkLst>
            <pc:docMk/>
            <pc:sldMk cId="79915904" sldId="302"/>
            <ac:grpSpMk id="15" creationId="{6840C728-4E01-4237-82C8-9624DFA8554D}"/>
          </ac:grpSpMkLst>
        </pc:grpChg>
        <pc:grpChg chg="del">
          <ac:chgData name="Isobel Davies" userId="2fdec792-a701-4543-8af7-0db402950b7b" providerId="ADAL" clId="{A5C83AFF-AFB2-4BB0-81F4-63DCD6CE0462}" dt="2024-10-20T17:10:55.718" v="392"/>
          <ac:grpSpMkLst>
            <pc:docMk/>
            <pc:sldMk cId="79915904" sldId="302"/>
            <ac:grpSpMk id="19" creationId="{E27AF472-EAE3-4572-AB69-B92BD10DBC6D}"/>
          </ac:grpSpMkLst>
        </pc:grpChg>
      </pc:sldChg>
      <pc:sldChg chg="delSp modSp add mod setBg delDesignElem">
        <pc:chgData name="Isobel Davies" userId="2fdec792-a701-4543-8af7-0db402950b7b" providerId="ADAL" clId="{A5C83AFF-AFB2-4BB0-81F4-63DCD6CE0462}" dt="2024-10-20T17:18:10" v="403" actId="1076"/>
        <pc:sldMkLst>
          <pc:docMk/>
          <pc:sldMk cId="4001276927" sldId="304"/>
        </pc:sldMkLst>
        <pc:spChg chg="mod">
          <ac:chgData name="Isobel Davies" userId="2fdec792-a701-4543-8af7-0db402950b7b" providerId="ADAL" clId="{A5C83AFF-AFB2-4BB0-81F4-63DCD6CE0462}" dt="2024-10-20T17:18:03.159" v="401" actId="207"/>
          <ac:spMkLst>
            <pc:docMk/>
            <pc:sldMk cId="4001276927" sldId="304"/>
            <ac:spMk id="2" creationId="{0116F3A7-C66C-59AE-A468-6FE32C83443B}"/>
          </ac:spMkLst>
        </pc:spChg>
        <pc:spChg chg="mod">
          <ac:chgData name="Isobel Davies" userId="2fdec792-a701-4543-8af7-0db402950b7b" providerId="ADAL" clId="{A5C83AFF-AFB2-4BB0-81F4-63DCD6CE0462}" dt="2024-10-20T17:18:10" v="403" actId="1076"/>
          <ac:spMkLst>
            <pc:docMk/>
            <pc:sldMk cId="4001276927" sldId="304"/>
            <ac:spMk id="4" creationId="{2143332D-B90B-6800-2036-A0BEBA4DF9CC}"/>
          </ac:spMkLst>
        </pc:spChg>
        <pc:spChg chg="del">
          <ac:chgData name="Isobel Davies" userId="2fdec792-a701-4543-8af7-0db402950b7b" providerId="ADAL" clId="{A5C83AFF-AFB2-4BB0-81F4-63DCD6CE0462}" dt="2024-10-20T17:17:53.522" v="399"/>
          <ac:spMkLst>
            <pc:docMk/>
            <pc:sldMk cId="4001276927" sldId="304"/>
            <ac:spMk id="27" creationId="{913AE63C-D5B4-45D1-ACFC-648CFFCF9805}"/>
          </ac:spMkLst>
        </pc:spChg>
        <pc:spChg chg="del">
          <ac:chgData name="Isobel Davies" userId="2fdec792-a701-4543-8af7-0db402950b7b" providerId="ADAL" clId="{A5C83AFF-AFB2-4BB0-81F4-63DCD6CE0462}" dt="2024-10-20T17:17:53.522" v="399"/>
          <ac:spMkLst>
            <pc:docMk/>
            <pc:sldMk cId="4001276927" sldId="304"/>
            <ac:spMk id="28" creationId="{34DE9D20-D6C2-4834-9EE9-EC583F3FE571}"/>
          </ac:spMkLst>
        </pc:spChg>
        <pc:grpChg chg="del">
          <ac:chgData name="Isobel Davies" userId="2fdec792-a701-4543-8af7-0db402950b7b" providerId="ADAL" clId="{A5C83AFF-AFB2-4BB0-81F4-63DCD6CE0462}" dt="2024-10-20T17:17:53.522" v="399"/>
          <ac:grpSpMkLst>
            <pc:docMk/>
            <pc:sldMk cId="4001276927" sldId="304"/>
            <ac:grpSpMk id="29" creationId="{6840C728-4E01-4237-82C8-9624DFA8554D}"/>
          </ac:grpSpMkLst>
        </pc:grpChg>
        <pc:grpChg chg="del">
          <ac:chgData name="Isobel Davies" userId="2fdec792-a701-4543-8af7-0db402950b7b" providerId="ADAL" clId="{A5C83AFF-AFB2-4BB0-81F4-63DCD6CE0462}" dt="2024-10-20T17:17:53.522" v="399"/>
          <ac:grpSpMkLst>
            <pc:docMk/>
            <pc:sldMk cId="4001276927" sldId="304"/>
            <ac:grpSpMk id="32" creationId="{E27AF472-EAE3-4572-AB69-B92BD10DBC6D}"/>
          </ac:grpSpMkLst>
        </pc:grpChg>
      </pc:sldChg>
      <pc:sldChg chg="delSp modSp add mod setBg delDesignElem">
        <pc:chgData name="Isobel Davies" userId="2fdec792-a701-4543-8af7-0db402950b7b" providerId="ADAL" clId="{A5C83AFF-AFB2-4BB0-81F4-63DCD6CE0462}" dt="2024-10-20T17:32:36.627" v="419" actId="1076"/>
        <pc:sldMkLst>
          <pc:docMk/>
          <pc:sldMk cId="892065998" sldId="305"/>
        </pc:sldMkLst>
        <pc:spChg chg="mod">
          <ac:chgData name="Isobel Davies" userId="2fdec792-a701-4543-8af7-0db402950b7b" providerId="ADAL" clId="{A5C83AFF-AFB2-4BB0-81F4-63DCD6CE0462}" dt="2024-10-20T17:32:36.627" v="419" actId="1076"/>
          <ac:spMkLst>
            <pc:docMk/>
            <pc:sldMk cId="892065998" sldId="305"/>
            <ac:spMk id="2" creationId="{C7E1C669-0641-8BF3-E901-1507F00AE256}"/>
          </ac:spMkLst>
        </pc:spChg>
        <pc:spChg chg="del">
          <ac:chgData name="Isobel Davies" userId="2fdec792-a701-4543-8af7-0db402950b7b" providerId="ADAL" clId="{A5C83AFF-AFB2-4BB0-81F4-63DCD6CE0462}" dt="2024-10-20T17:32:20.302" v="415"/>
          <ac:spMkLst>
            <pc:docMk/>
            <pc:sldMk cId="892065998" sldId="305"/>
            <ac:spMk id="9" creationId="{C7D023E4-8DE1-436E-9847-ED6A4B4B04FD}"/>
          </ac:spMkLst>
        </pc:spChg>
        <pc:spChg chg="del">
          <ac:chgData name="Isobel Davies" userId="2fdec792-a701-4543-8af7-0db402950b7b" providerId="ADAL" clId="{A5C83AFF-AFB2-4BB0-81F4-63DCD6CE0462}" dt="2024-10-20T17:32:20.302" v="415"/>
          <ac:spMkLst>
            <pc:docMk/>
            <pc:sldMk cId="892065998" sldId="305"/>
            <ac:spMk id="11" creationId="{8B2B1708-8CE4-4A20-94F5-55118AE2CBD7}"/>
          </ac:spMkLst>
        </pc:spChg>
        <pc:grpChg chg="del">
          <ac:chgData name="Isobel Davies" userId="2fdec792-a701-4543-8af7-0db402950b7b" providerId="ADAL" clId="{A5C83AFF-AFB2-4BB0-81F4-63DCD6CE0462}" dt="2024-10-20T17:32:20.302" v="415"/>
          <ac:grpSpMkLst>
            <pc:docMk/>
            <pc:sldMk cId="892065998" sldId="305"/>
            <ac:grpSpMk id="13" creationId="{C291FB31-BA2D-4C80-8229-F0E34C8AEAE4}"/>
          </ac:grpSpMkLst>
        </pc:grpChg>
        <pc:grpChg chg="del">
          <ac:chgData name="Isobel Davies" userId="2fdec792-a701-4543-8af7-0db402950b7b" providerId="ADAL" clId="{A5C83AFF-AFB2-4BB0-81F4-63DCD6CE0462}" dt="2024-10-20T17:32:20.302" v="415"/>
          <ac:grpSpMkLst>
            <pc:docMk/>
            <pc:sldMk cId="892065998" sldId="305"/>
            <ac:grpSpMk id="17" creationId="{E27AF472-EAE3-4572-AB69-B92BD10DBC6D}"/>
          </ac:grpSpMkLst>
        </pc:grpChg>
        <pc:picChg chg="mod">
          <ac:chgData name="Isobel Davies" userId="2fdec792-a701-4543-8af7-0db402950b7b" providerId="ADAL" clId="{A5C83AFF-AFB2-4BB0-81F4-63DCD6CE0462}" dt="2024-10-20T17:32:30.203" v="418" actId="1076"/>
          <ac:picMkLst>
            <pc:docMk/>
            <pc:sldMk cId="892065998" sldId="305"/>
            <ac:picMk id="6" creationId="{5A22A16A-B95D-6D9D-F246-8A520AD11B04}"/>
          </ac:picMkLst>
        </pc:picChg>
      </pc:sldChg>
      <pc:sldChg chg="delSp modSp add mod setBg delDesignElem">
        <pc:chgData name="Isobel Davies" userId="2fdec792-a701-4543-8af7-0db402950b7b" providerId="ADAL" clId="{A5C83AFF-AFB2-4BB0-81F4-63DCD6CE0462}" dt="2024-10-20T17:33:35.681" v="424" actId="1076"/>
        <pc:sldMkLst>
          <pc:docMk/>
          <pc:sldMk cId="1638574362" sldId="306"/>
        </pc:sldMkLst>
        <pc:spChg chg="mod">
          <ac:chgData name="Isobel Davies" userId="2fdec792-a701-4543-8af7-0db402950b7b" providerId="ADAL" clId="{A5C83AFF-AFB2-4BB0-81F4-63DCD6CE0462}" dt="2024-10-20T17:33:31.861" v="423" actId="207"/>
          <ac:spMkLst>
            <pc:docMk/>
            <pc:sldMk cId="1638574362" sldId="306"/>
            <ac:spMk id="3" creationId="{EB87EF4A-39FA-CA38-0F28-69F6D587117E}"/>
          </ac:spMkLst>
        </pc:spChg>
        <pc:spChg chg="mod">
          <ac:chgData name="Isobel Davies" userId="2fdec792-a701-4543-8af7-0db402950b7b" providerId="ADAL" clId="{A5C83AFF-AFB2-4BB0-81F4-63DCD6CE0462}" dt="2024-10-20T17:33:27.088" v="422" actId="1076"/>
          <ac:spMkLst>
            <pc:docMk/>
            <pc:sldMk cId="1638574362" sldId="306"/>
            <ac:spMk id="4" creationId="{09261AFB-86C9-EE5B-7D5F-04B022630453}"/>
          </ac:spMkLst>
        </pc:spChg>
        <pc:spChg chg="del">
          <ac:chgData name="Isobel Davies" userId="2fdec792-a701-4543-8af7-0db402950b7b" providerId="ADAL" clId="{A5C83AFF-AFB2-4BB0-81F4-63DCD6CE0462}" dt="2024-10-20T17:33:21.684" v="421"/>
          <ac:spMkLst>
            <pc:docMk/>
            <pc:sldMk cId="1638574362" sldId="306"/>
            <ac:spMk id="11" creationId="{03AF1C04-3FEF-41BD-BB84-2F263765BEBC}"/>
          </ac:spMkLst>
        </pc:spChg>
        <pc:grpChg chg="del">
          <ac:chgData name="Isobel Davies" userId="2fdec792-a701-4543-8af7-0db402950b7b" providerId="ADAL" clId="{A5C83AFF-AFB2-4BB0-81F4-63DCD6CE0462}" dt="2024-10-20T17:33:21.684" v="421"/>
          <ac:grpSpMkLst>
            <pc:docMk/>
            <pc:sldMk cId="1638574362" sldId="306"/>
            <ac:grpSpMk id="13" creationId="{B58FB4AD-41E6-47ED-BDA3-A923E30D3741}"/>
          </ac:grpSpMkLst>
        </pc:grpChg>
        <pc:grpChg chg="del">
          <ac:chgData name="Isobel Davies" userId="2fdec792-a701-4543-8af7-0db402950b7b" providerId="ADAL" clId="{A5C83AFF-AFB2-4BB0-81F4-63DCD6CE0462}" dt="2024-10-20T17:33:21.684" v="421"/>
          <ac:grpSpMkLst>
            <pc:docMk/>
            <pc:sldMk cId="1638574362" sldId="306"/>
            <ac:grpSpMk id="17" creationId="{74F4E70D-A4C9-44E3-A00A-F3AD121AC194}"/>
          </ac:grpSpMkLst>
        </pc:grpChg>
        <pc:grpChg chg="del">
          <ac:chgData name="Isobel Davies" userId="2fdec792-a701-4543-8af7-0db402950b7b" providerId="ADAL" clId="{A5C83AFF-AFB2-4BB0-81F4-63DCD6CE0462}" dt="2024-10-20T17:33:21.684" v="421"/>
          <ac:grpSpMkLst>
            <pc:docMk/>
            <pc:sldMk cId="1638574362" sldId="306"/>
            <ac:grpSpMk id="21" creationId="{E27AF472-EAE3-4572-AB69-B92BD10DBC6D}"/>
          </ac:grpSpMkLst>
        </pc:grpChg>
        <pc:picChg chg="mod">
          <ac:chgData name="Isobel Davies" userId="2fdec792-a701-4543-8af7-0db402950b7b" providerId="ADAL" clId="{A5C83AFF-AFB2-4BB0-81F4-63DCD6CE0462}" dt="2024-10-20T17:33:35.681" v="424" actId="1076"/>
          <ac:picMkLst>
            <pc:docMk/>
            <pc:sldMk cId="1638574362" sldId="306"/>
            <ac:picMk id="5" creationId="{6E2ABA2D-A7C7-04BC-A244-43F234B154CD}"/>
          </ac:picMkLst>
        </pc:picChg>
      </pc:sldChg>
      <pc:sldChg chg="delSp add setBg delDesignElem">
        <pc:chgData name="Isobel Davies" userId="2fdec792-a701-4543-8af7-0db402950b7b" providerId="ADAL" clId="{A5C83AFF-AFB2-4BB0-81F4-63DCD6CE0462}" dt="2024-10-20T17:33:45.772" v="426"/>
        <pc:sldMkLst>
          <pc:docMk/>
          <pc:sldMk cId="379494760" sldId="307"/>
        </pc:sldMkLst>
        <pc:spChg chg="del">
          <ac:chgData name="Isobel Davies" userId="2fdec792-a701-4543-8af7-0db402950b7b" providerId="ADAL" clId="{A5C83AFF-AFB2-4BB0-81F4-63DCD6CE0462}" dt="2024-10-20T17:33:45.772" v="426"/>
          <ac:spMkLst>
            <pc:docMk/>
            <pc:sldMk cId="379494760" sldId="307"/>
            <ac:spMk id="1035" creationId="{03AF1C04-3FEF-41BD-BB84-2F263765BEBC}"/>
          </ac:spMkLst>
        </pc:spChg>
        <pc:grpChg chg="del">
          <ac:chgData name="Isobel Davies" userId="2fdec792-a701-4543-8af7-0db402950b7b" providerId="ADAL" clId="{A5C83AFF-AFB2-4BB0-81F4-63DCD6CE0462}" dt="2024-10-20T17:33:45.772" v="426"/>
          <ac:grpSpMkLst>
            <pc:docMk/>
            <pc:sldMk cId="379494760" sldId="307"/>
            <ac:grpSpMk id="1037" creationId="{B58FB4AD-41E6-47ED-BDA3-A923E30D3741}"/>
          </ac:grpSpMkLst>
        </pc:grpChg>
        <pc:grpChg chg="del">
          <ac:chgData name="Isobel Davies" userId="2fdec792-a701-4543-8af7-0db402950b7b" providerId="ADAL" clId="{A5C83AFF-AFB2-4BB0-81F4-63DCD6CE0462}" dt="2024-10-20T17:33:45.772" v="426"/>
          <ac:grpSpMkLst>
            <pc:docMk/>
            <pc:sldMk cId="379494760" sldId="307"/>
            <ac:grpSpMk id="1041" creationId="{74F4E70D-A4C9-44E3-A00A-F3AD121AC194}"/>
          </ac:grpSpMkLst>
        </pc:grpChg>
        <pc:grpChg chg="del">
          <ac:chgData name="Isobel Davies" userId="2fdec792-a701-4543-8af7-0db402950b7b" providerId="ADAL" clId="{A5C83AFF-AFB2-4BB0-81F4-63DCD6CE0462}" dt="2024-10-20T17:33:45.772" v="426"/>
          <ac:grpSpMkLst>
            <pc:docMk/>
            <pc:sldMk cId="379494760" sldId="307"/>
            <ac:grpSpMk id="1045" creationId="{E27AF472-EAE3-4572-AB69-B92BD10DBC6D}"/>
          </ac:grpSpMkLst>
        </pc:grpChg>
      </pc:sldChg>
      <pc:sldChg chg="delSp modSp add mod setBg delDesignElem">
        <pc:chgData name="Isobel Davies" userId="2fdec792-a701-4543-8af7-0db402950b7b" providerId="ADAL" clId="{A5C83AFF-AFB2-4BB0-81F4-63DCD6CE0462}" dt="2024-10-20T17:34:14.090" v="430" actId="207"/>
        <pc:sldMkLst>
          <pc:docMk/>
          <pc:sldMk cId="2199956243" sldId="308"/>
        </pc:sldMkLst>
        <pc:spChg chg="mod">
          <ac:chgData name="Isobel Davies" userId="2fdec792-a701-4543-8af7-0db402950b7b" providerId="ADAL" clId="{A5C83AFF-AFB2-4BB0-81F4-63DCD6CE0462}" dt="2024-10-20T17:34:09.547" v="429" actId="1076"/>
          <ac:spMkLst>
            <pc:docMk/>
            <pc:sldMk cId="2199956243" sldId="308"/>
            <ac:spMk id="4" creationId="{A84C7DFA-2A88-7D3D-8C93-22FDF40C033D}"/>
          </ac:spMkLst>
        </pc:spChg>
        <pc:spChg chg="mod">
          <ac:chgData name="Isobel Davies" userId="2fdec792-a701-4543-8af7-0db402950b7b" providerId="ADAL" clId="{A5C83AFF-AFB2-4BB0-81F4-63DCD6CE0462}" dt="2024-10-20T17:34:14.090" v="430" actId="207"/>
          <ac:spMkLst>
            <pc:docMk/>
            <pc:sldMk cId="2199956243" sldId="308"/>
            <ac:spMk id="10" creationId="{D7AF78F8-DC59-7E0D-A824-7E28917B00AA}"/>
          </ac:spMkLst>
        </pc:spChg>
        <pc:spChg chg="del">
          <ac:chgData name="Isobel Davies" userId="2fdec792-a701-4543-8af7-0db402950b7b" providerId="ADAL" clId="{A5C83AFF-AFB2-4BB0-81F4-63DCD6CE0462}" dt="2024-10-20T17:34:05.182" v="428"/>
          <ac:spMkLst>
            <pc:docMk/>
            <pc:sldMk cId="2199956243" sldId="308"/>
            <ac:spMk id="15" creationId="{03AF1C04-3FEF-41BD-BB84-2F263765BEBC}"/>
          </ac:spMkLst>
        </pc:spChg>
        <pc:grpChg chg="del">
          <ac:chgData name="Isobel Davies" userId="2fdec792-a701-4543-8af7-0db402950b7b" providerId="ADAL" clId="{A5C83AFF-AFB2-4BB0-81F4-63DCD6CE0462}" dt="2024-10-20T17:34:05.182" v="428"/>
          <ac:grpSpMkLst>
            <pc:docMk/>
            <pc:sldMk cId="2199956243" sldId="308"/>
            <ac:grpSpMk id="17" creationId="{B58FB4AD-41E6-47ED-BDA3-A923E30D3741}"/>
          </ac:grpSpMkLst>
        </pc:grpChg>
        <pc:grpChg chg="del">
          <ac:chgData name="Isobel Davies" userId="2fdec792-a701-4543-8af7-0db402950b7b" providerId="ADAL" clId="{A5C83AFF-AFB2-4BB0-81F4-63DCD6CE0462}" dt="2024-10-20T17:34:05.182" v="428"/>
          <ac:grpSpMkLst>
            <pc:docMk/>
            <pc:sldMk cId="2199956243" sldId="308"/>
            <ac:grpSpMk id="21" creationId="{74F4E70D-A4C9-44E3-A00A-F3AD121AC194}"/>
          </ac:grpSpMkLst>
        </pc:grpChg>
        <pc:grpChg chg="del">
          <ac:chgData name="Isobel Davies" userId="2fdec792-a701-4543-8af7-0db402950b7b" providerId="ADAL" clId="{A5C83AFF-AFB2-4BB0-81F4-63DCD6CE0462}" dt="2024-10-20T17:34:05.182" v="428"/>
          <ac:grpSpMkLst>
            <pc:docMk/>
            <pc:sldMk cId="2199956243" sldId="308"/>
            <ac:grpSpMk id="25" creationId="{E27AF472-EAE3-4572-AB69-B92BD10DBC6D}"/>
          </ac:grpSpMkLst>
        </pc:grpChg>
      </pc:sldChg>
      <pc:sldChg chg="delSp add setBg delDesignElem">
        <pc:chgData name="Isobel Davies" userId="2fdec792-a701-4543-8af7-0db402950b7b" providerId="ADAL" clId="{A5C83AFF-AFB2-4BB0-81F4-63DCD6CE0462}" dt="2024-10-20T17:34:24.112" v="432"/>
        <pc:sldMkLst>
          <pc:docMk/>
          <pc:sldMk cId="297825011" sldId="310"/>
        </pc:sldMkLst>
        <pc:spChg chg="del">
          <ac:chgData name="Isobel Davies" userId="2fdec792-a701-4543-8af7-0db402950b7b" providerId="ADAL" clId="{A5C83AFF-AFB2-4BB0-81F4-63DCD6CE0462}" dt="2024-10-20T17:34:24.112" v="432"/>
          <ac:spMkLst>
            <pc:docMk/>
            <pc:sldMk cId="297825011" sldId="310"/>
            <ac:spMk id="1035" creationId="{03AF1C04-3FEF-41BD-BB84-2F263765BEBC}"/>
          </ac:spMkLst>
        </pc:spChg>
        <pc:grpChg chg="del">
          <ac:chgData name="Isobel Davies" userId="2fdec792-a701-4543-8af7-0db402950b7b" providerId="ADAL" clId="{A5C83AFF-AFB2-4BB0-81F4-63DCD6CE0462}" dt="2024-10-20T17:34:24.112" v="432"/>
          <ac:grpSpMkLst>
            <pc:docMk/>
            <pc:sldMk cId="297825011" sldId="310"/>
            <ac:grpSpMk id="1037" creationId="{B58FB4AD-41E6-47ED-BDA3-A923E30D3741}"/>
          </ac:grpSpMkLst>
        </pc:grpChg>
        <pc:grpChg chg="del">
          <ac:chgData name="Isobel Davies" userId="2fdec792-a701-4543-8af7-0db402950b7b" providerId="ADAL" clId="{A5C83AFF-AFB2-4BB0-81F4-63DCD6CE0462}" dt="2024-10-20T17:34:24.112" v="432"/>
          <ac:grpSpMkLst>
            <pc:docMk/>
            <pc:sldMk cId="297825011" sldId="310"/>
            <ac:grpSpMk id="1041" creationId="{74F4E70D-A4C9-44E3-A00A-F3AD121AC194}"/>
          </ac:grpSpMkLst>
        </pc:grpChg>
        <pc:grpChg chg="del">
          <ac:chgData name="Isobel Davies" userId="2fdec792-a701-4543-8af7-0db402950b7b" providerId="ADAL" clId="{A5C83AFF-AFB2-4BB0-81F4-63DCD6CE0462}" dt="2024-10-20T17:34:24.112" v="432"/>
          <ac:grpSpMkLst>
            <pc:docMk/>
            <pc:sldMk cId="297825011" sldId="310"/>
            <ac:grpSpMk id="1045" creationId="{E27AF472-EAE3-4572-AB69-B92BD10DBC6D}"/>
          </ac:grpSpMkLst>
        </pc:grpChg>
      </pc:sldChg>
      <pc:sldChg chg="delSp modSp add mod setBg delDesignElem">
        <pc:chgData name="Isobel Davies" userId="2fdec792-a701-4543-8af7-0db402950b7b" providerId="ADAL" clId="{A5C83AFF-AFB2-4BB0-81F4-63DCD6CE0462}" dt="2024-10-20T17:34:50.249" v="437" actId="207"/>
        <pc:sldMkLst>
          <pc:docMk/>
          <pc:sldMk cId="4196737187" sldId="314"/>
        </pc:sldMkLst>
        <pc:spChg chg="mod">
          <ac:chgData name="Isobel Davies" userId="2fdec792-a701-4543-8af7-0db402950b7b" providerId="ADAL" clId="{A5C83AFF-AFB2-4BB0-81F4-63DCD6CE0462}" dt="2024-10-20T17:34:44.686" v="436" actId="1076"/>
          <ac:spMkLst>
            <pc:docMk/>
            <pc:sldMk cId="4196737187" sldId="314"/>
            <ac:spMk id="7" creationId="{0777BE5E-51DD-BC01-4CEA-5BAF757CCDCB}"/>
          </ac:spMkLst>
        </pc:spChg>
        <pc:spChg chg="mod">
          <ac:chgData name="Isobel Davies" userId="2fdec792-a701-4543-8af7-0db402950b7b" providerId="ADAL" clId="{A5C83AFF-AFB2-4BB0-81F4-63DCD6CE0462}" dt="2024-10-20T17:34:50.249" v="437" actId="207"/>
          <ac:spMkLst>
            <pc:docMk/>
            <pc:sldMk cId="4196737187" sldId="314"/>
            <ac:spMk id="9" creationId="{1B0657FB-DB5F-BD4B-598E-23D230444B88}"/>
          </ac:spMkLst>
        </pc:spChg>
        <pc:spChg chg="del">
          <ac:chgData name="Isobel Davies" userId="2fdec792-a701-4543-8af7-0db402950b7b" providerId="ADAL" clId="{A5C83AFF-AFB2-4BB0-81F4-63DCD6CE0462}" dt="2024-10-20T17:34:36.244" v="434"/>
          <ac:spMkLst>
            <pc:docMk/>
            <pc:sldMk cId="4196737187" sldId="314"/>
            <ac:spMk id="12" creationId="{03AF1C04-3FEF-41BD-BB84-2F263765BEBC}"/>
          </ac:spMkLst>
        </pc:spChg>
        <pc:grpChg chg="del">
          <ac:chgData name="Isobel Davies" userId="2fdec792-a701-4543-8af7-0db402950b7b" providerId="ADAL" clId="{A5C83AFF-AFB2-4BB0-81F4-63DCD6CE0462}" dt="2024-10-20T17:34:36.244" v="434"/>
          <ac:grpSpMkLst>
            <pc:docMk/>
            <pc:sldMk cId="4196737187" sldId="314"/>
            <ac:grpSpMk id="13" creationId="{E56E71F1-5A87-4A96-B42F-2DFA1B766B5E}"/>
          </ac:grpSpMkLst>
        </pc:grpChg>
        <pc:grpChg chg="del">
          <ac:chgData name="Isobel Davies" userId="2fdec792-a701-4543-8af7-0db402950b7b" providerId="ADAL" clId="{A5C83AFF-AFB2-4BB0-81F4-63DCD6CE0462}" dt="2024-10-20T17:34:36.244" v="434"/>
          <ac:grpSpMkLst>
            <pc:docMk/>
            <pc:sldMk cId="4196737187" sldId="314"/>
            <ac:grpSpMk id="14" creationId="{C733FE3C-12C4-4FA2-A795-87D2F6776A53}"/>
          </ac:grpSpMkLst>
        </pc:grpChg>
        <pc:grpChg chg="del">
          <ac:chgData name="Isobel Davies" userId="2fdec792-a701-4543-8af7-0db402950b7b" providerId="ADAL" clId="{A5C83AFF-AFB2-4BB0-81F4-63DCD6CE0462}" dt="2024-10-20T17:34:36.244" v="434"/>
          <ac:grpSpMkLst>
            <pc:docMk/>
            <pc:sldMk cId="4196737187" sldId="314"/>
            <ac:grpSpMk id="16" creationId="{0C2B5F12-8A82-4A59-9400-3164CBF47F63}"/>
          </ac:grpSpMkLst>
        </pc:grpChg>
        <pc:picChg chg="mod">
          <ac:chgData name="Isobel Davies" userId="2fdec792-a701-4543-8af7-0db402950b7b" providerId="ADAL" clId="{A5C83AFF-AFB2-4BB0-81F4-63DCD6CE0462}" dt="2024-10-20T17:34:39.730" v="435" actId="1076"/>
          <ac:picMkLst>
            <pc:docMk/>
            <pc:sldMk cId="4196737187" sldId="314"/>
            <ac:picMk id="5122" creationId="{3FA3437C-809C-63F4-B7A1-EADE23AC7094}"/>
          </ac:picMkLst>
        </pc:picChg>
      </pc:sldChg>
      <pc:sldChg chg="delSp modSp add mod setBg delDesignElem">
        <pc:chgData name="Isobel Davies" userId="2fdec792-a701-4543-8af7-0db402950b7b" providerId="ADAL" clId="{A5C83AFF-AFB2-4BB0-81F4-63DCD6CE0462}" dt="2024-10-20T17:39:39.772" v="961" actId="1076"/>
        <pc:sldMkLst>
          <pc:docMk/>
          <pc:sldMk cId="1591441735" sldId="315"/>
        </pc:sldMkLst>
        <pc:spChg chg="mod">
          <ac:chgData name="Isobel Davies" userId="2fdec792-a701-4543-8af7-0db402950b7b" providerId="ADAL" clId="{A5C83AFF-AFB2-4BB0-81F4-63DCD6CE0462}" dt="2024-10-20T17:39:39.772" v="961" actId="1076"/>
          <ac:spMkLst>
            <pc:docMk/>
            <pc:sldMk cId="1591441735" sldId="315"/>
            <ac:spMk id="4" creationId="{A80CFBB5-3115-BF20-7129-BEEAF2FDD435}"/>
          </ac:spMkLst>
        </pc:spChg>
        <pc:spChg chg="del">
          <ac:chgData name="Isobel Davies" userId="2fdec792-a701-4543-8af7-0db402950b7b" providerId="ADAL" clId="{A5C83AFF-AFB2-4BB0-81F4-63DCD6CE0462}" dt="2024-10-20T17:39:34.374" v="960"/>
          <ac:spMkLst>
            <pc:docMk/>
            <pc:sldMk cId="1591441735" sldId="315"/>
            <ac:spMk id="18" creationId="{C7D023E4-8DE1-436E-9847-ED6A4B4B04FD}"/>
          </ac:spMkLst>
        </pc:spChg>
        <pc:grpChg chg="del">
          <ac:chgData name="Isobel Davies" userId="2fdec792-a701-4543-8af7-0db402950b7b" providerId="ADAL" clId="{A5C83AFF-AFB2-4BB0-81F4-63DCD6CE0462}" dt="2024-10-20T17:39:34.374" v="960"/>
          <ac:grpSpMkLst>
            <pc:docMk/>
            <pc:sldMk cId="1591441735" sldId="315"/>
            <ac:grpSpMk id="20" creationId="{0791FDDD-9010-4F5F-80D9-3C2992FAEE4F}"/>
          </ac:grpSpMkLst>
        </pc:grpChg>
        <pc:grpChg chg="del">
          <ac:chgData name="Isobel Davies" userId="2fdec792-a701-4543-8af7-0db402950b7b" providerId="ADAL" clId="{A5C83AFF-AFB2-4BB0-81F4-63DCD6CE0462}" dt="2024-10-20T17:39:34.374" v="960"/>
          <ac:grpSpMkLst>
            <pc:docMk/>
            <pc:sldMk cId="1591441735" sldId="315"/>
            <ac:grpSpMk id="24" creationId="{EA8115E0-7399-4AC4-A6E8-810999B36689}"/>
          </ac:grpSpMkLst>
        </pc:grpChg>
        <pc:grpChg chg="del">
          <ac:chgData name="Isobel Davies" userId="2fdec792-a701-4543-8af7-0db402950b7b" providerId="ADAL" clId="{A5C83AFF-AFB2-4BB0-81F4-63DCD6CE0462}" dt="2024-10-20T17:39:34.374" v="960"/>
          <ac:grpSpMkLst>
            <pc:docMk/>
            <pc:sldMk cId="1591441735" sldId="315"/>
            <ac:grpSpMk id="28" creationId="{E27AF472-EAE3-4572-AB69-B92BD10DBC6D}"/>
          </ac:grpSpMkLst>
        </pc:grpChg>
      </pc:sldChg>
      <pc:sldChg chg="modSp mod delDesignElem">
        <pc:chgData name="Isobel Davies" userId="2fdec792-a701-4543-8af7-0db402950b7b" providerId="ADAL" clId="{A5C83AFF-AFB2-4BB0-81F4-63DCD6CE0462}" dt="2024-10-20T17:18:34.159" v="405" actId="207"/>
        <pc:sldMkLst>
          <pc:docMk/>
          <pc:sldMk cId="2935698461" sldId="318"/>
        </pc:sldMkLst>
        <pc:spChg chg="mod">
          <ac:chgData name="Isobel Davies" userId="2fdec792-a701-4543-8af7-0db402950b7b" providerId="ADAL" clId="{A5C83AFF-AFB2-4BB0-81F4-63DCD6CE0462}" dt="2024-10-20T17:18:34.159" v="405" actId="207"/>
          <ac:spMkLst>
            <pc:docMk/>
            <pc:sldMk cId="2935698461" sldId="318"/>
            <ac:spMk id="3" creationId="{D2752607-75C7-BAB0-8095-A193E56A3E7C}"/>
          </ac:spMkLst>
        </pc:spChg>
      </pc:sldChg>
      <pc:sldChg chg="modSp new mod modNotesTx">
        <pc:chgData name="Isobel Davies" userId="2fdec792-a701-4543-8af7-0db402950b7b" providerId="ADAL" clId="{A5C83AFF-AFB2-4BB0-81F4-63DCD6CE0462}" dt="2024-10-20T17:39:24.563" v="958" actId="207"/>
        <pc:sldMkLst>
          <pc:docMk/>
          <pc:sldMk cId="1054522348" sldId="319"/>
        </pc:sldMkLst>
        <pc:spChg chg="mod">
          <ac:chgData name="Isobel Davies" userId="2fdec792-a701-4543-8af7-0db402950b7b" providerId="ADAL" clId="{A5C83AFF-AFB2-4BB0-81F4-63DCD6CE0462}" dt="2024-10-20T17:39:24.563" v="958" actId="207"/>
          <ac:spMkLst>
            <pc:docMk/>
            <pc:sldMk cId="1054522348" sldId="319"/>
            <ac:spMk id="2" creationId="{FACDE506-5EDA-3CF0-E127-62E606840A10}"/>
          </ac:spMkLst>
        </pc:spChg>
        <pc:spChg chg="mod">
          <ac:chgData name="Isobel Davies" userId="2fdec792-a701-4543-8af7-0db402950b7b" providerId="ADAL" clId="{A5C83AFF-AFB2-4BB0-81F4-63DCD6CE0462}" dt="2024-10-20T17:39:20.302" v="957" actId="207"/>
          <ac:spMkLst>
            <pc:docMk/>
            <pc:sldMk cId="1054522348" sldId="319"/>
            <ac:spMk id="3" creationId="{CF9E3AFA-DD12-D37D-A549-05D9320E0D5E}"/>
          </ac:spMkLst>
        </pc:spChg>
        <pc:spChg chg="mod">
          <ac:chgData name="Isobel Davies" userId="2fdec792-a701-4543-8af7-0db402950b7b" providerId="ADAL" clId="{A5C83AFF-AFB2-4BB0-81F4-63DCD6CE0462}" dt="2024-10-20T17:35:30.086" v="485" actId="20577"/>
          <ac:spMkLst>
            <pc:docMk/>
            <pc:sldMk cId="1054522348" sldId="319"/>
            <ac:spMk id="4" creationId="{834D33A9-0136-186C-DD30-319BA5774A82}"/>
          </ac:spMkLst>
        </pc:spChg>
      </pc:sldChg>
      <pc:sldChg chg="delSp modSp add mod setBg delDesignElem">
        <pc:chgData name="Isobel Davies" userId="2fdec792-a701-4543-8af7-0db402950b7b" providerId="ADAL" clId="{A5C83AFF-AFB2-4BB0-81F4-63DCD6CE0462}" dt="2024-10-20T17:40:07.350" v="965" actId="207"/>
        <pc:sldMkLst>
          <pc:docMk/>
          <pc:sldMk cId="1879308468" sldId="321"/>
        </pc:sldMkLst>
        <pc:spChg chg="mod">
          <ac:chgData name="Isobel Davies" userId="2fdec792-a701-4543-8af7-0db402950b7b" providerId="ADAL" clId="{A5C83AFF-AFB2-4BB0-81F4-63DCD6CE0462}" dt="2024-10-20T17:40:07.350" v="965" actId="207"/>
          <ac:spMkLst>
            <pc:docMk/>
            <pc:sldMk cId="1879308468" sldId="321"/>
            <ac:spMk id="6" creationId="{E13ACCAE-C5C4-AB31-DD54-5DE7EE23B6C1}"/>
          </ac:spMkLst>
        </pc:spChg>
        <pc:spChg chg="del">
          <ac:chgData name="Isobel Davies" userId="2fdec792-a701-4543-8af7-0db402950b7b" providerId="ADAL" clId="{A5C83AFF-AFB2-4BB0-81F4-63DCD6CE0462}" dt="2024-10-20T17:39:56.928" v="963"/>
          <ac:spMkLst>
            <pc:docMk/>
            <pc:sldMk cId="1879308468" sldId="321"/>
            <ac:spMk id="10" creationId="{913AE63C-D5B4-45D1-ACFC-648CFFCF9805}"/>
          </ac:spMkLst>
        </pc:spChg>
        <pc:grpChg chg="del">
          <ac:chgData name="Isobel Davies" userId="2fdec792-a701-4543-8af7-0db402950b7b" providerId="ADAL" clId="{A5C83AFF-AFB2-4BB0-81F4-63DCD6CE0462}" dt="2024-10-20T17:39:56.928" v="963"/>
          <ac:grpSpMkLst>
            <pc:docMk/>
            <pc:sldMk cId="1879308468" sldId="321"/>
            <ac:grpSpMk id="12" creationId="{6536E295-EF5B-4BE9-A4CB-D5C581AAA999}"/>
          </ac:grpSpMkLst>
        </pc:grpChg>
        <pc:grpChg chg="del">
          <ac:chgData name="Isobel Davies" userId="2fdec792-a701-4543-8af7-0db402950b7b" providerId="ADAL" clId="{A5C83AFF-AFB2-4BB0-81F4-63DCD6CE0462}" dt="2024-10-20T17:39:56.928" v="963"/>
          <ac:grpSpMkLst>
            <pc:docMk/>
            <pc:sldMk cId="1879308468" sldId="321"/>
            <ac:grpSpMk id="16" creationId="{E27AF472-EAE3-4572-AB69-B92BD10DBC6D}"/>
          </ac:grpSpMkLst>
        </pc:grpChg>
      </pc:sldChg>
      <pc:sldChg chg="modSp new mod">
        <pc:chgData name="Isobel Davies" userId="2fdec792-a701-4543-8af7-0db402950b7b" providerId="ADAL" clId="{A5C83AFF-AFB2-4BB0-81F4-63DCD6CE0462}" dt="2024-10-20T17:44:15.360" v="1580" actId="20577"/>
        <pc:sldMkLst>
          <pc:docMk/>
          <pc:sldMk cId="3408585111" sldId="322"/>
        </pc:sldMkLst>
        <pc:spChg chg="mod">
          <ac:chgData name="Isobel Davies" userId="2fdec792-a701-4543-8af7-0db402950b7b" providerId="ADAL" clId="{A5C83AFF-AFB2-4BB0-81F4-63DCD6CE0462}" dt="2024-10-20T17:44:10.906" v="1563" actId="27636"/>
          <ac:spMkLst>
            <pc:docMk/>
            <pc:sldMk cId="3408585111" sldId="322"/>
            <ac:spMk id="2" creationId="{66489019-E622-1245-B476-0E397D477D0F}"/>
          </ac:spMkLst>
        </pc:spChg>
        <pc:spChg chg="mod">
          <ac:chgData name="Isobel Davies" userId="2fdec792-a701-4543-8af7-0db402950b7b" providerId="ADAL" clId="{A5C83AFF-AFB2-4BB0-81F4-63DCD6CE0462}" dt="2024-10-20T17:44:15.360" v="1580" actId="20577"/>
          <ac:spMkLst>
            <pc:docMk/>
            <pc:sldMk cId="3408585111" sldId="322"/>
            <ac:spMk id="3" creationId="{F9D0EE56-7C9F-3EDB-AF88-C45B70881355}"/>
          </ac:spMkLst>
        </pc:spChg>
        <pc:spChg chg="mod">
          <ac:chgData name="Isobel Davies" userId="2fdec792-a701-4543-8af7-0db402950b7b" providerId="ADAL" clId="{A5C83AFF-AFB2-4BB0-81F4-63DCD6CE0462}" dt="2024-10-20T17:40:17.128" v="977" actId="20577"/>
          <ac:spMkLst>
            <pc:docMk/>
            <pc:sldMk cId="3408585111" sldId="322"/>
            <ac:spMk id="4" creationId="{7B7F713E-6C4D-378F-44CE-18121031C1D6}"/>
          </ac:spMkLst>
        </pc:spChg>
      </pc:sldChg>
      <pc:sldChg chg="addSp modSp new mod modClrScheme chgLayout modNotesTx">
        <pc:chgData name="Isobel Davies" userId="2fdec792-a701-4543-8af7-0db402950b7b" providerId="ADAL" clId="{A5C83AFF-AFB2-4BB0-81F4-63DCD6CE0462}" dt="2024-10-20T17:52:55.108" v="2192" actId="20577"/>
        <pc:sldMkLst>
          <pc:docMk/>
          <pc:sldMk cId="1334474907" sldId="323"/>
        </pc:sldMkLst>
        <pc:spChg chg="mod ord">
          <ac:chgData name="Isobel Davies" userId="2fdec792-a701-4543-8af7-0db402950b7b" providerId="ADAL" clId="{A5C83AFF-AFB2-4BB0-81F4-63DCD6CE0462}" dt="2024-10-20T17:47:31.923" v="1727" actId="700"/>
          <ac:spMkLst>
            <pc:docMk/>
            <pc:sldMk cId="1334474907" sldId="323"/>
            <ac:spMk id="2" creationId="{D46E2A0B-085C-20F5-DC20-C9F677DDD196}"/>
          </ac:spMkLst>
        </pc:spChg>
        <pc:spChg chg="mod ord">
          <ac:chgData name="Isobel Davies" userId="2fdec792-a701-4543-8af7-0db402950b7b" providerId="ADAL" clId="{A5C83AFF-AFB2-4BB0-81F4-63DCD6CE0462}" dt="2024-10-20T17:52:47.451" v="2168" actId="20577"/>
          <ac:spMkLst>
            <pc:docMk/>
            <pc:sldMk cId="1334474907" sldId="323"/>
            <ac:spMk id="3" creationId="{E37258A0-FC3E-EB8D-9363-411EB95E2677}"/>
          </ac:spMkLst>
        </pc:spChg>
        <pc:spChg chg="add mod ord">
          <ac:chgData name="Isobel Davies" userId="2fdec792-a701-4543-8af7-0db402950b7b" providerId="ADAL" clId="{A5C83AFF-AFB2-4BB0-81F4-63DCD6CE0462}" dt="2024-10-20T17:52:55.108" v="2192" actId="20577"/>
          <ac:spMkLst>
            <pc:docMk/>
            <pc:sldMk cId="1334474907" sldId="323"/>
            <ac:spMk id="4" creationId="{D2F1EA4B-444A-8C9A-D76F-E16EE4C47F1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73B0A-099D-48B2-9934-0511C679784B}" type="datetimeFigureOut">
              <a:rPr lang="en-GB" smtClean="0"/>
              <a:t>20/10/2024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8AEBDF-FA9F-44BF-808B-4E2120B59936}" type="slidenum">
              <a:rPr lang="en-GB" smtClean="0"/>
              <a:t>‹#›</a:t>
            </a:fld>
            <a:endParaRPr lang="en-GB"/>
          </a:p>
        </p:txBody>
      </p:sp>
    </p:spTree>
    <p:extLst>
      <p:ext uri="{BB962C8B-B14F-4D97-AF65-F5344CB8AC3E}">
        <p14:creationId xmlns:p14="http://schemas.microsoft.com/office/powerpoint/2010/main" val="2362957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med.libretexts.org/Bookshelves/Anatomy_and_Physiology/Anatomy_and_Physiology_(Boundless)/21:_Respiratory_System/21.6:_Factors_Affecting_Pulmonary_Ventilation/21.6A:_Factors_Affecting_Pulmonary_Ventilation:_Surface_Tension_of_Alveolar_Fluid"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en.wikipedia.org/wiki/Parietal_pleura?useskin=monobook" TargetMode="External"/><Relationship Id="rId5" Type="http://schemas.openxmlformats.org/officeDocument/2006/relationships/hyperlink" Target="https://www.simplifiedsciencepublishing.com/resources/what-are-pleura-lung-pleura-structure-and-function" TargetMode="External"/><Relationship Id="rId4" Type="http://schemas.openxmlformats.org/officeDocument/2006/relationships/hyperlink" Target="https://en.wikipedia.org/wiki/Pleural_cavity"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Upper respiratory tract : </a:t>
            </a:r>
          </a:p>
          <a:p>
            <a:r>
              <a:rPr lang="en-GB" sz="1200" dirty="0"/>
              <a:t>Nasal cavity </a:t>
            </a:r>
          </a:p>
          <a:p>
            <a:r>
              <a:rPr lang="en-GB" sz="1200" dirty="0"/>
              <a:t>Pharynx </a:t>
            </a:r>
          </a:p>
          <a:p>
            <a:r>
              <a:rPr lang="en-GB" sz="1200" dirty="0"/>
              <a:t>Larynx </a:t>
            </a:r>
          </a:p>
          <a:p>
            <a:r>
              <a:rPr lang="en-GB" sz="1200" b="1" dirty="0"/>
              <a:t>Lower respiratory tract : </a:t>
            </a:r>
          </a:p>
          <a:p>
            <a:r>
              <a:rPr lang="en-GB" sz="1200" dirty="0"/>
              <a:t>Trachea </a:t>
            </a:r>
          </a:p>
          <a:p>
            <a:r>
              <a:rPr lang="en-GB" sz="1200" dirty="0"/>
              <a:t>Primary bronchi </a:t>
            </a:r>
          </a:p>
          <a:p>
            <a:r>
              <a:rPr lang="en-GB" sz="1200" dirty="0"/>
              <a:t>Lungs </a:t>
            </a:r>
          </a:p>
          <a:p>
            <a:endParaRPr lang="en-GB" sz="1200" dirty="0"/>
          </a:p>
          <a:p>
            <a:r>
              <a:rPr lang="en-GB" dirty="0"/>
              <a:t>We are going to focus mainly on the Lower respiratory tract today as this typically falls within the physiotherapy remit and are areas significant to your practise. </a:t>
            </a:r>
          </a:p>
        </p:txBody>
      </p:sp>
      <p:sp>
        <p:nvSpPr>
          <p:cNvPr id="4" name="Slide Number Placeholder 3"/>
          <p:cNvSpPr>
            <a:spLocks noGrp="1"/>
          </p:cNvSpPr>
          <p:nvPr>
            <p:ph type="sldNum" sz="quarter" idx="5"/>
          </p:nvPr>
        </p:nvSpPr>
        <p:spPr/>
        <p:txBody>
          <a:bodyPr/>
          <a:lstStyle/>
          <a:p>
            <a:fld id="{3D7E9316-72A3-4277-9F34-F34C8DCEA2AD}" type="slidenum">
              <a:rPr lang="en-GB" smtClean="0"/>
              <a:t>3</a:t>
            </a:fld>
            <a:endParaRPr lang="en-GB"/>
          </a:p>
        </p:txBody>
      </p:sp>
    </p:spTree>
    <p:extLst>
      <p:ext uri="{BB962C8B-B14F-4D97-AF65-F5344CB8AC3E}">
        <p14:creationId xmlns:p14="http://schemas.microsoft.com/office/powerpoint/2010/main" val="97588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4</a:t>
            </a:fld>
            <a:endParaRPr lang="en-GB"/>
          </a:p>
        </p:txBody>
      </p:sp>
    </p:spTree>
    <p:extLst>
      <p:ext uri="{BB962C8B-B14F-4D97-AF65-F5344CB8AC3E}">
        <p14:creationId xmlns:p14="http://schemas.microsoft.com/office/powerpoint/2010/main" val="1492667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5</a:t>
            </a:fld>
            <a:endParaRPr lang="en-GB"/>
          </a:p>
        </p:txBody>
      </p:sp>
    </p:spTree>
    <p:extLst>
      <p:ext uri="{BB962C8B-B14F-4D97-AF65-F5344CB8AC3E}">
        <p14:creationId xmlns:p14="http://schemas.microsoft.com/office/powerpoint/2010/main" val="3214788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right main bronchus is more vertical, and you are therefore more likely to aspirate into the right lung. </a:t>
            </a:r>
          </a:p>
        </p:txBody>
      </p:sp>
      <p:sp>
        <p:nvSpPr>
          <p:cNvPr id="4" name="Slide Number Placeholder 3"/>
          <p:cNvSpPr>
            <a:spLocks noGrp="1"/>
          </p:cNvSpPr>
          <p:nvPr>
            <p:ph type="sldNum" sz="quarter" idx="5"/>
          </p:nvPr>
        </p:nvSpPr>
        <p:spPr/>
        <p:txBody>
          <a:bodyPr/>
          <a:lstStyle/>
          <a:p>
            <a:fld id="{3D7E9316-72A3-4277-9F34-F34C8DCEA2AD}" type="slidenum">
              <a:rPr lang="en-GB" smtClean="0"/>
              <a:t>6</a:t>
            </a:fld>
            <a:endParaRPr lang="en-GB"/>
          </a:p>
        </p:txBody>
      </p:sp>
    </p:spTree>
    <p:extLst>
      <p:ext uri="{BB962C8B-B14F-4D97-AF65-F5344CB8AC3E}">
        <p14:creationId xmlns:p14="http://schemas.microsoft.com/office/powerpoint/2010/main" val="2284240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28600">
              <a:lnSpc>
                <a:spcPct val="90000"/>
              </a:lnSpc>
              <a:spcAft>
                <a:spcPts val="600"/>
              </a:spcAft>
              <a:buFont typeface="Arial" panose="020B0604020202020204" pitchFamily="34" charset="0"/>
              <a:buChar char="•"/>
            </a:pPr>
            <a:r>
              <a:rPr lang="en-US" sz="1600" dirty="0">
                <a:solidFill>
                  <a:schemeClr val="bg1"/>
                </a:solidFill>
              </a:rPr>
              <a:t>“A cluster of grapes” </a:t>
            </a:r>
          </a:p>
          <a:p>
            <a:pPr lvl="1" indent="-228600">
              <a:lnSpc>
                <a:spcPct val="90000"/>
              </a:lnSpc>
              <a:spcAft>
                <a:spcPts val="600"/>
              </a:spcAft>
              <a:buFont typeface="Arial" panose="020B0604020202020204" pitchFamily="34" charset="0"/>
              <a:buChar char="•"/>
            </a:pPr>
            <a:r>
              <a:rPr lang="en-US" sz="1600" dirty="0">
                <a:solidFill>
                  <a:schemeClr val="bg1"/>
                </a:solidFill>
              </a:rPr>
              <a:t>All interconnected whilst still being an independent structure </a:t>
            </a:r>
          </a:p>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7</a:t>
            </a:fld>
            <a:endParaRPr lang="en-GB"/>
          </a:p>
        </p:txBody>
      </p:sp>
    </p:spTree>
    <p:extLst>
      <p:ext uri="{BB962C8B-B14F-4D97-AF65-F5344CB8AC3E}">
        <p14:creationId xmlns:p14="http://schemas.microsoft.com/office/powerpoint/2010/main" val="954875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28600">
              <a:lnSpc>
                <a:spcPct val="90000"/>
              </a:lnSpc>
              <a:spcAft>
                <a:spcPts val="600"/>
              </a:spcAft>
              <a:buFont typeface="Arial" panose="020B0604020202020204" pitchFamily="34" charset="0"/>
              <a:buChar char="•"/>
            </a:pPr>
            <a:r>
              <a:rPr lang="en-US" sz="1600" dirty="0">
                <a:solidFill>
                  <a:schemeClr val="bg1"/>
                </a:solidFill>
              </a:rPr>
              <a:t>Can be divided into :</a:t>
            </a:r>
          </a:p>
          <a:p>
            <a:pPr lvl="1" indent="-228600">
              <a:lnSpc>
                <a:spcPct val="90000"/>
              </a:lnSpc>
              <a:spcAft>
                <a:spcPts val="600"/>
              </a:spcAft>
              <a:buFont typeface="Arial" panose="020B0604020202020204" pitchFamily="34" charset="0"/>
              <a:buChar char="•"/>
            </a:pPr>
            <a:r>
              <a:rPr lang="en-US" sz="1600" dirty="0">
                <a:solidFill>
                  <a:schemeClr val="bg1"/>
                </a:solidFill>
              </a:rPr>
              <a:t>The arterial circuit :</a:t>
            </a:r>
          </a:p>
          <a:p>
            <a:pPr lvl="2" indent="-228600">
              <a:lnSpc>
                <a:spcPct val="90000"/>
              </a:lnSpc>
              <a:spcAft>
                <a:spcPts val="600"/>
              </a:spcAft>
              <a:buFont typeface="Arial" panose="020B0604020202020204" pitchFamily="34" charset="0"/>
              <a:buChar char="•"/>
            </a:pPr>
            <a:r>
              <a:rPr lang="en-US" sz="1600" dirty="0">
                <a:solidFill>
                  <a:schemeClr val="bg1"/>
                </a:solidFill>
              </a:rPr>
              <a:t>Arises from main pulmonary artery arising from </a:t>
            </a:r>
            <a:r>
              <a:rPr lang="en-US" sz="1600" b="1" dirty="0">
                <a:solidFill>
                  <a:schemeClr val="bg1"/>
                </a:solidFill>
              </a:rPr>
              <a:t>Right ventricle </a:t>
            </a:r>
          </a:p>
          <a:p>
            <a:pPr lvl="2" indent="-228600">
              <a:lnSpc>
                <a:spcPct val="90000"/>
              </a:lnSpc>
              <a:spcAft>
                <a:spcPts val="600"/>
              </a:spcAft>
              <a:buFont typeface="Arial" panose="020B0604020202020204" pitchFamily="34" charset="0"/>
              <a:buChar char="•"/>
            </a:pPr>
            <a:r>
              <a:rPr lang="en-US" sz="1600" dirty="0">
                <a:solidFill>
                  <a:schemeClr val="bg1"/>
                </a:solidFill>
              </a:rPr>
              <a:t>Divides into a multiple vessels to form a network of small arteries, arterioles and capillaries. </a:t>
            </a:r>
          </a:p>
          <a:p>
            <a:pPr lvl="1" indent="-228600">
              <a:lnSpc>
                <a:spcPct val="90000"/>
              </a:lnSpc>
              <a:spcAft>
                <a:spcPts val="600"/>
              </a:spcAft>
              <a:buFont typeface="Arial" panose="020B0604020202020204" pitchFamily="34" charset="0"/>
              <a:buChar char="•"/>
            </a:pPr>
            <a:r>
              <a:rPr lang="en-US" sz="1600" dirty="0">
                <a:solidFill>
                  <a:schemeClr val="bg1"/>
                </a:solidFill>
              </a:rPr>
              <a:t>The venous circuit: </a:t>
            </a:r>
          </a:p>
          <a:p>
            <a:pPr lvl="2" indent="-228600">
              <a:lnSpc>
                <a:spcPct val="90000"/>
              </a:lnSpc>
              <a:spcAft>
                <a:spcPts val="600"/>
              </a:spcAft>
              <a:buFont typeface="Arial" panose="020B0604020202020204" pitchFamily="34" charset="0"/>
              <a:buChar char="•"/>
            </a:pPr>
            <a:r>
              <a:rPr lang="en-US" sz="1600" dirty="0">
                <a:solidFill>
                  <a:schemeClr val="bg1"/>
                </a:solidFill>
              </a:rPr>
              <a:t>Begins with the venules that drain the capillaries </a:t>
            </a:r>
          </a:p>
          <a:p>
            <a:pPr lvl="2" indent="-228600">
              <a:lnSpc>
                <a:spcPct val="90000"/>
              </a:lnSpc>
              <a:spcAft>
                <a:spcPts val="600"/>
              </a:spcAft>
              <a:buFont typeface="Arial" panose="020B0604020202020204" pitchFamily="34" charset="0"/>
              <a:buChar char="•"/>
            </a:pPr>
            <a:r>
              <a:rPr lang="en-US" sz="1600" dirty="0">
                <a:solidFill>
                  <a:schemeClr val="bg1"/>
                </a:solidFill>
              </a:rPr>
              <a:t>Join to form smaller veins and merge to form the main pulmonary veins</a:t>
            </a:r>
          </a:p>
          <a:p>
            <a:pPr lvl="2" indent="-228600">
              <a:lnSpc>
                <a:spcPct val="90000"/>
              </a:lnSpc>
              <a:spcAft>
                <a:spcPts val="600"/>
              </a:spcAft>
              <a:buFont typeface="Arial" panose="020B0604020202020204" pitchFamily="34" charset="0"/>
              <a:buChar char="•"/>
            </a:pPr>
            <a:r>
              <a:rPr lang="en-US" sz="1600" dirty="0">
                <a:solidFill>
                  <a:schemeClr val="bg1"/>
                </a:solidFill>
              </a:rPr>
              <a:t>Drain into the </a:t>
            </a:r>
            <a:r>
              <a:rPr lang="en-US" sz="1600" b="1" dirty="0">
                <a:solidFill>
                  <a:schemeClr val="bg1"/>
                </a:solidFill>
              </a:rPr>
              <a:t>Left atrium </a:t>
            </a:r>
          </a:p>
          <a:p>
            <a:pPr lvl="1" indent="-228600">
              <a:lnSpc>
                <a:spcPct val="90000"/>
              </a:lnSpc>
              <a:spcAft>
                <a:spcPts val="600"/>
              </a:spcAft>
              <a:buFont typeface="Arial" panose="020B0604020202020204" pitchFamily="34" charset="0"/>
              <a:buChar char="•"/>
            </a:pPr>
            <a:r>
              <a:rPr lang="en-US" sz="1600" dirty="0">
                <a:solidFill>
                  <a:schemeClr val="bg1"/>
                </a:solidFill>
              </a:rPr>
              <a:t>The Lymphatics: </a:t>
            </a:r>
          </a:p>
          <a:p>
            <a:pPr lvl="2" indent="-228600">
              <a:lnSpc>
                <a:spcPct val="90000"/>
              </a:lnSpc>
              <a:spcAft>
                <a:spcPts val="600"/>
              </a:spcAft>
              <a:buFont typeface="Arial" panose="020B0604020202020204" pitchFamily="34" charset="0"/>
              <a:buChar char="•"/>
            </a:pPr>
            <a:r>
              <a:rPr lang="en-US" sz="1600" dirty="0">
                <a:solidFill>
                  <a:schemeClr val="bg1"/>
                </a:solidFill>
              </a:rPr>
              <a:t>Crucial role in maintaining dry alveolar membrane and prevent accumulation of tissue fluid around the pulmonary circulation </a:t>
            </a:r>
          </a:p>
          <a:p>
            <a:pPr lvl="1" indent="-228600">
              <a:lnSpc>
                <a:spcPct val="90000"/>
              </a:lnSpc>
              <a:spcAft>
                <a:spcPts val="600"/>
              </a:spcAft>
              <a:buFont typeface="Arial" panose="020B0604020202020204" pitchFamily="34" charset="0"/>
              <a:buChar char="•"/>
            </a:pPr>
            <a:r>
              <a:rPr lang="en-US" sz="1600" dirty="0">
                <a:solidFill>
                  <a:schemeClr val="bg1"/>
                </a:solidFill>
              </a:rPr>
              <a:t>Bronchial circulation :</a:t>
            </a:r>
          </a:p>
          <a:p>
            <a:pPr lvl="2" indent="-228600">
              <a:lnSpc>
                <a:spcPct val="90000"/>
              </a:lnSpc>
              <a:spcAft>
                <a:spcPts val="600"/>
              </a:spcAft>
              <a:buFont typeface="Arial" panose="020B0604020202020204" pitchFamily="34" charset="0"/>
              <a:buChar char="•"/>
            </a:pPr>
            <a:r>
              <a:rPr lang="en-US" sz="1600" dirty="0">
                <a:solidFill>
                  <a:schemeClr val="bg1"/>
                </a:solidFill>
              </a:rPr>
              <a:t>Supplies the lung parenchyma with oxygenated blood </a:t>
            </a:r>
          </a:p>
          <a:p>
            <a:pPr lvl="2" indent="-228600">
              <a:lnSpc>
                <a:spcPct val="90000"/>
              </a:lnSpc>
              <a:spcAft>
                <a:spcPts val="600"/>
              </a:spcAft>
              <a:buFont typeface="Arial" panose="020B0604020202020204" pitchFamily="34" charset="0"/>
              <a:buChar char="•"/>
            </a:pPr>
            <a:r>
              <a:rPr lang="en-US" sz="1600" dirty="0">
                <a:solidFill>
                  <a:schemeClr val="bg1"/>
                </a:solidFill>
              </a:rPr>
              <a:t>~1% of cardiac output </a:t>
            </a:r>
          </a:p>
          <a:p>
            <a:pPr lvl="2" indent="-228600">
              <a:lnSpc>
                <a:spcPct val="90000"/>
              </a:lnSpc>
              <a:spcAft>
                <a:spcPts val="600"/>
              </a:spcAft>
              <a:buFont typeface="Arial" panose="020B0604020202020204" pitchFamily="34" charset="0"/>
              <a:buChar char="•"/>
            </a:pPr>
            <a:r>
              <a:rPr lang="en-US" sz="1600" dirty="0">
                <a:solidFill>
                  <a:schemeClr val="bg1"/>
                </a:solidFill>
              </a:rPr>
              <a:t>Arises from the aorta </a:t>
            </a:r>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14</a:t>
            </a:fld>
            <a:endParaRPr lang="en-GB"/>
          </a:p>
        </p:txBody>
      </p:sp>
    </p:spTree>
    <p:extLst>
      <p:ext uri="{BB962C8B-B14F-4D97-AF65-F5344CB8AC3E}">
        <p14:creationId xmlns:p14="http://schemas.microsoft.com/office/powerpoint/2010/main" val="1863773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16</a:t>
            </a:fld>
            <a:endParaRPr lang="en-GB"/>
          </a:p>
        </p:txBody>
      </p:sp>
    </p:spTree>
    <p:extLst>
      <p:ext uri="{BB962C8B-B14F-4D97-AF65-F5344CB8AC3E}">
        <p14:creationId xmlns:p14="http://schemas.microsoft.com/office/powerpoint/2010/main" val="1681170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17</a:t>
            </a:fld>
            <a:endParaRPr lang="en-GB"/>
          </a:p>
        </p:txBody>
      </p:sp>
    </p:spTree>
    <p:extLst>
      <p:ext uri="{BB962C8B-B14F-4D97-AF65-F5344CB8AC3E}">
        <p14:creationId xmlns:p14="http://schemas.microsoft.com/office/powerpoint/2010/main" val="1339489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28600">
              <a:lnSpc>
                <a:spcPct val="90000"/>
              </a:lnSpc>
              <a:spcAft>
                <a:spcPts val="600"/>
              </a:spcAft>
              <a:buFont typeface="Arial" panose="020B0604020202020204" pitchFamily="34" charset="0"/>
              <a:buChar char="•"/>
            </a:pPr>
            <a:r>
              <a:rPr lang="en-US" sz="1200" dirty="0">
                <a:solidFill>
                  <a:schemeClr val="bg1"/>
                </a:solidFill>
              </a:rPr>
              <a:t>Pleural cavity filled with small amount of serous fluid with 2 key functions: </a:t>
            </a:r>
          </a:p>
          <a:p>
            <a:pPr indent="-228600">
              <a:lnSpc>
                <a:spcPct val="90000"/>
              </a:lnSpc>
              <a:spcAft>
                <a:spcPts val="600"/>
              </a:spcAft>
              <a:buFont typeface="Arial" panose="020B0604020202020204" pitchFamily="34" charset="0"/>
              <a:buChar char="•"/>
            </a:pPr>
            <a:r>
              <a:rPr lang="en-US" sz="1200" dirty="0">
                <a:solidFill>
                  <a:schemeClr val="bg1"/>
                </a:solidFill>
              </a:rPr>
              <a:t>- allows for reduced friction during respiration </a:t>
            </a:r>
          </a:p>
          <a:p>
            <a:pPr indent="-228600">
              <a:lnSpc>
                <a:spcPct val="90000"/>
              </a:lnSpc>
              <a:spcAft>
                <a:spcPts val="600"/>
              </a:spcAft>
              <a:buFont typeface="Arial" panose="020B0604020202020204" pitchFamily="34" charset="0"/>
              <a:buChar char="•"/>
            </a:pPr>
            <a:r>
              <a:rPr lang="en-US" sz="1200" dirty="0">
                <a:solidFill>
                  <a:schemeClr val="bg1"/>
                </a:solidFill>
              </a:rPr>
              <a:t>- Generates surface tension </a:t>
            </a:r>
          </a:p>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18</a:t>
            </a:fld>
            <a:endParaRPr lang="en-GB"/>
          </a:p>
        </p:txBody>
      </p:sp>
    </p:spTree>
    <p:extLst>
      <p:ext uri="{BB962C8B-B14F-4D97-AF65-F5344CB8AC3E}">
        <p14:creationId xmlns:p14="http://schemas.microsoft.com/office/powerpoint/2010/main" val="1900660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GB" b="0" i="0" dirty="0">
                <a:effectLst/>
                <a:latin typeface="+mn-lt"/>
              </a:rPr>
              <a:t>Surface tension in the lungs is the inward force created by water molecules at the air-liquid interface within the alveoli</a:t>
            </a:r>
            <a:r>
              <a:rPr lang="en-GB" b="0" i="0" u="none" strike="noStrike" dirty="0">
                <a:effectLst/>
                <a:latin typeface="+mn-lt"/>
                <a:hlinkClick r:id="rId3"/>
              </a:rPr>
              <a:t>1</a:t>
            </a:r>
          </a:p>
          <a:p>
            <a:pPr algn="l">
              <a:buFont typeface="Arial" panose="020B0604020202020204" pitchFamily="34" charset="0"/>
              <a:buNone/>
            </a:pPr>
            <a:r>
              <a:rPr lang="en-GB" b="0" i="0" dirty="0">
                <a:effectLst/>
                <a:latin typeface="+mn-lt"/>
              </a:rPr>
              <a:t> This occurs because</a:t>
            </a:r>
            <a:r>
              <a:rPr lang="en-GB" b="0" i="0" dirty="0">
                <a:effectLst/>
                <a:latin typeface="__fkGroteskNeue_598ab8"/>
              </a:rPr>
              <a:t>: </a:t>
            </a:r>
          </a:p>
          <a:p>
            <a:pPr algn="l">
              <a:buFont typeface="Arial" panose="020B0604020202020204" pitchFamily="34" charset="0"/>
              <a:buChar char="•"/>
            </a:pPr>
            <a:r>
              <a:rPr lang="en-GB" b="0" i="0" dirty="0">
                <a:effectLst/>
                <a:latin typeface="__fkGroteskNeue_598ab8"/>
              </a:rPr>
              <a:t>The alveoli are lined with a thin layer of fluid </a:t>
            </a:r>
          </a:p>
          <a:p>
            <a:pPr algn="l">
              <a:buFont typeface="Arial" panose="020B0604020202020204" pitchFamily="34" charset="0"/>
              <a:buChar char="•"/>
            </a:pPr>
            <a:r>
              <a:rPr lang="en-GB" b="0" i="0" dirty="0">
                <a:effectLst/>
                <a:latin typeface="__fkGroteskNeue_598ab8"/>
              </a:rPr>
              <a:t>Water molecules in this fluid tend to pull together due to their polar nature</a:t>
            </a:r>
          </a:p>
          <a:p>
            <a:pPr algn="l">
              <a:buFont typeface="Arial" panose="020B0604020202020204" pitchFamily="34" charset="0"/>
              <a:buChar char="•"/>
            </a:pPr>
            <a:r>
              <a:rPr lang="en-GB" b="0" i="0" dirty="0">
                <a:effectLst/>
                <a:latin typeface="__fkGroteskNeue_598ab8"/>
              </a:rPr>
              <a:t>This creates an inward force that reduces the surface area of the alveoli</a:t>
            </a:r>
          </a:p>
          <a:p>
            <a:pPr algn="ctr">
              <a:buFont typeface="+mj-lt"/>
              <a:buNone/>
            </a:pPr>
            <a:endParaRPr lang="en-GB" b="0" i="0" dirty="0">
              <a:effectLst/>
              <a:latin typeface="__fkGroteskNeue_598ab8"/>
            </a:endParaRPr>
          </a:p>
          <a:p>
            <a:pPr algn="ctr">
              <a:buFont typeface="+mj-lt"/>
              <a:buAutoNum type="arabicPeriod"/>
            </a:pPr>
            <a:endParaRPr lang="en-GB" b="0" i="0" dirty="0">
              <a:effectLst/>
              <a:latin typeface="__fkGroteskNeue_598ab8"/>
            </a:endParaRPr>
          </a:p>
          <a:p>
            <a:pPr algn="ctr">
              <a:buFont typeface="+mj-lt"/>
              <a:buAutoNum type="arabicPeriod"/>
            </a:pPr>
            <a:r>
              <a:rPr lang="en-GB" b="0" i="0" dirty="0">
                <a:effectLst/>
                <a:latin typeface="__fkGroteskNeue_598ab8"/>
              </a:rPr>
              <a:t>The pleural fluid's surface tension properties have several key </a:t>
            </a:r>
            <a:r>
              <a:rPr lang="en-GB" b="0" i="0" dirty="0" err="1">
                <a:effectLst/>
                <a:latin typeface="__fkGroteskNeue_598ab8"/>
              </a:rPr>
              <a:t>effects:Promotes</a:t>
            </a:r>
            <a:r>
              <a:rPr lang="en-GB" b="0" i="0" dirty="0">
                <a:effectLst/>
                <a:latin typeface="__fkGroteskNeue_598ab8"/>
              </a:rPr>
              <a:t> lung expansion - The adhesive forces created by surface tension help pull the lungs outward during inspiration</a:t>
            </a:r>
            <a:r>
              <a:rPr lang="en-GB" b="0" i="0" u="none" strike="noStrike" dirty="0">
                <a:effectLst/>
                <a:latin typeface="var(--font-berkeley-mono)"/>
                <a:hlinkClick r:id="rId4"/>
              </a:rPr>
              <a:t>3</a:t>
            </a:r>
          </a:p>
          <a:p>
            <a:pPr algn="ctr">
              <a:buFont typeface="+mj-lt"/>
              <a:buAutoNum type="arabicPeriod"/>
            </a:pPr>
            <a:r>
              <a:rPr lang="en-GB" b="0" i="0" dirty="0">
                <a:effectLst/>
                <a:latin typeface="__fkGroteskNeue_598ab8"/>
              </a:rPr>
              <a:t>Prevents alveolar collapse - By keeping the lungs expanded, it counteracts the tendency of alveoli to collapse due to their own surface tension</a:t>
            </a:r>
            <a:r>
              <a:rPr lang="en-GB" b="0" i="0" u="none" strike="noStrike" dirty="0">
                <a:effectLst/>
                <a:latin typeface="var(--font-berkeley-mono)"/>
                <a:hlinkClick r:id="rId5"/>
              </a:rPr>
              <a:t>1</a:t>
            </a:r>
          </a:p>
          <a:p>
            <a:pPr algn="ctr">
              <a:buFont typeface="+mj-lt"/>
              <a:buAutoNum type="arabicPeriod"/>
            </a:pPr>
            <a:r>
              <a:rPr lang="en-GB" b="0" i="0" dirty="0">
                <a:effectLst/>
                <a:latin typeface="__fkGroteskNeue_598ab8"/>
              </a:rPr>
              <a:t>Improves compliance - The lubrication and adhesion provided by the pleural fluid increases lung compliance, making breathing easier</a:t>
            </a:r>
            <a:r>
              <a:rPr lang="en-GB" b="0" i="0" u="none" strike="noStrike" dirty="0">
                <a:effectLst/>
                <a:latin typeface="var(--font-berkeley-mono)"/>
                <a:hlinkClick r:id="rId6"/>
              </a:rPr>
              <a:t>2</a:t>
            </a:r>
          </a:p>
          <a:p>
            <a:pPr algn="l">
              <a:buFont typeface="+mj-lt"/>
              <a:buAutoNum type="arabicPeriod"/>
            </a:pPr>
            <a:r>
              <a:rPr lang="en-GB" b="0" i="0" dirty="0">
                <a:effectLst/>
                <a:latin typeface="__fkGroteskNeue_598ab8"/>
              </a:rPr>
              <a:t>Facilitates pressure changes - The fluid allows for rapid transmission of pressure changes throughout the pleural cavity during breathing</a:t>
            </a:r>
          </a:p>
          <a:p>
            <a:endParaRPr lang="en-GB" dirty="0"/>
          </a:p>
        </p:txBody>
      </p:sp>
      <p:sp>
        <p:nvSpPr>
          <p:cNvPr id="4" name="Slide Number Placeholder 3"/>
          <p:cNvSpPr>
            <a:spLocks noGrp="1"/>
          </p:cNvSpPr>
          <p:nvPr>
            <p:ph type="sldNum" sz="quarter" idx="5"/>
          </p:nvPr>
        </p:nvSpPr>
        <p:spPr/>
        <p:txBody>
          <a:bodyPr/>
          <a:lstStyle/>
          <a:p>
            <a:fld id="{5F8AEBDF-FA9F-44BF-808B-4E2120B59936}" type="slidenum">
              <a:rPr lang="en-GB" smtClean="0"/>
              <a:t>19</a:t>
            </a:fld>
            <a:endParaRPr lang="en-GB"/>
          </a:p>
        </p:txBody>
      </p:sp>
    </p:spTree>
    <p:extLst>
      <p:ext uri="{BB962C8B-B14F-4D97-AF65-F5344CB8AC3E}">
        <p14:creationId xmlns:p14="http://schemas.microsoft.com/office/powerpoint/2010/main" val="2021354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a typeface="Cambria"/>
              </a:rPr>
              <a:t>Pleural pathologies cause issues with proper expansion and movement of the lungs</a:t>
            </a:r>
          </a:p>
          <a:p>
            <a:r>
              <a:rPr lang="en-GB" dirty="0">
                <a:ea typeface="Cambria"/>
              </a:rPr>
              <a:t>Here are a few examples of this....</a:t>
            </a:r>
          </a:p>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20</a:t>
            </a:fld>
            <a:endParaRPr lang="en-GB"/>
          </a:p>
        </p:txBody>
      </p:sp>
    </p:spTree>
    <p:extLst>
      <p:ext uri="{BB962C8B-B14F-4D97-AF65-F5344CB8AC3E}">
        <p14:creationId xmlns:p14="http://schemas.microsoft.com/office/powerpoint/2010/main" val="3535167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Image 2: </a:t>
            </a:r>
            <a:r>
              <a:rPr lang="en-GB" i="1" dirty="0">
                <a:effectLst/>
              </a:rPr>
              <a:t>Pleural effusions</a:t>
            </a:r>
            <a:r>
              <a:rPr lang="en-GB" dirty="0">
                <a:effectLst/>
              </a:rPr>
              <a:t> (no date) </a:t>
            </a:r>
            <a:r>
              <a:rPr lang="en-GB" i="1" dirty="0">
                <a:effectLst/>
              </a:rPr>
              <a:t>Radiology at St. Vincent’s University Hospital</a:t>
            </a:r>
            <a:r>
              <a:rPr lang="en-GB" dirty="0">
                <a:effectLst/>
              </a:rPr>
              <a:t>. Available at: http://www.svuhradiology.ie/case-study/pleural-effusions/ (Accessed: 17 November 2023). </a:t>
            </a:r>
          </a:p>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22</a:t>
            </a:fld>
            <a:endParaRPr lang="en-GB"/>
          </a:p>
        </p:txBody>
      </p:sp>
    </p:spTree>
    <p:extLst>
      <p:ext uri="{BB962C8B-B14F-4D97-AF65-F5344CB8AC3E}">
        <p14:creationId xmlns:p14="http://schemas.microsoft.com/office/powerpoint/2010/main" val="6805817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a:ea typeface="Cambria"/>
              </a:rPr>
              <a:t>Tension:</a:t>
            </a:r>
          </a:p>
          <a:p>
            <a:pPr lvl="1"/>
            <a:r>
              <a:rPr lang="en-GB" dirty="0">
                <a:ea typeface="Cambria"/>
              </a:rPr>
              <a:t>The result of blunt or penetrating trauma </a:t>
            </a:r>
          </a:p>
          <a:p>
            <a:pPr lvl="1"/>
            <a:r>
              <a:rPr lang="en-GB" dirty="0">
                <a:ea typeface="Cambria"/>
              </a:rPr>
              <a:t>The leak in the visceral pleura creates a one-way valve allowing air into the thorax but not allowing it to escape. </a:t>
            </a:r>
          </a:p>
          <a:p>
            <a:pPr lvl="1"/>
            <a:r>
              <a:rPr lang="en-GB" dirty="0">
                <a:ea typeface="Cambria"/>
              </a:rPr>
              <a:t>Requires urgent decompression </a:t>
            </a:r>
          </a:p>
          <a:p>
            <a:pPr lvl="1"/>
            <a:r>
              <a:rPr lang="en-GB" dirty="0">
                <a:ea typeface="Cambria"/>
              </a:rPr>
              <a:t>Pushes the mediastinal structures </a:t>
            </a:r>
            <a:r>
              <a:rPr lang="en-GB" b="1" dirty="0">
                <a:solidFill>
                  <a:srgbClr val="FF0000"/>
                </a:solidFill>
                <a:ea typeface="Cambria"/>
              </a:rPr>
              <a:t>away</a:t>
            </a:r>
            <a:r>
              <a:rPr lang="en-GB" dirty="0">
                <a:ea typeface="Cambria"/>
              </a:rPr>
              <a:t> because of the increased pleural space pressure </a:t>
            </a:r>
          </a:p>
          <a:p>
            <a:pPr lvl="1"/>
            <a:endParaRPr lang="en-GB" dirty="0">
              <a:ea typeface="Cambria"/>
            </a:endParaRPr>
          </a:p>
          <a:p>
            <a:pPr lvl="1"/>
            <a:r>
              <a:rPr lang="en-GB" dirty="0" err="1">
                <a:ea typeface="Cambria"/>
              </a:rPr>
              <a:t>Spontanious</a:t>
            </a:r>
            <a:r>
              <a:rPr lang="en-GB" dirty="0">
                <a:ea typeface="Cambria"/>
              </a:rPr>
              <a:t>:</a:t>
            </a:r>
          </a:p>
          <a:p>
            <a:pPr lvl="1"/>
            <a:r>
              <a:rPr lang="en-GB" dirty="0">
                <a:ea typeface="Cambria"/>
              </a:rPr>
              <a:t>Can occur without a known eliciting event </a:t>
            </a:r>
          </a:p>
          <a:p>
            <a:pPr lvl="1"/>
            <a:r>
              <a:rPr lang="en-GB" dirty="0">
                <a:ea typeface="Cambria"/>
              </a:rPr>
              <a:t>Can occur because of underlying pathology or significant atelectasis of the lung</a:t>
            </a:r>
          </a:p>
          <a:p>
            <a:pPr lvl="1"/>
            <a:r>
              <a:rPr lang="en-GB" dirty="0">
                <a:ea typeface="Cambria"/>
              </a:rPr>
              <a:t>Normally treated with a drain </a:t>
            </a:r>
          </a:p>
          <a:p>
            <a:pPr lvl="1"/>
            <a:r>
              <a:rPr lang="en-GB" dirty="0">
                <a:ea typeface="Cambria"/>
              </a:rPr>
              <a:t>Pulls the mediastinal structures </a:t>
            </a:r>
            <a:r>
              <a:rPr lang="en-GB" b="1" dirty="0">
                <a:solidFill>
                  <a:srgbClr val="FF0000"/>
                </a:solidFill>
                <a:ea typeface="Cambria"/>
              </a:rPr>
              <a:t>towards it. </a:t>
            </a:r>
            <a:endParaRPr lang="en-GB" dirty="0">
              <a:ea typeface="Cambria"/>
            </a:endParaRPr>
          </a:p>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25</a:t>
            </a:fld>
            <a:endParaRPr lang="en-GB"/>
          </a:p>
        </p:txBody>
      </p:sp>
    </p:spTree>
    <p:extLst>
      <p:ext uri="{BB962C8B-B14F-4D97-AF65-F5344CB8AC3E}">
        <p14:creationId xmlns:p14="http://schemas.microsoft.com/office/powerpoint/2010/main" val="10391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a:ea typeface="Cambria"/>
              </a:rPr>
              <a:t>Tension:</a:t>
            </a:r>
          </a:p>
          <a:p>
            <a:pPr lvl="1"/>
            <a:r>
              <a:rPr lang="en-GB" dirty="0">
                <a:ea typeface="Cambria"/>
              </a:rPr>
              <a:t>The result of blunt or penetrating trauma </a:t>
            </a:r>
          </a:p>
          <a:p>
            <a:pPr lvl="1"/>
            <a:r>
              <a:rPr lang="en-GB" dirty="0">
                <a:ea typeface="Cambria"/>
              </a:rPr>
              <a:t>The leak in the visceral pleura creates a one-way valve allowing air into the thorax but not allowing it to escape. </a:t>
            </a:r>
          </a:p>
          <a:p>
            <a:pPr lvl="1"/>
            <a:r>
              <a:rPr lang="en-GB" dirty="0">
                <a:ea typeface="Cambria"/>
              </a:rPr>
              <a:t>Requires urgent decompression </a:t>
            </a:r>
          </a:p>
          <a:p>
            <a:pPr lvl="1"/>
            <a:r>
              <a:rPr lang="en-GB" dirty="0">
                <a:ea typeface="Cambria"/>
              </a:rPr>
              <a:t>Pushes the mediastinal structures </a:t>
            </a:r>
            <a:r>
              <a:rPr lang="en-GB" b="1" dirty="0">
                <a:solidFill>
                  <a:srgbClr val="FF0000"/>
                </a:solidFill>
                <a:ea typeface="Cambria"/>
              </a:rPr>
              <a:t>away</a:t>
            </a:r>
            <a:r>
              <a:rPr lang="en-GB" dirty="0">
                <a:ea typeface="Cambria"/>
              </a:rPr>
              <a:t> because of the increased pleural space pressure </a:t>
            </a:r>
          </a:p>
          <a:p>
            <a:endParaRPr lang="en-GB" dirty="0"/>
          </a:p>
          <a:p>
            <a:r>
              <a:rPr lang="en-GB" dirty="0" err="1"/>
              <a:t>Spontanious</a:t>
            </a:r>
            <a:r>
              <a:rPr lang="en-GB" dirty="0"/>
              <a:t> : </a:t>
            </a:r>
          </a:p>
          <a:p>
            <a:r>
              <a:rPr lang="en-GB" dirty="0"/>
              <a:t>Can occur without eliciting event </a:t>
            </a:r>
          </a:p>
          <a:p>
            <a:r>
              <a:rPr lang="en-GB" dirty="0"/>
              <a:t>Can </a:t>
            </a:r>
            <a:r>
              <a:rPr lang="en-GB" dirty="0" err="1"/>
              <a:t>pccur</a:t>
            </a:r>
            <a:r>
              <a:rPr lang="en-GB" dirty="0"/>
              <a:t> because of underlying pathology / significant atelectasis of lung </a:t>
            </a:r>
          </a:p>
          <a:p>
            <a:r>
              <a:rPr lang="en-GB" dirty="0"/>
              <a:t>Normally treated with a drain </a:t>
            </a:r>
          </a:p>
          <a:p>
            <a:r>
              <a:rPr lang="en-GB" dirty="0"/>
              <a:t>Pulls the mediastinal structures towards it </a:t>
            </a:r>
          </a:p>
        </p:txBody>
      </p:sp>
      <p:sp>
        <p:nvSpPr>
          <p:cNvPr id="4" name="Slide Number Placeholder 3"/>
          <p:cNvSpPr>
            <a:spLocks noGrp="1"/>
          </p:cNvSpPr>
          <p:nvPr>
            <p:ph type="sldNum" sz="quarter" idx="5"/>
          </p:nvPr>
        </p:nvSpPr>
        <p:spPr/>
        <p:txBody>
          <a:bodyPr/>
          <a:lstStyle/>
          <a:p>
            <a:fld id="{5F8AEBDF-FA9F-44BF-808B-4E2120B59936}" type="slidenum">
              <a:rPr lang="en-GB" smtClean="0"/>
              <a:t>26</a:t>
            </a:fld>
            <a:endParaRPr lang="en-GB"/>
          </a:p>
        </p:txBody>
      </p:sp>
    </p:spTree>
    <p:extLst>
      <p:ext uri="{BB962C8B-B14F-4D97-AF65-F5344CB8AC3E}">
        <p14:creationId xmlns:p14="http://schemas.microsoft.com/office/powerpoint/2010/main" val="1771215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27</a:t>
            </a:fld>
            <a:endParaRPr lang="en-GB"/>
          </a:p>
        </p:txBody>
      </p:sp>
    </p:spTree>
    <p:extLst>
      <p:ext uri="{BB962C8B-B14F-4D97-AF65-F5344CB8AC3E}">
        <p14:creationId xmlns:p14="http://schemas.microsoft.com/office/powerpoint/2010/main" val="1502245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7E9316-72A3-4277-9F34-F34C8DCEA2AD}" type="slidenum">
              <a:rPr lang="en-GB" smtClean="0"/>
              <a:t>29</a:t>
            </a:fld>
            <a:endParaRPr lang="en-GB"/>
          </a:p>
        </p:txBody>
      </p:sp>
    </p:spTree>
    <p:extLst>
      <p:ext uri="{BB962C8B-B14F-4D97-AF65-F5344CB8AC3E}">
        <p14:creationId xmlns:p14="http://schemas.microsoft.com/office/powerpoint/2010/main" val="40876173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B6982B-DF9A-1FF1-93ED-B4CFDC1849A9}"/>
              </a:ext>
            </a:extLst>
          </p:cNvPr>
          <p:cNvSpPr/>
          <p:nvPr/>
        </p:nvSpPr>
        <p:spPr>
          <a:xfrm>
            <a:off x="1" y="2887133"/>
            <a:ext cx="12192000" cy="39708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8CE2602-3CA0-38E5-41B0-B384623CA5DF}"/>
              </a:ext>
            </a:extLst>
          </p:cNvPr>
          <p:cNvSpPr>
            <a:spLocks noGrp="1"/>
          </p:cNvSpPr>
          <p:nvPr>
            <p:ph type="ctrTitle"/>
          </p:nvPr>
        </p:nvSpPr>
        <p:spPr>
          <a:xfrm>
            <a:off x="0" y="2965185"/>
            <a:ext cx="9144000" cy="2387600"/>
          </a:xfrm>
        </p:spPr>
        <p:txBody>
          <a:bodyPr anchor="b"/>
          <a:lstStyle>
            <a:lvl1pPr algn="l">
              <a:defRPr sz="600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3F43682A-A1AB-B6CB-9103-BCB53ED40C59}"/>
              </a:ext>
            </a:extLst>
          </p:cNvPr>
          <p:cNvSpPr>
            <a:spLocks noGrp="1"/>
          </p:cNvSpPr>
          <p:nvPr>
            <p:ph type="subTitle" idx="1" hasCustomPrompt="1"/>
          </p:nvPr>
        </p:nvSpPr>
        <p:spPr>
          <a:xfrm>
            <a:off x="59267" y="6163734"/>
            <a:ext cx="4411134" cy="6265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Isobel Davies </a:t>
            </a:r>
          </a:p>
        </p:txBody>
      </p:sp>
      <p:pic>
        <p:nvPicPr>
          <p:cNvPr id="8" name="Picture 7">
            <a:extLst>
              <a:ext uri="{FF2B5EF4-FFF2-40B4-BE49-F238E27FC236}">
                <a16:creationId xmlns:a16="http://schemas.microsoft.com/office/drawing/2014/main" id="{C13AD7B5-196D-B7AE-8987-C9434319E26A}"/>
              </a:ext>
            </a:extLst>
          </p:cNvPr>
          <p:cNvPicPr>
            <a:picLocks noChangeAspect="1"/>
          </p:cNvPicPr>
          <p:nvPr/>
        </p:nvPicPr>
        <p:blipFill>
          <a:blip r:embed="rId2"/>
          <a:stretch>
            <a:fillRect/>
          </a:stretch>
        </p:blipFill>
        <p:spPr>
          <a:xfrm>
            <a:off x="10414001" y="0"/>
            <a:ext cx="1777999" cy="1000124"/>
          </a:xfrm>
          <a:prstGeom prst="rect">
            <a:avLst/>
          </a:prstGeom>
        </p:spPr>
      </p:pic>
    </p:spTree>
    <p:extLst>
      <p:ext uri="{BB962C8B-B14F-4D97-AF65-F5344CB8AC3E}">
        <p14:creationId xmlns:p14="http://schemas.microsoft.com/office/powerpoint/2010/main" val="3614157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E6E5A8-1C06-D60B-70CA-D309FCB28D08}"/>
              </a:ext>
            </a:extLst>
          </p:cNvPr>
          <p:cNvSpPr/>
          <p:nvPr/>
        </p:nvSpPr>
        <p:spPr>
          <a:xfrm>
            <a:off x="0" y="14490"/>
            <a:ext cx="12192000" cy="16906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9BD9620-0840-C4B1-AF6F-DD56DF7A7E6A}"/>
              </a:ext>
            </a:extLst>
          </p:cNvPr>
          <p:cNvSpPr>
            <a:spLocks noGrp="1"/>
          </p:cNvSpPr>
          <p:nvPr>
            <p:ph type="title"/>
          </p:nvPr>
        </p:nvSpPr>
        <p:spPr>
          <a:xfrm>
            <a:off x="0" y="379615"/>
            <a:ext cx="10515600" cy="1325563"/>
          </a:xfrm>
        </p:spPr>
        <p:txBody>
          <a:bodyPr/>
          <a:lstStyle>
            <a:lvl1pPr>
              <a:defRPr>
                <a:solidFill>
                  <a:schemeClr val="bg1"/>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4D874E31-07C2-31AD-FA63-685EA15A5468}"/>
              </a:ext>
            </a:extLst>
          </p:cNvPr>
          <p:cNvSpPr>
            <a:spLocks noGrp="1"/>
          </p:cNvSpPr>
          <p:nvPr>
            <p:ph idx="1"/>
          </p:nvPr>
        </p:nvSpPr>
        <p:spPr>
          <a:xfrm>
            <a:off x="838200" y="2313764"/>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London Metropolitan University | Diversity Abroad">
            <a:extLst>
              <a:ext uri="{FF2B5EF4-FFF2-40B4-BE49-F238E27FC236}">
                <a16:creationId xmlns:a16="http://schemas.microsoft.com/office/drawing/2014/main" id="{2C8BDD7A-1330-487C-FF88-28ED18CDBE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676697B3-46FF-F729-55F0-8D65553CC0B9}"/>
              </a:ext>
            </a:extLst>
          </p:cNvPr>
          <p:cNvCxnSpPr>
            <a:cxnSpLocks/>
          </p:cNvCxnSpPr>
          <p:nvPr/>
        </p:nvCxnSpPr>
        <p:spPr>
          <a:xfrm>
            <a:off x="302508" y="1993805"/>
            <a:ext cx="2585071" cy="0"/>
          </a:xfrm>
          <a:prstGeom prst="line">
            <a:avLst/>
          </a:prstGeom>
          <a:ln w="5715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16769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4280-D226-DC14-4714-F32FED72BB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4465485-9EF5-9139-DB1C-DD992D31B2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B4C0F-1E63-482B-0959-FF548E261DCB}"/>
              </a:ext>
            </a:extLst>
          </p:cNvPr>
          <p:cNvSpPr>
            <a:spLocks noGrp="1"/>
          </p:cNvSpPr>
          <p:nvPr>
            <p:ph type="dt" sz="half" idx="10"/>
          </p:nvPr>
        </p:nvSpPr>
        <p:spPr/>
        <p:txBody>
          <a:bodyPr/>
          <a:lstStyle/>
          <a:p>
            <a:fld id="{01BC331C-9C15-4EBF-B28C-C496046A8A37}" type="datetimeFigureOut">
              <a:rPr lang="en-GB" smtClean="0"/>
              <a:t>20/10/2024</a:t>
            </a:fld>
            <a:endParaRPr lang="en-GB"/>
          </a:p>
        </p:txBody>
      </p:sp>
      <p:sp>
        <p:nvSpPr>
          <p:cNvPr id="5" name="Footer Placeholder 4">
            <a:extLst>
              <a:ext uri="{FF2B5EF4-FFF2-40B4-BE49-F238E27FC236}">
                <a16:creationId xmlns:a16="http://schemas.microsoft.com/office/drawing/2014/main" id="{9FCE5A6F-8CAA-D3A4-98AC-C0525D70CE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0D0565-40DA-A613-6B6A-772805D9BCA5}"/>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173070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73134-B677-1832-5CBC-48A6F612F4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906954F-E310-3BC8-BD78-8AC1FE4A15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7">
            <a:extLst>
              <a:ext uri="{FF2B5EF4-FFF2-40B4-BE49-F238E27FC236}">
                <a16:creationId xmlns:a16="http://schemas.microsoft.com/office/drawing/2014/main" id="{5A992008-0414-B2B9-91BD-C32B64F1CA41}"/>
              </a:ext>
            </a:extLst>
          </p:cNvPr>
          <p:cNvSpPr/>
          <p:nvPr/>
        </p:nvSpPr>
        <p:spPr>
          <a:xfrm>
            <a:off x="0" y="1"/>
            <a:ext cx="12192000" cy="132003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363F11F-9927-39C5-32EA-4B9CAF425391}"/>
              </a:ext>
            </a:extLst>
          </p:cNvPr>
          <p:cNvSpPr>
            <a:spLocks noGrp="1"/>
          </p:cNvSpPr>
          <p:nvPr>
            <p:ph type="title"/>
          </p:nvPr>
        </p:nvSpPr>
        <p:spPr>
          <a:xfrm>
            <a:off x="0" y="410368"/>
            <a:ext cx="10515600" cy="1325563"/>
          </a:xfrm>
        </p:spPr>
        <p:txBody>
          <a:bodyPr/>
          <a:lstStyle>
            <a:lvl1pPr>
              <a:defRPr>
                <a:solidFill>
                  <a:schemeClr val="bg1"/>
                </a:solidFill>
              </a:defRPr>
            </a:lvl1pPr>
          </a:lstStyle>
          <a:p>
            <a:r>
              <a:rPr lang="en-US"/>
              <a:t>Click to edit Master title style</a:t>
            </a:r>
            <a:endParaRPr lang="en-GB"/>
          </a:p>
        </p:txBody>
      </p:sp>
      <p:cxnSp>
        <p:nvCxnSpPr>
          <p:cNvPr id="10" name="Straight Connector 9">
            <a:extLst>
              <a:ext uri="{FF2B5EF4-FFF2-40B4-BE49-F238E27FC236}">
                <a16:creationId xmlns:a16="http://schemas.microsoft.com/office/drawing/2014/main" id="{B68D5258-C137-A48A-E8C4-B4C890119E4A}"/>
              </a:ext>
            </a:extLst>
          </p:cNvPr>
          <p:cNvCxnSpPr/>
          <p:nvPr/>
        </p:nvCxnSpPr>
        <p:spPr>
          <a:xfrm>
            <a:off x="653143" y="1629420"/>
            <a:ext cx="1395663" cy="0"/>
          </a:xfrm>
          <a:prstGeom prst="line">
            <a:avLst/>
          </a:prstGeom>
          <a:ln w="5715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291EF0F5-898D-DE87-A9FE-E07843E5C128}"/>
              </a:ext>
            </a:extLst>
          </p:cNvPr>
          <p:cNvCxnSpPr/>
          <p:nvPr/>
        </p:nvCxnSpPr>
        <p:spPr>
          <a:xfrm>
            <a:off x="6172200" y="1603066"/>
            <a:ext cx="1395663" cy="0"/>
          </a:xfrm>
          <a:prstGeom prst="line">
            <a:avLst/>
          </a:prstGeom>
          <a:ln w="57150"/>
        </p:spPr>
        <p:style>
          <a:lnRef idx="3">
            <a:schemeClr val="dk1"/>
          </a:lnRef>
          <a:fillRef idx="0">
            <a:schemeClr val="dk1"/>
          </a:fillRef>
          <a:effectRef idx="2">
            <a:schemeClr val="dk1"/>
          </a:effectRef>
          <a:fontRef idx="minor">
            <a:schemeClr val="tx1"/>
          </a:fontRef>
        </p:style>
      </p:cxnSp>
      <p:pic>
        <p:nvPicPr>
          <p:cNvPr id="12" name="Picture 2" descr="London Metropolitan University | Diversity Abroad">
            <a:extLst>
              <a:ext uri="{FF2B5EF4-FFF2-40B4-BE49-F238E27FC236}">
                <a16:creationId xmlns:a16="http://schemas.microsoft.com/office/drawing/2014/main" id="{37D134CB-DDD9-BACD-8572-3E0007B750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48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4F21A-5FDC-A103-4607-2D5A34AC218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D65B5A-D728-06EB-16D4-57D9998230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7B7AE-6006-3B3E-25AA-4EF8658446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894F1D8-68A0-62B8-7F86-D9A6250930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7A5C16-D31D-9CDA-C7F5-7CF3E0A193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CF18558-0A34-C95F-8B9B-72CEBB9F5879}"/>
              </a:ext>
            </a:extLst>
          </p:cNvPr>
          <p:cNvSpPr>
            <a:spLocks noGrp="1"/>
          </p:cNvSpPr>
          <p:nvPr>
            <p:ph type="dt" sz="half" idx="10"/>
          </p:nvPr>
        </p:nvSpPr>
        <p:spPr/>
        <p:txBody>
          <a:bodyPr/>
          <a:lstStyle/>
          <a:p>
            <a:fld id="{01BC331C-9C15-4EBF-B28C-C496046A8A37}" type="datetimeFigureOut">
              <a:rPr lang="en-GB" smtClean="0"/>
              <a:t>20/10/2024</a:t>
            </a:fld>
            <a:endParaRPr lang="en-GB"/>
          </a:p>
        </p:txBody>
      </p:sp>
      <p:sp>
        <p:nvSpPr>
          <p:cNvPr id="8" name="Footer Placeholder 7">
            <a:extLst>
              <a:ext uri="{FF2B5EF4-FFF2-40B4-BE49-F238E27FC236}">
                <a16:creationId xmlns:a16="http://schemas.microsoft.com/office/drawing/2014/main" id="{7DBF9368-A6AB-50C4-0A99-421BA7B02B3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6E7968D-184F-DAF1-8D7A-9C6838525EEA}"/>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215771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9D2CD5-6D70-A517-2C17-0AB3588F5104}"/>
              </a:ext>
            </a:extLst>
          </p:cNvPr>
          <p:cNvSpPr/>
          <p:nvPr/>
        </p:nvSpPr>
        <p:spPr>
          <a:xfrm>
            <a:off x="0" y="0"/>
            <a:ext cx="12192000" cy="159504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8D7A53-80CA-4981-C062-1683F791BD24}"/>
              </a:ext>
            </a:extLst>
          </p:cNvPr>
          <p:cNvSpPr>
            <a:spLocks noGrp="1"/>
          </p:cNvSpPr>
          <p:nvPr>
            <p:ph type="title"/>
          </p:nvPr>
        </p:nvSpPr>
        <p:spPr>
          <a:xfrm>
            <a:off x="0" y="730250"/>
            <a:ext cx="10515600" cy="1325563"/>
          </a:xfrm>
        </p:spPr>
        <p:txBody>
          <a:bodyPr/>
          <a:lstStyle>
            <a:lvl1pPr>
              <a:defRPr>
                <a:solidFill>
                  <a:schemeClr val="bg1"/>
                </a:solidFill>
              </a:defRPr>
            </a:lvl1pPr>
          </a:lstStyle>
          <a:p>
            <a:r>
              <a:rPr lang="en-US"/>
              <a:t>Click to edit Master title style</a:t>
            </a:r>
            <a:endParaRPr lang="en-GB"/>
          </a:p>
        </p:txBody>
      </p:sp>
      <p:pic>
        <p:nvPicPr>
          <p:cNvPr id="7" name="Picture 2" descr="London Metropolitan University | Diversity Abroad">
            <a:extLst>
              <a:ext uri="{FF2B5EF4-FFF2-40B4-BE49-F238E27FC236}">
                <a16:creationId xmlns:a16="http://schemas.microsoft.com/office/drawing/2014/main" id="{D362AA3E-CCC7-1269-E609-D4BAA7FF22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687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descr="London Metropolitan University | Diversity Abroad">
            <a:extLst>
              <a:ext uri="{FF2B5EF4-FFF2-40B4-BE49-F238E27FC236}">
                <a16:creationId xmlns:a16="http://schemas.microsoft.com/office/drawing/2014/main" id="{01FF39F5-58B2-9749-4490-A944E6D480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0818584-7CFB-C480-C31B-A997AF1B97F2}"/>
              </a:ext>
            </a:extLst>
          </p:cNvPr>
          <p:cNvSpPr/>
          <p:nvPr/>
        </p:nvSpPr>
        <p:spPr>
          <a:xfrm>
            <a:off x="0" y="0"/>
            <a:ext cx="4152614"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E100234-438F-D4E5-C40F-5899A1940824}"/>
              </a:ext>
            </a:extLst>
          </p:cNvPr>
          <p:cNvSpPr txBox="1"/>
          <p:nvPr/>
        </p:nvSpPr>
        <p:spPr>
          <a:xfrm>
            <a:off x="4723254" y="2509444"/>
            <a:ext cx="6503928" cy="1569660"/>
          </a:xfrm>
          <a:prstGeom prst="rect">
            <a:avLst/>
          </a:prstGeom>
          <a:noFill/>
        </p:spPr>
        <p:txBody>
          <a:bodyPr wrap="square" rtlCol="0">
            <a:spAutoFit/>
          </a:bodyPr>
          <a:lstStyle/>
          <a:p>
            <a:r>
              <a:rPr lang="en-GB" sz="9600" dirty="0"/>
              <a:t>Questions? </a:t>
            </a:r>
          </a:p>
        </p:txBody>
      </p:sp>
    </p:spTree>
    <p:extLst>
      <p:ext uri="{BB962C8B-B14F-4D97-AF65-F5344CB8AC3E}">
        <p14:creationId xmlns:p14="http://schemas.microsoft.com/office/powerpoint/2010/main" val="4161361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7680-D097-392A-2C80-CB6D544959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39FABCE-ABAD-26CC-5ED5-2D997868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802B6B-51B6-1C72-C0D4-85BABB30C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E83551-AC8F-6E57-E9CC-AD59DF8ED2C3}"/>
              </a:ext>
            </a:extLst>
          </p:cNvPr>
          <p:cNvSpPr>
            <a:spLocks noGrp="1"/>
          </p:cNvSpPr>
          <p:nvPr>
            <p:ph type="dt" sz="half" idx="10"/>
          </p:nvPr>
        </p:nvSpPr>
        <p:spPr/>
        <p:txBody>
          <a:bodyPr/>
          <a:lstStyle/>
          <a:p>
            <a:fld id="{01BC331C-9C15-4EBF-B28C-C496046A8A37}" type="datetimeFigureOut">
              <a:rPr lang="en-GB" smtClean="0"/>
              <a:t>20/10/2024</a:t>
            </a:fld>
            <a:endParaRPr lang="en-GB"/>
          </a:p>
        </p:txBody>
      </p:sp>
      <p:sp>
        <p:nvSpPr>
          <p:cNvPr id="6" name="Footer Placeholder 5">
            <a:extLst>
              <a:ext uri="{FF2B5EF4-FFF2-40B4-BE49-F238E27FC236}">
                <a16:creationId xmlns:a16="http://schemas.microsoft.com/office/drawing/2014/main" id="{E6F80383-36AF-82AF-C0B8-FC513D97BA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0E62E8-8F67-EF7C-4078-772AF2D1C046}"/>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47644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8E418-5AAC-8B12-F86C-7D5F305749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7BA5F73-AEF3-A735-ACB1-EC4144C2BC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33163162-E54B-A41F-A890-02A4CF7F88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1969-C652-2C8B-1456-69E9EC1C9526}"/>
              </a:ext>
            </a:extLst>
          </p:cNvPr>
          <p:cNvSpPr>
            <a:spLocks noGrp="1"/>
          </p:cNvSpPr>
          <p:nvPr>
            <p:ph type="dt" sz="half" idx="10"/>
          </p:nvPr>
        </p:nvSpPr>
        <p:spPr/>
        <p:txBody>
          <a:bodyPr/>
          <a:lstStyle/>
          <a:p>
            <a:fld id="{01BC331C-9C15-4EBF-B28C-C496046A8A37}" type="datetimeFigureOut">
              <a:rPr lang="en-GB" smtClean="0"/>
              <a:t>20/10/2024</a:t>
            </a:fld>
            <a:endParaRPr lang="en-GB"/>
          </a:p>
        </p:txBody>
      </p:sp>
      <p:sp>
        <p:nvSpPr>
          <p:cNvPr id="6" name="Footer Placeholder 5">
            <a:extLst>
              <a:ext uri="{FF2B5EF4-FFF2-40B4-BE49-F238E27FC236}">
                <a16:creationId xmlns:a16="http://schemas.microsoft.com/office/drawing/2014/main" id="{6AABAFAC-19E4-4E36-4352-2E9C3AE14A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B31C92-A389-0F28-8809-DFCF12D1B412}"/>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67765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CB88-E83B-A9CB-3079-C114F778540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02B31A0-599C-9799-B87D-A10764F5A8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F66BC0-DED9-C335-1EA1-AEC7F61A0CD3}"/>
              </a:ext>
            </a:extLst>
          </p:cNvPr>
          <p:cNvSpPr>
            <a:spLocks noGrp="1"/>
          </p:cNvSpPr>
          <p:nvPr>
            <p:ph type="dt" sz="half" idx="10"/>
          </p:nvPr>
        </p:nvSpPr>
        <p:spPr/>
        <p:txBody>
          <a:bodyPr/>
          <a:lstStyle/>
          <a:p>
            <a:fld id="{01BC331C-9C15-4EBF-B28C-C496046A8A37}" type="datetimeFigureOut">
              <a:rPr lang="en-GB" smtClean="0"/>
              <a:t>20/10/2024</a:t>
            </a:fld>
            <a:endParaRPr lang="en-GB"/>
          </a:p>
        </p:txBody>
      </p:sp>
      <p:sp>
        <p:nvSpPr>
          <p:cNvPr id="5" name="Footer Placeholder 4">
            <a:extLst>
              <a:ext uri="{FF2B5EF4-FFF2-40B4-BE49-F238E27FC236}">
                <a16:creationId xmlns:a16="http://schemas.microsoft.com/office/drawing/2014/main" id="{213B31ED-485B-570A-B6A9-92FEC61858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79BAED-3218-E2B1-01AC-872EAED60A70}"/>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1937876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7EC147-AD87-B353-76C2-F84F682DA3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191A306-2430-2820-252B-D79CB21BD6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E111F2-2B28-E798-75C6-48F675F9D4DA}"/>
              </a:ext>
            </a:extLst>
          </p:cNvPr>
          <p:cNvSpPr>
            <a:spLocks noGrp="1"/>
          </p:cNvSpPr>
          <p:nvPr>
            <p:ph type="dt" sz="half" idx="10"/>
          </p:nvPr>
        </p:nvSpPr>
        <p:spPr/>
        <p:txBody>
          <a:bodyPr/>
          <a:lstStyle/>
          <a:p>
            <a:fld id="{01BC331C-9C15-4EBF-B28C-C496046A8A37}" type="datetimeFigureOut">
              <a:rPr lang="en-GB" smtClean="0"/>
              <a:t>20/10/2024</a:t>
            </a:fld>
            <a:endParaRPr lang="en-GB"/>
          </a:p>
        </p:txBody>
      </p:sp>
      <p:sp>
        <p:nvSpPr>
          <p:cNvPr id="5" name="Footer Placeholder 4">
            <a:extLst>
              <a:ext uri="{FF2B5EF4-FFF2-40B4-BE49-F238E27FC236}">
                <a16:creationId xmlns:a16="http://schemas.microsoft.com/office/drawing/2014/main" id="{F2CAF426-7023-1B3C-7641-AC3F4D6832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ECD85F-20D6-CCBD-D242-A391ECEE5ACA}"/>
              </a:ext>
            </a:extLst>
          </p:cNvPr>
          <p:cNvSpPr>
            <a:spLocks noGrp="1"/>
          </p:cNvSpPr>
          <p:nvPr>
            <p:ph type="sldNum" sz="quarter" idx="12"/>
          </p:nvPr>
        </p:nvSpPr>
        <p:spPr/>
        <p:txBody>
          <a:bodyPr/>
          <a:lstStyle/>
          <a:p>
            <a:fld id="{A7AA190A-0A17-4259-A608-575D6F13E893}" type="slidenum">
              <a:rPr lang="en-GB" smtClean="0"/>
              <a:t>‹#›</a:t>
            </a:fld>
            <a:endParaRPr lang="en-GB"/>
          </a:p>
        </p:txBody>
      </p:sp>
    </p:spTree>
    <p:extLst>
      <p:ext uri="{BB962C8B-B14F-4D97-AF65-F5344CB8AC3E}">
        <p14:creationId xmlns:p14="http://schemas.microsoft.com/office/powerpoint/2010/main" val="4076897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F20895-026B-8CFB-F502-E4F0A7B94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5A23036-5526-D04B-964D-AC3050C51B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E59C67-F8A2-CF36-A74C-69D3F89131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BC331C-9C15-4EBF-B28C-C496046A8A37}" type="datetimeFigureOut">
              <a:rPr lang="en-GB" smtClean="0"/>
              <a:t>20/10/2024</a:t>
            </a:fld>
            <a:endParaRPr lang="en-GB"/>
          </a:p>
        </p:txBody>
      </p:sp>
      <p:sp>
        <p:nvSpPr>
          <p:cNvPr id="5" name="Footer Placeholder 4">
            <a:extLst>
              <a:ext uri="{FF2B5EF4-FFF2-40B4-BE49-F238E27FC236}">
                <a16:creationId xmlns:a16="http://schemas.microsoft.com/office/drawing/2014/main" id="{8A6CB9F4-1217-A26D-853E-627FC71A0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C53EC2E-6A5D-DEA6-DCCC-4CFDC2F30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A190A-0A17-4259-A608-575D6F13E893}" type="slidenum">
              <a:rPr lang="en-GB" smtClean="0"/>
              <a:t>‹#›</a:t>
            </a:fld>
            <a:endParaRPr lang="en-GB"/>
          </a:p>
        </p:txBody>
      </p:sp>
    </p:spTree>
    <p:extLst>
      <p:ext uri="{BB962C8B-B14F-4D97-AF65-F5344CB8AC3E}">
        <p14:creationId xmlns:p14="http://schemas.microsoft.com/office/powerpoint/2010/main" val="2683717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s://www.ncbi.nlm.nih.gov/books/NBK441885/"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BBAA3-4650-E049-75F1-FA0A1A524D6E}"/>
              </a:ext>
            </a:extLst>
          </p:cNvPr>
          <p:cNvSpPr>
            <a:spLocks noGrp="1"/>
          </p:cNvSpPr>
          <p:nvPr>
            <p:ph type="ctrTitle"/>
          </p:nvPr>
        </p:nvSpPr>
        <p:spPr/>
        <p:txBody>
          <a:bodyPr/>
          <a:lstStyle/>
          <a:p>
            <a:r>
              <a:rPr lang="en-GB" dirty="0"/>
              <a:t>The lungs and pleurae</a:t>
            </a:r>
          </a:p>
        </p:txBody>
      </p:sp>
      <p:sp>
        <p:nvSpPr>
          <p:cNvPr id="3" name="Subtitle 2">
            <a:extLst>
              <a:ext uri="{FF2B5EF4-FFF2-40B4-BE49-F238E27FC236}">
                <a16:creationId xmlns:a16="http://schemas.microsoft.com/office/drawing/2014/main" id="{0B7772DD-D310-A02F-DFED-143A812F1DF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219221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903AE-94FA-7701-20F4-D4B494B45E2F}"/>
              </a:ext>
            </a:extLst>
          </p:cNvPr>
          <p:cNvSpPr>
            <a:spLocks noGrp="1"/>
          </p:cNvSpPr>
          <p:nvPr>
            <p:ph type="title"/>
          </p:nvPr>
        </p:nvSpPr>
        <p:spPr/>
        <p:txBody>
          <a:bodyPr/>
          <a:lstStyle/>
          <a:p>
            <a:r>
              <a:rPr lang="en-GB" dirty="0"/>
              <a:t>Learning objectives </a:t>
            </a:r>
          </a:p>
        </p:txBody>
      </p:sp>
      <p:sp>
        <p:nvSpPr>
          <p:cNvPr id="3" name="Content Placeholder 2">
            <a:extLst>
              <a:ext uri="{FF2B5EF4-FFF2-40B4-BE49-F238E27FC236}">
                <a16:creationId xmlns:a16="http://schemas.microsoft.com/office/drawing/2014/main" id="{15E53C31-CE78-2C4A-0936-7632CE18F569}"/>
              </a:ext>
            </a:extLst>
          </p:cNvPr>
          <p:cNvSpPr>
            <a:spLocks noGrp="1"/>
          </p:cNvSpPr>
          <p:nvPr>
            <p:ph idx="1"/>
          </p:nvPr>
        </p:nvSpPr>
        <p:spPr/>
        <p:txBody>
          <a:bodyPr/>
          <a:lstStyle/>
          <a:p>
            <a:r>
              <a:rPr lang="en-GB" dirty="0"/>
              <a:t>Learn about the anatomy of the lungs </a:t>
            </a:r>
          </a:p>
          <a:p>
            <a:r>
              <a:rPr lang="en-GB" dirty="0"/>
              <a:t>Learn about the Respiratory zone and its components</a:t>
            </a:r>
          </a:p>
          <a:p>
            <a:r>
              <a:rPr lang="en-GB" dirty="0"/>
              <a:t>Understand the lobes and bronchopulmonary segments </a:t>
            </a:r>
          </a:p>
          <a:p>
            <a:r>
              <a:rPr lang="en-GB" dirty="0"/>
              <a:t>Understand the innervation of the lungs </a:t>
            </a:r>
          </a:p>
          <a:p>
            <a:r>
              <a:rPr lang="en-GB" dirty="0"/>
              <a:t>Learn about the structure and function of the pleura as well as the surrounding tissues</a:t>
            </a:r>
          </a:p>
          <a:p>
            <a:r>
              <a:rPr lang="en-GB" dirty="0"/>
              <a:t>Learn about some pleural pathologies </a:t>
            </a:r>
          </a:p>
          <a:p>
            <a:pPr marL="0" indent="0">
              <a:buNone/>
            </a:pPr>
            <a:endParaRPr lang="en-GB" dirty="0"/>
          </a:p>
        </p:txBody>
      </p:sp>
    </p:spTree>
    <p:extLst>
      <p:ext uri="{BB962C8B-B14F-4D97-AF65-F5344CB8AC3E}">
        <p14:creationId xmlns:p14="http://schemas.microsoft.com/office/powerpoint/2010/main" val="3883229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espiratory System Anatomy&amp;Physiology(*Clinical Importance)">
            <a:extLst>
              <a:ext uri="{FF2B5EF4-FFF2-40B4-BE49-F238E27FC236}">
                <a16:creationId xmlns:a16="http://schemas.microsoft.com/office/drawing/2014/main" id="{2D373777-8AE2-2992-C777-5B5FC5673E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30" t="165" r="342" b="-165"/>
          <a:stretch/>
        </p:blipFill>
        <p:spPr bwMode="auto">
          <a:xfrm>
            <a:off x="5341707" y="692323"/>
            <a:ext cx="6326552" cy="554000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5C0CF4D-EDBD-581E-3C4E-00D8390675C5}"/>
              </a:ext>
            </a:extLst>
          </p:cNvPr>
          <p:cNvSpPr>
            <a:spLocks noGrp="1"/>
          </p:cNvSpPr>
          <p:nvPr>
            <p:ph type="title"/>
          </p:nvPr>
        </p:nvSpPr>
        <p:spPr>
          <a:xfrm>
            <a:off x="1012644" y="841664"/>
            <a:ext cx="5203990" cy="2782723"/>
          </a:xfrm>
        </p:spPr>
        <p:txBody>
          <a:bodyPr vert="horz" lIns="91440" tIns="45720" rIns="91440" bIns="45720" rtlCol="0" anchor="b">
            <a:normAutofit/>
          </a:bodyPr>
          <a:lstStyle/>
          <a:p>
            <a:r>
              <a:rPr lang="en-US" sz="4800" dirty="0">
                <a:solidFill>
                  <a:schemeClr val="tx1"/>
                </a:solidFill>
              </a:rPr>
              <a:t>Lung Anatomy </a:t>
            </a:r>
          </a:p>
        </p:txBody>
      </p:sp>
    </p:spTree>
    <p:extLst>
      <p:ext uri="{BB962C8B-B14F-4D97-AF65-F5344CB8AC3E}">
        <p14:creationId xmlns:p14="http://schemas.microsoft.com/office/powerpoint/2010/main" val="825514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9333E18A-2C76-E959-95E8-FB1B6CB056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143" b="2"/>
          <a:stretch/>
        </p:blipFill>
        <p:spPr bwMode="auto">
          <a:xfrm>
            <a:off x="6310404" y="1386835"/>
            <a:ext cx="4964881" cy="41035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AA4D5EC-C3AD-D893-EECC-374D450B7A1E}"/>
              </a:ext>
            </a:extLst>
          </p:cNvPr>
          <p:cNvSpPr>
            <a:spLocks noGrp="1"/>
          </p:cNvSpPr>
          <p:nvPr>
            <p:ph type="title"/>
          </p:nvPr>
        </p:nvSpPr>
        <p:spPr>
          <a:xfrm>
            <a:off x="380049" y="153649"/>
            <a:ext cx="5501548" cy="1593977"/>
          </a:xfrm>
        </p:spPr>
        <p:txBody>
          <a:bodyPr vert="horz" lIns="91440" tIns="45720" rIns="91440" bIns="45720" rtlCol="0" anchor="b">
            <a:normAutofit/>
          </a:bodyPr>
          <a:lstStyle/>
          <a:p>
            <a:r>
              <a:rPr lang="en-US" sz="4800" kern="1200" dirty="0">
                <a:latin typeface="+mj-lt"/>
                <a:ea typeface="+mj-ea"/>
                <a:cs typeface="+mj-cs"/>
              </a:rPr>
              <a:t>Conducting vs Respiratory zone </a:t>
            </a:r>
          </a:p>
        </p:txBody>
      </p:sp>
      <p:sp>
        <p:nvSpPr>
          <p:cNvPr id="7" name="TextBox 6">
            <a:extLst>
              <a:ext uri="{FF2B5EF4-FFF2-40B4-BE49-F238E27FC236}">
                <a16:creationId xmlns:a16="http://schemas.microsoft.com/office/drawing/2014/main" id="{69C3B326-7C72-E1AC-F411-F30ADD34CCB7}"/>
              </a:ext>
            </a:extLst>
          </p:cNvPr>
          <p:cNvSpPr txBox="1"/>
          <p:nvPr/>
        </p:nvSpPr>
        <p:spPr>
          <a:xfrm>
            <a:off x="874657" y="2365679"/>
            <a:ext cx="5203174" cy="339478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dirty="0"/>
              <a:t>Conducting Zone: </a:t>
            </a:r>
          </a:p>
          <a:p>
            <a:pPr marL="285750" indent="-228600">
              <a:lnSpc>
                <a:spcPct val="90000"/>
              </a:lnSpc>
              <a:spcAft>
                <a:spcPts val="600"/>
              </a:spcAft>
              <a:buFont typeface="Arial" panose="020B0604020202020204" pitchFamily="34" charset="0"/>
              <a:buChar char="•"/>
            </a:pPr>
            <a:r>
              <a:rPr lang="en-US" sz="2000" dirty="0"/>
              <a:t>Made up of the nose, pharynx, larynx , trachea, bronchi and bronchioles. </a:t>
            </a:r>
          </a:p>
          <a:p>
            <a:pPr marL="285750" indent="-228600">
              <a:lnSpc>
                <a:spcPct val="90000"/>
              </a:lnSpc>
              <a:spcAft>
                <a:spcPts val="600"/>
              </a:spcAft>
              <a:buFont typeface="Arial" panose="020B0604020202020204" pitchFamily="34" charset="0"/>
              <a:buChar char="•"/>
            </a:pPr>
            <a:r>
              <a:rPr lang="en-US" sz="2000" dirty="0"/>
              <a:t>Form a continuous passageway for air to move in and out of the lungs </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Respiratory zone: </a:t>
            </a:r>
          </a:p>
          <a:p>
            <a:pPr marL="285750" indent="-228600">
              <a:lnSpc>
                <a:spcPct val="90000"/>
              </a:lnSpc>
              <a:spcAft>
                <a:spcPts val="600"/>
              </a:spcAft>
              <a:buFont typeface="Arial" panose="020B0604020202020204" pitchFamily="34" charset="0"/>
              <a:buChar char="•"/>
            </a:pPr>
            <a:r>
              <a:rPr lang="en-US" sz="2000" dirty="0"/>
              <a:t>Deep inside the lungs </a:t>
            </a:r>
          </a:p>
          <a:p>
            <a:pPr marL="285750" indent="-228600">
              <a:lnSpc>
                <a:spcPct val="90000"/>
              </a:lnSpc>
              <a:spcAft>
                <a:spcPts val="600"/>
              </a:spcAft>
              <a:buFont typeface="Arial" panose="020B0604020202020204" pitchFamily="34" charset="0"/>
              <a:buChar char="•"/>
            </a:pPr>
            <a:r>
              <a:rPr lang="en-US" sz="2000" dirty="0"/>
              <a:t>Respiratory bronchioles, alveolar ducts and alveoli </a:t>
            </a:r>
          </a:p>
        </p:txBody>
      </p:sp>
    </p:spTree>
    <p:extLst>
      <p:ext uri="{BB962C8B-B14F-4D97-AF65-F5344CB8AC3E}">
        <p14:creationId xmlns:p14="http://schemas.microsoft.com/office/powerpoint/2010/main" val="805310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rachea and Larynx - Physiopedia">
            <a:extLst>
              <a:ext uri="{FF2B5EF4-FFF2-40B4-BE49-F238E27FC236}">
                <a16:creationId xmlns:a16="http://schemas.microsoft.com/office/drawing/2014/main" id="{E70CA544-DED4-E0A5-BDD1-BE98E040A9C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87689" y="1708447"/>
            <a:ext cx="3928799" cy="43921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B6F3559-6E67-46F5-2CF9-707AE79A8D3B}"/>
              </a:ext>
            </a:extLst>
          </p:cNvPr>
          <p:cNvSpPr>
            <a:spLocks noGrp="1"/>
          </p:cNvSpPr>
          <p:nvPr>
            <p:ph type="title"/>
          </p:nvPr>
        </p:nvSpPr>
        <p:spPr>
          <a:xfrm>
            <a:off x="786384" y="576072"/>
            <a:ext cx="10377484" cy="1546533"/>
          </a:xfrm>
        </p:spPr>
        <p:txBody>
          <a:bodyPr anchor="t">
            <a:normAutofit/>
          </a:bodyPr>
          <a:lstStyle/>
          <a:p>
            <a:r>
              <a:rPr lang="en-GB" sz="4800" dirty="0"/>
              <a:t>Conducting zone: Trachea</a:t>
            </a:r>
          </a:p>
        </p:txBody>
      </p:sp>
      <p:sp>
        <p:nvSpPr>
          <p:cNvPr id="3" name="Content Placeholder 2">
            <a:extLst>
              <a:ext uri="{FF2B5EF4-FFF2-40B4-BE49-F238E27FC236}">
                <a16:creationId xmlns:a16="http://schemas.microsoft.com/office/drawing/2014/main" id="{D2752607-75C7-BAB0-8095-A193E56A3E7C}"/>
              </a:ext>
            </a:extLst>
          </p:cNvPr>
          <p:cNvSpPr>
            <a:spLocks noGrp="1"/>
          </p:cNvSpPr>
          <p:nvPr>
            <p:ph idx="1"/>
          </p:nvPr>
        </p:nvSpPr>
        <p:spPr>
          <a:xfrm>
            <a:off x="6095120" y="1952915"/>
            <a:ext cx="5310496" cy="3903163"/>
          </a:xfrm>
        </p:spPr>
        <p:txBody>
          <a:bodyPr anchor="ctr">
            <a:normAutofit/>
          </a:bodyPr>
          <a:lstStyle/>
          <a:p>
            <a:r>
              <a:rPr lang="en-GB" sz="2000" dirty="0"/>
              <a:t>Fibrocartilaginous tube </a:t>
            </a:r>
          </a:p>
          <a:p>
            <a:r>
              <a:rPr lang="en-GB" sz="2000" dirty="0"/>
              <a:t>Extends between the larynx and thorax</a:t>
            </a:r>
          </a:p>
          <a:p>
            <a:r>
              <a:rPr lang="en-GB" sz="2000" dirty="0"/>
              <a:t>Divides into the primary bronchi at the carina </a:t>
            </a:r>
          </a:p>
          <a:p>
            <a:r>
              <a:rPr lang="en-GB" sz="2000" dirty="0"/>
              <a:t>Blood supply : tracheal branches of inferior thyroid artery </a:t>
            </a:r>
          </a:p>
          <a:p>
            <a:r>
              <a:rPr lang="en-GB" sz="2000" dirty="0"/>
              <a:t>Innervation : pulmonary plexus </a:t>
            </a:r>
          </a:p>
          <a:p>
            <a:r>
              <a:rPr lang="en-GB" sz="2000" dirty="0"/>
              <a:t>Right main bronchus is much shorter than the left </a:t>
            </a:r>
          </a:p>
          <a:p>
            <a:endParaRPr lang="en-GB" sz="1500" dirty="0">
              <a:solidFill>
                <a:schemeClr val="bg1"/>
              </a:solidFill>
            </a:endParaRPr>
          </a:p>
        </p:txBody>
      </p:sp>
    </p:spTree>
    <p:extLst>
      <p:ext uri="{BB962C8B-B14F-4D97-AF65-F5344CB8AC3E}">
        <p14:creationId xmlns:p14="http://schemas.microsoft.com/office/powerpoint/2010/main" val="667706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descr="A diagram of a bronchial part">
            <a:extLst>
              <a:ext uri="{FF2B5EF4-FFF2-40B4-BE49-F238E27FC236}">
                <a16:creationId xmlns:a16="http://schemas.microsoft.com/office/drawing/2014/main" id="{EF580035-C0CF-37C6-2784-EE8C8D74DB32}"/>
              </a:ext>
            </a:extLst>
          </p:cNvPr>
          <p:cNvPicPr>
            <a:picLocks noChangeAspect="1"/>
          </p:cNvPicPr>
          <p:nvPr/>
        </p:nvPicPr>
        <p:blipFill rotWithShape="1">
          <a:blip r:embed="rId3"/>
          <a:srcRect l="3140" t="946" r="1825" b="779"/>
          <a:stretch/>
        </p:blipFill>
        <p:spPr>
          <a:xfrm>
            <a:off x="6835167" y="1132114"/>
            <a:ext cx="2977505" cy="5196653"/>
          </a:xfrm>
          <a:prstGeom prst="rect">
            <a:avLst/>
          </a:prstGeom>
          <a:noFill/>
        </p:spPr>
      </p:pic>
      <p:sp>
        <p:nvSpPr>
          <p:cNvPr id="2" name="Title 1">
            <a:extLst>
              <a:ext uri="{FF2B5EF4-FFF2-40B4-BE49-F238E27FC236}">
                <a16:creationId xmlns:a16="http://schemas.microsoft.com/office/drawing/2014/main" id="{789E53B4-A043-D7AA-6275-45C754D75F62}"/>
              </a:ext>
            </a:extLst>
          </p:cNvPr>
          <p:cNvSpPr>
            <a:spLocks noGrp="1"/>
          </p:cNvSpPr>
          <p:nvPr>
            <p:ph type="title"/>
          </p:nvPr>
        </p:nvSpPr>
        <p:spPr>
          <a:xfrm>
            <a:off x="274757" y="-196985"/>
            <a:ext cx="9319186" cy="1590356"/>
          </a:xfrm>
        </p:spPr>
        <p:txBody>
          <a:bodyPr vert="horz" lIns="91440" tIns="45720" rIns="91440" bIns="45720" rtlCol="0" anchor="b">
            <a:normAutofit/>
          </a:bodyPr>
          <a:lstStyle/>
          <a:p>
            <a:r>
              <a:rPr lang="en-US" sz="4800" kern="1200" dirty="0">
                <a:latin typeface="+mj-lt"/>
                <a:ea typeface="+mj-ea"/>
                <a:cs typeface="+mj-cs"/>
              </a:rPr>
              <a:t>Conducting zone : bronchi and bronchioles </a:t>
            </a:r>
          </a:p>
        </p:txBody>
      </p:sp>
      <p:sp>
        <p:nvSpPr>
          <p:cNvPr id="5" name="TextBox 4">
            <a:extLst>
              <a:ext uri="{FF2B5EF4-FFF2-40B4-BE49-F238E27FC236}">
                <a16:creationId xmlns:a16="http://schemas.microsoft.com/office/drawing/2014/main" id="{76AEAC19-3AE4-FFC4-C163-03F34774A410}"/>
              </a:ext>
            </a:extLst>
          </p:cNvPr>
          <p:cNvSpPr txBox="1"/>
          <p:nvPr/>
        </p:nvSpPr>
        <p:spPr>
          <a:xfrm>
            <a:off x="1014985" y="2704907"/>
            <a:ext cx="5501548" cy="2573579"/>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dirty="0"/>
              <a:t>The first bronchi branch from the trachea (right and left main bronchus) </a:t>
            </a:r>
          </a:p>
          <a:p>
            <a:pPr indent="-228600">
              <a:lnSpc>
                <a:spcPct val="90000"/>
              </a:lnSpc>
              <a:spcAft>
                <a:spcPts val="600"/>
              </a:spcAft>
              <a:buFont typeface="Arial" panose="020B0604020202020204" pitchFamily="34" charset="0"/>
              <a:buChar char="•"/>
            </a:pPr>
            <a:r>
              <a:rPr lang="en-US" sz="1700" dirty="0"/>
              <a:t>Branch further into the secondary bronchi (lobar bronchi)</a:t>
            </a:r>
          </a:p>
          <a:p>
            <a:pPr indent="-228600">
              <a:lnSpc>
                <a:spcPct val="90000"/>
              </a:lnSpc>
              <a:spcAft>
                <a:spcPts val="600"/>
              </a:spcAft>
              <a:buFont typeface="Arial" panose="020B0604020202020204" pitchFamily="34" charset="0"/>
              <a:buChar char="•"/>
            </a:pPr>
            <a:r>
              <a:rPr lang="en-US" sz="1700" dirty="0"/>
              <a:t>Then tertiary bronchi (segmental bronchi)</a:t>
            </a:r>
          </a:p>
          <a:p>
            <a:pPr indent="-228600">
              <a:lnSpc>
                <a:spcPct val="90000"/>
              </a:lnSpc>
              <a:spcAft>
                <a:spcPts val="600"/>
              </a:spcAft>
              <a:buFont typeface="Arial" panose="020B0604020202020204" pitchFamily="34" charset="0"/>
              <a:buChar char="•"/>
            </a:pPr>
            <a:r>
              <a:rPr lang="en-US" sz="1700" dirty="0"/>
              <a:t>Continue to branch until they reach the final and sixth generation of bronchi : the bronchioles </a:t>
            </a:r>
          </a:p>
          <a:p>
            <a:pPr lvl="1" indent="-228600">
              <a:lnSpc>
                <a:spcPct val="90000"/>
              </a:lnSpc>
              <a:spcAft>
                <a:spcPts val="600"/>
              </a:spcAft>
              <a:buFont typeface="Arial" panose="020B0604020202020204" pitchFamily="34" charset="0"/>
              <a:buChar char="•"/>
            </a:pPr>
            <a:r>
              <a:rPr lang="en-US" sz="1700" dirty="0"/>
              <a:t>Too small to be supported by cartilage </a:t>
            </a:r>
          </a:p>
        </p:txBody>
      </p:sp>
    </p:spTree>
    <p:extLst>
      <p:ext uri="{BB962C8B-B14F-4D97-AF65-F5344CB8AC3E}">
        <p14:creationId xmlns:p14="http://schemas.microsoft.com/office/powerpoint/2010/main" val="2900729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F3559-6E67-46F5-2CF9-707AE79A8D3B}"/>
              </a:ext>
            </a:extLst>
          </p:cNvPr>
          <p:cNvSpPr>
            <a:spLocks noGrp="1"/>
          </p:cNvSpPr>
          <p:nvPr>
            <p:ph type="title"/>
          </p:nvPr>
        </p:nvSpPr>
        <p:spPr>
          <a:xfrm>
            <a:off x="786384" y="576072"/>
            <a:ext cx="10377484" cy="1546533"/>
          </a:xfrm>
        </p:spPr>
        <p:txBody>
          <a:bodyPr anchor="t">
            <a:normAutofit/>
          </a:bodyPr>
          <a:lstStyle/>
          <a:p>
            <a:r>
              <a:rPr lang="en-US" sz="4800" kern="1200" dirty="0">
                <a:latin typeface="+mj-lt"/>
                <a:ea typeface="+mj-ea"/>
                <a:cs typeface="+mj-cs"/>
              </a:rPr>
              <a:t>Respiratory Zones : Alveoli </a:t>
            </a:r>
            <a:endParaRPr lang="en-GB" sz="4800" dirty="0"/>
          </a:p>
        </p:txBody>
      </p:sp>
      <p:sp>
        <p:nvSpPr>
          <p:cNvPr id="6" name="Content Placeholder 5">
            <a:extLst>
              <a:ext uri="{FF2B5EF4-FFF2-40B4-BE49-F238E27FC236}">
                <a16:creationId xmlns:a16="http://schemas.microsoft.com/office/drawing/2014/main" id="{76745F7E-7F06-9860-C531-B9DDB36B3BE4}"/>
              </a:ext>
            </a:extLst>
          </p:cNvPr>
          <p:cNvSpPr>
            <a:spLocks noGrp="1"/>
          </p:cNvSpPr>
          <p:nvPr>
            <p:ph idx="1"/>
          </p:nvPr>
        </p:nvSpPr>
        <p:spPr>
          <a:xfrm>
            <a:off x="380708" y="2122605"/>
            <a:ext cx="5567362" cy="4351338"/>
          </a:xfrm>
        </p:spPr>
        <p:txBody>
          <a:bodyPr>
            <a:normAutofit/>
          </a:bodyPr>
          <a:lstStyle/>
          <a:p>
            <a:pPr indent="-228600">
              <a:lnSpc>
                <a:spcPct val="90000"/>
              </a:lnSpc>
              <a:spcAft>
                <a:spcPts val="600"/>
              </a:spcAft>
              <a:buFont typeface="Arial" panose="020B0604020202020204" pitchFamily="34" charset="0"/>
              <a:buChar char="•"/>
            </a:pPr>
            <a:r>
              <a:rPr lang="en-US" sz="1600" dirty="0"/>
              <a:t>Where gas exchange occurs in the lungs </a:t>
            </a:r>
          </a:p>
          <a:p>
            <a:pPr indent="-228600">
              <a:lnSpc>
                <a:spcPct val="90000"/>
              </a:lnSpc>
              <a:spcAft>
                <a:spcPts val="600"/>
              </a:spcAft>
              <a:buFont typeface="Arial" panose="020B0604020202020204" pitchFamily="34" charset="0"/>
              <a:buChar char="•"/>
            </a:pPr>
            <a:r>
              <a:rPr lang="en-US" sz="1600" dirty="0"/>
              <a:t>Increase the surface area for gas exchange </a:t>
            </a:r>
          </a:p>
          <a:p>
            <a:pPr indent="-228600">
              <a:lnSpc>
                <a:spcPct val="90000"/>
              </a:lnSpc>
              <a:spcAft>
                <a:spcPts val="600"/>
              </a:spcAft>
              <a:buFont typeface="Arial" panose="020B0604020202020204" pitchFamily="34" charset="0"/>
              <a:buChar char="•"/>
            </a:pPr>
            <a:r>
              <a:rPr lang="en-US" sz="1600" dirty="0"/>
              <a:t>Single layer of alveolar epithelial cells : type 1 and 2 pneumocytes </a:t>
            </a:r>
          </a:p>
          <a:p>
            <a:pPr indent="-228600">
              <a:lnSpc>
                <a:spcPct val="90000"/>
              </a:lnSpc>
              <a:spcAft>
                <a:spcPts val="600"/>
              </a:spcAft>
              <a:buFont typeface="Arial" panose="020B0604020202020204" pitchFamily="34" charset="0"/>
              <a:buChar char="•"/>
            </a:pPr>
            <a:r>
              <a:rPr lang="en-US" sz="1600" dirty="0"/>
              <a:t>Type 1 pneumocytes cover 95% of entire surface of alveoli and are an excellent surface for gas exchange </a:t>
            </a:r>
          </a:p>
          <a:p>
            <a:pPr indent="-228600">
              <a:lnSpc>
                <a:spcPct val="90000"/>
              </a:lnSpc>
              <a:spcAft>
                <a:spcPts val="600"/>
              </a:spcAft>
              <a:buFont typeface="Arial" panose="020B0604020202020204" pitchFamily="34" charset="0"/>
              <a:buChar char="•"/>
            </a:pPr>
            <a:r>
              <a:rPr lang="en-US" sz="1600" dirty="0"/>
              <a:t>Type 2 pneumocytes produce surfactant. This helps to reduce the effects of surface tension. </a:t>
            </a:r>
          </a:p>
          <a:p>
            <a:pPr indent="-228600">
              <a:lnSpc>
                <a:spcPct val="90000"/>
              </a:lnSpc>
              <a:spcAft>
                <a:spcPts val="600"/>
              </a:spcAft>
              <a:buFont typeface="Arial" panose="020B0604020202020204" pitchFamily="34" charset="0"/>
              <a:buChar char="•"/>
            </a:pPr>
            <a:r>
              <a:rPr lang="en-US" sz="1600" dirty="0"/>
              <a:t>The balance of expansion and recoil determines the size of the alveoli </a:t>
            </a:r>
          </a:p>
          <a:p>
            <a:pPr indent="-228600">
              <a:lnSpc>
                <a:spcPct val="90000"/>
              </a:lnSpc>
              <a:spcAft>
                <a:spcPts val="600"/>
              </a:spcAft>
              <a:buFont typeface="Arial" panose="020B0604020202020204" pitchFamily="34" charset="0"/>
              <a:buChar char="•"/>
            </a:pPr>
            <a:r>
              <a:rPr lang="en-US" sz="1600" dirty="0"/>
              <a:t>Lung recoil is used to describe the tendency of the alveoli to rebound after inflation </a:t>
            </a:r>
          </a:p>
          <a:p>
            <a:endParaRPr lang="en-GB" dirty="0"/>
          </a:p>
        </p:txBody>
      </p:sp>
      <p:pic>
        <p:nvPicPr>
          <p:cNvPr id="7" name="Picture 2" descr="Fully Labelled Diagram Alveolus Lungs Showing Stock Vector (Royalty Free)  369984683 | Shutterstock">
            <a:extLst>
              <a:ext uri="{FF2B5EF4-FFF2-40B4-BE49-F238E27FC236}">
                <a16:creationId xmlns:a16="http://schemas.microsoft.com/office/drawing/2014/main" id="{CBE8F720-D32E-99B8-7B31-A81E833086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765"/>
          <a:stretch/>
        </p:blipFill>
        <p:spPr bwMode="auto">
          <a:xfrm>
            <a:off x="6185632" y="1557774"/>
            <a:ext cx="5625660" cy="4056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7938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34F5196-E551-EE1F-B352-CE5F3D71F20C}"/>
              </a:ext>
            </a:extLst>
          </p:cNvPr>
          <p:cNvSpPr>
            <a:spLocks noGrp="1"/>
          </p:cNvSpPr>
          <p:nvPr>
            <p:ph sz="half" idx="1"/>
          </p:nvPr>
        </p:nvSpPr>
        <p:spPr/>
        <p:txBody>
          <a:bodyPr>
            <a:normAutofit fontScale="92500"/>
          </a:bodyPr>
          <a:lstStyle/>
          <a:p>
            <a:r>
              <a:rPr lang="en-GB" dirty="0"/>
              <a:t>Thin walls : decrease the distance for diffusion </a:t>
            </a:r>
          </a:p>
          <a:p>
            <a:r>
              <a:rPr lang="en-GB" dirty="0"/>
              <a:t>Close to the capillaries : decrease the distance for diffusion </a:t>
            </a:r>
          </a:p>
          <a:p>
            <a:r>
              <a:rPr lang="en-GB" dirty="0"/>
              <a:t>High in number : increased surface area for diffusion </a:t>
            </a:r>
          </a:p>
          <a:p>
            <a:r>
              <a:rPr lang="en-GB" dirty="0"/>
              <a:t>Collateral channels of ventilation: get past blockages  </a:t>
            </a:r>
          </a:p>
          <a:p>
            <a:r>
              <a:rPr lang="en-GB" dirty="0"/>
              <a:t>Interconnected : help to pull each other open </a:t>
            </a:r>
          </a:p>
        </p:txBody>
      </p:sp>
      <p:sp>
        <p:nvSpPr>
          <p:cNvPr id="2" name="Title 1">
            <a:extLst>
              <a:ext uri="{FF2B5EF4-FFF2-40B4-BE49-F238E27FC236}">
                <a16:creationId xmlns:a16="http://schemas.microsoft.com/office/drawing/2014/main" id="{64BE3F86-CB8F-FBBA-71EE-BC198401D4C7}"/>
              </a:ext>
            </a:extLst>
          </p:cNvPr>
          <p:cNvSpPr>
            <a:spLocks noGrp="1"/>
          </p:cNvSpPr>
          <p:nvPr>
            <p:ph type="title"/>
          </p:nvPr>
        </p:nvSpPr>
        <p:spPr>
          <a:xfrm>
            <a:off x="0" y="0"/>
            <a:ext cx="10515600" cy="1325563"/>
          </a:xfrm>
        </p:spPr>
        <p:txBody>
          <a:bodyPr anchor="b">
            <a:normAutofit/>
          </a:bodyPr>
          <a:lstStyle/>
          <a:p>
            <a:r>
              <a:rPr lang="en-GB" dirty="0"/>
              <a:t>Special features of the alveoli </a:t>
            </a:r>
          </a:p>
        </p:txBody>
      </p:sp>
      <p:pic>
        <p:nvPicPr>
          <p:cNvPr id="1026" name="Picture 2" descr="Principles Of Airway Clearance – CF Physio">
            <a:extLst>
              <a:ext uri="{FF2B5EF4-FFF2-40B4-BE49-F238E27FC236}">
                <a16:creationId xmlns:a16="http://schemas.microsoft.com/office/drawing/2014/main" id="{AA955648-E13D-17A5-7084-6D24875A2C0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02249" y="1601902"/>
            <a:ext cx="3547067" cy="280069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ully Labelled Diagram Alveolus Lungs Showing Stock Vector (Royalty Free)  369984683 | Shutterstock">
            <a:extLst>
              <a:ext uri="{FF2B5EF4-FFF2-40B4-BE49-F238E27FC236}">
                <a16:creationId xmlns:a16="http://schemas.microsoft.com/office/drawing/2014/main" id="{747A6C51-F135-D8D7-0CBD-7BD44CE514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765"/>
          <a:stretch/>
        </p:blipFill>
        <p:spPr bwMode="auto">
          <a:xfrm>
            <a:off x="8650514" y="4289174"/>
            <a:ext cx="3088206" cy="2227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993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37B47-922A-C4FA-8DB3-DF863F6E05BF}"/>
              </a:ext>
            </a:extLst>
          </p:cNvPr>
          <p:cNvSpPr>
            <a:spLocks noGrp="1"/>
          </p:cNvSpPr>
          <p:nvPr>
            <p:ph type="title"/>
          </p:nvPr>
        </p:nvSpPr>
        <p:spPr>
          <a:xfrm>
            <a:off x="656648" y="188632"/>
            <a:ext cx="4853781" cy="1343767"/>
          </a:xfrm>
        </p:spPr>
        <p:txBody>
          <a:bodyPr anchor="ctr">
            <a:normAutofit/>
          </a:bodyPr>
          <a:lstStyle/>
          <a:p>
            <a:r>
              <a:rPr lang="en-GB" sz="4800" dirty="0">
                <a:ea typeface="Cambria"/>
              </a:rPr>
              <a:t>Lobes of the lung </a:t>
            </a:r>
            <a:endParaRPr lang="en-GB" sz="4800" dirty="0"/>
          </a:p>
        </p:txBody>
      </p:sp>
      <p:sp>
        <p:nvSpPr>
          <p:cNvPr id="3" name="Content Placeholder 2">
            <a:extLst>
              <a:ext uri="{FF2B5EF4-FFF2-40B4-BE49-F238E27FC236}">
                <a16:creationId xmlns:a16="http://schemas.microsoft.com/office/drawing/2014/main" id="{E96AC896-17DA-7586-5AA8-0D8B6A86B425}"/>
              </a:ext>
            </a:extLst>
          </p:cNvPr>
          <p:cNvSpPr>
            <a:spLocks noGrp="1"/>
          </p:cNvSpPr>
          <p:nvPr>
            <p:ph idx="1"/>
          </p:nvPr>
        </p:nvSpPr>
        <p:spPr>
          <a:xfrm>
            <a:off x="6955839" y="2390523"/>
            <a:ext cx="4584882" cy="2090103"/>
          </a:xfrm>
        </p:spPr>
        <p:txBody>
          <a:bodyPr anchor="ctr">
            <a:normAutofit/>
          </a:bodyPr>
          <a:lstStyle/>
          <a:p>
            <a:pPr marL="0" indent="0">
              <a:buNone/>
            </a:pPr>
            <a:r>
              <a:rPr lang="en-GB" sz="1800" dirty="0">
                <a:solidFill>
                  <a:schemeClr val="bg1"/>
                </a:solidFill>
                <a:ea typeface="Cambria"/>
              </a:rPr>
              <a:t>The right and left lung are similar but asymmetrical : </a:t>
            </a:r>
          </a:p>
          <a:p>
            <a:pPr lvl="1"/>
            <a:r>
              <a:rPr lang="en-GB" sz="1800" dirty="0">
                <a:solidFill>
                  <a:schemeClr val="bg1"/>
                </a:solidFill>
                <a:ea typeface="Cambria"/>
              </a:rPr>
              <a:t>Right lung  has 3 lobes </a:t>
            </a:r>
          </a:p>
          <a:p>
            <a:pPr lvl="1"/>
            <a:r>
              <a:rPr lang="en-GB" sz="1800" dirty="0">
                <a:solidFill>
                  <a:schemeClr val="bg1"/>
                </a:solidFill>
                <a:ea typeface="Cambria"/>
              </a:rPr>
              <a:t>Left Lung has 2 lobes </a:t>
            </a:r>
          </a:p>
          <a:p>
            <a:endParaRPr lang="en-GB" sz="1800" dirty="0">
              <a:solidFill>
                <a:schemeClr val="bg1"/>
              </a:solidFill>
            </a:endParaRPr>
          </a:p>
        </p:txBody>
      </p:sp>
      <p:pic>
        <p:nvPicPr>
          <p:cNvPr id="4" name="Picture 5" descr="Diagram&#10;&#10;Description automatically generated">
            <a:extLst>
              <a:ext uri="{FF2B5EF4-FFF2-40B4-BE49-F238E27FC236}">
                <a16:creationId xmlns:a16="http://schemas.microsoft.com/office/drawing/2014/main" id="{BC056618-5DE3-6847-FAC2-C198AC4D635F}"/>
              </a:ext>
            </a:extLst>
          </p:cNvPr>
          <p:cNvPicPr>
            <a:picLocks noChangeAspect="1"/>
          </p:cNvPicPr>
          <p:nvPr/>
        </p:nvPicPr>
        <p:blipFill>
          <a:blip r:embed="rId2"/>
          <a:stretch>
            <a:fillRect/>
          </a:stretch>
        </p:blipFill>
        <p:spPr>
          <a:xfrm>
            <a:off x="5906137" y="1411950"/>
            <a:ext cx="5238876" cy="4302427"/>
          </a:xfrm>
          <a:prstGeom prst="rect">
            <a:avLst/>
          </a:prstGeom>
        </p:spPr>
      </p:pic>
      <p:cxnSp>
        <p:nvCxnSpPr>
          <p:cNvPr id="6" name="Straight Arrow Connector 5">
            <a:extLst>
              <a:ext uri="{FF2B5EF4-FFF2-40B4-BE49-F238E27FC236}">
                <a16:creationId xmlns:a16="http://schemas.microsoft.com/office/drawing/2014/main" id="{9708132A-038C-012E-9B30-D93CDC98B3E6}"/>
              </a:ext>
            </a:extLst>
          </p:cNvPr>
          <p:cNvCxnSpPr>
            <a:cxnSpLocks/>
          </p:cNvCxnSpPr>
          <p:nvPr/>
        </p:nvCxnSpPr>
        <p:spPr>
          <a:xfrm flipV="1">
            <a:off x="6956371" y="4833555"/>
            <a:ext cx="543887" cy="721455"/>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0D4AD970-8B9C-C972-988B-E46481B40B69}"/>
              </a:ext>
            </a:extLst>
          </p:cNvPr>
          <p:cNvSpPr txBox="1"/>
          <p:nvPr/>
        </p:nvSpPr>
        <p:spPr>
          <a:xfrm>
            <a:off x="6109731" y="1615420"/>
            <a:ext cx="16433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rgbClr val="FF0000"/>
                </a:solidFill>
                <a:ea typeface="Cambria"/>
              </a:rPr>
              <a:t>Horizontal fissure </a:t>
            </a:r>
            <a:endParaRPr lang="en-GB" b="1" dirty="0">
              <a:solidFill>
                <a:srgbClr val="FF0000"/>
              </a:solidFill>
            </a:endParaRPr>
          </a:p>
        </p:txBody>
      </p:sp>
      <p:cxnSp>
        <p:nvCxnSpPr>
          <p:cNvPr id="26" name="Straight Arrow Connector 25">
            <a:extLst>
              <a:ext uri="{FF2B5EF4-FFF2-40B4-BE49-F238E27FC236}">
                <a16:creationId xmlns:a16="http://schemas.microsoft.com/office/drawing/2014/main" id="{685FCCAA-9F2A-BDF9-1BB0-8A87399F09E5}"/>
              </a:ext>
            </a:extLst>
          </p:cNvPr>
          <p:cNvCxnSpPr>
            <a:cxnSpLocks/>
          </p:cNvCxnSpPr>
          <p:nvPr/>
        </p:nvCxnSpPr>
        <p:spPr>
          <a:xfrm>
            <a:off x="6963362" y="2395158"/>
            <a:ext cx="522914" cy="1753297"/>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96C211E4-AA9D-07F3-C580-D4712E0B9335}"/>
              </a:ext>
            </a:extLst>
          </p:cNvPr>
          <p:cNvSpPr txBox="1"/>
          <p:nvPr/>
        </p:nvSpPr>
        <p:spPr>
          <a:xfrm>
            <a:off x="6170176" y="5607181"/>
            <a:ext cx="18695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rgbClr val="FF0000"/>
                </a:solidFill>
                <a:ea typeface="Cambria"/>
              </a:rPr>
              <a:t>Oblique fissure</a:t>
            </a:r>
            <a:r>
              <a:rPr lang="en-GB" dirty="0">
                <a:ea typeface="Cambria"/>
              </a:rPr>
              <a:t> </a:t>
            </a:r>
            <a:endParaRPr lang="en-GB" dirty="0"/>
          </a:p>
        </p:txBody>
      </p:sp>
      <p:sp>
        <p:nvSpPr>
          <p:cNvPr id="28" name="TextBox 27">
            <a:extLst>
              <a:ext uri="{FF2B5EF4-FFF2-40B4-BE49-F238E27FC236}">
                <a16:creationId xmlns:a16="http://schemas.microsoft.com/office/drawing/2014/main" id="{B7A988AE-9D87-9619-5415-97526BA28FE2}"/>
              </a:ext>
            </a:extLst>
          </p:cNvPr>
          <p:cNvSpPr txBox="1"/>
          <p:nvPr/>
        </p:nvSpPr>
        <p:spPr>
          <a:xfrm>
            <a:off x="9547406" y="2557991"/>
            <a:ext cx="19401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rgbClr val="FF0000"/>
                </a:solidFill>
                <a:ea typeface="Cambria"/>
              </a:rPr>
              <a:t>Oblique  fissure </a:t>
            </a:r>
            <a:endParaRPr lang="en-GB" b="1" dirty="0">
              <a:solidFill>
                <a:srgbClr val="FF0000"/>
              </a:solidFill>
            </a:endParaRPr>
          </a:p>
        </p:txBody>
      </p:sp>
      <p:cxnSp>
        <p:nvCxnSpPr>
          <p:cNvPr id="29" name="Straight Arrow Connector 28">
            <a:extLst>
              <a:ext uri="{FF2B5EF4-FFF2-40B4-BE49-F238E27FC236}">
                <a16:creationId xmlns:a16="http://schemas.microsoft.com/office/drawing/2014/main" id="{4A1080DD-DC59-6AD4-1163-6DDE4CAEE913}"/>
              </a:ext>
            </a:extLst>
          </p:cNvPr>
          <p:cNvCxnSpPr>
            <a:cxnSpLocks/>
          </p:cNvCxnSpPr>
          <p:nvPr/>
        </p:nvCxnSpPr>
        <p:spPr>
          <a:xfrm flipH="1">
            <a:off x="9772276" y="2961414"/>
            <a:ext cx="714461" cy="1627462"/>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75289293-1564-DA07-A47F-292401ECE21E}"/>
              </a:ext>
            </a:extLst>
          </p:cNvPr>
          <p:cNvSpPr txBox="1"/>
          <p:nvPr/>
        </p:nvSpPr>
        <p:spPr>
          <a:xfrm>
            <a:off x="930134" y="3295262"/>
            <a:ext cx="4580295" cy="1569660"/>
          </a:xfrm>
          <a:prstGeom prst="rect">
            <a:avLst/>
          </a:prstGeom>
          <a:noFill/>
        </p:spPr>
        <p:txBody>
          <a:bodyPr wrap="square">
            <a:spAutoFit/>
          </a:bodyPr>
          <a:lstStyle/>
          <a:p>
            <a:r>
              <a:rPr lang="en-GB" sz="2400" dirty="0">
                <a:ea typeface="Cambria"/>
              </a:rPr>
              <a:t>The right and left lung are similar but asymmetrical : </a:t>
            </a:r>
          </a:p>
          <a:p>
            <a:pPr lvl="1"/>
            <a:r>
              <a:rPr lang="en-GB" sz="2400" dirty="0">
                <a:ea typeface="Cambria"/>
              </a:rPr>
              <a:t>Right lung  has 3 lobes </a:t>
            </a:r>
          </a:p>
          <a:p>
            <a:pPr lvl="1"/>
            <a:r>
              <a:rPr lang="en-GB" sz="2400" dirty="0">
                <a:ea typeface="Cambria"/>
              </a:rPr>
              <a:t>Left Lung has 2 lobes </a:t>
            </a:r>
          </a:p>
        </p:txBody>
      </p:sp>
    </p:spTree>
    <p:extLst>
      <p:ext uri="{BB962C8B-B14F-4D97-AF65-F5344CB8AC3E}">
        <p14:creationId xmlns:p14="http://schemas.microsoft.com/office/powerpoint/2010/main" val="334221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Diagram">
            <a:extLst>
              <a:ext uri="{FF2B5EF4-FFF2-40B4-BE49-F238E27FC236}">
                <a16:creationId xmlns:a16="http://schemas.microsoft.com/office/drawing/2014/main" id="{CF7EBE64-A808-F74E-11F5-C8FDD77351FB}"/>
              </a:ext>
            </a:extLst>
          </p:cNvPr>
          <p:cNvPicPr>
            <a:picLocks noChangeAspect="1"/>
          </p:cNvPicPr>
          <p:nvPr/>
        </p:nvPicPr>
        <p:blipFill>
          <a:blip r:embed="rId2"/>
          <a:stretch>
            <a:fillRect/>
          </a:stretch>
        </p:blipFill>
        <p:spPr>
          <a:xfrm>
            <a:off x="1526020" y="2061125"/>
            <a:ext cx="9136908" cy="4796875"/>
          </a:xfrm>
          <a:prstGeom prst="rect">
            <a:avLst/>
          </a:prstGeom>
        </p:spPr>
      </p:pic>
      <p:sp>
        <p:nvSpPr>
          <p:cNvPr id="2" name="Title 1">
            <a:extLst>
              <a:ext uri="{FF2B5EF4-FFF2-40B4-BE49-F238E27FC236}">
                <a16:creationId xmlns:a16="http://schemas.microsoft.com/office/drawing/2014/main" id="{3B6058F9-C3F6-CD1A-0190-93BD9FF3A272}"/>
              </a:ext>
            </a:extLst>
          </p:cNvPr>
          <p:cNvSpPr>
            <a:spLocks noGrp="1"/>
          </p:cNvSpPr>
          <p:nvPr>
            <p:ph type="title"/>
          </p:nvPr>
        </p:nvSpPr>
        <p:spPr>
          <a:xfrm>
            <a:off x="2076087" y="259328"/>
            <a:ext cx="8036774" cy="1546533"/>
          </a:xfrm>
        </p:spPr>
        <p:txBody>
          <a:bodyPr anchor="t">
            <a:normAutofit/>
          </a:bodyPr>
          <a:lstStyle/>
          <a:p>
            <a:r>
              <a:rPr lang="en-GB" sz="4800" dirty="0">
                <a:ea typeface="Cambria"/>
              </a:rPr>
              <a:t>Bronchopulmonary segments </a:t>
            </a:r>
            <a:endParaRPr lang="en-GB" sz="4800" dirty="0"/>
          </a:p>
        </p:txBody>
      </p:sp>
      <p:sp>
        <p:nvSpPr>
          <p:cNvPr id="8" name="Content Placeholder 7">
            <a:extLst>
              <a:ext uri="{FF2B5EF4-FFF2-40B4-BE49-F238E27FC236}">
                <a16:creationId xmlns:a16="http://schemas.microsoft.com/office/drawing/2014/main" id="{A846A523-84D5-5BFE-C4E8-E6A421DD5771}"/>
              </a:ext>
            </a:extLst>
          </p:cNvPr>
          <p:cNvSpPr>
            <a:spLocks noGrp="1"/>
          </p:cNvSpPr>
          <p:nvPr>
            <p:ph idx="1"/>
          </p:nvPr>
        </p:nvSpPr>
        <p:spPr>
          <a:xfrm>
            <a:off x="1526020" y="6133385"/>
            <a:ext cx="10377484" cy="778838"/>
          </a:xfrm>
        </p:spPr>
        <p:txBody>
          <a:bodyPr anchor="ctr">
            <a:normAutofit/>
          </a:bodyPr>
          <a:lstStyle/>
          <a:p>
            <a:pPr marL="0" indent="0">
              <a:buNone/>
            </a:pPr>
            <a:r>
              <a:rPr lang="en-GB" sz="1800" dirty="0">
                <a:solidFill>
                  <a:schemeClr val="bg1"/>
                </a:solidFill>
                <a:ea typeface="Cambria"/>
              </a:rPr>
              <a:t>The lobes further divide into segments associated with specific bronchi </a:t>
            </a:r>
          </a:p>
          <a:p>
            <a:endParaRPr lang="en-US" sz="1800" dirty="0">
              <a:solidFill>
                <a:schemeClr val="bg1"/>
              </a:solidFill>
            </a:endParaRPr>
          </a:p>
        </p:txBody>
      </p:sp>
    </p:spTree>
    <p:extLst>
      <p:ext uri="{BB962C8B-B14F-4D97-AF65-F5344CB8AC3E}">
        <p14:creationId xmlns:p14="http://schemas.microsoft.com/office/powerpoint/2010/main" val="2820827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Diagram&#10;&#10;Description automatically generated">
            <a:extLst>
              <a:ext uri="{FF2B5EF4-FFF2-40B4-BE49-F238E27FC236}">
                <a16:creationId xmlns:a16="http://schemas.microsoft.com/office/drawing/2014/main" id="{72C583CC-C6F6-EEA1-7A6B-6D5ADC1C506B}"/>
              </a:ext>
            </a:extLst>
          </p:cNvPr>
          <p:cNvPicPr>
            <a:picLocks noChangeAspect="1"/>
          </p:cNvPicPr>
          <p:nvPr/>
        </p:nvPicPr>
        <p:blipFill rotWithShape="1">
          <a:blip r:embed="rId2"/>
          <a:srcRect l="3607" t="879" r="4611" b="-877"/>
          <a:stretch/>
        </p:blipFill>
        <p:spPr>
          <a:xfrm>
            <a:off x="2923280" y="1672077"/>
            <a:ext cx="6824230" cy="5185923"/>
          </a:xfrm>
          <a:prstGeom prst="rect">
            <a:avLst/>
          </a:prstGeom>
        </p:spPr>
      </p:pic>
      <p:sp>
        <p:nvSpPr>
          <p:cNvPr id="2" name="Title 1">
            <a:extLst>
              <a:ext uri="{FF2B5EF4-FFF2-40B4-BE49-F238E27FC236}">
                <a16:creationId xmlns:a16="http://schemas.microsoft.com/office/drawing/2014/main" id="{0BE1C8E3-DEDC-DD82-BF21-19D4B170DF80}"/>
              </a:ext>
            </a:extLst>
          </p:cNvPr>
          <p:cNvSpPr>
            <a:spLocks noGrp="1"/>
          </p:cNvSpPr>
          <p:nvPr>
            <p:ph type="title"/>
          </p:nvPr>
        </p:nvSpPr>
        <p:spPr>
          <a:xfrm>
            <a:off x="572148" y="26492"/>
            <a:ext cx="9834595" cy="1638351"/>
          </a:xfrm>
        </p:spPr>
        <p:txBody>
          <a:bodyPr anchor="b">
            <a:normAutofit/>
          </a:bodyPr>
          <a:lstStyle/>
          <a:p>
            <a:r>
              <a:rPr lang="en-GB" sz="4800" dirty="0"/>
              <a:t>Surface mapping </a:t>
            </a:r>
          </a:p>
        </p:txBody>
      </p:sp>
    </p:spTree>
    <p:extLst>
      <p:ext uri="{BB962C8B-B14F-4D97-AF65-F5344CB8AC3E}">
        <p14:creationId xmlns:p14="http://schemas.microsoft.com/office/powerpoint/2010/main" val="205009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Diagram">
            <a:extLst>
              <a:ext uri="{FF2B5EF4-FFF2-40B4-BE49-F238E27FC236}">
                <a16:creationId xmlns:a16="http://schemas.microsoft.com/office/drawing/2014/main" id="{ABE791FC-3AA3-D795-3CE4-AF017C678294}"/>
              </a:ext>
            </a:extLst>
          </p:cNvPr>
          <p:cNvPicPr>
            <a:picLocks noChangeAspect="1"/>
          </p:cNvPicPr>
          <p:nvPr/>
        </p:nvPicPr>
        <p:blipFill rotWithShape="1">
          <a:blip r:embed="rId2"/>
          <a:srcRect l="197" r="310" b="1"/>
          <a:stretch/>
        </p:blipFill>
        <p:spPr>
          <a:xfrm>
            <a:off x="5782893" y="3226626"/>
            <a:ext cx="5859917" cy="2620884"/>
          </a:xfrm>
          <a:prstGeom prst="rect">
            <a:avLst/>
          </a:prstGeom>
        </p:spPr>
      </p:pic>
      <p:sp>
        <p:nvSpPr>
          <p:cNvPr id="2" name="Title 1">
            <a:extLst>
              <a:ext uri="{FF2B5EF4-FFF2-40B4-BE49-F238E27FC236}">
                <a16:creationId xmlns:a16="http://schemas.microsoft.com/office/drawing/2014/main" id="{85B92F18-C3BA-5A50-A845-3BAD8D64E8B6}"/>
              </a:ext>
            </a:extLst>
          </p:cNvPr>
          <p:cNvSpPr>
            <a:spLocks noGrp="1"/>
          </p:cNvSpPr>
          <p:nvPr>
            <p:ph type="title"/>
          </p:nvPr>
        </p:nvSpPr>
        <p:spPr>
          <a:xfrm>
            <a:off x="786384" y="576072"/>
            <a:ext cx="10377484" cy="1059999"/>
          </a:xfrm>
        </p:spPr>
        <p:txBody>
          <a:bodyPr anchor="t">
            <a:normAutofit/>
          </a:bodyPr>
          <a:lstStyle/>
          <a:p>
            <a:r>
              <a:rPr lang="en-GB" sz="4800" dirty="0"/>
              <a:t>Hilum (root)</a:t>
            </a:r>
          </a:p>
        </p:txBody>
      </p:sp>
      <p:sp>
        <p:nvSpPr>
          <p:cNvPr id="3" name="Content Placeholder 2">
            <a:extLst>
              <a:ext uri="{FF2B5EF4-FFF2-40B4-BE49-F238E27FC236}">
                <a16:creationId xmlns:a16="http://schemas.microsoft.com/office/drawing/2014/main" id="{683A405E-C1F9-FB88-C710-5C65067EA36B}"/>
              </a:ext>
            </a:extLst>
          </p:cNvPr>
          <p:cNvSpPr>
            <a:spLocks noGrp="1"/>
          </p:cNvSpPr>
          <p:nvPr>
            <p:ph idx="1"/>
          </p:nvPr>
        </p:nvSpPr>
        <p:spPr>
          <a:xfrm>
            <a:off x="393927" y="2378765"/>
            <a:ext cx="10377484" cy="3903163"/>
          </a:xfrm>
        </p:spPr>
        <p:txBody>
          <a:bodyPr anchor="ctr">
            <a:normAutofit lnSpcReduction="10000"/>
          </a:bodyPr>
          <a:lstStyle/>
          <a:p>
            <a:r>
              <a:rPr lang="en-GB" sz="2400" dirty="0">
                <a:ea typeface="Cambria"/>
              </a:rPr>
              <a:t>The point at which various structures enter and exit the lungs </a:t>
            </a:r>
          </a:p>
          <a:p>
            <a:r>
              <a:rPr lang="en-GB" sz="2400" dirty="0">
                <a:ea typeface="Cambria"/>
              </a:rPr>
              <a:t>Surrounded by the pleura. </a:t>
            </a:r>
          </a:p>
          <a:p>
            <a:r>
              <a:rPr lang="en-GB" sz="2400" dirty="0">
                <a:ea typeface="Cambria"/>
              </a:rPr>
              <a:t>Contains : </a:t>
            </a:r>
          </a:p>
          <a:p>
            <a:pPr lvl="1"/>
            <a:r>
              <a:rPr lang="en-GB" dirty="0">
                <a:ea typeface="Cambria"/>
              </a:rPr>
              <a:t>Bronchi </a:t>
            </a:r>
          </a:p>
          <a:p>
            <a:pPr lvl="1"/>
            <a:r>
              <a:rPr lang="en-GB" dirty="0">
                <a:ea typeface="Cambria"/>
              </a:rPr>
              <a:t>Pulmonary vasculature </a:t>
            </a:r>
          </a:p>
          <a:p>
            <a:pPr lvl="1"/>
            <a:r>
              <a:rPr lang="en-GB" dirty="0">
                <a:ea typeface="Cambria"/>
              </a:rPr>
              <a:t>The phrenic nerve </a:t>
            </a:r>
          </a:p>
          <a:p>
            <a:pPr lvl="1"/>
            <a:r>
              <a:rPr lang="en-GB" dirty="0">
                <a:ea typeface="Cambria"/>
              </a:rPr>
              <a:t>Lymphatics</a:t>
            </a:r>
          </a:p>
          <a:p>
            <a:pPr lvl="1"/>
            <a:r>
              <a:rPr lang="en-GB" dirty="0">
                <a:ea typeface="Cambria"/>
              </a:rPr>
              <a:t>Bronchial vessels</a:t>
            </a:r>
          </a:p>
          <a:p>
            <a:pPr lvl="2"/>
            <a:r>
              <a:rPr lang="en-GB" sz="2400" dirty="0">
                <a:ea typeface="Cambria"/>
              </a:rPr>
              <a:t>Pulmonary artery </a:t>
            </a:r>
          </a:p>
          <a:p>
            <a:pPr lvl="2"/>
            <a:r>
              <a:rPr lang="en-GB" sz="2400" dirty="0">
                <a:ea typeface="Cambria"/>
              </a:rPr>
              <a:t>Pulmonary veins ( R and L) </a:t>
            </a:r>
          </a:p>
          <a:p>
            <a:endParaRPr lang="en-GB" sz="1800" dirty="0"/>
          </a:p>
        </p:txBody>
      </p:sp>
    </p:spTree>
    <p:extLst>
      <p:ext uri="{BB962C8B-B14F-4D97-AF65-F5344CB8AC3E}">
        <p14:creationId xmlns:p14="http://schemas.microsoft.com/office/powerpoint/2010/main" val="665518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Diagram">
            <a:extLst>
              <a:ext uri="{FF2B5EF4-FFF2-40B4-BE49-F238E27FC236}">
                <a16:creationId xmlns:a16="http://schemas.microsoft.com/office/drawing/2014/main" id="{6E28B1DF-3561-1D7D-960C-71F8E7C021F4}"/>
              </a:ext>
            </a:extLst>
          </p:cNvPr>
          <p:cNvPicPr>
            <a:picLocks noGrp="1" noChangeAspect="1"/>
          </p:cNvPicPr>
          <p:nvPr>
            <p:ph idx="1"/>
          </p:nvPr>
        </p:nvPicPr>
        <p:blipFill rotWithShape="1">
          <a:blip r:embed="rId2"/>
          <a:srcRect r="-345"/>
          <a:stretch/>
        </p:blipFill>
        <p:spPr>
          <a:xfrm>
            <a:off x="6638458" y="1119271"/>
            <a:ext cx="5121990" cy="4619457"/>
          </a:xfrm>
          <a:prstGeom prst="rect">
            <a:avLst/>
          </a:prstGeom>
        </p:spPr>
      </p:pic>
      <p:sp>
        <p:nvSpPr>
          <p:cNvPr id="2" name="Title 1">
            <a:extLst>
              <a:ext uri="{FF2B5EF4-FFF2-40B4-BE49-F238E27FC236}">
                <a16:creationId xmlns:a16="http://schemas.microsoft.com/office/drawing/2014/main" id="{DB048952-EA0A-2365-D4C5-D06848E33318}"/>
              </a:ext>
            </a:extLst>
          </p:cNvPr>
          <p:cNvSpPr>
            <a:spLocks noGrp="1"/>
          </p:cNvSpPr>
          <p:nvPr>
            <p:ph type="title"/>
          </p:nvPr>
        </p:nvSpPr>
        <p:spPr>
          <a:xfrm>
            <a:off x="268548" y="506107"/>
            <a:ext cx="3924901" cy="954291"/>
          </a:xfrm>
        </p:spPr>
        <p:txBody>
          <a:bodyPr vert="horz" lIns="91440" tIns="45720" rIns="91440" bIns="45720" rtlCol="0" anchor="b">
            <a:normAutofit/>
          </a:bodyPr>
          <a:lstStyle/>
          <a:p>
            <a:r>
              <a:rPr lang="en-US" sz="4800" kern="1200" dirty="0">
                <a:latin typeface="+mj-lt"/>
                <a:ea typeface="+mj-ea"/>
                <a:cs typeface="+mj-cs"/>
              </a:rPr>
              <a:t>Mediastinum </a:t>
            </a:r>
          </a:p>
        </p:txBody>
      </p:sp>
      <p:sp>
        <p:nvSpPr>
          <p:cNvPr id="6" name="TextBox 5">
            <a:extLst>
              <a:ext uri="{FF2B5EF4-FFF2-40B4-BE49-F238E27FC236}">
                <a16:creationId xmlns:a16="http://schemas.microsoft.com/office/drawing/2014/main" id="{788212FB-868B-FA98-9F43-7413D7E21893}"/>
              </a:ext>
            </a:extLst>
          </p:cNvPr>
          <p:cNvSpPr txBox="1"/>
          <p:nvPr/>
        </p:nvSpPr>
        <p:spPr>
          <a:xfrm>
            <a:off x="598973" y="2620884"/>
            <a:ext cx="5074368" cy="2229172"/>
          </a:xfrm>
          <a:prstGeom prst="rect">
            <a:avLst/>
          </a:prstGeom>
        </p:spPr>
        <p:txBody>
          <a:bodyPr vert="horz" lIns="91440" tIns="45720" rIns="91440" bIns="45720" rtlCol="0" anchor="t">
            <a:normAutofit fontScale="92500" lnSpcReduction="10000"/>
          </a:bodyPr>
          <a:lstStyle/>
          <a:p>
            <a:pPr indent="-228600">
              <a:lnSpc>
                <a:spcPct val="90000"/>
              </a:lnSpc>
              <a:spcAft>
                <a:spcPts val="600"/>
              </a:spcAft>
              <a:buFont typeface="Arial" panose="020B0604020202020204" pitchFamily="34" charset="0"/>
              <a:buChar char="•"/>
            </a:pPr>
            <a:r>
              <a:rPr lang="en-US" sz="2400" dirty="0"/>
              <a:t>A central compartment in the thoracic cavity between the pleural sacs of the lungs. </a:t>
            </a:r>
          </a:p>
          <a:p>
            <a:pPr>
              <a:lnSpc>
                <a:spcPct val="90000"/>
              </a:lnSpc>
              <a:spcAft>
                <a:spcPts val="600"/>
              </a:spcAft>
            </a:pPr>
            <a:endParaRPr lang="en-US" sz="2400" dirty="0"/>
          </a:p>
          <a:p>
            <a:pPr indent="-228600">
              <a:lnSpc>
                <a:spcPct val="90000"/>
              </a:lnSpc>
              <a:spcAft>
                <a:spcPts val="600"/>
              </a:spcAft>
              <a:buFont typeface="Arial" panose="020B0604020202020204" pitchFamily="34" charset="0"/>
              <a:buChar char="•"/>
            </a:pPr>
            <a:r>
              <a:rPr lang="en-US" sz="2400" dirty="0"/>
              <a:t>Divided into superior and inferior portions. Inferior then divides into middle and posterior portions. </a:t>
            </a:r>
          </a:p>
        </p:txBody>
      </p:sp>
    </p:spTree>
    <p:extLst>
      <p:ext uri="{BB962C8B-B14F-4D97-AF65-F5344CB8AC3E}">
        <p14:creationId xmlns:p14="http://schemas.microsoft.com/office/powerpoint/2010/main" val="79915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ulmonary Circulation Diagram - Pulmonary Circulation Simple Diagram, HD  Png Download , Transparent Png Image - PNGitem">
            <a:extLst>
              <a:ext uri="{FF2B5EF4-FFF2-40B4-BE49-F238E27FC236}">
                <a16:creationId xmlns:a16="http://schemas.microsoft.com/office/drawing/2014/main" id="{928E449F-44B3-2B13-8609-15561A58E2D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564716" y="998732"/>
            <a:ext cx="5129854" cy="486053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FF0E6B-8C06-BFB9-6EA6-3B7D3D5CF92B}"/>
              </a:ext>
            </a:extLst>
          </p:cNvPr>
          <p:cNvSpPr>
            <a:spLocks noGrp="1"/>
          </p:cNvSpPr>
          <p:nvPr>
            <p:ph type="title"/>
          </p:nvPr>
        </p:nvSpPr>
        <p:spPr>
          <a:xfrm>
            <a:off x="15091" y="803703"/>
            <a:ext cx="6575749" cy="906679"/>
          </a:xfrm>
        </p:spPr>
        <p:txBody>
          <a:bodyPr vert="horz" lIns="91440" tIns="45720" rIns="91440" bIns="45720" rtlCol="0" anchor="b">
            <a:normAutofit/>
          </a:bodyPr>
          <a:lstStyle/>
          <a:p>
            <a:r>
              <a:rPr lang="en-US" sz="4800" kern="1200" dirty="0">
                <a:latin typeface="+mj-lt"/>
                <a:ea typeface="+mj-ea"/>
                <a:cs typeface="+mj-cs"/>
              </a:rPr>
              <a:t>Pulmonary circulation </a:t>
            </a:r>
          </a:p>
        </p:txBody>
      </p:sp>
      <p:sp>
        <p:nvSpPr>
          <p:cNvPr id="6" name="TextBox 5">
            <a:extLst>
              <a:ext uri="{FF2B5EF4-FFF2-40B4-BE49-F238E27FC236}">
                <a16:creationId xmlns:a16="http://schemas.microsoft.com/office/drawing/2014/main" id="{6AF1B470-9718-2CE6-D632-7C173C370A5A}"/>
              </a:ext>
            </a:extLst>
          </p:cNvPr>
          <p:cNvSpPr txBox="1"/>
          <p:nvPr/>
        </p:nvSpPr>
        <p:spPr>
          <a:xfrm>
            <a:off x="326982" y="2161059"/>
            <a:ext cx="5740304" cy="3085115"/>
          </a:xfrm>
          <a:prstGeom prst="rect">
            <a:avLst/>
          </a:prstGeom>
        </p:spPr>
        <p:txBody>
          <a:bodyPr vert="horz" lIns="91440" tIns="45720" rIns="91440" bIns="45720" rtlCol="0" anchor="t">
            <a:normAutofit/>
          </a:bodyPr>
          <a:lstStyle/>
          <a:p>
            <a:pPr>
              <a:lnSpc>
                <a:spcPct val="90000"/>
              </a:lnSpc>
              <a:spcAft>
                <a:spcPts val="600"/>
              </a:spcAft>
            </a:pPr>
            <a:r>
              <a:rPr lang="en-US" sz="2000" dirty="0"/>
              <a:t>The pulmonary circulation receives the entirety of the cardiac output from the right heart and is a low pressure, low resistance system. </a:t>
            </a:r>
          </a:p>
          <a:p>
            <a:pPr>
              <a:lnSpc>
                <a:spcPct val="90000"/>
              </a:lnSpc>
              <a:spcAft>
                <a:spcPts val="600"/>
              </a:spcAft>
            </a:pPr>
            <a:r>
              <a:rPr lang="en-US" sz="2000" dirty="0"/>
              <a:t>Can be divided into </a:t>
            </a:r>
          </a:p>
          <a:p>
            <a:pPr lvl="1" indent="-228600">
              <a:lnSpc>
                <a:spcPct val="90000"/>
              </a:lnSpc>
              <a:spcAft>
                <a:spcPts val="600"/>
              </a:spcAft>
              <a:buFont typeface="Arial" panose="020B0604020202020204" pitchFamily="34" charset="0"/>
              <a:buChar char="•"/>
            </a:pPr>
            <a:r>
              <a:rPr lang="en-US" sz="2000" dirty="0"/>
              <a:t>The arterial circuit</a:t>
            </a:r>
          </a:p>
          <a:p>
            <a:pPr lvl="1" indent="-228600">
              <a:lnSpc>
                <a:spcPct val="90000"/>
              </a:lnSpc>
              <a:spcAft>
                <a:spcPts val="600"/>
              </a:spcAft>
              <a:buFont typeface="Arial" panose="020B0604020202020204" pitchFamily="34" charset="0"/>
              <a:buChar char="•"/>
            </a:pPr>
            <a:r>
              <a:rPr lang="en-US" sz="2000" dirty="0"/>
              <a:t>The venous circuit</a:t>
            </a:r>
          </a:p>
          <a:p>
            <a:pPr lvl="1" indent="-228600">
              <a:lnSpc>
                <a:spcPct val="90000"/>
              </a:lnSpc>
              <a:spcAft>
                <a:spcPts val="600"/>
              </a:spcAft>
              <a:buFont typeface="Arial" panose="020B0604020202020204" pitchFamily="34" charset="0"/>
              <a:buChar char="•"/>
            </a:pPr>
            <a:r>
              <a:rPr lang="en-US" sz="2000" dirty="0"/>
              <a:t>The Lymphatics</a:t>
            </a:r>
          </a:p>
          <a:p>
            <a:pPr lvl="1" indent="-228600">
              <a:lnSpc>
                <a:spcPct val="90000"/>
              </a:lnSpc>
              <a:spcAft>
                <a:spcPts val="600"/>
              </a:spcAft>
              <a:buFont typeface="Arial" panose="020B0604020202020204" pitchFamily="34" charset="0"/>
              <a:buChar char="•"/>
            </a:pPr>
            <a:r>
              <a:rPr lang="en-US" sz="2000" dirty="0"/>
              <a:t>Bronchial circulation </a:t>
            </a:r>
          </a:p>
        </p:txBody>
      </p:sp>
    </p:spTree>
    <p:extLst>
      <p:ext uri="{BB962C8B-B14F-4D97-AF65-F5344CB8AC3E}">
        <p14:creationId xmlns:p14="http://schemas.microsoft.com/office/powerpoint/2010/main" val="3919419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Diagram&#10;&#10;Description automatically generated">
            <a:extLst>
              <a:ext uri="{FF2B5EF4-FFF2-40B4-BE49-F238E27FC236}">
                <a16:creationId xmlns:a16="http://schemas.microsoft.com/office/drawing/2014/main" id="{217A1DDE-5543-83BB-F41F-63A008CFD905}"/>
              </a:ext>
            </a:extLst>
          </p:cNvPr>
          <p:cNvPicPr>
            <a:picLocks noGrp="1" noChangeAspect="1"/>
          </p:cNvPicPr>
          <p:nvPr>
            <p:ph sz="half" idx="2"/>
          </p:nvPr>
        </p:nvPicPr>
        <p:blipFill>
          <a:blip r:embed="rId2"/>
          <a:stretch>
            <a:fillRect/>
          </a:stretch>
        </p:blipFill>
        <p:spPr>
          <a:xfrm>
            <a:off x="7689107" y="463660"/>
            <a:ext cx="3410140" cy="5930679"/>
          </a:xfrm>
          <a:prstGeom prst="rect">
            <a:avLst/>
          </a:prstGeom>
        </p:spPr>
      </p:pic>
      <p:sp>
        <p:nvSpPr>
          <p:cNvPr id="4" name="Title 3">
            <a:extLst>
              <a:ext uri="{FF2B5EF4-FFF2-40B4-BE49-F238E27FC236}">
                <a16:creationId xmlns:a16="http://schemas.microsoft.com/office/drawing/2014/main" id="{2143332D-B90B-6800-2036-A0BEBA4DF9CC}"/>
              </a:ext>
            </a:extLst>
          </p:cNvPr>
          <p:cNvSpPr>
            <a:spLocks noGrp="1"/>
          </p:cNvSpPr>
          <p:nvPr>
            <p:ph type="title"/>
          </p:nvPr>
        </p:nvSpPr>
        <p:spPr>
          <a:xfrm>
            <a:off x="395839" y="0"/>
            <a:ext cx="6386198" cy="1279448"/>
          </a:xfrm>
        </p:spPr>
        <p:txBody>
          <a:bodyPr vert="horz" lIns="91440" tIns="45720" rIns="91440" bIns="45720" rtlCol="0" anchor="b">
            <a:normAutofit fontScale="90000"/>
          </a:bodyPr>
          <a:lstStyle/>
          <a:p>
            <a:r>
              <a:rPr lang="en-US" sz="4800" kern="1200" dirty="0">
                <a:latin typeface="+mj-lt"/>
                <a:ea typeface="+mj-ea"/>
                <a:cs typeface="+mj-cs"/>
              </a:rPr>
              <a:t>Innervation of the lungs </a:t>
            </a:r>
          </a:p>
        </p:txBody>
      </p:sp>
      <p:sp>
        <p:nvSpPr>
          <p:cNvPr id="2" name="Content Placeholder 1">
            <a:extLst>
              <a:ext uri="{FF2B5EF4-FFF2-40B4-BE49-F238E27FC236}">
                <a16:creationId xmlns:a16="http://schemas.microsoft.com/office/drawing/2014/main" id="{0116F3A7-C66C-59AE-A468-6FE32C83443B}"/>
              </a:ext>
            </a:extLst>
          </p:cNvPr>
          <p:cNvSpPr>
            <a:spLocks noGrp="1"/>
          </p:cNvSpPr>
          <p:nvPr>
            <p:ph sz="half" idx="1"/>
          </p:nvPr>
        </p:nvSpPr>
        <p:spPr>
          <a:xfrm>
            <a:off x="395839" y="2186643"/>
            <a:ext cx="5186072" cy="3799803"/>
          </a:xfrm>
        </p:spPr>
        <p:txBody>
          <a:bodyPr vert="horz" lIns="91440" tIns="45720" rIns="91440" bIns="45720" rtlCol="0" anchor="t">
            <a:normAutofit lnSpcReduction="10000"/>
          </a:bodyPr>
          <a:lstStyle/>
          <a:p>
            <a:r>
              <a:rPr lang="en-US" sz="1800" dirty="0"/>
              <a:t>The lung receives innervation from 2 main sources: </a:t>
            </a:r>
          </a:p>
          <a:p>
            <a:pPr lvl="1"/>
            <a:r>
              <a:rPr lang="en-US" sz="1800" dirty="0"/>
              <a:t>The pulmonary plexus </a:t>
            </a:r>
          </a:p>
          <a:p>
            <a:pPr lvl="2"/>
            <a:r>
              <a:rPr lang="en-US" sz="1800" dirty="0"/>
              <a:t>A combination of  parasympathetic and sympathetic nerves </a:t>
            </a:r>
          </a:p>
          <a:p>
            <a:pPr lvl="1"/>
            <a:r>
              <a:rPr lang="en-US" sz="1800" dirty="0"/>
              <a:t>Phrenic nerve </a:t>
            </a:r>
          </a:p>
          <a:p>
            <a:pPr lvl="1"/>
            <a:endParaRPr lang="en-US" sz="1800" dirty="0"/>
          </a:p>
          <a:p>
            <a:pPr marL="457200" lvl="1" indent="0">
              <a:buNone/>
            </a:pPr>
            <a:r>
              <a:rPr lang="en-US" sz="1800" dirty="0"/>
              <a:t>Parasympathetic innervation causes constriction of the bronchi, dilation of pulmonary vessels and increase gland secretions </a:t>
            </a:r>
          </a:p>
          <a:p>
            <a:pPr marL="457200" lvl="1" indent="0">
              <a:buNone/>
            </a:pPr>
            <a:r>
              <a:rPr lang="en-US" sz="1800" dirty="0"/>
              <a:t>Sympathetic innervation causes dilation of the bronchi and constriction of the pulmonary vessels </a:t>
            </a:r>
          </a:p>
        </p:txBody>
      </p:sp>
    </p:spTree>
    <p:extLst>
      <p:ext uri="{BB962C8B-B14F-4D97-AF65-F5344CB8AC3E}">
        <p14:creationId xmlns:p14="http://schemas.microsoft.com/office/powerpoint/2010/main" val="4001276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F3559-6E67-46F5-2CF9-707AE79A8D3B}"/>
              </a:ext>
            </a:extLst>
          </p:cNvPr>
          <p:cNvSpPr>
            <a:spLocks noGrp="1"/>
          </p:cNvSpPr>
          <p:nvPr>
            <p:ph type="title"/>
          </p:nvPr>
        </p:nvSpPr>
        <p:spPr>
          <a:xfrm>
            <a:off x="786384" y="576072"/>
            <a:ext cx="10377484" cy="1546533"/>
          </a:xfrm>
        </p:spPr>
        <p:txBody>
          <a:bodyPr anchor="t">
            <a:normAutofit/>
          </a:bodyPr>
          <a:lstStyle/>
          <a:p>
            <a:r>
              <a:rPr lang="en-GB" sz="4800" dirty="0"/>
              <a:t>Pulmonary Lymphatic system </a:t>
            </a:r>
          </a:p>
        </p:txBody>
      </p:sp>
      <p:sp>
        <p:nvSpPr>
          <p:cNvPr id="3" name="Content Placeholder 2">
            <a:extLst>
              <a:ext uri="{FF2B5EF4-FFF2-40B4-BE49-F238E27FC236}">
                <a16:creationId xmlns:a16="http://schemas.microsoft.com/office/drawing/2014/main" id="{D2752607-75C7-BAB0-8095-A193E56A3E7C}"/>
              </a:ext>
            </a:extLst>
          </p:cNvPr>
          <p:cNvSpPr>
            <a:spLocks noGrp="1"/>
          </p:cNvSpPr>
          <p:nvPr>
            <p:ph idx="1"/>
          </p:nvPr>
        </p:nvSpPr>
        <p:spPr>
          <a:xfrm>
            <a:off x="6095120" y="1952915"/>
            <a:ext cx="5310496" cy="3903163"/>
          </a:xfrm>
        </p:spPr>
        <p:txBody>
          <a:bodyPr anchor="ctr">
            <a:normAutofit/>
          </a:bodyPr>
          <a:lstStyle/>
          <a:p>
            <a:r>
              <a:rPr lang="en-GB" sz="2400" dirty="0"/>
              <a:t>Maintains fluid homeostasis </a:t>
            </a:r>
          </a:p>
          <a:p>
            <a:r>
              <a:rPr lang="en-GB" sz="2400" dirty="0"/>
              <a:t>Fight infections </a:t>
            </a:r>
          </a:p>
          <a:p>
            <a:endParaRPr lang="en-GB" sz="2400" dirty="0"/>
          </a:p>
          <a:p>
            <a:pPr marL="0" indent="0">
              <a:buNone/>
            </a:pPr>
            <a:r>
              <a:rPr lang="en-GB" sz="2400" dirty="0"/>
              <a:t>However: </a:t>
            </a:r>
          </a:p>
          <a:p>
            <a:pPr marL="0" indent="0">
              <a:buNone/>
            </a:pPr>
            <a:r>
              <a:rPr lang="en-GB" sz="2400" dirty="0"/>
              <a:t>A primary cancer may lead to cancer cells being transported around the body leading to metastasis </a:t>
            </a:r>
          </a:p>
          <a:p>
            <a:endParaRPr lang="en-GB" sz="1500" dirty="0"/>
          </a:p>
        </p:txBody>
      </p:sp>
      <p:pic>
        <p:nvPicPr>
          <p:cNvPr id="5" name="Picture 2">
            <a:extLst>
              <a:ext uri="{FF2B5EF4-FFF2-40B4-BE49-F238E27FC236}">
                <a16:creationId xmlns:a16="http://schemas.microsoft.com/office/drawing/2014/main" id="{3F404918-925A-4DDC-A7CF-D9660B2AB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425" y="1825625"/>
            <a:ext cx="456115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698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9F1F4-F558-9153-2DF3-1E704E5C3D50}"/>
              </a:ext>
            </a:extLst>
          </p:cNvPr>
          <p:cNvSpPr>
            <a:spLocks noGrp="1"/>
          </p:cNvSpPr>
          <p:nvPr>
            <p:ph type="title"/>
          </p:nvPr>
        </p:nvSpPr>
        <p:spPr>
          <a:xfrm>
            <a:off x="288779" y="389693"/>
            <a:ext cx="5501548" cy="980142"/>
          </a:xfrm>
        </p:spPr>
        <p:txBody>
          <a:bodyPr vert="horz" lIns="91440" tIns="45720" rIns="91440" bIns="45720" rtlCol="0" anchor="b">
            <a:normAutofit/>
          </a:bodyPr>
          <a:lstStyle/>
          <a:p>
            <a:r>
              <a:rPr lang="en-US" sz="4800" kern="1200" dirty="0">
                <a:latin typeface="+mj-lt"/>
                <a:ea typeface="+mj-ea"/>
                <a:cs typeface="+mj-cs"/>
              </a:rPr>
              <a:t>The Pleura </a:t>
            </a:r>
          </a:p>
        </p:txBody>
      </p:sp>
      <p:sp>
        <p:nvSpPr>
          <p:cNvPr id="5" name="TextBox 4">
            <a:extLst>
              <a:ext uri="{FF2B5EF4-FFF2-40B4-BE49-F238E27FC236}">
                <a16:creationId xmlns:a16="http://schemas.microsoft.com/office/drawing/2014/main" id="{6B6F0B91-35D4-7EBC-9218-E42B9B551AF8}"/>
              </a:ext>
            </a:extLst>
          </p:cNvPr>
          <p:cNvSpPr txBox="1"/>
          <p:nvPr/>
        </p:nvSpPr>
        <p:spPr>
          <a:xfrm>
            <a:off x="849981" y="3037661"/>
            <a:ext cx="5501548" cy="1550063"/>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2000" dirty="0"/>
              <a:t>Parietal pleura </a:t>
            </a:r>
          </a:p>
          <a:p>
            <a:pPr marL="285750" indent="-228600">
              <a:lnSpc>
                <a:spcPct val="90000"/>
              </a:lnSpc>
              <a:spcAft>
                <a:spcPts val="600"/>
              </a:spcAft>
              <a:buFont typeface="Arial" panose="020B0604020202020204" pitchFamily="34" charset="0"/>
              <a:buChar char="•"/>
            </a:pPr>
            <a:r>
              <a:rPr lang="en-US" sz="2000" dirty="0"/>
              <a:t>Visceral pleura </a:t>
            </a:r>
          </a:p>
          <a:p>
            <a:pPr marL="285750" indent="-228600">
              <a:lnSpc>
                <a:spcPct val="90000"/>
              </a:lnSpc>
              <a:spcAft>
                <a:spcPts val="600"/>
              </a:spcAft>
              <a:buFont typeface="Arial" panose="020B0604020202020204" pitchFamily="34" charset="0"/>
              <a:buChar char="•"/>
            </a:pPr>
            <a:r>
              <a:rPr lang="en-US" sz="2000" dirty="0"/>
              <a:t>No anatomical connection between the right and left pleural cavities </a:t>
            </a:r>
          </a:p>
        </p:txBody>
      </p:sp>
      <p:pic>
        <p:nvPicPr>
          <p:cNvPr id="8" name="Picture 6">
            <a:extLst>
              <a:ext uri="{FF2B5EF4-FFF2-40B4-BE49-F238E27FC236}">
                <a16:creationId xmlns:a16="http://schemas.microsoft.com/office/drawing/2014/main" id="{1C8584A9-F73F-45B8-43AE-92ED0CF95EEB}"/>
              </a:ext>
            </a:extLst>
          </p:cNvPr>
          <p:cNvPicPr>
            <a:picLocks noGrp="1" noChangeAspect="1"/>
          </p:cNvPicPr>
          <p:nvPr>
            <p:ph idx="1"/>
          </p:nvPr>
        </p:nvPicPr>
        <p:blipFill>
          <a:blip r:embed="rId3"/>
          <a:stretch>
            <a:fillRect/>
          </a:stretch>
        </p:blipFill>
        <p:spPr>
          <a:xfrm>
            <a:off x="6663345" y="1369835"/>
            <a:ext cx="4351337" cy="4351337"/>
          </a:xfrm>
        </p:spPr>
      </p:pic>
    </p:spTree>
    <p:extLst>
      <p:ext uri="{BB962C8B-B14F-4D97-AF65-F5344CB8AC3E}">
        <p14:creationId xmlns:p14="http://schemas.microsoft.com/office/powerpoint/2010/main" val="3551590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Diagram">
            <a:extLst>
              <a:ext uri="{FF2B5EF4-FFF2-40B4-BE49-F238E27FC236}">
                <a16:creationId xmlns:a16="http://schemas.microsoft.com/office/drawing/2014/main" id="{EC45E2E0-9ECE-3AE6-7255-348DCCA0D2F7}"/>
              </a:ext>
            </a:extLst>
          </p:cNvPr>
          <p:cNvPicPr>
            <a:picLocks noGrp="1" noChangeAspect="1"/>
          </p:cNvPicPr>
          <p:nvPr>
            <p:ph idx="1"/>
          </p:nvPr>
        </p:nvPicPr>
        <p:blipFill rotWithShape="1">
          <a:blip r:embed="rId3"/>
          <a:srcRect l="174" r="-26"/>
          <a:stretch/>
        </p:blipFill>
        <p:spPr>
          <a:xfrm>
            <a:off x="6387784" y="757793"/>
            <a:ext cx="5307849" cy="5342414"/>
          </a:xfrm>
          <a:prstGeom prst="rect">
            <a:avLst/>
          </a:prstGeom>
        </p:spPr>
      </p:pic>
      <p:sp>
        <p:nvSpPr>
          <p:cNvPr id="2" name="Title 1">
            <a:extLst>
              <a:ext uri="{FF2B5EF4-FFF2-40B4-BE49-F238E27FC236}">
                <a16:creationId xmlns:a16="http://schemas.microsoft.com/office/drawing/2014/main" id="{8C454538-1B10-416E-E311-954DDE04B3DE}"/>
              </a:ext>
            </a:extLst>
          </p:cNvPr>
          <p:cNvSpPr>
            <a:spLocks noGrp="1"/>
          </p:cNvSpPr>
          <p:nvPr>
            <p:ph type="title"/>
          </p:nvPr>
        </p:nvSpPr>
        <p:spPr>
          <a:xfrm>
            <a:off x="1196650" y="695300"/>
            <a:ext cx="3994485" cy="954291"/>
          </a:xfrm>
        </p:spPr>
        <p:txBody>
          <a:bodyPr vert="horz" lIns="91440" tIns="45720" rIns="91440" bIns="45720" rtlCol="0" anchor="b">
            <a:normAutofit/>
          </a:bodyPr>
          <a:lstStyle/>
          <a:p>
            <a:r>
              <a:rPr lang="en-US" sz="4800" kern="1200" dirty="0">
                <a:latin typeface="+mj-lt"/>
                <a:ea typeface="+mj-ea"/>
                <a:cs typeface="+mj-cs"/>
              </a:rPr>
              <a:t>Pleural Cavity </a:t>
            </a:r>
          </a:p>
        </p:txBody>
      </p:sp>
      <p:sp>
        <p:nvSpPr>
          <p:cNvPr id="5" name="TextBox 4">
            <a:extLst>
              <a:ext uri="{FF2B5EF4-FFF2-40B4-BE49-F238E27FC236}">
                <a16:creationId xmlns:a16="http://schemas.microsoft.com/office/drawing/2014/main" id="{8699154D-50E7-8F4D-2F3B-8B07EC62A24C}"/>
              </a:ext>
            </a:extLst>
          </p:cNvPr>
          <p:cNvSpPr txBox="1"/>
          <p:nvPr/>
        </p:nvSpPr>
        <p:spPr>
          <a:xfrm>
            <a:off x="797441" y="2511563"/>
            <a:ext cx="5074368" cy="3588644"/>
          </a:xfrm>
          <a:prstGeom prst="rect">
            <a:avLst/>
          </a:prstGeom>
        </p:spPr>
        <p:txBody>
          <a:bodyPr vert="horz" lIns="91440" tIns="45720" rIns="91440" bIns="45720" rtlCol="0" anchor="t">
            <a:normAutofit fontScale="85000" lnSpcReduction="10000"/>
          </a:bodyPr>
          <a:lstStyle/>
          <a:p>
            <a:pPr marL="57150" indent="-228600">
              <a:lnSpc>
                <a:spcPct val="90000"/>
              </a:lnSpc>
              <a:spcAft>
                <a:spcPts val="600"/>
              </a:spcAft>
              <a:buFont typeface="Arial" panose="020B0604020202020204" pitchFamily="34" charset="0"/>
              <a:buChar char="•"/>
            </a:pPr>
            <a:r>
              <a:rPr lang="en-US" sz="2000" dirty="0"/>
              <a:t>The space between the visceral and parietal pleura.</a:t>
            </a:r>
          </a:p>
          <a:p>
            <a:pPr marL="57150" indent="-228600">
              <a:lnSpc>
                <a:spcPct val="90000"/>
              </a:lnSpc>
              <a:spcAft>
                <a:spcPts val="600"/>
              </a:spcAft>
              <a:buFont typeface="Arial" panose="020B0604020202020204" pitchFamily="34" charset="0"/>
              <a:buChar char="•"/>
            </a:pPr>
            <a:r>
              <a:rPr lang="en-US" sz="2000" dirty="0"/>
              <a:t>Pleural cavity filled with small amount of serous fluid with 2 key functions:</a:t>
            </a:r>
          </a:p>
          <a:p>
            <a:pPr marL="342900" indent="-228600">
              <a:lnSpc>
                <a:spcPct val="90000"/>
              </a:lnSpc>
              <a:spcAft>
                <a:spcPts val="600"/>
              </a:spcAft>
              <a:buFont typeface="Arial" panose="020B0604020202020204" pitchFamily="34" charset="0"/>
              <a:buChar char="•"/>
            </a:pPr>
            <a:r>
              <a:rPr lang="en-US" sz="2000" dirty="0"/>
              <a:t>Allows for reduced friction during respiration </a:t>
            </a:r>
          </a:p>
          <a:p>
            <a:pPr indent="-228600">
              <a:lnSpc>
                <a:spcPct val="90000"/>
              </a:lnSpc>
              <a:spcAft>
                <a:spcPts val="600"/>
              </a:spcAft>
              <a:buFont typeface="Arial" panose="020B0604020202020204" pitchFamily="34" charset="0"/>
              <a:buChar char="•"/>
            </a:pPr>
            <a:r>
              <a:rPr lang="en-US" sz="2000" dirty="0"/>
              <a:t>Generates surface tension </a:t>
            </a:r>
          </a:p>
          <a:p>
            <a:pPr indent="-228600">
              <a:lnSpc>
                <a:spcPct val="90000"/>
              </a:lnSpc>
              <a:buFont typeface="Arial" panose="020B0604020202020204" pitchFamily="34" charset="0"/>
              <a:buChar char="•"/>
            </a:pPr>
            <a:endParaRPr lang="en-US" sz="2000" dirty="0"/>
          </a:p>
          <a:p>
            <a:pPr indent="-228600">
              <a:lnSpc>
                <a:spcPct val="90000"/>
              </a:lnSpc>
              <a:buFont typeface="Arial" panose="020B0604020202020204" pitchFamily="34" charset="0"/>
              <a:buChar char="•"/>
            </a:pPr>
            <a:r>
              <a:rPr lang="en-US" sz="2000" dirty="0"/>
              <a:t>Pleural recesses :</a:t>
            </a:r>
          </a:p>
          <a:p>
            <a:pPr lvl="1" indent="-228600">
              <a:lnSpc>
                <a:spcPct val="90000"/>
              </a:lnSpc>
              <a:buFont typeface="Arial" panose="020B0604020202020204" pitchFamily="34" charset="0"/>
              <a:buChar char="•"/>
            </a:pPr>
            <a:r>
              <a:rPr lang="en-US" sz="2000" dirty="0"/>
              <a:t>Located posteriorly and anteriorly where the pleural cavity is not totally filled with lung parenchyma </a:t>
            </a:r>
          </a:p>
          <a:p>
            <a:pPr lvl="2" indent="-228600">
              <a:lnSpc>
                <a:spcPct val="90000"/>
              </a:lnSpc>
              <a:buFont typeface="Arial" panose="020B0604020202020204" pitchFamily="34" charset="0"/>
              <a:buChar char="•"/>
            </a:pPr>
            <a:r>
              <a:rPr lang="en-US" sz="2000" dirty="0" err="1"/>
              <a:t>Costomedial</a:t>
            </a:r>
            <a:r>
              <a:rPr lang="en-US" sz="2000" dirty="0"/>
              <a:t> recess : posterior to the sternum </a:t>
            </a:r>
          </a:p>
          <a:p>
            <a:pPr lvl="2" indent="-228600">
              <a:lnSpc>
                <a:spcPct val="90000"/>
              </a:lnSpc>
              <a:buFont typeface="Arial" panose="020B0604020202020204" pitchFamily="34" charset="0"/>
              <a:buChar char="•"/>
            </a:pPr>
            <a:r>
              <a:rPr lang="en-US" sz="2000" dirty="0" err="1"/>
              <a:t>Costodiaphragmatic</a:t>
            </a:r>
            <a:r>
              <a:rPr lang="en-US" sz="2000" dirty="0"/>
              <a:t> recess : between the diaphragmatic and costal </a:t>
            </a:r>
            <a:r>
              <a:rPr lang="en-US" sz="2000" dirty="0" err="1"/>
              <a:t>pluera</a:t>
            </a:r>
            <a:r>
              <a:rPr lang="en-US" sz="2000" dirty="0"/>
              <a:t> </a:t>
            </a:r>
          </a:p>
          <a:p>
            <a:pPr indent="-228600">
              <a:lnSpc>
                <a:spcPct val="90000"/>
              </a:lnSpc>
              <a:buFont typeface="Arial" panose="020B0604020202020204" pitchFamily="34" charset="0"/>
              <a:buChar char="•"/>
            </a:pPr>
            <a:endParaRPr lang="en-US" sz="1100" dirty="0"/>
          </a:p>
        </p:txBody>
      </p:sp>
    </p:spTree>
    <p:extLst>
      <p:ext uri="{BB962C8B-B14F-4D97-AF65-F5344CB8AC3E}">
        <p14:creationId xmlns:p14="http://schemas.microsoft.com/office/powerpoint/2010/main" val="3235482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7258A0-FC3E-EB8D-9363-411EB95E2677}"/>
              </a:ext>
            </a:extLst>
          </p:cNvPr>
          <p:cNvSpPr>
            <a:spLocks noGrp="1"/>
          </p:cNvSpPr>
          <p:nvPr>
            <p:ph sz="half" idx="1"/>
          </p:nvPr>
        </p:nvSpPr>
        <p:spPr/>
        <p:txBody>
          <a:bodyPr/>
          <a:lstStyle/>
          <a:p>
            <a:pPr marL="0" indent="0">
              <a:buNone/>
            </a:pPr>
            <a:r>
              <a:rPr lang="en-GB" dirty="0"/>
              <a:t>Created by water molecules at the air-liquid interface within the alveoli </a:t>
            </a:r>
          </a:p>
          <a:p>
            <a:pPr marL="0" indent="0">
              <a:buNone/>
            </a:pPr>
            <a:endParaRPr lang="en-GB" dirty="0"/>
          </a:p>
          <a:p>
            <a:pPr marL="0" indent="0">
              <a:buNone/>
            </a:pPr>
            <a:r>
              <a:rPr lang="en-GB" dirty="0"/>
              <a:t>Pleural role in surface tension: </a:t>
            </a:r>
          </a:p>
          <a:p>
            <a:r>
              <a:rPr lang="en-GB" dirty="0"/>
              <a:t>Promotes lung expansion </a:t>
            </a:r>
          </a:p>
          <a:p>
            <a:r>
              <a:rPr lang="en-GB" dirty="0"/>
              <a:t>Prevents alveolar collapse </a:t>
            </a:r>
          </a:p>
          <a:p>
            <a:r>
              <a:rPr lang="en-GB" dirty="0"/>
              <a:t>Improves compliance </a:t>
            </a:r>
          </a:p>
          <a:p>
            <a:r>
              <a:rPr lang="en-GB" dirty="0"/>
              <a:t>Facilitates pressure changes </a:t>
            </a:r>
          </a:p>
        </p:txBody>
      </p:sp>
      <p:sp>
        <p:nvSpPr>
          <p:cNvPr id="4" name="Content Placeholder 3">
            <a:extLst>
              <a:ext uri="{FF2B5EF4-FFF2-40B4-BE49-F238E27FC236}">
                <a16:creationId xmlns:a16="http://schemas.microsoft.com/office/drawing/2014/main" id="{D2F1EA4B-444A-8C9A-D76F-E16EE4C47F16}"/>
              </a:ext>
            </a:extLst>
          </p:cNvPr>
          <p:cNvSpPr>
            <a:spLocks noGrp="1"/>
          </p:cNvSpPr>
          <p:nvPr>
            <p:ph sz="half" idx="2"/>
          </p:nvPr>
        </p:nvSpPr>
        <p:spPr/>
        <p:txBody>
          <a:bodyPr/>
          <a:lstStyle/>
          <a:p>
            <a:pPr marL="0" indent="0">
              <a:buNone/>
            </a:pPr>
            <a:r>
              <a:rPr lang="en-GB" dirty="0"/>
              <a:t>Surfactant role in surface tension: </a:t>
            </a:r>
          </a:p>
          <a:p>
            <a:pPr>
              <a:buFontTx/>
              <a:buChar char="-"/>
            </a:pPr>
            <a:r>
              <a:rPr lang="en-GB" dirty="0"/>
              <a:t>Secreted by the type 2 alveolar cells </a:t>
            </a:r>
          </a:p>
          <a:p>
            <a:pPr>
              <a:buFontTx/>
              <a:buChar char="-"/>
            </a:pPr>
            <a:r>
              <a:rPr lang="en-GB" dirty="0"/>
              <a:t>Reduces surface tension </a:t>
            </a:r>
          </a:p>
          <a:p>
            <a:pPr>
              <a:buFontTx/>
              <a:buChar char="-"/>
            </a:pPr>
            <a:r>
              <a:rPr lang="en-GB" dirty="0"/>
              <a:t>Increases lung compliance </a:t>
            </a:r>
          </a:p>
          <a:p>
            <a:pPr>
              <a:buFontTx/>
              <a:buChar char="-"/>
            </a:pPr>
            <a:r>
              <a:rPr lang="en-GB" dirty="0"/>
              <a:t>Prevents alveolar collapse </a:t>
            </a:r>
          </a:p>
          <a:p>
            <a:pPr>
              <a:buFontTx/>
              <a:buChar char="-"/>
            </a:pPr>
            <a:r>
              <a:rPr lang="en-GB" dirty="0"/>
              <a:t>Facilitates alveolar recruitment</a:t>
            </a:r>
          </a:p>
          <a:p>
            <a:pPr marL="0" indent="0">
              <a:buNone/>
            </a:pPr>
            <a:r>
              <a:rPr lang="en-GB" dirty="0"/>
              <a:t> </a:t>
            </a:r>
          </a:p>
        </p:txBody>
      </p:sp>
      <p:sp>
        <p:nvSpPr>
          <p:cNvPr id="2" name="Title 1">
            <a:extLst>
              <a:ext uri="{FF2B5EF4-FFF2-40B4-BE49-F238E27FC236}">
                <a16:creationId xmlns:a16="http://schemas.microsoft.com/office/drawing/2014/main" id="{D46E2A0B-085C-20F5-DC20-C9F677DDD196}"/>
              </a:ext>
            </a:extLst>
          </p:cNvPr>
          <p:cNvSpPr>
            <a:spLocks noGrp="1"/>
          </p:cNvSpPr>
          <p:nvPr>
            <p:ph type="title"/>
          </p:nvPr>
        </p:nvSpPr>
        <p:spPr/>
        <p:txBody>
          <a:bodyPr/>
          <a:lstStyle/>
          <a:p>
            <a:r>
              <a:rPr lang="en-GB" dirty="0"/>
              <a:t>Surface tension </a:t>
            </a:r>
          </a:p>
        </p:txBody>
      </p:sp>
    </p:spTree>
    <p:extLst>
      <p:ext uri="{BB962C8B-B14F-4D97-AF65-F5344CB8AC3E}">
        <p14:creationId xmlns:p14="http://schemas.microsoft.com/office/powerpoint/2010/main" val="1334474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Stethoscope">
            <a:extLst>
              <a:ext uri="{FF2B5EF4-FFF2-40B4-BE49-F238E27FC236}">
                <a16:creationId xmlns:a16="http://schemas.microsoft.com/office/drawing/2014/main" id="{5A22A16A-B95D-6D9D-F246-8A520AD11B0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90840" y="1841861"/>
            <a:ext cx="4730214" cy="4730214"/>
          </a:xfrm>
          <a:prstGeom prst="rect">
            <a:avLst/>
          </a:prstGeom>
        </p:spPr>
      </p:pic>
      <p:sp>
        <p:nvSpPr>
          <p:cNvPr id="2" name="Title 1">
            <a:extLst>
              <a:ext uri="{FF2B5EF4-FFF2-40B4-BE49-F238E27FC236}">
                <a16:creationId xmlns:a16="http://schemas.microsoft.com/office/drawing/2014/main" id="{C7E1C669-0641-8BF3-E901-1507F00AE256}"/>
              </a:ext>
            </a:extLst>
          </p:cNvPr>
          <p:cNvSpPr>
            <a:spLocks noGrp="1"/>
          </p:cNvSpPr>
          <p:nvPr>
            <p:ph type="title"/>
          </p:nvPr>
        </p:nvSpPr>
        <p:spPr>
          <a:xfrm>
            <a:off x="1142443" y="2037638"/>
            <a:ext cx="4608768" cy="2782723"/>
          </a:xfrm>
        </p:spPr>
        <p:txBody>
          <a:bodyPr vert="horz" lIns="91440" tIns="45720" rIns="91440" bIns="45720" rtlCol="0" anchor="b">
            <a:normAutofit/>
          </a:bodyPr>
          <a:lstStyle/>
          <a:p>
            <a:r>
              <a:rPr lang="en-US" sz="4800" kern="1200" dirty="0">
                <a:solidFill>
                  <a:schemeClr val="tx1"/>
                </a:solidFill>
                <a:latin typeface="+mj-lt"/>
                <a:ea typeface="+mj-ea"/>
                <a:cs typeface="+mj-cs"/>
              </a:rPr>
              <a:t>Pleural Pathologies </a:t>
            </a:r>
          </a:p>
        </p:txBody>
      </p:sp>
    </p:spTree>
    <p:extLst>
      <p:ext uri="{BB962C8B-B14F-4D97-AF65-F5344CB8AC3E}">
        <p14:creationId xmlns:p14="http://schemas.microsoft.com/office/powerpoint/2010/main" val="892065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Diagram&#10;&#10;Description automatically generated">
            <a:extLst>
              <a:ext uri="{FF2B5EF4-FFF2-40B4-BE49-F238E27FC236}">
                <a16:creationId xmlns:a16="http://schemas.microsoft.com/office/drawing/2014/main" id="{6E2ABA2D-A7C7-04BC-A244-43F234B154CD}"/>
              </a:ext>
            </a:extLst>
          </p:cNvPr>
          <p:cNvPicPr>
            <a:picLocks noGrp="1" noChangeAspect="1"/>
          </p:cNvPicPr>
          <p:nvPr>
            <p:ph sz="half" idx="1"/>
          </p:nvPr>
        </p:nvPicPr>
        <p:blipFill rotWithShape="1">
          <a:blip r:embed="rId2"/>
          <a:srcRect l="5404" r="3" b="3"/>
          <a:stretch/>
        </p:blipFill>
        <p:spPr>
          <a:xfrm>
            <a:off x="5966435" y="2241599"/>
            <a:ext cx="5631495" cy="3497371"/>
          </a:xfrm>
          <a:prstGeom prst="rect">
            <a:avLst/>
          </a:prstGeom>
        </p:spPr>
      </p:pic>
      <p:sp>
        <p:nvSpPr>
          <p:cNvPr id="4" name="Title 3">
            <a:extLst>
              <a:ext uri="{FF2B5EF4-FFF2-40B4-BE49-F238E27FC236}">
                <a16:creationId xmlns:a16="http://schemas.microsoft.com/office/drawing/2014/main" id="{09261AFB-86C9-EE5B-7D5F-04B022630453}"/>
              </a:ext>
            </a:extLst>
          </p:cNvPr>
          <p:cNvSpPr>
            <a:spLocks noGrp="1"/>
          </p:cNvSpPr>
          <p:nvPr>
            <p:ph type="title"/>
          </p:nvPr>
        </p:nvSpPr>
        <p:spPr>
          <a:xfrm>
            <a:off x="652127" y="202410"/>
            <a:ext cx="5821537" cy="980141"/>
          </a:xfrm>
        </p:spPr>
        <p:txBody>
          <a:bodyPr vert="horz" lIns="91440" tIns="45720" rIns="91440" bIns="45720" rtlCol="0" anchor="b">
            <a:normAutofit/>
          </a:bodyPr>
          <a:lstStyle/>
          <a:p>
            <a:r>
              <a:rPr lang="en-US" sz="4800" kern="1200" dirty="0">
                <a:latin typeface="+mj-lt"/>
                <a:ea typeface="+mj-ea"/>
                <a:cs typeface="+mj-cs"/>
              </a:rPr>
              <a:t>Pleural effusion </a:t>
            </a:r>
          </a:p>
        </p:txBody>
      </p:sp>
      <p:sp>
        <p:nvSpPr>
          <p:cNvPr id="3" name="Content Placeholder 2">
            <a:extLst>
              <a:ext uri="{FF2B5EF4-FFF2-40B4-BE49-F238E27FC236}">
                <a16:creationId xmlns:a16="http://schemas.microsoft.com/office/drawing/2014/main" id="{EB87EF4A-39FA-CA38-0F28-69F6D587117E}"/>
              </a:ext>
            </a:extLst>
          </p:cNvPr>
          <p:cNvSpPr>
            <a:spLocks noGrp="1"/>
          </p:cNvSpPr>
          <p:nvPr>
            <p:ph sz="half" idx="2"/>
          </p:nvPr>
        </p:nvSpPr>
        <p:spPr>
          <a:xfrm>
            <a:off x="1014984" y="1941586"/>
            <a:ext cx="5821537" cy="4097399"/>
          </a:xfrm>
        </p:spPr>
        <p:txBody>
          <a:bodyPr vert="horz" lIns="91440" tIns="45720" rIns="91440" bIns="45720" rtlCol="0" anchor="t">
            <a:normAutofit/>
          </a:bodyPr>
          <a:lstStyle/>
          <a:p>
            <a:r>
              <a:rPr lang="en-US" sz="1600" dirty="0"/>
              <a:t>Accumulation of fluid in the pleural space </a:t>
            </a:r>
          </a:p>
          <a:p>
            <a:r>
              <a:rPr lang="en-US" sz="1600" dirty="0"/>
              <a:t>Common causes of Pleural effusion : </a:t>
            </a:r>
          </a:p>
          <a:p>
            <a:pPr lvl="1"/>
            <a:r>
              <a:rPr lang="en-US" sz="1600" dirty="0"/>
              <a:t>Congestive heart failure </a:t>
            </a:r>
          </a:p>
          <a:p>
            <a:pPr lvl="1"/>
            <a:r>
              <a:rPr lang="en-US" sz="1600" dirty="0"/>
              <a:t>Cancer </a:t>
            </a:r>
          </a:p>
          <a:p>
            <a:pPr lvl="1"/>
            <a:r>
              <a:rPr lang="en-US" sz="1600" dirty="0"/>
              <a:t>Bacterial pneumonia </a:t>
            </a:r>
          </a:p>
          <a:p>
            <a:pPr lvl="1"/>
            <a:r>
              <a:rPr lang="en-US" sz="1600" dirty="0"/>
              <a:t>Post surgery </a:t>
            </a:r>
          </a:p>
          <a:p>
            <a:pPr lvl="1"/>
            <a:r>
              <a:rPr lang="en-US" sz="1600" dirty="0"/>
              <a:t>Pulmonary embolism </a:t>
            </a:r>
          </a:p>
          <a:p>
            <a:r>
              <a:rPr lang="en-US" sz="1600" dirty="0"/>
              <a:t>Symptoms : </a:t>
            </a:r>
          </a:p>
          <a:p>
            <a:pPr lvl="1"/>
            <a:r>
              <a:rPr lang="en-US" sz="1600" dirty="0"/>
              <a:t>Shortness of breath </a:t>
            </a:r>
          </a:p>
          <a:p>
            <a:pPr lvl="1"/>
            <a:r>
              <a:rPr lang="en-US" sz="1600" dirty="0"/>
              <a:t>Chest pain </a:t>
            </a:r>
          </a:p>
          <a:p>
            <a:pPr lvl="1"/>
            <a:r>
              <a:rPr lang="en-US" sz="1600" dirty="0"/>
              <a:t>Dry cough </a:t>
            </a:r>
          </a:p>
          <a:p>
            <a:pPr lvl="1"/>
            <a:endParaRPr lang="en-US" sz="1200" dirty="0"/>
          </a:p>
        </p:txBody>
      </p:sp>
    </p:spTree>
    <p:extLst>
      <p:ext uri="{BB962C8B-B14F-4D97-AF65-F5344CB8AC3E}">
        <p14:creationId xmlns:p14="http://schemas.microsoft.com/office/powerpoint/2010/main" val="1638574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eural effusion | Radiology Case | Radiopaedia.org">
            <a:extLst>
              <a:ext uri="{FF2B5EF4-FFF2-40B4-BE49-F238E27FC236}">
                <a16:creationId xmlns:a16="http://schemas.microsoft.com/office/drawing/2014/main" id="{A7B8D280-E582-9FE7-A41E-4E7502C7C8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6" r="-4" b="236"/>
          <a:stretch/>
        </p:blipFill>
        <p:spPr bwMode="auto">
          <a:xfrm>
            <a:off x="1190241" y="1598430"/>
            <a:ext cx="4166151" cy="40907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leural effusions">
            <a:extLst>
              <a:ext uri="{FF2B5EF4-FFF2-40B4-BE49-F238E27FC236}">
                <a16:creationId xmlns:a16="http://schemas.microsoft.com/office/drawing/2014/main" id="{ECB1C8C7-D913-C881-B76F-03855414FA31}"/>
              </a:ext>
            </a:extLst>
          </p:cNvPr>
          <p:cNvPicPr>
            <a:picLocks noGrp="1" noChangeAspect="1" noChangeArrowheads="1"/>
          </p:cNvPicPr>
          <p:nvPr>
            <p:ph sz="half" idx="2"/>
          </p:nvPr>
        </p:nvPicPr>
        <p:blipFill rotWithShape="1">
          <a:blip r:embed="rId4">
            <a:extLst>
              <a:ext uri="{28A0092B-C50C-407E-A947-70E740481C1C}">
                <a14:useLocalDpi xmlns:a14="http://schemas.microsoft.com/office/drawing/2010/main" val="0"/>
              </a:ext>
            </a:extLst>
          </a:blip>
          <a:srcRect l="1" t="-1303" r="-2" b="12577"/>
          <a:stretch/>
        </p:blipFill>
        <p:spPr bwMode="auto">
          <a:xfrm>
            <a:off x="6658923" y="1538977"/>
            <a:ext cx="4304615" cy="415131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8B81567-0B55-D652-23B4-F2C9253FA9F6}"/>
              </a:ext>
            </a:extLst>
          </p:cNvPr>
          <p:cNvSpPr>
            <a:spLocks noGrp="1"/>
          </p:cNvSpPr>
          <p:nvPr>
            <p:ph type="title"/>
          </p:nvPr>
        </p:nvSpPr>
        <p:spPr>
          <a:xfrm>
            <a:off x="5006227" y="502006"/>
            <a:ext cx="2461260" cy="862173"/>
          </a:xfrm>
        </p:spPr>
        <p:txBody>
          <a:bodyPr vert="horz" lIns="91440" tIns="45720" rIns="91440" bIns="45720" rtlCol="0" anchor="b">
            <a:normAutofit/>
          </a:bodyPr>
          <a:lstStyle/>
          <a:p>
            <a:r>
              <a:rPr lang="en-US" sz="4800" kern="1200" dirty="0">
                <a:latin typeface="+mj-lt"/>
                <a:ea typeface="+mj-ea"/>
                <a:cs typeface="+mj-cs"/>
              </a:rPr>
              <a:t>Imaging </a:t>
            </a:r>
          </a:p>
        </p:txBody>
      </p:sp>
    </p:spTree>
    <p:extLst>
      <p:ext uri="{BB962C8B-B14F-4D97-AF65-F5344CB8AC3E}">
        <p14:creationId xmlns:p14="http://schemas.microsoft.com/office/powerpoint/2010/main" val="379494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Diagram&#10;&#10;Description automatically generated">
            <a:extLst>
              <a:ext uri="{FF2B5EF4-FFF2-40B4-BE49-F238E27FC236}">
                <a16:creationId xmlns:a16="http://schemas.microsoft.com/office/drawing/2014/main" id="{1AEF3442-11FD-D0DA-6584-7AAF05627A8A}"/>
              </a:ext>
            </a:extLst>
          </p:cNvPr>
          <p:cNvPicPr>
            <a:picLocks noGrp="1" noChangeAspect="1"/>
          </p:cNvPicPr>
          <p:nvPr>
            <p:ph sz="half" idx="1"/>
          </p:nvPr>
        </p:nvPicPr>
        <p:blipFill rotWithShape="1">
          <a:blip r:embed="rId2"/>
          <a:srcRect t="-472" r="3" b="8497"/>
          <a:stretch/>
        </p:blipFill>
        <p:spPr>
          <a:xfrm>
            <a:off x="6143199" y="1310441"/>
            <a:ext cx="4844309" cy="4229097"/>
          </a:xfrm>
          <a:prstGeom prst="rect">
            <a:avLst/>
          </a:prstGeom>
        </p:spPr>
      </p:pic>
      <p:sp>
        <p:nvSpPr>
          <p:cNvPr id="4" name="Title 3">
            <a:extLst>
              <a:ext uri="{FF2B5EF4-FFF2-40B4-BE49-F238E27FC236}">
                <a16:creationId xmlns:a16="http://schemas.microsoft.com/office/drawing/2014/main" id="{A84C7DFA-2A88-7D3D-8C93-22FDF40C033D}"/>
              </a:ext>
            </a:extLst>
          </p:cNvPr>
          <p:cNvSpPr>
            <a:spLocks noGrp="1"/>
          </p:cNvSpPr>
          <p:nvPr>
            <p:ph type="title"/>
          </p:nvPr>
        </p:nvSpPr>
        <p:spPr>
          <a:xfrm>
            <a:off x="668323" y="235471"/>
            <a:ext cx="5821537" cy="1082991"/>
          </a:xfrm>
        </p:spPr>
        <p:txBody>
          <a:bodyPr vert="horz" lIns="91440" tIns="45720" rIns="91440" bIns="45720" rtlCol="0" anchor="b">
            <a:normAutofit/>
          </a:bodyPr>
          <a:lstStyle/>
          <a:p>
            <a:r>
              <a:rPr lang="en-US" sz="4800" kern="1200" dirty="0">
                <a:latin typeface="+mj-lt"/>
                <a:ea typeface="+mj-ea"/>
                <a:cs typeface="+mj-cs"/>
              </a:rPr>
              <a:t>Empyema </a:t>
            </a:r>
          </a:p>
        </p:txBody>
      </p:sp>
      <p:sp>
        <p:nvSpPr>
          <p:cNvPr id="10" name="Content Placeholder 2">
            <a:extLst>
              <a:ext uri="{FF2B5EF4-FFF2-40B4-BE49-F238E27FC236}">
                <a16:creationId xmlns:a16="http://schemas.microsoft.com/office/drawing/2014/main" id="{D7AF78F8-DC59-7E0D-A824-7E28917B00AA}"/>
              </a:ext>
            </a:extLst>
          </p:cNvPr>
          <p:cNvSpPr txBox="1">
            <a:spLocks/>
          </p:cNvSpPr>
          <p:nvPr/>
        </p:nvSpPr>
        <p:spPr>
          <a:xfrm>
            <a:off x="1014984" y="2022624"/>
            <a:ext cx="5821537" cy="401636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Collection of pus in the pleural cavity </a:t>
            </a:r>
          </a:p>
          <a:p>
            <a:pPr lvl="1"/>
            <a:r>
              <a:rPr lang="en-US" sz="1600" dirty="0"/>
              <a:t>Common causes : </a:t>
            </a:r>
          </a:p>
          <a:p>
            <a:pPr lvl="2"/>
            <a:r>
              <a:rPr lang="en-US" sz="1600" dirty="0"/>
              <a:t>Post surgery </a:t>
            </a:r>
          </a:p>
          <a:p>
            <a:pPr lvl="2"/>
            <a:r>
              <a:rPr lang="en-US" sz="1600" dirty="0"/>
              <a:t>Pneumonia </a:t>
            </a:r>
          </a:p>
          <a:p>
            <a:pPr lvl="2"/>
            <a:r>
              <a:rPr lang="en-US" sz="1600" dirty="0"/>
              <a:t>Alcohol abuse </a:t>
            </a:r>
          </a:p>
          <a:p>
            <a:pPr lvl="2"/>
            <a:r>
              <a:rPr lang="en-US" sz="1600" dirty="0"/>
              <a:t>Trauma </a:t>
            </a:r>
          </a:p>
          <a:p>
            <a:pPr lvl="1"/>
            <a:r>
              <a:rPr lang="en-US" sz="1600" dirty="0"/>
              <a:t>Symptoms : </a:t>
            </a:r>
          </a:p>
          <a:p>
            <a:pPr lvl="2"/>
            <a:r>
              <a:rPr lang="en-US" sz="1600" dirty="0"/>
              <a:t>Pain </a:t>
            </a:r>
          </a:p>
          <a:p>
            <a:pPr lvl="2"/>
            <a:r>
              <a:rPr lang="en-US" sz="1600" dirty="0"/>
              <a:t>Cough with increased sputum production </a:t>
            </a:r>
          </a:p>
          <a:p>
            <a:pPr lvl="2"/>
            <a:r>
              <a:rPr lang="en-US" sz="1600" dirty="0"/>
              <a:t>Dullness in chest wall percussion </a:t>
            </a:r>
          </a:p>
          <a:p>
            <a:pPr lvl="2"/>
            <a:r>
              <a:rPr lang="en-US" sz="1600" dirty="0"/>
              <a:t>Palpable fremitus </a:t>
            </a:r>
          </a:p>
          <a:p>
            <a:pPr lvl="1"/>
            <a:endParaRPr lang="en-US" sz="1100" dirty="0"/>
          </a:p>
        </p:txBody>
      </p:sp>
    </p:spTree>
    <p:extLst>
      <p:ext uri="{BB962C8B-B14F-4D97-AF65-F5344CB8AC3E}">
        <p14:creationId xmlns:p14="http://schemas.microsoft.com/office/powerpoint/2010/main" val="2199956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B81567-0B55-D652-23B4-F2C9253FA9F6}"/>
              </a:ext>
            </a:extLst>
          </p:cNvPr>
          <p:cNvSpPr>
            <a:spLocks noGrp="1"/>
          </p:cNvSpPr>
          <p:nvPr>
            <p:ph type="title"/>
          </p:nvPr>
        </p:nvSpPr>
        <p:spPr>
          <a:xfrm>
            <a:off x="5006227" y="502006"/>
            <a:ext cx="2461260" cy="862173"/>
          </a:xfrm>
        </p:spPr>
        <p:txBody>
          <a:bodyPr vert="horz" lIns="91440" tIns="45720" rIns="91440" bIns="45720" rtlCol="0" anchor="b">
            <a:normAutofit/>
          </a:bodyPr>
          <a:lstStyle/>
          <a:p>
            <a:r>
              <a:rPr lang="en-US" sz="4800" kern="1200" dirty="0">
                <a:latin typeface="+mj-lt"/>
                <a:ea typeface="+mj-ea"/>
                <a:cs typeface="+mj-cs"/>
              </a:rPr>
              <a:t>Imaging </a:t>
            </a:r>
          </a:p>
        </p:txBody>
      </p:sp>
      <p:pic>
        <p:nvPicPr>
          <p:cNvPr id="2" name="Picture 2">
            <a:extLst>
              <a:ext uri="{FF2B5EF4-FFF2-40B4-BE49-F238E27FC236}">
                <a16:creationId xmlns:a16="http://schemas.microsoft.com/office/drawing/2014/main" id="{D2AF51BD-ED26-78CD-09EC-EEFAB6511FD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140396" y="1581847"/>
            <a:ext cx="4595167" cy="41513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
            <a:extLst>
              <a:ext uri="{FF2B5EF4-FFF2-40B4-BE49-F238E27FC236}">
                <a16:creationId xmlns:a16="http://schemas.microsoft.com/office/drawing/2014/main" id="{9EC9873B-5489-8F53-E4BE-765107AB5FC0}"/>
              </a:ext>
            </a:extLst>
          </p:cNvPr>
          <p:cNvPicPr>
            <a:picLocks noGrp="1" noChangeAspect="1"/>
          </p:cNvPicPr>
          <p:nvPr>
            <p:ph sz="half" idx="2"/>
          </p:nvPr>
        </p:nvPicPr>
        <p:blipFill rotWithShape="1">
          <a:blip r:embed="rId3"/>
          <a:srcRect t="402" r="-4" b="5181"/>
          <a:stretch/>
        </p:blipFill>
        <p:spPr>
          <a:xfrm>
            <a:off x="6378139" y="1581847"/>
            <a:ext cx="4396964" cy="4151316"/>
          </a:xfrm>
          <a:prstGeom prst="rect">
            <a:avLst/>
          </a:prstGeom>
        </p:spPr>
      </p:pic>
    </p:spTree>
    <p:extLst>
      <p:ext uri="{BB962C8B-B14F-4D97-AF65-F5344CB8AC3E}">
        <p14:creationId xmlns:p14="http://schemas.microsoft.com/office/powerpoint/2010/main" val="297825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777BE5E-51DD-BC01-4CEA-5BAF757CCDCB}"/>
              </a:ext>
            </a:extLst>
          </p:cNvPr>
          <p:cNvSpPr>
            <a:spLocks noGrp="1"/>
          </p:cNvSpPr>
          <p:nvPr>
            <p:ph type="title"/>
          </p:nvPr>
        </p:nvSpPr>
        <p:spPr>
          <a:xfrm>
            <a:off x="500757" y="230596"/>
            <a:ext cx="4275257" cy="1325563"/>
          </a:xfrm>
        </p:spPr>
        <p:txBody>
          <a:bodyPr/>
          <a:lstStyle/>
          <a:p>
            <a:r>
              <a:rPr lang="en-GB" dirty="0"/>
              <a:t>Pneumothorax </a:t>
            </a:r>
          </a:p>
        </p:txBody>
      </p:sp>
      <p:sp>
        <p:nvSpPr>
          <p:cNvPr id="9" name="TextBox 8">
            <a:extLst>
              <a:ext uri="{FF2B5EF4-FFF2-40B4-BE49-F238E27FC236}">
                <a16:creationId xmlns:a16="http://schemas.microsoft.com/office/drawing/2014/main" id="{1B0657FB-DB5F-BD4B-598E-23D230444B88}"/>
              </a:ext>
            </a:extLst>
          </p:cNvPr>
          <p:cNvSpPr txBox="1"/>
          <p:nvPr/>
        </p:nvSpPr>
        <p:spPr>
          <a:xfrm>
            <a:off x="1107139" y="2455101"/>
            <a:ext cx="4573052" cy="1938992"/>
          </a:xfrm>
          <a:prstGeom prst="rect">
            <a:avLst/>
          </a:prstGeom>
          <a:noFill/>
        </p:spPr>
        <p:txBody>
          <a:bodyPr wrap="square">
            <a:spAutoFit/>
          </a:bodyPr>
          <a:lstStyle/>
          <a:p>
            <a:r>
              <a:rPr lang="en-GB" sz="2000" dirty="0">
                <a:ea typeface="Cambria"/>
              </a:rPr>
              <a:t>A collection of air outside the lung but within the pleural cavity. It occurs when air accumulates between the parietal and visceral pleura inside the chest. Causing the lung to collapse. Defined as tension or spontaneous. </a:t>
            </a:r>
            <a:endParaRPr lang="en-GB" sz="2000" dirty="0"/>
          </a:p>
        </p:txBody>
      </p:sp>
      <p:pic>
        <p:nvPicPr>
          <p:cNvPr id="5122" name="Picture 2" descr="Pneumothorax - Wikipedia">
            <a:extLst>
              <a:ext uri="{FF2B5EF4-FFF2-40B4-BE49-F238E27FC236}">
                <a16:creationId xmlns:a16="http://schemas.microsoft.com/office/drawing/2014/main" id="{3FA3437C-809C-63F4-B7A1-EADE23AC7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1811" y="2256464"/>
            <a:ext cx="4275257" cy="4275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737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CDE506-5EDA-3CF0-E127-62E606840A10}"/>
              </a:ext>
            </a:extLst>
          </p:cNvPr>
          <p:cNvSpPr>
            <a:spLocks noGrp="1"/>
          </p:cNvSpPr>
          <p:nvPr>
            <p:ph sz="half" idx="1"/>
          </p:nvPr>
        </p:nvSpPr>
        <p:spPr/>
        <p:txBody>
          <a:bodyPr/>
          <a:lstStyle/>
          <a:p>
            <a:pPr marL="0" indent="0">
              <a:buNone/>
            </a:pPr>
            <a:r>
              <a:rPr lang="en-GB" dirty="0"/>
              <a:t>TENSION :</a:t>
            </a:r>
          </a:p>
          <a:p>
            <a:r>
              <a:rPr lang="en-GB" dirty="0"/>
              <a:t>Trauma </a:t>
            </a:r>
          </a:p>
          <a:p>
            <a:r>
              <a:rPr lang="en-GB" dirty="0"/>
              <a:t>Leak in the visceral pleura</a:t>
            </a:r>
          </a:p>
          <a:p>
            <a:r>
              <a:rPr lang="en-GB" dirty="0"/>
              <a:t>Urgent decompression required </a:t>
            </a:r>
          </a:p>
          <a:p>
            <a:r>
              <a:rPr lang="en-GB" dirty="0"/>
              <a:t>Mediastinum pushed </a:t>
            </a:r>
            <a:r>
              <a:rPr lang="en-GB" dirty="0">
                <a:solidFill>
                  <a:srgbClr val="FF0000"/>
                </a:solidFill>
              </a:rPr>
              <a:t>AWAY</a:t>
            </a:r>
            <a:r>
              <a:rPr lang="en-GB" dirty="0"/>
              <a:t> </a:t>
            </a:r>
          </a:p>
          <a:p>
            <a:pPr lvl="1"/>
            <a:r>
              <a:rPr lang="en-GB" dirty="0"/>
              <a:t>Increased </a:t>
            </a:r>
            <a:r>
              <a:rPr lang="en-GB" dirty="0" err="1"/>
              <a:t>plueral</a:t>
            </a:r>
            <a:r>
              <a:rPr lang="en-GB" dirty="0"/>
              <a:t> space pressure</a:t>
            </a:r>
          </a:p>
          <a:p>
            <a:pPr marL="0" indent="0">
              <a:buNone/>
            </a:pPr>
            <a:endParaRPr lang="en-GB" dirty="0"/>
          </a:p>
        </p:txBody>
      </p:sp>
      <p:sp>
        <p:nvSpPr>
          <p:cNvPr id="3" name="Content Placeholder 2">
            <a:extLst>
              <a:ext uri="{FF2B5EF4-FFF2-40B4-BE49-F238E27FC236}">
                <a16:creationId xmlns:a16="http://schemas.microsoft.com/office/drawing/2014/main" id="{CF9E3AFA-DD12-D37D-A549-05D9320E0D5E}"/>
              </a:ext>
            </a:extLst>
          </p:cNvPr>
          <p:cNvSpPr>
            <a:spLocks noGrp="1"/>
          </p:cNvSpPr>
          <p:nvPr>
            <p:ph sz="half" idx="2"/>
          </p:nvPr>
        </p:nvSpPr>
        <p:spPr/>
        <p:txBody>
          <a:bodyPr/>
          <a:lstStyle/>
          <a:p>
            <a:pPr marL="0" indent="0">
              <a:buNone/>
            </a:pPr>
            <a:r>
              <a:rPr lang="en-GB" dirty="0"/>
              <a:t>SPONTANEOUS:</a:t>
            </a:r>
          </a:p>
          <a:p>
            <a:r>
              <a:rPr lang="en-GB" dirty="0"/>
              <a:t>No cause / Atelectasis / pathology </a:t>
            </a:r>
          </a:p>
          <a:p>
            <a:r>
              <a:rPr lang="en-GB" dirty="0"/>
              <a:t>Treated with a drain </a:t>
            </a:r>
          </a:p>
          <a:p>
            <a:r>
              <a:rPr lang="en-GB" dirty="0"/>
              <a:t>Mediastinum pulled </a:t>
            </a:r>
            <a:r>
              <a:rPr lang="en-GB" dirty="0">
                <a:solidFill>
                  <a:srgbClr val="FF0000"/>
                </a:solidFill>
              </a:rPr>
              <a:t>TOWARDS </a:t>
            </a:r>
          </a:p>
          <a:p>
            <a:pPr marL="0" indent="0">
              <a:buNone/>
            </a:pPr>
            <a:endParaRPr lang="en-GB" dirty="0"/>
          </a:p>
        </p:txBody>
      </p:sp>
      <p:sp>
        <p:nvSpPr>
          <p:cNvPr id="4" name="Title 3">
            <a:extLst>
              <a:ext uri="{FF2B5EF4-FFF2-40B4-BE49-F238E27FC236}">
                <a16:creationId xmlns:a16="http://schemas.microsoft.com/office/drawing/2014/main" id="{834D33A9-0136-186C-DD30-319BA5774A82}"/>
              </a:ext>
            </a:extLst>
          </p:cNvPr>
          <p:cNvSpPr>
            <a:spLocks noGrp="1"/>
          </p:cNvSpPr>
          <p:nvPr>
            <p:ph type="title"/>
          </p:nvPr>
        </p:nvSpPr>
        <p:spPr/>
        <p:txBody>
          <a:bodyPr/>
          <a:lstStyle/>
          <a:p>
            <a:r>
              <a:rPr lang="en-GB" dirty="0"/>
              <a:t>Pneumothorax</a:t>
            </a:r>
          </a:p>
        </p:txBody>
      </p:sp>
    </p:spTree>
    <p:extLst>
      <p:ext uri="{BB962C8B-B14F-4D97-AF65-F5344CB8AC3E}">
        <p14:creationId xmlns:p14="http://schemas.microsoft.com/office/powerpoint/2010/main" val="1054522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A picture containing x-ray film, vegetable&#10;&#10;Description automatically generated">
            <a:extLst>
              <a:ext uri="{FF2B5EF4-FFF2-40B4-BE49-F238E27FC236}">
                <a16:creationId xmlns:a16="http://schemas.microsoft.com/office/drawing/2014/main" id="{2A731922-698F-6B32-E210-AFB2DB362AE9}"/>
              </a:ext>
            </a:extLst>
          </p:cNvPr>
          <p:cNvPicPr>
            <a:picLocks noGrp="1" noChangeAspect="1"/>
          </p:cNvPicPr>
          <p:nvPr>
            <p:ph sz="half" idx="2"/>
          </p:nvPr>
        </p:nvPicPr>
        <p:blipFill rotWithShape="1">
          <a:blip r:embed="rId3"/>
          <a:srcRect t="15366" r="-4" b="24081"/>
          <a:stretch/>
        </p:blipFill>
        <p:spPr>
          <a:xfrm>
            <a:off x="1041344" y="2326500"/>
            <a:ext cx="4436218" cy="2755059"/>
          </a:xfrm>
          <a:prstGeom prst="rect">
            <a:avLst/>
          </a:prstGeom>
        </p:spPr>
      </p:pic>
      <p:pic>
        <p:nvPicPr>
          <p:cNvPr id="5" name="Picture 5" descr="A picture containing x-ray film, indoor, close, vegetable&#10;&#10;Description automatically generated">
            <a:extLst>
              <a:ext uri="{FF2B5EF4-FFF2-40B4-BE49-F238E27FC236}">
                <a16:creationId xmlns:a16="http://schemas.microsoft.com/office/drawing/2014/main" id="{5E8F693A-318B-1223-7DE9-F82EB58B25BE}"/>
              </a:ext>
            </a:extLst>
          </p:cNvPr>
          <p:cNvPicPr>
            <a:picLocks noGrp="1" noChangeAspect="1"/>
          </p:cNvPicPr>
          <p:nvPr>
            <p:ph sz="half" idx="1"/>
          </p:nvPr>
        </p:nvPicPr>
        <p:blipFill rotWithShape="1">
          <a:blip r:embed="rId4"/>
          <a:srcRect l="-409" r="1329" b="2"/>
          <a:stretch/>
        </p:blipFill>
        <p:spPr>
          <a:xfrm>
            <a:off x="5821262" y="2354765"/>
            <a:ext cx="5486997" cy="2755059"/>
          </a:xfrm>
          <a:prstGeom prst="rect">
            <a:avLst/>
          </a:prstGeom>
        </p:spPr>
      </p:pic>
      <p:sp>
        <p:nvSpPr>
          <p:cNvPr id="4" name="Title 3">
            <a:extLst>
              <a:ext uri="{FF2B5EF4-FFF2-40B4-BE49-F238E27FC236}">
                <a16:creationId xmlns:a16="http://schemas.microsoft.com/office/drawing/2014/main" id="{A80CFBB5-3115-BF20-7129-BEEAF2FDD435}"/>
              </a:ext>
            </a:extLst>
          </p:cNvPr>
          <p:cNvSpPr>
            <a:spLocks noGrp="1"/>
          </p:cNvSpPr>
          <p:nvPr>
            <p:ph type="title"/>
          </p:nvPr>
        </p:nvSpPr>
        <p:spPr>
          <a:xfrm>
            <a:off x="2008247" y="225494"/>
            <a:ext cx="7626030" cy="1003503"/>
          </a:xfrm>
        </p:spPr>
        <p:txBody>
          <a:bodyPr vert="horz" lIns="91440" tIns="45720" rIns="91440" bIns="45720" rtlCol="0" anchor="b">
            <a:normAutofit/>
          </a:bodyPr>
          <a:lstStyle/>
          <a:p>
            <a:r>
              <a:rPr lang="en-US" sz="4800" dirty="0"/>
              <a:t>Tension VS Spontaneous </a:t>
            </a:r>
            <a:endParaRPr lang="en-US" sz="4800" kern="1200" dirty="0">
              <a:latin typeface="+mj-lt"/>
              <a:ea typeface="+mj-ea"/>
              <a:cs typeface="+mj-cs"/>
            </a:endParaRPr>
          </a:p>
        </p:txBody>
      </p:sp>
    </p:spTree>
    <p:extLst>
      <p:ext uri="{BB962C8B-B14F-4D97-AF65-F5344CB8AC3E}">
        <p14:creationId xmlns:p14="http://schemas.microsoft.com/office/powerpoint/2010/main" val="1591441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489019-E622-1245-B476-0E397D477D0F}"/>
              </a:ext>
            </a:extLst>
          </p:cNvPr>
          <p:cNvSpPr>
            <a:spLocks noGrp="1"/>
          </p:cNvSpPr>
          <p:nvPr>
            <p:ph sz="half" idx="1"/>
          </p:nvPr>
        </p:nvSpPr>
        <p:spPr/>
        <p:txBody>
          <a:bodyPr>
            <a:normAutofit lnSpcReduction="10000"/>
          </a:bodyPr>
          <a:lstStyle/>
          <a:p>
            <a:r>
              <a:rPr lang="en-GB" dirty="0"/>
              <a:t>Lungs are made up of lobes:</a:t>
            </a:r>
          </a:p>
          <a:p>
            <a:pPr lvl="1"/>
            <a:r>
              <a:rPr lang="en-GB" dirty="0"/>
              <a:t>L 2 lobes </a:t>
            </a:r>
          </a:p>
          <a:p>
            <a:pPr lvl="1"/>
            <a:r>
              <a:rPr lang="en-GB" dirty="0"/>
              <a:t>R 3 lobes </a:t>
            </a:r>
          </a:p>
          <a:p>
            <a:r>
              <a:rPr lang="en-GB" dirty="0"/>
              <a:t>Split into the conducting zone and the respiratory zone </a:t>
            </a:r>
          </a:p>
          <a:p>
            <a:r>
              <a:rPr lang="en-GB" dirty="0"/>
              <a:t>Alveoli are the site of gaseous exchange </a:t>
            </a:r>
          </a:p>
          <a:p>
            <a:pPr lvl="1"/>
            <a:r>
              <a:rPr lang="en-GB" dirty="0"/>
              <a:t>Special features that help to support diffusion of gas in and out of blood </a:t>
            </a:r>
          </a:p>
        </p:txBody>
      </p:sp>
      <p:sp>
        <p:nvSpPr>
          <p:cNvPr id="3" name="Content Placeholder 2">
            <a:extLst>
              <a:ext uri="{FF2B5EF4-FFF2-40B4-BE49-F238E27FC236}">
                <a16:creationId xmlns:a16="http://schemas.microsoft.com/office/drawing/2014/main" id="{F9D0EE56-7C9F-3EDB-AF88-C45B70881355}"/>
              </a:ext>
            </a:extLst>
          </p:cNvPr>
          <p:cNvSpPr>
            <a:spLocks noGrp="1"/>
          </p:cNvSpPr>
          <p:nvPr>
            <p:ph sz="half" idx="2"/>
          </p:nvPr>
        </p:nvSpPr>
        <p:spPr/>
        <p:txBody>
          <a:bodyPr>
            <a:normAutofit lnSpcReduction="10000"/>
          </a:bodyPr>
          <a:lstStyle/>
          <a:p>
            <a:r>
              <a:rPr lang="en-GB" dirty="0"/>
              <a:t>Pleura line the chest and the outside of the lung </a:t>
            </a:r>
          </a:p>
          <a:p>
            <a:pPr lvl="1"/>
            <a:r>
              <a:rPr lang="en-GB" dirty="0"/>
              <a:t>Reduce friction </a:t>
            </a:r>
          </a:p>
          <a:p>
            <a:pPr lvl="1"/>
            <a:r>
              <a:rPr lang="en-GB" dirty="0"/>
              <a:t>Generate surface tension </a:t>
            </a:r>
          </a:p>
          <a:p>
            <a:r>
              <a:rPr lang="en-GB" dirty="0"/>
              <a:t>Pleural pathologies can prevent expansion of the lung or cause collapse of the lung </a:t>
            </a:r>
          </a:p>
          <a:p>
            <a:r>
              <a:rPr lang="en-GB" dirty="0"/>
              <a:t>Tension pneumothorax : moves away </a:t>
            </a:r>
          </a:p>
          <a:p>
            <a:r>
              <a:rPr lang="en-GB" dirty="0"/>
              <a:t>Spontaneous pneumothorax: Pulls towards </a:t>
            </a:r>
          </a:p>
        </p:txBody>
      </p:sp>
      <p:sp>
        <p:nvSpPr>
          <p:cNvPr id="4" name="Title 3">
            <a:extLst>
              <a:ext uri="{FF2B5EF4-FFF2-40B4-BE49-F238E27FC236}">
                <a16:creationId xmlns:a16="http://schemas.microsoft.com/office/drawing/2014/main" id="{7B7F713E-6C4D-378F-44CE-18121031C1D6}"/>
              </a:ext>
            </a:extLst>
          </p:cNvPr>
          <p:cNvSpPr>
            <a:spLocks noGrp="1"/>
          </p:cNvSpPr>
          <p:nvPr>
            <p:ph type="title"/>
          </p:nvPr>
        </p:nvSpPr>
        <p:spPr/>
        <p:txBody>
          <a:bodyPr/>
          <a:lstStyle/>
          <a:p>
            <a:r>
              <a:rPr lang="en-GB" dirty="0"/>
              <a:t>Key points </a:t>
            </a:r>
          </a:p>
        </p:txBody>
      </p:sp>
    </p:spTree>
    <p:extLst>
      <p:ext uri="{BB962C8B-B14F-4D97-AF65-F5344CB8AC3E}">
        <p14:creationId xmlns:p14="http://schemas.microsoft.com/office/powerpoint/2010/main" val="3408585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4538-1B10-416E-E311-954DDE04B3DE}"/>
              </a:ext>
            </a:extLst>
          </p:cNvPr>
          <p:cNvSpPr>
            <a:spLocks noGrp="1"/>
          </p:cNvSpPr>
          <p:nvPr>
            <p:ph type="title"/>
          </p:nvPr>
        </p:nvSpPr>
        <p:spPr>
          <a:xfrm>
            <a:off x="1196650" y="695300"/>
            <a:ext cx="3994485" cy="954291"/>
          </a:xfrm>
        </p:spPr>
        <p:txBody>
          <a:bodyPr vert="horz" lIns="91440" tIns="45720" rIns="91440" bIns="45720" rtlCol="0" anchor="b">
            <a:normAutofit/>
          </a:bodyPr>
          <a:lstStyle/>
          <a:p>
            <a:r>
              <a:rPr lang="en-US" sz="4800" kern="1200" dirty="0">
                <a:latin typeface="+mj-lt"/>
                <a:ea typeface="+mj-ea"/>
                <a:cs typeface="+mj-cs"/>
              </a:rPr>
              <a:t>References </a:t>
            </a:r>
          </a:p>
        </p:txBody>
      </p:sp>
      <p:sp>
        <p:nvSpPr>
          <p:cNvPr id="6" name="Content Placeholder 5">
            <a:extLst>
              <a:ext uri="{FF2B5EF4-FFF2-40B4-BE49-F238E27FC236}">
                <a16:creationId xmlns:a16="http://schemas.microsoft.com/office/drawing/2014/main" id="{E13ACCAE-C5C4-AB31-DD54-5DE7EE23B6C1}"/>
              </a:ext>
            </a:extLst>
          </p:cNvPr>
          <p:cNvSpPr>
            <a:spLocks noGrp="1"/>
          </p:cNvSpPr>
          <p:nvPr>
            <p:ph idx="1"/>
          </p:nvPr>
        </p:nvSpPr>
        <p:spPr>
          <a:xfrm>
            <a:off x="838200" y="2332273"/>
            <a:ext cx="10515600" cy="4351338"/>
          </a:xfrm>
        </p:spPr>
        <p:txBody>
          <a:bodyPr>
            <a:normAutofit fontScale="47500" lnSpcReduction="20000"/>
          </a:bodyPr>
          <a:lstStyle/>
          <a:p>
            <a:r>
              <a:rPr lang="en-GB" dirty="0">
                <a:effectLst/>
                <a:latin typeface="Calibri" panose="020F0502020204030204" pitchFamily="34" charset="0"/>
                <a:cs typeface="Calibri" panose="020F0502020204030204" pitchFamily="34" charset="0"/>
              </a:rPr>
              <a:t>Patwa, A. and Shah, A. (2015) ‘Anatomy and physiology of respiratory system relevant to anaesthesia’, </a:t>
            </a:r>
            <a:r>
              <a:rPr lang="en-GB" i="1" dirty="0">
                <a:effectLst/>
                <a:latin typeface="Calibri" panose="020F0502020204030204" pitchFamily="34" charset="0"/>
                <a:cs typeface="Calibri" panose="020F0502020204030204" pitchFamily="34" charset="0"/>
              </a:rPr>
              <a:t>Indian Journal of Anaesthesia</a:t>
            </a:r>
            <a:r>
              <a:rPr lang="en-GB" dirty="0">
                <a:effectLst/>
                <a:latin typeface="Calibri" panose="020F0502020204030204" pitchFamily="34" charset="0"/>
                <a:cs typeface="Calibri" panose="020F0502020204030204" pitchFamily="34" charset="0"/>
              </a:rPr>
              <a:t>, 59(9), p. 533. doi:10.4103/0019-5049.165849. </a:t>
            </a:r>
          </a:p>
          <a:p>
            <a:r>
              <a:rPr lang="en-GB" dirty="0">
                <a:effectLst/>
                <a:latin typeface="Calibri" panose="020F0502020204030204" pitchFamily="34" charset="0"/>
                <a:cs typeface="Calibri" panose="020F0502020204030204" pitchFamily="34" charset="0"/>
              </a:rPr>
              <a:t>Stump, B. </a:t>
            </a:r>
            <a:r>
              <a:rPr lang="en-GB" i="1" dirty="0">
                <a:effectLst/>
                <a:latin typeface="Calibri" panose="020F0502020204030204" pitchFamily="34" charset="0"/>
                <a:cs typeface="Calibri" panose="020F0502020204030204" pitchFamily="34" charset="0"/>
              </a:rPr>
              <a:t>et al.</a:t>
            </a:r>
            <a:r>
              <a:rPr lang="en-GB" dirty="0">
                <a:effectLst/>
                <a:latin typeface="Calibri" panose="020F0502020204030204" pitchFamily="34" charset="0"/>
                <a:cs typeface="Calibri" panose="020F0502020204030204" pitchFamily="34" charset="0"/>
              </a:rPr>
              <a:t> (2017) ‘Lymphatic changes in respiratory diseases: More than just </a:t>
            </a:r>
            <a:r>
              <a:rPr lang="en-GB" dirty="0" err="1">
                <a:effectLst/>
                <a:latin typeface="Calibri" panose="020F0502020204030204" pitchFamily="34" charset="0"/>
                <a:cs typeface="Calibri" panose="020F0502020204030204" pitchFamily="34" charset="0"/>
              </a:rPr>
              <a:t>remodeling</a:t>
            </a:r>
            <a:r>
              <a:rPr lang="en-GB" dirty="0">
                <a:effectLst/>
                <a:latin typeface="Calibri" panose="020F0502020204030204" pitchFamily="34" charset="0"/>
                <a:cs typeface="Calibri" panose="020F0502020204030204" pitchFamily="34" charset="0"/>
              </a:rPr>
              <a:t> of the lung?’, </a:t>
            </a:r>
            <a:r>
              <a:rPr lang="en-GB" i="1" dirty="0">
                <a:effectLst/>
                <a:latin typeface="Calibri" panose="020F0502020204030204" pitchFamily="34" charset="0"/>
                <a:cs typeface="Calibri" panose="020F0502020204030204" pitchFamily="34" charset="0"/>
              </a:rPr>
              <a:t>American Journal of Respiratory Cell and Molecular Biology</a:t>
            </a:r>
            <a:r>
              <a:rPr lang="en-GB" dirty="0">
                <a:effectLst/>
                <a:latin typeface="Calibri" panose="020F0502020204030204" pitchFamily="34" charset="0"/>
                <a:cs typeface="Calibri" panose="020F0502020204030204" pitchFamily="34" charset="0"/>
              </a:rPr>
              <a:t>, 57(3), pp. 272–279. doi:10.1165/rcmb.2016-0290tr. </a:t>
            </a:r>
          </a:p>
          <a:p>
            <a:r>
              <a:rPr lang="en-GB" dirty="0">
                <a:effectLst/>
                <a:latin typeface="Calibri" panose="020F0502020204030204" pitchFamily="34" charset="0"/>
                <a:cs typeface="Calibri" panose="020F0502020204030204" pitchFamily="34" charset="0"/>
              </a:rPr>
              <a:t>Anan, R.A. (2022) </a:t>
            </a:r>
            <a:r>
              <a:rPr lang="en-GB" i="1" dirty="0">
                <a:effectLst/>
                <a:latin typeface="Calibri" panose="020F0502020204030204" pitchFamily="34" charset="0"/>
                <a:cs typeface="Calibri" panose="020F0502020204030204" pitchFamily="34" charset="0"/>
              </a:rPr>
              <a:t>Empyema vs pleural effusion: Radiology reference article</a:t>
            </a:r>
            <a:r>
              <a:rPr lang="en-GB" dirty="0">
                <a:effectLst/>
                <a:latin typeface="Calibri" panose="020F0502020204030204" pitchFamily="34" charset="0"/>
                <a:cs typeface="Calibri" panose="020F0502020204030204" pitchFamily="34" charset="0"/>
              </a:rPr>
              <a:t>, </a:t>
            </a:r>
            <a:r>
              <a:rPr lang="en-GB" i="1" dirty="0" err="1">
                <a:effectLst/>
                <a:latin typeface="Calibri" panose="020F0502020204030204" pitchFamily="34" charset="0"/>
                <a:cs typeface="Calibri" panose="020F0502020204030204" pitchFamily="34" charset="0"/>
              </a:rPr>
              <a:t>Radiopaedia</a:t>
            </a:r>
            <a:r>
              <a:rPr lang="en-GB" dirty="0">
                <a:effectLst/>
                <a:latin typeface="Calibri" panose="020F0502020204030204" pitchFamily="34" charset="0"/>
                <a:cs typeface="Calibri" panose="020F0502020204030204" pitchFamily="34" charset="0"/>
              </a:rPr>
              <a:t>. Available at: https://radiopaedia.org/articles/empyema-vs-pleural-effusion-2 (Accessed: 17 November 2023). </a:t>
            </a:r>
          </a:p>
          <a:p>
            <a:r>
              <a:rPr lang="en-GB" b="0" i="0" dirty="0" err="1">
                <a:effectLst/>
                <a:latin typeface="Calibri" panose="020F0502020204030204" pitchFamily="34" charset="0"/>
                <a:cs typeface="Calibri" panose="020F0502020204030204" pitchFamily="34" charset="0"/>
              </a:rPr>
              <a:t>Garvia</a:t>
            </a:r>
            <a:r>
              <a:rPr lang="en-GB" b="0" i="0" dirty="0">
                <a:effectLst/>
                <a:latin typeface="Calibri" panose="020F0502020204030204" pitchFamily="34" charset="0"/>
                <a:cs typeface="Calibri" panose="020F0502020204030204" pitchFamily="34" charset="0"/>
              </a:rPr>
              <a:t> V, Paul M. Empyema. [Updated 2023 Aug 7]. In: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[Internet]. Treasure Island (FL):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Publishing; 2023 Jan-. Available from: https://www.ncbi.nlm.nih.gov/books/NBK459237/</a:t>
            </a:r>
            <a:endParaRPr lang="en-GB" i="1" dirty="0">
              <a:latin typeface="Calibri" panose="020F0502020204030204" pitchFamily="34" charset="0"/>
              <a:ea typeface="+mn-lt"/>
              <a:cs typeface="Calibri" panose="020F0502020204030204" pitchFamily="34" charset="0"/>
            </a:endParaRPr>
          </a:p>
          <a:p>
            <a:r>
              <a:rPr lang="en-GB" b="0" i="0" dirty="0" err="1">
                <a:effectLst/>
                <a:latin typeface="Calibri" panose="020F0502020204030204" pitchFamily="34" charset="0"/>
                <a:cs typeface="Calibri" panose="020F0502020204030204" pitchFamily="34" charset="0"/>
              </a:rPr>
              <a:t>Mahabadi</a:t>
            </a:r>
            <a:r>
              <a:rPr lang="en-GB" b="0" i="0" dirty="0">
                <a:effectLst/>
                <a:latin typeface="Calibri" panose="020F0502020204030204" pitchFamily="34" charset="0"/>
                <a:cs typeface="Calibri" panose="020F0502020204030204" pitchFamily="34" charset="0"/>
              </a:rPr>
              <a:t> N, </a:t>
            </a:r>
            <a:r>
              <a:rPr lang="en-GB" b="0" i="0" dirty="0" err="1">
                <a:effectLst/>
                <a:latin typeface="Calibri" panose="020F0502020204030204" pitchFamily="34" charset="0"/>
                <a:cs typeface="Calibri" panose="020F0502020204030204" pitchFamily="34" charset="0"/>
              </a:rPr>
              <a:t>Goizueta</a:t>
            </a:r>
            <a:r>
              <a:rPr lang="en-GB" b="0" i="0" dirty="0">
                <a:effectLst/>
                <a:latin typeface="Calibri" panose="020F0502020204030204" pitchFamily="34" charset="0"/>
                <a:cs typeface="Calibri" panose="020F0502020204030204" pitchFamily="34" charset="0"/>
              </a:rPr>
              <a:t> AA, </a:t>
            </a:r>
            <a:r>
              <a:rPr lang="en-GB" b="0" i="0" dirty="0" err="1">
                <a:effectLst/>
                <a:latin typeface="Calibri" panose="020F0502020204030204" pitchFamily="34" charset="0"/>
                <a:cs typeface="Calibri" panose="020F0502020204030204" pitchFamily="34" charset="0"/>
              </a:rPr>
              <a:t>Bordoni</a:t>
            </a:r>
            <a:r>
              <a:rPr lang="en-GB" b="0" i="0" dirty="0">
                <a:effectLst/>
                <a:latin typeface="Calibri" panose="020F0502020204030204" pitchFamily="34" charset="0"/>
                <a:cs typeface="Calibri" panose="020F0502020204030204" pitchFamily="34" charset="0"/>
              </a:rPr>
              <a:t> B. Anatomy, Thorax, Lung Pleura And Mediastinum. 2022 Oct 17. In: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[Internet]. Treasure Island (FL):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Publishing; 2023 Jan–. PMID: 30085590.</a:t>
            </a:r>
          </a:p>
          <a:p>
            <a:r>
              <a:rPr lang="en-GB" b="0" i="0" dirty="0">
                <a:effectLst/>
                <a:latin typeface="Calibri" panose="020F0502020204030204" pitchFamily="34" charset="0"/>
                <a:cs typeface="Calibri" panose="020F0502020204030204" pitchFamily="34" charset="0"/>
              </a:rPr>
              <a:t>Chaudhry R, </a:t>
            </a:r>
            <a:r>
              <a:rPr lang="en-GB" b="0" i="0" dirty="0" err="1">
                <a:effectLst/>
                <a:latin typeface="Calibri" panose="020F0502020204030204" pitchFamily="34" charset="0"/>
                <a:cs typeface="Calibri" panose="020F0502020204030204" pitchFamily="34" charset="0"/>
              </a:rPr>
              <a:t>Bordoni</a:t>
            </a:r>
            <a:r>
              <a:rPr lang="en-GB" b="0" i="0" dirty="0">
                <a:effectLst/>
                <a:latin typeface="Calibri" panose="020F0502020204030204" pitchFamily="34" charset="0"/>
                <a:cs typeface="Calibri" panose="020F0502020204030204" pitchFamily="34" charset="0"/>
              </a:rPr>
              <a:t> B. Anatomy, Thorax, Lungs. 2023 Jul 24. In: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[Internet]. Treasure Island (FL):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Publishing; 2023 Jan–. PMID: 29262068.</a:t>
            </a:r>
            <a:endParaRPr lang="en-GB" dirty="0">
              <a:latin typeface="Calibri" panose="020F0502020204030204" pitchFamily="34" charset="0"/>
              <a:ea typeface="Cambria"/>
              <a:cs typeface="Calibri" panose="020F0502020204030204" pitchFamily="34" charset="0"/>
            </a:endParaRPr>
          </a:p>
          <a:p>
            <a:r>
              <a:rPr lang="en-GB" b="0" i="0" dirty="0">
                <a:effectLst/>
                <a:latin typeface="Calibri" panose="020F0502020204030204" pitchFamily="34" charset="0"/>
                <a:cs typeface="Calibri" panose="020F0502020204030204" pitchFamily="34" charset="0"/>
              </a:rPr>
              <a:t>Bustamante-Marin XM, Ostrowski LE. Cilia and Mucociliary Clearance. Cold Spring </a:t>
            </a:r>
            <a:r>
              <a:rPr lang="en-GB" b="0" i="0" dirty="0" err="1">
                <a:effectLst/>
                <a:latin typeface="Calibri" panose="020F0502020204030204" pitchFamily="34" charset="0"/>
                <a:cs typeface="Calibri" panose="020F0502020204030204" pitchFamily="34" charset="0"/>
              </a:rPr>
              <a:t>Harb</a:t>
            </a:r>
            <a:r>
              <a:rPr lang="en-GB" b="0" i="0" dirty="0">
                <a:effectLst/>
                <a:latin typeface="Calibri" panose="020F0502020204030204" pitchFamily="34" charset="0"/>
                <a:cs typeface="Calibri" panose="020F0502020204030204" pitchFamily="34" charset="0"/>
              </a:rPr>
              <a:t> </a:t>
            </a:r>
            <a:r>
              <a:rPr lang="en-GB" b="0" i="0" dirty="0" err="1">
                <a:effectLst/>
                <a:latin typeface="Calibri" panose="020F0502020204030204" pitchFamily="34" charset="0"/>
                <a:cs typeface="Calibri" panose="020F0502020204030204" pitchFamily="34" charset="0"/>
              </a:rPr>
              <a:t>Perspect</a:t>
            </a:r>
            <a:r>
              <a:rPr lang="en-GB" b="0" i="0" dirty="0">
                <a:effectLst/>
                <a:latin typeface="Calibri" panose="020F0502020204030204" pitchFamily="34" charset="0"/>
                <a:cs typeface="Calibri" panose="020F0502020204030204" pitchFamily="34" charset="0"/>
              </a:rPr>
              <a:t> Biol. 2017 Apr 3;9(4):a028241. </a:t>
            </a:r>
            <a:r>
              <a:rPr lang="en-GB" b="0" i="0" dirty="0" err="1">
                <a:effectLst/>
                <a:latin typeface="Calibri" panose="020F0502020204030204" pitchFamily="34" charset="0"/>
                <a:cs typeface="Calibri" panose="020F0502020204030204" pitchFamily="34" charset="0"/>
              </a:rPr>
              <a:t>doi</a:t>
            </a:r>
            <a:r>
              <a:rPr lang="en-GB" b="0" i="0" dirty="0">
                <a:effectLst/>
                <a:latin typeface="Calibri" panose="020F0502020204030204" pitchFamily="34" charset="0"/>
                <a:cs typeface="Calibri" panose="020F0502020204030204" pitchFamily="34" charset="0"/>
              </a:rPr>
              <a:t>: 10.1101/cshperspect.a028241. PMID: 27864314; PMCID: PMC5378048.</a:t>
            </a:r>
          </a:p>
          <a:p>
            <a:r>
              <a:rPr lang="en-GB" b="0" i="0" dirty="0">
                <a:effectLst/>
                <a:latin typeface="Calibri" panose="020F0502020204030204" pitchFamily="34" charset="0"/>
                <a:cs typeface="Calibri" panose="020F0502020204030204" pitchFamily="34" charset="0"/>
              </a:rPr>
              <a:t>McKnight CL, Burns B. Pneumothorax. [Updated 2023 Feb 15]. In: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[Internet]. Treasure Island (FL): </a:t>
            </a:r>
            <a:r>
              <a:rPr lang="en-GB" b="0" i="0" dirty="0" err="1">
                <a:effectLst/>
                <a:latin typeface="Calibri" panose="020F0502020204030204" pitchFamily="34" charset="0"/>
                <a:cs typeface="Calibri" panose="020F0502020204030204" pitchFamily="34" charset="0"/>
              </a:rPr>
              <a:t>StatPearls</a:t>
            </a:r>
            <a:r>
              <a:rPr lang="en-GB" b="0" i="0" dirty="0">
                <a:effectLst/>
                <a:latin typeface="Calibri" panose="020F0502020204030204" pitchFamily="34" charset="0"/>
                <a:cs typeface="Calibri" panose="020F0502020204030204" pitchFamily="34" charset="0"/>
              </a:rPr>
              <a:t> Publishing; 2023 Jan-. Available from: </a:t>
            </a:r>
            <a:r>
              <a:rPr lang="en-GB" b="0" i="0" dirty="0">
                <a:effectLst/>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https://www.ncbi.nlm.nih.gov/books/NBK441885/</a:t>
            </a:r>
            <a:endParaRPr lang="en-GB" b="0" i="0"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Rad, A. (2023) </a:t>
            </a:r>
            <a:r>
              <a:rPr lang="en-GB" i="1" dirty="0">
                <a:effectLst/>
                <a:latin typeface="Calibri" panose="020F0502020204030204" pitchFamily="34" charset="0"/>
                <a:cs typeface="Calibri" panose="020F0502020204030204" pitchFamily="34" charset="0"/>
              </a:rPr>
              <a:t>Trachea</a:t>
            </a:r>
            <a:r>
              <a:rPr lang="en-GB" dirty="0">
                <a:effectLst/>
                <a:latin typeface="Calibri" panose="020F0502020204030204" pitchFamily="34" charset="0"/>
                <a:cs typeface="Calibri" panose="020F0502020204030204" pitchFamily="34" charset="0"/>
              </a:rPr>
              <a:t>, </a:t>
            </a:r>
            <a:r>
              <a:rPr lang="en-GB" i="1" dirty="0" err="1">
                <a:effectLst/>
                <a:latin typeface="Calibri" panose="020F0502020204030204" pitchFamily="34" charset="0"/>
                <a:cs typeface="Calibri" panose="020F0502020204030204" pitchFamily="34" charset="0"/>
              </a:rPr>
              <a:t>Kenhub</a:t>
            </a:r>
            <a:r>
              <a:rPr lang="en-GB" dirty="0">
                <a:effectLst/>
                <a:latin typeface="Calibri" panose="020F0502020204030204" pitchFamily="34" charset="0"/>
                <a:cs typeface="Calibri" panose="020F0502020204030204" pitchFamily="34" charset="0"/>
              </a:rPr>
              <a:t>. Available at: https://www.kenhub.com/en/library/anatomy/the-trachea (Accessed: 17 November 2023). </a:t>
            </a:r>
          </a:p>
          <a:p>
            <a:r>
              <a:rPr lang="en-GB" b="0" i="0" dirty="0">
                <a:effectLst/>
                <a:latin typeface="Calibri" panose="020F0502020204030204" pitchFamily="34" charset="0"/>
                <a:cs typeface="Calibri" panose="020F0502020204030204" pitchFamily="34" charset="0"/>
              </a:rPr>
              <a:t>Jany B, </a:t>
            </a:r>
            <a:r>
              <a:rPr lang="en-GB" b="0" i="0" dirty="0" err="1">
                <a:effectLst/>
                <a:latin typeface="Calibri" panose="020F0502020204030204" pitchFamily="34" charset="0"/>
                <a:cs typeface="Calibri" panose="020F0502020204030204" pitchFamily="34" charset="0"/>
              </a:rPr>
              <a:t>Welte</a:t>
            </a:r>
            <a:r>
              <a:rPr lang="en-GB" b="0" i="0" dirty="0">
                <a:effectLst/>
                <a:latin typeface="Calibri" panose="020F0502020204030204" pitchFamily="34" charset="0"/>
                <a:cs typeface="Calibri" panose="020F0502020204030204" pitchFamily="34" charset="0"/>
              </a:rPr>
              <a:t> T. Pleural Effusion in Adults-</a:t>
            </a:r>
            <a:r>
              <a:rPr lang="en-GB" b="0" i="0" dirty="0" err="1">
                <a:effectLst/>
                <a:latin typeface="Calibri" panose="020F0502020204030204" pitchFamily="34" charset="0"/>
                <a:cs typeface="Calibri" panose="020F0502020204030204" pitchFamily="34" charset="0"/>
              </a:rPr>
              <a:t>Etiology</a:t>
            </a:r>
            <a:r>
              <a:rPr lang="en-GB" b="0" i="0" dirty="0">
                <a:effectLst/>
                <a:latin typeface="Calibri" panose="020F0502020204030204" pitchFamily="34" charset="0"/>
                <a:cs typeface="Calibri" panose="020F0502020204030204" pitchFamily="34" charset="0"/>
              </a:rPr>
              <a:t>, Diagnosis, and Treatment. </a:t>
            </a:r>
            <a:r>
              <a:rPr lang="en-GB" b="0" i="0" dirty="0" err="1">
                <a:effectLst/>
                <a:latin typeface="Calibri" panose="020F0502020204030204" pitchFamily="34" charset="0"/>
                <a:cs typeface="Calibri" panose="020F0502020204030204" pitchFamily="34" charset="0"/>
              </a:rPr>
              <a:t>Dtsch</a:t>
            </a:r>
            <a:r>
              <a:rPr lang="en-GB" b="0" i="0" dirty="0">
                <a:effectLst/>
                <a:latin typeface="Calibri" panose="020F0502020204030204" pitchFamily="34" charset="0"/>
                <a:cs typeface="Calibri" panose="020F0502020204030204" pitchFamily="34" charset="0"/>
              </a:rPr>
              <a:t> </a:t>
            </a:r>
            <a:r>
              <a:rPr lang="en-GB" b="0" i="0" dirty="0" err="1">
                <a:effectLst/>
                <a:latin typeface="Calibri" panose="020F0502020204030204" pitchFamily="34" charset="0"/>
                <a:cs typeface="Calibri" panose="020F0502020204030204" pitchFamily="34" charset="0"/>
              </a:rPr>
              <a:t>Arztebl</a:t>
            </a:r>
            <a:r>
              <a:rPr lang="en-GB" b="0" i="0" dirty="0">
                <a:effectLst/>
                <a:latin typeface="Calibri" panose="020F0502020204030204" pitchFamily="34" charset="0"/>
                <a:cs typeface="Calibri" panose="020F0502020204030204" pitchFamily="34" charset="0"/>
              </a:rPr>
              <a:t> Int. 2019 May 24;116(21):377-386. </a:t>
            </a:r>
            <a:r>
              <a:rPr lang="en-GB" b="0" i="0" dirty="0" err="1">
                <a:effectLst/>
                <a:latin typeface="Calibri" panose="020F0502020204030204" pitchFamily="34" charset="0"/>
                <a:cs typeface="Calibri" panose="020F0502020204030204" pitchFamily="34" charset="0"/>
              </a:rPr>
              <a:t>doi</a:t>
            </a:r>
            <a:r>
              <a:rPr lang="en-GB" b="0" i="0" dirty="0">
                <a:effectLst/>
                <a:latin typeface="Calibri" panose="020F0502020204030204" pitchFamily="34" charset="0"/>
                <a:cs typeface="Calibri" panose="020F0502020204030204" pitchFamily="34" charset="0"/>
              </a:rPr>
              <a:t>: 10.3238/arztebl.2019.0377. PMID: 31315808; PMCID: PMC6647819.</a:t>
            </a:r>
            <a:endParaRPr lang="en-GB" dirty="0">
              <a:latin typeface="Calibri" panose="020F0502020204030204" pitchFamily="34" charset="0"/>
              <a:ea typeface="Cambria"/>
              <a:cs typeface="Calibri" panose="020F0502020204030204" pitchFamily="34" charset="0"/>
            </a:endParaRPr>
          </a:p>
          <a:p>
            <a:endParaRPr lang="en-GB" dirty="0"/>
          </a:p>
        </p:txBody>
      </p:sp>
    </p:spTree>
    <p:extLst>
      <p:ext uri="{BB962C8B-B14F-4D97-AF65-F5344CB8AC3E}">
        <p14:creationId xmlns:p14="http://schemas.microsoft.com/office/powerpoint/2010/main" val="1879308468"/>
      </p:ext>
    </p:extLst>
  </p:cSld>
  <p:clrMapOvr>
    <a:masterClrMapping/>
  </p:clrMapOvr>
</p:sld>
</file>

<file path=ppt/theme/theme1.xml><?xml version="1.0" encoding="utf-8"?>
<a:theme xmlns:a="http://schemas.openxmlformats.org/drawingml/2006/main" name="Theme for Uni slides">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for Uni slides" id="{3BAF991C-92CF-4FF6-B660-4D76B81CF402}" vid="{D4EDB978-12AA-4E92-8633-D41A8F5BC3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 for Uni slides</Template>
  <TotalTime>0</TotalTime>
  <Words>1990</Words>
  <Application>Microsoft Office PowerPoint</Application>
  <PresentationFormat>Widescreen</PresentationFormat>
  <Paragraphs>269</Paragraphs>
  <Slides>29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__fkGroteskNeue_598ab8</vt:lpstr>
      <vt:lpstr>Aptos</vt:lpstr>
      <vt:lpstr>Arial</vt:lpstr>
      <vt:lpstr>Calibri</vt:lpstr>
      <vt:lpstr>Cambria</vt:lpstr>
      <vt:lpstr>var(--font-berkeley-mono)</vt:lpstr>
      <vt:lpstr>Theme for Uni slides</vt:lpstr>
      <vt:lpstr>The lungs and pleurae</vt:lpstr>
      <vt:lpstr>Learning objectives </vt:lpstr>
      <vt:lpstr>Lung Anatomy </vt:lpstr>
      <vt:lpstr>Conducting vs Respiratory zone </vt:lpstr>
      <vt:lpstr>Conducting zone: Trachea</vt:lpstr>
      <vt:lpstr>Conducting zone : bronchi and bronchioles </vt:lpstr>
      <vt:lpstr>Respiratory Zones : Alveoli </vt:lpstr>
      <vt:lpstr>Special features of the alveoli </vt:lpstr>
      <vt:lpstr>Lobes of the lung </vt:lpstr>
      <vt:lpstr>Bronchopulmonary segments </vt:lpstr>
      <vt:lpstr>Surface mapping </vt:lpstr>
      <vt:lpstr>Hilum (root)</vt:lpstr>
      <vt:lpstr>Mediastinum </vt:lpstr>
      <vt:lpstr>Pulmonary circulation </vt:lpstr>
      <vt:lpstr>Innervation of the lungs </vt:lpstr>
      <vt:lpstr>Pulmonary Lymphatic system </vt:lpstr>
      <vt:lpstr>The Pleura </vt:lpstr>
      <vt:lpstr>Pleural Cavity </vt:lpstr>
      <vt:lpstr>Surface tension </vt:lpstr>
      <vt:lpstr>Pleural Pathologies </vt:lpstr>
      <vt:lpstr>Pleural effusion </vt:lpstr>
      <vt:lpstr>Imaging </vt:lpstr>
      <vt:lpstr>Empyema </vt:lpstr>
      <vt:lpstr>Imaging </vt:lpstr>
      <vt:lpstr>Pneumothorax </vt:lpstr>
      <vt:lpstr>Pneumothorax</vt:lpstr>
      <vt:lpstr>Tension VS Spontaneous </vt:lpstr>
      <vt:lpstr>Key points </vt:lpstr>
      <vt:lpstr>References </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Isobel Davies</dc:creator>
  <cp:lastModifiedBy>Isobel Davies</cp:lastModifiedBy>
  <cp:revision>1</cp:revision>
  <dcterms:created xsi:type="dcterms:W3CDTF">2024-10-20T17:00:25Z</dcterms:created>
  <dcterms:modified xsi:type="dcterms:W3CDTF">2024-10-20T17:52:58Z</dcterms:modified>
</cp:coreProperties>
</file>