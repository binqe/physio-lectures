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85" r:id="rId16"/>
    <p:sldId id="271" r:id="rId17"/>
    <p:sldId id="286" r:id="rId18"/>
    <p:sldId id="272" r:id="rId19"/>
    <p:sldId id="273" r:id="rId20"/>
    <p:sldId id="279" r:id="rId21"/>
    <p:sldId id="275" r:id="rId22"/>
    <p:sldId id="274" r:id="rId23"/>
    <p:sldId id="276" r:id="rId24"/>
    <p:sldId id="277" r:id="rId25"/>
    <p:sldId id="278" r:id="rId26"/>
    <p:sldId id="280" r:id="rId27"/>
    <p:sldId id="281" r:id="rId28"/>
    <p:sldId id="282" r:id="rId29"/>
    <p:sldId id="283" r:id="rId30"/>
    <p:sldId id="287" r:id="rId31"/>
    <p:sldId id="29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88" r:id="rId42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FC79"/>
    <a:srgbClr val="8EFA00"/>
    <a:srgbClr val="941100"/>
    <a:srgbClr val="D883FF"/>
    <a:srgbClr val="FF8AD8"/>
    <a:srgbClr val="00FA00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95"/>
    <p:restoredTop sz="95707"/>
  </p:normalViewPr>
  <p:slideViewPr>
    <p:cSldViewPr snapToGrid="0">
      <p:cViewPr>
        <p:scale>
          <a:sx n="108" d="100"/>
          <a:sy n="108" d="100"/>
        </p:scale>
        <p:origin x="34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48:14.247"/>
    </inkml:context>
    <inkml:brush xml:id="br0">
      <inkml:brushProperty name="width" value="0.1" units="cm"/>
      <inkml:brushProperty name="height" value="0.1" units="cm"/>
      <inkml:brushProperty name="color" value="#B8BCBD"/>
    </inkml:brush>
  </inkml:definitions>
  <inkml:trace contextRef="#ctx0" brushRef="#br0">1 1 24575,'0'12'0,"0"1"0,0 0 0,0 0 0,0-1 0,0-2 0,-1-4 0,1-2 0,0-2 0,0 1 0,0 0 0,0 0 0,0 1 0,1-2 0,-1 2 0,0 0 0,1 2 0,-1 0 0,1 1 0,0-2 0,-1 0 0,1-1 0,-1-2 0,0 2 0,1 0 0,-1 2 0,0 0 0,0 0 0,1-1 0,-1 0 0,0-1 0,1 0 0,0 1 0,0 1 0,0-1 0,0-1 0,0-1 0,-1-1 0,0 2 0,0-2 0,0 2 0,-1-1 0,1-1 0,0 1 0,-1 0 0,1-1 0,0 1 0,0-1 0,0 1 0,-1 0 0,1-1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49:27.689"/>
    </inkml:context>
    <inkml:brush xml:id="br0">
      <inkml:brushProperty name="width" value="0.1" units="cm"/>
      <inkml:brushProperty name="height" value="0.1" units="cm"/>
      <inkml:brushProperty name="color" value="#CFAA6C"/>
    </inkml:brush>
  </inkml:definitions>
  <inkml:trace contextRef="#ctx0" brushRef="#br0">0 1 24575,'14'0'0,"3"1"0,5 1 0,6 2 0,4 1 0,-8-1 0,-6-1 0,-12-3 0,-2 1 0,0-1 0,2 1 0,2 0 0,2 1 0,-1 0 0,-1 0 0,-2-1 0,1 0 0,-1 0 0,0 1 0,2-1 0,0 1 0,-1-1 0,1 1 0,-2-1 0,0 0 0,0 0 0,1 0 0,-2-1 0,1 1 0,-2-1 0,1 1 0,1-1 0,1 1 0,-1-1 0,1 1 0,0 0 0,-1 0 0,1 0 0,-3 0 0,0-1 0,0 1 0,1 1 0,0-1 0,2 1 0,0 0 0,1 1 0,0 1 0,1-1 0,-1 0 0,-1 0 0,-3-2 0,-1 0 0,-2 0 0,2-1 0,0 1 0,3 2 0,3 0 0,1 1 0,1 1 0,-2-1 0,-2-2 0,-3 0 0,-2-1 0,-1 0 0,3 1 0,0 0 0,1 0 0,-1 0 0,-2-1 0,-1-1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49:39.664"/>
    </inkml:context>
    <inkml:brush xml:id="br0">
      <inkml:brushProperty name="width" value="0.1" units="cm"/>
      <inkml:brushProperty name="height" value="0.1" units="cm"/>
      <inkml:brushProperty name="color" value="#E3EAE8"/>
    </inkml:brush>
  </inkml:definitions>
  <inkml:trace contextRef="#ctx0" brushRef="#br0">0 1 24575,'10'0'0,"0"0"0,-4 1 0,1-1 0,-2 1 0,0 0 0,1 0 0,3 1 0,2 0 0,5 2 0,1-1 0,-2 0 0,-4-1 0,-4-1 0,0 0 0,-2 0 0,-1-1 0,0 1 0,0-1 0,-1 1 0,0-1 0,0 1 0,1 0 0,-1 0 0,2 0 0,-1-1 0,0 1 0,1 1 0,0-1 0,0 1 0,1 0 0,0 0 0,1 0 0,1 1 0,1 1 0,2 0 0,1 0 0,-1 0 0,0-2 0,1 1 0,-2-1 0,-1 0 0,-2-1 0,0 0 0,0 1 0,0-1 0,-1 0 0,-3 0 0,-1-1 0,1 1 0,-1-1 0,2 1 0,0-1 0,2 1 0,0 0 0,1 1 0,-2-1 0,-1 0 0,-2-1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49:44.333"/>
    </inkml:context>
    <inkml:brush xml:id="br0">
      <inkml:brushProperty name="width" value="0.1" units="cm"/>
      <inkml:brushProperty name="height" value="0.1" units="cm"/>
      <inkml:brushProperty name="color" value="#E3EAE8"/>
    </inkml:brush>
  </inkml:definitions>
  <inkml:trace contextRef="#ctx0" brushRef="#br0">1 0 24575,'17'2'0,"1"1"0,1 0 0,2 1 0,-1 0 0,-5 0 0,-5-2 0,-4 0 0,1-1 0,2 1 0,3 2 0,4 0 0,1 0 0,1 1 0,-4-2 0,-5-1 0,-4-1 0,-3 0 0,0-1 0,2 0 0,2 1 0,1 0 0,1 0 0,-1 0 0,-2 0 0,-1-1 0,-2 0 0,2 1 0,2 0 0,4 0 0,3 1 0,5 2 0,1-1 0,1 2 0,-3-2 0,-6 0 0,-1-2 0,-4 0 0,-3 0 0,-2-1 0,4 0 0,0 1 0,4 0 0,1 0 0,1 1 0,0 0 0,1 0 0,-3-1 0,-3 1 0,-2-2 0,-2 1 0,0-1 0,2 1 0,0 0 0,3 1 0,0 0 0,1 0 0,-1 0 0,0 0 0,0 0 0,1 1 0,-1-1 0,0 1 0,0-2 0,-3 1 0,1-1 0,-1 1 0,-1-1 0,0 0 0,-1 0 0,0 0 0,0 0 0,1 0 0,0 0 0,0 0 0,1 0 0,0 1 0,1-1 0,1 1 0,0 0 0,0 0 0,0 1 0,0-1 0,1 1 0,3 0 0,1 0 0,0-1 0,-2 0 0,-3-1 0,-2 0 0,-1 0 0,-1-1 0,0 1 0,1-1 0,1 0 0,0 0 0,2 1 0,1 0 0,4 0 0,3 0 0,-1 1 0,-1 0 0,-1 0 0,-2 0 0,-1-1 0,-3 0 0,-1 0 0,0 0 0,-1-1 0,5 2 0,-1-1 0,4 2 0,-1-1 0,1 1 0,-1 0 0,-1 0 0,-4-1 0,-2-1 0,0 0 0,1 1 0,2 1 0,2 2 0,-1-1 0,0 1 0,-1-1 0,1 0 0,0 0 0,2 1 0,1 0 0,0-1 0,0 1 0,-2-1 0,-1-1 0,-1-1 0,-2-1 0,-1 0 0,-1-1 0,1 1 0,1 0 0,2 0 0,3 2 0,0 0 0,1 0 0,-2 0 0,-3-2 0,-1 1 0,-2-2 0,1 1 0,0 0 0,0 0 0,2 0 0,1 0 0,-1 1 0,0-1 0,-1 0 0,0 0 0,-1 0 0,1 0 0,-1 0 0,-1 0 0,0 0 0,1 0 0,-1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49:45.045"/>
    </inkml:context>
    <inkml:brush xml:id="br0">
      <inkml:brushProperty name="width" value="0.1" units="cm"/>
      <inkml:brushProperty name="height" value="0.1" units="cm"/>
      <inkml:brushProperty name="color" value="#E3EAE8"/>
    </inkml:brush>
  </inkml:definitions>
  <inkml:trace contextRef="#ctx0" brushRef="#br0">15 2 24575,'-8'-1'0,"1"0"0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49:45.404"/>
    </inkml:context>
    <inkml:brush xml:id="br0">
      <inkml:brushProperty name="width" value="0.1" units="cm"/>
      <inkml:brushProperty name="height" value="0.1" units="cm"/>
      <inkml:brushProperty name="color" value="#E3EAE8"/>
    </inkml:brush>
  </inkml:definitions>
  <inkml:trace contextRef="#ctx0" brushRef="#br0">24 5 24575,'-13'-3'0,"2"1"0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49:46.079"/>
    </inkml:context>
    <inkml:brush xml:id="br0">
      <inkml:brushProperty name="width" value="0.1" units="cm"/>
      <inkml:brushProperty name="height" value="0.1" units="cm"/>
      <inkml:brushProperty name="color" value="#E3EAE8"/>
    </inkml:brush>
  </inkml:definitions>
  <inkml:trace contextRef="#ctx0" brushRef="#br0">1 1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49:47.440"/>
    </inkml:context>
    <inkml:brush xml:id="br0">
      <inkml:brushProperty name="width" value="0.1" units="cm"/>
      <inkml:brushProperty name="height" value="0.1" units="cm"/>
      <inkml:brushProperty name="color" value="#E3EAE8"/>
    </inkml:brush>
  </inkml:definitions>
  <inkml:trace contextRef="#ctx0" brushRef="#br0">0 1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01.553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209 0 24575,'-13'1'0,"1"0"0,-2-1 0,0 1 0,0-1 0,2 1 0,5-1 0,2 0 0,1 0 0,2 0 0,-1 1 0,0-1 0,-9 0 0,3 1 0,-6 0 0,6-1 0,0 1 0,3-1 0,1 0 0,3 0 0,0 1 0,-1-1 0,0 0 0,0 1 0,-1-1 0,0 1 0,-1 0 0,0 0 0,0 0 0,3-1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01.965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0 0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02.337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1 1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02.539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0 0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03.259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1 5 24575,'9'-1'0,"-2"0"0,-3 1 0,2-1 0,0 1 0,-2-1 0,0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03.594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0 2 24575,'7'-1'0,"-3"1"0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03.792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1 1 24575,'19'0'0,"-8"0"0,-2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04.165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0 1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04.598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31 9 24575,'-17'-5'0,"3"2"0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04.833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17 3 24575,'-9'-2'0,"3"2"0,4-1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05.235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0 4 24575,'9'-2'0,"-1"1"0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05.446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1 4 24575,'17'-1'0,"-1"-1"0,-9 2 0,-1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05.634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0 3 24575,'17'-1'0,"-4"0"0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42.473"/>
    </inkml:context>
    <inkml:brush xml:id="br0">
      <inkml:brushProperty name="width" value="0.1" units="cm"/>
      <inkml:brushProperty name="height" value="0.1" units="cm"/>
      <inkml:brushProperty name="color" value="#B7BDBC"/>
    </inkml:brush>
  </inkml:definitions>
  <inkml:trace contextRef="#ctx0" brushRef="#br0">1 5 24575,'16'0'0,"2"-1"0,1 1 0,-2-1 0,-2 0 0,-5 1 0,-6-1 0,-1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51.516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0 13 24575,'13'-3'0,"-3"1"0,2 0 0,1 0 0,1 1 0,1-1 0,-6 2 0,-4-1 0,-3 1 0,0 0 0,2 0 0,1 0 0,2 0 0,-1 0 0,0 1 0,-2-1 0,-1 0 0,-1 0 0,0 0 0,1 0 0,1 0 0,0 0 0,0 0 0,0 1 0,-1-1 0,-1 1 0,0 0 0,1 0 0,-2 1 0,1 1 0,-1-1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51.931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1 25 24575,'20'-6'0,"0"-1"0,2 1 0,-10 2 0,-4 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52.529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0 1 24575,'0'0'0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53.050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0 1 24575,'0'0'0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53.249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1 6 24575,'12'-3'0,"-4"2"0,-4-1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53.850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1 10 24575,'5'-5'0,"-1"1"0,-3 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0:54.451"/>
    </inkml:context>
    <inkml:brush xml:id="br0">
      <inkml:brushProperty name="width" value="0.1" units="cm"/>
      <inkml:brushProperty name="height" value="0.1" units="cm"/>
      <inkml:brushProperty name="color" value="#CED2D5"/>
    </inkml:brush>
  </inkml:definitions>
  <inkml:trace contextRef="#ctx0" brushRef="#br0">1 0 24575,'0'0'0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1:08.535"/>
    </inkml:context>
    <inkml:brush xml:id="br0">
      <inkml:brushProperty name="width" value="0.1" units="cm"/>
      <inkml:brushProperty name="height" value="0.1" units="cm"/>
      <inkml:brushProperty name="color" value="#ECE3DA"/>
    </inkml:brush>
  </inkml:definitions>
  <inkml:trace contextRef="#ctx0" brushRef="#br0">0 0 24575,'0'0'0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1:09.709"/>
    </inkml:context>
    <inkml:brush xml:id="br0">
      <inkml:brushProperty name="width" value="0.1" units="cm"/>
      <inkml:brushProperty name="height" value="0.1" units="cm"/>
      <inkml:brushProperty name="color" value="#ECE3DA"/>
    </inkml:brush>
  </inkml:definitions>
  <inkml:trace contextRef="#ctx0" brushRef="#br0">1 1 24575,'0'0'0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1:10.474"/>
    </inkml:context>
    <inkml:brush xml:id="br0">
      <inkml:brushProperty name="width" value="0.1" units="cm"/>
      <inkml:brushProperty name="height" value="0.1" units="cm"/>
      <inkml:brushProperty name="color" value="#ECE3DA"/>
    </inkml:brush>
  </inkml:definitions>
  <inkml:trace contextRef="#ctx0" brushRef="#br0">0 2 24575,'7'-1'0,"-2"0"0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1:11.166"/>
    </inkml:context>
    <inkml:brush xml:id="br0">
      <inkml:brushProperty name="width" value="0.1" units="cm"/>
      <inkml:brushProperty name="height" value="0.1" units="cm"/>
      <inkml:brushProperty name="color" value="#ECE3DA"/>
    </inkml:brush>
  </inkml:definitions>
  <inkml:trace contextRef="#ctx0" brushRef="#br0">1 6 24575,'7'-3'0,"-2"0"0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1:11.643"/>
    </inkml:context>
    <inkml:brush xml:id="br0">
      <inkml:brushProperty name="width" value="0.1" units="cm"/>
      <inkml:brushProperty name="height" value="0.1" units="cm"/>
      <inkml:brushProperty name="color" value="#ECE3DA"/>
    </inkml:brush>
  </inkml:definitions>
  <inkml:trace contextRef="#ctx0" brushRef="#br0">1 1 24575,'0'0'0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1:12.471"/>
    </inkml:context>
    <inkml:brush xml:id="br0">
      <inkml:brushProperty name="width" value="0.1" units="cm"/>
      <inkml:brushProperty name="height" value="0.1" units="cm"/>
      <inkml:brushProperty name="color" value="#ECE3DA"/>
    </inkml:brush>
  </inkml:definitions>
  <inkml:trace contextRef="#ctx0" brushRef="#br0">1 1 24575,'0'0'0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1:13.564"/>
    </inkml:context>
    <inkml:brush xml:id="br0">
      <inkml:brushProperty name="width" value="0.1" units="cm"/>
      <inkml:brushProperty name="height" value="0.1" units="cm"/>
      <inkml:brushProperty name="color" value="#ECE3DA"/>
    </inkml:brush>
  </inkml:definitions>
  <inkml:trace contextRef="#ctx0" brushRef="#br0">1 1 24575,'0'0'0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1:44.844"/>
    </inkml:context>
    <inkml:brush xml:id="br0">
      <inkml:brushProperty name="width" value="0.05" units="cm"/>
      <inkml:brushProperty name="height" value="0.05" units="cm"/>
      <inkml:brushProperty name="color" value="#AE9068"/>
    </inkml:brush>
  </inkml:definitions>
  <inkml:trace contextRef="#ctx0" brushRef="#br0">0 0 24575,'0'0'0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1:45.548"/>
    </inkml:context>
    <inkml:brush xml:id="br0">
      <inkml:brushProperty name="width" value="0.05" units="cm"/>
      <inkml:brushProperty name="height" value="0.05" units="cm"/>
      <inkml:brushProperty name="color" value="#AE9068"/>
    </inkml:brush>
  </inkml:definitions>
  <inkml:trace contextRef="#ctx0" brushRef="#br0">1 1 24575,'0'0'0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1:46.295"/>
    </inkml:context>
    <inkml:brush xml:id="br0">
      <inkml:brushProperty name="width" value="0.05" units="cm"/>
      <inkml:brushProperty name="height" value="0.05" units="cm"/>
      <inkml:brushProperty name="color" value="#AE9068"/>
    </inkml:brush>
  </inkml:definitions>
  <inkml:trace contextRef="#ctx0" brushRef="#br0">1 1 24575,'0'0'0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1:47.455"/>
    </inkml:context>
    <inkml:brush xml:id="br0">
      <inkml:brushProperty name="width" value="0.05" units="cm"/>
      <inkml:brushProperty name="height" value="0.05" units="cm"/>
      <inkml:brushProperty name="color" value="#AE9068"/>
    </inkml:brush>
  </inkml:definitions>
  <inkml:trace contextRef="#ctx0" brushRef="#br0">1 0 24575,'0'0'0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1:54.9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24575,'5'0'0,"0"0"0,5 0 0,1 1 0,1 1 0,0-1 0,-6 0 0,-1-1 0,-2 0 0,-1 0 0,-1 0 0,0 0 0,1 0 0,1 0 0,3 1 0,1-1 0,-1 1 0,0 0 0,-3 0 0,0 0 0,-1 0 0,0-1 0,0 0 0,-1 1 0,-4 0 0,2-1 0,-3 1 0,3-1 0,0 0 0,1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2:03.9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60 181 24575,'4'3'0,"0"0"0,-1-1 0,-1 0 0,0-1 0,-1 0 0,1 0 0,-1-1 0,0 1 0,1-1 0,-1 0 0,0 1 0,0-1 0,2 1 0,0-1 0,1 1 0,0-1 0,-1 0 0,-1 0 0,0 0 0,0 0 0,0 0 0,-1 0 0,0 0 0,1-1 0,-2 0 0,1-1 0,-1 0 0,0 1 0,0 0 0,0-1 0,0 0 0,-1 0 0,1 0 0,0-1 0,0-1 0,0-1 0,-1 1 0,1 0 0,0 0 0,0 0 0,0 0 0,1-2 0,1 0 0,0-2 0,0 0 0,-1 1 0,1 1 0,-1 2 0,1 0 0,-1 1 0,0 1 0,0 0 0,0 1 0,0 0 0,0 0 0,0 0 0,1-1 0,0 0 0,0 0 0,0-1 0,1 0 0,0-1 0,-1 0 0,1 1 0,0-1 0,0 0 0,0 0 0,-1 1 0,-1 1 0,0 1 0,0 0 0,2-1 0,0 0 0,0 0 0,1 0 0,-1 1 0,0-1 0,-1 1 0,0 0 0,0 0 0,-1 0 0,0 0 0,1 1 0,-1 0 0,1-1 0,0 1 0,0 0 0,0-1 0,1 0 0,-1 1 0,1-1 0,0 0 0,0 0 0,-1 0 0,0 0 0,0 0 0,2 0 0,1-2 0,1 1 0,-1-1 0,-1 2 0,-1 0 0,0 0 0,-1 0 0,0 0 0,0 0 0,-1 1 0,1 0 0,0-1 0,1 1 0,-1-1 0,0 1 0,-7 0 0,3 0 0,-4 1 0,4-1 0,1 0 0,-1 1 0,-2 0 0,-1 0 0,0 1 0,-1 0 0,2-1 0,2-1 0,0 1 0,1-1 0,0 0 0,-1 0 0,0 0 0,-2 0 0,0 0 0,-1 0 0,1 0 0,2 0 0,-1 1 0,0-1 0,-1 0 0,2 1 0,0-1 0,0 0 0,1 0 0,4-1 0,1 0 0,5-1 0,-1 0 0,0 0 0,0 0 0,1 0 0,-2 1 0,-2 0 0,-2 0 0,-1 1 0,0-1 0,2 1 0,0-1 0,0 1 0,0-1 0,-1 1 0,-2 0 0,-3 3 0,0 2 0,-4 5 0,-1 1 0,1 0 0,0 0 0,0-2 0,1-2 0,1 0 0,1-2 0,1-1 0,1-1 0,0-1 0,0 1 0,-1 0 0,1 1 0,-1 1 0,0 1 0,-1 0 0,-1 2 0,0 1 0,-1-1 0,1-1 0,2-2 0,0-2 0,2-1 0,-1-1 0,0 0 0,-1 0 0,0 0 0,0 0 0,0 0 0,3-7 0,2-2 0,3-8 0,-2 1 0,0 4 0,-3 2 0,-1 5 0,-3 3 0,-6 2 0,-7 4 0,-7 2 0,-2 2 0,3 0 0,6-3 0,6-3 0,7-2 0,4-3 0,4-3 0,2-1 0,1-1 0,0 1 0,-1 2 0,-1 1 0,-1 0 0,-2 2 0,0-1 0,-1 1 0,0 0 0,0 0 0,0 1 0,-1-2 0,0 1 0,0 0 0,0-2 0,1 0 0,1-2 0,-1 1 0,-2 2 0,-3 4 0,-2 2 0,-2 2 0,0 0 0,0 0 0,3-3 0,1 0 0,1-2 0,0-1 0,-2 1 0,-1 0 0,-1 0 0,-3 1 0,-1 0 0,-1 0 0,0-1 0,2 1 0,1-1 0,1 0 0,0 0 0,1 0 0,3 0 0,2-2 0,4-1 0,3-1 0,3-1 0,2-1 0,2 0 0,2 0 0,-3 2 0,-2-1 0,-4 2 0,-3 1 0,0 0 0,-2 0 0,1-1 0,-1 0 0,0 1 0,0-1 0,0 0 0,0 1 0,0 0 0,0 0 0,-1 0 0,1-1 0,0 0 0,0 1 0,-1 0 0,0 0 0,0-1 0,0 1 0,0-1 0,-1 1 0,-3 1 0,-1 1 0,-2-1 0,0 1 0,0 0 0,3-1 0,1 1 0,2-1 0,0 0 0,-1 0 0,-1 1 0,-1-1 0,0 1 0,-1 0 0,0 0 0,0 0 0,2-1 0,1 1 0,1-1 0,0 1 0,0 2 0,0 3 0,-1 4 0,-1 2 0,0 1 0,0-2 0,0 0 0,1-1 0,1-3 0,0-2 0,1-1 0,0-2 0,0 0 0,0-1 0,1 0 0,-1 1 0,1 0 0,0 0 0,0 0 0,-1-1 0,1 1 0,-1 0 0,1 1 0,1 0 0,-1 0 0,1-1 0,-1-1 0,0 0 0,-1 0 0,1 1 0,-1 1 0,1 0 0,1 0 0,0-1 0,0 0 0,0-2 0,-1 0 0,1 0 0,-1 0 0,0 0 0,1-1 0,-1 1 0,0-1 0,0 1 0,1 0 0,-1 0 0,1 0 0,0 0 0,0 0 0,1 0 0,0 0 0,0 0 0,-1 0 0,0 1 0,-1-1 0,1 0 0,0 0 0,1 0 0,0 0 0,0 1 0,-1-1 0,0 0 0,-1 0 0,1 0 0,1 0 0,0 0 0,-1 1 0,0-1 0,-1 0 0,1 0 0,-1 0 0,1 1 0,2-1 0,0 0 0,0 0 0,-1 0 0,-2 0 0,-5 1 0,2-1 0,-3 0 0,2-1 0,1 1 0,-2-1 0,0 0 0,0 0 0,0 0 0,1 0 0,0 0 0,0 1 0,1-1 0,-1 0 0,1 0 0,0 1 0,1 0 0,0-1 0,-1 1 0,-1 0 0,-1 0 0,0-1 0,1 1 0,1 0 0,0-1 0,1 1 0,-1-1 0,1 1 0,-1-1 0,-1 1 0,-3-2 0,-1 1 0,-1-1 0,1 0 0,2 1 0,2 1 0,0 0 0,2 0 0,0 0 0,0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2:27.8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 24575,'4'-1'0,"0"0"0,-1 1 0,0 0 0,0-1 0,0 1 0,0-1 0,0 1 0,0 0 0,0 0 0,-1 0 0,0 0 0,0 0 0,-1 0 0,0 0 0,1 0 0,0-1 0,1 1 0,0 0 0,1 0 0,-1-1 0,-1 1 0,1 0 0,0 0 0,-1-1 0,0 1 0,0 0 0,-1 0 0,1 0 0,0 0 0,1 0 0,1-1 0,3 1 0,-1 0 0,0 0 0,-2 0 0,-1 0 0,-1 0 0,0-1 0,-1 1 0,1 0 0,-1 0 0,0 0 0,1 0 0,-1-1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2:15.6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0 616 24575,'28'-16'0,"-4"0"0,-2-3 0,-1-2 0,0-1 0,-3 3 0,-9 7 0,-1 2 0,-3 2 0,0 2 0,0-1 0,1 0 0,0-1 0,0 1 0,1-2 0,-1 1 0,4-5 0,-4 3 0,0 0 0,-1 2 0,-1 2 0,1-3 0,1 1 0,0 1 0,0-2 0,-1 3 0,0-1 0,3-1 0,-4 2 0,3-3 0,-3 3 0,2-2 0,0 0 0,-1 2 0,1-2 0,0 0 0,-2 2 0,2-3 0,-2 1 0,0 1 0,1-2 0,0 0 0,0 3 0,1-3 0,-2 3 0,1-1 0,0-2 0,-1 3 0,2-4 0,-3 3 0,1-2 0,0 1 0,-2 1 0,2-3 0,-1 2 0,1 0 0,0-1 0,-2 2 0,0-3 0,0 1 0,1 1 0,1-1 0,-2 1 0,0-1 0,0 0 0,-1 1 0,3-1 0,-1 1 0,-20 22 0,10-8 0,-15 18 0,18-17 0,2-3 0,1-2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2:17.2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2:20.2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2:21.6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2:34.3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2:34.9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2:35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2:36.2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2:36.8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 24575,'0'-3'0,"0"1"0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2:37.6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2:56.694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1 6 24575,'7'-3'0,"-2"2"0,-2-1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2:57.174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0 5 24575,'6'-2'0,"-3"1"0,0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2:59.642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1 403 24575,'2'-3'0,"1"-1"0,0 0 0,2-2 0,0-1 0,2-1 0,-1 0 0,-1 0 0,1 1 0,-1-1 0,0 0 0,-2 2 0,0 0 0,0 2 0,-2 1 0,1 0 0,0 1 0,-1 0 0,2-1 0,0 0 0,1-2 0,0 1 0,1-2 0,1 1 0,0-2 0,1-1 0,-2 2 0,-1 1 0,-2 2 0,-1 2 0,1-1 0,0 0 0,0 0 0,0 0 0,1-1 0,0 0 0,1 0 0,-2 0 0,1 1 0,-2-1 0,1 1 0,0 0 0,0 0 0,0-1 0,0 0 0,0 0 0,1-1 0,1-1 0,0 0 0,0 0 0,0 0 0,1 0 0,-1-1 0,0 1 0,1 0 0,-1 0 0,0 0 0,-1 1 0,0 0 0,0 1 0,0-1 0,0 1 0,0 0 0,-1 0 0,0 0 0,1 1 0,1-2 0,1 0 0,0-1 0,1 0 0,-1 0 0,1-1 0,0 0 0,-1 0 0,0 1 0,1-3 0,-3 4 0,2-2 0,-3 4 0,0 0 0,-1 1 0,1-1 0,-1 1 0,1 0 0,-1 0 0,0 0 0,1 0 0,0 1 0,1-2 0,0 1 0,0 0 0,-1-1 0,-1 1 0,1 0 0,-1 0 0,1 0 0,1-1 0,-1 0 0,1 0 0,0 0 0,-1 1 0,0-1 0,0 0 0,0 0 0,2 0 0,-1-1 0,0 1 0,-1 0 0,1 0 0,-1 0 0,1 0 0,0 0 0,-1 0 0,1 0 0,-2 0 0,0 1 0,0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1.205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318 1 24575,'-5'1'0,"1"1"0,1-1 0,0 0 0,-1 2 0,-1 0 0,1 0 0,-2 1 0,0 2 0,-3 2 0,-2 1 0,-1 2 0,0 0 0,1 0 0,3-2 0,2-1 0,2-3 0,2-1 0,-1 1 0,0-1 0,1 0 0,1-1 0,0 0 0,0-1 0,0 1 0,0 0 0,0 1 0,0 1 0,-1 2 0,0 0 0,-2 1 0,0 0 0,-1 0 0,0 0 0,-1 0 0,-1 1 0,0-2 0,-1 1 0,-1-1 0,0 0 0,0 0 0,1-1 0,1 0 0,2-2 0,1-1 0,0 0 0,0-1 0,0 0 0,0-1 0,0 0 0,0 0 0,1 0 0,1 0 0,1 0 0,0 0 0,0 0 0,0-1 0,0 2 0,-1-1 0,0 1 0,0 0 0,-2 1 0,0 0 0,0 0 0,-1 0 0,1-1 0,0 1 0,1-1 0,1-1 0,1 0 0,0 0 0,0 0 0,0 1 0,-1-1 0,0 1 0,0 1 0,-1 1 0,1-1 0,1-1 0,0 0 0,1-1 0,1-1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2.036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1 3 24575,'3'-1'0,"0"-1"0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2.949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1 8 24575,'2'-3'0,"0"0"0,-1 2 0,-1 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3.369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0 9 24575,'3'-4'0,"-2"0"0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3.750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0 18 24575,'3'-9'0,"-2"4"0,0 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4.003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0 0 24575,'0'0'0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4.514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1 7 24575,'2'-4'0,"-1"1"0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5.043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1 9 24575,'9'-3'0,"1"0"0,-4 2 0,0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5.367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1 8 24575,'10'-3'0,"-5"1"0,1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6.297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1 1 24575,'0'0'0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6.617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22 1 24575,'-11'1'0,"5"0"0,2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6.818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0 0 24575,'0'0'0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7.180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0 16 24575,'6'-3'0,"1"-2"0,2 2 0,-2 0 0,-3 2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7.393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1 12 24575,'6'-3'0,"0"0"0,2 1 0,-4 0 0,1 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7.925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0 24 24575,'12'-8'0,"-1"0"0,-6 4 0,0 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8.351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59 1 24575,'-14'1'0,"-7"3"0,11-2 0,-4 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08.858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0 14 24575,'22'-7'0,"-11"4"0,1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11.019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1 0 24575,'0'0'0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11.539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1 1 24575,'0'0'0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12.273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0 1 24575,'0'0'0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12.807"/>
    </inkml:context>
    <inkml:brush xml:id="br0">
      <inkml:brushProperty name="width" value="0.05" units="cm"/>
      <inkml:brushProperty name="height" value="0.05" units="cm"/>
      <inkml:brushProperty name="color" value="#C4803D"/>
    </inkml:brush>
  </inkml:definitions>
  <inkml:trace contextRef="#ctx0" brushRef="#br0">1 1 24575,'0'0'0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26.493"/>
    </inkml:context>
    <inkml:brush xml:id="br0">
      <inkml:brushProperty name="width" value="0.05" units="cm"/>
      <inkml:brushProperty name="height" value="0.05" units="cm"/>
      <inkml:brushProperty name="color" value="#AA7E57"/>
    </inkml:brush>
  </inkml:definitions>
  <inkml:trace contextRef="#ctx0" brushRef="#br0">1 0 24575,'4'0'0,"0"0"0,-2 0 0,3 1 0,-1-1 0,-1 0 0,1 0 0,-2 0 0,1 0 0,-2 0 0,1 0 0,-1 0 0,1 0 0,0 0 0,1 1 0,-1-1 0,0 0 0,0 0 0,1 0 0,-1 0 0,1 0 0,0 0 0,-1 0 0,0 0 0,0 0 0,0 0 0,0 0 0,-1 0 0,0 0 0,1 0 0,0 0 0,0 0 0,1 0 0,-1 0 0,1 0 0,1 0 0,-1 0 0,1 0 0,0 0 0,-2 1 0,1-1 0,-1 0 0,0 0 0,1 0 0,0 0 0,-1 0 0,-1 0 0,1 0 0,-1 0 0,1 0 0,0 0 0,-1 0 0,1 0 0,-1 0 0,1 0 0,-1 0 0,1 0 0,1 0 0,-1 0 0,2 0 0,0 0 0,1 0 0,-1 0 0,-1 0 0,0 0 0,-2 0 0,1 0 0,0 0 0,-1 0 0,1 0 0,1 0 0,0 0 0,0 0 0,0 0 0,0 0 0,0 0 0,0 0 0,0 0 0,1 0 0,1 0 0,1 0 0,-1-1 0,1 1 0,-2 0 0,0 0 0,-1 0 0,0 0 0,0 0 0,0 0 0,0 0 0,-2 1 0,1-1 0,0 0 0,1 0 0,1 0 0,0 0 0,0 0 0,0 0 0,1 0 0,-2 0 0,0 0 0,-2 0 0,0 0 0,0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27.215"/>
    </inkml:context>
    <inkml:brush xml:id="br0">
      <inkml:brushProperty name="width" value="0.05" units="cm"/>
      <inkml:brushProperty name="height" value="0.05" units="cm"/>
      <inkml:brushProperty name="color" value="#AA7E57"/>
    </inkml:brush>
  </inkml:definitions>
  <inkml:trace contextRef="#ctx0" brushRef="#br0">8 1 24575,'-4'0'0,"0"0"0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27.973"/>
    </inkml:context>
    <inkml:brush xml:id="br0">
      <inkml:brushProperty name="width" value="0.05" units="cm"/>
      <inkml:brushProperty name="height" value="0.05" units="cm"/>
      <inkml:brushProperty name="color" value="#AA7E57"/>
    </inkml:brush>
  </inkml:definitions>
  <inkml:trace contextRef="#ctx0" brushRef="#br0">0 11 24575,'5'-5'0,"-1"1"0,-3 3 0,0 0 0,-1 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28.880"/>
    </inkml:context>
    <inkml:brush xml:id="br0">
      <inkml:brushProperty name="width" value="0.05" units="cm"/>
      <inkml:brushProperty name="height" value="0.05" units="cm"/>
      <inkml:brushProperty name="color" value="#AA7E57"/>
    </inkml:brush>
  </inkml:definitions>
  <inkml:trace contextRef="#ctx0" brushRef="#br0">1 0 24575,'0'0'0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30.013"/>
    </inkml:context>
    <inkml:brush xml:id="br0">
      <inkml:brushProperty name="width" value="0.05" units="cm"/>
      <inkml:brushProperty name="height" value="0.05" units="cm"/>
      <inkml:brushProperty name="color" value="#AA7E57"/>
    </inkml:brush>
  </inkml:definitions>
  <inkml:trace contextRef="#ctx0" brushRef="#br0">1 0 24575,'0'0'0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46.686"/>
    </inkml:context>
    <inkml:brush xml:id="br0">
      <inkml:brushProperty name="width" value="0.05" units="cm"/>
      <inkml:brushProperty name="height" value="0.05" units="cm"/>
      <inkml:brushProperty name="color" value="#EACEA7"/>
    </inkml:brush>
  </inkml:definitions>
  <inkml:trace contextRef="#ctx0" brushRef="#br0">1 522 24575,'1'-3'0,"1"0"0,-2 2 0,1-1 0,0 0 0,0 0 0,0 0 0,1-1 0,0 0 0,0-1 0,1-1 0,1-1 0,1 0 0,-1 0 0,0-1 0,0 0 0,0 1 0,-1 1 0,-1-1 0,1 1 0,0 0 0,0 0 0,1-1 0,0 1 0,-1 0 0,1-1 0,0 1 0,0-2 0,0 1 0,0-1 0,1 0 0,-1 1 0,1-1 0,-1 1 0,1 0 0,0 0 0,0-1 0,0 1 0,0 0 0,0 1 0,-1 1 0,1-1 0,1-1 0,1 0 0,1-2 0,1-2 0,2-1 0,0-1 0,0-3 0,0 1 0,-3 3 0,-2 1 0,-2 5 0,-1 1 0,-1 2 0,0 0 0,0 0 0,1 0 0,-1 0 0,1 0 0,0 0 0,0 0 0,1-1 0,1-1 0,0 0 0,1 0 0,-1-1 0,0 1 0,0-1 0,1 0 0,-2 1 0,-1 1 0,0 0 0,-1 0 0,2 0 0,0-1 0,1 0 0,0-1 0,1 1 0,0-2 0,2-1 0,-1 0 0,1 0 0,-3 1 0,0 1 0,-2 1 0,-1 2 0,-1 1 0,0 0 0,1-1 0,-1 0 0,1 0 0,1-1 0,-2 0 0,1 1 0,-2 0 0,0 0 0,0 1 0,0 0 0,-1 0 0,1 0 0,-1-1 0,0 1 0,1 0 0,0-1 0,1 2 0,1-1 0,-1 0 0,0 0 0,0 0 0,0 0 0,0-1 0,-7 2 0,-2 1 0,-7 0 0,-2 2 0,0-1 0,2-1 0,4 1 0,5-2 0,5 0 0,6-3 0,0 2 0,3-2 0,-4 2 0,1-1 0,-1 1 0,-1 0 0,0 0 0,-1 0 0,-1 1 0,1-1 0,2-1 0,-1 1 0,0-1 0,-1 2 0,0-1 0,0 1 0,0-1 0,2-1 0,0 0 0,2 0 0,-1 0 0,1 1 0,-2-1 0,0 0 0,-1 0 0,-1 1 0,-1 1 0,0 0 0,1 0 0,-1-1 0,3 1 0,1-1 0,1 0 0,-1 0 0,0 0 0,-4 0 0,0 1 0,-5 2 0,0-2 0,-3 2 0,1-1 0,0 1 0,-2 1 0,0 0 0,-1 0 0,2 0 0,0 0 0,2-1 0,1-1 0,1 1 0,0 0 0,-1 0 0,-2 1 0,-1 1 0,-1 0 0,2-1 0,2-1 0,2 0 0,0-1 0,-3 2 0,0 0 0,0 1 0,2-2 0,0 0 0,1-1 0,0 0 0,1 0 0,-1 1 0,1-2 0,0 1 0,-1 1 0,0-1 0,0 2 0,0 0 0,1 0 0,0-1 0,1 0 0,1 0 0,0-1 0,2 0 0,4 0 0,1 0 0,1-1 0,-1 1 0,-2-1 0,-2 0 0,-2 0 0,0 0 0,-1 0 0,1 0 0,-8 4 0,-2 0 0,-10 4 0,2-2 0,-1 0 0,5-1 0,5-3 0,3-1 0,6 0 0,2-1 0,1 1 0,-1-1 0,-2 0 0,-8 5 0,-1 0 0,-7 6 0,2-3 0,3 0 0,3-3 0,3-2 0,3-2 0,3 0 0,1-1 0,0-1 0,-1 1 0,-1 0 0,-4 4 0,0-1 0,-1 3 0,1-1 0,1-2 0,0 0 0,-1-1 0,-1 1 0,-2 0 0,-1 1 0,-2 1 0,0 1 0,2 0 0,0-1 0,3-1 0,0-1 0,1-1 0,1 0 0,0 0 0,0 0 0,1-1 0,0 1 0,0-1 0,-1 1 0,0 0 0,0 1 0,-2 2 0,1-1 0,-1 2 0,-1 0 0,0 1 0,-1 0 0,-1 1 0,0 1 0,0-1 0,1-1 0,2-1 0,-1 0 0,1 0 0,0 0 0,0 0 0,-1 0 0,0 1 0,-1 1 0,0 1 0,-2 0 0,0 1 0,-2 0 0,-2 2 0,0 0 0,1-2 0,3-3 0,3-4 0,5-3 0,4-3 0,5-5 0,3-2 0,2-2 0,-2 3 0,-3 2 0,-3 3 0,-5 1 0,0 1 0,0 0 0,-1 1 0,0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48.356"/>
    </inkml:context>
    <inkml:brush xml:id="br0">
      <inkml:brushProperty name="width" value="0.05" units="cm"/>
      <inkml:brushProperty name="height" value="0.05" units="cm"/>
      <inkml:brushProperty name="color" value="#EACEA7"/>
    </inkml:brush>
  </inkml:definitions>
  <inkml:trace contextRef="#ctx0" brushRef="#br0">0 295 24575,'5'-2'0,"1"-2"0,-3 1 0,1-1 0,-1 0 0,0 0 0,-1 2 0,0-1 0,-1 1 0,1-1 0,-1 0 0,1 1 0,1-2 0,0-1 0,1 0 0,0-1 0,0 0 0,0 1 0,0-1 0,0 0 0,1 0 0,-1-1 0,0 0 0,0 0 0,0 1 0,-1-1 0,0 2 0,-1 1 0,0 0 0,-1 1 0,1 0 0,0 0 0,0 0 0,0 0 0,0 1 0,1-2 0,0 1 0,0-1 0,0 0 0,0 1 0,0-1 0,0 1 0,-1 0 0,1-1 0,-1 1 0,1 0 0,0-1 0,0 0 0,0 0 0,0 0 0,0 0 0,1-2 0,0 1 0,0 0 0,1-1 0,0 1 0,1-1 0,1 0 0,-1 0 0,-1 0 0,0 1 0,0 0 0,0 0 0,2 0 0,0 0 0,1 1 0,-2 0 0,-1 2 0,-3 1 0,-1 1 0,-1 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3:51.567"/>
    </inkml:context>
    <inkml:brush xml:id="br0">
      <inkml:brushProperty name="width" value="0.05" units="cm"/>
      <inkml:brushProperty name="height" value="0.05" units="cm"/>
      <inkml:brushProperty name="color" value="#EACEA7"/>
    </inkml:brush>
  </inkml:definitions>
  <inkml:trace contextRef="#ctx0" brushRef="#br0">123 48 24575,'-5'2'0,"0"1"0,0-1 0,-1 1 0,-2 0 0,2 0 0,0 0 0,3-2 0,0 0 0,1 0 0,0 0 0,1 0 0,-1-1 0,1 0 0,-1 2 0,-1-1 0,0 1 0,0 0 0,0 0 0,1-2 0,2 1 0,5-4 0,-1 1 0,4-2 0,-4 2 0,-1 0 0,0 0 0,0 1 0,-2 0 0,0 1 0,0-1 0,1 1 0,0-2 0,2 1 0,0 0 0,0-1 0,0 1 0,-1 0 0,0 0 0,0 0 0,-1 0 0,0 1 0,0-1 0,0 0 0,-1 1 0,1-1 0,0 1 0,1 0 0,-1-1 0,1 1 0,0 0 0,1 0 0,0-1 0,1 1 0,-1 0 0,0 0 0,-1 0 0,-1-1 0,-1 1 0,0 0 0,1 0 0,1-1 0,1 1 0,1-1 0,-2 1 0,0 0 0,-1 0 0,-6 1 0,1 0 0,-5 1 0,3-1 0,-1 0 0,1-1 0,0 1 0,1-1 0,-1 0 0,0 1 0,1-1 0,0 1 0,-1 0 0,0-1 0,0 1 0,0-1 0,1 0 0,1 0 0,2-1 0,0-1 0,1-2 0,1-3 0,1-2 0,1-1 0,-1 1 0,0 2 0,-2 4 0,0 1 0,-1 1 0,0 0 0,-2 2 0,-1 0 0,-1 1 0,-1 1 0,0 1 0,0 1 0,-1 0 0,1-1 0,1-1 0,2 0 0,0-1 0,0 0 0,0 1 0,0-1 0,-1 1 0,0 0 0,-2 0 0,1 1 0,0-1 0,2-1 0,0 0 0,0 0 0,2-1 0,0 0 0,0-1 0,0 1 0,0 0 0,0 0 0,4-2 0,-1 1 0,2-1 0,-8 4 0,2 0 0,-4 1 0,4-2 0,1-1 0,1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4:07.294"/>
    </inkml:context>
    <inkml:brush xml:id="br0">
      <inkml:brushProperty name="width" value="0.05" units="cm"/>
      <inkml:brushProperty name="height" value="0.05" units="cm"/>
      <inkml:brushProperty name="color" value="#CD9256"/>
    </inkml:brush>
  </inkml:definitions>
  <inkml:trace contextRef="#ctx0" brushRef="#br0">1 22 24575,'7'-1'0,"0"0"0,2-1 0,0 0 0,1 0 0,0 1 0,-2-1 0,1 1 0,-2 0 0,0 1 0,-1-1 0,-1 1 0,-1 0 0,1-1 0,1 1 0,0-1 0,0 1 0,-1 0 0,0 0 0,0-1 0,-1 1 0,-1 0 0,-1 0 0,0 0 0,0 0 0,1 0 0,-1 0 0,1 0 0,0 0 0,1 0 0,-1 0 0,0 0 0,0 0 0,-2 0 0,1 0 0,0 0 0,1 0 0,1 0 0,0 0 0,0 0 0,-1 0 0,0 0 0,-1 0 0,1 0 0,-1-1 0,-1 1 0,1 0 0,1 0 0,3-1 0,4 0 0,-3 0 0,-1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8T15:54:09.309"/>
    </inkml:context>
    <inkml:brush xml:id="br0">
      <inkml:brushProperty name="width" value="0.05" units="cm"/>
      <inkml:brushProperty name="height" value="0.05" units="cm"/>
      <inkml:brushProperty name="color" value="#CD9256"/>
    </inkml:brush>
  </inkml:definitions>
  <inkml:trace contextRef="#ctx0" brushRef="#br0">1 17 24575,'8'-1'0,"0"0"0,5 0 0,0 0 0,-1 0 0,0 0 0,-5 1 0,-2 0 0,-2-1 0,0 1 0,-1 0 0,0 0 0,3 0 0,0 0 0,1-1 0,0 1 0,0 0 0,-1 0 0,1 0 0,0-1 0,2 1 0,0-1 0,-1 1 0,1-1 0,-1 0 0,-1 1 0,0-1 0,-1 0 0,-1 0 0,-1 0 0,-2 1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06506-E9F4-9844-9E86-92FF58AFB3D5}" type="datetimeFigureOut">
              <a:rPr lang="en-001" smtClean="0"/>
              <a:t>09/02/2025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EBD99-4F67-0548-934C-2035BCD9D866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614794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4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305755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5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854173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6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315594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7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7492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8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212705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9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004651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10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117175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11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469864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12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617447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13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987665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14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5637114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35555-AA1E-C133-5327-B30E890F6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74DF37-7070-6492-B1C9-071149A72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72DB5-130B-70B3-9414-96E346DE1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1DE38-4AAA-B6E9-0113-5A844AC53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15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463429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16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65653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66A5F-DDFA-5F70-387C-32CE62FF3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DDC06-FA28-2625-292C-E411E0D9C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493F0-8870-C984-5958-C5A61EF46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7FCBD-0577-5F40-28F0-4416A578D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17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4352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18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636074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19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1545932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20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6520525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21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3985573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22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443991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23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3636122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24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706977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25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1147410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26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2448283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27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8737673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28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28721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29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5081441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EBC9B-4E57-7A3D-A33E-82FB207F1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E202E-536B-AD55-FCDC-CB7C232A2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ED18F-70B5-4EFB-F604-88A621C16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F1DBF-83B6-2EBD-8A15-0BD8AD070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EBD99-4F67-0548-934C-2035BCD9D866}" type="slidenum">
              <a:rPr lang="en-001" smtClean="0"/>
              <a:t>30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810696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C35C-6CC2-4536-6D65-B642D555D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E9127-806D-6C31-719F-9BBFEA389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B34E2-68D5-949E-E99A-19438453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31B58-9D27-D646-84E8-3AE6A6990522}" type="datetimeFigureOut">
              <a:rPr lang="en-001" smtClean="0"/>
              <a:t>09/02/2025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DFFB9-49ED-D545-0BA5-6375E334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7C644-E17E-E71A-1E89-2F953B2D4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DDBE-6C19-FA49-9F89-2F0676B83E6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637000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288F9-7C34-5CB4-DB52-CE3D3130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B0837-E7EB-E2A5-B0C4-3005C8C0D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9461C-7F06-6BF4-9DDE-7B06869E0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31B58-9D27-D646-84E8-3AE6A6990522}" type="datetimeFigureOut">
              <a:rPr lang="en-001" smtClean="0"/>
              <a:t>09/02/2025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7A009-BE74-2B63-052F-DAAEA660D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FD5BE-5538-C429-3171-D35E74095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DDBE-6C19-FA49-9F89-2F0676B83E6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89472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3A90-0E20-401D-3935-217D160F1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0CA2D-2EF8-ABB7-6C76-82669B1D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776B8-9828-C546-8C80-3E0BAD30F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31B58-9D27-D646-84E8-3AE6A6990522}" type="datetimeFigureOut">
              <a:rPr lang="en-001" smtClean="0"/>
              <a:t>09/02/2025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04227-DBF4-C85E-A531-2CA1B7247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FB6DC-4688-C8CC-AFA1-6710E743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DDBE-6C19-FA49-9F89-2F0676B83E6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525139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D42C-56D4-8420-4987-3B21FBAA6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2BAD0-0875-9A20-1D80-D40E5E3D7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17007-27B7-88FE-A231-5674071BC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2041A-DC15-22FC-529E-29A2D0CAB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31B58-9D27-D646-84E8-3AE6A6990522}" type="datetimeFigureOut">
              <a:rPr lang="en-001" smtClean="0"/>
              <a:t>09/02/2025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6884E-1B6F-DF7F-0DF1-7422C773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4A584-F053-94BE-500A-64B263730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DDBE-6C19-FA49-9F89-2F0676B83E6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885606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6EF16-D2A4-C458-7FDF-6234DD08C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96EF4-A141-A00B-50D7-D832DE9E2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9A5DD-069B-2F14-8E61-54C717520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D841D-CB1E-6618-41FE-9747383174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B4DBDE-2E79-8F41-0E9A-94E31BBC7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FBC733-DA2C-6F65-118F-69141E1B4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31B58-9D27-D646-84E8-3AE6A6990522}" type="datetimeFigureOut">
              <a:rPr lang="en-001" smtClean="0"/>
              <a:t>09/02/2025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75E9D3-DE87-5BEF-6724-3F8B6BAB9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BA3B76-AA87-FB44-5B2E-37567F15B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DDBE-6C19-FA49-9F89-2F0676B83E6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643448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1AB7-DDF5-B42A-3E98-0039EA50F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33905A-DAA7-CCB5-009E-3190258C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31B58-9D27-D646-84E8-3AE6A6990522}" type="datetimeFigureOut">
              <a:rPr lang="en-001" smtClean="0"/>
              <a:t>09/02/2025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4AD3EF-F7B8-0236-02A5-2FD3BEBE7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F27DC-1081-AD0C-4D92-E712B86D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DDBE-6C19-FA49-9F89-2F0676B83E6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237615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E59F98-1BCE-34B6-5A3D-C8489E140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31B58-9D27-D646-84E8-3AE6A6990522}" type="datetimeFigureOut">
              <a:rPr lang="en-001" smtClean="0"/>
              <a:t>09/02/2025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F756D4-612D-3DCB-6422-343E12FD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BD110-5655-4D4B-965A-310086B9E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DDBE-6C19-FA49-9F89-2F0676B83E6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729067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D05D6-C060-DD01-AAAF-BB45F9151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E9828-5098-6C3C-1277-B6267DB40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50630-3B48-AB2F-1B3C-7215A49BE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6DFBD-2A0F-8D1E-3250-BEB13BDA6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31B58-9D27-D646-84E8-3AE6A6990522}" type="datetimeFigureOut">
              <a:rPr lang="en-001" smtClean="0"/>
              <a:t>09/02/2025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734AA-1C63-EB17-305A-A54A1CBB9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20788-32BA-2371-811C-97BBEEFDD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DDBE-6C19-FA49-9F89-2F0676B83E6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121068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7E38-55A6-1AE1-84BF-52D5DB18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CCB5A9-D56E-89EA-058F-20F7FA07B1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9F2B4-5362-90E2-7C48-E0E9893B6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FD8B6-C822-5498-31F5-B8A0518C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31B58-9D27-D646-84E8-3AE6A6990522}" type="datetimeFigureOut">
              <a:rPr lang="en-001" smtClean="0"/>
              <a:t>09/02/2025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F8775-9CB1-7645-2415-A8CD309F7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95143-8E2E-2F0A-3DF5-D6C70FCF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DDBE-6C19-FA49-9F89-2F0676B83E6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0347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F5F20-4061-229C-82A8-46FCB3AC7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AE51D2-E84B-8C21-D839-AB0AD4E31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977A7-9A71-B8BB-7B18-DEA0CBA9B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31B58-9D27-D646-84E8-3AE6A6990522}" type="datetimeFigureOut">
              <a:rPr lang="en-001" smtClean="0"/>
              <a:t>09/02/2025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3E3CB-0EFD-7EB7-7513-CA2D7110B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EDE7A-A775-B3FF-250A-2F2A0F8F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DDBE-6C19-FA49-9F89-2F0676B83E6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17020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DD5D42-E489-1C63-8CE0-258CE3C19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F7630-1325-CEE7-6618-2DE875604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DF53A-A069-5850-758A-2AD1A3528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31B58-9D27-D646-84E8-3AE6A6990522}" type="datetimeFigureOut">
              <a:rPr lang="en-001" smtClean="0"/>
              <a:t>09/02/2025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CA99F-A7BD-D0B8-05B3-B3CDD805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C943F-F5A8-5870-4647-8E375F2A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3DDBE-6C19-FA49-9F89-2F0676B83E6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47467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0">
              <a:schemeClr val="accent4">
                <a:lumMod val="0"/>
                <a:lumOff val="100000"/>
              </a:schemeClr>
            </a:gs>
            <a:gs pos="80000">
              <a:srgbClr val="FFC000"/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E83C86-211A-CD5A-91CF-C6A4C114E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8EDD1-75B2-3E97-C6EB-04A468146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2F100-040F-C51E-615B-E106C58EE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31B58-9D27-D646-84E8-3AE6A6990522}" type="datetimeFigureOut">
              <a:rPr lang="en-001" smtClean="0"/>
              <a:t>09/02/2025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8695-0BDA-96CE-1118-F1B98C34E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1F832-C2CA-4489-D886-61B2EF567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D3DDBE-6C19-FA49-9F89-2F0676B83E6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69729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6.png"/><Relationship Id="rId21" Type="http://schemas.openxmlformats.org/officeDocument/2006/relationships/image" Target="../media/image22.png"/><Relationship Id="rId42" Type="http://schemas.openxmlformats.org/officeDocument/2006/relationships/customXml" Target="../ink/ink21.xml"/><Relationship Id="rId63" Type="http://schemas.openxmlformats.org/officeDocument/2006/relationships/image" Target="../media/image38.png"/><Relationship Id="rId84" Type="http://schemas.openxmlformats.org/officeDocument/2006/relationships/customXml" Target="../ink/ink48.xml"/><Relationship Id="rId138" Type="http://schemas.openxmlformats.org/officeDocument/2006/relationships/customXml" Target="../ink/ink82.xml"/><Relationship Id="rId107" Type="http://schemas.openxmlformats.org/officeDocument/2006/relationships/customXml" Target="../ink/ink63.xml"/><Relationship Id="rId11" Type="http://schemas.openxmlformats.org/officeDocument/2006/relationships/customXml" Target="../ink/ink4.xml"/><Relationship Id="rId32" Type="http://schemas.openxmlformats.org/officeDocument/2006/relationships/customXml" Target="../ink/ink16.xml"/><Relationship Id="rId53" Type="http://schemas.openxmlformats.org/officeDocument/2006/relationships/image" Target="../media/image34.png"/><Relationship Id="rId74" Type="http://schemas.openxmlformats.org/officeDocument/2006/relationships/customXml" Target="../ink/ink42.xml"/><Relationship Id="rId128" Type="http://schemas.openxmlformats.org/officeDocument/2006/relationships/customXml" Target="../ink/ink76.xml"/><Relationship Id="rId5" Type="http://schemas.openxmlformats.org/officeDocument/2006/relationships/customXml" Target="../ink/ink1.xml"/><Relationship Id="rId90" Type="http://schemas.openxmlformats.org/officeDocument/2006/relationships/image" Target="../media/image46.png"/><Relationship Id="rId95" Type="http://schemas.openxmlformats.org/officeDocument/2006/relationships/image" Target="../media/image48.png"/><Relationship Id="rId22" Type="http://schemas.openxmlformats.org/officeDocument/2006/relationships/customXml" Target="../ink/ink10.xml"/><Relationship Id="rId27" Type="http://schemas.openxmlformats.org/officeDocument/2006/relationships/image" Target="../media/image24.png"/><Relationship Id="rId43" Type="http://schemas.openxmlformats.org/officeDocument/2006/relationships/image" Target="../media/image32.png"/><Relationship Id="rId48" Type="http://schemas.openxmlformats.org/officeDocument/2006/relationships/customXml" Target="../ink/ink24.xml"/><Relationship Id="rId64" Type="http://schemas.openxmlformats.org/officeDocument/2006/relationships/customXml" Target="../ink/ink34.xml"/><Relationship Id="rId69" Type="http://schemas.openxmlformats.org/officeDocument/2006/relationships/customXml" Target="../ink/ink38.xml"/><Relationship Id="rId113" Type="http://schemas.openxmlformats.org/officeDocument/2006/relationships/customXml" Target="../ink/ink67.xml"/><Relationship Id="rId118" Type="http://schemas.openxmlformats.org/officeDocument/2006/relationships/customXml" Target="../ink/ink70.xml"/><Relationship Id="rId134" Type="http://schemas.openxmlformats.org/officeDocument/2006/relationships/customXml" Target="../ink/ink80.xml"/><Relationship Id="rId139" Type="http://schemas.openxmlformats.org/officeDocument/2006/relationships/customXml" Target="../ink/ink83.xml"/><Relationship Id="rId80" Type="http://schemas.openxmlformats.org/officeDocument/2006/relationships/customXml" Target="../ink/ink45.xml"/><Relationship Id="rId85" Type="http://schemas.openxmlformats.org/officeDocument/2006/relationships/image" Target="../media/image45.png"/><Relationship Id="rId12" Type="http://schemas.openxmlformats.org/officeDocument/2006/relationships/image" Target="../media/image18.png"/><Relationship Id="rId17" Type="http://schemas.openxmlformats.org/officeDocument/2006/relationships/customXml" Target="../ink/ink7.xml"/><Relationship Id="rId33" Type="http://schemas.openxmlformats.org/officeDocument/2006/relationships/image" Target="../media/image27.png"/><Relationship Id="rId38" Type="http://schemas.openxmlformats.org/officeDocument/2006/relationships/customXml" Target="../ink/ink19.xml"/><Relationship Id="rId59" Type="http://schemas.openxmlformats.org/officeDocument/2006/relationships/customXml" Target="../ink/ink31.xml"/><Relationship Id="rId103" Type="http://schemas.openxmlformats.org/officeDocument/2006/relationships/customXml" Target="../ink/ink61.xml"/><Relationship Id="rId108" Type="http://schemas.openxmlformats.org/officeDocument/2006/relationships/customXml" Target="../ink/ink64.xml"/><Relationship Id="rId124" Type="http://schemas.openxmlformats.org/officeDocument/2006/relationships/customXml" Target="../ink/ink73.xml"/><Relationship Id="rId129" Type="http://schemas.openxmlformats.org/officeDocument/2006/relationships/customXml" Target="../ink/ink77.xml"/><Relationship Id="rId54" Type="http://schemas.openxmlformats.org/officeDocument/2006/relationships/customXml" Target="../ink/ink28.xml"/><Relationship Id="rId70" Type="http://schemas.openxmlformats.org/officeDocument/2006/relationships/customXml" Target="../ink/ink39.xml"/><Relationship Id="rId75" Type="http://schemas.openxmlformats.org/officeDocument/2006/relationships/image" Target="../media/image41.png"/><Relationship Id="rId91" Type="http://schemas.openxmlformats.org/officeDocument/2006/relationships/customXml" Target="../ink/ink53.xml"/><Relationship Id="rId96" Type="http://schemas.openxmlformats.org/officeDocument/2006/relationships/customXml" Target="../ink/ink56.xml"/><Relationship Id="rId140" Type="http://schemas.openxmlformats.org/officeDocument/2006/relationships/image" Target="../media/image65.png"/><Relationship Id="rId145" Type="http://schemas.openxmlformats.org/officeDocument/2006/relationships/customXml" Target="../ink/ink8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customXml" Target="../ink/ink14.xml"/><Relationship Id="rId49" Type="http://schemas.openxmlformats.org/officeDocument/2006/relationships/image" Target="../media/image330.png"/><Relationship Id="rId114" Type="http://schemas.openxmlformats.org/officeDocument/2006/relationships/image" Target="../media/image55.png"/><Relationship Id="rId119" Type="http://schemas.openxmlformats.org/officeDocument/2006/relationships/image" Target="../media/image57.png"/><Relationship Id="rId44" Type="http://schemas.openxmlformats.org/officeDocument/2006/relationships/customXml" Target="../ink/ink22.xml"/><Relationship Id="rId60" Type="http://schemas.openxmlformats.org/officeDocument/2006/relationships/customXml" Target="../ink/ink32.xml"/><Relationship Id="rId65" Type="http://schemas.openxmlformats.org/officeDocument/2006/relationships/customXml" Target="../ink/ink35.xml"/><Relationship Id="rId81" Type="http://schemas.openxmlformats.org/officeDocument/2006/relationships/image" Target="../media/image44.png"/><Relationship Id="rId86" Type="http://schemas.openxmlformats.org/officeDocument/2006/relationships/customXml" Target="../ink/ink49.xml"/><Relationship Id="rId130" Type="http://schemas.openxmlformats.org/officeDocument/2006/relationships/customXml" Target="../ink/ink78.xml"/><Relationship Id="rId135" Type="http://schemas.openxmlformats.org/officeDocument/2006/relationships/image" Target="../media/image63.png"/><Relationship Id="rId13" Type="http://schemas.openxmlformats.org/officeDocument/2006/relationships/customXml" Target="../ink/ink5.xml"/><Relationship Id="rId18" Type="http://schemas.openxmlformats.org/officeDocument/2006/relationships/image" Target="../media/image21.png"/><Relationship Id="rId39" Type="http://schemas.openxmlformats.org/officeDocument/2006/relationships/image" Target="../media/image30.png"/><Relationship Id="rId109" Type="http://schemas.openxmlformats.org/officeDocument/2006/relationships/image" Target="../media/image53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35.png"/><Relationship Id="rId76" Type="http://schemas.openxmlformats.org/officeDocument/2006/relationships/customXml" Target="../ink/ink43.xml"/><Relationship Id="rId97" Type="http://schemas.openxmlformats.org/officeDocument/2006/relationships/image" Target="../media/image49.png"/><Relationship Id="rId104" Type="http://schemas.openxmlformats.org/officeDocument/2006/relationships/image" Target="../media/image51.png"/><Relationship Id="rId120" Type="http://schemas.openxmlformats.org/officeDocument/2006/relationships/customXml" Target="../ink/ink71.xml"/><Relationship Id="rId125" Type="http://schemas.openxmlformats.org/officeDocument/2006/relationships/image" Target="../media/image60.png"/><Relationship Id="rId141" Type="http://schemas.openxmlformats.org/officeDocument/2006/relationships/customXml" Target="../ink/ink84.xml"/><Relationship Id="rId146" Type="http://schemas.openxmlformats.org/officeDocument/2006/relationships/image" Target="../media/image68.png"/><Relationship Id="rId7" Type="http://schemas.openxmlformats.org/officeDocument/2006/relationships/customXml" Target="../ink/ink2.xml"/><Relationship Id="rId71" Type="http://schemas.openxmlformats.org/officeDocument/2006/relationships/customXml" Target="../ink/ink40.xml"/><Relationship Id="rId92" Type="http://schemas.openxmlformats.org/officeDocument/2006/relationships/customXml" Target="../ink/ink54.xml"/><Relationship Id="rId2" Type="http://schemas.openxmlformats.org/officeDocument/2006/relationships/notesSlide" Target="../notesSlides/notesSlide11.xml"/><Relationship Id="rId29" Type="http://schemas.openxmlformats.org/officeDocument/2006/relationships/image" Target="../media/image25.png"/><Relationship Id="rId24" Type="http://schemas.openxmlformats.org/officeDocument/2006/relationships/customXml" Target="../ink/ink11.xml"/><Relationship Id="rId40" Type="http://schemas.openxmlformats.org/officeDocument/2006/relationships/customXml" Target="../ink/ink20.xml"/><Relationship Id="rId45" Type="http://schemas.openxmlformats.org/officeDocument/2006/relationships/image" Target="../media/image33.png"/><Relationship Id="rId66" Type="http://schemas.openxmlformats.org/officeDocument/2006/relationships/customXml" Target="../ink/ink36.xml"/><Relationship Id="rId87" Type="http://schemas.openxmlformats.org/officeDocument/2006/relationships/customXml" Target="../ink/ink50.xml"/><Relationship Id="rId110" Type="http://schemas.openxmlformats.org/officeDocument/2006/relationships/customXml" Target="../ink/ink65.xml"/><Relationship Id="rId115" Type="http://schemas.openxmlformats.org/officeDocument/2006/relationships/customXml" Target="../ink/ink68.xml"/><Relationship Id="rId131" Type="http://schemas.openxmlformats.org/officeDocument/2006/relationships/image" Target="../media/image61.png"/><Relationship Id="rId136" Type="http://schemas.openxmlformats.org/officeDocument/2006/relationships/customXml" Target="../ink/ink81.xml"/><Relationship Id="rId61" Type="http://schemas.openxmlformats.org/officeDocument/2006/relationships/image" Target="../media/image37.png"/><Relationship Id="rId82" Type="http://schemas.openxmlformats.org/officeDocument/2006/relationships/customXml" Target="../ink/ink46.xml"/><Relationship Id="rId19" Type="http://schemas.openxmlformats.org/officeDocument/2006/relationships/customXml" Target="../ink/ink8.xml"/><Relationship Id="rId14" Type="http://schemas.openxmlformats.org/officeDocument/2006/relationships/image" Target="../media/image19.png"/><Relationship Id="rId30" Type="http://schemas.openxmlformats.org/officeDocument/2006/relationships/customXml" Target="../ink/ink15.xml"/><Relationship Id="rId35" Type="http://schemas.openxmlformats.org/officeDocument/2006/relationships/image" Target="../media/image28.png"/><Relationship Id="rId56" Type="http://schemas.openxmlformats.org/officeDocument/2006/relationships/customXml" Target="../ink/ink29.xml"/><Relationship Id="rId77" Type="http://schemas.openxmlformats.org/officeDocument/2006/relationships/image" Target="../media/image42.png"/><Relationship Id="rId100" Type="http://schemas.openxmlformats.org/officeDocument/2006/relationships/customXml" Target="../ink/ink58.xml"/><Relationship Id="rId105" Type="http://schemas.openxmlformats.org/officeDocument/2006/relationships/customXml" Target="../ink/ink62.xml"/><Relationship Id="rId126" Type="http://schemas.openxmlformats.org/officeDocument/2006/relationships/customXml" Target="../ink/ink74.xml"/><Relationship Id="rId147" Type="http://schemas.openxmlformats.org/officeDocument/2006/relationships/customXml" Target="../ink/ink87.xml"/><Relationship Id="rId8" Type="http://schemas.openxmlformats.org/officeDocument/2006/relationships/image" Target="../media/image16.png"/><Relationship Id="rId51" Type="http://schemas.openxmlformats.org/officeDocument/2006/relationships/customXml" Target="../ink/ink26.xml"/><Relationship Id="rId72" Type="http://schemas.openxmlformats.org/officeDocument/2006/relationships/customXml" Target="../ink/ink41.xml"/><Relationship Id="rId93" Type="http://schemas.openxmlformats.org/officeDocument/2006/relationships/image" Target="../media/image47.png"/><Relationship Id="rId98" Type="http://schemas.openxmlformats.org/officeDocument/2006/relationships/customXml" Target="../ink/ink57.xml"/><Relationship Id="rId121" Type="http://schemas.openxmlformats.org/officeDocument/2006/relationships/image" Target="../media/image58.png"/><Relationship Id="rId142" Type="http://schemas.openxmlformats.org/officeDocument/2006/relationships/image" Target="../media/image66.png"/><Relationship Id="rId3" Type="http://schemas.openxmlformats.org/officeDocument/2006/relationships/image" Target="../media/image1.png"/><Relationship Id="rId25" Type="http://schemas.openxmlformats.org/officeDocument/2006/relationships/customXml" Target="../ink/ink12.xml"/><Relationship Id="rId46" Type="http://schemas.openxmlformats.org/officeDocument/2006/relationships/customXml" Target="../ink/ink23.xml"/><Relationship Id="rId67" Type="http://schemas.openxmlformats.org/officeDocument/2006/relationships/customXml" Target="../ink/ink37.xml"/><Relationship Id="rId116" Type="http://schemas.openxmlformats.org/officeDocument/2006/relationships/customXml" Target="../ink/ink69.xml"/><Relationship Id="rId137" Type="http://schemas.openxmlformats.org/officeDocument/2006/relationships/image" Target="../media/image64.png"/><Relationship Id="rId20" Type="http://schemas.openxmlformats.org/officeDocument/2006/relationships/customXml" Target="../ink/ink9.xml"/><Relationship Id="rId41" Type="http://schemas.openxmlformats.org/officeDocument/2006/relationships/image" Target="../media/image31.png"/><Relationship Id="rId62" Type="http://schemas.openxmlformats.org/officeDocument/2006/relationships/customXml" Target="../ink/ink33.xml"/><Relationship Id="rId83" Type="http://schemas.openxmlformats.org/officeDocument/2006/relationships/customXml" Target="../ink/ink47.xml"/><Relationship Id="rId88" Type="http://schemas.openxmlformats.org/officeDocument/2006/relationships/customXml" Target="../ink/ink51.xml"/><Relationship Id="rId111" Type="http://schemas.openxmlformats.org/officeDocument/2006/relationships/image" Target="../media/image54.png"/><Relationship Id="rId132" Type="http://schemas.openxmlformats.org/officeDocument/2006/relationships/customXml" Target="../ink/ink79.xml"/><Relationship Id="rId15" Type="http://schemas.openxmlformats.org/officeDocument/2006/relationships/customXml" Target="../ink/ink6.xml"/><Relationship Id="rId36" Type="http://schemas.openxmlformats.org/officeDocument/2006/relationships/customXml" Target="../ink/ink18.xml"/><Relationship Id="rId57" Type="http://schemas.openxmlformats.org/officeDocument/2006/relationships/customXml" Target="../ink/ink30.xml"/><Relationship Id="rId106" Type="http://schemas.openxmlformats.org/officeDocument/2006/relationships/image" Target="../media/image52.png"/><Relationship Id="rId127" Type="http://schemas.openxmlformats.org/officeDocument/2006/relationships/customXml" Target="../ink/ink75.xml"/><Relationship Id="rId10" Type="http://schemas.openxmlformats.org/officeDocument/2006/relationships/image" Target="../media/image17.png"/><Relationship Id="rId31" Type="http://schemas.openxmlformats.org/officeDocument/2006/relationships/image" Target="../media/image26.png"/><Relationship Id="rId52" Type="http://schemas.openxmlformats.org/officeDocument/2006/relationships/customXml" Target="../ink/ink27.xml"/><Relationship Id="rId73" Type="http://schemas.openxmlformats.org/officeDocument/2006/relationships/image" Target="../media/image40.png"/><Relationship Id="rId78" Type="http://schemas.openxmlformats.org/officeDocument/2006/relationships/customXml" Target="../ink/ink44.xml"/><Relationship Id="rId94" Type="http://schemas.openxmlformats.org/officeDocument/2006/relationships/customXml" Target="../ink/ink55.xml"/><Relationship Id="rId99" Type="http://schemas.openxmlformats.org/officeDocument/2006/relationships/image" Target="../media/image50.png"/><Relationship Id="rId101" Type="http://schemas.openxmlformats.org/officeDocument/2006/relationships/customXml" Target="../ink/ink59.xml"/><Relationship Id="rId122" Type="http://schemas.openxmlformats.org/officeDocument/2006/relationships/customXml" Target="../ink/ink72.xml"/><Relationship Id="rId143" Type="http://schemas.openxmlformats.org/officeDocument/2006/relationships/customXml" Target="../ink/ink85.xml"/><Relationship Id="rId148" Type="http://schemas.openxmlformats.org/officeDocument/2006/relationships/image" Target="../media/image69.png"/><Relationship Id="rId4" Type="http://schemas.openxmlformats.org/officeDocument/2006/relationships/image" Target="../media/image14.png"/><Relationship Id="rId9" Type="http://schemas.openxmlformats.org/officeDocument/2006/relationships/customXml" Target="../ink/ink3.xml"/><Relationship Id="rId26" Type="http://schemas.openxmlformats.org/officeDocument/2006/relationships/customXml" Target="../ink/ink13.xml"/><Relationship Id="rId47" Type="http://schemas.openxmlformats.org/officeDocument/2006/relationships/image" Target="../media/image320.png"/><Relationship Id="rId68" Type="http://schemas.openxmlformats.org/officeDocument/2006/relationships/image" Target="../media/image39.png"/><Relationship Id="rId89" Type="http://schemas.openxmlformats.org/officeDocument/2006/relationships/customXml" Target="../ink/ink52.xml"/><Relationship Id="rId112" Type="http://schemas.openxmlformats.org/officeDocument/2006/relationships/customXml" Target="../ink/ink66.xml"/><Relationship Id="rId133" Type="http://schemas.openxmlformats.org/officeDocument/2006/relationships/image" Target="../media/image62.png"/><Relationship Id="rId16" Type="http://schemas.openxmlformats.org/officeDocument/2006/relationships/image" Target="../media/image20.png"/><Relationship Id="rId37" Type="http://schemas.openxmlformats.org/officeDocument/2006/relationships/image" Target="../media/image29.png"/><Relationship Id="rId58" Type="http://schemas.openxmlformats.org/officeDocument/2006/relationships/image" Target="../media/image36.png"/><Relationship Id="rId79" Type="http://schemas.openxmlformats.org/officeDocument/2006/relationships/image" Target="../media/image43.png"/><Relationship Id="rId102" Type="http://schemas.openxmlformats.org/officeDocument/2006/relationships/customXml" Target="../ink/ink60.xml"/><Relationship Id="rId123" Type="http://schemas.openxmlformats.org/officeDocument/2006/relationships/image" Target="../media/image59.png"/><Relationship Id="rId144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g"/><Relationship Id="rId3" Type="http://schemas.openxmlformats.org/officeDocument/2006/relationships/image" Target="../media/image1.png"/><Relationship Id="rId7" Type="http://schemas.openxmlformats.org/officeDocument/2006/relationships/image" Target="../media/image7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jpg"/><Relationship Id="rId5" Type="http://schemas.openxmlformats.org/officeDocument/2006/relationships/image" Target="../media/image70.png"/><Relationship Id="rId4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7.jpg"/><Relationship Id="rId4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microsoft.com/office/2007/relationships/media" Target="../media/media2.mov"/><Relationship Id="rId7" Type="http://schemas.openxmlformats.org/officeDocument/2006/relationships/image" Target="../media/image1.png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ov"/><Relationship Id="rId9" Type="http://schemas.openxmlformats.org/officeDocument/2006/relationships/image" Target="../media/image7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://ovid.visiblebody.com/atlas_17/?osptok=f81ef824960c2c1d7eddebb3a58cc2e5f45ccaced143f4dda9dcf026f983984dd659b401d32bda6e539a161c02617c76abbde71327f50bf1d55f4cbd83d976aa2ad192a2eb741606b5792873c61909af9fdc1a2eb2909178b197c35684b49008787a9b99d0b30508d44658bf4cf99e2c9602adf8ecc705960421789154851b55b280549fac8399d6dc511f3a775b06aec31031d0761d762e8376cb7aa292f1876500f5b331ab00db65280069d2ccceb295281635134d82f780b273debe30572a3e2e01708da473c0c7b6e1d7610d3c96970eb8750914df6534a82a41fabe98778060faacffeeeff057b2c3ee05143a29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8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jpg"/><Relationship Id="rId4" Type="http://schemas.openxmlformats.org/officeDocument/2006/relationships/image" Target="../media/image8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jpg"/><Relationship Id="rId3" Type="http://schemas.openxmlformats.org/officeDocument/2006/relationships/image" Target="../media/image1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jpg"/><Relationship Id="rId4" Type="http://schemas.openxmlformats.org/officeDocument/2006/relationships/image" Target="../media/image8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microsoft.com/office/2007/relationships/media" Target="../media/media4.mov"/><Relationship Id="rId7" Type="http://schemas.openxmlformats.org/officeDocument/2006/relationships/image" Target="../media/image1.png"/><Relationship Id="rId2" Type="http://schemas.openxmlformats.org/officeDocument/2006/relationships/video" Target="../media/media3.mov"/><Relationship Id="rId1" Type="http://schemas.microsoft.com/office/2007/relationships/media" Target="../media/media3.mov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4.mov"/><Relationship Id="rId9" Type="http://schemas.openxmlformats.org/officeDocument/2006/relationships/image" Target="../media/image9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microsoft.com/office/2007/relationships/media" Target="../media/media6.mov"/><Relationship Id="rId7" Type="http://schemas.openxmlformats.org/officeDocument/2006/relationships/image" Target="../media/image1.png"/><Relationship Id="rId2" Type="http://schemas.openxmlformats.org/officeDocument/2006/relationships/video" Target="../media/media5.mov"/><Relationship Id="rId1" Type="http://schemas.microsoft.com/office/2007/relationships/media" Target="../media/media5.mov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6.mov"/><Relationship Id="rId9" Type="http://schemas.openxmlformats.org/officeDocument/2006/relationships/image" Target="../media/image9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7.mov"/><Relationship Id="rId1" Type="http://schemas.microsoft.com/office/2007/relationships/media" Target="../media/media7.mov"/><Relationship Id="rId6" Type="http://schemas.openxmlformats.org/officeDocument/2006/relationships/image" Target="../media/image97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1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6.jpg"/><Relationship Id="rId4" Type="http://schemas.openxmlformats.org/officeDocument/2006/relationships/image" Target="../media/image10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5" Type="http://schemas.openxmlformats.org/officeDocument/2006/relationships/image" Target="../media/image108.jpg"/><Relationship Id="rId4" Type="http://schemas.openxmlformats.org/officeDocument/2006/relationships/image" Target="../media/image107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1.png"/><Relationship Id="rId4" Type="http://schemas.openxmlformats.org/officeDocument/2006/relationships/image" Target="../media/image110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684044-3F64-89C7-F9DB-87A95517E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20" y="6045200"/>
            <a:ext cx="1914173" cy="49124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A664258-A253-1DE2-AF29-AFE667651109}"/>
              </a:ext>
            </a:extLst>
          </p:cNvPr>
          <p:cNvSpPr txBox="1">
            <a:spLocks/>
          </p:cNvSpPr>
          <p:nvPr/>
        </p:nvSpPr>
        <p:spPr>
          <a:xfrm>
            <a:off x="859367" y="2068290"/>
            <a:ext cx="7766936" cy="18179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Shoulder Anatomy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E93855F-FA2B-99D3-EDF8-5577074F135B}"/>
              </a:ext>
            </a:extLst>
          </p:cNvPr>
          <p:cNvSpPr txBox="1">
            <a:spLocks/>
          </p:cNvSpPr>
          <p:nvPr/>
        </p:nvSpPr>
        <p:spPr>
          <a:xfrm>
            <a:off x="859367" y="3720778"/>
            <a:ext cx="7766936" cy="97679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GB" sz="2900" i="1" dirty="0">
                <a:latin typeface="Arial" panose="020B0604020202020204" pitchFamily="34" charset="0"/>
                <a:cs typeface="Arial" panose="020B0604020202020204" pitchFamily="34" charset="0"/>
              </a:rPr>
              <a:t>Mia Preece</a:t>
            </a: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GB" sz="2900" i="1" dirty="0">
                <a:latin typeface="Arial" panose="020B0604020202020204" pitchFamily="34" charset="0"/>
                <a:cs typeface="Arial" panose="020B0604020202020204" pitchFamily="34" charset="0"/>
              </a:rPr>
              <a:t>m.preece1@londonmet.ac.uk</a:t>
            </a:r>
          </a:p>
        </p:txBody>
      </p:sp>
    </p:spTree>
    <p:extLst>
      <p:ext uri="{BB962C8B-B14F-4D97-AF65-F5344CB8AC3E}">
        <p14:creationId xmlns:p14="http://schemas.microsoft.com/office/powerpoint/2010/main" val="4098241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77F6D3-48B8-3795-9242-96D1CF2E93BC}"/>
              </a:ext>
            </a:extLst>
          </p:cNvPr>
          <p:cNvSpPr/>
          <p:nvPr/>
        </p:nvSpPr>
        <p:spPr>
          <a:xfrm>
            <a:off x="622930" y="520700"/>
            <a:ext cx="2031370" cy="70676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C1FB9EC-C789-2330-E09E-4A8A39E9CA58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2479675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586A9B9-F891-2C9D-B431-A025F4786286}"/>
              </a:ext>
            </a:extLst>
          </p:cNvPr>
          <p:cNvSpPr/>
          <p:nvPr/>
        </p:nvSpPr>
        <p:spPr>
          <a:xfrm>
            <a:off x="622930" y="1688135"/>
            <a:ext cx="7720970" cy="4237177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AAED58-5E25-6F46-D1DB-F79F97881F10}"/>
              </a:ext>
            </a:extLst>
          </p:cNvPr>
          <p:cNvSpPr txBox="1"/>
          <p:nvPr/>
        </p:nvSpPr>
        <p:spPr>
          <a:xfrm>
            <a:off x="1360302" y="1962829"/>
            <a:ext cx="6481840" cy="2932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Bones and bony landmarks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Joints and their movements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Ligaments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Muscles</a:t>
            </a: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01C9EFCD-3887-18C6-98BE-1EB5DBA93A93}"/>
              </a:ext>
            </a:extLst>
          </p:cNvPr>
          <p:cNvSpPr/>
          <p:nvPr/>
        </p:nvSpPr>
        <p:spPr>
          <a:xfrm>
            <a:off x="1044921" y="2350698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3384C4D0-092F-7C81-B5F5-83EAC2ADBBBB}"/>
              </a:ext>
            </a:extLst>
          </p:cNvPr>
          <p:cNvSpPr/>
          <p:nvPr/>
        </p:nvSpPr>
        <p:spPr>
          <a:xfrm>
            <a:off x="1044921" y="3079763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78BC8C73-4820-6D04-1E7A-ACE6F04B1D52}"/>
              </a:ext>
            </a:extLst>
          </p:cNvPr>
          <p:cNvSpPr/>
          <p:nvPr/>
        </p:nvSpPr>
        <p:spPr>
          <a:xfrm>
            <a:off x="1044921" y="3808828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944BA953-1AE0-35B6-1797-48467B8557ED}"/>
              </a:ext>
            </a:extLst>
          </p:cNvPr>
          <p:cNvSpPr/>
          <p:nvPr/>
        </p:nvSpPr>
        <p:spPr>
          <a:xfrm>
            <a:off x="1044921" y="4518838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BFE7C5E-3B7A-45F3-E2E6-5C07AF03BEAD}"/>
              </a:ext>
            </a:extLst>
          </p:cNvPr>
          <p:cNvSpPr/>
          <p:nvPr/>
        </p:nvSpPr>
        <p:spPr>
          <a:xfrm>
            <a:off x="622930" y="520700"/>
            <a:ext cx="4037970" cy="70676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C07D074-6797-5203-7A0A-09295E062029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3882022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Shoulder Complex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420D063-AE9D-DFFA-8A27-46632D08AC17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DBC6B7-7C30-8B42-67A1-AD89A6D7D1CB}"/>
              </a:ext>
            </a:extLst>
          </p:cNvPr>
          <p:cNvSpPr txBox="1"/>
          <p:nvPr/>
        </p:nvSpPr>
        <p:spPr>
          <a:xfrm>
            <a:off x="1360302" y="2003420"/>
            <a:ext cx="6481840" cy="367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Comprises of three bones: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Humerus (upper arm)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Scapula (shoulder blade)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Clavicle (collarbone)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00000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Pentagon 19">
            <a:extLst>
              <a:ext uri="{FF2B5EF4-FFF2-40B4-BE49-F238E27FC236}">
                <a16:creationId xmlns:a16="http://schemas.microsoft.com/office/drawing/2014/main" id="{3136B54D-01ED-8200-DC1A-89D357CA767B}"/>
              </a:ext>
            </a:extLst>
          </p:cNvPr>
          <p:cNvSpPr/>
          <p:nvPr/>
        </p:nvSpPr>
        <p:spPr>
          <a:xfrm>
            <a:off x="1044921" y="3120354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D6A4BD50-439D-BCE3-1F50-372EF191127E}"/>
              </a:ext>
            </a:extLst>
          </p:cNvPr>
          <p:cNvSpPr/>
          <p:nvPr/>
        </p:nvSpPr>
        <p:spPr>
          <a:xfrm>
            <a:off x="1044921" y="3849419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entagon 21">
            <a:extLst>
              <a:ext uri="{FF2B5EF4-FFF2-40B4-BE49-F238E27FC236}">
                <a16:creationId xmlns:a16="http://schemas.microsoft.com/office/drawing/2014/main" id="{A74ED39C-494D-4CD9-77CB-9115F72CBF4F}"/>
              </a:ext>
            </a:extLst>
          </p:cNvPr>
          <p:cNvSpPr/>
          <p:nvPr/>
        </p:nvSpPr>
        <p:spPr>
          <a:xfrm>
            <a:off x="1044921" y="4559429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close-up of the shoulder joint&#10;&#10;Description automatically generated">
            <a:extLst>
              <a:ext uri="{FF2B5EF4-FFF2-40B4-BE49-F238E27FC236}">
                <a16:creationId xmlns:a16="http://schemas.microsoft.com/office/drawing/2014/main" id="{53A3EDAC-1ADD-9C43-1E6E-79A2221D9F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9" r="662" b="4389"/>
          <a:stretch/>
        </p:blipFill>
        <p:spPr>
          <a:xfrm>
            <a:off x="6009491" y="908289"/>
            <a:ext cx="5317122" cy="47661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F1BA09D-53EC-F40E-A5C7-DC087D7D7E4F}"/>
              </a:ext>
            </a:extLst>
          </p:cNvPr>
          <p:cNvCxnSpPr>
            <a:cxnSpLocks/>
          </p:cNvCxnSpPr>
          <p:nvPr/>
        </p:nvCxnSpPr>
        <p:spPr>
          <a:xfrm flipV="1">
            <a:off x="5765800" y="3429000"/>
            <a:ext cx="1061949" cy="10388"/>
          </a:xfrm>
          <a:prstGeom prst="line">
            <a:avLst/>
          </a:prstGeom>
          <a:ln w="25400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22A261B-44AF-ED54-EB87-09010BB9A0D9}"/>
              </a:ext>
            </a:extLst>
          </p:cNvPr>
          <p:cNvSpPr txBox="1"/>
          <p:nvPr/>
        </p:nvSpPr>
        <p:spPr>
          <a:xfrm>
            <a:off x="4644980" y="3244334"/>
            <a:ext cx="112082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001" dirty="0">
                <a:latin typeface="+mj-lt"/>
              </a:rPr>
              <a:t>Humerus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273A613-8707-8EFB-0342-257A40B9C3F0}"/>
              </a:ext>
            </a:extLst>
          </p:cNvPr>
          <p:cNvCxnSpPr>
            <a:cxnSpLocks/>
          </p:cNvCxnSpPr>
          <p:nvPr/>
        </p:nvCxnSpPr>
        <p:spPr>
          <a:xfrm flipV="1">
            <a:off x="7114391" y="3613666"/>
            <a:ext cx="1083027" cy="2245425"/>
          </a:xfrm>
          <a:prstGeom prst="line">
            <a:avLst/>
          </a:prstGeom>
          <a:ln w="25400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A30DF55-CAC0-EEC5-0FD0-D619C3F07C0F}"/>
              </a:ext>
            </a:extLst>
          </p:cNvPr>
          <p:cNvSpPr txBox="1"/>
          <p:nvPr/>
        </p:nvSpPr>
        <p:spPr>
          <a:xfrm>
            <a:off x="6296774" y="5805044"/>
            <a:ext cx="101822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001" dirty="0">
                <a:latin typeface="+mj-lt"/>
              </a:rPr>
              <a:t>Scapula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DE32731-4D77-AED1-C3AB-DECA06E2C4FE}"/>
              </a:ext>
            </a:extLst>
          </p:cNvPr>
          <p:cNvCxnSpPr>
            <a:cxnSpLocks/>
          </p:cNvCxnSpPr>
          <p:nvPr/>
        </p:nvCxnSpPr>
        <p:spPr>
          <a:xfrm>
            <a:off x="7114391" y="647402"/>
            <a:ext cx="1224992" cy="786155"/>
          </a:xfrm>
          <a:prstGeom prst="line">
            <a:avLst/>
          </a:prstGeom>
          <a:ln w="25400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32122A1-CCC1-561E-4094-E2E3153543D7}"/>
              </a:ext>
            </a:extLst>
          </p:cNvPr>
          <p:cNvSpPr txBox="1"/>
          <p:nvPr/>
        </p:nvSpPr>
        <p:spPr>
          <a:xfrm>
            <a:off x="6172612" y="326907"/>
            <a:ext cx="9925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001" dirty="0">
                <a:latin typeface="+mj-lt"/>
              </a:rPr>
              <a:t>Clavicle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965B6F-4D6F-267C-D214-38D2DCE8EDA4}"/>
              </a:ext>
            </a:extLst>
          </p:cNvPr>
          <p:cNvSpPr txBox="1"/>
          <p:nvPr/>
        </p:nvSpPr>
        <p:spPr>
          <a:xfrm>
            <a:off x="1360301" y="5269438"/>
            <a:ext cx="3907573" cy="51077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THAN ONE JOINT!</a:t>
            </a:r>
          </a:p>
        </p:txBody>
      </p:sp>
    </p:spTree>
    <p:extLst>
      <p:ext uri="{BB962C8B-B14F-4D97-AF65-F5344CB8AC3E}">
        <p14:creationId xmlns:p14="http://schemas.microsoft.com/office/powerpoint/2010/main" val="352353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30" y="520700"/>
            <a:ext cx="3722670" cy="70676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3566722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bony landmarks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0AB940-991C-7965-62BE-9AC61E83B843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FA685-45F8-AF50-7A22-C94289926C53}"/>
              </a:ext>
            </a:extLst>
          </p:cNvPr>
          <p:cNvSpPr txBox="1"/>
          <p:nvPr/>
        </p:nvSpPr>
        <p:spPr>
          <a:xfrm>
            <a:off x="1360302" y="2003420"/>
            <a:ext cx="3781714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buClr>
                <a:schemeClr val="tx1"/>
              </a:buClr>
              <a:buSzPct val="100000"/>
            </a:pPr>
            <a:r>
              <a:rPr lang="en-GB" sz="2400" u="sng" dirty="0">
                <a:latin typeface="Arial" panose="020B0604020202020204" pitchFamily="34" charset="0"/>
                <a:cs typeface="Arial" panose="020B0604020202020204" pitchFamily="34" charset="0"/>
              </a:rPr>
              <a:t>Humerus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Greater tubercle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Lesser tubercle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Intertubercular groove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(bicipital groove)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CF937214-A52B-807C-B53F-B3CD2F76F65C}"/>
              </a:ext>
            </a:extLst>
          </p:cNvPr>
          <p:cNvSpPr/>
          <p:nvPr/>
        </p:nvSpPr>
        <p:spPr>
          <a:xfrm>
            <a:off x="1044921" y="3034822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A9661DFB-3A54-AA53-2175-3340592DBA5C}"/>
              </a:ext>
            </a:extLst>
          </p:cNvPr>
          <p:cNvSpPr/>
          <p:nvPr/>
        </p:nvSpPr>
        <p:spPr>
          <a:xfrm>
            <a:off x="1044921" y="3602075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2C46CA2E-5F90-5292-351F-9623F46CE11F}"/>
              </a:ext>
            </a:extLst>
          </p:cNvPr>
          <p:cNvSpPr/>
          <p:nvPr/>
        </p:nvSpPr>
        <p:spPr>
          <a:xfrm>
            <a:off x="1044921" y="4169328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diagram of the bone&#10;&#10;Description automatically generated">
            <a:extLst>
              <a:ext uri="{FF2B5EF4-FFF2-40B4-BE49-F238E27FC236}">
                <a16:creationId xmlns:a16="http://schemas.microsoft.com/office/drawing/2014/main" id="{9D480170-5B17-C7AD-69ED-F816329A17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1895"/>
          <a:stretch/>
        </p:blipFill>
        <p:spPr>
          <a:xfrm>
            <a:off x="5367647" y="1287932"/>
            <a:ext cx="6058835" cy="45792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B907B5B-8C21-06E4-F0E1-3C7F441A2EBF}"/>
              </a:ext>
            </a:extLst>
          </p:cNvPr>
          <p:cNvSpPr/>
          <p:nvPr/>
        </p:nvSpPr>
        <p:spPr>
          <a:xfrm>
            <a:off x="7250792" y="1433360"/>
            <a:ext cx="2320720" cy="419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C6577DB-580A-CA48-0076-7482B348EF52}"/>
              </a:ext>
            </a:extLst>
          </p:cNvPr>
          <p:cNvSpPr/>
          <p:nvPr/>
        </p:nvSpPr>
        <p:spPr>
          <a:xfrm>
            <a:off x="7589904" y="4275912"/>
            <a:ext cx="1589722" cy="3443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4902F60-E093-B64C-5784-7F002FDB88CC}"/>
              </a:ext>
            </a:extLst>
          </p:cNvPr>
          <p:cNvSpPr/>
          <p:nvPr/>
        </p:nvSpPr>
        <p:spPr>
          <a:xfrm>
            <a:off x="7616291" y="3602910"/>
            <a:ext cx="1589722" cy="3443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4C523D8-D631-C711-F0FC-1E2F6ACA1BDF}"/>
              </a:ext>
            </a:extLst>
          </p:cNvPr>
          <p:cNvSpPr/>
          <p:nvPr/>
        </p:nvSpPr>
        <p:spPr>
          <a:xfrm>
            <a:off x="7390605" y="5252401"/>
            <a:ext cx="2014651" cy="3443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8832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8" grpId="0" animBg="1"/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30" y="520700"/>
            <a:ext cx="3722670" cy="70676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3566722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bony landmarks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0AB940-991C-7965-62BE-9AC61E83B843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7915C-FCF6-E019-10A6-B65C9A8DCF14}"/>
              </a:ext>
            </a:extLst>
          </p:cNvPr>
          <p:cNvSpPr txBox="1"/>
          <p:nvPr/>
        </p:nvSpPr>
        <p:spPr>
          <a:xfrm>
            <a:off x="1229677" y="2003420"/>
            <a:ext cx="3781714" cy="3024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buClr>
                <a:schemeClr val="tx1"/>
              </a:buClr>
              <a:buSzPct val="100000"/>
            </a:pPr>
            <a:r>
              <a:rPr lang="en-GB" sz="2400" u="sng" dirty="0">
                <a:latin typeface="Arial" panose="020B0604020202020204" pitchFamily="34" charset="0"/>
                <a:cs typeface="Arial" panose="020B0604020202020204" pitchFamily="34" charset="0"/>
              </a:rPr>
              <a:t>Scapula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Coracoid process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Spine of scapula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Acromion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720076E-BED0-FA34-AEA4-6E2B12D0984E}"/>
              </a:ext>
            </a:extLst>
          </p:cNvPr>
          <p:cNvSpPr/>
          <p:nvPr/>
        </p:nvSpPr>
        <p:spPr>
          <a:xfrm>
            <a:off x="914296" y="3034822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53B73BB3-E62F-7B4B-9BD7-4FB239CCD718}"/>
              </a:ext>
            </a:extLst>
          </p:cNvPr>
          <p:cNvSpPr/>
          <p:nvPr/>
        </p:nvSpPr>
        <p:spPr>
          <a:xfrm>
            <a:off x="914296" y="3602075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FCC9E788-01ED-1E74-35A7-5D53E30CEBCD}"/>
              </a:ext>
            </a:extLst>
          </p:cNvPr>
          <p:cNvSpPr/>
          <p:nvPr/>
        </p:nvSpPr>
        <p:spPr>
          <a:xfrm>
            <a:off x="914296" y="4169328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diagram of the bone&#10;&#10;Description automatically generated">
            <a:extLst>
              <a:ext uri="{FF2B5EF4-FFF2-40B4-BE49-F238E27FC236}">
                <a16:creationId xmlns:a16="http://schemas.microsoft.com/office/drawing/2014/main" id="{153AE548-D629-B078-D562-7F9323C7B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044" y="216217"/>
            <a:ext cx="2075213" cy="31474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EE9DAEB-6817-4218-37A7-06BE3037E021}"/>
              </a:ext>
            </a:extLst>
          </p:cNvPr>
          <p:cNvSpPr/>
          <p:nvPr/>
        </p:nvSpPr>
        <p:spPr>
          <a:xfrm>
            <a:off x="8450876" y="612706"/>
            <a:ext cx="477225" cy="171898"/>
          </a:xfrm>
          <a:prstGeom prst="roundRect">
            <a:avLst/>
          </a:prstGeom>
          <a:noFill/>
          <a:ln>
            <a:solidFill>
              <a:srgbClr val="00FA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5342378-7B80-4629-C1AF-2AE28C7678D4}"/>
              </a:ext>
            </a:extLst>
          </p:cNvPr>
          <p:cNvSpPr/>
          <p:nvPr/>
        </p:nvSpPr>
        <p:spPr>
          <a:xfrm>
            <a:off x="9299249" y="784603"/>
            <a:ext cx="736270" cy="17834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C6D3F39-34E4-DA1B-67FA-5FFFC3AB64EB}"/>
              </a:ext>
            </a:extLst>
          </p:cNvPr>
          <p:cNvCxnSpPr/>
          <p:nvPr/>
        </p:nvCxnSpPr>
        <p:spPr>
          <a:xfrm>
            <a:off x="8799451" y="350000"/>
            <a:ext cx="862445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diagram of the scapula&#10;&#10;Description automatically generated">
            <a:extLst>
              <a:ext uri="{FF2B5EF4-FFF2-40B4-BE49-F238E27FC236}">
                <a16:creationId xmlns:a16="http://schemas.microsoft.com/office/drawing/2014/main" id="{DB562726-5AC5-84CC-2A30-04DE355A90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605" b="5691"/>
          <a:stretch/>
        </p:blipFill>
        <p:spPr>
          <a:xfrm>
            <a:off x="3994625" y="2632107"/>
            <a:ext cx="7772400" cy="40764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7B7E969-5A21-DD76-80FE-A5040A6CECE1}"/>
              </a:ext>
            </a:extLst>
          </p:cNvPr>
          <p:cNvSpPr/>
          <p:nvPr/>
        </p:nvSpPr>
        <p:spPr>
          <a:xfrm>
            <a:off x="9881572" y="2773016"/>
            <a:ext cx="867001" cy="261806"/>
          </a:xfrm>
          <a:prstGeom prst="roundRect">
            <a:avLst/>
          </a:prstGeom>
          <a:noFill/>
          <a:ln>
            <a:solidFill>
              <a:srgbClr val="00FA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0A921C8-AEF4-07B5-69A1-2746FC18D79D}"/>
              </a:ext>
            </a:extLst>
          </p:cNvPr>
          <p:cNvSpPr/>
          <p:nvPr/>
        </p:nvSpPr>
        <p:spPr>
          <a:xfrm>
            <a:off x="4115114" y="4040040"/>
            <a:ext cx="779113" cy="4188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4112AF1-9F7C-A413-F662-C3EF700B9D08}"/>
              </a:ext>
            </a:extLst>
          </p:cNvPr>
          <p:cNvSpPr/>
          <p:nvPr/>
        </p:nvSpPr>
        <p:spPr>
          <a:xfrm>
            <a:off x="10879920" y="4323047"/>
            <a:ext cx="779113" cy="4188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80585B5B-8786-C4FF-953F-2C5250F7C2FA}"/>
              </a:ext>
            </a:extLst>
          </p:cNvPr>
          <p:cNvSpPr/>
          <p:nvPr/>
        </p:nvSpPr>
        <p:spPr>
          <a:xfrm>
            <a:off x="7578026" y="4330180"/>
            <a:ext cx="655122" cy="264211"/>
          </a:xfrm>
          <a:prstGeom prst="roundRect">
            <a:avLst/>
          </a:prstGeom>
          <a:noFill/>
          <a:ln>
            <a:solidFill>
              <a:srgbClr val="009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>
              <a:solidFill>
                <a:schemeClr val="tx1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CE0B631-9C56-52A5-CADA-7E98A26DAC0B}"/>
              </a:ext>
            </a:extLst>
          </p:cNvPr>
          <p:cNvCxnSpPr>
            <a:cxnSpLocks/>
          </p:cNvCxnSpPr>
          <p:nvPr/>
        </p:nvCxnSpPr>
        <p:spPr>
          <a:xfrm>
            <a:off x="6012875" y="6220418"/>
            <a:ext cx="124122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ADC64CD-739A-9DD9-DF4A-E63AEB340B66}"/>
              </a:ext>
            </a:extLst>
          </p:cNvPr>
          <p:cNvCxnSpPr>
            <a:cxnSpLocks/>
          </p:cNvCxnSpPr>
          <p:nvPr/>
        </p:nvCxnSpPr>
        <p:spPr>
          <a:xfrm>
            <a:off x="8490163" y="6216187"/>
            <a:ext cx="124122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-up of the shoulder joint&#10;&#10;Description automatically generated">
            <a:extLst>
              <a:ext uri="{FF2B5EF4-FFF2-40B4-BE49-F238E27FC236}">
                <a16:creationId xmlns:a16="http://schemas.microsoft.com/office/drawing/2014/main" id="{4497A828-47AB-7E34-81E8-1A58926EC91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9" r="662" b="4389"/>
          <a:stretch/>
        </p:blipFill>
        <p:spPr>
          <a:xfrm>
            <a:off x="5381499" y="680559"/>
            <a:ext cx="2249083" cy="20160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854FD9-CF72-1D72-CA98-8EFCB0535065}"/>
              </a:ext>
            </a:extLst>
          </p:cNvPr>
          <p:cNvSpPr txBox="1"/>
          <p:nvPr/>
        </p:nvSpPr>
        <p:spPr>
          <a:xfrm>
            <a:off x="5693115" y="253441"/>
            <a:ext cx="9346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sz="1600" dirty="0">
                <a:latin typeface="Calibri" panose="020F0502020204030204" pitchFamily="34" charset="0"/>
                <a:cs typeface="Calibri" panose="020F0502020204030204" pitchFamily="34" charset="0"/>
              </a:rPr>
              <a:t>(Clavicle)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18635F-78B8-40F6-B8AE-E44C3EAB60B7}"/>
              </a:ext>
            </a:extLst>
          </p:cNvPr>
          <p:cNvCxnSpPr>
            <a:cxnSpLocks/>
          </p:cNvCxnSpPr>
          <p:nvPr/>
        </p:nvCxnSpPr>
        <p:spPr>
          <a:xfrm>
            <a:off x="6320982" y="520700"/>
            <a:ext cx="106061" cy="4279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066BD9-AF22-73D2-9698-48A92B45899D}"/>
              </a:ext>
            </a:extLst>
          </p:cNvPr>
          <p:cNvSpPr txBox="1"/>
          <p:nvPr/>
        </p:nvSpPr>
        <p:spPr>
          <a:xfrm>
            <a:off x="4462994" y="380109"/>
            <a:ext cx="9940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sz="1600" dirty="0">
                <a:latin typeface="Calibri" panose="020F0502020204030204" pitchFamily="34" charset="0"/>
                <a:cs typeface="Calibri" panose="020F0502020204030204" pitchFamily="34" charset="0"/>
              </a:rPr>
              <a:t>Acromion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B64962-FC22-51E9-ECF4-5CFBA075E05B}"/>
              </a:ext>
            </a:extLst>
          </p:cNvPr>
          <p:cNvCxnSpPr>
            <a:cxnSpLocks/>
          </p:cNvCxnSpPr>
          <p:nvPr/>
        </p:nvCxnSpPr>
        <p:spPr>
          <a:xfrm>
            <a:off x="5100329" y="659775"/>
            <a:ext cx="912546" cy="342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524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30" y="520700"/>
            <a:ext cx="1431501" cy="70676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1168675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0AB940-991C-7965-62BE-9AC61E83B843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7915C-FCF6-E019-10A6-B65C9A8DCF14}"/>
              </a:ext>
            </a:extLst>
          </p:cNvPr>
          <p:cNvSpPr txBox="1"/>
          <p:nvPr/>
        </p:nvSpPr>
        <p:spPr>
          <a:xfrm>
            <a:off x="778877" y="1803869"/>
            <a:ext cx="48954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 bones (humerus, scapula, clavicle) form the </a:t>
            </a:r>
            <a:r>
              <a:rPr lang="en-GB" sz="2000" u="sng" dirty="0">
                <a:latin typeface="Arial" panose="020B0604020202020204" pitchFamily="34" charset="0"/>
                <a:cs typeface="Arial" panose="020B0604020202020204" pitchFamily="34" charset="0"/>
              </a:rPr>
              <a:t>three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joints of the shoulder:-</a:t>
            </a: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720076E-BED0-FA34-AEA4-6E2B12D0984E}"/>
              </a:ext>
            </a:extLst>
          </p:cNvPr>
          <p:cNvSpPr/>
          <p:nvPr/>
        </p:nvSpPr>
        <p:spPr>
          <a:xfrm>
            <a:off x="914759" y="2750773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53B73BB3-E62F-7B4B-9BD7-4FB239CCD718}"/>
              </a:ext>
            </a:extLst>
          </p:cNvPr>
          <p:cNvSpPr/>
          <p:nvPr/>
        </p:nvSpPr>
        <p:spPr>
          <a:xfrm>
            <a:off x="914759" y="3812301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FCC9E788-01ED-1E74-35A7-5D53E30CEBCD}"/>
              </a:ext>
            </a:extLst>
          </p:cNvPr>
          <p:cNvSpPr/>
          <p:nvPr/>
        </p:nvSpPr>
        <p:spPr>
          <a:xfrm>
            <a:off x="914759" y="4892983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087361-E418-07C4-666C-90F4A7F30BBE}"/>
              </a:ext>
            </a:extLst>
          </p:cNvPr>
          <p:cNvSpPr txBox="1"/>
          <p:nvPr/>
        </p:nvSpPr>
        <p:spPr>
          <a:xfrm>
            <a:off x="1233054" y="2637821"/>
            <a:ext cx="4441307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Glenohumeral joint (GH)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- true shoulder joint - where the </a:t>
            </a: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  main movement comes from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Acromioclavicular (AC)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- where the acromion meets the </a:t>
            </a: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  clavicle</a:t>
            </a:r>
            <a:endParaRPr lang="en-GB" sz="2000" dirty="0">
              <a:solidFill>
                <a:srgbClr val="9411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Sternoclavicular (SC)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- where sternum (chest bone) </a:t>
            </a:r>
          </a:p>
          <a:p>
            <a:pPr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  meets the clavicle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- Scapulothoracic!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</p:txBody>
      </p:sp>
      <p:pic>
        <p:nvPicPr>
          <p:cNvPr id="8" name="Picture 7" descr="A drawing of a shoulder joint&#10;&#10;Description automatically generated">
            <a:extLst>
              <a:ext uri="{FF2B5EF4-FFF2-40B4-BE49-F238E27FC236}">
                <a16:creationId xmlns:a16="http://schemas.microsoft.com/office/drawing/2014/main" id="{77B58603-0C9D-0C13-F74F-28F9DEA55C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05" b="4213"/>
          <a:stretch/>
        </p:blipFill>
        <p:spPr>
          <a:xfrm>
            <a:off x="6002031" y="1060432"/>
            <a:ext cx="5339076" cy="49271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6E3A7974-0846-C4AB-F43F-F4246A9BB719}"/>
              </a:ext>
            </a:extLst>
          </p:cNvPr>
          <p:cNvSpPr/>
          <p:nvPr/>
        </p:nvSpPr>
        <p:spPr>
          <a:xfrm>
            <a:off x="7642902" y="1430274"/>
            <a:ext cx="317399" cy="173887"/>
          </a:xfrm>
          <a:custGeom>
            <a:avLst/>
            <a:gdLst>
              <a:gd name="connsiteX0" fmla="*/ 83582 w 439856"/>
              <a:gd name="connsiteY0" fmla="*/ 0 h 225631"/>
              <a:gd name="connsiteX1" fmla="*/ 455 w 439856"/>
              <a:gd name="connsiteY1" fmla="*/ 71252 h 225631"/>
              <a:gd name="connsiteX2" fmla="*/ 12330 w 439856"/>
              <a:gd name="connsiteY2" fmla="*/ 106878 h 225631"/>
              <a:gd name="connsiteX3" fmla="*/ 83582 w 439856"/>
              <a:gd name="connsiteY3" fmla="*/ 154379 h 225631"/>
              <a:gd name="connsiteX4" fmla="*/ 154834 w 439856"/>
              <a:gd name="connsiteY4" fmla="*/ 190005 h 225631"/>
              <a:gd name="connsiteX5" fmla="*/ 321089 w 439856"/>
              <a:gd name="connsiteY5" fmla="*/ 201880 h 225631"/>
              <a:gd name="connsiteX6" fmla="*/ 439842 w 439856"/>
              <a:gd name="connsiteY6" fmla="*/ 225631 h 22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56" h="225631">
                <a:moveTo>
                  <a:pt x="83582" y="0"/>
                </a:moveTo>
                <a:cubicBezTo>
                  <a:pt x="61230" y="13411"/>
                  <a:pt x="6548" y="34699"/>
                  <a:pt x="455" y="71252"/>
                </a:cubicBezTo>
                <a:cubicBezTo>
                  <a:pt x="-1603" y="83599"/>
                  <a:pt x="3479" y="98027"/>
                  <a:pt x="12330" y="106878"/>
                </a:cubicBezTo>
                <a:cubicBezTo>
                  <a:pt x="32514" y="127062"/>
                  <a:pt x="59831" y="138545"/>
                  <a:pt x="83582" y="154379"/>
                </a:cubicBezTo>
                <a:cubicBezTo>
                  <a:pt x="107602" y="170392"/>
                  <a:pt x="124982" y="186493"/>
                  <a:pt x="154834" y="190005"/>
                </a:cubicBezTo>
                <a:cubicBezTo>
                  <a:pt x="210013" y="196496"/>
                  <a:pt x="265721" y="197266"/>
                  <a:pt x="321089" y="201880"/>
                </a:cubicBezTo>
                <a:cubicBezTo>
                  <a:pt x="443781" y="212104"/>
                  <a:pt x="439842" y="174177"/>
                  <a:pt x="439842" y="225631"/>
                </a:cubicBezTo>
              </a:path>
            </a:pathLst>
          </a:custGeom>
          <a:noFill/>
          <a:ln w="920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6E8A0A9-C212-F8BB-5962-64C59BB67D35}"/>
              </a:ext>
            </a:extLst>
          </p:cNvPr>
          <p:cNvSpPr/>
          <p:nvPr/>
        </p:nvSpPr>
        <p:spPr>
          <a:xfrm>
            <a:off x="11061847" y="1746828"/>
            <a:ext cx="171385" cy="393534"/>
          </a:xfrm>
          <a:custGeom>
            <a:avLst/>
            <a:gdLst>
              <a:gd name="connsiteX0" fmla="*/ 201881 w 237507"/>
              <a:gd name="connsiteY0" fmla="*/ 0 h 510639"/>
              <a:gd name="connsiteX1" fmla="*/ 213756 w 237507"/>
              <a:gd name="connsiteY1" fmla="*/ 59377 h 510639"/>
              <a:gd name="connsiteX2" fmla="*/ 237507 w 237507"/>
              <a:gd name="connsiteY2" fmla="*/ 130629 h 510639"/>
              <a:gd name="connsiteX3" fmla="*/ 213756 w 237507"/>
              <a:gd name="connsiteY3" fmla="*/ 285008 h 510639"/>
              <a:gd name="connsiteX4" fmla="*/ 166255 w 237507"/>
              <a:gd name="connsiteY4" fmla="*/ 391886 h 510639"/>
              <a:gd name="connsiteX5" fmla="*/ 130629 w 237507"/>
              <a:gd name="connsiteY5" fmla="*/ 415637 h 510639"/>
              <a:gd name="connsiteX6" fmla="*/ 106878 w 237507"/>
              <a:gd name="connsiteY6" fmla="*/ 451263 h 510639"/>
              <a:gd name="connsiteX7" fmla="*/ 35626 w 237507"/>
              <a:gd name="connsiteY7" fmla="*/ 486889 h 510639"/>
              <a:gd name="connsiteX8" fmla="*/ 0 w 237507"/>
              <a:gd name="connsiteY8" fmla="*/ 510639 h 510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507" h="510639">
                <a:moveTo>
                  <a:pt x="201881" y="0"/>
                </a:moveTo>
                <a:cubicBezTo>
                  <a:pt x="205839" y="19792"/>
                  <a:pt x="208445" y="39904"/>
                  <a:pt x="213756" y="59377"/>
                </a:cubicBezTo>
                <a:cubicBezTo>
                  <a:pt x="220343" y="83530"/>
                  <a:pt x="237507" y="130629"/>
                  <a:pt x="237507" y="130629"/>
                </a:cubicBezTo>
                <a:cubicBezTo>
                  <a:pt x="229143" y="205911"/>
                  <a:pt x="231907" y="224504"/>
                  <a:pt x="213756" y="285008"/>
                </a:cubicBezTo>
                <a:cubicBezTo>
                  <a:pt x="203676" y="318607"/>
                  <a:pt x="193527" y="364614"/>
                  <a:pt x="166255" y="391886"/>
                </a:cubicBezTo>
                <a:cubicBezTo>
                  <a:pt x="156163" y="401978"/>
                  <a:pt x="142504" y="407720"/>
                  <a:pt x="130629" y="415637"/>
                </a:cubicBezTo>
                <a:cubicBezTo>
                  <a:pt x="122712" y="427512"/>
                  <a:pt x="116970" y="441171"/>
                  <a:pt x="106878" y="451263"/>
                </a:cubicBezTo>
                <a:cubicBezTo>
                  <a:pt x="72848" y="485293"/>
                  <a:pt x="74257" y="467574"/>
                  <a:pt x="35626" y="486889"/>
                </a:cubicBezTo>
                <a:cubicBezTo>
                  <a:pt x="22861" y="493272"/>
                  <a:pt x="0" y="510639"/>
                  <a:pt x="0" y="510639"/>
                </a:cubicBezTo>
              </a:path>
            </a:pathLst>
          </a:custGeom>
          <a:noFill/>
          <a:ln w="920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AA296A8-783E-541F-89F8-1B83B0FCC770}"/>
              </a:ext>
            </a:extLst>
          </p:cNvPr>
          <p:cNvSpPr/>
          <p:nvPr/>
        </p:nvSpPr>
        <p:spPr>
          <a:xfrm>
            <a:off x="10402095" y="5240148"/>
            <a:ext cx="915263" cy="73555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AF9CCB-AC48-2098-ED2C-E92FDA5002E6}"/>
              </a:ext>
            </a:extLst>
          </p:cNvPr>
          <p:cNvSpPr txBox="1"/>
          <p:nvPr/>
        </p:nvSpPr>
        <p:spPr>
          <a:xfrm>
            <a:off x="4631583" y="1209440"/>
            <a:ext cx="1676549" cy="3077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001" sz="1400" dirty="0"/>
              <a:t>Glenohumeral joint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3FEA55-5115-3399-D63A-8FCCC76A72CD}"/>
              </a:ext>
            </a:extLst>
          </p:cNvPr>
          <p:cNvCxnSpPr>
            <a:cxnSpLocks/>
          </p:cNvCxnSpPr>
          <p:nvPr/>
        </p:nvCxnSpPr>
        <p:spPr>
          <a:xfrm>
            <a:off x="6308132" y="1517217"/>
            <a:ext cx="1274844" cy="736127"/>
          </a:xfrm>
          <a:prstGeom prst="line">
            <a:avLst/>
          </a:prstGeom>
          <a:ln w="25400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49DC7BB-B3EB-46BE-96B0-FFA920D0E66D}"/>
              </a:ext>
            </a:extLst>
          </p:cNvPr>
          <p:cNvCxnSpPr>
            <a:cxnSpLocks/>
            <a:endCxn id="9" idx="3"/>
          </p:cNvCxnSpPr>
          <p:nvPr/>
        </p:nvCxnSpPr>
        <p:spPr>
          <a:xfrm>
            <a:off x="7385846" y="686792"/>
            <a:ext cx="317369" cy="862457"/>
          </a:xfrm>
          <a:prstGeom prst="line">
            <a:avLst/>
          </a:prstGeom>
          <a:ln w="25400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417411F-EBF0-389A-8190-9EEEA2831423}"/>
              </a:ext>
            </a:extLst>
          </p:cNvPr>
          <p:cNvSpPr txBox="1"/>
          <p:nvPr/>
        </p:nvSpPr>
        <p:spPr>
          <a:xfrm>
            <a:off x="6945554" y="426732"/>
            <a:ext cx="1977401" cy="3077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001" sz="1400" dirty="0"/>
              <a:t>Acromioclavicular joint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297C98A-488B-F42D-3DC1-23023942A27F}"/>
              </a:ext>
            </a:extLst>
          </p:cNvPr>
          <p:cNvCxnSpPr>
            <a:cxnSpLocks/>
            <a:stCxn id="39" idx="2"/>
            <a:endCxn id="14" idx="3"/>
          </p:cNvCxnSpPr>
          <p:nvPr/>
        </p:nvCxnSpPr>
        <p:spPr>
          <a:xfrm>
            <a:off x="10506498" y="840680"/>
            <a:ext cx="709595" cy="1125795"/>
          </a:xfrm>
          <a:prstGeom prst="line">
            <a:avLst/>
          </a:prstGeom>
          <a:ln w="25400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A019D09-A7DB-4C06-AD57-813F8A33A156}"/>
              </a:ext>
            </a:extLst>
          </p:cNvPr>
          <p:cNvSpPr txBox="1"/>
          <p:nvPr/>
        </p:nvSpPr>
        <p:spPr>
          <a:xfrm>
            <a:off x="9589163" y="532903"/>
            <a:ext cx="1834669" cy="3077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001" sz="1400" dirty="0"/>
              <a:t>Sternoclavicular joint</a:t>
            </a:r>
          </a:p>
        </p:txBody>
      </p:sp>
      <p:pic>
        <p:nvPicPr>
          <p:cNvPr id="16" name="Picture 15" descr="A skeleton with bones and bones&#10;&#10;Description automatically generated with medium confidence">
            <a:extLst>
              <a:ext uri="{FF2B5EF4-FFF2-40B4-BE49-F238E27FC236}">
                <a16:creationId xmlns:a16="http://schemas.microsoft.com/office/drawing/2014/main" id="{8824D724-59B0-DF5E-287A-7A0B6F9A190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742" t="12258" r="18366" b="28155"/>
          <a:stretch/>
        </p:blipFill>
        <p:spPr>
          <a:xfrm>
            <a:off x="10129125" y="2679948"/>
            <a:ext cx="1848673" cy="15320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C501FFD6-E19C-BE1F-8A62-21AD16672B3C}"/>
              </a:ext>
            </a:extLst>
          </p:cNvPr>
          <p:cNvSpPr/>
          <p:nvPr/>
        </p:nvSpPr>
        <p:spPr>
          <a:xfrm rot="16200000">
            <a:off x="10957047" y="2448360"/>
            <a:ext cx="225449" cy="24911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B9C7413E-EE9E-D662-BD4E-A471917FEF27}"/>
              </a:ext>
            </a:extLst>
          </p:cNvPr>
          <p:cNvSpPr/>
          <p:nvPr/>
        </p:nvSpPr>
        <p:spPr>
          <a:xfrm>
            <a:off x="946002" y="5951000"/>
            <a:ext cx="281967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0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29" grpId="0" animBg="1"/>
      <p:bldP spid="3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4A7915C-FCF6-E019-10A6-B65C9A8DCF14}"/>
              </a:ext>
            </a:extLst>
          </p:cNvPr>
          <p:cNvSpPr txBox="1"/>
          <p:nvPr/>
        </p:nvSpPr>
        <p:spPr>
          <a:xfrm>
            <a:off x="778876" y="1817069"/>
            <a:ext cx="5840288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sz="1600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= A synovial ball and socket joint formed by     		        the </a:t>
            </a:r>
            <a:r>
              <a:rPr lang="en-GB" sz="1600" u="sng" dirty="0">
                <a:latin typeface="Arial" panose="020B0604020202020204" pitchFamily="34" charset="0"/>
                <a:cs typeface="Arial" panose="020B0604020202020204" pitchFamily="34" charset="0"/>
              </a:rPr>
              <a:t>head of the humerus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and the shallow </a:t>
            </a:r>
          </a:p>
          <a:p>
            <a:pPr>
              <a:buClr>
                <a:schemeClr val="tx1"/>
              </a:buClr>
              <a:buSzPct val="100000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	        </a:t>
            </a:r>
            <a:r>
              <a:rPr lang="en-GB" sz="1600" u="sng" dirty="0">
                <a:latin typeface="Arial" panose="020B0604020202020204" pitchFamily="34" charset="0"/>
                <a:cs typeface="Arial" panose="020B0604020202020204" pitchFamily="34" charset="0"/>
              </a:rPr>
              <a:t>glenoid cavity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(fossa) of the scapula</a:t>
            </a:r>
          </a:p>
          <a:p>
            <a:pPr marL="285750" indent="-285750">
              <a:spcAft>
                <a:spcPts val="1200"/>
              </a:spcAft>
              <a:buClr>
                <a:srgbClr val="9411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Multi-axial</a:t>
            </a:r>
          </a:p>
          <a:p>
            <a:pPr marL="285750" indent="-285750">
              <a:spcAft>
                <a:spcPts val="1200"/>
              </a:spcAft>
              <a:buClr>
                <a:srgbClr val="9411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Movements available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</a:p>
          <a:p>
            <a:pPr marL="285750" indent="-285750">
              <a:spcAft>
                <a:spcPts val="1200"/>
              </a:spcAft>
              <a:buClr>
                <a:srgbClr val="941100"/>
              </a:buClr>
              <a:buSzPct val="100000"/>
              <a:buFont typeface="Wingdings" pitchFamily="2" charset="2"/>
              <a:buChar char="Ø"/>
            </a:pPr>
            <a:endParaRPr lang="en-GB" sz="1600" dirty="0">
              <a:solidFill>
                <a:srgbClr val="9411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200"/>
              </a:spcAft>
              <a:buClr>
                <a:srgbClr val="9411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Planes of movement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  <a:p>
            <a:pPr marL="285750" indent="-285750">
              <a:spcAft>
                <a:spcPts val="1200"/>
              </a:spcAft>
              <a:buClr>
                <a:srgbClr val="9411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Axes of movement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</a:p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Ligaments limit movement at this joint, and are critical to stability and function  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Stability is also provided by muscles - mainly the rotator cuff muscles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D167AC-307E-5AAA-5AEC-F7AD201DBEBC}"/>
              </a:ext>
            </a:extLst>
          </p:cNvPr>
          <p:cNvSpPr txBox="1"/>
          <p:nvPr/>
        </p:nvSpPr>
        <p:spPr>
          <a:xfrm>
            <a:off x="1063065" y="2941062"/>
            <a:ext cx="51639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		      flexion, extension, adduction, abduction, medial rotation, lateral rotation, horizontal adduction, horizontal abduction</a:t>
            </a:r>
          </a:p>
        </p:txBody>
      </p:sp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29" y="520700"/>
            <a:ext cx="3793121" cy="70676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3793122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Glenohumeral joint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0AB940-991C-7965-62BE-9AC61E83B843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rawing of a shoulder joint&#10;&#10;Description automatically generated">
            <a:extLst>
              <a:ext uri="{FF2B5EF4-FFF2-40B4-BE49-F238E27FC236}">
                <a16:creationId xmlns:a16="http://schemas.microsoft.com/office/drawing/2014/main" id="{77B58603-0C9D-0C13-F74F-28F9DEA55C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05" b="4213"/>
          <a:stretch/>
        </p:blipFill>
        <p:spPr>
          <a:xfrm>
            <a:off x="6484225" y="965428"/>
            <a:ext cx="5339076" cy="49271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AA296A8-783E-541F-89F8-1B83B0FCC770}"/>
              </a:ext>
            </a:extLst>
          </p:cNvPr>
          <p:cNvSpPr/>
          <p:nvPr/>
        </p:nvSpPr>
        <p:spPr>
          <a:xfrm>
            <a:off x="10884289" y="5145144"/>
            <a:ext cx="915263" cy="73555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AF9CCB-AC48-2098-ED2C-E92FDA5002E6}"/>
              </a:ext>
            </a:extLst>
          </p:cNvPr>
          <p:cNvSpPr txBox="1"/>
          <p:nvPr/>
        </p:nvSpPr>
        <p:spPr>
          <a:xfrm>
            <a:off x="5113777" y="1114436"/>
            <a:ext cx="1814920" cy="3077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001" sz="1400" dirty="0"/>
              <a:t>Head of the humerus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3FEA55-5115-3399-D63A-8FCCC76A72CD}"/>
              </a:ext>
            </a:extLst>
          </p:cNvPr>
          <p:cNvCxnSpPr>
            <a:cxnSpLocks/>
          </p:cNvCxnSpPr>
          <p:nvPr/>
        </p:nvCxnSpPr>
        <p:spPr>
          <a:xfrm>
            <a:off x="6790326" y="1422213"/>
            <a:ext cx="1274844" cy="736127"/>
          </a:xfrm>
          <a:prstGeom prst="line">
            <a:avLst/>
          </a:prstGeom>
          <a:ln w="25400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B00E5BA-E69D-2563-BD31-2CB746D28BB0}"/>
              </a:ext>
            </a:extLst>
          </p:cNvPr>
          <p:cNvSpPr txBox="1"/>
          <p:nvPr/>
        </p:nvSpPr>
        <p:spPr>
          <a:xfrm>
            <a:off x="3139214" y="3712004"/>
            <a:ext cx="3179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sagittal, frontal and transverse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B4ACF-E4C1-4B2A-12C5-BB14A5E294A5}"/>
              </a:ext>
            </a:extLst>
          </p:cNvPr>
          <p:cNvSpPr txBox="1"/>
          <p:nvPr/>
        </p:nvSpPr>
        <p:spPr>
          <a:xfrm>
            <a:off x="3006106" y="4102687"/>
            <a:ext cx="3562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medial-lateral, anterior-posterior 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13A825-2D75-BFEB-DCC6-E8C25827467C}"/>
              </a:ext>
            </a:extLst>
          </p:cNvPr>
          <p:cNvSpPr txBox="1"/>
          <p:nvPr/>
        </p:nvSpPr>
        <p:spPr>
          <a:xfrm>
            <a:off x="1063065" y="4353011"/>
            <a:ext cx="16878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superior-inferior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C31433E-751D-6E88-6813-7B4F03F77289}"/>
              </a:ext>
            </a:extLst>
          </p:cNvPr>
          <p:cNvCxnSpPr>
            <a:cxnSpLocks/>
          </p:cNvCxnSpPr>
          <p:nvPr/>
        </p:nvCxnSpPr>
        <p:spPr>
          <a:xfrm flipH="1" flipV="1">
            <a:off x="8574603" y="2500253"/>
            <a:ext cx="465100" cy="1461319"/>
          </a:xfrm>
          <a:prstGeom prst="line">
            <a:avLst/>
          </a:prstGeom>
          <a:ln w="25400">
            <a:tailEnd type="oval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C2F2517-832E-4C61-BD2F-620E80AB85A4}"/>
              </a:ext>
            </a:extLst>
          </p:cNvPr>
          <p:cNvSpPr txBox="1"/>
          <p:nvPr/>
        </p:nvSpPr>
        <p:spPr>
          <a:xfrm>
            <a:off x="8163996" y="3703982"/>
            <a:ext cx="1286314" cy="3077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001" sz="1400" dirty="0"/>
              <a:t>Glenoid cavity</a:t>
            </a:r>
          </a:p>
        </p:txBody>
      </p:sp>
    </p:spTree>
    <p:extLst>
      <p:ext uri="{BB962C8B-B14F-4D97-AF65-F5344CB8AC3E}">
        <p14:creationId xmlns:p14="http://schemas.microsoft.com/office/powerpoint/2010/main" val="266268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  <p:bldP spid="7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30" y="520700"/>
            <a:ext cx="7023574" cy="70676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6867626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 features of the glenohumeral joint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0AB940-991C-7965-62BE-9AC61E83B843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7915C-FCF6-E019-10A6-B65C9A8DCF14}"/>
              </a:ext>
            </a:extLst>
          </p:cNvPr>
          <p:cNvSpPr txBox="1"/>
          <p:nvPr/>
        </p:nvSpPr>
        <p:spPr>
          <a:xfrm>
            <a:off x="1196726" y="1995020"/>
            <a:ext cx="516431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 humeral head is a lot larger in relation to the depth of the glenoid cavity + glenoid labrum </a:t>
            </a:r>
          </a:p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benefit of this?</a:t>
            </a:r>
          </a:p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disadvantage of this?</a:t>
            </a:r>
          </a:p>
        </p:txBody>
      </p:sp>
      <p:pic>
        <p:nvPicPr>
          <p:cNvPr id="8" name="Picture 7" descr="A drawing of a shoulder joint&#10;&#10;Description automatically generated">
            <a:extLst>
              <a:ext uri="{FF2B5EF4-FFF2-40B4-BE49-F238E27FC236}">
                <a16:creationId xmlns:a16="http://schemas.microsoft.com/office/drawing/2014/main" id="{77B58603-0C9D-0C13-F74F-28F9DEA55C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05" r="29105" b="32917"/>
          <a:stretch/>
        </p:blipFill>
        <p:spPr>
          <a:xfrm>
            <a:off x="6702867" y="2144920"/>
            <a:ext cx="4071150" cy="37899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11" name="Pentagon 10">
            <a:extLst>
              <a:ext uri="{FF2B5EF4-FFF2-40B4-BE49-F238E27FC236}">
                <a16:creationId xmlns:a16="http://schemas.microsoft.com/office/drawing/2014/main" id="{CB2FED7A-B018-850D-1F31-44C43BE2B246}"/>
              </a:ext>
            </a:extLst>
          </p:cNvPr>
          <p:cNvSpPr/>
          <p:nvPr/>
        </p:nvSpPr>
        <p:spPr>
          <a:xfrm>
            <a:off x="914759" y="2100425"/>
            <a:ext cx="271813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A72EFD69-D279-E38E-7345-84A749A36478}"/>
              </a:ext>
            </a:extLst>
          </p:cNvPr>
          <p:cNvSpPr/>
          <p:nvPr/>
        </p:nvSpPr>
        <p:spPr>
          <a:xfrm>
            <a:off x="914759" y="3606166"/>
            <a:ext cx="271813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EEC96D-7B3A-ADD8-28FF-3FE56302E570}"/>
              </a:ext>
            </a:extLst>
          </p:cNvPr>
          <p:cNvSpPr txBox="1"/>
          <p:nvPr/>
        </p:nvSpPr>
        <p:spPr>
          <a:xfrm>
            <a:off x="1214398" y="3990687"/>
            <a:ext cx="5371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Clr>
                <a:srgbClr val="9411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allows greater range of movement (ROM)</a:t>
            </a: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5003F29F-E4E5-8318-4418-315107192CB5}"/>
              </a:ext>
            </a:extLst>
          </p:cNvPr>
          <p:cNvSpPr/>
          <p:nvPr/>
        </p:nvSpPr>
        <p:spPr>
          <a:xfrm>
            <a:off x="928943" y="5005322"/>
            <a:ext cx="271813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D72E00-5140-1020-3B2D-DDBDBEF6F5CA}"/>
              </a:ext>
            </a:extLst>
          </p:cNvPr>
          <p:cNvSpPr txBox="1"/>
          <p:nvPr/>
        </p:nvSpPr>
        <p:spPr>
          <a:xfrm>
            <a:off x="1214398" y="5384838"/>
            <a:ext cx="5371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Clr>
                <a:srgbClr val="94110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stability is compromised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DE6707-BF26-C0E4-A75E-E0D7431BDE5C}"/>
              </a:ext>
            </a:extLst>
          </p:cNvPr>
          <p:cNvSpPr txBox="1"/>
          <p:nvPr/>
        </p:nvSpPr>
        <p:spPr>
          <a:xfrm>
            <a:off x="1562907" y="4341290"/>
            <a:ext cx="5023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most mobile joint in the body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74A9C9-A772-AEAC-4921-5BE7BF5119BB}"/>
              </a:ext>
            </a:extLst>
          </p:cNvPr>
          <p:cNvSpPr txBox="1"/>
          <p:nvPr/>
        </p:nvSpPr>
        <p:spPr>
          <a:xfrm>
            <a:off x="1507461" y="5728744"/>
            <a:ext cx="5023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 most often dislocated joint in the body</a:t>
            </a:r>
          </a:p>
        </p:txBody>
      </p:sp>
    </p:spTree>
    <p:extLst>
      <p:ext uri="{BB962C8B-B14F-4D97-AF65-F5344CB8AC3E}">
        <p14:creationId xmlns:p14="http://schemas.microsoft.com/office/powerpoint/2010/main" val="411846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30" y="520700"/>
            <a:ext cx="4320131" cy="70676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6867626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 features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0AB940-991C-7965-62BE-9AC61E83B843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7915C-FCF6-E019-10A6-B65C9A8DCF14}"/>
              </a:ext>
            </a:extLst>
          </p:cNvPr>
          <p:cNvSpPr txBox="1"/>
          <p:nvPr/>
        </p:nvSpPr>
        <p:spPr>
          <a:xfrm>
            <a:off x="1196726" y="2144920"/>
            <a:ext cx="525708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also, the laxity of the joint capsule allows extensive ROM</a:t>
            </a:r>
          </a:p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and further ROM is aided by movement at acromioclavicular and sternoclavicular joints</a:t>
            </a:r>
          </a:p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B2FED7A-B018-850D-1F31-44C43BE2B246}"/>
              </a:ext>
            </a:extLst>
          </p:cNvPr>
          <p:cNvSpPr/>
          <p:nvPr/>
        </p:nvSpPr>
        <p:spPr>
          <a:xfrm>
            <a:off x="914759" y="2250325"/>
            <a:ext cx="271813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A72EFD69-D279-E38E-7345-84A749A36478}"/>
              </a:ext>
            </a:extLst>
          </p:cNvPr>
          <p:cNvSpPr/>
          <p:nvPr/>
        </p:nvSpPr>
        <p:spPr>
          <a:xfrm>
            <a:off x="914759" y="3489604"/>
            <a:ext cx="271813" cy="213169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-up of a skeleton&#10;&#10;Description automatically generated">
            <a:extLst>
              <a:ext uri="{FF2B5EF4-FFF2-40B4-BE49-F238E27FC236}">
                <a16:creationId xmlns:a16="http://schemas.microsoft.com/office/drawing/2014/main" id="{BEEC45BB-EDEB-813B-9BE4-249E59DC4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696" y="2030559"/>
            <a:ext cx="4572000" cy="3962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77459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29" y="520700"/>
            <a:ext cx="4333383" cy="70676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7" y="624216"/>
            <a:ext cx="4177435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Acromioclavicular joint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0AB940-991C-7965-62BE-9AC61E83B843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7915C-FCF6-E019-10A6-B65C9A8DCF14}"/>
              </a:ext>
            </a:extLst>
          </p:cNvPr>
          <p:cNvSpPr txBox="1"/>
          <p:nvPr/>
        </p:nvSpPr>
        <p:spPr>
          <a:xfrm>
            <a:off x="842549" y="2133468"/>
            <a:ext cx="60343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= A synovial gliding joint </a:t>
            </a:r>
          </a:p>
          <a:p>
            <a:pPr marL="285750" indent="-285750">
              <a:spcAft>
                <a:spcPts val="1200"/>
              </a:spcAft>
              <a:buClr>
                <a:srgbClr val="941100"/>
              </a:buClr>
              <a:buSzPct val="100000"/>
              <a:buFont typeface="Wingdings" pitchFamily="2" charset="2"/>
              <a:buChar char="Ø"/>
            </a:pPr>
            <a:endParaRPr lang="en-GB" dirty="0">
              <a:solidFill>
                <a:srgbClr val="9411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200"/>
              </a:spcAft>
              <a:buClr>
                <a:srgbClr val="94110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Movements available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= protraction/retraction, 			              elevation/depression</a:t>
            </a:r>
          </a:p>
          <a:p>
            <a:pPr marL="285750" indent="-285750">
              <a:spcAft>
                <a:spcPts val="1200"/>
              </a:spcAft>
              <a:buClr>
                <a:srgbClr val="94110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Planes of movement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  <a:p>
            <a:pPr marL="285750" indent="-285750">
              <a:spcAft>
                <a:spcPts val="1200"/>
              </a:spcAft>
              <a:buClr>
                <a:srgbClr val="94110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Axes of movement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00E5BA-E69D-2563-BD31-2CB746D28BB0}"/>
              </a:ext>
            </a:extLst>
          </p:cNvPr>
          <p:cNvSpPr txBox="1"/>
          <p:nvPr/>
        </p:nvSpPr>
        <p:spPr>
          <a:xfrm>
            <a:off x="3464603" y="3532151"/>
            <a:ext cx="3548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transverse, and frontal</a:t>
            </a:r>
          </a:p>
        </p:txBody>
      </p:sp>
      <p:pic>
        <p:nvPicPr>
          <p:cNvPr id="12" name="Picture 11" descr="A human shoulder bone with a green center&#10;&#10;Description automatically generated with medium confidence">
            <a:extLst>
              <a:ext uri="{FF2B5EF4-FFF2-40B4-BE49-F238E27FC236}">
                <a16:creationId xmlns:a16="http://schemas.microsoft.com/office/drawing/2014/main" id="{5426C764-BE1B-7778-3DD5-A0C8ACAE19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50" r="12066" b="28309"/>
          <a:stretch/>
        </p:blipFill>
        <p:spPr>
          <a:xfrm>
            <a:off x="6903353" y="1904201"/>
            <a:ext cx="4216489" cy="42010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3FEA55-5115-3399-D63A-8FCCC76A72CD}"/>
              </a:ext>
            </a:extLst>
          </p:cNvPr>
          <p:cNvCxnSpPr>
            <a:cxnSpLocks/>
          </p:cNvCxnSpPr>
          <p:nvPr/>
        </p:nvCxnSpPr>
        <p:spPr>
          <a:xfrm>
            <a:off x="7447722" y="1422213"/>
            <a:ext cx="768626" cy="777648"/>
          </a:xfrm>
          <a:prstGeom prst="line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EAF9CCB-AC48-2098-ED2C-E92FDA5002E6}"/>
              </a:ext>
            </a:extLst>
          </p:cNvPr>
          <p:cNvSpPr txBox="1"/>
          <p:nvPr/>
        </p:nvSpPr>
        <p:spPr>
          <a:xfrm>
            <a:off x="5970762" y="1114436"/>
            <a:ext cx="1977401" cy="3077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001" sz="1400" dirty="0"/>
              <a:t>Acromioclavicular joint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9545C0-CCFB-E178-FFDC-9C4CB37EE782}"/>
              </a:ext>
            </a:extLst>
          </p:cNvPr>
          <p:cNvSpPr txBox="1"/>
          <p:nvPr/>
        </p:nvSpPr>
        <p:spPr>
          <a:xfrm>
            <a:off x="3286765" y="3927116"/>
            <a:ext cx="370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superior-inferior, anterior-posterior</a:t>
            </a:r>
          </a:p>
        </p:txBody>
      </p:sp>
    </p:spTree>
    <p:extLst>
      <p:ext uri="{BB962C8B-B14F-4D97-AF65-F5344CB8AC3E}">
        <p14:creationId xmlns:p14="http://schemas.microsoft.com/office/powerpoint/2010/main" val="144951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29" y="520700"/>
            <a:ext cx="4333383" cy="70676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7" y="624216"/>
            <a:ext cx="4177435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Sternoclavicular joint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0AB940-991C-7965-62BE-9AC61E83B843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7915C-FCF6-E019-10A6-B65C9A8DCF14}"/>
              </a:ext>
            </a:extLst>
          </p:cNvPr>
          <p:cNvSpPr txBox="1"/>
          <p:nvPr/>
        </p:nvSpPr>
        <p:spPr>
          <a:xfrm>
            <a:off x="842549" y="2133468"/>
            <a:ext cx="60343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SzPct val="100000"/>
            </a:pPr>
            <a:r>
              <a:rPr lang="en-GB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= A synovial saddle joint </a:t>
            </a:r>
          </a:p>
          <a:p>
            <a:pPr marL="285750" indent="-285750">
              <a:spcAft>
                <a:spcPts val="1200"/>
              </a:spcAft>
              <a:buClr>
                <a:srgbClr val="941100"/>
              </a:buClr>
              <a:buSzPct val="100000"/>
              <a:buFont typeface="Wingdings" pitchFamily="2" charset="2"/>
              <a:buChar char="Ø"/>
            </a:pPr>
            <a:endParaRPr lang="en-GB" dirty="0">
              <a:solidFill>
                <a:srgbClr val="9411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200"/>
              </a:spcAft>
              <a:buClr>
                <a:srgbClr val="94110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Movements available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= protraction/retraction, 			              elevation/depression</a:t>
            </a:r>
          </a:p>
          <a:p>
            <a:pPr marL="285750" indent="-285750">
              <a:spcAft>
                <a:spcPts val="1200"/>
              </a:spcAft>
              <a:buClr>
                <a:srgbClr val="94110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Planes of movement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  <a:p>
            <a:pPr marL="285750" indent="-285750">
              <a:spcAft>
                <a:spcPts val="1200"/>
              </a:spcAft>
              <a:buClr>
                <a:srgbClr val="94110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solidFill>
                  <a:srgbClr val="941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Axes of movement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00E5BA-E69D-2563-BD31-2CB746D28BB0}"/>
              </a:ext>
            </a:extLst>
          </p:cNvPr>
          <p:cNvSpPr txBox="1"/>
          <p:nvPr/>
        </p:nvSpPr>
        <p:spPr>
          <a:xfrm>
            <a:off x="3464603" y="3532151"/>
            <a:ext cx="3548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transverse, and frontal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9545C0-CCFB-E178-FFDC-9C4CB37EE782}"/>
              </a:ext>
            </a:extLst>
          </p:cNvPr>
          <p:cNvSpPr txBox="1"/>
          <p:nvPr/>
        </p:nvSpPr>
        <p:spPr>
          <a:xfrm>
            <a:off x="3305053" y="3927116"/>
            <a:ext cx="370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superior-inferior, anterior-posterior</a:t>
            </a:r>
          </a:p>
        </p:txBody>
      </p:sp>
      <p:pic>
        <p:nvPicPr>
          <p:cNvPr id="7" name="Picture 6" descr="A skeleton with bones and bones&#10;&#10;Description automatically generated with medium confidence">
            <a:extLst>
              <a:ext uri="{FF2B5EF4-FFF2-40B4-BE49-F238E27FC236}">
                <a16:creationId xmlns:a16="http://schemas.microsoft.com/office/drawing/2014/main" id="{E46FF515-F4E7-1BD1-BE1B-926C0BAAB6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742" t="12258" r="18366" b="28155"/>
          <a:stretch/>
        </p:blipFill>
        <p:spPr>
          <a:xfrm>
            <a:off x="7240926" y="2257100"/>
            <a:ext cx="4207105" cy="34864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3FEA55-5115-3399-D63A-8FCCC76A72CD}"/>
              </a:ext>
            </a:extLst>
          </p:cNvPr>
          <p:cNvCxnSpPr>
            <a:cxnSpLocks/>
          </p:cNvCxnSpPr>
          <p:nvPr/>
        </p:nvCxnSpPr>
        <p:spPr>
          <a:xfrm>
            <a:off x="7447722" y="1422213"/>
            <a:ext cx="1148744" cy="1819250"/>
          </a:xfrm>
          <a:prstGeom prst="line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EAF9CCB-AC48-2098-ED2C-E92FDA5002E6}"/>
              </a:ext>
            </a:extLst>
          </p:cNvPr>
          <p:cNvSpPr txBox="1"/>
          <p:nvPr/>
        </p:nvSpPr>
        <p:spPr>
          <a:xfrm>
            <a:off x="5970762" y="1114436"/>
            <a:ext cx="1834669" cy="3077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001" sz="1400" dirty="0"/>
              <a:t>Sternoclavicular joint</a:t>
            </a:r>
          </a:p>
        </p:txBody>
      </p:sp>
    </p:spTree>
    <p:extLst>
      <p:ext uri="{BB962C8B-B14F-4D97-AF65-F5344CB8AC3E}">
        <p14:creationId xmlns:p14="http://schemas.microsoft.com/office/powerpoint/2010/main" val="126308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30" y="520700"/>
            <a:ext cx="2057925" cy="70676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2151358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Stabilisers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0AB940-991C-7965-62BE-9AC61E83B843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7915C-FCF6-E019-10A6-B65C9A8DCF14}"/>
              </a:ext>
            </a:extLst>
          </p:cNvPr>
          <p:cNvSpPr txBox="1"/>
          <p:nvPr/>
        </p:nvSpPr>
        <p:spPr>
          <a:xfrm>
            <a:off x="1196726" y="1962040"/>
            <a:ext cx="5257083" cy="4190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Glenohumeral ligaments (x3 bands)</a:t>
            </a:r>
          </a:p>
          <a:p>
            <a:pPr>
              <a:lnSpc>
                <a:spcPct val="150000"/>
              </a:lnSpc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Coracohumeral ligament</a:t>
            </a:r>
          </a:p>
          <a:p>
            <a:pPr>
              <a:lnSpc>
                <a:spcPct val="150000"/>
              </a:lnSpc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Transverse humeral ligament</a:t>
            </a:r>
          </a:p>
          <a:p>
            <a:pPr>
              <a:lnSpc>
                <a:spcPct val="150000"/>
              </a:lnSpc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Acromioclavicular ligament</a:t>
            </a:r>
          </a:p>
          <a:p>
            <a:pPr>
              <a:lnSpc>
                <a:spcPct val="150000"/>
              </a:lnSpc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Coracoclavicular ligament</a:t>
            </a:r>
          </a:p>
          <a:p>
            <a:pPr>
              <a:lnSpc>
                <a:spcPct val="150000"/>
              </a:lnSpc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Articular capsule</a:t>
            </a:r>
          </a:p>
          <a:p>
            <a:pPr>
              <a:lnSpc>
                <a:spcPct val="150000"/>
              </a:lnSpc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Glenoid labrum </a:t>
            </a: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B2FED7A-B018-850D-1F31-44C43BE2B246}"/>
              </a:ext>
            </a:extLst>
          </p:cNvPr>
          <p:cNvSpPr/>
          <p:nvPr/>
        </p:nvSpPr>
        <p:spPr>
          <a:xfrm>
            <a:off x="914759" y="2133705"/>
            <a:ext cx="271813" cy="213169"/>
          </a:xfrm>
          <a:prstGeom prst="homePlat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A72EFD69-D279-E38E-7345-84A749A36478}"/>
              </a:ext>
            </a:extLst>
          </p:cNvPr>
          <p:cNvSpPr/>
          <p:nvPr/>
        </p:nvSpPr>
        <p:spPr>
          <a:xfrm>
            <a:off x="914759" y="2767574"/>
            <a:ext cx="271813" cy="213169"/>
          </a:xfrm>
          <a:prstGeom prst="homePlate">
            <a:avLst/>
          </a:prstGeom>
          <a:solidFill>
            <a:srgbClr val="D883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4D68BF13-9057-10B7-296C-2F9834BC7082}"/>
              </a:ext>
            </a:extLst>
          </p:cNvPr>
          <p:cNvSpPr/>
          <p:nvPr/>
        </p:nvSpPr>
        <p:spPr>
          <a:xfrm>
            <a:off x="924913" y="3376146"/>
            <a:ext cx="271813" cy="213169"/>
          </a:xfrm>
          <a:prstGeom prst="homePlat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95E7B858-7B75-13A5-C5F9-1108A6D0EF9B}"/>
              </a:ext>
            </a:extLst>
          </p:cNvPr>
          <p:cNvSpPr/>
          <p:nvPr/>
        </p:nvSpPr>
        <p:spPr>
          <a:xfrm>
            <a:off x="924913" y="4010015"/>
            <a:ext cx="271813" cy="213169"/>
          </a:xfrm>
          <a:prstGeom prst="homePlate">
            <a:avLst/>
          </a:prstGeom>
          <a:solidFill>
            <a:srgbClr val="FF8A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7D6EE085-95F2-8CB7-2C33-AF6089CB50A6}"/>
              </a:ext>
            </a:extLst>
          </p:cNvPr>
          <p:cNvSpPr/>
          <p:nvPr/>
        </p:nvSpPr>
        <p:spPr>
          <a:xfrm>
            <a:off x="924913" y="5203604"/>
            <a:ext cx="271813" cy="213169"/>
          </a:xfrm>
          <a:prstGeom prst="homePlat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6F61A8B5-B275-3EB4-0D47-FFF61D220ADC}"/>
              </a:ext>
            </a:extLst>
          </p:cNvPr>
          <p:cNvSpPr/>
          <p:nvPr/>
        </p:nvSpPr>
        <p:spPr>
          <a:xfrm>
            <a:off x="924913" y="5793929"/>
            <a:ext cx="271813" cy="213169"/>
          </a:xfrm>
          <a:prstGeom prst="homePlat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diagram of the shoulder joint&#10;&#10;Description automatically generated">
            <a:extLst>
              <a:ext uri="{FF2B5EF4-FFF2-40B4-BE49-F238E27FC236}">
                <a16:creationId xmlns:a16="http://schemas.microsoft.com/office/drawing/2014/main" id="{4798084D-C42B-B5CF-C8B4-207E0C82A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1570" y="1954312"/>
            <a:ext cx="5828286" cy="39826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23" name="Pentagon 22">
            <a:extLst>
              <a:ext uri="{FF2B5EF4-FFF2-40B4-BE49-F238E27FC236}">
                <a16:creationId xmlns:a16="http://schemas.microsoft.com/office/drawing/2014/main" id="{7A3CB45A-59B7-06B6-3FDC-60B2600AE0BE}"/>
              </a:ext>
            </a:extLst>
          </p:cNvPr>
          <p:cNvSpPr/>
          <p:nvPr/>
        </p:nvSpPr>
        <p:spPr>
          <a:xfrm>
            <a:off x="5683142" y="3551096"/>
            <a:ext cx="271813" cy="213169"/>
          </a:xfrm>
          <a:prstGeom prst="homePlate">
            <a:avLst/>
          </a:prstGeom>
          <a:solidFill>
            <a:srgbClr val="D883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77FEDF75-EE84-85B0-386B-6EBDA8096C84}"/>
              </a:ext>
            </a:extLst>
          </p:cNvPr>
          <p:cNvSpPr/>
          <p:nvPr/>
        </p:nvSpPr>
        <p:spPr>
          <a:xfrm>
            <a:off x="5697524" y="4448691"/>
            <a:ext cx="271813" cy="213169"/>
          </a:xfrm>
          <a:prstGeom prst="homePlat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entagon 24">
            <a:extLst>
              <a:ext uri="{FF2B5EF4-FFF2-40B4-BE49-F238E27FC236}">
                <a16:creationId xmlns:a16="http://schemas.microsoft.com/office/drawing/2014/main" id="{EC4CAB7D-04AC-86E9-5FAF-C7A098BFAA23}"/>
              </a:ext>
            </a:extLst>
          </p:cNvPr>
          <p:cNvSpPr/>
          <p:nvPr/>
        </p:nvSpPr>
        <p:spPr>
          <a:xfrm rot="5400000">
            <a:off x="7206360" y="1970382"/>
            <a:ext cx="271813" cy="213169"/>
          </a:xfrm>
          <a:prstGeom prst="homePlate">
            <a:avLst/>
          </a:prstGeom>
          <a:solidFill>
            <a:srgbClr val="FF8A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entagon 25">
            <a:extLst>
              <a:ext uri="{FF2B5EF4-FFF2-40B4-BE49-F238E27FC236}">
                <a16:creationId xmlns:a16="http://schemas.microsoft.com/office/drawing/2014/main" id="{1C922848-E3A3-3036-FE64-1FF1EB89DC6D}"/>
              </a:ext>
            </a:extLst>
          </p:cNvPr>
          <p:cNvSpPr/>
          <p:nvPr/>
        </p:nvSpPr>
        <p:spPr>
          <a:xfrm rot="16200000">
            <a:off x="8385761" y="5157372"/>
            <a:ext cx="271813" cy="213169"/>
          </a:xfrm>
          <a:prstGeom prst="homePlat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7D220-73D1-EC1D-E467-FD98F3556C10}"/>
              </a:ext>
            </a:extLst>
          </p:cNvPr>
          <p:cNvSpPr txBox="1"/>
          <p:nvPr/>
        </p:nvSpPr>
        <p:spPr>
          <a:xfrm>
            <a:off x="7902440" y="5365451"/>
            <a:ext cx="1610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001" sz="1600" dirty="0">
                <a:latin typeface="Arial" panose="020B0604020202020204" pitchFamily="34" charset="0"/>
                <a:cs typeface="Arial" panose="020B0604020202020204" pitchFamily="34" charset="0"/>
              </a:rPr>
              <a:t>Glenohumeral Ligaments</a:t>
            </a: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D6BC7C1E-B3E4-B3F1-FA5B-C87E9CC5AA9E}"/>
              </a:ext>
            </a:extLst>
          </p:cNvPr>
          <p:cNvSpPr/>
          <p:nvPr/>
        </p:nvSpPr>
        <p:spPr>
          <a:xfrm>
            <a:off x="935799" y="4604887"/>
            <a:ext cx="271813" cy="213169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CCF20EC7-2A8A-2BFB-3CC0-130DDB7D2858}"/>
              </a:ext>
            </a:extLst>
          </p:cNvPr>
          <p:cNvSpPr/>
          <p:nvPr/>
        </p:nvSpPr>
        <p:spPr>
          <a:xfrm rot="16200000">
            <a:off x="9919073" y="5691553"/>
            <a:ext cx="271813" cy="213169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8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30" y="520700"/>
            <a:ext cx="4314830" cy="70676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4158882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Glenohumeral ligaments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0AB940-991C-7965-62BE-9AC61E83B843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7915C-FCF6-E019-10A6-B65C9A8DCF14}"/>
              </a:ext>
            </a:extLst>
          </p:cNvPr>
          <p:cNvSpPr txBox="1"/>
          <p:nvPr/>
        </p:nvSpPr>
        <p:spPr>
          <a:xfrm>
            <a:off x="1196726" y="2144920"/>
            <a:ext cx="5169773" cy="4036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Clr>
                <a:srgbClr val="941100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Role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- to prevent external rotation and inferior/anterior translation of humeral head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Clr>
                <a:srgbClr val="00B05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Superior glenohumeral ligament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Clr>
                <a:srgbClr val="00B05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Mid glenohumeral ligament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Clr>
                <a:srgbClr val="00B05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Inferior glenohumeral ligament - 2 bands</a:t>
            </a:r>
          </a:p>
          <a:p>
            <a:pPr>
              <a:lnSpc>
                <a:spcPct val="150000"/>
              </a:lnSpc>
              <a:spcAft>
                <a:spcPts val="1200"/>
              </a:spcAft>
              <a:buClr>
                <a:srgbClr val="941100"/>
              </a:buClr>
              <a:buSzPct val="100000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1200"/>
              </a:spcAft>
              <a:buClr>
                <a:srgbClr val="941100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B2FED7A-B018-850D-1F31-44C43BE2B246}"/>
              </a:ext>
            </a:extLst>
          </p:cNvPr>
          <p:cNvSpPr/>
          <p:nvPr/>
        </p:nvSpPr>
        <p:spPr>
          <a:xfrm>
            <a:off x="914759" y="2316585"/>
            <a:ext cx="271813" cy="213169"/>
          </a:xfrm>
          <a:prstGeom prst="homePlat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close-up of a human shoulder&#10;&#10;Description automatically generated">
            <a:extLst>
              <a:ext uri="{FF2B5EF4-FFF2-40B4-BE49-F238E27FC236}">
                <a16:creationId xmlns:a16="http://schemas.microsoft.com/office/drawing/2014/main" id="{891C6101-C019-5528-4FA6-2A4F703A7A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802" b="4485"/>
          <a:stretch/>
        </p:blipFill>
        <p:spPr>
          <a:xfrm>
            <a:off x="6908426" y="494819"/>
            <a:ext cx="4614113" cy="36435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pic>
        <p:nvPicPr>
          <p:cNvPr id="29" name="Picture 28" descr="A bone with a blue object&#10;&#10;Description automatically generated with medium confidence">
            <a:extLst>
              <a:ext uri="{FF2B5EF4-FFF2-40B4-BE49-F238E27FC236}">
                <a16:creationId xmlns:a16="http://schemas.microsoft.com/office/drawing/2014/main" id="{1B52F37E-DC3F-FFB3-AB24-C400FEE43C1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658"/>
          <a:stretch/>
        </p:blipFill>
        <p:spPr>
          <a:xfrm>
            <a:off x="8917696" y="3868410"/>
            <a:ext cx="2854770" cy="24669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F2FBAD1-DA86-5EA9-DAA0-724B5B9239B4}"/>
              </a:ext>
            </a:extLst>
          </p:cNvPr>
          <p:cNvCxnSpPr>
            <a:cxnSpLocks/>
          </p:cNvCxnSpPr>
          <p:nvPr/>
        </p:nvCxnSpPr>
        <p:spPr>
          <a:xfrm>
            <a:off x="7241851" y="1313994"/>
            <a:ext cx="1643976" cy="897261"/>
          </a:xfrm>
          <a:prstGeom prst="line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8067F2B-6E93-325E-E258-D11DB598288F}"/>
              </a:ext>
            </a:extLst>
          </p:cNvPr>
          <p:cNvSpPr txBox="1"/>
          <p:nvPr/>
        </p:nvSpPr>
        <p:spPr>
          <a:xfrm>
            <a:off x="6557786" y="1188819"/>
            <a:ext cx="843501" cy="3077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001" sz="1400" dirty="0"/>
              <a:t>Superior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2A8651C-4AB5-E4A5-3EF6-8821D1B480FB}"/>
              </a:ext>
            </a:extLst>
          </p:cNvPr>
          <p:cNvCxnSpPr>
            <a:cxnSpLocks/>
          </p:cNvCxnSpPr>
          <p:nvPr/>
        </p:nvCxnSpPr>
        <p:spPr>
          <a:xfrm>
            <a:off x="7241851" y="2108507"/>
            <a:ext cx="1750352" cy="601517"/>
          </a:xfrm>
          <a:prstGeom prst="line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C98690C-8B2C-5CF5-6EFA-7514ADA92048}"/>
              </a:ext>
            </a:extLst>
          </p:cNvPr>
          <p:cNvCxnSpPr>
            <a:cxnSpLocks/>
          </p:cNvCxnSpPr>
          <p:nvPr/>
        </p:nvCxnSpPr>
        <p:spPr>
          <a:xfrm flipV="1">
            <a:off x="6991924" y="3170693"/>
            <a:ext cx="2000279" cy="1428327"/>
          </a:xfrm>
          <a:prstGeom prst="line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5302F35-8282-B8E0-D9B0-AFF072E8B50B}"/>
              </a:ext>
            </a:extLst>
          </p:cNvPr>
          <p:cNvCxnSpPr>
            <a:cxnSpLocks/>
          </p:cNvCxnSpPr>
          <p:nvPr/>
        </p:nvCxnSpPr>
        <p:spPr>
          <a:xfrm>
            <a:off x="7926032" y="5113921"/>
            <a:ext cx="1864812" cy="242516"/>
          </a:xfrm>
          <a:prstGeom prst="line">
            <a:avLst/>
          </a:prstGeom>
          <a:ln w="254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D727ADA-45EB-4B57-3B27-F5CB4977D294}"/>
              </a:ext>
            </a:extLst>
          </p:cNvPr>
          <p:cNvSpPr txBox="1"/>
          <p:nvPr/>
        </p:nvSpPr>
        <p:spPr>
          <a:xfrm>
            <a:off x="6806628" y="1918886"/>
            <a:ext cx="470000" cy="3077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001" sz="1400" dirty="0"/>
              <a:t>Mid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F3AA53-1E0D-85D6-8DE0-39B5DAFE89DA}"/>
              </a:ext>
            </a:extLst>
          </p:cNvPr>
          <p:cNvSpPr txBox="1"/>
          <p:nvPr/>
        </p:nvSpPr>
        <p:spPr>
          <a:xfrm>
            <a:off x="6593359" y="4391642"/>
            <a:ext cx="1423466" cy="5232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001" sz="1400" dirty="0"/>
              <a:t>Inferior</a:t>
            </a:r>
          </a:p>
          <a:p>
            <a:r>
              <a:rPr lang="en-001" sz="1400" dirty="0"/>
              <a:t>(anterior band)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A16018-DF94-0EFE-2218-B56AA6C4F385}"/>
              </a:ext>
            </a:extLst>
          </p:cNvPr>
          <p:cNvSpPr txBox="1"/>
          <p:nvPr/>
        </p:nvSpPr>
        <p:spPr>
          <a:xfrm>
            <a:off x="6593358" y="4906543"/>
            <a:ext cx="1423467" cy="30777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001" sz="1400" dirty="0"/>
              <a:t>(posterior band)</a:t>
            </a:r>
          </a:p>
        </p:txBody>
      </p:sp>
    </p:spTree>
    <p:extLst>
      <p:ext uri="{BB962C8B-B14F-4D97-AF65-F5344CB8AC3E}">
        <p14:creationId xmlns:p14="http://schemas.microsoft.com/office/powerpoint/2010/main" val="3989891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0AB940-991C-7965-62BE-9AC61E83B843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30" y="520700"/>
            <a:ext cx="2134338" cy="70676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1978390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Ligaments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57544-3B39-24F2-ADD6-1D7F88173C57}"/>
              </a:ext>
            </a:extLst>
          </p:cNvPr>
          <p:cNvSpPr txBox="1"/>
          <p:nvPr/>
        </p:nvSpPr>
        <p:spPr>
          <a:xfrm>
            <a:off x="1136766" y="2144920"/>
            <a:ext cx="525708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41100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Coracohumeral ligament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- strengthens superior part of joint capsule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- restricts post-inf shift of humeral head</a:t>
            </a:r>
          </a:p>
          <a:p>
            <a:pPr>
              <a:buClr>
                <a:srgbClr val="941100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41100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Transverse humeral ligament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- holds long head of biceps brachii tendon</a:t>
            </a:r>
          </a:p>
          <a:p>
            <a:pPr>
              <a:buClr>
                <a:srgbClr val="941100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41100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Acromioclavicular ligament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- horizontal stability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  - prevents superior dislocation of AC joint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7D0C9ADF-BBF7-1712-B8DA-4C154A1DBE60}"/>
              </a:ext>
            </a:extLst>
          </p:cNvPr>
          <p:cNvSpPr/>
          <p:nvPr/>
        </p:nvSpPr>
        <p:spPr>
          <a:xfrm>
            <a:off x="854799" y="2211655"/>
            <a:ext cx="271813" cy="213169"/>
          </a:xfrm>
          <a:prstGeom prst="homePlate">
            <a:avLst/>
          </a:prstGeom>
          <a:solidFill>
            <a:srgbClr val="D883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C2EE771F-B8C6-F9CF-065F-CA1C9FCD771E}"/>
              </a:ext>
            </a:extLst>
          </p:cNvPr>
          <p:cNvSpPr/>
          <p:nvPr/>
        </p:nvSpPr>
        <p:spPr>
          <a:xfrm>
            <a:off x="864953" y="3463134"/>
            <a:ext cx="271813" cy="213169"/>
          </a:xfrm>
          <a:prstGeom prst="homePlat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D5A4E7DF-88DD-35A0-684A-B3960AB7C7CE}"/>
              </a:ext>
            </a:extLst>
          </p:cNvPr>
          <p:cNvSpPr/>
          <p:nvPr/>
        </p:nvSpPr>
        <p:spPr>
          <a:xfrm>
            <a:off x="864953" y="4367745"/>
            <a:ext cx="271813" cy="213169"/>
          </a:xfrm>
          <a:prstGeom prst="homePlate">
            <a:avLst/>
          </a:prstGeom>
          <a:solidFill>
            <a:srgbClr val="FF8AD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68365B-5B6F-9B23-262F-9256E0001C5C}"/>
              </a:ext>
            </a:extLst>
          </p:cNvPr>
          <p:cNvGrpSpPr/>
          <p:nvPr/>
        </p:nvGrpSpPr>
        <p:grpSpPr>
          <a:xfrm>
            <a:off x="6363661" y="793980"/>
            <a:ext cx="5257083" cy="5746349"/>
            <a:chOff x="6363661" y="793980"/>
            <a:chExt cx="5257083" cy="5746349"/>
          </a:xfrm>
        </p:grpSpPr>
        <p:sp>
          <p:nvSpPr>
            <p:cNvPr id="175" name="Rounded Rectangle 174">
              <a:extLst>
                <a:ext uri="{FF2B5EF4-FFF2-40B4-BE49-F238E27FC236}">
                  <a16:creationId xmlns:a16="http://schemas.microsoft.com/office/drawing/2014/main" id="{2DD42752-C693-B449-DADC-D975CA793121}"/>
                </a:ext>
              </a:extLst>
            </p:cNvPr>
            <p:cNvSpPr/>
            <p:nvPr/>
          </p:nvSpPr>
          <p:spPr>
            <a:xfrm>
              <a:off x="6363661" y="793980"/>
              <a:ext cx="5257083" cy="5746349"/>
            </a:xfrm>
            <a:prstGeom prst="roundRect">
              <a:avLst>
                <a:gd name="adj" fmla="val 7933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p:pic>
          <p:nvPicPr>
            <p:cNvPr id="21" name="Picture 20" descr="A diagram of the shoulder joint&#10;&#10;Description automatically generated">
              <a:extLst>
                <a:ext uri="{FF2B5EF4-FFF2-40B4-BE49-F238E27FC236}">
                  <a16:creationId xmlns:a16="http://schemas.microsoft.com/office/drawing/2014/main" id="{9CCE3899-5F50-2160-27A9-38726363B8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539" r="45693" b="30666"/>
            <a:stretch/>
          </p:blipFill>
          <p:spPr>
            <a:xfrm>
              <a:off x="6605432" y="868930"/>
              <a:ext cx="4977201" cy="5640611"/>
            </a:xfrm>
            <a:prstGeom prst="roundRect">
              <a:avLst>
                <a:gd name="adj" fmla="val 7029"/>
              </a:avLst>
            </a:prstGeom>
          </p:spPr>
        </p:pic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22512D79-68C6-6770-258F-73295CBEC3B3}"/>
                </a:ext>
              </a:extLst>
            </p:cNvPr>
            <p:cNvSpPr/>
            <p:nvPr/>
          </p:nvSpPr>
          <p:spPr>
            <a:xfrm>
              <a:off x="6558086" y="4011759"/>
              <a:ext cx="1174036" cy="841595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F3ACD6EF-11D7-A680-FE42-5F051CC90D3B}"/>
                </a:ext>
              </a:extLst>
            </p:cNvPr>
            <p:cNvSpPr/>
            <p:nvPr/>
          </p:nvSpPr>
          <p:spPr>
            <a:xfrm>
              <a:off x="8106545" y="1780394"/>
              <a:ext cx="1533886" cy="639249"/>
            </a:xfrm>
            <a:prstGeom prst="roundRect">
              <a:avLst/>
            </a:prstGeom>
            <a:noFill/>
            <a:ln w="28575">
              <a:solidFill>
                <a:srgbClr val="D88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517215A-A8D6-8388-1653-0FA78D21522C}"/>
                </a:ext>
              </a:extLst>
            </p:cNvPr>
            <p:cNvSpPr/>
            <p:nvPr/>
          </p:nvSpPr>
          <p:spPr>
            <a:xfrm>
              <a:off x="9764857" y="1448972"/>
              <a:ext cx="914400" cy="2391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4C9CC49A-A0F5-CD33-4493-0752B635DC73}"/>
                </a:ext>
              </a:extLst>
            </p:cNvPr>
            <p:cNvSpPr/>
            <p:nvPr/>
          </p:nvSpPr>
          <p:spPr>
            <a:xfrm>
              <a:off x="8915605" y="1147665"/>
              <a:ext cx="2535530" cy="301307"/>
            </a:xfrm>
            <a:prstGeom prst="roundRect">
              <a:avLst/>
            </a:prstGeom>
            <a:noFill/>
            <a:ln w="28575">
              <a:solidFill>
                <a:srgbClr val="FF8AD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F2FBAD1-DA86-5EA9-DAA0-724B5B9239B4}"/>
                </a:ext>
              </a:extLst>
            </p:cNvPr>
            <p:cNvCxnSpPr>
              <a:cxnSpLocks/>
            </p:cNvCxnSpPr>
            <p:nvPr/>
          </p:nvCxnSpPr>
          <p:spPr>
            <a:xfrm>
              <a:off x="10257042" y="1467746"/>
              <a:ext cx="0" cy="850493"/>
            </a:xfrm>
            <a:prstGeom prst="line">
              <a:avLst/>
            </a:prstGeom>
            <a:ln w="25400"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4095221-B6FC-9823-B231-3B9757806106}"/>
                </a:ext>
              </a:extLst>
            </p:cNvPr>
            <p:cNvCxnSpPr>
              <a:cxnSpLocks/>
            </p:cNvCxnSpPr>
            <p:nvPr/>
          </p:nvCxnSpPr>
          <p:spPr>
            <a:xfrm>
              <a:off x="9052230" y="2439805"/>
              <a:ext cx="0" cy="747435"/>
            </a:xfrm>
            <a:prstGeom prst="line">
              <a:avLst/>
            </a:prstGeom>
            <a:ln w="25400"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79F8713-B090-F122-4FE6-B7AD41FC70C2}"/>
                </a:ext>
              </a:extLst>
            </p:cNvPr>
            <p:cNvCxnSpPr>
              <a:cxnSpLocks/>
            </p:cNvCxnSpPr>
            <p:nvPr/>
          </p:nvCxnSpPr>
          <p:spPr>
            <a:xfrm>
              <a:off x="7769980" y="4296689"/>
              <a:ext cx="959049" cy="0"/>
            </a:xfrm>
            <a:prstGeom prst="line">
              <a:avLst/>
            </a:prstGeom>
            <a:ln w="25400"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598F706-AF65-ABAD-16E7-B0E9AE691F8E}"/>
                </a:ext>
              </a:extLst>
            </p:cNvPr>
            <p:cNvSpPr/>
            <p:nvPr/>
          </p:nvSpPr>
          <p:spPr>
            <a:xfrm>
              <a:off x="10212742" y="6162261"/>
              <a:ext cx="72887" cy="3472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AA0AF1-677B-D141-176B-8AB6C7487A4D}"/>
                    </a:ext>
                  </a:extLst>
                </p14:cNvPr>
                <p14:cNvContentPartPr/>
                <p14:nvPr/>
              </p14:nvContentPartPr>
              <p14:xfrm>
                <a:off x="10235901" y="6047843"/>
                <a:ext cx="5040" cy="90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AA0AF1-677B-D141-176B-8AB6C7487A4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217901" y="6029771"/>
                  <a:ext cx="40680" cy="125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823419C-B4CF-A4FA-AA33-C4B8C01520A0}"/>
                    </a:ext>
                  </a:extLst>
                </p14:cNvPr>
                <p14:cNvContentPartPr/>
                <p14:nvPr/>
              </p14:nvContentPartPr>
              <p14:xfrm>
                <a:off x="11373607" y="4657965"/>
                <a:ext cx="189360" cy="41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823419C-B4CF-A4FA-AA33-C4B8C01520A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355641" y="4639807"/>
                  <a:ext cx="224932" cy="773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E658681-E818-EA55-6A8E-691AA9154978}"/>
                    </a:ext>
                  </a:extLst>
                </p14:cNvPr>
                <p14:cNvContentPartPr/>
                <p14:nvPr/>
              </p14:nvContentPartPr>
              <p14:xfrm>
                <a:off x="10773327" y="4490630"/>
                <a:ext cx="143280" cy="30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E658681-E818-EA55-6A8E-691AA915497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55327" y="4472630"/>
                  <a:ext cx="178920" cy="662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74E8FE4-8F9B-2979-D677-CB2C66A9F0F4}"/>
                </a:ext>
              </a:extLst>
            </p:cNvPr>
            <p:cNvGrpSpPr/>
            <p:nvPr/>
          </p:nvGrpSpPr>
          <p:grpSpPr>
            <a:xfrm>
              <a:off x="10916441" y="4539296"/>
              <a:ext cx="417960" cy="106920"/>
              <a:chOff x="10376861" y="4536220"/>
              <a:chExt cx="417960" cy="106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543DCB29-9D4F-4C32-A9C3-53F2FAB29F69}"/>
                      </a:ext>
                    </a:extLst>
                  </p14:cNvPr>
                  <p14:cNvContentPartPr/>
                  <p14:nvPr/>
                </p14:nvContentPartPr>
                <p14:xfrm>
                  <a:off x="10376861" y="4536220"/>
                  <a:ext cx="417960" cy="106920"/>
                </p14:xfrm>
              </p:contentPart>
            </mc:Choice>
            <mc:Fallback xmlns=""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543DCB29-9D4F-4C32-A9C3-53F2FAB29F69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358845" y="4518220"/>
                    <a:ext cx="453631" cy="142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F600D1AD-0678-5526-79DA-C1816A1ECD52}"/>
                      </a:ext>
                    </a:extLst>
                  </p14:cNvPr>
                  <p14:cNvContentPartPr/>
                  <p14:nvPr/>
                </p14:nvContentPartPr>
                <p14:xfrm>
                  <a:off x="10676021" y="4624910"/>
                  <a:ext cx="5760" cy="1080"/>
                </p14:xfrm>
              </p:contentPart>
            </mc:Choice>
            <mc:Fallback xmlns="">
              <p:pic>
                <p:nvPicPr>
                  <p:cNvPr id="48" name="Ink 47">
                    <a:extLst>
                      <a:ext uri="{FF2B5EF4-FFF2-40B4-BE49-F238E27FC236}">
                        <a16:creationId xmlns:a16="http://schemas.microsoft.com/office/drawing/2014/main" id="{F600D1AD-0678-5526-79DA-C1816A1ECD52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0658021" y="4606910"/>
                    <a:ext cx="41400" cy="36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49" name="Ink 48">
                    <a:extLst>
                      <a:ext uri="{FF2B5EF4-FFF2-40B4-BE49-F238E27FC236}">
                        <a16:creationId xmlns:a16="http://schemas.microsoft.com/office/drawing/2014/main" id="{09E49DBC-787A-0228-3800-F57F9572DDA9}"/>
                      </a:ext>
                    </a:extLst>
                  </p14:cNvPr>
                  <p14:cNvContentPartPr/>
                  <p14:nvPr/>
                </p14:nvContentPartPr>
                <p14:xfrm>
                  <a:off x="10638581" y="4621310"/>
                  <a:ext cx="9000" cy="2160"/>
                </p14:xfrm>
              </p:contentPart>
            </mc:Choice>
            <mc:Fallback xmlns="">
              <p:pic>
                <p:nvPicPr>
                  <p:cNvPr id="49" name="Ink 48">
                    <a:extLst>
                      <a:ext uri="{FF2B5EF4-FFF2-40B4-BE49-F238E27FC236}">
                        <a16:creationId xmlns:a16="http://schemas.microsoft.com/office/drawing/2014/main" id="{09E49DBC-787A-0228-3800-F57F9572DDA9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0620581" y="4603310"/>
                    <a:ext cx="44640" cy="37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50" name="Ink 49">
                    <a:extLst>
                      <a:ext uri="{FF2B5EF4-FFF2-40B4-BE49-F238E27FC236}">
                        <a16:creationId xmlns:a16="http://schemas.microsoft.com/office/drawing/2014/main" id="{A16D5D22-7151-E6E1-C8F0-5E34216CAED5}"/>
                      </a:ext>
                    </a:extLst>
                  </p14:cNvPr>
                  <p14:cNvContentPartPr/>
                  <p14:nvPr/>
                </p14:nvContentPartPr>
                <p14:xfrm>
                  <a:off x="10524821" y="4584590"/>
                  <a:ext cx="360" cy="360"/>
                </p14:xfrm>
              </p:contentPart>
            </mc:Choice>
            <mc:Fallback xmlns="">
              <p:pic>
                <p:nvPicPr>
                  <p:cNvPr id="50" name="Ink 49">
                    <a:extLst>
                      <a:ext uri="{FF2B5EF4-FFF2-40B4-BE49-F238E27FC236}">
                        <a16:creationId xmlns:a16="http://schemas.microsoft.com/office/drawing/2014/main" id="{A16D5D22-7151-E6E1-C8F0-5E34216CAED5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10507181" y="456695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52" name="Ink 51">
                    <a:extLst>
                      <a:ext uri="{FF2B5EF4-FFF2-40B4-BE49-F238E27FC236}">
                        <a16:creationId xmlns:a16="http://schemas.microsoft.com/office/drawing/2014/main" id="{BC8470C3-B785-9738-58A3-B46006AFEF71}"/>
                      </a:ext>
                    </a:extLst>
                  </p14:cNvPr>
                  <p14:cNvContentPartPr/>
                  <p14:nvPr/>
                </p14:nvContentPartPr>
                <p14:xfrm>
                  <a:off x="10552901" y="4589270"/>
                  <a:ext cx="360" cy="360"/>
                </p14:xfrm>
              </p:contentPart>
            </mc:Choice>
            <mc:Fallback xmlns="">
              <p:pic>
                <p:nvPicPr>
                  <p:cNvPr id="52" name="Ink 51">
                    <a:extLst>
                      <a:ext uri="{FF2B5EF4-FFF2-40B4-BE49-F238E27FC236}">
                        <a16:creationId xmlns:a16="http://schemas.microsoft.com/office/drawing/2014/main" id="{BC8470C3-B785-9738-58A3-B46006AFEF71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10534901" y="457163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C541FD0-DA4A-9D7B-1D5A-F89A619D4398}"/>
                </a:ext>
              </a:extLst>
            </p:cNvPr>
            <p:cNvGrpSpPr/>
            <p:nvPr/>
          </p:nvGrpSpPr>
          <p:grpSpPr>
            <a:xfrm>
              <a:off x="10822221" y="4513016"/>
              <a:ext cx="129960" cy="7920"/>
              <a:chOff x="10274261" y="4496390"/>
              <a:chExt cx="129960" cy="7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355066EB-951A-35A8-A7E3-46F3C14AC7D5}"/>
                      </a:ext>
                    </a:extLst>
                  </p14:cNvPr>
                  <p14:cNvContentPartPr/>
                  <p14:nvPr/>
                </p14:nvContentPartPr>
                <p14:xfrm>
                  <a:off x="10328981" y="4498910"/>
                  <a:ext cx="75240" cy="5400"/>
                </p14:xfrm>
              </p:contentPart>
            </mc:Choice>
            <mc:Fallback xmlns=""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355066EB-951A-35A8-A7E3-46F3C14AC7D5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10311341" y="4480910"/>
                    <a:ext cx="110880" cy="41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43558D0B-1BFD-187A-554C-6675CBF4453E}"/>
                      </a:ext>
                    </a:extLst>
                  </p14:cNvPr>
                  <p14:cNvContentPartPr/>
                  <p14:nvPr/>
                </p14:nvContentPartPr>
                <p14:xfrm>
                  <a:off x="10322501" y="4497470"/>
                  <a:ext cx="360" cy="360"/>
                </p14:xfrm>
              </p:contentPart>
            </mc:Choice>
            <mc:Fallback xmlns=""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43558D0B-1BFD-187A-554C-6675CBF4453E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10304501" y="447947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56" name="Ink 55">
                    <a:extLst>
                      <a:ext uri="{FF2B5EF4-FFF2-40B4-BE49-F238E27FC236}">
                        <a16:creationId xmlns:a16="http://schemas.microsoft.com/office/drawing/2014/main" id="{AF952270-F6C5-806B-E474-5BC5D1D1F91F}"/>
                      </a:ext>
                    </a:extLst>
                  </p14:cNvPr>
                  <p14:cNvContentPartPr/>
                  <p14:nvPr/>
                </p14:nvContentPartPr>
                <p14:xfrm>
                  <a:off x="10278941" y="4497110"/>
                  <a:ext cx="360" cy="360"/>
                </p14:xfrm>
              </p:contentPart>
            </mc:Choice>
            <mc:Fallback xmlns="">
              <p:pic>
                <p:nvPicPr>
                  <p:cNvPr id="56" name="Ink 55">
                    <a:extLst>
                      <a:ext uri="{FF2B5EF4-FFF2-40B4-BE49-F238E27FC236}">
                        <a16:creationId xmlns:a16="http://schemas.microsoft.com/office/drawing/2014/main" id="{AF952270-F6C5-806B-E474-5BC5D1D1F91F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10261301" y="447947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57" name="Ink 56">
                    <a:extLst>
                      <a:ext uri="{FF2B5EF4-FFF2-40B4-BE49-F238E27FC236}">
                        <a16:creationId xmlns:a16="http://schemas.microsoft.com/office/drawing/2014/main" id="{F8816356-2307-F702-AA54-411018EEFCE8}"/>
                      </a:ext>
                    </a:extLst>
                  </p14:cNvPr>
                  <p14:cNvContentPartPr/>
                  <p14:nvPr/>
                </p14:nvContentPartPr>
                <p14:xfrm>
                  <a:off x="10274261" y="4496390"/>
                  <a:ext cx="360" cy="360"/>
                </p14:xfrm>
              </p:contentPart>
            </mc:Choice>
            <mc:Fallback xmlns="">
              <p:pic>
                <p:nvPicPr>
                  <p:cNvPr id="57" name="Ink 56">
                    <a:extLst>
                      <a:ext uri="{FF2B5EF4-FFF2-40B4-BE49-F238E27FC236}">
                        <a16:creationId xmlns:a16="http://schemas.microsoft.com/office/drawing/2014/main" id="{F8816356-2307-F702-AA54-411018EEFCE8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10256261" y="447839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EEB1230-21B8-287B-372E-86A39E4770C4}"/>
                    </a:ext>
                  </a:extLst>
                </p14:cNvPr>
                <p14:cNvContentPartPr/>
                <p14:nvPr/>
              </p14:nvContentPartPr>
              <p14:xfrm>
                <a:off x="10755327" y="4531670"/>
                <a:ext cx="14760" cy="1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EEB1230-21B8-287B-372E-86A39E4770C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737327" y="4513670"/>
                  <a:ext cx="50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0048819-0FF4-CC8D-AE4B-6C50E0CEE2CB}"/>
                    </a:ext>
                  </a:extLst>
                </p14:cNvPr>
                <p14:cNvContentPartPr/>
                <p14:nvPr/>
              </p14:nvContentPartPr>
              <p14:xfrm>
                <a:off x="10807527" y="4526630"/>
                <a:ext cx="4320" cy="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0048819-0FF4-CC8D-AE4B-6C50E0CEE2C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789527" y="4508630"/>
                  <a:ext cx="39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A4F4417-C28A-A8F2-174B-2A268807C1E9}"/>
                    </a:ext>
                  </a:extLst>
                </p14:cNvPr>
                <p14:cNvContentPartPr/>
                <p14:nvPr/>
              </p14:nvContentPartPr>
              <p14:xfrm>
                <a:off x="10817967" y="4526630"/>
                <a:ext cx="14760" cy="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A4F4417-C28A-A8F2-174B-2A268807C1E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799517" y="4490630"/>
                  <a:ext cx="51291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8C1934C-B00D-4847-3B7D-DEEED95135CD}"/>
                    </a:ext>
                  </a:extLst>
                </p14:cNvPr>
                <p14:cNvContentPartPr/>
                <p14:nvPr/>
              </p14:nvContentPartPr>
              <p14:xfrm>
                <a:off x="10861887" y="4525910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8C1934C-B00D-4847-3B7D-DEEED95135C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843887" y="450791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37B2E90-80A7-F877-713E-7473D0319943}"/>
                    </a:ext>
                  </a:extLst>
                </p14:cNvPr>
                <p14:cNvContentPartPr/>
                <p14:nvPr/>
              </p14:nvContentPartPr>
              <p14:xfrm>
                <a:off x="10784847" y="4511510"/>
                <a:ext cx="11160" cy="3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37B2E90-80A7-F877-713E-7473D031994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767409" y="4493510"/>
                  <a:ext cx="45686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99DC2D9-41BB-9BA7-9032-C0EB684D932F}"/>
                    </a:ext>
                  </a:extLst>
                </p14:cNvPr>
                <p14:cNvContentPartPr/>
                <p14:nvPr/>
              </p14:nvContentPartPr>
              <p14:xfrm>
                <a:off x="10760727" y="4506830"/>
                <a:ext cx="6480" cy="1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99DC2D9-41BB-9BA7-9032-C0EB684D932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742727" y="4488830"/>
                  <a:ext cx="421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5DABC6F-61A3-2D8F-3BE9-E589152CDB90}"/>
                    </a:ext>
                  </a:extLst>
                </p14:cNvPr>
                <p14:cNvContentPartPr/>
                <p14:nvPr/>
              </p14:nvContentPartPr>
              <p14:xfrm>
                <a:off x="10745767" y="4482545"/>
                <a:ext cx="6480" cy="1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5DABC6F-61A3-2D8F-3BE9-E589152CDB9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727767" y="4464545"/>
                  <a:ext cx="421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E1030AD-8040-65EB-C114-EF131AEA93CA}"/>
                    </a:ext>
                  </a:extLst>
                </p14:cNvPr>
                <p14:cNvContentPartPr/>
                <p14:nvPr/>
              </p14:nvContentPartPr>
              <p14:xfrm>
                <a:off x="10785927" y="4489910"/>
                <a:ext cx="17280" cy="1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E1030AD-8040-65EB-C114-EF131AEA93C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767544" y="4471910"/>
                  <a:ext cx="53678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AC0C4D9-32A0-BFC8-C839-BBAF15D64E1C}"/>
                    </a:ext>
                  </a:extLst>
                </p14:cNvPr>
                <p14:cNvContentPartPr/>
                <p14:nvPr/>
              </p14:nvContentPartPr>
              <p14:xfrm>
                <a:off x="10811127" y="4488830"/>
                <a:ext cx="11160" cy="1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AC0C4D9-32A0-BFC8-C839-BBAF15D64E1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793127" y="4470830"/>
                  <a:ext cx="46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8D981B0-CB41-C411-7790-F9F6F716DB4A}"/>
                    </a:ext>
                  </a:extLst>
                </p14:cNvPr>
                <p14:cNvContentPartPr/>
                <p14:nvPr/>
              </p14:nvContentPartPr>
              <p14:xfrm>
                <a:off x="10725801" y="2722765"/>
                <a:ext cx="37080" cy="1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8D981B0-CB41-C411-7790-F9F6F716DB4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707801" y="2704765"/>
                  <a:ext cx="72720" cy="374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F2AD0DBF-831F-53CA-5BE9-F90B3EC4EB40}"/>
                </a:ext>
              </a:extLst>
            </p:cNvPr>
            <p:cNvGrpSpPr/>
            <p:nvPr/>
          </p:nvGrpSpPr>
          <p:grpSpPr>
            <a:xfrm>
              <a:off x="10681811" y="2630605"/>
              <a:ext cx="103680" cy="98640"/>
              <a:chOff x="10148975" y="2630605"/>
              <a:chExt cx="103680" cy="98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6">
                <p14:nvContentPartPr>
                  <p14:cNvPr id="76" name="Ink 75">
                    <a:extLst>
                      <a:ext uri="{FF2B5EF4-FFF2-40B4-BE49-F238E27FC236}">
                        <a16:creationId xmlns:a16="http://schemas.microsoft.com/office/drawing/2014/main" id="{15283EA1-66EB-712D-8D0E-282E33267FAE}"/>
                      </a:ext>
                    </a:extLst>
                  </p14:cNvPr>
                  <p14:cNvContentPartPr/>
                  <p14:nvPr/>
                </p14:nvContentPartPr>
                <p14:xfrm>
                  <a:off x="10148975" y="2718085"/>
                  <a:ext cx="60480" cy="5040"/>
                </p14:xfrm>
              </p:contentPart>
            </mc:Choice>
            <mc:Fallback xmlns="">
              <p:pic>
                <p:nvPicPr>
                  <p:cNvPr id="76" name="Ink 75">
                    <a:extLst>
                      <a:ext uri="{FF2B5EF4-FFF2-40B4-BE49-F238E27FC236}">
                        <a16:creationId xmlns:a16="http://schemas.microsoft.com/office/drawing/2014/main" id="{15283EA1-66EB-712D-8D0E-282E33267FAE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10130975" y="2700085"/>
                    <a:ext cx="96120" cy="40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8">
                <p14:nvContentPartPr>
                  <p14:cNvPr id="77" name="Ink 76">
                    <a:extLst>
                      <a:ext uri="{FF2B5EF4-FFF2-40B4-BE49-F238E27FC236}">
                        <a16:creationId xmlns:a16="http://schemas.microsoft.com/office/drawing/2014/main" id="{225C3857-AB4F-4E27-22BF-2E00FA9737F7}"/>
                      </a:ext>
                    </a:extLst>
                  </p14:cNvPr>
                  <p14:cNvContentPartPr/>
                  <p14:nvPr/>
                </p14:nvContentPartPr>
                <p14:xfrm>
                  <a:off x="10184615" y="2719885"/>
                  <a:ext cx="29880" cy="9360"/>
                </p14:xfrm>
              </p:contentPart>
            </mc:Choice>
            <mc:Fallback xmlns=""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225C3857-AB4F-4E27-22BF-2E00FA9737F7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10166975" y="2701885"/>
                    <a:ext cx="65520" cy="45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">
                <p14:nvContentPartPr>
                  <p14:cNvPr id="78" name="Ink 77">
                    <a:extLst>
                      <a:ext uri="{FF2B5EF4-FFF2-40B4-BE49-F238E27FC236}">
                        <a16:creationId xmlns:a16="http://schemas.microsoft.com/office/drawing/2014/main" id="{856E75F4-0C64-43E6-1660-5E7E8279CABD}"/>
                      </a:ext>
                    </a:extLst>
                  </p14:cNvPr>
                  <p14:cNvContentPartPr/>
                  <p14:nvPr/>
                </p14:nvContentPartPr>
                <p14:xfrm>
                  <a:off x="10236095" y="2655085"/>
                  <a:ext cx="360" cy="360"/>
                </p14:xfrm>
              </p:contentPart>
            </mc:Choice>
            <mc:Fallback xmlns="">
              <p:pic>
                <p:nvPicPr>
                  <p:cNvPr id="78" name="Ink 77">
                    <a:extLst>
                      <a:ext uri="{FF2B5EF4-FFF2-40B4-BE49-F238E27FC236}">
                        <a16:creationId xmlns:a16="http://schemas.microsoft.com/office/drawing/2014/main" id="{856E75F4-0C64-43E6-1660-5E7E8279CABD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10218095" y="263744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AE849477-6E92-78D9-1F45-279D2F498BCD}"/>
                      </a:ext>
                    </a:extLst>
                  </p14:cNvPr>
                  <p14:cNvContentPartPr/>
                  <p14:nvPr/>
                </p14:nvContentPartPr>
                <p14:xfrm>
                  <a:off x="10199735" y="2678845"/>
                  <a:ext cx="360" cy="360"/>
                </p14:xfrm>
              </p:contentPart>
            </mc:Choice>
            <mc:Fallback xmlns=""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AE849477-6E92-78D9-1F45-279D2F498BCD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10181735" y="266120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E7C17417-42FA-7B34-0D2E-127D59410185}"/>
                      </a:ext>
                    </a:extLst>
                  </p14:cNvPr>
                  <p14:cNvContentPartPr/>
                  <p14:nvPr/>
                </p14:nvContentPartPr>
                <p14:xfrm>
                  <a:off x="10201175" y="2690005"/>
                  <a:ext cx="9000" cy="2520"/>
                </p14:xfrm>
              </p:contentPart>
            </mc:Choice>
            <mc:Fallback xmlns=""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E7C17417-42FA-7B34-0D2E-127D59410185}"/>
                      </a:ext>
                    </a:extLst>
                  </p:cNvPr>
                  <p:cNvPicPr/>
                  <p:nvPr/>
                </p:nvPicPr>
                <p:blipFill>
                  <a:blip r:embed="rId53"/>
                  <a:stretch>
                    <a:fillRect/>
                  </a:stretch>
                </p:blipFill>
                <p:spPr>
                  <a:xfrm>
                    <a:off x="10183535" y="2672005"/>
                    <a:ext cx="44640" cy="38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4">
                <p14:nvContentPartPr>
                  <p14:cNvPr id="81" name="Ink 80">
                    <a:extLst>
                      <a:ext uri="{FF2B5EF4-FFF2-40B4-BE49-F238E27FC236}">
                        <a16:creationId xmlns:a16="http://schemas.microsoft.com/office/drawing/2014/main" id="{4966895F-45BE-518D-53AD-EE1516AAACF0}"/>
                      </a:ext>
                    </a:extLst>
                  </p14:cNvPr>
                  <p14:cNvContentPartPr/>
                  <p14:nvPr/>
                </p14:nvContentPartPr>
                <p14:xfrm>
                  <a:off x="10236455" y="2637445"/>
                  <a:ext cx="3960" cy="3960"/>
                </p14:xfrm>
              </p:contentPart>
            </mc:Choice>
            <mc:Fallback xmlns="">
              <p:pic>
                <p:nvPicPr>
                  <p:cNvPr id="81" name="Ink 80">
                    <a:extLst>
                      <a:ext uri="{FF2B5EF4-FFF2-40B4-BE49-F238E27FC236}">
                        <a16:creationId xmlns:a16="http://schemas.microsoft.com/office/drawing/2014/main" id="{4966895F-45BE-518D-53AD-EE1516AAACF0}"/>
                      </a:ext>
                    </a:extLst>
                  </p:cNvPr>
                  <p:cNvPicPr/>
                  <p:nvPr/>
                </p:nvPicPr>
                <p:blipFill>
                  <a:blip r:embed="rId55"/>
                  <a:stretch>
                    <a:fillRect/>
                  </a:stretch>
                </p:blipFill>
                <p:spPr>
                  <a:xfrm>
                    <a:off x="10218815" y="2619445"/>
                    <a:ext cx="39600" cy="39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6">
                <p14:nvContentPartPr>
                  <p14:cNvPr id="82" name="Ink 81">
                    <a:extLst>
                      <a:ext uri="{FF2B5EF4-FFF2-40B4-BE49-F238E27FC236}">
                        <a16:creationId xmlns:a16="http://schemas.microsoft.com/office/drawing/2014/main" id="{D218D4F5-BD2B-0934-325E-736CF53ECB37}"/>
                      </a:ext>
                    </a:extLst>
                  </p14:cNvPr>
                  <p14:cNvContentPartPr/>
                  <p14:nvPr/>
                </p14:nvContentPartPr>
                <p14:xfrm>
                  <a:off x="10252295" y="2630605"/>
                  <a:ext cx="360" cy="360"/>
                </p14:xfrm>
              </p:contentPart>
            </mc:Choice>
            <mc:Fallback xmlns="">
              <p:pic>
                <p:nvPicPr>
                  <p:cNvPr id="82" name="Ink 81">
                    <a:extLst>
                      <a:ext uri="{FF2B5EF4-FFF2-40B4-BE49-F238E27FC236}">
                        <a16:creationId xmlns:a16="http://schemas.microsoft.com/office/drawing/2014/main" id="{D218D4F5-BD2B-0934-325E-736CF53ECB37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10234655" y="261260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A3C1D0D6-6A7C-1058-BD05-99228B037AD9}"/>
                </a:ext>
              </a:extLst>
            </p:cNvPr>
            <p:cNvGrpSpPr/>
            <p:nvPr/>
          </p:nvGrpSpPr>
          <p:grpSpPr>
            <a:xfrm>
              <a:off x="10800676" y="2497405"/>
              <a:ext cx="89280" cy="88920"/>
              <a:chOff x="10271015" y="2497405"/>
              <a:chExt cx="89280" cy="88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7">
                <p14:nvContentPartPr>
                  <p14:cNvPr id="84" name="Ink 83">
                    <a:extLst>
                      <a:ext uri="{FF2B5EF4-FFF2-40B4-BE49-F238E27FC236}">
                        <a16:creationId xmlns:a16="http://schemas.microsoft.com/office/drawing/2014/main" id="{5AD93654-4A3C-38AD-98D3-CB188ABC69EE}"/>
                      </a:ext>
                    </a:extLst>
                  </p14:cNvPr>
                  <p14:cNvContentPartPr/>
                  <p14:nvPr/>
                </p14:nvContentPartPr>
                <p14:xfrm>
                  <a:off x="10282895" y="2583805"/>
                  <a:ext cx="360" cy="360"/>
                </p14:xfrm>
              </p:contentPart>
            </mc:Choice>
            <mc:Fallback xmlns=""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5AD93654-4A3C-38AD-98D3-CB188ABC69EE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10264895" y="256580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C679683E-1E4E-E966-1106-7F7FCDA2B020}"/>
                      </a:ext>
                    </a:extLst>
                  </p14:cNvPr>
                  <p14:cNvContentPartPr/>
                  <p14:nvPr/>
                </p14:nvContentPartPr>
                <p14:xfrm>
                  <a:off x="10271015" y="2585965"/>
                  <a:ext cx="360" cy="360"/>
                </p14:xfrm>
              </p:contentPart>
            </mc:Choice>
            <mc:Fallback xmlns=""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C679683E-1E4E-E966-1106-7F7FCDA2B020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10253375" y="256832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0">
                <p14:nvContentPartPr>
                  <p14:cNvPr id="87" name="Ink 86">
                    <a:extLst>
                      <a:ext uri="{FF2B5EF4-FFF2-40B4-BE49-F238E27FC236}">
                        <a16:creationId xmlns:a16="http://schemas.microsoft.com/office/drawing/2014/main" id="{DC3D2064-1C27-6E47-E63C-9C83B9253212}"/>
                      </a:ext>
                    </a:extLst>
                  </p14:cNvPr>
                  <p14:cNvContentPartPr/>
                  <p14:nvPr/>
                </p14:nvContentPartPr>
                <p14:xfrm>
                  <a:off x="10312415" y="2548885"/>
                  <a:ext cx="4680" cy="1080"/>
                </p14:xfrm>
              </p:contentPart>
            </mc:Choice>
            <mc:Fallback xmlns="">
              <p:pic>
                <p:nvPicPr>
                  <p:cNvPr id="87" name="Ink 86">
                    <a:extLst>
                      <a:ext uri="{FF2B5EF4-FFF2-40B4-BE49-F238E27FC236}">
                        <a16:creationId xmlns:a16="http://schemas.microsoft.com/office/drawing/2014/main" id="{DC3D2064-1C27-6E47-E63C-9C83B9253212}"/>
                      </a:ext>
                    </a:extLst>
                  </p:cNvPr>
                  <p:cNvPicPr/>
                  <p:nvPr/>
                </p:nvPicPr>
                <p:blipFill>
                  <a:blip r:embed="rId61"/>
                  <a:stretch>
                    <a:fillRect/>
                  </a:stretch>
                </p:blipFill>
                <p:spPr>
                  <a:xfrm>
                    <a:off x="10294415" y="2530885"/>
                    <a:ext cx="40320" cy="36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2">
                <p14:nvContentPartPr>
                  <p14:cNvPr id="89" name="Ink 88">
                    <a:extLst>
                      <a:ext uri="{FF2B5EF4-FFF2-40B4-BE49-F238E27FC236}">
                        <a16:creationId xmlns:a16="http://schemas.microsoft.com/office/drawing/2014/main" id="{6E9209CC-6CD6-AF31-76BF-7613E7E8182C}"/>
                      </a:ext>
                    </a:extLst>
                  </p14:cNvPr>
                  <p14:cNvContentPartPr/>
                  <p14:nvPr/>
                </p14:nvContentPartPr>
                <p14:xfrm>
                  <a:off x="10336175" y="2513965"/>
                  <a:ext cx="4680" cy="2520"/>
                </p14:xfrm>
              </p:contentPart>
            </mc:Choice>
            <mc:Fallback xmlns="">
              <p:pic>
                <p:nvPicPr>
                  <p:cNvPr id="89" name="Ink 88">
                    <a:extLst>
                      <a:ext uri="{FF2B5EF4-FFF2-40B4-BE49-F238E27FC236}">
                        <a16:creationId xmlns:a16="http://schemas.microsoft.com/office/drawing/2014/main" id="{6E9209CC-6CD6-AF31-76BF-7613E7E8182C}"/>
                      </a:ext>
                    </a:extLst>
                  </p:cNvPr>
                  <p:cNvPicPr/>
                  <p:nvPr/>
                </p:nvPicPr>
                <p:blipFill>
                  <a:blip r:embed="rId63"/>
                  <a:stretch>
                    <a:fillRect/>
                  </a:stretch>
                </p:blipFill>
                <p:spPr>
                  <a:xfrm>
                    <a:off x="10318535" y="2495965"/>
                    <a:ext cx="40320" cy="38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4">
                <p14:nvContentPartPr>
                  <p14:cNvPr id="90" name="Ink 89">
                    <a:extLst>
                      <a:ext uri="{FF2B5EF4-FFF2-40B4-BE49-F238E27FC236}">
                        <a16:creationId xmlns:a16="http://schemas.microsoft.com/office/drawing/2014/main" id="{6BCF402D-EE71-E9EF-6AA4-16D40C9BB7FD}"/>
                      </a:ext>
                    </a:extLst>
                  </p14:cNvPr>
                  <p14:cNvContentPartPr/>
                  <p14:nvPr/>
                </p14:nvContentPartPr>
                <p14:xfrm>
                  <a:off x="10350935" y="2497405"/>
                  <a:ext cx="360" cy="360"/>
                </p14:xfrm>
              </p:contentPart>
            </mc:Choice>
            <mc:Fallback xmlns="">
              <p:pic>
                <p:nvPicPr>
                  <p:cNvPr id="90" name="Ink 89">
                    <a:extLst>
                      <a:ext uri="{FF2B5EF4-FFF2-40B4-BE49-F238E27FC236}">
                        <a16:creationId xmlns:a16="http://schemas.microsoft.com/office/drawing/2014/main" id="{6BCF402D-EE71-E9EF-6AA4-16D40C9BB7FD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10333295" y="247976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">
                <p14:nvContentPartPr>
                  <p14:cNvPr id="92" name="Ink 91">
                    <a:extLst>
                      <a:ext uri="{FF2B5EF4-FFF2-40B4-BE49-F238E27FC236}">
                        <a16:creationId xmlns:a16="http://schemas.microsoft.com/office/drawing/2014/main" id="{72DE8284-64AD-0CE1-927D-E49697EABAF0}"/>
                      </a:ext>
                    </a:extLst>
                  </p14:cNvPr>
                  <p14:cNvContentPartPr/>
                  <p14:nvPr/>
                </p14:nvContentPartPr>
                <p14:xfrm>
                  <a:off x="10359935" y="2499565"/>
                  <a:ext cx="360" cy="360"/>
                </p14:xfrm>
              </p:contentPart>
            </mc:Choice>
            <mc:Fallback xmlns="">
              <p:pic>
                <p:nvPicPr>
                  <p:cNvPr id="92" name="Ink 91">
                    <a:extLst>
                      <a:ext uri="{FF2B5EF4-FFF2-40B4-BE49-F238E27FC236}">
                        <a16:creationId xmlns:a16="http://schemas.microsoft.com/office/drawing/2014/main" id="{72DE8284-64AD-0CE1-927D-E49697EABAF0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10342295" y="248192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6">
                <p14:nvContentPartPr>
                  <p14:cNvPr id="94" name="Ink 93">
                    <a:extLst>
                      <a:ext uri="{FF2B5EF4-FFF2-40B4-BE49-F238E27FC236}">
                        <a16:creationId xmlns:a16="http://schemas.microsoft.com/office/drawing/2014/main" id="{84D3640F-0B28-F3D2-97BE-E521E8D93B24}"/>
                      </a:ext>
                    </a:extLst>
                  </p14:cNvPr>
                  <p14:cNvContentPartPr/>
                  <p14:nvPr/>
                </p14:nvContentPartPr>
                <p14:xfrm>
                  <a:off x="10302695" y="2566525"/>
                  <a:ext cx="360" cy="360"/>
                </p14:xfrm>
              </p:contentPart>
            </mc:Choice>
            <mc:Fallback xmlns="">
              <p:pic>
                <p:nvPicPr>
                  <p:cNvPr id="94" name="Ink 93">
                    <a:extLst>
                      <a:ext uri="{FF2B5EF4-FFF2-40B4-BE49-F238E27FC236}">
                        <a16:creationId xmlns:a16="http://schemas.microsoft.com/office/drawing/2014/main" id="{84D3640F-0B28-F3D2-97BE-E521E8D93B24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10285055" y="254888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C459EEC5-5210-9998-9D2A-6A015EE0E9F9}"/>
                </a:ext>
              </a:extLst>
            </p:cNvPr>
            <p:cNvGrpSpPr/>
            <p:nvPr/>
          </p:nvGrpSpPr>
          <p:grpSpPr>
            <a:xfrm>
              <a:off x="10897681" y="2465365"/>
              <a:ext cx="26640" cy="10080"/>
              <a:chOff x="10358495" y="2465365"/>
              <a:chExt cx="26640" cy="10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7">
                <p14:nvContentPartPr>
                  <p14:cNvPr id="96" name="Ink 95">
                    <a:extLst>
                      <a:ext uri="{FF2B5EF4-FFF2-40B4-BE49-F238E27FC236}">
                        <a16:creationId xmlns:a16="http://schemas.microsoft.com/office/drawing/2014/main" id="{2CC06353-03D3-061D-1E09-A6ED234CCBBA}"/>
                      </a:ext>
                    </a:extLst>
                  </p14:cNvPr>
                  <p14:cNvContentPartPr/>
                  <p14:nvPr/>
                </p14:nvContentPartPr>
                <p14:xfrm>
                  <a:off x="10367495" y="2475085"/>
                  <a:ext cx="360" cy="360"/>
                </p14:xfrm>
              </p:contentPart>
            </mc:Choice>
            <mc:Fallback xmlns="">
              <p:pic>
                <p:nvPicPr>
                  <p:cNvPr id="96" name="Ink 95">
                    <a:extLst>
                      <a:ext uri="{FF2B5EF4-FFF2-40B4-BE49-F238E27FC236}">
                        <a16:creationId xmlns:a16="http://schemas.microsoft.com/office/drawing/2014/main" id="{2CC06353-03D3-061D-1E09-A6ED234CCBBA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10358495" y="246608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">
                <p14:nvContentPartPr>
                  <p14:cNvPr id="97" name="Ink 96">
                    <a:extLst>
                      <a:ext uri="{FF2B5EF4-FFF2-40B4-BE49-F238E27FC236}">
                        <a16:creationId xmlns:a16="http://schemas.microsoft.com/office/drawing/2014/main" id="{A670BDEC-4B32-1661-41AD-A721971E2A3D}"/>
                      </a:ext>
                    </a:extLst>
                  </p14:cNvPr>
                  <p14:cNvContentPartPr/>
                  <p14:nvPr/>
                </p14:nvContentPartPr>
                <p14:xfrm>
                  <a:off x="10358495" y="2465365"/>
                  <a:ext cx="360" cy="360"/>
                </p14:xfrm>
              </p:contentPart>
            </mc:Choice>
            <mc:Fallback xmlns="">
              <p:pic>
                <p:nvPicPr>
                  <p:cNvPr id="97" name="Ink 96">
                    <a:extLst>
                      <a:ext uri="{FF2B5EF4-FFF2-40B4-BE49-F238E27FC236}">
                        <a16:creationId xmlns:a16="http://schemas.microsoft.com/office/drawing/2014/main" id="{A670BDEC-4B32-1661-41AD-A721971E2A3D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10349855" y="245672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0">
                <p14:nvContentPartPr>
                  <p14:cNvPr id="99" name="Ink 98">
                    <a:extLst>
                      <a:ext uri="{FF2B5EF4-FFF2-40B4-BE49-F238E27FC236}">
                        <a16:creationId xmlns:a16="http://schemas.microsoft.com/office/drawing/2014/main" id="{D6CD1C12-C327-6CBF-6433-389D38F934A8}"/>
                      </a:ext>
                    </a:extLst>
                  </p14:cNvPr>
                  <p14:cNvContentPartPr/>
                  <p14:nvPr/>
                </p14:nvContentPartPr>
                <p14:xfrm>
                  <a:off x="10384775" y="2474725"/>
                  <a:ext cx="360" cy="360"/>
                </p14:xfrm>
              </p:contentPart>
            </mc:Choice>
            <mc:Fallback xmlns="">
              <p:pic>
                <p:nvPicPr>
                  <p:cNvPr id="99" name="Ink 98">
                    <a:extLst>
                      <a:ext uri="{FF2B5EF4-FFF2-40B4-BE49-F238E27FC236}">
                        <a16:creationId xmlns:a16="http://schemas.microsoft.com/office/drawing/2014/main" id="{D6CD1C12-C327-6CBF-6433-389D38F934A8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10376135" y="246608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">
                <p14:nvContentPartPr>
                  <p14:cNvPr id="101" name="Ink 100">
                    <a:extLst>
                      <a:ext uri="{FF2B5EF4-FFF2-40B4-BE49-F238E27FC236}">
                        <a16:creationId xmlns:a16="http://schemas.microsoft.com/office/drawing/2014/main" id="{29B91F25-ECA1-6CDD-9F0B-5CA389CBC823}"/>
                      </a:ext>
                    </a:extLst>
                  </p14:cNvPr>
                  <p14:cNvContentPartPr/>
                  <p14:nvPr/>
                </p14:nvContentPartPr>
                <p14:xfrm>
                  <a:off x="10370015" y="2471485"/>
                  <a:ext cx="360" cy="360"/>
                </p14:xfrm>
              </p:contentPart>
            </mc:Choice>
            <mc:Fallback xmlns="">
              <p:pic>
                <p:nvPicPr>
                  <p:cNvPr id="101" name="Ink 100">
                    <a:extLst>
                      <a:ext uri="{FF2B5EF4-FFF2-40B4-BE49-F238E27FC236}">
                        <a16:creationId xmlns:a16="http://schemas.microsoft.com/office/drawing/2014/main" id="{29B91F25-ECA1-6CDD-9F0B-5CA389CBC823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10361375" y="246248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8308044-3730-5796-A06C-CCF4175E5BB4}"/>
                    </a:ext>
                  </a:extLst>
                </p14:cNvPr>
                <p14:cNvContentPartPr/>
                <p14:nvPr/>
              </p14:nvContentPartPr>
              <p14:xfrm>
                <a:off x="10933881" y="2439805"/>
                <a:ext cx="42120" cy="5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8308044-3730-5796-A06C-CCF4175E5BB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24881" y="2430805"/>
                  <a:ext cx="597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EE5EF37-DCEC-CF2A-989B-2F54A693DA2D}"/>
                    </a:ext>
                  </a:extLst>
                </p14:cNvPr>
                <p14:cNvContentPartPr/>
                <p14:nvPr/>
              </p14:nvContentPartPr>
              <p14:xfrm>
                <a:off x="10908711" y="2375365"/>
                <a:ext cx="98280" cy="75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EE5EF37-DCEC-CF2A-989B-2F54A693DA2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99711" y="2366365"/>
                  <a:ext cx="1159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085B0CE-66F8-D798-9028-EA0D4B458ED2}"/>
                    </a:ext>
                  </a:extLst>
                </p14:cNvPr>
                <p14:cNvContentPartPr/>
                <p14:nvPr/>
              </p14:nvContentPartPr>
              <p14:xfrm>
                <a:off x="11327786" y="1911685"/>
                <a:ext cx="44280" cy="3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085B0CE-66F8-D798-9028-EA0D4B458ED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318712" y="1902685"/>
                  <a:ext cx="62065" cy="216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5F2EAC44-A326-9627-F608-9FDA20B059E4}"/>
                </a:ext>
              </a:extLst>
            </p:cNvPr>
            <p:cNvGrpSpPr/>
            <p:nvPr/>
          </p:nvGrpSpPr>
          <p:grpSpPr>
            <a:xfrm>
              <a:off x="11328037" y="1575085"/>
              <a:ext cx="240840" cy="264240"/>
              <a:chOff x="10795535" y="1575085"/>
              <a:chExt cx="240840" cy="2642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8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A29C2B66-7630-2DAA-410C-608A01E79A73}"/>
                      </a:ext>
                    </a:extLst>
                  </p14:cNvPr>
                  <p14:cNvContentPartPr/>
                  <p14:nvPr/>
                </p14:nvContentPartPr>
                <p14:xfrm>
                  <a:off x="10796975" y="1612525"/>
                  <a:ext cx="155160" cy="222120"/>
                </p14:xfrm>
              </p:contentPart>
            </mc:Choice>
            <mc:Fallback xmlns=""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A29C2B66-7630-2DAA-410C-608A01E79A73}"/>
                      </a:ext>
                    </a:extLst>
                  </p:cNvPr>
                  <p:cNvPicPr/>
                  <p:nvPr/>
                </p:nvPicPr>
                <p:blipFill>
                  <a:blip r:embed="rId79"/>
                  <a:stretch>
                    <a:fillRect/>
                  </a:stretch>
                </p:blipFill>
                <p:spPr>
                  <a:xfrm>
                    <a:off x="10733975" y="1549525"/>
                    <a:ext cx="280800" cy="347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">
                <p14:nvContentPartPr>
                  <p14:cNvPr id="106" name="Ink 105">
                    <a:extLst>
                      <a:ext uri="{FF2B5EF4-FFF2-40B4-BE49-F238E27FC236}">
                        <a16:creationId xmlns:a16="http://schemas.microsoft.com/office/drawing/2014/main" id="{4737865C-83DD-A027-D0CC-AE164D64778B}"/>
                      </a:ext>
                    </a:extLst>
                  </p14:cNvPr>
                  <p14:cNvContentPartPr/>
                  <p14:nvPr/>
                </p14:nvContentPartPr>
                <p14:xfrm>
                  <a:off x="10953935" y="1606045"/>
                  <a:ext cx="360" cy="360"/>
                </p14:xfrm>
              </p:contentPart>
            </mc:Choice>
            <mc:Fallback xmlns="">
              <p:pic>
                <p:nvPicPr>
                  <p:cNvPr id="106" name="Ink 105">
                    <a:extLst>
                      <a:ext uri="{FF2B5EF4-FFF2-40B4-BE49-F238E27FC236}">
                        <a16:creationId xmlns:a16="http://schemas.microsoft.com/office/drawing/2014/main" id="{4737865C-83DD-A027-D0CC-AE164D64778B}"/>
                      </a:ext>
                    </a:extLst>
                  </p:cNvPr>
                  <p:cNvPicPr/>
                  <p:nvPr/>
                </p:nvPicPr>
                <p:blipFill>
                  <a:blip r:embed="rId81"/>
                  <a:stretch>
                    <a:fillRect/>
                  </a:stretch>
                </p:blipFill>
                <p:spPr>
                  <a:xfrm>
                    <a:off x="10891295" y="1543045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2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E5B42996-1947-B10F-A27B-0C681C34A489}"/>
                      </a:ext>
                    </a:extLst>
                  </p14:cNvPr>
                  <p14:cNvContentPartPr/>
                  <p14:nvPr/>
                </p14:nvContentPartPr>
                <p14:xfrm>
                  <a:off x="10795535" y="1836085"/>
                  <a:ext cx="360" cy="360"/>
                </p14:xfrm>
              </p:contentPart>
            </mc:Choice>
            <mc:Fallback xmlns=""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E5B42996-1947-B10F-A27B-0C681C34A489}"/>
                      </a:ext>
                    </a:extLst>
                  </p:cNvPr>
                  <p:cNvPicPr/>
                  <p:nvPr/>
                </p:nvPicPr>
                <p:blipFill>
                  <a:blip r:embed="rId81"/>
                  <a:stretch>
                    <a:fillRect/>
                  </a:stretch>
                </p:blipFill>
                <p:spPr>
                  <a:xfrm>
                    <a:off x="10732895" y="1773445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3">
                <p14:nvContentPartPr>
                  <p14:cNvPr id="109" name="Ink 108">
                    <a:extLst>
                      <a:ext uri="{FF2B5EF4-FFF2-40B4-BE49-F238E27FC236}">
                        <a16:creationId xmlns:a16="http://schemas.microsoft.com/office/drawing/2014/main" id="{51CF3DB3-C3A9-9ABF-3CF6-593F793844A3}"/>
                      </a:ext>
                    </a:extLst>
                  </p14:cNvPr>
                  <p14:cNvContentPartPr/>
                  <p14:nvPr/>
                </p14:nvContentPartPr>
                <p14:xfrm>
                  <a:off x="10808855" y="1838965"/>
                  <a:ext cx="360" cy="360"/>
                </p14:xfrm>
              </p:contentPart>
            </mc:Choice>
            <mc:Fallback xmlns="">
              <p:pic>
                <p:nvPicPr>
                  <p:cNvPr id="109" name="Ink 108">
                    <a:extLst>
                      <a:ext uri="{FF2B5EF4-FFF2-40B4-BE49-F238E27FC236}">
                        <a16:creationId xmlns:a16="http://schemas.microsoft.com/office/drawing/2014/main" id="{51CF3DB3-C3A9-9ABF-3CF6-593F793844A3}"/>
                      </a:ext>
                    </a:extLst>
                  </p:cNvPr>
                  <p:cNvPicPr/>
                  <p:nvPr/>
                </p:nvPicPr>
                <p:blipFill>
                  <a:blip r:embed="rId81"/>
                  <a:stretch>
                    <a:fillRect/>
                  </a:stretch>
                </p:blipFill>
                <p:spPr>
                  <a:xfrm>
                    <a:off x="10745855" y="1775965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">
                <p14:nvContentPartPr>
                  <p14:cNvPr id="114" name="Ink 113">
                    <a:extLst>
                      <a:ext uri="{FF2B5EF4-FFF2-40B4-BE49-F238E27FC236}">
                        <a16:creationId xmlns:a16="http://schemas.microsoft.com/office/drawing/2014/main" id="{C99AE681-4B1A-CAF8-F3AF-D873956E4223}"/>
                      </a:ext>
                    </a:extLst>
                  </p14:cNvPr>
                  <p14:cNvContentPartPr/>
                  <p14:nvPr/>
                </p14:nvContentPartPr>
                <p14:xfrm>
                  <a:off x="11033495" y="1607485"/>
                  <a:ext cx="360" cy="360"/>
                </p14:xfrm>
              </p:contentPart>
            </mc:Choice>
            <mc:Fallback xmlns=""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C99AE681-4B1A-CAF8-F3AF-D873956E4223}"/>
                      </a:ext>
                    </a:extLst>
                  </p:cNvPr>
                  <p:cNvPicPr/>
                  <p:nvPr/>
                </p:nvPicPr>
                <p:blipFill>
                  <a:blip r:embed="rId85"/>
                  <a:stretch>
                    <a:fillRect/>
                  </a:stretch>
                </p:blipFill>
                <p:spPr>
                  <a:xfrm>
                    <a:off x="11024855" y="159848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6">
                <p14:nvContentPartPr>
                  <p14:cNvPr id="116" name="Ink 115">
                    <a:extLst>
                      <a:ext uri="{FF2B5EF4-FFF2-40B4-BE49-F238E27FC236}">
                        <a16:creationId xmlns:a16="http://schemas.microsoft.com/office/drawing/2014/main" id="{5451C834-3B7C-0A9F-8ABD-A9C7C48C8E8D}"/>
                      </a:ext>
                    </a:extLst>
                  </p14:cNvPr>
                  <p14:cNvContentPartPr/>
                  <p14:nvPr/>
                </p14:nvContentPartPr>
                <p14:xfrm>
                  <a:off x="11034935" y="1598845"/>
                  <a:ext cx="360" cy="360"/>
                </p14:xfrm>
              </p:contentPart>
            </mc:Choice>
            <mc:Fallback xmlns=""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5451C834-3B7C-0A9F-8ABD-A9C7C48C8E8D}"/>
                      </a:ext>
                    </a:extLst>
                  </p:cNvPr>
                  <p:cNvPicPr/>
                  <p:nvPr/>
                </p:nvPicPr>
                <p:blipFill>
                  <a:blip r:embed="rId85"/>
                  <a:stretch>
                    <a:fillRect/>
                  </a:stretch>
                </p:blipFill>
                <p:spPr>
                  <a:xfrm>
                    <a:off x="11025935" y="158984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7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8CE43DAC-B6D3-325C-AD34-A283A18B43A7}"/>
                      </a:ext>
                    </a:extLst>
                  </p14:cNvPr>
                  <p14:cNvContentPartPr/>
                  <p14:nvPr/>
                </p14:nvContentPartPr>
                <p14:xfrm>
                  <a:off x="11034935" y="1587325"/>
                  <a:ext cx="360" cy="360"/>
                </p14:xfrm>
              </p:contentPart>
            </mc:Choice>
            <mc:Fallback xmlns=""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8CE43DAC-B6D3-325C-AD34-A283A18B43A7}"/>
                      </a:ext>
                    </a:extLst>
                  </p:cNvPr>
                  <p:cNvPicPr/>
                  <p:nvPr/>
                </p:nvPicPr>
                <p:blipFill>
                  <a:blip r:embed="rId85"/>
                  <a:stretch>
                    <a:fillRect/>
                  </a:stretch>
                </p:blipFill>
                <p:spPr>
                  <a:xfrm>
                    <a:off x="11025935" y="157832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8">
                <p14:nvContentPartPr>
                  <p14:cNvPr id="118" name="Ink 117">
                    <a:extLst>
                      <a:ext uri="{FF2B5EF4-FFF2-40B4-BE49-F238E27FC236}">
                        <a16:creationId xmlns:a16="http://schemas.microsoft.com/office/drawing/2014/main" id="{0609BFDF-4A19-99DE-66B1-4B2962086A6B}"/>
                      </a:ext>
                    </a:extLst>
                  </p14:cNvPr>
                  <p14:cNvContentPartPr/>
                  <p14:nvPr/>
                </p14:nvContentPartPr>
                <p14:xfrm>
                  <a:off x="11036015" y="1626565"/>
                  <a:ext cx="360" cy="360"/>
                </p14:xfrm>
              </p:contentPart>
            </mc:Choice>
            <mc:Fallback xmlns="">
              <p:pic>
                <p:nvPicPr>
                  <p:cNvPr id="118" name="Ink 117">
                    <a:extLst>
                      <a:ext uri="{FF2B5EF4-FFF2-40B4-BE49-F238E27FC236}">
                        <a16:creationId xmlns:a16="http://schemas.microsoft.com/office/drawing/2014/main" id="{0609BFDF-4A19-99DE-66B1-4B2962086A6B}"/>
                      </a:ext>
                    </a:extLst>
                  </p:cNvPr>
                  <p:cNvPicPr/>
                  <p:nvPr/>
                </p:nvPicPr>
                <p:blipFill>
                  <a:blip r:embed="rId85"/>
                  <a:stretch>
                    <a:fillRect/>
                  </a:stretch>
                </p:blipFill>
                <p:spPr>
                  <a:xfrm>
                    <a:off x="11027375" y="161756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9">
                <p14:nvContentPartPr>
                  <p14:cNvPr id="119" name="Ink 118">
                    <a:extLst>
                      <a:ext uri="{FF2B5EF4-FFF2-40B4-BE49-F238E27FC236}">
                        <a16:creationId xmlns:a16="http://schemas.microsoft.com/office/drawing/2014/main" id="{E61202B6-0984-31B7-7E43-9F8539D92027}"/>
                      </a:ext>
                    </a:extLst>
                  </p14:cNvPr>
                  <p14:cNvContentPartPr/>
                  <p14:nvPr/>
                </p14:nvContentPartPr>
                <p14:xfrm>
                  <a:off x="11033495" y="1601365"/>
                  <a:ext cx="360" cy="2160"/>
                </p14:xfrm>
              </p:contentPart>
            </mc:Choice>
            <mc:Fallback xmlns="">
              <p:pic>
                <p:nvPicPr>
                  <p:cNvPr id="119" name="Ink 118">
                    <a:extLst>
                      <a:ext uri="{FF2B5EF4-FFF2-40B4-BE49-F238E27FC236}">
                        <a16:creationId xmlns:a16="http://schemas.microsoft.com/office/drawing/2014/main" id="{E61202B6-0984-31B7-7E43-9F8539D92027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11024855" y="1592725"/>
                    <a:ext cx="18000" cy="19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1">
                <p14:nvContentPartPr>
                  <p14:cNvPr id="121" name="Ink 120">
                    <a:extLst>
                      <a:ext uri="{FF2B5EF4-FFF2-40B4-BE49-F238E27FC236}">
                        <a16:creationId xmlns:a16="http://schemas.microsoft.com/office/drawing/2014/main" id="{2349E374-DDC5-8BDA-B085-9E0401941302}"/>
                      </a:ext>
                    </a:extLst>
                  </p14:cNvPr>
                  <p14:cNvContentPartPr/>
                  <p14:nvPr/>
                </p14:nvContentPartPr>
                <p14:xfrm>
                  <a:off x="11029175" y="1575085"/>
                  <a:ext cx="360" cy="360"/>
                </p14:xfrm>
              </p:contentPart>
            </mc:Choice>
            <mc:Fallback xmlns="">
              <p:pic>
                <p:nvPicPr>
                  <p:cNvPr id="121" name="Ink 120">
                    <a:extLst>
                      <a:ext uri="{FF2B5EF4-FFF2-40B4-BE49-F238E27FC236}">
                        <a16:creationId xmlns:a16="http://schemas.microsoft.com/office/drawing/2014/main" id="{2349E374-DDC5-8BDA-B085-9E0401941302}"/>
                      </a:ext>
                    </a:extLst>
                  </p:cNvPr>
                  <p:cNvPicPr/>
                  <p:nvPr/>
                </p:nvPicPr>
                <p:blipFill>
                  <a:blip r:embed="rId85"/>
                  <a:stretch>
                    <a:fillRect/>
                  </a:stretch>
                </p:blipFill>
                <p:spPr>
                  <a:xfrm>
                    <a:off x="11020535" y="156644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040E6282-22A8-DE1C-D72A-D6B63B79D702}"/>
                </a:ext>
              </a:extLst>
            </p:cNvPr>
            <p:cNvGrpSpPr/>
            <p:nvPr/>
          </p:nvGrpSpPr>
          <p:grpSpPr>
            <a:xfrm>
              <a:off x="10972201" y="2175565"/>
              <a:ext cx="176040" cy="180360"/>
              <a:chOff x="10433015" y="2175565"/>
              <a:chExt cx="176040" cy="1803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92">
                <p14:nvContentPartPr>
                  <p14:cNvPr id="125" name="Ink 124">
                    <a:extLst>
                      <a:ext uri="{FF2B5EF4-FFF2-40B4-BE49-F238E27FC236}">
                        <a16:creationId xmlns:a16="http://schemas.microsoft.com/office/drawing/2014/main" id="{7E19AA1F-5EED-CB6B-CC63-FCC7B0072818}"/>
                      </a:ext>
                    </a:extLst>
                  </p14:cNvPr>
                  <p14:cNvContentPartPr/>
                  <p14:nvPr/>
                </p14:nvContentPartPr>
                <p14:xfrm>
                  <a:off x="10450655" y="2350525"/>
                  <a:ext cx="5760" cy="2160"/>
                </p14:xfrm>
              </p:contentPart>
            </mc:Choice>
            <mc:Fallback xmlns="">
              <p:pic>
                <p:nvPicPr>
                  <p:cNvPr id="125" name="Ink 124">
                    <a:extLst>
                      <a:ext uri="{FF2B5EF4-FFF2-40B4-BE49-F238E27FC236}">
                        <a16:creationId xmlns:a16="http://schemas.microsoft.com/office/drawing/2014/main" id="{7E19AA1F-5EED-CB6B-CC63-FCC7B0072818}"/>
                      </a:ext>
                    </a:extLst>
                  </p:cNvPr>
                  <p:cNvPicPr/>
                  <p:nvPr/>
                </p:nvPicPr>
                <p:blipFill>
                  <a:blip r:embed="rId93"/>
                  <a:stretch>
                    <a:fillRect/>
                  </a:stretch>
                </p:blipFill>
                <p:spPr>
                  <a:xfrm>
                    <a:off x="10442015" y="2341525"/>
                    <a:ext cx="23400" cy="19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">
                <p14:nvContentPartPr>
                  <p14:cNvPr id="126" name="Ink 125">
                    <a:extLst>
                      <a:ext uri="{FF2B5EF4-FFF2-40B4-BE49-F238E27FC236}">
                        <a16:creationId xmlns:a16="http://schemas.microsoft.com/office/drawing/2014/main" id="{FD0D9A1D-D597-0168-908A-7DA0403B30D1}"/>
                      </a:ext>
                    </a:extLst>
                  </p14:cNvPr>
                  <p14:cNvContentPartPr/>
                  <p14:nvPr/>
                </p14:nvContentPartPr>
                <p14:xfrm>
                  <a:off x="10473335" y="2345485"/>
                  <a:ext cx="4680" cy="1800"/>
                </p14:xfrm>
              </p:contentPart>
            </mc:Choice>
            <mc:Fallback xmlns="">
              <p:pic>
                <p:nvPicPr>
                  <p:cNvPr id="126" name="Ink 125">
                    <a:extLst>
                      <a:ext uri="{FF2B5EF4-FFF2-40B4-BE49-F238E27FC236}">
                        <a16:creationId xmlns:a16="http://schemas.microsoft.com/office/drawing/2014/main" id="{FD0D9A1D-D597-0168-908A-7DA0403B30D1}"/>
                      </a:ext>
                    </a:extLst>
                  </p:cNvPr>
                  <p:cNvPicPr/>
                  <p:nvPr/>
                </p:nvPicPr>
                <p:blipFill>
                  <a:blip r:embed="rId95"/>
                  <a:stretch>
                    <a:fillRect/>
                  </a:stretch>
                </p:blipFill>
                <p:spPr>
                  <a:xfrm>
                    <a:off x="10464335" y="2336845"/>
                    <a:ext cx="22320" cy="19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6">
                <p14:nvContentPartPr>
                  <p14:cNvPr id="128" name="Ink 127">
                    <a:extLst>
                      <a:ext uri="{FF2B5EF4-FFF2-40B4-BE49-F238E27FC236}">
                        <a16:creationId xmlns:a16="http://schemas.microsoft.com/office/drawing/2014/main" id="{062150B1-27B4-AFF6-C28B-81936DFF06C5}"/>
                      </a:ext>
                    </a:extLst>
                  </p14:cNvPr>
                  <p14:cNvContentPartPr/>
                  <p14:nvPr/>
                </p14:nvContentPartPr>
                <p14:xfrm>
                  <a:off x="10468655" y="2189245"/>
                  <a:ext cx="132480" cy="145440"/>
                </p14:xfrm>
              </p:contentPart>
            </mc:Choice>
            <mc:Fallback xmlns="">
              <p:pic>
                <p:nvPicPr>
                  <p:cNvPr id="128" name="Ink 127">
                    <a:extLst>
                      <a:ext uri="{FF2B5EF4-FFF2-40B4-BE49-F238E27FC236}">
                        <a16:creationId xmlns:a16="http://schemas.microsoft.com/office/drawing/2014/main" id="{062150B1-27B4-AFF6-C28B-81936DFF06C5}"/>
                      </a:ext>
                    </a:extLst>
                  </p:cNvPr>
                  <p:cNvPicPr/>
                  <p:nvPr/>
                </p:nvPicPr>
                <p:blipFill>
                  <a:blip r:embed="rId97"/>
                  <a:stretch>
                    <a:fillRect/>
                  </a:stretch>
                </p:blipFill>
                <p:spPr>
                  <a:xfrm>
                    <a:off x="10460015" y="2180245"/>
                    <a:ext cx="150120" cy="163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8">
                <p14:nvContentPartPr>
                  <p14:cNvPr id="129" name="Ink 128">
                    <a:extLst>
                      <a:ext uri="{FF2B5EF4-FFF2-40B4-BE49-F238E27FC236}">
                        <a16:creationId xmlns:a16="http://schemas.microsoft.com/office/drawing/2014/main" id="{09BEBF04-F047-AEF5-64F5-32351E3DA606}"/>
                      </a:ext>
                    </a:extLst>
                  </p14:cNvPr>
                  <p14:cNvContentPartPr/>
                  <p14:nvPr/>
                </p14:nvContentPartPr>
                <p14:xfrm>
                  <a:off x="10436975" y="2214085"/>
                  <a:ext cx="114480" cy="115560"/>
                </p14:xfrm>
              </p:contentPart>
            </mc:Choice>
            <mc:Fallback xmlns="">
              <p:pic>
                <p:nvPicPr>
                  <p:cNvPr id="129" name="Ink 128">
                    <a:extLst>
                      <a:ext uri="{FF2B5EF4-FFF2-40B4-BE49-F238E27FC236}">
                        <a16:creationId xmlns:a16="http://schemas.microsoft.com/office/drawing/2014/main" id="{09BEBF04-F047-AEF5-64F5-32351E3DA606}"/>
                      </a:ext>
                    </a:extLst>
                  </p:cNvPr>
                  <p:cNvPicPr/>
                  <p:nvPr/>
                </p:nvPicPr>
                <p:blipFill>
                  <a:blip r:embed="rId99"/>
                  <a:stretch>
                    <a:fillRect/>
                  </a:stretch>
                </p:blipFill>
                <p:spPr>
                  <a:xfrm>
                    <a:off x="10427975" y="2205445"/>
                    <a:ext cx="132120" cy="133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0">
                <p14:nvContentPartPr>
                  <p14:cNvPr id="130" name="Ink 129">
                    <a:extLst>
                      <a:ext uri="{FF2B5EF4-FFF2-40B4-BE49-F238E27FC236}">
                        <a16:creationId xmlns:a16="http://schemas.microsoft.com/office/drawing/2014/main" id="{563AD59B-252D-B770-D53B-2BB09CD75C0C}"/>
                      </a:ext>
                    </a:extLst>
                  </p14:cNvPr>
                  <p14:cNvContentPartPr/>
                  <p14:nvPr/>
                </p14:nvContentPartPr>
                <p14:xfrm>
                  <a:off x="10433015" y="2354485"/>
                  <a:ext cx="2520" cy="1440"/>
                </p14:xfrm>
              </p:contentPart>
            </mc:Choice>
            <mc:Fallback xmlns="">
              <p:pic>
                <p:nvPicPr>
                  <p:cNvPr id="130" name="Ink 129">
                    <a:extLst>
                      <a:ext uri="{FF2B5EF4-FFF2-40B4-BE49-F238E27FC236}">
                        <a16:creationId xmlns:a16="http://schemas.microsoft.com/office/drawing/2014/main" id="{563AD59B-252D-B770-D53B-2BB09CD75C0C}"/>
                      </a:ext>
                    </a:extLst>
                  </p:cNvPr>
                  <p:cNvPicPr/>
                  <p:nvPr/>
                </p:nvPicPr>
                <p:blipFill>
                  <a:blip r:embed="rId95"/>
                  <a:stretch>
                    <a:fillRect/>
                  </a:stretch>
                </p:blipFill>
                <p:spPr>
                  <a:xfrm>
                    <a:off x="10424375" y="2345485"/>
                    <a:ext cx="20160" cy="19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1">
                <p14:nvContentPartPr>
                  <p14:cNvPr id="132" name="Ink 131">
                    <a:extLst>
                      <a:ext uri="{FF2B5EF4-FFF2-40B4-BE49-F238E27FC236}">
                        <a16:creationId xmlns:a16="http://schemas.microsoft.com/office/drawing/2014/main" id="{11C63094-3D17-CCD5-0790-FA5F1B22DEEE}"/>
                      </a:ext>
                    </a:extLst>
                  </p14:cNvPr>
                  <p14:cNvContentPartPr/>
                  <p14:nvPr/>
                </p14:nvContentPartPr>
                <p14:xfrm>
                  <a:off x="10498175" y="2333605"/>
                  <a:ext cx="2160" cy="2880"/>
                </p14:xfrm>
              </p:contentPart>
            </mc:Choice>
            <mc:Fallback xmlns="">
              <p:pic>
                <p:nvPicPr>
                  <p:cNvPr id="132" name="Ink 131">
                    <a:extLst>
                      <a:ext uri="{FF2B5EF4-FFF2-40B4-BE49-F238E27FC236}">
                        <a16:creationId xmlns:a16="http://schemas.microsoft.com/office/drawing/2014/main" id="{11C63094-3D17-CCD5-0790-FA5F1B22DEEE}"/>
                      </a:ext>
                    </a:extLst>
                  </p:cNvPr>
                  <p:cNvPicPr/>
                  <p:nvPr/>
                </p:nvPicPr>
                <p:blipFill>
                  <a:blip r:embed="rId95"/>
                  <a:stretch>
                    <a:fillRect/>
                  </a:stretch>
                </p:blipFill>
                <p:spPr>
                  <a:xfrm>
                    <a:off x="10489535" y="2324965"/>
                    <a:ext cx="19800" cy="20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2">
                <p14:nvContentPartPr>
                  <p14:cNvPr id="133" name="Ink 132">
                    <a:extLst>
                      <a:ext uri="{FF2B5EF4-FFF2-40B4-BE49-F238E27FC236}">
                        <a16:creationId xmlns:a16="http://schemas.microsoft.com/office/drawing/2014/main" id="{C21EFCDE-4DC4-5995-D8D9-CF47D6988812}"/>
                      </a:ext>
                    </a:extLst>
                  </p14:cNvPr>
                  <p14:cNvContentPartPr/>
                  <p14:nvPr/>
                </p14:nvContentPartPr>
                <p14:xfrm>
                  <a:off x="10500335" y="2329285"/>
                  <a:ext cx="1800" cy="3240"/>
                </p14:xfrm>
              </p:contentPart>
            </mc:Choice>
            <mc:Fallback xmlns="">
              <p:pic>
                <p:nvPicPr>
                  <p:cNvPr id="133" name="Ink 132">
                    <a:extLst>
                      <a:ext uri="{FF2B5EF4-FFF2-40B4-BE49-F238E27FC236}">
                        <a16:creationId xmlns:a16="http://schemas.microsoft.com/office/drawing/2014/main" id="{C21EFCDE-4DC4-5995-D8D9-CF47D6988812}"/>
                      </a:ext>
                    </a:extLst>
                  </p:cNvPr>
                  <p:cNvPicPr/>
                  <p:nvPr/>
                </p:nvPicPr>
                <p:blipFill>
                  <a:blip r:embed="rId95"/>
                  <a:stretch>
                    <a:fillRect/>
                  </a:stretch>
                </p:blipFill>
                <p:spPr>
                  <a:xfrm>
                    <a:off x="10491335" y="2320645"/>
                    <a:ext cx="19440" cy="20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3">
                <p14:nvContentPartPr>
                  <p14:cNvPr id="134" name="Ink 133">
                    <a:extLst>
                      <a:ext uri="{FF2B5EF4-FFF2-40B4-BE49-F238E27FC236}">
                        <a16:creationId xmlns:a16="http://schemas.microsoft.com/office/drawing/2014/main" id="{4B3535D5-556E-E57E-966E-ED823D7AD099}"/>
                      </a:ext>
                    </a:extLst>
                  </p14:cNvPr>
                  <p14:cNvContentPartPr/>
                  <p14:nvPr/>
                </p14:nvContentPartPr>
                <p14:xfrm>
                  <a:off x="10508255" y="2303725"/>
                  <a:ext cx="1800" cy="6480"/>
                </p14:xfrm>
              </p:contentPart>
            </mc:Choice>
            <mc:Fallback xmlns="">
              <p:pic>
                <p:nvPicPr>
                  <p:cNvPr id="134" name="Ink 133">
                    <a:extLst>
                      <a:ext uri="{FF2B5EF4-FFF2-40B4-BE49-F238E27FC236}">
                        <a16:creationId xmlns:a16="http://schemas.microsoft.com/office/drawing/2014/main" id="{4B3535D5-556E-E57E-966E-ED823D7AD099}"/>
                      </a:ext>
                    </a:extLst>
                  </p:cNvPr>
                  <p:cNvPicPr/>
                  <p:nvPr/>
                </p:nvPicPr>
                <p:blipFill>
                  <a:blip r:embed="rId104"/>
                  <a:stretch>
                    <a:fillRect/>
                  </a:stretch>
                </p:blipFill>
                <p:spPr>
                  <a:xfrm>
                    <a:off x="10499255" y="2295085"/>
                    <a:ext cx="19440" cy="24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5">
                <p14:nvContentPartPr>
                  <p14:cNvPr id="135" name="Ink 134">
                    <a:extLst>
                      <a:ext uri="{FF2B5EF4-FFF2-40B4-BE49-F238E27FC236}">
                        <a16:creationId xmlns:a16="http://schemas.microsoft.com/office/drawing/2014/main" id="{52DF4D36-6AB7-256A-F40E-82677BD5EF9B}"/>
                      </a:ext>
                    </a:extLst>
                  </p14:cNvPr>
                  <p14:cNvContentPartPr/>
                  <p14:nvPr/>
                </p14:nvContentPartPr>
                <p14:xfrm>
                  <a:off x="10512215" y="2281045"/>
                  <a:ext cx="360" cy="360"/>
                </p14:xfrm>
              </p:contentPart>
            </mc:Choice>
            <mc:Fallback xmlns="">
              <p:pic>
                <p:nvPicPr>
                  <p:cNvPr id="135" name="Ink 134">
                    <a:extLst>
                      <a:ext uri="{FF2B5EF4-FFF2-40B4-BE49-F238E27FC236}">
                        <a16:creationId xmlns:a16="http://schemas.microsoft.com/office/drawing/2014/main" id="{52DF4D36-6AB7-256A-F40E-82677BD5EF9B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10503215" y="227204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7">
                <p14:nvContentPartPr>
                  <p14:cNvPr id="136" name="Ink 135">
                    <a:extLst>
                      <a:ext uri="{FF2B5EF4-FFF2-40B4-BE49-F238E27FC236}">
                        <a16:creationId xmlns:a16="http://schemas.microsoft.com/office/drawing/2014/main" id="{D82DB0AE-D8DC-32A9-D207-7BD30D4AF8A5}"/>
                      </a:ext>
                    </a:extLst>
                  </p14:cNvPr>
                  <p14:cNvContentPartPr/>
                  <p14:nvPr/>
                </p14:nvContentPartPr>
                <p14:xfrm>
                  <a:off x="10519775" y="2282485"/>
                  <a:ext cx="1440" cy="2520"/>
                </p14:xfrm>
              </p:contentPart>
            </mc:Choice>
            <mc:Fallback xmlns="">
              <p:pic>
                <p:nvPicPr>
                  <p:cNvPr id="136" name="Ink 135">
                    <a:extLst>
                      <a:ext uri="{FF2B5EF4-FFF2-40B4-BE49-F238E27FC236}">
                        <a16:creationId xmlns:a16="http://schemas.microsoft.com/office/drawing/2014/main" id="{D82DB0AE-D8DC-32A9-D207-7BD30D4AF8A5}"/>
                      </a:ext>
                    </a:extLst>
                  </p:cNvPr>
                  <p:cNvPicPr/>
                  <p:nvPr/>
                </p:nvPicPr>
                <p:blipFill>
                  <a:blip r:embed="rId95"/>
                  <a:stretch>
                    <a:fillRect/>
                  </a:stretch>
                </p:blipFill>
                <p:spPr>
                  <a:xfrm>
                    <a:off x="10511135" y="2273485"/>
                    <a:ext cx="19080" cy="20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8">
                <p14:nvContentPartPr>
                  <p14:cNvPr id="137" name="Ink 136">
                    <a:extLst>
                      <a:ext uri="{FF2B5EF4-FFF2-40B4-BE49-F238E27FC236}">
                        <a16:creationId xmlns:a16="http://schemas.microsoft.com/office/drawing/2014/main" id="{4A2582A0-C981-7DF4-A6D8-9711F80FD281}"/>
                      </a:ext>
                    </a:extLst>
                  </p14:cNvPr>
                  <p14:cNvContentPartPr/>
                  <p14:nvPr/>
                </p14:nvContentPartPr>
                <p14:xfrm>
                  <a:off x="10541375" y="2249725"/>
                  <a:ext cx="11520" cy="3240"/>
                </p14:xfrm>
              </p:contentPart>
            </mc:Choice>
            <mc:Fallback xmlns="">
              <p:pic>
                <p:nvPicPr>
                  <p:cNvPr id="137" name="Ink 136">
                    <a:extLst>
                      <a:ext uri="{FF2B5EF4-FFF2-40B4-BE49-F238E27FC236}">
                        <a16:creationId xmlns:a16="http://schemas.microsoft.com/office/drawing/2014/main" id="{4A2582A0-C981-7DF4-A6D8-9711F80FD281}"/>
                      </a:ext>
                    </a:extLst>
                  </p:cNvPr>
                  <p:cNvPicPr/>
                  <p:nvPr/>
                </p:nvPicPr>
                <p:blipFill>
                  <a:blip r:embed="rId109"/>
                  <a:stretch>
                    <a:fillRect/>
                  </a:stretch>
                </p:blipFill>
                <p:spPr>
                  <a:xfrm>
                    <a:off x="10532735" y="2241085"/>
                    <a:ext cx="29160" cy="20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0">
                <p14:nvContentPartPr>
                  <p14:cNvPr id="138" name="Ink 137">
                    <a:extLst>
                      <a:ext uri="{FF2B5EF4-FFF2-40B4-BE49-F238E27FC236}">
                        <a16:creationId xmlns:a16="http://schemas.microsoft.com/office/drawing/2014/main" id="{E829591E-AFDA-0769-188C-00F89A6890ED}"/>
                      </a:ext>
                    </a:extLst>
                  </p14:cNvPr>
                  <p14:cNvContentPartPr/>
                  <p14:nvPr/>
                </p14:nvContentPartPr>
                <p14:xfrm>
                  <a:off x="10560455" y="2244685"/>
                  <a:ext cx="7920" cy="3240"/>
                </p14:xfrm>
              </p:contentPart>
            </mc:Choice>
            <mc:Fallback xmlns="">
              <p:pic>
                <p:nvPicPr>
                  <p:cNvPr id="138" name="Ink 137">
                    <a:extLst>
                      <a:ext uri="{FF2B5EF4-FFF2-40B4-BE49-F238E27FC236}">
                        <a16:creationId xmlns:a16="http://schemas.microsoft.com/office/drawing/2014/main" id="{E829591E-AFDA-0769-188C-00F89A6890ED}"/>
                      </a:ext>
                    </a:extLst>
                  </p:cNvPr>
                  <p:cNvPicPr/>
                  <p:nvPr/>
                </p:nvPicPr>
                <p:blipFill>
                  <a:blip r:embed="rId111"/>
                  <a:stretch>
                    <a:fillRect/>
                  </a:stretch>
                </p:blipFill>
                <p:spPr>
                  <a:xfrm>
                    <a:off x="10551815" y="2236045"/>
                    <a:ext cx="25560" cy="20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2">
                <p14:nvContentPartPr>
                  <p14:cNvPr id="140" name="Ink 139">
                    <a:extLst>
                      <a:ext uri="{FF2B5EF4-FFF2-40B4-BE49-F238E27FC236}">
                        <a16:creationId xmlns:a16="http://schemas.microsoft.com/office/drawing/2014/main" id="{A472713B-130D-81A3-41CC-927DB3C9778E}"/>
                      </a:ext>
                    </a:extLst>
                  </p14:cNvPr>
                  <p14:cNvContentPartPr/>
                  <p14:nvPr/>
                </p14:nvContentPartPr>
                <p14:xfrm>
                  <a:off x="10602575" y="2187085"/>
                  <a:ext cx="360" cy="360"/>
                </p14:xfrm>
              </p:contentPart>
            </mc:Choice>
            <mc:Fallback xmlns="">
              <p:pic>
                <p:nvPicPr>
                  <p:cNvPr id="140" name="Ink 139">
                    <a:extLst>
                      <a:ext uri="{FF2B5EF4-FFF2-40B4-BE49-F238E27FC236}">
                        <a16:creationId xmlns:a16="http://schemas.microsoft.com/office/drawing/2014/main" id="{A472713B-130D-81A3-41CC-927DB3C9778E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10593935" y="217844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3">
                <p14:nvContentPartPr>
                  <p14:cNvPr id="141" name="Ink 140">
                    <a:extLst>
                      <a:ext uri="{FF2B5EF4-FFF2-40B4-BE49-F238E27FC236}">
                        <a16:creationId xmlns:a16="http://schemas.microsoft.com/office/drawing/2014/main" id="{54CFD52C-9E83-3112-4145-64A910BEBDDD}"/>
                      </a:ext>
                    </a:extLst>
                  </p14:cNvPr>
                  <p14:cNvContentPartPr/>
                  <p14:nvPr/>
                </p14:nvContentPartPr>
                <p14:xfrm>
                  <a:off x="10573055" y="2191765"/>
                  <a:ext cx="7920" cy="1800"/>
                </p14:xfrm>
              </p:contentPart>
            </mc:Choice>
            <mc:Fallback xmlns="">
              <p:pic>
                <p:nvPicPr>
                  <p:cNvPr id="141" name="Ink 140">
                    <a:extLst>
                      <a:ext uri="{FF2B5EF4-FFF2-40B4-BE49-F238E27FC236}">
                        <a16:creationId xmlns:a16="http://schemas.microsoft.com/office/drawing/2014/main" id="{54CFD52C-9E83-3112-4145-64A910BEBDDD}"/>
                      </a:ext>
                    </a:extLst>
                  </p:cNvPr>
                  <p:cNvPicPr/>
                  <p:nvPr/>
                </p:nvPicPr>
                <p:blipFill>
                  <a:blip r:embed="rId114"/>
                  <a:stretch>
                    <a:fillRect/>
                  </a:stretch>
                </p:blipFill>
                <p:spPr>
                  <a:xfrm>
                    <a:off x="10564415" y="2183125"/>
                    <a:ext cx="25560" cy="19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5">
                <p14:nvContentPartPr>
                  <p14:cNvPr id="142" name="Ink 141">
                    <a:extLst>
                      <a:ext uri="{FF2B5EF4-FFF2-40B4-BE49-F238E27FC236}">
                        <a16:creationId xmlns:a16="http://schemas.microsoft.com/office/drawing/2014/main" id="{E13E17B6-6082-E989-2060-3E3B0AAAE69F}"/>
                      </a:ext>
                    </a:extLst>
                  </p14:cNvPr>
                  <p14:cNvContentPartPr/>
                  <p14:nvPr/>
                </p14:nvContentPartPr>
                <p14:xfrm>
                  <a:off x="10567655" y="2194285"/>
                  <a:ext cx="360" cy="360"/>
                </p14:xfrm>
              </p:contentPart>
            </mc:Choice>
            <mc:Fallback xmlns="">
              <p:pic>
                <p:nvPicPr>
                  <p:cNvPr id="142" name="Ink 141">
                    <a:extLst>
                      <a:ext uri="{FF2B5EF4-FFF2-40B4-BE49-F238E27FC236}">
                        <a16:creationId xmlns:a16="http://schemas.microsoft.com/office/drawing/2014/main" id="{E13E17B6-6082-E989-2060-3E3B0AAAE69F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10558655" y="218528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6">
                <p14:nvContentPartPr>
                  <p14:cNvPr id="143" name="Ink 142">
                    <a:extLst>
                      <a:ext uri="{FF2B5EF4-FFF2-40B4-BE49-F238E27FC236}">
                        <a16:creationId xmlns:a16="http://schemas.microsoft.com/office/drawing/2014/main" id="{F818A79E-D475-D93F-BABB-63C0DEEEFB43}"/>
                      </a:ext>
                    </a:extLst>
                  </p14:cNvPr>
                  <p14:cNvContentPartPr/>
                  <p14:nvPr/>
                </p14:nvContentPartPr>
                <p14:xfrm>
                  <a:off x="10564775" y="2179885"/>
                  <a:ext cx="12240" cy="6120"/>
                </p14:xfrm>
              </p:contentPart>
            </mc:Choice>
            <mc:Fallback xmlns="">
              <p:pic>
                <p:nvPicPr>
                  <p:cNvPr id="143" name="Ink 142">
                    <a:extLst>
                      <a:ext uri="{FF2B5EF4-FFF2-40B4-BE49-F238E27FC236}">
                        <a16:creationId xmlns:a16="http://schemas.microsoft.com/office/drawing/2014/main" id="{F818A79E-D475-D93F-BABB-63C0DEEEFB43}"/>
                      </a:ext>
                    </a:extLst>
                  </p:cNvPr>
                  <p:cNvPicPr/>
                  <p:nvPr/>
                </p:nvPicPr>
                <p:blipFill>
                  <a:blip r:embed="rId117"/>
                  <a:stretch>
                    <a:fillRect/>
                  </a:stretch>
                </p:blipFill>
                <p:spPr>
                  <a:xfrm>
                    <a:off x="10555775" y="2171245"/>
                    <a:ext cx="29880" cy="23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8">
                <p14:nvContentPartPr>
                  <p14:cNvPr id="144" name="Ink 143">
                    <a:extLst>
                      <a:ext uri="{FF2B5EF4-FFF2-40B4-BE49-F238E27FC236}">
                        <a16:creationId xmlns:a16="http://schemas.microsoft.com/office/drawing/2014/main" id="{D30DE1D0-F184-547C-0DA9-B7C8084EBBFA}"/>
                      </a:ext>
                    </a:extLst>
                  </p14:cNvPr>
                  <p14:cNvContentPartPr/>
                  <p14:nvPr/>
                </p14:nvContentPartPr>
                <p14:xfrm>
                  <a:off x="10577015" y="2175565"/>
                  <a:ext cx="10800" cy="4320"/>
                </p14:xfrm>
              </p:contentPart>
            </mc:Choice>
            <mc:Fallback xmlns="">
              <p:pic>
                <p:nvPicPr>
                  <p:cNvPr id="144" name="Ink 143">
                    <a:extLst>
                      <a:ext uri="{FF2B5EF4-FFF2-40B4-BE49-F238E27FC236}">
                        <a16:creationId xmlns:a16="http://schemas.microsoft.com/office/drawing/2014/main" id="{D30DE1D0-F184-547C-0DA9-B7C8084EBBFA}"/>
                      </a:ext>
                    </a:extLst>
                  </p:cNvPr>
                  <p:cNvPicPr/>
                  <p:nvPr/>
                </p:nvPicPr>
                <p:blipFill>
                  <a:blip r:embed="rId119"/>
                  <a:stretch>
                    <a:fillRect/>
                  </a:stretch>
                </p:blipFill>
                <p:spPr>
                  <a:xfrm>
                    <a:off x="10568375" y="2166925"/>
                    <a:ext cx="28440" cy="21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0">
                <p14:nvContentPartPr>
                  <p14:cNvPr id="145" name="Ink 144">
                    <a:extLst>
                      <a:ext uri="{FF2B5EF4-FFF2-40B4-BE49-F238E27FC236}">
                        <a16:creationId xmlns:a16="http://schemas.microsoft.com/office/drawing/2014/main" id="{30498DEC-C093-6AB7-8322-B160546FCB3E}"/>
                      </a:ext>
                    </a:extLst>
                  </p14:cNvPr>
                  <p14:cNvContentPartPr/>
                  <p14:nvPr/>
                </p14:nvContentPartPr>
                <p14:xfrm>
                  <a:off x="10586735" y="2217685"/>
                  <a:ext cx="12240" cy="8640"/>
                </p14:xfrm>
              </p:contentPart>
            </mc:Choice>
            <mc:Fallback xmlns="">
              <p:pic>
                <p:nvPicPr>
                  <p:cNvPr id="145" name="Ink 144">
                    <a:extLst>
                      <a:ext uri="{FF2B5EF4-FFF2-40B4-BE49-F238E27FC236}">
                        <a16:creationId xmlns:a16="http://schemas.microsoft.com/office/drawing/2014/main" id="{30498DEC-C093-6AB7-8322-B160546FCB3E}"/>
                      </a:ext>
                    </a:extLst>
                  </p:cNvPr>
                  <p:cNvPicPr/>
                  <p:nvPr/>
                </p:nvPicPr>
                <p:blipFill>
                  <a:blip r:embed="rId121"/>
                  <a:stretch>
                    <a:fillRect/>
                  </a:stretch>
                </p:blipFill>
                <p:spPr>
                  <a:xfrm>
                    <a:off x="10577735" y="2209045"/>
                    <a:ext cx="29880" cy="26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2">
                <p14:nvContentPartPr>
                  <p14:cNvPr id="146" name="Ink 145">
                    <a:extLst>
                      <a:ext uri="{FF2B5EF4-FFF2-40B4-BE49-F238E27FC236}">
                        <a16:creationId xmlns:a16="http://schemas.microsoft.com/office/drawing/2014/main" id="{905273B0-E98C-4EAE-4546-F9E38552C85A}"/>
                      </a:ext>
                    </a:extLst>
                  </p14:cNvPr>
                  <p14:cNvContentPartPr/>
                  <p14:nvPr/>
                </p14:nvContentPartPr>
                <p14:xfrm>
                  <a:off x="10587455" y="2176285"/>
                  <a:ext cx="21600" cy="3960"/>
                </p14:xfrm>
              </p:contentPart>
            </mc:Choice>
            <mc:Fallback xmlns="">
              <p:pic>
                <p:nvPicPr>
                  <p:cNvPr id="146" name="Ink 145">
                    <a:extLst>
                      <a:ext uri="{FF2B5EF4-FFF2-40B4-BE49-F238E27FC236}">
                        <a16:creationId xmlns:a16="http://schemas.microsoft.com/office/drawing/2014/main" id="{905273B0-E98C-4EAE-4546-F9E38552C85A}"/>
                      </a:ext>
                    </a:extLst>
                  </p:cNvPr>
                  <p:cNvPicPr/>
                  <p:nvPr/>
                </p:nvPicPr>
                <p:blipFill>
                  <a:blip r:embed="rId123"/>
                  <a:stretch>
                    <a:fillRect/>
                  </a:stretch>
                </p:blipFill>
                <p:spPr>
                  <a:xfrm>
                    <a:off x="10578455" y="2167645"/>
                    <a:ext cx="39240" cy="21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4">
                <p14:nvContentPartPr>
                  <p14:cNvPr id="147" name="Ink 146">
                    <a:extLst>
                      <a:ext uri="{FF2B5EF4-FFF2-40B4-BE49-F238E27FC236}">
                        <a16:creationId xmlns:a16="http://schemas.microsoft.com/office/drawing/2014/main" id="{2A77605D-48DD-A14D-1873-9281C472EC69}"/>
                      </a:ext>
                    </a:extLst>
                  </p14:cNvPr>
                  <p14:cNvContentPartPr/>
                  <p14:nvPr/>
                </p14:nvContentPartPr>
                <p14:xfrm>
                  <a:off x="10539215" y="2191765"/>
                  <a:ext cx="16560" cy="5040"/>
                </p14:xfrm>
              </p:contentPart>
            </mc:Choice>
            <mc:Fallback xmlns="">
              <p:pic>
                <p:nvPicPr>
                  <p:cNvPr id="147" name="Ink 146">
                    <a:extLst>
                      <a:ext uri="{FF2B5EF4-FFF2-40B4-BE49-F238E27FC236}">
                        <a16:creationId xmlns:a16="http://schemas.microsoft.com/office/drawing/2014/main" id="{2A77605D-48DD-A14D-1873-9281C472EC69}"/>
                      </a:ext>
                    </a:extLst>
                  </p:cNvPr>
                  <p:cNvPicPr/>
                  <p:nvPr/>
                </p:nvPicPr>
                <p:blipFill>
                  <a:blip r:embed="rId125"/>
                  <a:stretch>
                    <a:fillRect/>
                  </a:stretch>
                </p:blipFill>
                <p:spPr>
                  <a:xfrm>
                    <a:off x="10530215" y="2183125"/>
                    <a:ext cx="34200" cy="2268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90CAB328-6D80-0EF1-C7BA-DB9FA1C47517}"/>
                </a:ext>
              </a:extLst>
            </p:cNvPr>
            <p:cNvGrpSpPr/>
            <p:nvPr/>
          </p:nvGrpSpPr>
          <p:grpSpPr>
            <a:xfrm>
              <a:off x="11325561" y="1941565"/>
              <a:ext cx="33840" cy="2880"/>
              <a:chOff x="10760975" y="1941565"/>
              <a:chExt cx="33840" cy="2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26">
                <p14:nvContentPartPr>
                  <p14:cNvPr id="149" name="Ink 148">
                    <a:extLst>
                      <a:ext uri="{FF2B5EF4-FFF2-40B4-BE49-F238E27FC236}">
                        <a16:creationId xmlns:a16="http://schemas.microsoft.com/office/drawing/2014/main" id="{5861A2CF-A39B-D148-D10A-CC1735A4D6E9}"/>
                      </a:ext>
                    </a:extLst>
                  </p14:cNvPr>
                  <p14:cNvContentPartPr/>
                  <p14:nvPr/>
                </p14:nvContentPartPr>
                <p14:xfrm>
                  <a:off x="10760975" y="1944085"/>
                  <a:ext cx="360" cy="360"/>
                </p14:xfrm>
              </p:contentPart>
            </mc:Choice>
            <mc:Fallback xmlns="">
              <p:pic>
                <p:nvPicPr>
                  <p:cNvPr id="149" name="Ink 148">
                    <a:extLst>
                      <a:ext uri="{FF2B5EF4-FFF2-40B4-BE49-F238E27FC236}">
                        <a16:creationId xmlns:a16="http://schemas.microsoft.com/office/drawing/2014/main" id="{5861A2CF-A39B-D148-D10A-CC1735A4D6E9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10752335" y="193508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7">
                <p14:nvContentPartPr>
                  <p14:cNvPr id="150" name="Ink 149">
                    <a:extLst>
                      <a:ext uri="{FF2B5EF4-FFF2-40B4-BE49-F238E27FC236}">
                        <a16:creationId xmlns:a16="http://schemas.microsoft.com/office/drawing/2014/main" id="{8FC813F5-7DB2-F3AE-58E5-25D029840BAC}"/>
                      </a:ext>
                    </a:extLst>
                  </p14:cNvPr>
                  <p14:cNvContentPartPr/>
                  <p14:nvPr/>
                </p14:nvContentPartPr>
                <p14:xfrm>
                  <a:off x="10777175" y="1943725"/>
                  <a:ext cx="360" cy="360"/>
                </p14:xfrm>
              </p:contentPart>
            </mc:Choice>
            <mc:Fallback xmlns="">
              <p:pic>
                <p:nvPicPr>
                  <p:cNvPr id="150" name="Ink 149">
                    <a:extLst>
                      <a:ext uri="{FF2B5EF4-FFF2-40B4-BE49-F238E27FC236}">
                        <a16:creationId xmlns:a16="http://schemas.microsoft.com/office/drawing/2014/main" id="{8FC813F5-7DB2-F3AE-58E5-25D029840BAC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10768535" y="193508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8">
                <p14:nvContentPartPr>
                  <p14:cNvPr id="152" name="Ink 151">
                    <a:extLst>
                      <a:ext uri="{FF2B5EF4-FFF2-40B4-BE49-F238E27FC236}">
                        <a16:creationId xmlns:a16="http://schemas.microsoft.com/office/drawing/2014/main" id="{9C8A0D8B-C9F0-A20C-0280-EA3F893F7AEE}"/>
                      </a:ext>
                    </a:extLst>
                  </p14:cNvPr>
                  <p14:cNvContentPartPr/>
                  <p14:nvPr/>
                </p14:nvContentPartPr>
                <p14:xfrm>
                  <a:off x="10794455" y="1942285"/>
                  <a:ext cx="360" cy="360"/>
                </p14:xfrm>
              </p:contentPart>
            </mc:Choice>
            <mc:Fallback xmlns="">
              <p:pic>
                <p:nvPicPr>
                  <p:cNvPr id="152" name="Ink 151">
                    <a:extLst>
                      <a:ext uri="{FF2B5EF4-FFF2-40B4-BE49-F238E27FC236}">
                        <a16:creationId xmlns:a16="http://schemas.microsoft.com/office/drawing/2014/main" id="{9C8A0D8B-C9F0-A20C-0280-EA3F893F7AEE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10785455" y="193364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9">
                <p14:nvContentPartPr>
                  <p14:cNvPr id="153" name="Ink 152">
                    <a:extLst>
                      <a:ext uri="{FF2B5EF4-FFF2-40B4-BE49-F238E27FC236}">
                        <a16:creationId xmlns:a16="http://schemas.microsoft.com/office/drawing/2014/main" id="{C7CBC3A2-DE5A-65E5-DD90-EC3DB6206048}"/>
                      </a:ext>
                    </a:extLst>
                  </p14:cNvPr>
                  <p14:cNvContentPartPr/>
                  <p14:nvPr/>
                </p14:nvContentPartPr>
                <p14:xfrm>
                  <a:off x="10786535" y="1941565"/>
                  <a:ext cx="360" cy="360"/>
                </p14:xfrm>
              </p:contentPart>
            </mc:Choice>
            <mc:Fallback xmlns="">
              <p:pic>
                <p:nvPicPr>
                  <p:cNvPr id="153" name="Ink 152">
                    <a:extLst>
                      <a:ext uri="{FF2B5EF4-FFF2-40B4-BE49-F238E27FC236}">
                        <a16:creationId xmlns:a16="http://schemas.microsoft.com/office/drawing/2014/main" id="{C7CBC3A2-DE5A-65E5-DD90-EC3DB6206048}"/>
                      </a:ext>
                    </a:extLst>
                  </p:cNvPr>
                  <p:cNvPicPr/>
                  <p:nvPr/>
                </p:nvPicPr>
                <p:blipFill>
                  <a:blip r:embed="rId106"/>
                  <a:stretch>
                    <a:fillRect/>
                  </a:stretch>
                </p:blipFill>
                <p:spPr>
                  <a:xfrm>
                    <a:off x="10777895" y="193292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E6761B9C-7FAD-4E18-F213-0846F67D31B9}"/>
                </a:ext>
              </a:extLst>
            </p:cNvPr>
            <p:cNvGrpSpPr/>
            <p:nvPr/>
          </p:nvGrpSpPr>
          <p:grpSpPr>
            <a:xfrm>
              <a:off x="11293521" y="1936165"/>
              <a:ext cx="106200" cy="7200"/>
              <a:chOff x="10728935" y="1936165"/>
              <a:chExt cx="106200" cy="7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30">
                <p14:nvContentPartPr>
                  <p14:cNvPr id="155" name="Ink 154">
                    <a:extLst>
                      <a:ext uri="{FF2B5EF4-FFF2-40B4-BE49-F238E27FC236}">
                        <a16:creationId xmlns:a16="http://schemas.microsoft.com/office/drawing/2014/main" id="{BEAA2815-04D2-DD6A-D046-E9C0C13CB6B9}"/>
                      </a:ext>
                    </a:extLst>
                  </p14:cNvPr>
                  <p14:cNvContentPartPr/>
                  <p14:nvPr/>
                </p14:nvContentPartPr>
                <p14:xfrm>
                  <a:off x="10733615" y="1941565"/>
                  <a:ext cx="101520" cy="1440"/>
                </p14:xfrm>
              </p:contentPart>
            </mc:Choice>
            <mc:Fallback xmlns="">
              <p:pic>
                <p:nvPicPr>
                  <p:cNvPr id="155" name="Ink 154">
                    <a:extLst>
                      <a:ext uri="{FF2B5EF4-FFF2-40B4-BE49-F238E27FC236}">
                        <a16:creationId xmlns:a16="http://schemas.microsoft.com/office/drawing/2014/main" id="{BEAA2815-04D2-DD6A-D046-E9C0C13CB6B9}"/>
                      </a:ext>
                    </a:extLst>
                  </p:cNvPr>
                  <p:cNvPicPr/>
                  <p:nvPr/>
                </p:nvPicPr>
                <p:blipFill>
                  <a:blip r:embed="rId131"/>
                  <a:stretch>
                    <a:fillRect/>
                  </a:stretch>
                </p:blipFill>
                <p:spPr>
                  <a:xfrm>
                    <a:off x="10724975" y="1932565"/>
                    <a:ext cx="119160" cy="19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2">
                <p14:nvContentPartPr>
                  <p14:cNvPr id="156" name="Ink 155">
                    <a:extLst>
                      <a:ext uri="{FF2B5EF4-FFF2-40B4-BE49-F238E27FC236}">
                        <a16:creationId xmlns:a16="http://schemas.microsoft.com/office/drawing/2014/main" id="{4245C9AC-EE44-42BF-FD90-DD20BBFD8EF0}"/>
                      </a:ext>
                    </a:extLst>
                  </p14:cNvPr>
                  <p14:cNvContentPartPr/>
                  <p14:nvPr/>
                </p14:nvContentPartPr>
                <p14:xfrm>
                  <a:off x="10799495" y="1941925"/>
                  <a:ext cx="3240" cy="360"/>
                </p14:xfrm>
              </p:contentPart>
            </mc:Choice>
            <mc:Fallback xmlns="">
              <p:pic>
                <p:nvPicPr>
                  <p:cNvPr id="156" name="Ink 155">
                    <a:extLst>
                      <a:ext uri="{FF2B5EF4-FFF2-40B4-BE49-F238E27FC236}">
                        <a16:creationId xmlns:a16="http://schemas.microsoft.com/office/drawing/2014/main" id="{4245C9AC-EE44-42BF-FD90-DD20BBFD8EF0}"/>
                      </a:ext>
                    </a:extLst>
                  </p:cNvPr>
                  <p:cNvPicPr/>
                  <p:nvPr/>
                </p:nvPicPr>
                <p:blipFill>
                  <a:blip r:embed="rId133"/>
                  <a:stretch>
                    <a:fillRect/>
                  </a:stretch>
                </p:blipFill>
                <p:spPr>
                  <a:xfrm>
                    <a:off x="10790495" y="1933285"/>
                    <a:ext cx="2088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4">
                <p14:nvContentPartPr>
                  <p14:cNvPr id="157" name="Ink 156">
                    <a:extLst>
                      <a:ext uri="{FF2B5EF4-FFF2-40B4-BE49-F238E27FC236}">
                        <a16:creationId xmlns:a16="http://schemas.microsoft.com/office/drawing/2014/main" id="{31B0BF06-9476-ECAD-1A99-924286D5EB5A}"/>
                      </a:ext>
                    </a:extLst>
                  </p14:cNvPr>
                  <p14:cNvContentPartPr/>
                  <p14:nvPr/>
                </p14:nvContentPartPr>
                <p14:xfrm>
                  <a:off x="10788695" y="1936885"/>
                  <a:ext cx="3960" cy="4320"/>
                </p14:xfrm>
              </p:contentPart>
            </mc:Choice>
            <mc:Fallback xmlns="">
              <p:pic>
                <p:nvPicPr>
                  <p:cNvPr id="157" name="Ink 156">
                    <a:extLst>
                      <a:ext uri="{FF2B5EF4-FFF2-40B4-BE49-F238E27FC236}">
                        <a16:creationId xmlns:a16="http://schemas.microsoft.com/office/drawing/2014/main" id="{31B0BF06-9476-ECAD-1A99-924286D5EB5A}"/>
                      </a:ext>
                    </a:extLst>
                  </p:cNvPr>
                  <p:cNvPicPr/>
                  <p:nvPr/>
                </p:nvPicPr>
                <p:blipFill>
                  <a:blip r:embed="rId135"/>
                  <a:stretch>
                    <a:fillRect/>
                  </a:stretch>
                </p:blipFill>
                <p:spPr>
                  <a:xfrm>
                    <a:off x="10779695" y="1927885"/>
                    <a:ext cx="21600" cy="21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6">
                <p14:nvContentPartPr>
                  <p14:cNvPr id="159" name="Ink 158">
                    <a:extLst>
                      <a:ext uri="{FF2B5EF4-FFF2-40B4-BE49-F238E27FC236}">
                        <a16:creationId xmlns:a16="http://schemas.microsoft.com/office/drawing/2014/main" id="{CFFD7F89-A410-15D1-0026-E05B3DCB65E2}"/>
                      </a:ext>
                    </a:extLst>
                  </p14:cNvPr>
                  <p14:cNvContentPartPr/>
                  <p14:nvPr/>
                </p14:nvContentPartPr>
                <p14:xfrm>
                  <a:off x="10786535" y="1936165"/>
                  <a:ext cx="360" cy="360"/>
                </p14:xfrm>
              </p:contentPart>
            </mc:Choice>
            <mc:Fallback xmlns="">
              <p:pic>
                <p:nvPicPr>
                  <p:cNvPr id="159" name="Ink 158">
                    <a:extLst>
                      <a:ext uri="{FF2B5EF4-FFF2-40B4-BE49-F238E27FC236}">
                        <a16:creationId xmlns:a16="http://schemas.microsoft.com/office/drawing/2014/main" id="{CFFD7F89-A410-15D1-0026-E05B3DCB65E2}"/>
                      </a:ext>
                    </a:extLst>
                  </p:cNvPr>
                  <p:cNvPicPr/>
                  <p:nvPr/>
                </p:nvPicPr>
                <p:blipFill>
                  <a:blip r:embed="rId137"/>
                  <a:stretch>
                    <a:fillRect/>
                  </a:stretch>
                </p:blipFill>
                <p:spPr>
                  <a:xfrm>
                    <a:off x="10777895" y="192716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8">
                <p14:nvContentPartPr>
                  <p14:cNvPr id="161" name="Ink 160">
                    <a:extLst>
                      <a:ext uri="{FF2B5EF4-FFF2-40B4-BE49-F238E27FC236}">
                        <a16:creationId xmlns:a16="http://schemas.microsoft.com/office/drawing/2014/main" id="{3AF0733C-0AC2-D399-7D91-4D73ECD971D1}"/>
                      </a:ext>
                    </a:extLst>
                  </p14:cNvPr>
                  <p14:cNvContentPartPr/>
                  <p14:nvPr/>
                </p14:nvContentPartPr>
                <p14:xfrm>
                  <a:off x="10728935" y="1943005"/>
                  <a:ext cx="360" cy="360"/>
                </p14:xfrm>
              </p:contentPart>
            </mc:Choice>
            <mc:Fallback xmlns="">
              <p:pic>
                <p:nvPicPr>
                  <p:cNvPr id="161" name="Ink 160">
                    <a:extLst>
                      <a:ext uri="{FF2B5EF4-FFF2-40B4-BE49-F238E27FC236}">
                        <a16:creationId xmlns:a16="http://schemas.microsoft.com/office/drawing/2014/main" id="{3AF0733C-0AC2-D399-7D91-4D73ECD971D1}"/>
                      </a:ext>
                    </a:extLst>
                  </p:cNvPr>
                  <p:cNvPicPr/>
                  <p:nvPr/>
                </p:nvPicPr>
                <p:blipFill>
                  <a:blip r:embed="rId137"/>
                  <a:stretch>
                    <a:fillRect/>
                  </a:stretch>
                </p:blipFill>
                <p:spPr>
                  <a:xfrm>
                    <a:off x="10720295" y="1934005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59B3688E-386E-D1B6-B7F4-8A5FDF0B44FA}"/>
                </a:ext>
              </a:extLst>
            </p:cNvPr>
            <p:cNvGrpSpPr/>
            <p:nvPr/>
          </p:nvGrpSpPr>
          <p:grpSpPr>
            <a:xfrm>
              <a:off x="11116986" y="1965685"/>
              <a:ext cx="191160" cy="192600"/>
              <a:chOff x="10580975" y="1965685"/>
              <a:chExt cx="191160" cy="192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39">
                <p14:nvContentPartPr>
                  <p14:cNvPr id="163" name="Ink 162">
                    <a:extLst>
                      <a:ext uri="{FF2B5EF4-FFF2-40B4-BE49-F238E27FC236}">
                        <a16:creationId xmlns:a16="http://schemas.microsoft.com/office/drawing/2014/main" id="{88DE12EB-8D21-6059-C79F-3154F85B77EF}"/>
                      </a:ext>
                    </a:extLst>
                  </p14:cNvPr>
                  <p14:cNvContentPartPr/>
                  <p14:nvPr/>
                </p14:nvContentPartPr>
                <p14:xfrm>
                  <a:off x="10616615" y="1965685"/>
                  <a:ext cx="155520" cy="188280"/>
                </p14:xfrm>
              </p:contentPart>
            </mc:Choice>
            <mc:Fallback xmlns="">
              <p:pic>
                <p:nvPicPr>
                  <p:cNvPr id="163" name="Ink 162">
                    <a:extLst>
                      <a:ext uri="{FF2B5EF4-FFF2-40B4-BE49-F238E27FC236}">
                        <a16:creationId xmlns:a16="http://schemas.microsoft.com/office/drawing/2014/main" id="{88DE12EB-8D21-6059-C79F-3154F85B77EF}"/>
                      </a:ext>
                    </a:extLst>
                  </p:cNvPr>
                  <p:cNvPicPr/>
                  <p:nvPr/>
                </p:nvPicPr>
                <p:blipFill>
                  <a:blip r:embed="rId140"/>
                  <a:stretch>
                    <a:fillRect/>
                  </a:stretch>
                </p:blipFill>
                <p:spPr>
                  <a:xfrm>
                    <a:off x="10607975" y="1956685"/>
                    <a:ext cx="173160" cy="205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1">
                <p14:nvContentPartPr>
                  <p14:cNvPr id="164" name="Ink 163">
                    <a:extLst>
                      <a:ext uri="{FF2B5EF4-FFF2-40B4-BE49-F238E27FC236}">
                        <a16:creationId xmlns:a16="http://schemas.microsoft.com/office/drawing/2014/main" id="{B08C8332-42C1-BE2F-6263-8363A80F11CC}"/>
                      </a:ext>
                    </a:extLst>
                  </p14:cNvPr>
                  <p14:cNvContentPartPr/>
                  <p14:nvPr/>
                </p14:nvContentPartPr>
                <p14:xfrm>
                  <a:off x="10652255" y="2019685"/>
                  <a:ext cx="90000" cy="106560"/>
                </p14:xfrm>
              </p:contentPart>
            </mc:Choice>
            <mc:Fallback xmlns="">
              <p:pic>
                <p:nvPicPr>
                  <p:cNvPr id="164" name="Ink 163">
                    <a:extLst>
                      <a:ext uri="{FF2B5EF4-FFF2-40B4-BE49-F238E27FC236}">
                        <a16:creationId xmlns:a16="http://schemas.microsoft.com/office/drawing/2014/main" id="{B08C8332-42C1-BE2F-6263-8363A80F11CC}"/>
                      </a:ext>
                    </a:extLst>
                  </p:cNvPr>
                  <p:cNvPicPr/>
                  <p:nvPr/>
                </p:nvPicPr>
                <p:blipFill>
                  <a:blip r:embed="rId142"/>
                  <a:stretch>
                    <a:fillRect/>
                  </a:stretch>
                </p:blipFill>
                <p:spPr>
                  <a:xfrm>
                    <a:off x="10643255" y="2011045"/>
                    <a:ext cx="107640" cy="124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3">
                <p14:nvContentPartPr>
                  <p14:cNvPr id="166" name="Ink 165">
                    <a:extLst>
                      <a:ext uri="{FF2B5EF4-FFF2-40B4-BE49-F238E27FC236}">
                        <a16:creationId xmlns:a16="http://schemas.microsoft.com/office/drawing/2014/main" id="{CDAD88E7-3BC9-4622-37BC-0CDEC5AB92A5}"/>
                      </a:ext>
                    </a:extLst>
                  </p14:cNvPr>
                  <p14:cNvContentPartPr/>
                  <p14:nvPr/>
                </p14:nvContentPartPr>
                <p14:xfrm>
                  <a:off x="10580975" y="2128765"/>
                  <a:ext cx="67680" cy="29520"/>
                </p14:xfrm>
              </p:contentPart>
            </mc:Choice>
            <mc:Fallback xmlns="">
              <p:pic>
                <p:nvPicPr>
                  <p:cNvPr id="166" name="Ink 165">
                    <a:extLst>
                      <a:ext uri="{FF2B5EF4-FFF2-40B4-BE49-F238E27FC236}">
                        <a16:creationId xmlns:a16="http://schemas.microsoft.com/office/drawing/2014/main" id="{CDAD88E7-3BC9-4622-37BC-0CDEC5AB92A5}"/>
                      </a:ext>
                    </a:extLst>
                  </p:cNvPr>
                  <p:cNvPicPr/>
                  <p:nvPr/>
                </p:nvPicPr>
                <p:blipFill>
                  <a:blip r:embed="rId144"/>
                  <a:stretch>
                    <a:fillRect/>
                  </a:stretch>
                </p:blipFill>
                <p:spPr>
                  <a:xfrm>
                    <a:off x="10572335" y="2119765"/>
                    <a:ext cx="85320" cy="471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9558431A-C210-63C9-DED5-38FBF0819A55}"/>
                </a:ext>
              </a:extLst>
            </p:cNvPr>
            <p:cNvGrpSpPr/>
            <p:nvPr/>
          </p:nvGrpSpPr>
          <p:grpSpPr>
            <a:xfrm>
              <a:off x="11119281" y="2159365"/>
              <a:ext cx="98640" cy="10800"/>
              <a:chOff x="10554695" y="2159365"/>
              <a:chExt cx="98640" cy="10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45">
                <p14:nvContentPartPr>
                  <p14:cNvPr id="168" name="Ink 167">
                    <a:extLst>
                      <a:ext uri="{FF2B5EF4-FFF2-40B4-BE49-F238E27FC236}">
                        <a16:creationId xmlns:a16="http://schemas.microsoft.com/office/drawing/2014/main" id="{F00672AA-3216-FCAF-2173-AC2503801BF6}"/>
                      </a:ext>
                    </a:extLst>
                  </p14:cNvPr>
                  <p14:cNvContentPartPr/>
                  <p14:nvPr/>
                </p14:nvContentPartPr>
                <p14:xfrm>
                  <a:off x="10566215" y="2161885"/>
                  <a:ext cx="87120" cy="8280"/>
                </p14:xfrm>
              </p:contentPart>
            </mc:Choice>
            <mc:Fallback xmlns="">
              <p:pic>
                <p:nvPicPr>
                  <p:cNvPr id="168" name="Ink 167">
                    <a:extLst>
                      <a:ext uri="{FF2B5EF4-FFF2-40B4-BE49-F238E27FC236}">
                        <a16:creationId xmlns:a16="http://schemas.microsoft.com/office/drawing/2014/main" id="{F00672AA-3216-FCAF-2173-AC2503801BF6}"/>
                      </a:ext>
                    </a:extLst>
                  </p:cNvPr>
                  <p:cNvPicPr/>
                  <p:nvPr/>
                </p:nvPicPr>
                <p:blipFill>
                  <a:blip r:embed="rId146"/>
                  <a:stretch>
                    <a:fillRect/>
                  </a:stretch>
                </p:blipFill>
                <p:spPr>
                  <a:xfrm>
                    <a:off x="10557575" y="2152885"/>
                    <a:ext cx="104760" cy="25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7">
                <p14:nvContentPartPr>
                  <p14:cNvPr id="169" name="Ink 168">
                    <a:extLst>
                      <a:ext uri="{FF2B5EF4-FFF2-40B4-BE49-F238E27FC236}">
                        <a16:creationId xmlns:a16="http://schemas.microsoft.com/office/drawing/2014/main" id="{F2383496-11D8-E613-E22A-5F31A9D98B23}"/>
                      </a:ext>
                    </a:extLst>
                  </p14:cNvPr>
                  <p14:cNvContentPartPr/>
                  <p14:nvPr/>
                </p14:nvContentPartPr>
                <p14:xfrm>
                  <a:off x="10554695" y="2159365"/>
                  <a:ext cx="71280" cy="6480"/>
                </p14:xfrm>
              </p:contentPart>
            </mc:Choice>
            <mc:Fallback xmlns="">
              <p:pic>
                <p:nvPicPr>
                  <p:cNvPr id="169" name="Ink 168">
                    <a:extLst>
                      <a:ext uri="{FF2B5EF4-FFF2-40B4-BE49-F238E27FC236}">
                        <a16:creationId xmlns:a16="http://schemas.microsoft.com/office/drawing/2014/main" id="{F2383496-11D8-E613-E22A-5F31A9D98B23}"/>
                      </a:ext>
                    </a:extLst>
                  </p:cNvPr>
                  <p:cNvPicPr/>
                  <p:nvPr/>
                </p:nvPicPr>
                <p:blipFill>
                  <a:blip r:embed="rId148"/>
                  <a:stretch>
                    <a:fillRect/>
                  </a:stretch>
                </p:blipFill>
                <p:spPr>
                  <a:xfrm>
                    <a:off x="10546055" y="2150725"/>
                    <a:ext cx="88920" cy="241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28115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53E9F-B105-CAA6-7960-C84CC6857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E7B5A49F-8A9E-82CC-E1E2-EAF1E11FB5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CBEB1A2-103B-C2A4-02B9-AAFCD7CE093C}"/>
              </a:ext>
            </a:extLst>
          </p:cNvPr>
          <p:cNvSpPr/>
          <p:nvPr/>
        </p:nvSpPr>
        <p:spPr>
          <a:xfrm>
            <a:off x="622930" y="520700"/>
            <a:ext cx="2033184" cy="70676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2A464-D272-802C-D9EA-70314F913D1B}"/>
              </a:ext>
            </a:extLst>
          </p:cNvPr>
          <p:cNvSpPr txBox="1">
            <a:spLocks/>
          </p:cNvSpPr>
          <p:nvPr/>
        </p:nvSpPr>
        <p:spPr>
          <a:xfrm>
            <a:off x="778877" y="624216"/>
            <a:ext cx="1877237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ACJ injury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 descr="A close-up of a person's chest&#10;&#10;Description automatically generated">
            <a:extLst>
              <a:ext uri="{FF2B5EF4-FFF2-40B4-BE49-F238E27FC236}">
                <a16:creationId xmlns:a16="http://schemas.microsoft.com/office/drawing/2014/main" id="{828E00E7-DA36-44BF-DAA7-DF1B28239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69419" y="4250079"/>
            <a:ext cx="4177028" cy="22491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5400">
            <a:solidFill>
              <a:schemeClr val="tx1"/>
            </a:solidFill>
          </a:ln>
          <a:effectLst/>
        </p:spPr>
      </p:pic>
      <p:pic>
        <p:nvPicPr>
          <p:cNvPr id="33" name="Picture 32" descr="A person falling on a bike&#10;&#10;Description automatically generated">
            <a:extLst>
              <a:ext uri="{FF2B5EF4-FFF2-40B4-BE49-F238E27FC236}">
                <a16:creationId xmlns:a16="http://schemas.microsoft.com/office/drawing/2014/main" id="{2C4C0395-A9E2-2821-5FBF-217A4FC98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287" y="1433983"/>
            <a:ext cx="4627654" cy="26095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5400">
            <a:solidFill>
              <a:schemeClr val="tx1"/>
            </a:solidFill>
          </a:ln>
          <a:effectLst/>
        </p:spPr>
      </p:pic>
      <p:pic>
        <p:nvPicPr>
          <p:cNvPr id="36" name="Picture 35" descr="A diagram of the shoulder joint&#10;&#10;Description automatically generated">
            <a:extLst>
              <a:ext uri="{FF2B5EF4-FFF2-40B4-BE49-F238E27FC236}">
                <a16:creationId xmlns:a16="http://schemas.microsoft.com/office/drawing/2014/main" id="{FAE21E32-3738-2439-64D7-51789A782C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214" y="1392074"/>
            <a:ext cx="3211838" cy="40147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5400">
            <a:solidFill>
              <a:schemeClr val="tx1"/>
            </a:solidFill>
          </a:ln>
          <a:effectLst/>
        </p:spPr>
      </p:pic>
      <p:pic>
        <p:nvPicPr>
          <p:cNvPr id="12" name="Picture 11" descr="X-ray of shoulder joint&#10;&#10;Description automatically generated">
            <a:extLst>
              <a:ext uri="{FF2B5EF4-FFF2-40B4-BE49-F238E27FC236}">
                <a16:creationId xmlns:a16="http://schemas.microsoft.com/office/drawing/2014/main" id="{DE515F9F-D889-4304-81F1-95C3F5DCAA0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266" r="7104" b="23524"/>
          <a:stretch/>
        </p:blipFill>
        <p:spPr>
          <a:xfrm>
            <a:off x="4684803" y="2924859"/>
            <a:ext cx="3900055" cy="28091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5400">
            <a:solidFill>
              <a:schemeClr val="tx1"/>
            </a:solidFill>
          </a:ln>
          <a:effectLst/>
        </p:spPr>
      </p:pic>
      <p:pic>
        <p:nvPicPr>
          <p:cNvPr id="20" name="Picture 19" descr="A close-up of a x-ray of a shoulder joint&#10;&#10;Description automatically generated">
            <a:extLst>
              <a:ext uri="{FF2B5EF4-FFF2-40B4-BE49-F238E27FC236}">
                <a16:creationId xmlns:a16="http://schemas.microsoft.com/office/drawing/2014/main" id="{712FB3EA-29AC-2490-DB2A-EA6241122C2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8154" r="49822"/>
          <a:stretch/>
        </p:blipFill>
        <p:spPr>
          <a:xfrm>
            <a:off x="4684804" y="173763"/>
            <a:ext cx="3900055" cy="26095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5400">
            <a:solidFill>
              <a:schemeClr val="tx1"/>
            </a:solidFill>
          </a:ln>
          <a:effectLst/>
        </p:spPr>
      </p:pic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AD6C46C-6BEB-FD47-EB2E-86B156DD8D0A}"/>
              </a:ext>
            </a:extLst>
          </p:cNvPr>
          <p:cNvSpPr/>
          <p:nvPr/>
        </p:nvSpPr>
        <p:spPr>
          <a:xfrm>
            <a:off x="8766758" y="1959429"/>
            <a:ext cx="823557" cy="261257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24FCA73-7D90-3E8B-A639-60CE21BDB68F}"/>
              </a:ext>
            </a:extLst>
          </p:cNvPr>
          <p:cNvSpPr/>
          <p:nvPr/>
        </p:nvSpPr>
        <p:spPr>
          <a:xfrm>
            <a:off x="10138360" y="2111829"/>
            <a:ext cx="736470" cy="261257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B0DBEA-28ED-7997-F20D-535D2A2CE696}"/>
              </a:ext>
            </a:extLst>
          </p:cNvPr>
          <p:cNvSpPr txBox="1"/>
          <p:nvPr/>
        </p:nvSpPr>
        <p:spPr>
          <a:xfrm>
            <a:off x="6261644" y="5875523"/>
            <a:ext cx="4646427" cy="646986"/>
          </a:xfrm>
          <a:prstGeom prst="roundRect">
            <a:avLst/>
          </a:prstGeom>
          <a:solidFill>
            <a:srgbClr val="D5FC79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Clr>
                <a:srgbClr val="941100"/>
              </a:buClr>
              <a:buSzPct val="100000"/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MOI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- falling directly onto top (‘point’) of shoulder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Aetiology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- rupture of AC and CC ligaments</a:t>
            </a:r>
          </a:p>
        </p:txBody>
      </p:sp>
    </p:spTree>
    <p:extLst>
      <p:ext uri="{BB962C8B-B14F-4D97-AF65-F5344CB8AC3E}">
        <p14:creationId xmlns:p14="http://schemas.microsoft.com/office/powerpoint/2010/main" val="111721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0AB940-991C-7965-62BE-9AC61E83B843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30" y="520700"/>
            <a:ext cx="2989700" cy="70676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2833752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structures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57544-3B39-24F2-ADD6-1D7F88173C57}"/>
              </a:ext>
            </a:extLst>
          </p:cNvPr>
          <p:cNvSpPr txBox="1"/>
          <p:nvPr/>
        </p:nvSpPr>
        <p:spPr>
          <a:xfrm>
            <a:off x="1136766" y="2144920"/>
            <a:ext cx="50964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Joint capsule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- surrounds the GHJ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- dense fibro-cartilage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- very lax - allows ROM, no role in support</a:t>
            </a:r>
          </a:p>
          <a:p>
            <a:pPr>
              <a:buClr>
                <a:srgbClr val="941100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Articular cartilage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- hyaline cartilage that lines the humeral head  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 and glenoid cavity, also the AC and SC joints</a:t>
            </a:r>
          </a:p>
          <a:p>
            <a:pPr>
              <a:buClr>
                <a:srgbClr val="941100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Glenoid labrum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- fibrocartilage ring that attaches to the 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 articular cartilage of glenoid fossa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- deepens the socket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7D0C9ADF-BBF7-1712-B8DA-4C154A1DBE60}"/>
              </a:ext>
            </a:extLst>
          </p:cNvPr>
          <p:cNvSpPr/>
          <p:nvPr/>
        </p:nvSpPr>
        <p:spPr>
          <a:xfrm>
            <a:off x="854799" y="2211655"/>
            <a:ext cx="271813" cy="213169"/>
          </a:xfrm>
          <a:prstGeom prst="homePlat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D5A4E7DF-88DD-35A0-684A-B3960AB7C7CE}"/>
              </a:ext>
            </a:extLst>
          </p:cNvPr>
          <p:cNvSpPr/>
          <p:nvPr/>
        </p:nvSpPr>
        <p:spPr>
          <a:xfrm>
            <a:off x="864953" y="4692599"/>
            <a:ext cx="271813" cy="213169"/>
          </a:xfrm>
          <a:prstGeom prst="homePlat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close-up of a skeleton&#10;&#10;Description automatically generated">
            <a:extLst>
              <a:ext uri="{FF2B5EF4-FFF2-40B4-BE49-F238E27FC236}">
                <a16:creationId xmlns:a16="http://schemas.microsoft.com/office/drawing/2014/main" id="{54C53B73-E322-BE8E-2A89-2CF16C985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142" y="292720"/>
            <a:ext cx="2600585" cy="22538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11" name="Pentagon 10">
            <a:extLst>
              <a:ext uri="{FF2B5EF4-FFF2-40B4-BE49-F238E27FC236}">
                <a16:creationId xmlns:a16="http://schemas.microsoft.com/office/drawing/2014/main" id="{F7568FC2-D357-F4FD-6BA6-E0BE692993EA}"/>
              </a:ext>
            </a:extLst>
          </p:cNvPr>
          <p:cNvSpPr/>
          <p:nvPr/>
        </p:nvSpPr>
        <p:spPr>
          <a:xfrm>
            <a:off x="854798" y="3602679"/>
            <a:ext cx="271813" cy="213169"/>
          </a:xfrm>
          <a:prstGeom prst="homePlat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33EF831-2F69-B53B-65F7-852B157EFBD9}"/>
              </a:ext>
            </a:extLst>
          </p:cNvPr>
          <p:cNvSpPr/>
          <p:nvPr/>
        </p:nvSpPr>
        <p:spPr>
          <a:xfrm>
            <a:off x="6543550" y="2337467"/>
            <a:ext cx="3409530" cy="2253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pic>
        <p:nvPicPr>
          <p:cNvPr id="12" name="Picture 4" descr="Functional anatomy\Articular hyaline cartilage[1].PNG">
            <a:extLst>
              <a:ext uri="{FF2B5EF4-FFF2-40B4-BE49-F238E27FC236}">
                <a16:creationId xmlns:a16="http://schemas.microsoft.com/office/drawing/2014/main" id="{9518326F-FA34-9D11-976F-26F3271D6B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alphaModFix/>
          </a:blip>
          <a:srcRect l="42927" b="58351"/>
          <a:stretch/>
        </p:blipFill>
        <p:spPr bwMode="auto">
          <a:xfrm>
            <a:off x="6941377" y="2323532"/>
            <a:ext cx="3055336" cy="2229613"/>
          </a:xfrm>
          <a:prstGeom prst="rect">
            <a:avLst/>
          </a:prstGeom>
          <a:noFill/>
        </p:spPr>
      </p:pic>
      <p:pic>
        <p:nvPicPr>
          <p:cNvPr id="32" name="Picture 31" descr="A diagram of a labral tear&#10;&#10;Description automatically generated">
            <a:extLst>
              <a:ext uri="{FF2B5EF4-FFF2-40B4-BE49-F238E27FC236}">
                <a16:creationId xmlns:a16="http://schemas.microsoft.com/office/drawing/2014/main" id="{7B69CE35-58B5-8CEC-C093-22958553FD8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539" t="11752" r="35772" b="3112"/>
          <a:stretch/>
        </p:blipFill>
        <p:spPr>
          <a:xfrm>
            <a:off x="6243361" y="4466923"/>
            <a:ext cx="3709719" cy="22113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4C9EB7EB-DC92-F0B5-9069-4E8D3D928ABC}"/>
              </a:ext>
            </a:extLst>
          </p:cNvPr>
          <p:cNvSpPr/>
          <p:nvPr/>
        </p:nvSpPr>
        <p:spPr>
          <a:xfrm>
            <a:off x="2372810" y="5834971"/>
            <a:ext cx="150471" cy="39881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852359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B6A65-537E-281D-4902-55AA17B93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A5F8511-9073-4F5E-7A9A-245A7C7C7D27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0667548-8FE9-8A7F-4B82-6F36F42742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126B153-9299-616A-A03A-AA6801F36003}"/>
              </a:ext>
            </a:extLst>
          </p:cNvPr>
          <p:cNvSpPr/>
          <p:nvPr/>
        </p:nvSpPr>
        <p:spPr>
          <a:xfrm>
            <a:off x="622930" y="520700"/>
            <a:ext cx="2989700" cy="70676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BF39E-013D-E247-DD00-FA5A80F7BF7E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2833752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Glenoid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Labrum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258215-2775-9E92-92CB-7B305D88063B}"/>
              </a:ext>
            </a:extLst>
          </p:cNvPr>
          <p:cNvSpPr txBox="1"/>
          <p:nvPr/>
        </p:nvSpPr>
        <p:spPr>
          <a:xfrm>
            <a:off x="1136765" y="1938211"/>
            <a:ext cx="53532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fibrocartilage ring that attaches to the articular cartilage of glenoid fossa</a:t>
            </a:r>
          </a:p>
          <a:p>
            <a:pPr>
              <a:buClr>
                <a:srgbClr val="941100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deepens the socket and increases the surface area (acting as a static stabiliser of the GHJ)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resists anterior and posterior movement, and assists with blocking shoulder dislocation and subluxation at the maximal ROM</a:t>
            </a:r>
          </a:p>
          <a:p>
            <a:pPr>
              <a:buClr>
                <a:srgbClr val="941100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can be easily damaged acutely (e.g. dislocation) or by repetitive microtrauma (e.g. overhead athletes) - most common </a:t>
            </a:r>
            <a:r>
              <a:rPr lang="en-GB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SLAP lesion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(superior labral anterior posterior, at insertion of biceps tendon)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8E641860-6DE5-E4C8-383D-34F5158374A7}"/>
              </a:ext>
            </a:extLst>
          </p:cNvPr>
          <p:cNvSpPr/>
          <p:nvPr/>
        </p:nvSpPr>
        <p:spPr>
          <a:xfrm>
            <a:off x="854799" y="2004946"/>
            <a:ext cx="271813" cy="213169"/>
          </a:xfrm>
          <a:prstGeom prst="homePlat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1C7A3AA5-A608-1F20-6CEB-7B9B2CBF609D}"/>
              </a:ext>
            </a:extLst>
          </p:cNvPr>
          <p:cNvSpPr/>
          <p:nvPr/>
        </p:nvSpPr>
        <p:spPr>
          <a:xfrm>
            <a:off x="864953" y="3667633"/>
            <a:ext cx="271813" cy="213169"/>
          </a:xfrm>
          <a:prstGeom prst="homePlat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4D4822CA-E3E0-F8BD-9AE4-80147F1290D9}"/>
              </a:ext>
            </a:extLst>
          </p:cNvPr>
          <p:cNvSpPr/>
          <p:nvPr/>
        </p:nvSpPr>
        <p:spPr>
          <a:xfrm>
            <a:off x="854798" y="2870614"/>
            <a:ext cx="271813" cy="213169"/>
          </a:xfrm>
          <a:prstGeom prst="homePlat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diagram of the human ear&#10;&#10;Description automatically generated with medium confidence">
            <a:extLst>
              <a:ext uri="{FF2B5EF4-FFF2-40B4-BE49-F238E27FC236}">
                <a16:creationId xmlns:a16="http://schemas.microsoft.com/office/drawing/2014/main" id="{995C5A1B-511B-712A-ACBE-261D5FB494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3" t="3825" r="69174" b="3028"/>
          <a:stretch/>
        </p:blipFill>
        <p:spPr>
          <a:xfrm>
            <a:off x="6419589" y="482562"/>
            <a:ext cx="2344998" cy="2821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pic>
        <p:nvPicPr>
          <p:cNvPr id="18" name="Picture 17" descr="A diagram of the human ear&#10;&#10;Description automatically generated with medium confidence">
            <a:extLst>
              <a:ext uri="{FF2B5EF4-FFF2-40B4-BE49-F238E27FC236}">
                <a16:creationId xmlns:a16="http://schemas.microsoft.com/office/drawing/2014/main" id="{F3F3E2B1-088E-150B-1AC4-77DFB2771A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690" t="5107" r="35287" b="1746"/>
          <a:stretch/>
        </p:blipFill>
        <p:spPr>
          <a:xfrm>
            <a:off x="8898324" y="468610"/>
            <a:ext cx="2252535" cy="28382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19" name="Pentagon 18">
            <a:extLst>
              <a:ext uri="{FF2B5EF4-FFF2-40B4-BE49-F238E27FC236}">
                <a16:creationId xmlns:a16="http://schemas.microsoft.com/office/drawing/2014/main" id="{C06898E3-A0E2-E676-2CF2-6DB6784D7A23}"/>
              </a:ext>
            </a:extLst>
          </p:cNvPr>
          <p:cNvSpPr/>
          <p:nvPr/>
        </p:nvSpPr>
        <p:spPr>
          <a:xfrm>
            <a:off x="871102" y="4771828"/>
            <a:ext cx="271813" cy="213169"/>
          </a:xfrm>
          <a:prstGeom prst="homePlat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F84A53E-C0D0-907D-CD96-7ECA44E26C69}"/>
              </a:ext>
            </a:extLst>
          </p:cNvPr>
          <p:cNvSpPr/>
          <p:nvPr/>
        </p:nvSpPr>
        <p:spPr>
          <a:xfrm>
            <a:off x="6490010" y="520700"/>
            <a:ext cx="1282390" cy="304490"/>
          </a:xfrm>
          <a:prstGeom prst="roundRect">
            <a:avLst>
              <a:gd name="adj" fmla="val 4900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sz="1200" dirty="0">
              <a:solidFill>
                <a:schemeClr val="tx1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BBB4DCB-CE2E-7299-9FAD-CC22D28FE8F6}"/>
              </a:ext>
            </a:extLst>
          </p:cNvPr>
          <p:cNvGrpSpPr/>
          <p:nvPr/>
        </p:nvGrpSpPr>
        <p:grpSpPr>
          <a:xfrm>
            <a:off x="6984378" y="3429000"/>
            <a:ext cx="2906801" cy="3139345"/>
            <a:chOff x="6984378" y="3429000"/>
            <a:chExt cx="2906801" cy="3139345"/>
          </a:xfrm>
        </p:grpSpPr>
        <p:pic>
          <p:nvPicPr>
            <p:cNvPr id="25" name="Picture 24" descr="A diagram of a shoulder joint&#10;&#10;Description automatically generated">
              <a:extLst>
                <a:ext uri="{FF2B5EF4-FFF2-40B4-BE49-F238E27FC236}">
                  <a16:creationId xmlns:a16="http://schemas.microsoft.com/office/drawing/2014/main" id="{023C3819-4347-7D63-9EEC-4C0DE72EC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84378" y="3429000"/>
              <a:ext cx="2906801" cy="313934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 w="28575">
              <a:solidFill>
                <a:schemeClr val="tx1"/>
              </a:solidFill>
            </a:ln>
            <a:effectLst/>
          </p:spPr>
        </p:pic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EBA62022-2713-B977-ABF6-37E6C5DDAC87}"/>
                </a:ext>
              </a:extLst>
            </p:cNvPr>
            <p:cNvSpPr/>
            <p:nvPr/>
          </p:nvSpPr>
          <p:spPr>
            <a:xfrm>
              <a:off x="7244862" y="3464170"/>
              <a:ext cx="851388" cy="203464"/>
            </a:xfrm>
            <a:prstGeom prst="round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A47A2C1-1C74-5850-3D60-211329C5C548}"/>
                </a:ext>
              </a:extLst>
            </p:cNvPr>
            <p:cNvCxnSpPr>
              <a:cxnSpLocks/>
            </p:cNvCxnSpPr>
            <p:nvPr/>
          </p:nvCxnSpPr>
          <p:spPr>
            <a:xfrm>
              <a:off x="8096250" y="3568700"/>
              <a:ext cx="661987" cy="104775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347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0AB940-991C-7965-62BE-9AC61E83B843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29" y="520700"/>
            <a:ext cx="3732963" cy="70676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3732964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 Joint movements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57544-3B39-24F2-ADD6-1D7F88173C57}"/>
              </a:ext>
            </a:extLst>
          </p:cNvPr>
          <p:cNvSpPr txBox="1"/>
          <p:nvPr/>
        </p:nvSpPr>
        <p:spPr>
          <a:xfrm>
            <a:off x="1157183" y="1954177"/>
            <a:ext cx="28828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41100"/>
              </a:buClr>
              <a:buSzPct val="100000"/>
            </a:pPr>
            <a:r>
              <a:rPr lang="en-GB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Flexion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of the humerus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muscles involved:-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Pectoralis major 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Anterior deltoid 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Coracobrachialis 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Biceps brachii (when the forearm is flexed)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7D0C9ADF-BBF7-1712-B8DA-4C154A1DBE60}"/>
              </a:ext>
            </a:extLst>
          </p:cNvPr>
          <p:cNvSpPr/>
          <p:nvPr/>
        </p:nvSpPr>
        <p:spPr>
          <a:xfrm>
            <a:off x="868051" y="2058164"/>
            <a:ext cx="271813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61F6DA-170F-BC60-A023-7831F6A2341E}"/>
              </a:ext>
            </a:extLst>
          </p:cNvPr>
          <p:cNvSpPr txBox="1"/>
          <p:nvPr/>
        </p:nvSpPr>
        <p:spPr>
          <a:xfrm>
            <a:off x="1126612" y="4327730"/>
            <a:ext cx="52476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41100"/>
              </a:buClr>
              <a:buSzPct val="100000"/>
            </a:pPr>
            <a:r>
              <a:rPr lang="en-GB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Extension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of the humerus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muscles involved:-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Latissimus dorsi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Teres major 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Posterior Deltoid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Triceps brachii (when the forearm is extended)</a:t>
            </a:r>
          </a:p>
          <a:p>
            <a:pPr>
              <a:buClr>
                <a:srgbClr val="941100"/>
              </a:buClr>
              <a:buSzPct val="100000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FD88B8E6-8383-FFDB-C212-90783EDA1262}"/>
              </a:ext>
            </a:extLst>
          </p:cNvPr>
          <p:cNvSpPr/>
          <p:nvPr/>
        </p:nvSpPr>
        <p:spPr>
          <a:xfrm>
            <a:off x="854799" y="4413823"/>
            <a:ext cx="271813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Flexion">
            <a:hlinkClick r:id="" action="ppaction://media"/>
            <a:extLst>
              <a:ext uri="{FF2B5EF4-FFF2-40B4-BE49-F238E27FC236}">
                <a16:creationId xmlns:a16="http://schemas.microsoft.com/office/drawing/2014/main" id="{33B660C8-1207-08A2-0CB0-314B74038DF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601013" y="242721"/>
            <a:ext cx="3179205" cy="3466483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  <p:pic>
        <p:nvPicPr>
          <p:cNvPr id="14" name="Extension">
            <a:hlinkClick r:id="" action="ppaction://media"/>
            <a:extLst>
              <a:ext uri="{FF2B5EF4-FFF2-40B4-BE49-F238E27FC236}">
                <a16:creationId xmlns:a16="http://schemas.microsoft.com/office/drawing/2014/main" id="{FFC1042D-FE11-5FB2-F729-D201E514688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915589" y="2896357"/>
            <a:ext cx="3387808" cy="3693935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46631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71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5053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339611" y="378742"/>
            <a:ext cx="1629941" cy="70676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495560" y="482258"/>
            <a:ext cx="1381226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Flexors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 descr="A diagram of the muscles of the neck&#10;&#10;Description automatically generated">
            <a:extLst>
              <a:ext uri="{FF2B5EF4-FFF2-40B4-BE49-F238E27FC236}">
                <a16:creationId xmlns:a16="http://schemas.microsoft.com/office/drawing/2014/main" id="{034AEF6A-3049-1783-0F1D-7BB97F480D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62" b="11637"/>
          <a:stretch/>
        </p:blipFill>
        <p:spPr>
          <a:xfrm>
            <a:off x="399271" y="4247075"/>
            <a:ext cx="4802635" cy="23067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F57544-3B39-24F2-ADD6-1D7F88173C57}"/>
              </a:ext>
            </a:extLst>
          </p:cNvPr>
          <p:cNvSpPr txBox="1"/>
          <p:nvPr/>
        </p:nvSpPr>
        <p:spPr>
          <a:xfrm>
            <a:off x="515851" y="3744736"/>
            <a:ext cx="3463646" cy="57888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Pectoralis major</a:t>
            </a:r>
          </a:p>
          <a:p>
            <a:pPr algn="ctr">
              <a:buClr>
                <a:srgbClr val="941100"/>
              </a:buClr>
              <a:buSzPct val="100000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- sternal and clavicular fibres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47F68FD-E536-D6E8-0956-B416CD684F09}"/>
              </a:ext>
            </a:extLst>
          </p:cNvPr>
          <p:cNvGrpSpPr/>
          <p:nvPr/>
        </p:nvGrpSpPr>
        <p:grpSpPr>
          <a:xfrm>
            <a:off x="9044694" y="2509520"/>
            <a:ext cx="2845167" cy="3703356"/>
            <a:chOff x="7632342" y="1491349"/>
            <a:chExt cx="3627394" cy="4721527"/>
          </a:xfrm>
        </p:grpSpPr>
        <p:pic>
          <p:nvPicPr>
            <p:cNvPr id="24" name="Picture 23" descr="A diagram of the muscles of the arm&#10;&#10;Description automatically generated">
              <a:extLst>
                <a:ext uri="{FF2B5EF4-FFF2-40B4-BE49-F238E27FC236}">
                  <a16:creationId xmlns:a16="http://schemas.microsoft.com/office/drawing/2014/main" id="{D6A2657E-A410-9086-FEEE-7B22064AB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32342" y="1491349"/>
              <a:ext cx="3627394" cy="472152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 w="28575">
              <a:solidFill>
                <a:schemeClr val="tx1"/>
              </a:solidFill>
            </a:ln>
            <a:effectLst/>
          </p:spPr>
        </p:pic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1630ADA6-69DC-0330-6576-5FB04B0BF334}"/>
                </a:ext>
              </a:extLst>
            </p:cNvPr>
            <p:cNvSpPr/>
            <p:nvPr/>
          </p:nvSpPr>
          <p:spPr>
            <a:xfrm>
              <a:off x="9169522" y="5358301"/>
              <a:ext cx="2012515" cy="772438"/>
            </a:xfrm>
            <a:prstGeom prst="roundRect">
              <a:avLst>
                <a:gd name="adj" fmla="val 1018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64A7310-D0D6-83AB-E829-0DA7CA36D425}"/>
              </a:ext>
            </a:extLst>
          </p:cNvPr>
          <p:cNvSpPr txBox="1"/>
          <p:nvPr/>
        </p:nvSpPr>
        <p:spPr>
          <a:xfrm>
            <a:off x="9327652" y="2086342"/>
            <a:ext cx="2279249" cy="57888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Biceps brachii</a:t>
            </a:r>
          </a:p>
          <a:p>
            <a:pPr algn="ctr">
              <a:buClr>
                <a:srgbClr val="941100"/>
              </a:buClr>
              <a:buSzPct val="100000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- long and short head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BB7F010-9D9D-C704-9D62-2E54DD6E31F2}"/>
              </a:ext>
            </a:extLst>
          </p:cNvPr>
          <p:cNvGrpSpPr/>
          <p:nvPr/>
        </p:nvGrpSpPr>
        <p:grpSpPr>
          <a:xfrm>
            <a:off x="1902266" y="426554"/>
            <a:ext cx="3737010" cy="2649072"/>
            <a:chOff x="3232150" y="356815"/>
            <a:chExt cx="3737010" cy="2649072"/>
          </a:xfrm>
        </p:grpSpPr>
        <p:pic>
          <p:nvPicPr>
            <p:cNvPr id="22" name="Picture 21" descr="A diagram of a human body&#10;&#10;Description automatically generated">
              <a:extLst>
                <a:ext uri="{FF2B5EF4-FFF2-40B4-BE49-F238E27FC236}">
                  <a16:creationId xmlns:a16="http://schemas.microsoft.com/office/drawing/2014/main" id="{A3C011EA-BE3E-7C66-8664-C41E485C9D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3447" b="5107"/>
            <a:stretch/>
          </p:blipFill>
          <p:spPr>
            <a:xfrm>
              <a:off x="3716600" y="356815"/>
              <a:ext cx="3252560" cy="264907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 w="28575">
              <a:solidFill>
                <a:schemeClr val="tx1"/>
              </a:solidFill>
            </a:ln>
            <a:effectLst/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9E9C4BC-A843-F458-2A75-5C06857C742C}"/>
                </a:ext>
              </a:extLst>
            </p:cNvPr>
            <p:cNvSpPr txBox="1"/>
            <p:nvPr/>
          </p:nvSpPr>
          <p:spPr>
            <a:xfrm>
              <a:off x="3232150" y="1404352"/>
              <a:ext cx="1213065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001" sz="1200" dirty="0">
                  <a:solidFill>
                    <a:srgbClr val="FF0000"/>
                  </a:solidFill>
                </a:rPr>
                <a:t>Anterior deltoid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53D2F25-89BA-0588-C895-A653403BF0E3}"/>
                </a:ext>
              </a:extLst>
            </p:cNvPr>
            <p:cNvSpPr txBox="1"/>
            <p:nvPr/>
          </p:nvSpPr>
          <p:spPr>
            <a:xfrm>
              <a:off x="6187219" y="1158816"/>
              <a:ext cx="7764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001" sz="1200" dirty="0"/>
                <a:t>Posterior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7ACE3A2-C9A8-F1A1-A9B1-16B81A473DC2}"/>
                </a:ext>
              </a:extLst>
            </p:cNvPr>
            <p:cNvSpPr/>
            <p:nvPr/>
          </p:nvSpPr>
          <p:spPr>
            <a:xfrm>
              <a:off x="6619875" y="624216"/>
              <a:ext cx="346932" cy="2035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16E647D-F35C-6E06-C9B9-16D5807F2B01}"/>
                </a:ext>
              </a:extLst>
            </p:cNvPr>
            <p:cNvSpPr txBox="1"/>
            <p:nvPr/>
          </p:nvSpPr>
          <p:spPr>
            <a:xfrm>
              <a:off x="6180869" y="629792"/>
              <a:ext cx="43583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001" sz="1200" dirty="0"/>
                <a:t>Mid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BF24495-A4CA-311F-8567-68215EA29982}"/>
                </a:ext>
              </a:extLst>
            </p:cNvPr>
            <p:cNvCxnSpPr>
              <a:cxnSpLocks/>
            </p:cNvCxnSpPr>
            <p:nvPr/>
          </p:nvCxnSpPr>
          <p:spPr>
            <a:xfrm>
              <a:off x="4445215" y="1571625"/>
              <a:ext cx="1170692" cy="296420"/>
            </a:xfrm>
            <a:prstGeom prst="straightConnector1">
              <a:avLst/>
            </a:prstGeom>
            <a:ln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901A1EF-4BD4-0A6B-322F-49791BE17BB5}"/>
              </a:ext>
            </a:extLst>
          </p:cNvPr>
          <p:cNvSpPr txBox="1"/>
          <p:nvPr/>
        </p:nvSpPr>
        <p:spPr>
          <a:xfrm>
            <a:off x="2863205" y="2938973"/>
            <a:ext cx="2167806" cy="34051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Anterior deltoid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E878998-EEE6-29EC-F481-86C72622CF60}"/>
              </a:ext>
            </a:extLst>
          </p:cNvPr>
          <p:cNvCxnSpPr>
            <a:cxnSpLocks/>
          </p:cNvCxnSpPr>
          <p:nvPr/>
        </p:nvCxnSpPr>
        <p:spPr>
          <a:xfrm>
            <a:off x="9438858" y="3163250"/>
            <a:ext cx="571564" cy="285664"/>
          </a:xfrm>
          <a:prstGeom prst="straightConnector1">
            <a:avLst/>
          </a:prstGeom>
          <a:ln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1B21CF3-9618-F06F-D8FE-E96E3C8B2181}"/>
              </a:ext>
            </a:extLst>
          </p:cNvPr>
          <p:cNvCxnSpPr>
            <a:cxnSpLocks/>
          </p:cNvCxnSpPr>
          <p:nvPr/>
        </p:nvCxnSpPr>
        <p:spPr>
          <a:xfrm flipH="1" flipV="1">
            <a:off x="10203699" y="3876922"/>
            <a:ext cx="749178" cy="403971"/>
          </a:xfrm>
          <a:prstGeom prst="straightConnector1">
            <a:avLst/>
          </a:prstGeom>
          <a:ln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BF440A4-8150-CEC6-2107-2CD8D9C0ECEF}"/>
              </a:ext>
            </a:extLst>
          </p:cNvPr>
          <p:cNvSpPr txBox="1"/>
          <p:nvPr/>
        </p:nvSpPr>
        <p:spPr>
          <a:xfrm>
            <a:off x="10572058" y="4234467"/>
            <a:ext cx="96501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001" sz="1200" dirty="0">
                <a:solidFill>
                  <a:srgbClr val="FF0000"/>
                </a:solidFill>
              </a:rPr>
              <a:t>Short head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E398630-4FA1-386B-9A7B-5B346210F098}"/>
              </a:ext>
            </a:extLst>
          </p:cNvPr>
          <p:cNvSpPr/>
          <p:nvPr/>
        </p:nvSpPr>
        <p:spPr>
          <a:xfrm>
            <a:off x="516622" y="5606835"/>
            <a:ext cx="967332" cy="2183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9177A85-9F45-F790-E6A5-1BE4D76E72DA}"/>
              </a:ext>
            </a:extLst>
          </p:cNvPr>
          <p:cNvSpPr/>
          <p:nvPr/>
        </p:nvSpPr>
        <p:spPr>
          <a:xfrm>
            <a:off x="4022463" y="4974566"/>
            <a:ext cx="1088017" cy="2115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pic>
        <p:nvPicPr>
          <p:cNvPr id="7" name="Picture 6" descr="A human body muscles and bones&#10;&#10;Description automatically generated with medium confidence">
            <a:extLst>
              <a:ext uri="{FF2B5EF4-FFF2-40B4-BE49-F238E27FC236}">
                <a16:creationId xmlns:a16="http://schemas.microsoft.com/office/drawing/2014/main" id="{D97D7928-14A0-11F8-A741-ABE30BE166F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096" r="13432" b="2058"/>
          <a:stretch/>
        </p:blipFill>
        <p:spPr>
          <a:xfrm>
            <a:off x="5885969" y="1592867"/>
            <a:ext cx="2867230" cy="36722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9D3D23-640E-24E4-8A71-3D93C33FD219}"/>
              </a:ext>
            </a:extLst>
          </p:cNvPr>
          <p:cNvSpPr txBox="1"/>
          <p:nvPr/>
        </p:nvSpPr>
        <p:spPr>
          <a:xfrm>
            <a:off x="6292349" y="1347534"/>
            <a:ext cx="1781101" cy="34051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Coracobrachialis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AB59D2-ADF6-BB7D-930A-8FDA80A14421}"/>
              </a:ext>
            </a:extLst>
          </p:cNvPr>
          <p:cNvSpPr txBox="1"/>
          <p:nvPr/>
        </p:nvSpPr>
        <p:spPr>
          <a:xfrm>
            <a:off x="8944893" y="2978953"/>
            <a:ext cx="87650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001" sz="1200" dirty="0">
                <a:solidFill>
                  <a:srgbClr val="FF0000"/>
                </a:solidFill>
              </a:rPr>
              <a:t>Long head</a:t>
            </a:r>
          </a:p>
        </p:txBody>
      </p:sp>
      <p:sp>
        <p:nvSpPr>
          <p:cNvPr id="9" name="TextBox 8">
            <a:hlinkClick r:id="rId8"/>
            <a:extLst>
              <a:ext uri="{FF2B5EF4-FFF2-40B4-BE49-F238E27FC236}">
                <a16:creationId xmlns:a16="http://schemas.microsoft.com/office/drawing/2014/main" id="{4F2A4B22-ABD5-5D7F-837B-4BC0371B63E5}"/>
              </a:ext>
            </a:extLst>
          </p:cNvPr>
          <p:cNvSpPr txBox="1"/>
          <p:nvPr/>
        </p:nvSpPr>
        <p:spPr>
          <a:xfrm>
            <a:off x="10678510" y="145686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dirty="0">
                <a:hlinkClick r:id="rId8"/>
              </a:rPr>
              <a:t>Visible Body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14876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29" y="520700"/>
            <a:ext cx="2741211" cy="70676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2453272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Biceps Brachii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579BF44-A583-3E12-22CE-23CD6F221838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46497-7524-960E-8207-91162E2E108B}"/>
              </a:ext>
            </a:extLst>
          </p:cNvPr>
          <p:cNvSpPr txBox="1"/>
          <p:nvPr/>
        </p:nvSpPr>
        <p:spPr>
          <a:xfrm>
            <a:off x="947559" y="2104303"/>
            <a:ext cx="4668819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tendon of long head of the biceps brachii also acts as an elastic ligament</a:t>
            </a:r>
          </a:p>
          <a:p>
            <a:pPr marL="285750" indent="-285750">
              <a:spcAft>
                <a:spcPts val="18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It strengthens the upper part of the articular cavity</a:t>
            </a:r>
          </a:p>
          <a:p>
            <a:pPr marL="285750" indent="-285750">
              <a:spcAft>
                <a:spcPts val="18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During contraction of the deltoid, it prevents the head of humerus from pushing superiorly against the acromion</a:t>
            </a:r>
          </a:p>
          <a:p>
            <a:pPr marL="285750" indent="-285750">
              <a:spcAft>
                <a:spcPts val="18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Holds head of the humerus in contact with the glenoid cavity i.e. preventing displacement</a:t>
            </a:r>
          </a:p>
        </p:txBody>
      </p:sp>
      <p:pic>
        <p:nvPicPr>
          <p:cNvPr id="9" name="Picture 2" descr="Biceps brachii - long head tendon ">
            <a:extLst>
              <a:ext uri="{FF2B5EF4-FFF2-40B4-BE49-F238E27FC236}">
                <a16:creationId xmlns:a16="http://schemas.microsoft.com/office/drawing/2014/main" id="{9D073098-3E11-5BBB-0C94-DA1F47B351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68"/>
          <a:stretch/>
        </p:blipFill>
        <p:spPr bwMode="auto">
          <a:xfrm>
            <a:off x="6096000" y="1233723"/>
            <a:ext cx="3418244" cy="47430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0"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83563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29" y="520700"/>
            <a:ext cx="2463171" cy="70676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7" y="624216"/>
            <a:ext cx="2158546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Extensors 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7069E-1036-7676-99C8-56671142B737}"/>
              </a:ext>
            </a:extLst>
          </p:cNvPr>
          <p:cNvSpPr txBox="1"/>
          <p:nvPr/>
        </p:nvSpPr>
        <p:spPr>
          <a:xfrm>
            <a:off x="5068519" y="5972319"/>
            <a:ext cx="2246258" cy="40862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Latissimus dorsi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3D85A5-3E49-EE25-84E5-9FF519208403}"/>
              </a:ext>
            </a:extLst>
          </p:cNvPr>
          <p:cNvSpPr txBox="1"/>
          <p:nvPr/>
        </p:nvSpPr>
        <p:spPr>
          <a:xfrm>
            <a:off x="8927611" y="5978113"/>
            <a:ext cx="1756918" cy="40862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Teres major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ack view of a person with muscles&#10;&#10;Description automatically generated">
            <a:extLst>
              <a:ext uri="{FF2B5EF4-FFF2-40B4-BE49-F238E27FC236}">
                <a16:creationId xmlns:a16="http://schemas.microsoft.com/office/drawing/2014/main" id="{44AB8A88-92CE-E285-7DB8-A157D7B84C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924" r="14628" b="27365"/>
          <a:stretch/>
        </p:blipFill>
        <p:spPr>
          <a:xfrm>
            <a:off x="462612" y="2035802"/>
            <a:ext cx="3717345" cy="37791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0">
            <a:solidFill>
              <a:schemeClr val="tx1"/>
            </a:solidFill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C54E60-BBB4-EBD2-96E6-C0931D4FF28D}"/>
              </a:ext>
            </a:extLst>
          </p:cNvPr>
          <p:cNvSpPr txBox="1"/>
          <p:nvPr/>
        </p:nvSpPr>
        <p:spPr>
          <a:xfrm>
            <a:off x="731681" y="5972320"/>
            <a:ext cx="3179205" cy="40862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Posterior fibres of deltoid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 descr="A human skeleton with muscles&#10;&#10;Description automatically generated with medium confidence">
            <a:extLst>
              <a:ext uri="{FF2B5EF4-FFF2-40B4-BE49-F238E27FC236}">
                <a16:creationId xmlns:a16="http://schemas.microsoft.com/office/drawing/2014/main" id="{37D63530-73C9-D3F2-0DF8-38CEF94A7A8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856"/>
          <a:stretch/>
        </p:blipFill>
        <p:spPr>
          <a:xfrm>
            <a:off x="4833322" y="3041052"/>
            <a:ext cx="2716652" cy="27793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0">
            <a:solidFill>
              <a:schemeClr val="tx1"/>
            </a:solidFill>
          </a:ln>
          <a:effectLst/>
        </p:spPr>
      </p:pic>
      <p:pic>
        <p:nvPicPr>
          <p:cNvPr id="22" name="Picture 21" descr="A human body muscles and muscles&#10;&#10;Description automatically generated with medium confidence">
            <a:extLst>
              <a:ext uri="{FF2B5EF4-FFF2-40B4-BE49-F238E27FC236}">
                <a16:creationId xmlns:a16="http://schemas.microsoft.com/office/drawing/2014/main" id="{5833C732-AA6C-F84F-628E-6F1C3E81B6C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4931"/>
          <a:stretch/>
        </p:blipFill>
        <p:spPr>
          <a:xfrm>
            <a:off x="8217630" y="726637"/>
            <a:ext cx="3193462" cy="27166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0">
            <a:solidFill>
              <a:schemeClr val="tx1"/>
            </a:solidFill>
          </a:ln>
          <a:effectLst/>
        </p:spPr>
      </p:pic>
      <p:pic>
        <p:nvPicPr>
          <p:cNvPr id="24" name="Picture 23" descr="A skeleton with red muscles&#10;&#10;Description automatically generated with medium confidence">
            <a:extLst>
              <a:ext uri="{FF2B5EF4-FFF2-40B4-BE49-F238E27FC236}">
                <a16:creationId xmlns:a16="http://schemas.microsoft.com/office/drawing/2014/main" id="{A9DA9861-562B-C6EE-13FE-407EB7D6385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3103" b="10124"/>
          <a:stretch/>
        </p:blipFill>
        <p:spPr>
          <a:xfrm>
            <a:off x="8217628" y="3491903"/>
            <a:ext cx="3214687" cy="23230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0">
            <a:solidFill>
              <a:schemeClr val="tx1"/>
            </a:solidFill>
          </a:ln>
          <a:effectLst/>
        </p:spPr>
      </p:pic>
      <p:pic>
        <p:nvPicPr>
          <p:cNvPr id="28" name="Picture 27" descr="A back view of a human body&#10;&#10;Description automatically generated">
            <a:extLst>
              <a:ext uri="{FF2B5EF4-FFF2-40B4-BE49-F238E27FC236}">
                <a16:creationId xmlns:a16="http://schemas.microsoft.com/office/drawing/2014/main" id="{B905FEA1-9BD2-7F54-C67B-39B87290F1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3322" y="301110"/>
            <a:ext cx="2716651" cy="27166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0"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466291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28" y="520700"/>
            <a:ext cx="6550031" cy="70676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6" y="624216"/>
            <a:ext cx="6475363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Extensors 2 - Triceps brachii long head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close-up of a human body&#10;&#10;Description automatically generated">
            <a:extLst>
              <a:ext uri="{FF2B5EF4-FFF2-40B4-BE49-F238E27FC236}">
                <a16:creationId xmlns:a16="http://schemas.microsoft.com/office/drawing/2014/main" id="{CCD103B0-25BB-6448-4A8F-E0840841BF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025" b="6776"/>
          <a:stretch/>
        </p:blipFill>
        <p:spPr>
          <a:xfrm>
            <a:off x="8441042" y="1523193"/>
            <a:ext cx="2482115" cy="36340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0">
            <a:solidFill>
              <a:schemeClr val="tx1"/>
            </a:solidFill>
          </a:ln>
          <a:effectLst/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3FAAC93-4EBA-5FE1-270F-04874EDA9EC8}"/>
              </a:ext>
            </a:extLst>
          </p:cNvPr>
          <p:cNvGrpSpPr/>
          <p:nvPr/>
        </p:nvGrpSpPr>
        <p:grpSpPr>
          <a:xfrm>
            <a:off x="923091" y="1523192"/>
            <a:ext cx="7325203" cy="3652584"/>
            <a:chOff x="1351721" y="1523192"/>
            <a:chExt cx="7325203" cy="3652584"/>
          </a:xfrm>
        </p:grpSpPr>
        <p:pic>
          <p:nvPicPr>
            <p:cNvPr id="7" name="Picture 6" descr="A diagram of the muscles of the shoulder&#10;&#10;Description automatically generated">
              <a:extLst>
                <a:ext uri="{FF2B5EF4-FFF2-40B4-BE49-F238E27FC236}">
                  <a16:creationId xmlns:a16="http://schemas.microsoft.com/office/drawing/2014/main" id="{BC9A293B-A7E8-BA1D-ADC6-A1093ECB7A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232" t="16585" r="2522"/>
            <a:stretch/>
          </p:blipFill>
          <p:spPr>
            <a:xfrm>
              <a:off x="1351721" y="1523193"/>
              <a:ext cx="7325203" cy="3652583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 w="31750">
              <a:solidFill>
                <a:schemeClr val="tx1"/>
              </a:solidFill>
            </a:ln>
            <a:effectLst/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54B077-22B4-E5A3-290F-93D16CD9E700}"/>
                </a:ext>
              </a:extLst>
            </p:cNvPr>
            <p:cNvSpPr/>
            <p:nvPr/>
          </p:nvSpPr>
          <p:spPr>
            <a:xfrm>
              <a:off x="4768948" y="1523194"/>
              <a:ext cx="1847556" cy="2305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72AB67B-8637-5C6F-BB91-484D4E2B8636}"/>
                </a:ext>
              </a:extLst>
            </p:cNvPr>
            <p:cNvSpPr/>
            <p:nvPr/>
          </p:nvSpPr>
          <p:spPr>
            <a:xfrm>
              <a:off x="1662545" y="1523192"/>
              <a:ext cx="2360194" cy="1997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A342AB6-84AB-8393-812A-B88A13324FE4}"/>
                </a:ext>
              </a:extLst>
            </p:cNvPr>
            <p:cNvSpPr/>
            <p:nvPr/>
          </p:nvSpPr>
          <p:spPr>
            <a:xfrm>
              <a:off x="1455509" y="1523194"/>
              <a:ext cx="489670" cy="2305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/>
            </a:p>
          </p:txBody>
        </p:sp>
      </p:grpSp>
      <p:pic>
        <p:nvPicPr>
          <p:cNvPr id="11" name="Picture 10" descr="A human skeleton with muscles&#10;&#10;Description automatically generated">
            <a:extLst>
              <a:ext uri="{FF2B5EF4-FFF2-40B4-BE49-F238E27FC236}">
                <a16:creationId xmlns:a16="http://schemas.microsoft.com/office/drawing/2014/main" id="{971BAB8C-5DF5-B047-92C1-CE93317EAAB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7452" r="54729" b="10604"/>
          <a:stretch/>
        </p:blipFill>
        <p:spPr>
          <a:xfrm>
            <a:off x="3668787" y="4744276"/>
            <a:ext cx="1282441" cy="19182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0">
            <a:solidFill>
              <a:schemeClr val="tx1"/>
            </a:solidFill>
          </a:ln>
          <a:effectLst/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3AB59D2-ADF6-BB7D-930A-8FDA80A14421}"/>
              </a:ext>
            </a:extLst>
          </p:cNvPr>
          <p:cNvSpPr txBox="1"/>
          <p:nvPr/>
        </p:nvSpPr>
        <p:spPr>
          <a:xfrm>
            <a:off x="2937423" y="5671240"/>
            <a:ext cx="99391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001" sz="1200" dirty="0">
                <a:solidFill>
                  <a:srgbClr val="FF0000"/>
                </a:solidFill>
              </a:rPr>
              <a:t>Medial head</a:t>
            </a:r>
          </a:p>
        </p:txBody>
      </p:sp>
    </p:spTree>
    <p:extLst>
      <p:ext uri="{BB962C8B-B14F-4D97-AF65-F5344CB8AC3E}">
        <p14:creationId xmlns:p14="http://schemas.microsoft.com/office/powerpoint/2010/main" val="2016987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29" y="520700"/>
            <a:ext cx="4391984" cy="70676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4719644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Abduction and Adduction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57544-3B39-24F2-ADD6-1D7F88173C57}"/>
              </a:ext>
            </a:extLst>
          </p:cNvPr>
          <p:cNvSpPr txBox="1"/>
          <p:nvPr/>
        </p:nvSpPr>
        <p:spPr>
          <a:xfrm>
            <a:off x="2368131" y="5062319"/>
            <a:ext cx="24788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Abduction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muscles involved:-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Deltoid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Supraspinatus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7D0C9ADF-BBF7-1712-B8DA-4C154A1DBE60}"/>
              </a:ext>
            </a:extLst>
          </p:cNvPr>
          <p:cNvSpPr/>
          <p:nvPr/>
        </p:nvSpPr>
        <p:spPr>
          <a:xfrm>
            <a:off x="2078999" y="5166306"/>
            <a:ext cx="233721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61F6DA-170F-BC60-A023-7831F6A2341E}"/>
              </a:ext>
            </a:extLst>
          </p:cNvPr>
          <p:cNvSpPr txBox="1"/>
          <p:nvPr/>
        </p:nvSpPr>
        <p:spPr>
          <a:xfrm>
            <a:off x="6955912" y="4611230"/>
            <a:ext cx="23837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Adduction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muscles involved:-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Latissimus dorsi 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Teres major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Subscapularis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Pectoralis major </a:t>
            </a: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FD88B8E6-8383-FFDB-C212-90783EDA1262}"/>
              </a:ext>
            </a:extLst>
          </p:cNvPr>
          <p:cNvSpPr/>
          <p:nvPr/>
        </p:nvSpPr>
        <p:spPr>
          <a:xfrm>
            <a:off x="6684099" y="4697323"/>
            <a:ext cx="271813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Screen Recording 2024-08-09 at 12.29.35">
            <a:hlinkClick r:id="" action="ppaction://media"/>
            <a:extLst>
              <a:ext uri="{FF2B5EF4-FFF2-40B4-BE49-F238E27FC236}">
                <a16:creationId xmlns:a16="http://schemas.microsoft.com/office/drawing/2014/main" id="{E3327F7A-C608-2381-59AF-FF4419F42F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444978" y="624217"/>
            <a:ext cx="3081496" cy="3898278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  <p:pic>
        <p:nvPicPr>
          <p:cNvPr id="21" name="Screen Recording 2024-08-09 at 12.39.53">
            <a:hlinkClick r:id="" action="ppaction://media"/>
            <a:extLst>
              <a:ext uri="{FF2B5EF4-FFF2-40B4-BE49-F238E27FC236}">
                <a16:creationId xmlns:a16="http://schemas.microsoft.com/office/drawing/2014/main" id="{F944A22A-66A4-2F08-BEA3-3F1BA573424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305584" y="1626847"/>
            <a:ext cx="4192938" cy="3285511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67D0D41-791C-1AAB-7327-064E4E6AE2F2}"/>
              </a:ext>
            </a:extLst>
          </p:cNvPr>
          <p:cNvSpPr/>
          <p:nvPr/>
        </p:nvSpPr>
        <p:spPr>
          <a:xfrm>
            <a:off x="1885958" y="4910492"/>
            <a:ext cx="2914650" cy="145506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96FBB79-2DAA-1154-C616-678604C1E5B3}"/>
              </a:ext>
            </a:extLst>
          </p:cNvPr>
          <p:cNvSpPr/>
          <p:nvPr/>
        </p:nvSpPr>
        <p:spPr>
          <a:xfrm>
            <a:off x="6440957" y="4513000"/>
            <a:ext cx="3179204" cy="20021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14824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50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8686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vol="0">
                <p:cTn id="17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29" y="520700"/>
            <a:ext cx="4819393" cy="70676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7" y="624216"/>
            <a:ext cx="4663445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Medial and Lateral Rotation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3C281-7C6B-ABC7-5469-C55EA69427AB}"/>
              </a:ext>
            </a:extLst>
          </p:cNvPr>
          <p:cNvSpPr txBox="1"/>
          <p:nvPr/>
        </p:nvSpPr>
        <p:spPr>
          <a:xfrm>
            <a:off x="2409101" y="4990591"/>
            <a:ext cx="21437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Lateral rotation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muscles involved:-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Infraspinatus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Teres minor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Deltoid (weak)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F50D80-9297-5F32-5972-C5E65D581A64}"/>
              </a:ext>
            </a:extLst>
          </p:cNvPr>
          <p:cNvSpPr txBox="1"/>
          <p:nvPr/>
        </p:nvSpPr>
        <p:spPr>
          <a:xfrm>
            <a:off x="7175940" y="4619815"/>
            <a:ext cx="25220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Medial rotation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muscles involved:-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Latissimus dorsi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Teres major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Subscapularis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Pectoralis major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Anterior Deltoid</a:t>
            </a: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4761C230-138B-137C-EAB5-7B992059CEB3}"/>
              </a:ext>
            </a:extLst>
          </p:cNvPr>
          <p:cNvSpPr/>
          <p:nvPr/>
        </p:nvSpPr>
        <p:spPr>
          <a:xfrm>
            <a:off x="2134152" y="5094578"/>
            <a:ext cx="271813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67392856-EC69-7500-A6CE-B81E5BF40398}"/>
              </a:ext>
            </a:extLst>
          </p:cNvPr>
          <p:cNvSpPr/>
          <p:nvPr/>
        </p:nvSpPr>
        <p:spPr>
          <a:xfrm>
            <a:off x="6954574" y="4681566"/>
            <a:ext cx="271813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86E42C3-81B8-4455-7C96-41ED4F282E4C}"/>
              </a:ext>
            </a:extLst>
          </p:cNvPr>
          <p:cNvSpPr/>
          <p:nvPr/>
        </p:nvSpPr>
        <p:spPr>
          <a:xfrm>
            <a:off x="1885958" y="4910491"/>
            <a:ext cx="2914650" cy="160029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A75894E-84E6-0CA6-A2D7-67261405A188}"/>
              </a:ext>
            </a:extLst>
          </p:cNvPr>
          <p:cNvSpPr/>
          <p:nvPr/>
        </p:nvSpPr>
        <p:spPr>
          <a:xfrm>
            <a:off x="6689457" y="4546738"/>
            <a:ext cx="2914650" cy="211868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pic>
        <p:nvPicPr>
          <p:cNvPr id="17" name="Screen Recording 2024-08-09 at 12.49.38">
            <a:hlinkClick r:id="" action="ppaction://media"/>
            <a:extLst>
              <a:ext uri="{FF2B5EF4-FFF2-40B4-BE49-F238E27FC236}">
                <a16:creationId xmlns:a16="http://schemas.microsoft.com/office/drawing/2014/main" id="{0BCAE0E3-232C-920F-ED14-B4989B3089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419017" y="996428"/>
            <a:ext cx="3372685" cy="3535224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  <p:pic>
        <p:nvPicPr>
          <p:cNvPr id="19" name="Lateral rotation">
            <a:hlinkClick r:id="" action="ppaction://media"/>
            <a:extLst>
              <a:ext uri="{FF2B5EF4-FFF2-40B4-BE49-F238E27FC236}">
                <a16:creationId xmlns:a16="http://schemas.microsoft.com/office/drawing/2014/main" id="{90A9FA0C-B23E-ABD7-D1D3-80193052424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451581" y="1788095"/>
            <a:ext cx="3737177" cy="3084297"/>
          </a:xfrm>
          <a:prstGeom prst="roundRect">
            <a:avLst>
              <a:gd name="adj" fmla="val 5439"/>
            </a:avLst>
          </a:prstGeom>
          <a:ln w="28575">
            <a:solidFill>
              <a:schemeClr val="tx1"/>
            </a:solidFill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1B79F2-BBF4-4FBB-6D8E-73F43E53DEDD}"/>
              </a:ext>
            </a:extLst>
          </p:cNvPr>
          <p:cNvSpPr txBox="1"/>
          <p:nvPr/>
        </p:nvSpPr>
        <p:spPr>
          <a:xfrm>
            <a:off x="6808544" y="996428"/>
            <a:ext cx="897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SzPct val="100000"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Anterior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F8B431-C04F-7EFA-059F-F038DE4EC3AE}"/>
              </a:ext>
            </a:extLst>
          </p:cNvPr>
          <p:cNvSpPr txBox="1"/>
          <p:nvPr/>
        </p:nvSpPr>
        <p:spPr>
          <a:xfrm>
            <a:off x="8611671" y="996427"/>
            <a:ext cx="897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0C0"/>
              </a:buClr>
              <a:buSzPct val="100000"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Posterior</a:t>
            </a:r>
          </a:p>
        </p:txBody>
      </p:sp>
    </p:spTree>
    <p:extLst>
      <p:ext uri="{BB962C8B-B14F-4D97-AF65-F5344CB8AC3E}">
        <p14:creationId xmlns:p14="http://schemas.microsoft.com/office/powerpoint/2010/main" val="114157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737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1966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29" y="520700"/>
            <a:ext cx="3720471" cy="70676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3564522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Scapula Movements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57544-3B39-24F2-ADD6-1D7F88173C57}"/>
              </a:ext>
            </a:extLst>
          </p:cNvPr>
          <p:cNvSpPr txBox="1"/>
          <p:nvPr/>
        </p:nvSpPr>
        <p:spPr>
          <a:xfrm>
            <a:off x="1153689" y="2133385"/>
            <a:ext cx="3118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Elevation (raise)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muscles involved:-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Trapezius (upper portion)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Levator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scapulae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7D0C9ADF-BBF7-1712-B8DA-4C154A1DBE60}"/>
              </a:ext>
            </a:extLst>
          </p:cNvPr>
          <p:cNvSpPr/>
          <p:nvPr/>
        </p:nvSpPr>
        <p:spPr>
          <a:xfrm>
            <a:off x="864557" y="2237372"/>
            <a:ext cx="233721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400C8E-CB9C-78CE-B944-AF403C32C020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4D4AB2-CFFA-295D-9D2E-7705C8F575EF}"/>
              </a:ext>
            </a:extLst>
          </p:cNvPr>
          <p:cNvSpPr txBox="1"/>
          <p:nvPr/>
        </p:nvSpPr>
        <p:spPr>
          <a:xfrm>
            <a:off x="1153689" y="3890344"/>
            <a:ext cx="31182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Depression (lower)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muscles involved:-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Trapezius (lower portion)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Pectoralis minor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Subclavius  (through clavicle)</a:t>
            </a: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5D19F28B-2420-B893-19E8-AF641C348FB2}"/>
              </a:ext>
            </a:extLst>
          </p:cNvPr>
          <p:cNvSpPr/>
          <p:nvPr/>
        </p:nvSpPr>
        <p:spPr>
          <a:xfrm>
            <a:off x="864557" y="3994331"/>
            <a:ext cx="233721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56429-5A39-8D73-D507-4150CD8CA63A}"/>
              </a:ext>
            </a:extLst>
          </p:cNvPr>
          <p:cNvSpPr txBox="1"/>
          <p:nvPr/>
        </p:nvSpPr>
        <p:spPr>
          <a:xfrm>
            <a:off x="4874156" y="2133385"/>
            <a:ext cx="31182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Protraction (forward)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muscles involved:-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Serratus anterior 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Pectoralis minor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Pectoralis major assists when the arm is fixed</a:t>
            </a: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15449ABE-EF4B-3E85-B77E-B0CCFA0658D4}"/>
              </a:ext>
            </a:extLst>
          </p:cNvPr>
          <p:cNvSpPr/>
          <p:nvPr/>
        </p:nvSpPr>
        <p:spPr>
          <a:xfrm>
            <a:off x="4585024" y="2237372"/>
            <a:ext cx="233721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C77A54-3D00-BFF8-FD71-9B095A532837}"/>
              </a:ext>
            </a:extLst>
          </p:cNvPr>
          <p:cNvSpPr txBox="1"/>
          <p:nvPr/>
        </p:nvSpPr>
        <p:spPr>
          <a:xfrm>
            <a:off x="4874156" y="4257337"/>
            <a:ext cx="31182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Retraction (backward)</a:t>
            </a:r>
          </a:p>
          <a:p>
            <a:pPr>
              <a:buClr>
                <a:srgbClr val="941100"/>
              </a:buClr>
              <a:buSzPct val="100000"/>
            </a:pP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muscles involved:-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Rhomboids </a:t>
            </a:r>
          </a:p>
          <a:p>
            <a:pPr marL="285750" indent="-285750"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Trapezius (middle and lower portions)</a:t>
            </a: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B5E53E2A-76F6-0C19-009C-5264BDA9940B}"/>
              </a:ext>
            </a:extLst>
          </p:cNvPr>
          <p:cNvSpPr/>
          <p:nvPr/>
        </p:nvSpPr>
        <p:spPr>
          <a:xfrm>
            <a:off x="4585024" y="4361324"/>
            <a:ext cx="233721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26449C8-5CCC-1257-45FA-50937ECA4433}"/>
              </a:ext>
            </a:extLst>
          </p:cNvPr>
          <p:cNvCxnSpPr/>
          <p:nvPr/>
        </p:nvCxnSpPr>
        <p:spPr>
          <a:xfrm>
            <a:off x="4314822" y="2450541"/>
            <a:ext cx="0" cy="28929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Screen Recording 2024-08-09 at 15.59.55">
            <a:hlinkClick r:id="" action="ppaction://media"/>
            <a:extLst>
              <a:ext uri="{FF2B5EF4-FFF2-40B4-BE49-F238E27FC236}">
                <a16:creationId xmlns:a16="http://schemas.microsoft.com/office/drawing/2014/main" id="{ED58905C-0991-C98B-6D59-B479E23B35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877179" y="2310024"/>
            <a:ext cx="4008566" cy="3174018"/>
          </a:xfrm>
          <a:prstGeom prst="roundRect">
            <a:avLst>
              <a:gd name="adj" fmla="val 5439"/>
            </a:avLst>
          </a:prstGeom>
          <a:ln w="28575">
            <a:solidFill>
              <a:schemeClr val="tx1"/>
            </a:solidFill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44021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49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29" y="520700"/>
            <a:ext cx="6226977" cy="70676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7" y="624216"/>
            <a:ext cx="6226977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 scapula stabilisers/movers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3" descr="Functional anatomy\Trapezius_ lower fibers[1].PNG">
            <a:extLst>
              <a:ext uri="{FF2B5EF4-FFF2-40B4-BE49-F238E27FC236}">
                <a16:creationId xmlns:a16="http://schemas.microsoft.com/office/drawing/2014/main" id="{2585784A-0B7E-46A1-D698-AFA30869E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3900" y="1630470"/>
            <a:ext cx="2303038" cy="2303038"/>
          </a:xfrm>
          <a:prstGeom prst="roundRect">
            <a:avLst>
              <a:gd name="adj" fmla="val 8594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/>
        </p:spPr>
      </p:pic>
      <p:pic>
        <p:nvPicPr>
          <p:cNvPr id="21" name="Picture 5" descr="Functional anatomy\Trapezius_ upper fibers.PNG">
            <a:extLst>
              <a:ext uri="{FF2B5EF4-FFF2-40B4-BE49-F238E27FC236}">
                <a16:creationId xmlns:a16="http://schemas.microsoft.com/office/drawing/2014/main" id="{FF652939-C254-A341-F9BB-359690529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22149" y="1645174"/>
            <a:ext cx="2288334" cy="2288334"/>
          </a:xfrm>
          <a:prstGeom prst="roundRect">
            <a:avLst>
              <a:gd name="adj" fmla="val 8594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/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23D58CF-163D-0AE0-3681-41C0BB6B7BB1}"/>
              </a:ext>
            </a:extLst>
          </p:cNvPr>
          <p:cNvSpPr txBox="1"/>
          <p:nvPr/>
        </p:nvSpPr>
        <p:spPr>
          <a:xfrm>
            <a:off x="2147600" y="1739035"/>
            <a:ext cx="1578240" cy="71508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Trapezius lower fibres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933520-7054-2C11-B3C1-9FBE501713E9}"/>
              </a:ext>
            </a:extLst>
          </p:cNvPr>
          <p:cNvSpPr txBox="1"/>
          <p:nvPr/>
        </p:nvSpPr>
        <p:spPr>
          <a:xfrm>
            <a:off x="5047362" y="3604203"/>
            <a:ext cx="1806803" cy="71508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Trapezius  upper fibres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3" descr="Functional anatomy\Rhomboideus major[1].PNG">
            <a:extLst>
              <a:ext uri="{FF2B5EF4-FFF2-40B4-BE49-F238E27FC236}">
                <a16:creationId xmlns:a16="http://schemas.microsoft.com/office/drawing/2014/main" id="{9B86D12D-E97D-5970-6748-EE4FBF237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124787" y="906791"/>
            <a:ext cx="2288336" cy="2288336"/>
          </a:xfrm>
          <a:prstGeom prst="roundRect">
            <a:avLst>
              <a:gd name="adj" fmla="val 8594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/>
        </p:spPr>
      </p:pic>
      <p:pic>
        <p:nvPicPr>
          <p:cNvPr id="26" name="Picture 4" descr="Functional anatomy\Serratus Anterior1.PNG">
            <a:extLst>
              <a:ext uri="{FF2B5EF4-FFF2-40B4-BE49-F238E27FC236}">
                <a16:creationId xmlns:a16="http://schemas.microsoft.com/office/drawing/2014/main" id="{3AE960C4-DF87-8EB7-EEA8-4661174CB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618499" y="4174687"/>
            <a:ext cx="2288335" cy="2288335"/>
          </a:xfrm>
          <a:prstGeom prst="roundRect">
            <a:avLst>
              <a:gd name="adj" fmla="val 8594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/>
        </p:spPr>
      </p:pic>
      <p:pic>
        <p:nvPicPr>
          <p:cNvPr id="27" name="Picture 5" descr="Functional anatomy\Serratus Anterior2.PNG">
            <a:extLst>
              <a:ext uri="{FF2B5EF4-FFF2-40B4-BE49-F238E27FC236}">
                <a16:creationId xmlns:a16="http://schemas.microsoft.com/office/drawing/2014/main" id="{8C9E49D3-E49B-A47B-64F9-5A196D14F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330164" y="4174688"/>
            <a:ext cx="2288335" cy="2288335"/>
          </a:xfrm>
          <a:prstGeom prst="roundRect">
            <a:avLst>
              <a:gd name="adj" fmla="val 8594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/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DFCD844-AE7F-687F-5BF1-DB3D7B6C6506}"/>
              </a:ext>
            </a:extLst>
          </p:cNvPr>
          <p:cNvSpPr txBox="1"/>
          <p:nvPr/>
        </p:nvSpPr>
        <p:spPr>
          <a:xfrm>
            <a:off x="7984427" y="1499048"/>
            <a:ext cx="1500769" cy="40862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Rhomboids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D902BA-AD8A-3008-1CC2-69964595794A}"/>
              </a:ext>
            </a:extLst>
          </p:cNvPr>
          <p:cNvSpPr txBox="1"/>
          <p:nvPr/>
        </p:nvSpPr>
        <p:spPr>
          <a:xfrm>
            <a:off x="8848842" y="3859197"/>
            <a:ext cx="1423249" cy="71508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Serratus anterior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4" descr="Functional anatomy\Trapezius_ middle fibers.PNG">
            <a:extLst>
              <a:ext uri="{FF2B5EF4-FFF2-40B4-BE49-F238E27FC236}">
                <a16:creationId xmlns:a16="http://schemas.microsoft.com/office/drawing/2014/main" id="{20F97B9E-D92E-DBFA-4199-22E4432A6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296976" y="3604203"/>
            <a:ext cx="2288334" cy="2288334"/>
          </a:xfrm>
          <a:prstGeom prst="roundRect">
            <a:avLst>
              <a:gd name="adj" fmla="val 8594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ED17130-C624-EA3C-C621-748FF176B873}"/>
              </a:ext>
            </a:extLst>
          </p:cNvPr>
          <p:cNvSpPr txBox="1"/>
          <p:nvPr/>
        </p:nvSpPr>
        <p:spPr>
          <a:xfrm>
            <a:off x="2537741" y="5747933"/>
            <a:ext cx="1806803" cy="71508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Trapezius  mid fibres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09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30" y="520700"/>
            <a:ext cx="2379578" cy="70676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2223629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Rotator Cuff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57544-3B39-24F2-ADD6-1D7F88173C57}"/>
              </a:ext>
            </a:extLst>
          </p:cNvPr>
          <p:cNvSpPr txBox="1"/>
          <p:nvPr/>
        </p:nvSpPr>
        <p:spPr>
          <a:xfrm>
            <a:off x="1203092" y="1802114"/>
            <a:ext cx="3118269" cy="234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A group of 4 muscles</a:t>
            </a: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Supraspinatus</a:t>
            </a: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Infraspinatus</a:t>
            </a: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Teres minor</a:t>
            </a: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Subscapularis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7D0C9ADF-BBF7-1712-B8DA-4C154A1DBE60}"/>
              </a:ext>
            </a:extLst>
          </p:cNvPr>
          <p:cNvSpPr/>
          <p:nvPr/>
        </p:nvSpPr>
        <p:spPr>
          <a:xfrm>
            <a:off x="969371" y="1987988"/>
            <a:ext cx="233721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400C8E-CB9C-78CE-B944-AF403C32C020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5E80A9-6BF5-FB26-39B1-F0C557102A86}"/>
              </a:ext>
            </a:extLst>
          </p:cNvPr>
          <p:cNvSpPr txBox="1"/>
          <p:nvPr/>
        </p:nvSpPr>
        <p:spPr>
          <a:xfrm>
            <a:off x="1203092" y="4340496"/>
            <a:ext cx="670166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0070C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They are stabilisers for the GHJ, keeping the humeral head firmly in place</a:t>
            </a:r>
          </a:p>
          <a:p>
            <a:pPr>
              <a:spcAft>
                <a:spcPts val="1200"/>
              </a:spcAft>
              <a:buClr>
                <a:srgbClr val="0070C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They also provide movement</a:t>
            </a:r>
          </a:p>
          <a:p>
            <a:pPr>
              <a:spcAft>
                <a:spcPts val="1200"/>
              </a:spcAft>
              <a:buClr>
                <a:srgbClr val="0070C0"/>
              </a:buClr>
              <a:buSzPct val="100000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You must have an excellent understanding of the movements and attachment sites for these muscles </a:t>
            </a: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186C880B-79F7-661E-1840-5DA463E9C65D}"/>
              </a:ext>
            </a:extLst>
          </p:cNvPr>
          <p:cNvSpPr/>
          <p:nvPr/>
        </p:nvSpPr>
        <p:spPr>
          <a:xfrm>
            <a:off x="969371" y="4390965"/>
            <a:ext cx="233721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A476E4A2-A733-1769-18E1-795130A11003}"/>
              </a:ext>
            </a:extLst>
          </p:cNvPr>
          <p:cNvSpPr/>
          <p:nvPr/>
        </p:nvSpPr>
        <p:spPr>
          <a:xfrm>
            <a:off x="969371" y="5115990"/>
            <a:ext cx="233721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271F720A-0D11-594E-AA52-E3C1C79876DC}"/>
              </a:ext>
            </a:extLst>
          </p:cNvPr>
          <p:cNvSpPr/>
          <p:nvPr/>
        </p:nvSpPr>
        <p:spPr>
          <a:xfrm>
            <a:off x="969371" y="5538845"/>
            <a:ext cx="233721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209A5B-21D0-6646-6280-4460E4FE0E6B}"/>
              </a:ext>
            </a:extLst>
          </p:cNvPr>
          <p:cNvSpPr txBox="1"/>
          <p:nvPr/>
        </p:nvSpPr>
        <p:spPr>
          <a:xfrm>
            <a:off x="749353" y="2302495"/>
            <a:ext cx="622927" cy="1842492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001" sz="2400" b="1" dirty="0">
                <a:solidFill>
                  <a:srgbClr val="FF0000"/>
                </a:solidFill>
              </a:rPr>
              <a:t>SITS</a:t>
            </a:r>
          </a:p>
        </p:txBody>
      </p:sp>
      <p:pic>
        <p:nvPicPr>
          <p:cNvPr id="22" name="Picture 21" descr="A diagram of the shoulder muscles&#10;&#10;Description automatically generated">
            <a:extLst>
              <a:ext uri="{FF2B5EF4-FFF2-40B4-BE49-F238E27FC236}">
                <a16:creationId xmlns:a16="http://schemas.microsoft.com/office/drawing/2014/main" id="{FC0DFA15-EAF5-1DB9-B0F4-0B0770F948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850" b="29518"/>
          <a:stretch/>
        </p:blipFill>
        <p:spPr>
          <a:xfrm>
            <a:off x="7809703" y="511856"/>
            <a:ext cx="3764815" cy="54522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0">
            <a:solidFill>
              <a:schemeClr val="tx1"/>
            </a:solidFill>
          </a:ln>
          <a:effectLst/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13970CF7-D648-928B-9C8A-AE1F900F4A97}"/>
              </a:ext>
            </a:extLst>
          </p:cNvPr>
          <p:cNvSpPr/>
          <p:nvPr/>
        </p:nvSpPr>
        <p:spPr>
          <a:xfrm>
            <a:off x="9787721" y="1987988"/>
            <a:ext cx="374212" cy="3742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3B72BF-EE05-8FB9-4D2F-B654339739AA}"/>
              </a:ext>
            </a:extLst>
          </p:cNvPr>
          <p:cNvSpPr txBox="1"/>
          <p:nvPr/>
        </p:nvSpPr>
        <p:spPr>
          <a:xfrm>
            <a:off x="9689049" y="2015455"/>
            <a:ext cx="5819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001" sz="1500" b="1" dirty="0"/>
              <a:t>SSp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9EFFA09-9283-52D1-EA03-23D6F2A0CAC1}"/>
              </a:ext>
            </a:extLst>
          </p:cNvPr>
          <p:cNvSpPr/>
          <p:nvPr/>
        </p:nvSpPr>
        <p:spPr>
          <a:xfrm>
            <a:off x="8980359" y="2351667"/>
            <a:ext cx="374212" cy="3742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0A114-9C24-D94A-04B3-E2E7ABE6757E}"/>
              </a:ext>
            </a:extLst>
          </p:cNvPr>
          <p:cNvSpPr txBox="1"/>
          <p:nvPr/>
        </p:nvSpPr>
        <p:spPr>
          <a:xfrm>
            <a:off x="8915555" y="2370667"/>
            <a:ext cx="50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001" sz="1600" b="1" dirty="0"/>
              <a:t>I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6D77C3C-71F6-709A-6559-DABB9BA5A7CE}"/>
              </a:ext>
            </a:extLst>
          </p:cNvPr>
          <p:cNvSpPr/>
          <p:nvPr/>
        </p:nvSpPr>
        <p:spPr>
          <a:xfrm>
            <a:off x="8632324" y="3033939"/>
            <a:ext cx="374212" cy="3742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43E467-190F-B2DA-5659-C8DA1918DBA5}"/>
              </a:ext>
            </a:extLst>
          </p:cNvPr>
          <p:cNvSpPr txBox="1"/>
          <p:nvPr/>
        </p:nvSpPr>
        <p:spPr>
          <a:xfrm>
            <a:off x="8567520" y="3052939"/>
            <a:ext cx="50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001" sz="1600" b="1" dirty="0"/>
              <a:t>T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A75127B-7D94-E47F-20B2-1FBCBFE0F258}"/>
              </a:ext>
            </a:extLst>
          </p:cNvPr>
          <p:cNvSpPr/>
          <p:nvPr/>
        </p:nvSpPr>
        <p:spPr>
          <a:xfrm>
            <a:off x="10658824" y="2529411"/>
            <a:ext cx="374212" cy="3742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244EAE-E1E3-CB9D-38A5-00592BA6C33F}"/>
              </a:ext>
            </a:extLst>
          </p:cNvPr>
          <p:cNvSpPr txBox="1"/>
          <p:nvPr/>
        </p:nvSpPr>
        <p:spPr>
          <a:xfrm>
            <a:off x="10560152" y="2556878"/>
            <a:ext cx="5819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001" sz="1500" b="1" dirty="0"/>
              <a:t>SSc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7FD728-B09B-F7E6-3037-029A75531E0C}"/>
              </a:ext>
            </a:extLst>
          </p:cNvPr>
          <p:cNvSpPr txBox="1"/>
          <p:nvPr/>
        </p:nvSpPr>
        <p:spPr>
          <a:xfrm>
            <a:off x="8378002" y="5574835"/>
            <a:ext cx="808525" cy="306467"/>
          </a:xfrm>
          <a:prstGeom prst="round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001" sz="1200" dirty="0"/>
              <a:t>posterior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8FDE80-DF09-3C5D-0032-B98F84D9195D}"/>
              </a:ext>
            </a:extLst>
          </p:cNvPr>
          <p:cNvSpPr txBox="1"/>
          <p:nvPr/>
        </p:nvSpPr>
        <p:spPr>
          <a:xfrm>
            <a:off x="10614814" y="5585136"/>
            <a:ext cx="733805" cy="306467"/>
          </a:xfrm>
          <a:prstGeom prst="round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001" sz="1200" dirty="0"/>
              <a:t>anterior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BFE44A-C6C1-80F3-613F-B81108E190F0}"/>
              </a:ext>
            </a:extLst>
          </p:cNvPr>
          <p:cNvSpPr txBox="1"/>
          <p:nvPr/>
        </p:nvSpPr>
        <p:spPr>
          <a:xfrm>
            <a:off x="8022007" y="521158"/>
            <a:ext cx="1220633" cy="51077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001" sz="1200" dirty="0"/>
              <a:t>Lateral view of right shoulder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52F2910-7139-CD7F-4A42-F6FBC52514D9}"/>
              </a:ext>
            </a:extLst>
          </p:cNvPr>
          <p:cNvSpPr/>
          <p:nvPr/>
        </p:nvSpPr>
        <p:spPr>
          <a:xfrm>
            <a:off x="7398448" y="2633875"/>
            <a:ext cx="764357" cy="76435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C883B7-60AC-713F-2615-7585B43E8486}"/>
              </a:ext>
            </a:extLst>
          </p:cNvPr>
          <p:cNvSpPr txBox="1"/>
          <p:nvPr/>
        </p:nvSpPr>
        <p:spPr>
          <a:xfrm>
            <a:off x="7414665" y="2690382"/>
            <a:ext cx="764357" cy="654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</a:t>
            </a:r>
            <a:r>
              <a:rPr lang="en-001" sz="1200" dirty="0"/>
              <a:t>uperior</a:t>
            </a:r>
          </a:p>
          <a:p>
            <a:pPr algn="ctr"/>
            <a:r>
              <a:rPr lang="en-US" sz="1200" dirty="0"/>
              <a:t>t</a:t>
            </a:r>
            <a:r>
              <a:rPr lang="en-001" sz="1200" dirty="0"/>
              <a:t>o inferior</a:t>
            </a:r>
          </a:p>
        </p:txBody>
      </p:sp>
    </p:spTree>
    <p:extLst>
      <p:ext uri="{BB962C8B-B14F-4D97-AF65-F5344CB8AC3E}">
        <p14:creationId xmlns:p14="http://schemas.microsoft.com/office/powerpoint/2010/main" val="278669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 animBg="1"/>
      <p:bldP spid="23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6" grpId="1" animBg="1"/>
      <p:bldP spid="37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30" y="520700"/>
            <a:ext cx="3715390" cy="70676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3640722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Rotator Cuff muscles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57544-3B39-24F2-ADD6-1D7F88173C57}"/>
              </a:ext>
            </a:extLst>
          </p:cNvPr>
          <p:cNvSpPr txBox="1"/>
          <p:nvPr/>
        </p:nvSpPr>
        <p:spPr>
          <a:xfrm>
            <a:off x="1203092" y="1802114"/>
            <a:ext cx="5305284" cy="4651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Supraspinatus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Action: </a:t>
            </a:r>
            <a:r>
              <a:rPr lang="en-GB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20° of abduction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supraspinous fossa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greater tubercle of humerus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Infraspinatus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Action: </a:t>
            </a:r>
            <a:r>
              <a:rPr lang="en-GB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rotation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infraspinous fossa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lateral, superior humerus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7D0C9ADF-BBF7-1712-B8DA-4C154A1DBE60}"/>
              </a:ext>
            </a:extLst>
          </p:cNvPr>
          <p:cNvSpPr/>
          <p:nvPr/>
        </p:nvSpPr>
        <p:spPr>
          <a:xfrm>
            <a:off x="969371" y="1987988"/>
            <a:ext cx="233721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400C8E-CB9C-78CE-B944-AF403C32C020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muscles of the shoulder&#10;&#10;Description automatically generated">
            <a:extLst>
              <a:ext uri="{FF2B5EF4-FFF2-40B4-BE49-F238E27FC236}">
                <a16:creationId xmlns:a16="http://schemas.microsoft.com/office/drawing/2014/main" id="{5E921104-ACED-4611-BB67-851183FE62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539" r="309" b="9020"/>
          <a:stretch/>
        </p:blipFill>
        <p:spPr>
          <a:xfrm>
            <a:off x="5714303" y="414184"/>
            <a:ext cx="2843311" cy="30051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1C40D3-AD18-567F-4A93-0529300B2F61}"/>
              </a:ext>
            </a:extLst>
          </p:cNvPr>
          <p:cNvSpPr txBox="1"/>
          <p:nvPr/>
        </p:nvSpPr>
        <p:spPr>
          <a:xfrm>
            <a:off x="6724419" y="3099614"/>
            <a:ext cx="808525" cy="306467"/>
          </a:xfrm>
          <a:prstGeom prst="round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001" sz="1200" dirty="0"/>
              <a:t>posterior</a:t>
            </a:r>
          </a:p>
        </p:txBody>
      </p:sp>
      <p:pic>
        <p:nvPicPr>
          <p:cNvPr id="14" name="Picture 13" descr="A close-up of a human shoulder&#10;&#10;Description automatically generated">
            <a:extLst>
              <a:ext uri="{FF2B5EF4-FFF2-40B4-BE49-F238E27FC236}">
                <a16:creationId xmlns:a16="http://schemas.microsoft.com/office/drawing/2014/main" id="{7AFACDD5-0AE5-8C27-76E4-09B89B8428D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90" b="12157"/>
          <a:stretch/>
        </p:blipFill>
        <p:spPr>
          <a:xfrm>
            <a:off x="5713898" y="3726444"/>
            <a:ext cx="2843615" cy="28081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15" name="Pentagon 14">
            <a:extLst>
              <a:ext uri="{FF2B5EF4-FFF2-40B4-BE49-F238E27FC236}">
                <a16:creationId xmlns:a16="http://schemas.microsoft.com/office/drawing/2014/main" id="{112E48A1-CC47-371C-51A3-9EDE3DA8BFAA}"/>
              </a:ext>
            </a:extLst>
          </p:cNvPr>
          <p:cNvSpPr/>
          <p:nvPr/>
        </p:nvSpPr>
        <p:spPr>
          <a:xfrm>
            <a:off x="969371" y="4278470"/>
            <a:ext cx="233721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0736AC-4D0C-4F20-E819-47F966DA6551}"/>
              </a:ext>
            </a:extLst>
          </p:cNvPr>
          <p:cNvSpPr txBox="1"/>
          <p:nvPr/>
        </p:nvSpPr>
        <p:spPr>
          <a:xfrm>
            <a:off x="6919233" y="6248905"/>
            <a:ext cx="808525" cy="306467"/>
          </a:xfrm>
          <a:prstGeom prst="round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001" sz="1200" dirty="0"/>
              <a:t>posterior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B3DCDC-A71B-5684-5C42-A159DD9F3A15}"/>
              </a:ext>
            </a:extLst>
          </p:cNvPr>
          <p:cNvSpPr txBox="1"/>
          <p:nvPr/>
        </p:nvSpPr>
        <p:spPr>
          <a:xfrm>
            <a:off x="8232910" y="566272"/>
            <a:ext cx="1589150" cy="34051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Supraspinatus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4A8A4F-6F33-DFC8-4413-228A27A82EEB}"/>
              </a:ext>
            </a:extLst>
          </p:cNvPr>
          <p:cNvSpPr txBox="1"/>
          <p:nvPr/>
        </p:nvSpPr>
        <p:spPr>
          <a:xfrm>
            <a:off x="8232910" y="3918136"/>
            <a:ext cx="1589150" cy="34051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Infraspinatus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542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0DEDF626-A153-032A-3FE8-7F068096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9A917D-3948-18E6-8625-818CFB3E4531}"/>
              </a:ext>
            </a:extLst>
          </p:cNvPr>
          <p:cNvSpPr/>
          <p:nvPr/>
        </p:nvSpPr>
        <p:spPr>
          <a:xfrm>
            <a:off x="622930" y="520700"/>
            <a:ext cx="3699510" cy="70676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140E-AB9C-75FE-0ED3-57C06808B2D6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3543562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Rotator Cuff muscles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57544-3B39-24F2-ADD6-1D7F88173C57}"/>
              </a:ext>
            </a:extLst>
          </p:cNvPr>
          <p:cNvSpPr txBox="1"/>
          <p:nvPr/>
        </p:nvSpPr>
        <p:spPr>
          <a:xfrm>
            <a:off x="1203092" y="1802114"/>
            <a:ext cx="6108512" cy="4651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Subscapularis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Action: </a:t>
            </a:r>
            <a:r>
              <a:rPr lang="en-GB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rotation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subscapular fossa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lesser tubercle of humerus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Teres minor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Action: </a:t>
            </a:r>
            <a:r>
              <a:rPr lang="en-GB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rotation and adduction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infraspinous fossa (below infraspinatus)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lateral, superior humerus (blow infraspinatus)</a:t>
            </a:r>
          </a:p>
          <a:p>
            <a:pPr>
              <a:lnSpc>
                <a:spcPct val="150000"/>
              </a:lnSpc>
              <a:buClr>
                <a:srgbClr val="941100"/>
              </a:buClr>
              <a:buSzPct val="100000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7D0C9ADF-BBF7-1712-B8DA-4C154A1DBE60}"/>
              </a:ext>
            </a:extLst>
          </p:cNvPr>
          <p:cNvSpPr/>
          <p:nvPr/>
        </p:nvSpPr>
        <p:spPr>
          <a:xfrm>
            <a:off x="969371" y="1987988"/>
            <a:ext cx="233721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400C8E-CB9C-78CE-B944-AF403C32C020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112E48A1-CC47-371C-51A3-9EDE3DA8BFAA}"/>
              </a:ext>
            </a:extLst>
          </p:cNvPr>
          <p:cNvSpPr/>
          <p:nvPr/>
        </p:nvSpPr>
        <p:spPr>
          <a:xfrm>
            <a:off x="969371" y="4278470"/>
            <a:ext cx="233721" cy="213169"/>
          </a:xfrm>
          <a:prstGeom prst="homePlat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keleton with green veins&#10;&#10;Description automatically generated with medium confidence">
            <a:extLst>
              <a:ext uri="{FF2B5EF4-FFF2-40B4-BE49-F238E27FC236}">
                <a16:creationId xmlns:a16="http://schemas.microsoft.com/office/drawing/2014/main" id="{4AA13B24-7D6C-028E-D08F-AE04D23DAF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301" t="1" b="40979"/>
          <a:stretch/>
        </p:blipFill>
        <p:spPr>
          <a:xfrm>
            <a:off x="5636462" y="403970"/>
            <a:ext cx="3100581" cy="29212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pic>
        <p:nvPicPr>
          <p:cNvPr id="13" name="Picture 12" descr="A close-up of a human shoulder&#10;&#10;Description automatically generated">
            <a:extLst>
              <a:ext uri="{FF2B5EF4-FFF2-40B4-BE49-F238E27FC236}">
                <a16:creationId xmlns:a16="http://schemas.microsoft.com/office/drawing/2014/main" id="{8532F58B-EC45-3906-1E6C-3C7FC0F7E86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201" b="12549"/>
          <a:stretch/>
        </p:blipFill>
        <p:spPr>
          <a:xfrm>
            <a:off x="7096479" y="3587961"/>
            <a:ext cx="2928020" cy="29372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1C40D3-AD18-567F-4A93-0529300B2F61}"/>
              </a:ext>
            </a:extLst>
          </p:cNvPr>
          <p:cNvSpPr txBox="1"/>
          <p:nvPr/>
        </p:nvSpPr>
        <p:spPr>
          <a:xfrm>
            <a:off x="6483356" y="3018771"/>
            <a:ext cx="733805" cy="306467"/>
          </a:xfrm>
          <a:prstGeom prst="round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001" sz="1200" dirty="0"/>
              <a:t>anterior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ED62AE-508E-0B64-7D2F-7A631AAC1443}"/>
              </a:ext>
            </a:extLst>
          </p:cNvPr>
          <p:cNvSpPr txBox="1"/>
          <p:nvPr/>
        </p:nvSpPr>
        <p:spPr>
          <a:xfrm>
            <a:off x="8315276" y="6188183"/>
            <a:ext cx="808525" cy="306467"/>
          </a:xfrm>
          <a:prstGeom prst="round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001" sz="1200" dirty="0"/>
              <a:t>posterior</a:t>
            </a:r>
          </a:p>
        </p:txBody>
      </p:sp>
      <p:pic>
        <p:nvPicPr>
          <p:cNvPr id="18" name="Picture 17" descr="A skeleton with a red highlighted part of the shoulder&#10;&#10;Description automatically generated">
            <a:extLst>
              <a:ext uri="{FF2B5EF4-FFF2-40B4-BE49-F238E27FC236}">
                <a16:creationId xmlns:a16="http://schemas.microsoft.com/office/drawing/2014/main" id="{8D3C09FA-C04C-018A-71C0-4D4295E2C78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302" t="17343" r="11185" b="13597"/>
          <a:stretch/>
        </p:blipFill>
        <p:spPr>
          <a:xfrm flipH="1">
            <a:off x="8773475" y="656604"/>
            <a:ext cx="2565046" cy="23985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B4ADA62-05F3-E67C-10CD-1E34D7683ADB}"/>
              </a:ext>
            </a:extLst>
          </p:cNvPr>
          <p:cNvSpPr txBox="1"/>
          <p:nvPr/>
        </p:nvSpPr>
        <p:spPr>
          <a:xfrm>
            <a:off x="8435349" y="410885"/>
            <a:ext cx="1589150" cy="34051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Subscapularis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9CBDA9-205A-0C52-6251-AF81861A0A5D}"/>
              </a:ext>
            </a:extLst>
          </p:cNvPr>
          <p:cNvSpPr txBox="1"/>
          <p:nvPr/>
        </p:nvSpPr>
        <p:spPr>
          <a:xfrm>
            <a:off x="9735516" y="3841499"/>
            <a:ext cx="1253392" cy="34051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941100"/>
              </a:buClr>
              <a:buSzPct val="100000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Teres minor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15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28D3B-1637-7D9F-BE4D-0158C8D31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4281B3FA-CFE6-4ED0-9D90-B4ACFC149F2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5647117-9E0F-8D06-A86F-862AB7B3FE3C}"/>
              </a:ext>
            </a:extLst>
          </p:cNvPr>
          <p:cNvSpPr/>
          <p:nvPr/>
        </p:nvSpPr>
        <p:spPr>
          <a:xfrm>
            <a:off x="622930" y="520700"/>
            <a:ext cx="2379578" cy="70676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F54EC-E301-6A19-CC57-E1656707AB62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2223629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Rotator Cuff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diagram of the muscles of the shoulder&#10;&#10;Description automatically generated">
            <a:extLst>
              <a:ext uri="{FF2B5EF4-FFF2-40B4-BE49-F238E27FC236}">
                <a16:creationId xmlns:a16="http://schemas.microsoft.com/office/drawing/2014/main" id="{2722D4D7-275D-755B-FF5F-F1750E14C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96" y="1622437"/>
            <a:ext cx="5015870" cy="47083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pic>
        <p:nvPicPr>
          <p:cNvPr id="19" name="Picture 18" descr="A diagram of the muscles of the knee&#10;&#10;Description automatically generated">
            <a:extLst>
              <a:ext uri="{FF2B5EF4-FFF2-40B4-BE49-F238E27FC236}">
                <a16:creationId xmlns:a16="http://schemas.microsoft.com/office/drawing/2014/main" id="{4C37DB4D-9CB0-7476-C24B-7CDE22586F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919" r="6292" b="2000"/>
          <a:stretch/>
        </p:blipFill>
        <p:spPr>
          <a:xfrm>
            <a:off x="5976148" y="1609164"/>
            <a:ext cx="4925532" cy="47349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28575">
            <a:solidFill>
              <a:schemeClr val="tx1"/>
            </a:solidFill>
          </a:ln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17E46BC-5421-A70B-344A-5CE3532F49C4}"/>
              </a:ext>
            </a:extLst>
          </p:cNvPr>
          <p:cNvSpPr/>
          <p:nvPr/>
        </p:nvSpPr>
        <p:spPr>
          <a:xfrm>
            <a:off x="7803859" y="1757680"/>
            <a:ext cx="1634781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001" dirty="0">
                <a:solidFill>
                  <a:srgbClr val="FF0000"/>
                </a:solidFill>
              </a:rPr>
              <a:t>Supraspinatus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7EBD24-0DB7-C63F-445A-7BF81E76A3E2}"/>
              </a:ext>
            </a:extLst>
          </p:cNvPr>
          <p:cNvSpPr/>
          <p:nvPr/>
        </p:nvSpPr>
        <p:spPr>
          <a:xfrm>
            <a:off x="8947024" y="3017520"/>
            <a:ext cx="1634781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001" dirty="0">
                <a:solidFill>
                  <a:srgbClr val="FF0000"/>
                </a:solidFill>
              </a:rPr>
              <a:t>Infraspinatus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D33E89-9F74-C6F1-6853-62EDD8CABBB2}"/>
              </a:ext>
            </a:extLst>
          </p:cNvPr>
          <p:cNvSpPr/>
          <p:nvPr/>
        </p:nvSpPr>
        <p:spPr>
          <a:xfrm>
            <a:off x="9266899" y="4277360"/>
            <a:ext cx="1634781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001" dirty="0">
                <a:solidFill>
                  <a:srgbClr val="FF0000"/>
                </a:solidFill>
              </a:rPr>
              <a:t>Subscapularis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76FAE0-3493-BD01-0532-38CA8511BF14}"/>
              </a:ext>
            </a:extLst>
          </p:cNvPr>
          <p:cNvSpPr/>
          <p:nvPr/>
        </p:nvSpPr>
        <p:spPr>
          <a:xfrm>
            <a:off x="8947024" y="5537200"/>
            <a:ext cx="1634781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001" dirty="0">
                <a:solidFill>
                  <a:srgbClr val="FF0000"/>
                </a:solidFill>
              </a:rPr>
              <a:t>Teres minor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5F9472-ADAB-2E80-7064-C054212CB469}"/>
              </a:ext>
            </a:extLst>
          </p:cNvPr>
          <p:cNvCxnSpPr>
            <a:stCxn id="20" idx="1"/>
          </p:cNvCxnSpPr>
          <p:nvPr/>
        </p:nvCxnSpPr>
        <p:spPr>
          <a:xfrm flipH="1">
            <a:off x="7315200" y="1874520"/>
            <a:ext cx="488659" cy="1143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BECF1AC-2243-7391-D674-3C725F62B154}"/>
              </a:ext>
            </a:extLst>
          </p:cNvPr>
          <p:cNvCxnSpPr>
            <a:cxnSpLocks/>
          </p:cNvCxnSpPr>
          <p:nvPr/>
        </p:nvCxnSpPr>
        <p:spPr>
          <a:xfrm flipH="1">
            <a:off x="6319520" y="3202940"/>
            <a:ext cx="2630318" cy="11595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2245842-7C2E-C01F-3F11-1CA7D3B5FF4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199120" y="4394200"/>
            <a:ext cx="1067779" cy="31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B118801-0654-B12D-5946-F4F49F5DC988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6604000" y="5245240"/>
            <a:ext cx="2343024" cy="408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BE41B57-48C2-ABED-BAAF-F57B6FC848C6}"/>
              </a:ext>
            </a:extLst>
          </p:cNvPr>
          <p:cNvSpPr/>
          <p:nvPr/>
        </p:nvSpPr>
        <p:spPr>
          <a:xfrm>
            <a:off x="7998591" y="2266736"/>
            <a:ext cx="1978529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001" sz="1200" dirty="0">
                <a:solidFill>
                  <a:schemeClr val="tx1"/>
                </a:solidFill>
              </a:rPr>
              <a:t>Biceps tendon (long head)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6D4685F-2CE5-49D5-0182-3710DA5C25B1}"/>
              </a:ext>
            </a:extLst>
          </p:cNvPr>
          <p:cNvCxnSpPr>
            <a:cxnSpLocks/>
          </p:cNvCxnSpPr>
          <p:nvPr/>
        </p:nvCxnSpPr>
        <p:spPr>
          <a:xfrm flipH="1">
            <a:off x="7956259" y="2500416"/>
            <a:ext cx="184948" cy="7507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34BBC2B-A389-698E-6C13-697766C17883}"/>
              </a:ext>
            </a:extLst>
          </p:cNvPr>
          <p:cNvSpPr/>
          <p:nvPr/>
        </p:nvSpPr>
        <p:spPr>
          <a:xfrm>
            <a:off x="6089115" y="2296932"/>
            <a:ext cx="888738" cy="203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001" sz="1200" dirty="0">
                <a:solidFill>
                  <a:schemeClr val="tx1"/>
                </a:solidFill>
              </a:rPr>
              <a:t>Acromion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278F564-55CB-B7EC-49C7-CE009AD501E0}"/>
              </a:ext>
            </a:extLst>
          </p:cNvPr>
          <p:cNvCxnSpPr>
            <a:cxnSpLocks/>
          </p:cNvCxnSpPr>
          <p:nvPr/>
        </p:nvCxnSpPr>
        <p:spPr>
          <a:xfrm>
            <a:off x="6686531" y="2500416"/>
            <a:ext cx="0" cy="448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A8944AF-9E59-F716-C182-CA75836DAF90}"/>
              </a:ext>
            </a:extLst>
          </p:cNvPr>
          <p:cNvSpPr/>
          <p:nvPr/>
        </p:nvSpPr>
        <p:spPr>
          <a:xfrm>
            <a:off x="8446630" y="2602661"/>
            <a:ext cx="888738" cy="203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001" sz="1200" dirty="0">
                <a:solidFill>
                  <a:schemeClr val="tx1"/>
                </a:solidFill>
              </a:rPr>
              <a:t>Coracoid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9C502B2-0196-C907-F53F-8AEEDCD115FE}"/>
              </a:ext>
            </a:extLst>
          </p:cNvPr>
          <p:cNvCxnSpPr>
            <a:cxnSpLocks/>
          </p:cNvCxnSpPr>
          <p:nvPr/>
        </p:nvCxnSpPr>
        <p:spPr>
          <a:xfrm flipH="1">
            <a:off x="8322042" y="2806145"/>
            <a:ext cx="232678" cy="1209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323A81B3-67F1-9621-4B36-472B7EBF8A76}"/>
              </a:ext>
            </a:extLst>
          </p:cNvPr>
          <p:cNvSpPr/>
          <p:nvPr/>
        </p:nvSpPr>
        <p:spPr>
          <a:xfrm>
            <a:off x="1412240" y="2062480"/>
            <a:ext cx="1117600" cy="3055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BB657645-90EF-5762-543F-6346FBF65123}"/>
              </a:ext>
            </a:extLst>
          </p:cNvPr>
          <p:cNvSpPr/>
          <p:nvPr/>
        </p:nvSpPr>
        <p:spPr>
          <a:xfrm>
            <a:off x="904240" y="3813683"/>
            <a:ext cx="1016000" cy="3055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37A579C-FBAE-10F2-2340-CC252FD81E98}"/>
              </a:ext>
            </a:extLst>
          </p:cNvPr>
          <p:cNvSpPr/>
          <p:nvPr/>
        </p:nvSpPr>
        <p:spPr>
          <a:xfrm>
            <a:off x="1351280" y="5465308"/>
            <a:ext cx="539412" cy="4884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AF1315D-D799-045C-C9CA-9D1B0DE7A0DF}"/>
              </a:ext>
            </a:extLst>
          </p:cNvPr>
          <p:cNvSpPr/>
          <p:nvPr/>
        </p:nvSpPr>
        <p:spPr>
          <a:xfrm>
            <a:off x="3966650" y="3782732"/>
            <a:ext cx="1103190" cy="3365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1870097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7D562-16FC-754B-8FCA-4A709CE6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146F3143-8CA2-2955-DF31-C4875EF0C52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9873943-4C4B-8CB2-A583-42529B6492D0}"/>
              </a:ext>
            </a:extLst>
          </p:cNvPr>
          <p:cNvSpPr/>
          <p:nvPr/>
        </p:nvSpPr>
        <p:spPr>
          <a:xfrm>
            <a:off x="622930" y="522616"/>
            <a:ext cx="1270038" cy="70676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324CBE3-432A-DC4B-7463-80A70E399D0D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985754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9DBC5E-99FD-2592-618B-D57A72263FBB}"/>
              </a:ext>
            </a:extLst>
          </p:cNvPr>
          <p:cNvSpPr/>
          <p:nvPr/>
        </p:nvSpPr>
        <p:spPr>
          <a:xfrm>
            <a:off x="622930" y="1688135"/>
            <a:ext cx="7735007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9B9223-0802-A9B0-5C42-D1AB448CF2AD}"/>
              </a:ext>
            </a:extLst>
          </p:cNvPr>
          <p:cNvSpPr txBox="1"/>
          <p:nvPr/>
        </p:nvSpPr>
        <p:spPr>
          <a:xfrm>
            <a:off x="950975" y="2072767"/>
            <a:ext cx="7078915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following slides list muscle origins, attachments, and innervation.</a:t>
            </a:r>
          </a:p>
          <a:p>
            <a:pPr marL="285750" indent="-285750">
              <a:spcAft>
                <a:spcPts val="18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Go back to the muscle slides and relate these to each to each of the muscles.</a:t>
            </a:r>
          </a:p>
          <a:p>
            <a:pPr marL="285750" indent="-285750">
              <a:spcAft>
                <a:spcPts val="18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If there are any missing, do some research and fill in the gaps.</a:t>
            </a:r>
          </a:p>
          <a:p>
            <a:pPr marL="285750" indent="-285750">
              <a:spcAft>
                <a:spcPts val="18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Do the self-assessment questions at the end.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3090C-A420-BA0E-287E-29B5EB2C028D}"/>
              </a:ext>
            </a:extLst>
          </p:cNvPr>
          <p:cNvSpPr txBox="1">
            <a:spLocks/>
          </p:cNvSpPr>
          <p:nvPr/>
        </p:nvSpPr>
        <p:spPr>
          <a:xfrm>
            <a:off x="2545766" y="5183832"/>
            <a:ext cx="4049751" cy="56515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for listening!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67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4AA8F-7728-F377-EA05-7828874C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55C993DF-57A6-F1DA-BC61-E72CC1C15B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A48C8E5-4A86-EFB9-36CB-05DB1A84A28C}"/>
              </a:ext>
            </a:extLst>
          </p:cNvPr>
          <p:cNvSpPr/>
          <p:nvPr/>
        </p:nvSpPr>
        <p:spPr>
          <a:xfrm>
            <a:off x="622929" y="520700"/>
            <a:ext cx="6916859" cy="70676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385FBDA-F30A-6696-B107-9529EFC09E03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7097796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Muscle origins, insertions and innervation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50A56A-FBD1-7FB7-1AFB-CC52BB017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796" y="1511300"/>
            <a:ext cx="69342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8894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AEAD0-28A2-6A0E-F304-6DC9D4E37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9457F18C-C801-6DEC-DFC2-284D4A3E216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713CD4-ED6C-8707-E601-18CF39BD9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381" y="369638"/>
            <a:ext cx="6946900" cy="4546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A5A95F-EA57-4AB8-0D06-AA29CF47DC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553" b="21120"/>
          <a:stretch/>
        </p:blipFill>
        <p:spPr>
          <a:xfrm>
            <a:off x="1034381" y="4213696"/>
            <a:ext cx="6934200" cy="232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54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7A67-B5F1-908E-1DE0-53B46A24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ADCD0E92-CFC2-86EF-9B59-AE14AE5044D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11" name="Picture 10" descr="A table of medical terminology&#10;&#10;Description automatically generated with medium confidence">
            <a:extLst>
              <a:ext uri="{FF2B5EF4-FFF2-40B4-BE49-F238E27FC236}">
                <a16:creationId xmlns:a16="http://schemas.microsoft.com/office/drawing/2014/main" id="{7A3E19FF-A4FF-1FBC-E61B-9EA4E20F8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76" y="926271"/>
            <a:ext cx="7243346" cy="500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539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8113-6C69-E337-8944-0C904656C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A7DD3988-2582-1A89-A1FE-101FDE4055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3" name="Picture 2" descr="A table of medical procedures&#10;&#10;Description automatically generated with medium confidence">
            <a:extLst>
              <a:ext uri="{FF2B5EF4-FFF2-40B4-BE49-F238E27FC236}">
                <a16:creationId xmlns:a16="http://schemas.microsoft.com/office/drawing/2014/main" id="{7F4E4811-F58F-FC1C-6AD8-4B1FDCD3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65" y="749634"/>
            <a:ext cx="7249745" cy="504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965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3B597-2B5A-30BB-F10B-6F11128F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601815DE-3DAA-9249-8EC6-2D0E298633F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3" name="Picture 2" descr="A table of medical information&#10;&#10;Description automatically generated">
            <a:extLst>
              <a:ext uri="{FF2B5EF4-FFF2-40B4-BE49-F238E27FC236}">
                <a16:creationId xmlns:a16="http://schemas.microsoft.com/office/drawing/2014/main" id="{EE0B06C1-719F-ED02-9066-EB030F632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704" y="881982"/>
            <a:ext cx="7804565" cy="495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286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08AD-73BA-247A-B7C4-F23982896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7E0ABCCB-B5BD-999A-970D-5757387BADA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5" name="Picture 4" descr="A chart with text on it&#10;&#10;Description automatically generated">
            <a:extLst>
              <a:ext uri="{FF2B5EF4-FFF2-40B4-BE49-F238E27FC236}">
                <a16:creationId xmlns:a16="http://schemas.microsoft.com/office/drawing/2014/main" id="{65AB8492-21B0-9EAF-52C8-5129973383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1627"/>
          <a:stretch/>
        </p:blipFill>
        <p:spPr>
          <a:xfrm>
            <a:off x="1098214" y="4067312"/>
            <a:ext cx="7500353" cy="2568742"/>
          </a:xfrm>
          <a:prstGeom prst="rect">
            <a:avLst/>
          </a:prstGeom>
        </p:spPr>
      </p:pic>
      <p:pic>
        <p:nvPicPr>
          <p:cNvPr id="7" name="Picture 6" descr="A table with text on it&#10;&#10;Description automatically generated">
            <a:extLst>
              <a:ext uri="{FF2B5EF4-FFF2-40B4-BE49-F238E27FC236}">
                <a16:creationId xmlns:a16="http://schemas.microsoft.com/office/drawing/2014/main" id="{DE9C1379-28DE-A423-4945-8D6236E3F2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577"/>
          <a:stretch/>
        </p:blipFill>
        <p:spPr>
          <a:xfrm>
            <a:off x="1098215" y="300647"/>
            <a:ext cx="7500352" cy="422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248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5A57-D2A7-03BF-8942-0336C484F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1F555A39-7192-FFB2-18C1-43F59FC004F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10" name="Picture 9" descr="A table with text on it&#10;&#10;Description automatically generated">
            <a:extLst>
              <a:ext uri="{FF2B5EF4-FFF2-40B4-BE49-F238E27FC236}">
                <a16:creationId xmlns:a16="http://schemas.microsoft.com/office/drawing/2014/main" id="{5C73B06B-B56D-A494-C1DC-663B4E447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736" y="418431"/>
            <a:ext cx="7675621" cy="3249533"/>
          </a:xfrm>
          <a:prstGeom prst="rect">
            <a:avLst/>
          </a:prstGeom>
        </p:spPr>
      </p:pic>
      <p:pic>
        <p:nvPicPr>
          <p:cNvPr id="12" name="Picture 11" descr="A table with text on it&#10;&#10;Description automatically generated">
            <a:extLst>
              <a:ext uri="{FF2B5EF4-FFF2-40B4-BE49-F238E27FC236}">
                <a16:creationId xmlns:a16="http://schemas.microsoft.com/office/drawing/2014/main" id="{D93734C4-D737-3A98-0627-0EC9AE0A8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736" y="3364832"/>
            <a:ext cx="7647609" cy="326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888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2002A-6349-6C74-986F-D6C92E666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B63D308B-C245-A582-36CE-62999E6E707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8" name="Picture 7" descr="A table with text on it&#10;&#10;Description automatically generated">
            <a:extLst>
              <a:ext uri="{FF2B5EF4-FFF2-40B4-BE49-F238E27FC236}">
                <a16:creationId xmlns:a16="http://schemas.microsoft.com/office/drawing/2014/main" id="{718E5D5A-1D30-B651-6AA4-4D6C0EDF8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12" y="221947"/>
            <a:ext cx="7541921" cy="3293536"/>
          </a:xfrm>
          <a:prstGeom prst="rect">
            <a:avLst/>
          </a:prstGeom>
        </p:spPr>
      </p:pic>
      <p:pic>
        <p:nvPicPr>
          <p:cNvPr id="14" name="Picture 13" descr="A table of medical information&#10;&#10;Description automatically generated with medium confidence">
            <a:extLst>
              <a:ext uri="{FF2B5EF4-FFF2-40B4-BE49-F238E27FC236}">
                <a16:creationId xmlns:a16="http://schemas.microsoft.com/office/drawing/2014/main" id="{229A3CC8-8902-C3B2-3721-18348FAAD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13" y="3515483"/>
            <a:ext cx="7528082" cy="319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3873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B5A39-8844-E07B-3A8B-134396DBA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ECE4FF98-6375-B857-3DA6-1F18FEF7F4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3" name="Picture 2" descr="A table with text on it&#10;&#10;Description automatically generated">
            <a:extLst>
              <a:ext uri="{FF2B5EF4-FFF2-40B4-BE49-F238E27FC236}">
                <a16:creationId xmlns:a16="http://schemas.microsoft.com/office/drawing/2014/main" id="{D1966DDD-201C-F2C7-593F-A780F14C5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72" y="1719847"/>
            <a:ext cx="8074272" cy="341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3362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C308B-2184-305F-026D-FEE549F3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 GRAPHIC WHITE.png">
            <a:extLst>
              <a:ext uri="{FF2B5EF4-FFF2-40B4-BE49-F238E27FC236}">
                <a16:creationId xmlns:a16="http://schemas.microsoft.com/office/drawing/2014/main" id="{21618A79-59E0-0AD7-5917-E7D46ED213C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8992203" y="242721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E9FA34-42C7-8C24-0E71-DC44C4BA86E0}"/>
              </a:ext>
            </a:extLst>
          </p:cNvPr>
          <p:cNvSpPr/>
          <p:nvPr/>
        </p:nvSpPr>
        <p:spPr>
          <a:xfrm>
            <a:off x="622930" y="520700"/>
            <a:ext cx="4731390" cy="70676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5382558-1D19-10D6-937E-41A5B5F0A82C}"/>
              </a:ext>
            </a:extLst>
          </p:cNvPr>
          <p:cNvSpPr txBox="1">
            <a:spLocks/>
          </p:cNvSpPr>
          <p:nvPr/>
        </p:nvSpPr>
        <p:spPr>
          <a:xfrm>
            <a:off x="778878" y="624216"/>
            <a:ext cx="4829442" cy="565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 Assessment Questions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92FF82A-1187-6F28-D39C-7787E58FEA7B}"/>
              </a:ext>
            </a:extLst>
          </p:cNvPr>
          <p:cNvSpPr/>
          <p:nvPr/>
        </p:nvSpPr>
        <p:spPr>
          <a:xfrm>
            <a:off x="622930" y="1688135"/>
            <a:ext cx="7720970" cy="4647249"/>
          </a:xfrm>
          <a:prstGeom prst="roundRect">
            <a:avLst>
              <a:gd name="adj" fmla="val 655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569273-571F-B46E-5A8B-ADD1E22E92FC}"/>
              </a:ext>
            </a:extLst>
          </p:cNvPr>
          <p:cNvSpPr txBox="1"/>
          <p:nvPr/>
        </p:nvSpPr>
        <p:spPr>
          <a:xfrm>
            <a:off x="974222" y="1863357"/>
            <a:ext cx="726553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What are the attachments of the pectoralis minor muscle?</a:t>
            </a:r>
          </a:p>
          <a:p>
            <a:pPr marL="285750" indent="-285750">
              <a:spcAft>
                <a:spcPts val="18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What is the nerve supply of the deltoid muscle?</a:t>
            </a:r>
          </a:p>
          <a:p>
            <a:pPr marL="285750" indent="-285750">
              <a:spcAft>
                <a:spcPts val="18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Which is the main muscle involved in shrugging the shoulder?</a:t>
            </a:r>
          </a:p>
          <a:p>
            <a:pPr marL="285750" indent="-285750">
              <a:spcAft>
                <a:spcPts val="18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What is the nerve supply to the rhomboid muscles?</a:t>
            </a:r>
          </a:p>
          <a:p>
            <a:pPr marL="285750" indent="-285750">
              <a:spcAft>
                <a:spcPts val="18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Which muscle of the scapula attaches to the lesser tubercle of the humerus?</a:t>
            </a:r>
          </a:p>
          <a:p>
            <a:pPr marL="285750" indent="-285750">
              <a:spcAft>
                <a:spcPts val="18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Which muscles are innervated by the axillary nerve?</a:t>
            </a:r>
          </a:p>
          <a:p>
            <a:pPr marL="285750" indent="-285750">
              <a:spcAft>
                <a:spcPts val="18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Name the rotator cuff muscles.</a:t>
            </a:r>
          </a:p>
          <a:p>
            <a:pPr marL="285750" indent="-285750">
              <a:spcAft>
                <a:spcPts val="18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Which muscle is the most powerful internal rotator of the humerus?</a:t>
            </a:r>
          </a:p>
          <a:p>
            <a:pPr marL="285750" indent="-285750">
              <a:spcAft>
                <a:spcPts val="1800"/>
              </a:spcAft>
              <a:buClr>
                <a:srgbClr val="C00000"/>
              </a:buClr>
              <a:buSzPct val="100000"/>
              <a:buFont typeface="Wingdings" pitchFamily="2" charset="2"/>
              <a:buChar char="Ø"/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Which muscle initiates abduction of the humerus?</a:t>
            </a:r>
          </a:p>
        </p:txBody>
      </p:sp>
    </p:spTree>
    <p:extLst>
      <p:ext uri="{BB962C8B-B14F-4D97-AF65-F5344CB8AC3E}">
        <p14:creationId xmlns:p14="http://schemas.microsoft.com/office/powerpoint/2010/main" val="1364497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4183</TotalTime>
  <Words>1385</Words>
  <Application>Microsoft Macintosh PowerPoint</Application>
  <PresentationFormat>Widescreen</PresentationFormat>
  <Paragraphs>339</Paragraphs>
  <Slides>41</Slides>
  <Notes>27</Notes>
  <HiddenSlides>0</HiddenSlides>
  <MMClips>7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Aptos Display</vt:lpstr>
      <vt:lpstr>Arial</vt:lpstr>
      <vt:lpstr>Arial Narrow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Mia Preece</dc:creator>
  <cp:lastModifiedBy>Mia Preece</cp:lastModifiedBy>
  <cp:revision>57</cp:revision>
  <dcterms:created xsi:type="dcterms:W3CDTF">2024-08-06T11:39:29Z</dcterms:created>
  <dcterms:modified xsi:type="dcterms:W3CDTF">2025-02-09T13:49:56Z</dcterms:modified>
</cp:coreProperties>
</file>